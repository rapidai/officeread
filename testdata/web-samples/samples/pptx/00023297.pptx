
<file path=[Content_Types].xml><?xml version="1.0" encoding="utf-8"?>
<Types xmlns="http://schemas.openxmlformats.org/package/2006/content-types">
  <Override PartName="/ppt/slideMasters/slideMaster3.xml" ContentType="application/vnd.openxmlformats-officedocument.presentationml.slideMaster+xml"/>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theme/theme5.xml" ContentType="application/vnd.openxmlformats-officedocument.them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tableStyles.xml" ContentType="application/vnd.openxmlformats-officedocument.presentationml.tableStyles+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30.xml" ContentType="application/vnd.openxmlformats-officedocument.presentationml.notesSlide+xml"/>
  <Override PartName="/ppt/slides/slide99.xml" ContentType="application/vnd.openxmlformats-officedocument.presentationml.slide+xml"/>
  <Override PartName="/ppt/notesSlides/notesSlide7.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slides/slide77.xml" ContentType="application/vnd.openxmlformats-officedocument.presentationml.slide+xml"/>
  <Override PartName="/ppt/slides/slide88.xml" ContentType="application/vnd.openxmlformats-officedocument.presentationml.slide+xml"/>
  <Override PartName="/ppt/diagrams/colors4.xml" ContentType="application/vnd.openxmlformats-officedocument.drawingml.diagramColors+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Layouts/slideLayout7.xml" ContentType="application/vnd.openxmlformats-officedocument.presentationml.slideLayout+xml"/>
  <Default Extension="png" ContentType="image/png"/>
  <Override PartName="/ppt/diagrams/drawing3.xml" ContentType="application/vnd.ms-office.drawingml.diagramDrawing+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Layouts/slideLayout18.xml" ContentType="application/vnd.openxmlformats-officedocument.presentationml.slideLayout+xml"/>
  <Override PartName="/ppt/notesSlides/notesSlide39.xml" ContentType="application/vnd.openxmlformats-officedocument.presentationml.notesSlide+xml"/>
  <Override PartName="/ppt/diagrams/quickStyle3.xml" ContentType="application/vnd.openxmlformats-officedocument.drawingml.diagramStyl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slideLayouts/slideLayout14.xml" ContentType="application/vnd.openxmlformats-officedocument.presentationml.slideLayout+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diagrams/layout6.xml" ContentType="application/vnd.openxmlformats-officedocument.drawingml.diagramLayout+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diagrams/layout2.xml" ContentType="application/vnd.openxmlformats-officedocument.drawingml.diagramLayout+xml"/>
  <Default Extension="gif" ContentType="image/gif"/>
  <Override PartName="/ppt/slides/slide89.xml" ContentType="application/vnd.openxmlformats-officedocument.presentationml.slide+xml"/>
  <Override PartName="/ppt/slides/slide108.xml" ContentType="application/vnd.openxmlformats-officedocument.presentationml.slide+xml"/>
  <Override PartName="/ppt/diagrams/data3.xml" ContentType="application/vnd.openxmlformats-officedocument.drawingml.diagramData+xml"/>
  <Override PartName="/ppt/diagrams/colors5.xml" ContentType="application/vnd.openxmlformats-officedocument.drawingml.diagramColors+xml"/>
  <Override PartName="/ppt/slideMasters/slideMaster5.xml" ContentType="application/vnd.openxmlformats-officedocument.presentationml.slideMaster+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notesSlides/notesSlide4.xml" ContentType="application/vnd.openxmlformats-officedocument.presentationml.notesSlide+xml"/>
  <Override PartName="/ppt/diagrams/drawing4.xml" ContentType="application/vnd.ms-office.drawingml.diagramDrawing+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slideLayouts/slideLayout15.xml" ContentType="application/vnd.openxmlformats-officedocument.presentationml.slideLayout+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diagrams/layout3.xml" ContentType="application/vnd.openxmlformats-officedocument.drawingml.diagramLayout+xml"/>
  <Override PartName="/ppt/diagrams/data4.xml" ContentType="application/vnd.openxmlformats-officedocument.drawingml.diagramData+xml"/>
  <Override PartName="/ppt/notesSlides/notesSlide50.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notesSlides/notesSlide10.xml" ContentType="application/vnd.openxmlformats-officedocument.presentationml.notesSlide+xml"/>
  <Override PartName="/ppt/diagrams/colors6.xml" ContentType="application/vnd.openxmlformats-officedocument.drawingml.diagramColors+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diagrams/drawing5.xml" ContentType="application/vnd.ms-office.drawingml.diagramDrawing+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theme/theme4.xml" ContentType="application/vnd.openxmlformats-officedocument.theme+xml"/>
  <Override PartName="/ppt/notesSlides/notesSlide1.xml" ContentType="application/vnd.openxmlformats-officedocument.presentationml.notesSlide+xml"/>
  <Override PartName="/ppt/diagrams/colors2.xml" ContentType="application/vnd.openxmlformats-officedocument.drawingml.diagramColors+xml"/>
  <Override PartName="/ppt/diagrams/quickStyle5.xml" ContentType="application/vnd.openxmlformats-officedocument.drawingml.diagramStyl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diagrams/drawing1.xml" ContentType="application/vnd.ms-office.drawingml.diagramDrawing+xml"/>
  <Override PartName="/ppt/notesSlides/notesSlide48.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Layouts/slideLayout16.xml" ContentType="application/vnd.openxmlformats-officedocument.presentationml.slideLayout+xml"/>
  <Override PartName="/ppt/diagrams/quickStyle1.xml" ContentType="application/vnd.openxmlformats-officedocument.drawingml.diagramStyle+xml"/>
  <Override PartName="/ppt/notesSlides/notesSlide37.xml" ContentType="application/vnd.openxmlformats-officedocument.presentationml.notesSlide+xml"/>
  <Override PartName="/ppt/notesSlides/notesSlide55.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diagrams/layout4.xml" ContentType="application/vnd.openxmlformats-officedocument.drawingml.diagramLayout+xml"/>
  <Override PartName="/ppt/notesSlides/notesSlide51.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diagrams/data5.xml" ContentType="application/vnd.openxmlformats-officedocument.drawingml.diagramData+xml"/>
  <Override PartName="/ppt/slides/slide98.xml" ContentType="application/vnd.openxmlformats-officedocument.presentationml.slide+xml"/>
  <Override PartName="/ppt/notesSlides/notesSlide6.xml" ContentType="application/vnd.openxmlformats-officedocument.presentationml.notesSlide+xml"/>
  <Override PartName="/ppt/diagrams/drawing6.xml" ContentType="application/vnd.ms-office.drawingml.diagramDrawing+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diagrams/data1.xml" ContentType="application/vnd.openxmlformats-officedocument.drawingml.diagramData+xml"/>
  <Override PartName="/ppt/diagrams/colors3.xml" ContentType="application/vnd.openxmlformats-officedocument.drawingml.diagramColors+xml"/>
  <Override PartName="/ppt/diagrams/quickStyle6.xml" ContentType="application/vnd.openxmlformats-officedocument.drawingml.diagramStyle+xml"/>
  <Override PartName="/ppt/slides/slide29.xml" ContentType="application/vnd.openxmlformats-officedocument.presentationml.slide+xml"/>
  <Override PartName="/ppt/slides/slide76.xml" ContentType="application/vnd.openxmlformats-officedocument.presentationml.slide+xml"/>
  <Override PartName="/ppt/diagrams/drawing2.xml" ContentType="application/vnd.ms-office.drawingml.diagramDrawing+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diagrams/quickStyle2.xml" ContentType="application/vnd.openxmlformats-officedocument.drawingml.diagramStyl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notesSlides/notesSlide23.xml" ContentType="application/vnd.openxmlformats-officedocument.presentationml.notesSlide+xml"/>
  <Override PartName="/ppt/diagrams/layout5.xml" ContentType="application/vnd.openxmlformats-officedocument.drawingml.diagramLayout+xml"/>
  <Override PartName="/ppt/diagrams/data6.xml" ContentType="application/vnd.openxmlformats-officedocument.drawingml.diagramData+xml"/>
  <Override PartName="/docProps/custom.xml" ContentType="application/vnd.openxmlformats-officedocument.custom-properties+xml"/>
  <Override PartName="/ppt/notesSlides/notesSlide12.xml" ContentType="application/vnd.openxmlformats-officedocument.presentationml.notesSlide+xml"/>
  <Override PartName="/ppt/slideMasters/slideMaster4.xml" ContentType="application/vnd.openxmlformats-officedocument.presentationml.slideMaster+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theme/theme6.xml" ContentType="application/vnd.openxmlformats-officedocument.theme+xml"/>
  <Override PartName="/ppt/slides/slide48.xml" ContentType="application/vnd.openxmlformats-officedocument.presentationml.slide+xml"/>
  <Override PartName="/ppt/slides/slide95.xml" ContentType="application/vnd.openxmlformats-officedocument.presentationml.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 id="2147483768" r:id="rId2"/>
    <p:sldMasterId id="2147483772" r:id="rId3"/>
    <p:sldMasterId id="2147483775" r:id="rId4"/>
    <p:sldMasterId id="2147483778" r:id="rId5"/>
  </p:sldMasterIdLst>
  <p:notesMasterIdLst>
    <p:notesMasterId r:id="rId116"/>
  </p:notesMasterIdLst>
  <p:sldIdLst>
    <p:sldId id="369" r:id="rId6"/>
    <p:sldId id="370" r:id="rId7"/>
    <p:sldId id="256" r:id="rId8"/>
    <p:sldId id="257" r:id="rId9"/>
    <p:sldId id="266" r:id="rId10"/>
    <p:sldId id="276" r:id="rId11"/>
    <p:sldId id="277" r:id="rId12"/>
    <p:sldId id="278" r:id="rId13"/>
    <p:sldId id="260" r:id="rId14"/>
    <p:sldId id="261" r:id="rId15"/>
    <p:sldId id="262" r:id="rId16"/>
    <p:sldId id="263" r:id="rId17"/>
    <p:sldId id="264" r:id="rId18"/>
    <p:sldId id="265" r:id="rId19"/>
    <p:sldId id="270" r:id="rId20"/>
    <p:sldId id="271" r:id="rId21"/>
    <p:sldId id="272" r:id="rId22"/>
    <p:sldId id="273" r:id="rId23"/>
    <p:sldId id="274" r:id="rId24"/>
    <p:sldId id="275" r:id="rId25"/>
    <p:sldId id="280" r:id="rId26"/>
    <p:sldId id="279"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 id="368" r:id="rId115"/>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Full" cryptAlgorithmClass="hash" cryptAlgorithmType="typeAny" cryptAlgorithmSid="4" spinCount="100000" saltData="Iejj5SmwDuabN78orvcDdw==" hashData="AOGZ1f14t+vn4NY+UlizKr9rdKA="/>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autoAdjust="0"/>
    <p:restoredTop sz="94632" autoAdjust="0"/>
  </p:normalViewPr>
  <p:slideViewPr>
    <p:cSldViewPr>
      <p:cViewPr varScale="1">
        <p:scale>
          <a:sx n="96" d="100"/>
          <a:sy n="96" d="100"/>
        </p:scale>
        <p:origin x="-142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presProps" Target="presProps.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slide" Target="slides/slide69.xml"/><Relationship Id="rId79" Type="http://schemas.openxmlformats.org/officeDocument/2006/relationships/slide" Target="slides/slide74.xml"/><Relationship Id="rId87" Type="http://schemas.openxmlformats.org/officeDocument/2006/relationships/slide" Target="slides/slide82.xml"/><Relationship Id="rId102" Type="http://schemas.openxmlformats.org/officeDocument/2006/relationships/slide" Target="slides/slide97.xml"/><Relationship Id="rId110" Type="http://schemas.openxmlformats.org/officeDocument/2006/relationships/slide" Target="slides/slide105.xml"/><Relationship Id="rId115" Type="http://schemas.openxmlformats.org/officeDocument/2006/relationships/slide" Target="slides/slide110.xml"/><Relationship Id="rId5" Type="http://schemas.openxmlformats.org/officeDocument/2006/relationships/slideMaster" Target="slideMasters/slideMaster5.xml"/><Relationship Id="rId61" Type="http://schemas.openxmlformats.org/officeDocument/2006/relationships/slide" Target="slides/slide56.xml"/><Relationship Id="rId82" Type="http://schemas.openxmlformats.org/officeDocument/2006/relationships/slide" Target="slides/slide77.xml"/><Relationship Id="rId90" Type="http://schemas.openxmlformats.org/officeDocument/2006/relationships/slide" Target="slides/slide85.xml"/><Relationship Id="rId95" Type="http://schemas.openxmlformats.org/officeDocument/2006/relationships/slide" Target="slides/slide90.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13" Type="http://schemas.openxmlformats.org/officeDocument/2006/relationships/slide" Target="slides/slide108.xml"/><Relationship Id="rId118"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103" Type="http://schemas.openxmlformats.org/officeDocument/2006/relationships/slide" Target="slides/slide98.xml"/><Relationship Id="rId108" Type="http://schemas.openxmlformats.org/officeDocument/2006/relationships/slide" Target="slides/slide103.xml"/><Relationship Id="rId116"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slide" Target="slides/slide91.xml"/><Relationship Id="rId111" Type="http://schemas.openxmlformats.org/officeDocument/2006/relationships/slide" Target="slides/slide106.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slide" Target="slides/slide101.xml"/><Relationship Id="rId114" Type="http://schemas.openxmlformats.org/officeDocument/2006/relationships/slide" Target="slides/slide109.xml"/><Relationship Id="rId119" Type="http://schemas.openxmlformats.org/officeDocument/2006/relationships/theme" Target="theme/theme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tableStyles" Target="tableStyles.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s>
</file>

<file path=ppt/diagrams/_rels/data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7.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7.jpe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EA5FBA-0CD4-45F7-95E6-053E51DC00F1}" type="doc">
      <dgm:prSet loTypeId="urn:microsoft.com/office/officeart/2005/8/layout/hList1#1" loCatId="process" qsTypeId="urn:microsoft.com/office/officeart/2005/8/quickstyle/simple2#6" qsCatId="simple" csTypeId="urn:microsoft.com/office/officeart/2005/8/colors/accent3_2" csCatId="accent3" phldr="1"/>
      <dgm:spPr/>
      <dgm:t>
        <a:bodyPr/>
        <a:lstStyle/>
        <a:p>
          <a:endParaRPr lang="en-US"/>
        </a:p>
      </dgm:t>
    </dgm:pt>
    <dgm:pt modelId="{E7E33610-67D5-41DD-9313-FBFE706D6111}">
      <dgm:prSet phldrT="[Text]"/>
      <dgm:spPr/>
      <dgm:t>
        <a:bodyPr/>
        <a:lstStyle/>
        <a:p>
          <a:r>
            <a:rPr lang="en-US" dirty="0" smtClean="0">
              <a:effectLst/>
            </a:rPr>
            <a:t>Single</a:t>
          </a:r>
          <a:endParaRPr lang="en-US" dirty="0">
            <a:effectLst/>
          </a:endParaRPr>
        </a:p>
      </dgm:t>
    </dgm:pt>
    <dgm:pt modelId="{CD36C793-D286-4CA9-9952-56105E30AD4D}" type="parTrans" cxnId="{F47A6802-6338-4F7D-B176-F2AB659E7DAF}">
      <dgm:prSet/>
      <dgm:spPr/>
      <dgm:t>
        <a:bodyPr/>
        <a:lstStyle/>
        <a:p>
          <a:endParaRPr lang="en-US"/>
        </a:p>
      </dgm:t>
    </dgm:pt>
    <dgm:pt modelId="{4E4985B2-F539-4398-BF21-04A323AFCDC1}" type="sibTrans" cxnId="{F47A6802-6338-4F7D-B176-F2AB659E7DAF}">
      <dgm:prSet/>
      <dgm:spPr/>
      <dgm:t>
        <a:bodyPr/>
        <a:lstStyle/>
        <a:p>
          <a:endParaRPr lang="en-US"/>
        </a:p>
      </dgm:t>
    </dgm:pt>
    <dgm:pt modelId="{17B5C78D-FDE8-4E2E-A34B-9678666B92AA}">
      <dgm:prSet phldrT="[Text]"/>
      <dgm:spPr/>
      <dgm:t>
        <a:bodyPr/>
        <a:lstStyle/>
        <a:p>
          <a:endParaRPr lang="en-US" dirty="0">
            <a:effectLst/>
          </a:endParaRPr>
        </a:p>
      </dgm:t>
    </dgm:pt>
    <dgm:pt modelId="{11B76C51-61F1-4AD5-BC03-CFD4CEFF920B}" type="parTrans" cxnId="{2827A1A1-2350-4419-ACDE-A2D72B2384F2}">
      <dgm:prSet/>
      <dgm:spPr/>
      <dgm:t>
        <a:bodyPr/>
        <a:lstStyle/>
        <a:p>
          <a:endParaRPr lang="en-US"/>
        </a:p>
      </dgm:t>
    </dgm:pt>
    <dgm:pt modelId="{7EC28E33-DD03-4323-83E6-285A61FF7C69}" type="sibTrans" cxnId="{2827A1A1-2350-4419-ACDE-A2D72B2384F2}">
      <dgm:prSet/>
      <dgm:spPr/>
      <dgm:t>
        <a:bodyPr/>
        <a:lstStyle/>
        <a:p>
          <a:endParaRPr lang="en-US"/>
        </a:p>
      </dgm:t>
    </dgm:pt>
    <dgm:pt modelId="{E12B7344-A2AB-43E9-89E5-DF89600D168C}">
      <dgm:prSet phldrT="[Text]"/>
      <dgm:spPr/>
      <dgm:t>
        <a:bodyPr/>
        <a:lstStyle/>
        <a:p>
          <a:r>
            <a:rPr lang="en-US" dirty="0" smtClean="0">
              <a:effectLst/>
            </a:rPr>
            <a:t>Married</a:t>
          </a:r>
          <a:endParaRPr lang="en-US" dirty="0">
            <a:effectLst/>
          </a:endParaRPr>
        </a:p>
      </dgm:t>
    </dgm:pt>
    <dgm:pt modelId="{B114A281-9381-45E6-9140-F39961E82F26}" type="parTrans" cxnId="{72A81718-9579-43BB-985E-EEC7A2636048}">
      <dgm:prSet/>
      <dgm:spPr/>
      <dgm:t>
        <a:bodyPr/>
        <a:lstStyle/>
        <a:p>
          <a:endParaRPr lang="en-US"/>
        </a:p>
      </dgm:t>
    </dgm:pt>
    <dgm:pt modelId="{ECA96E21-C78E-4A57-BAA9-42DFC345ABC7}" type="sibTrans" cxnId="{72A81718-9579-43BB-985E-EEC7A2636048}">
      <dgm:prSet/>
      <dgm:spPr/>
      <dgm:t>
        <a:bodyPr/>
        <a:lstStyle/>
        <a:p>
          <a:endParaRPr lang="en-US"/>
        </a:p>
      </dgm:t>
    </dgm:pt>
    <dgm:pt modelId="{56C89948-6A0C-40D1-B51C-9E453E0CE227}">
      <dgm:prSet phldrT="[Text]"/>
      <dgm:spPr/>
      <dgm:t>
        <a:bodyPr/>
        <a:lstStyle/>
        <a:p>
          <a:endParaRPr lang="en-US" dirty="0">
            <a:effectLst/>
          </a:endParaRPr>
        </a:p>
      </dgm:t>
    </dgm:pt>
    <dgm:pt modelId="{DBE817C7-B505-4B36-99B0-C712F3B07AEC}" type="sibTrans" cxnId="{C33704FE-93E2-4602-816E-BC1FF3BA9E2C}">
      <dgm:prSet/>
      <dgm:spPr/>
      <dgm:t>
        <a:bodyPr/>
        <a:lstStyle/>
        <a:p>
          <a:endParaRPr lang="en-US"/>
        </a:p>
      </dgm:t>
    </dgm:pt>
    <dgm:pt modelId="{2FBF7738-1EE3-467E-8882-2724CEE3F822}" type="parTrans" cxnId="{C33704FE-93E2-4602-816E-BC1FF3BA9E2C}">
      <dgm:prSet/>
      <dgm:spPr/>
      <dgm:t>
        <a:bodyPr/>
        <a:lstStyle/>
        <a:p>
          <a:endParaRPr lang="en-US"/>
        </a:p>
      </dgm:t>
    </dgm:pt>
    <dgm:pt modelId="{DBE5C067-18CC-4A05-8A13-5B083BE8DB8E}">
      <dgm:prSet phldrT="[Text]"/>
      <dgm:spPr/>
      <dgm:t>
        <a:bodyPr/>
        <a:lstStyle/>
        <a:p>
          <a:endParaRPr lang="en-US" dirty="0">
            <a:effectLst/>
          </a:endParaRPr>
        </a:p>
      </dgm:t>
    </dgm:pt>
    <dgm:pt modelId="{F36E2B46-95BC-4FC7-9EB9-26D51055B7BF}" type="sibTrans" cxnId="{300515BD-1308-45D5-816B-D0666D02CDD1}">
      <dgm:prSet/>
      <dgm:spPr/>
      <dgm:t>
        <a:bodyPr/>
        <a:lstStyle/>
        <a:p>
          <a:endParaRPr lang="en-US"/>
        </a:p>
      </dgm:t>
    </dgm:pt>
    <dgm:pt modelId="{59533984-5AC8-4E30-BB02-2D346D6689BF}" type="parTrans" cxnId="{300515BD-1308-45D5-816B-D0666D02CDD1}">
      <dgm:prSet/>
      <dgm:spPr/>
      <dgm:t>
        <a:bodyPr/>
        <a:lstStyle/>
        <a:p>
          <a:endParaRPr lang="en-US"/>
        </a:p>
      </dgm:t>
    </dgm:pt>
    <dgm:pt modelId="{3C0D6D7D-3A47-4555-9104-90BEECB39EA6}">
      <dgm:prSet phldrT="[Text]"/>
      <dgm:spPr/>
      <dgm:t>
        <a:bodyPr/>
        <a:lstStyle/>
        <a:p>
          <a:endParaRPr lang="en-US" dirty="0">
            <a:effectLst/>
          </a:endParaRPr>
        </a:p>
      </dgm:t>
    </dgm:pt>
    <dgm:pt modelId="{3640DC5C-28EE-46A6-8382-866BC9DE4B30}" type="sibTrans" cxnId="{41AF2285-2452-4AAE-810E-6601D05BF411}">
      <dgm:prSet/>
      <dgm:spPr/>
      <dgm:t>
        <a:bodyPr/>
        <a:lstStyle/>
        <a:p>
          <a:endParaRPr lang="en-US"/>
        </a:p>
      </dgm:t>
    </dgm:pt>
    <dgm:pt modelId="{B567551D-4261-4F84-AFFF-5A4533632872}" type="parTrans" cxnId="{41AF2285-2452-4AAE-810E-6601D05BF411}">
      <dgm:prSet/>
      <dgm:spPr/>
      <dgm:t>
        <a:bodyPr/>
        <a:lstStyle/>
        <a:p>
          <a:endParaRPr lang="en-US"/>
        </a:p>
      </dgm:t>
    </dgm:pt>
    <dgm:pt modelId="{0030C8E6-E320-4102-B245-BFF37710A608}" type="pres">
      <dgm:prSet presAssocID="{79EA5FBA-0CD4-45F7-95E6-053E51DC00F1}" presName="Name0" presStyleCnt="0">
        <dgm:presLayoutVars>
          <dgm:dir/>
        </dgm:presLayoutVars>
      </dgm:prSet>
      <dgm:spPr/>
      <dgm:t>
        <a:bodyPr/>
        <a:lstStyle/>
        <a:p>
          <a:endParaRPr lang="en-US"/>
        </a:p>
      </dgm:t>
    </dgm:pt>
    <dgm:pt modelId="{BEE4862B-5132-4750-A7BE-F0697F0EC5EF}" type="pres">
      <dgm:prSet presAssocID="{E7E33610-67D5-41DD-9313-FBFE706D6111}" presName="vertFlow" presStyleCnt="0"/>
      <dgm:spPr/>
    </dgm:pt>
    <dgm:pt modelId="{B5B365FC-1166-487E-94DA-1436639AACE6}" type="pres">
      <dgm:prSet presAssocID="{E7E33610-67D5-41DD-9313-FBFE706D6111}" presName="header" presStyleLbl="node1" presStyleIdx="0" presStyleCnt="2">
        <dgm:presLayoutVars>
          <dgm:chMax val="0"/>
          <dgm:chPref val="0"/>
          <dgm:bulletEnabled val="1"/>
        </dgm:presLayoutVars>
      </dgm:prSet>
      <dgm:spPr/>
      <dgm:t>
        <a:bodyPr/>
        <a:lstStyle/>
        <a:p>
          <a:endParaRPr lang="en-US"/>
        </a:p>
      </dgm:t>
    </dgm:pt>
    <dgm:pt modelId="{2B481571-BC55-4AF7-8D2E-259FFF397CBA}" type="pres">
      <dgm:prSet presAssocID="{E7E33610-67D5-41DD-9313-FBFE706D6111}" presName="child" presStyleLbl="alignAccFollowNode1" presStyleIdx="0" presStyleCnt="2">
        <dgm:presLayoutVars>
          <dgm:chPref val="0"/>
          <dgm:bulletEnabled val="1"/>
        </dgm:presLayoutVars>
      </dgm:prSet>
      <dgm:spPr/>
      <dgm:t>
        <a:bodyPr/>
        <a:lstStyle/>
        <a:p>
          <a:endParaRPr lang="en-US"/>
        </a:p>
      </dgm:t>
    </dgm:pt>
    <dgm:pt modelId="{F96B1E40-EE11-4CC8-B3FD-1FBCD5F94125}" type="pres">
      <dgm:prSet presAssocID="{E7E33610-67D5-41DD-9313-FBFE706D6111}" presName="hSp" presStyleCnt="0"/>
      <dgm:spPr/>
    </dgm:pt>
    <dgm:pt modelId="{93677306-6E5D-4041-87CC-6F37D6858C82}" type="pres">
      <dgm:prSet presAssocID="{E12B7344-A2AB-43E9-89E5-DF89600D168C}" presName="vertFlow" presStyleCnt="0"/>
      <dgm:spPr/>
    </dgm:pt>
    <dgm:pt modelId="{2746C005-0552-405D-AFCF-F82F8762A9DA}" type="pres">
      <dgm:prSet presAssocID="{E12B7344-A2AB-43E9-89E5-DF89600D168C}" presName="header" presStyleLbl="node1" presStyleIdx="1" presStyleCnt="2">
        <dgm:presLayoutVars>
          <dgm:chMax val="0"/>
          <dgm:chPref val="0"/>
          <dgm:bulletEnabled val="1"/>
        </dgm:presLayoutVars>
      </dgm:prSet>
      <dgm:spPr/>
      <dgm:t>
        <a:bodyPr/>
        <a:lstStyle/>
        <a:p>
          <a:endParaRPr lang="en-US"/>
        </a:p>
      </dgm:t>
    </dgm:pt>
    <dgm:pt modelId="{04269632-F9A2-483A-8C2B-A47CE316A641}" type="pres">
      <dgm:prSet presAssocID="{E12B7344-A2AB-43E9-89E5-DF89600D168C}" presName="child" presStyleLbl="alignAccFollowNode1" presStyleIdx="1" presStyleCnt="2">
        <dgm:presLayoutVars>
          <dgm:chPref val="0"/>
          <dgm:bulletEnabled val="1"/>
        </dgm:presLayoutVars>
      </dgm:prSet>
      <dgm:spPr/>
      <dgm:t>
        <a:bodyPr/>
        <a:lstStyle/>
        <a:p>
          <a:endParaRPr lang="en-US"/>
        </a:p>
      </dgm:t>
    </dgm:pt>
  </dgm:ptLst>
  <dgm:cxnLst>
    <dgm:cxn modelId="{C33704FE-93E2-4602-816E-BC1FF3BA9E2C}" srcId="{E12B7344-A2AB-43E9-89E5-DF89600D168C}" destId="{56C89948-6A0C-40D1-B51C-9E453E0CE227}" srcOrd="2" destOrd="0" parTransId="{2FBF7738-1EE3-467E-8882-2724CEE3F822}" sibTransId="{DBE817C7-B505-4B36-99B0-C712F3B07AEC}"/>
    <dgm:cxn modelId="{41AF2285-2452-4AAE-810E-6601D05BF411}" srcId="{E12B7344-A2AB-43E9-89E5-DF89600D168C}" destId="{3C0D6D7D-3A47-4555-9104-90BEECB39EA6}" srcOrd="0" destOrd="0" parTransId="{B567551D-4261-4F84-AFFF-5A4533632872}" sibTransId="{3640DC5C-28EE-46A6-8382-866BC9DE4B30}"/>
    <dgm:cxn modelId="{AE592E71-2E0F-41CA-A666-7D630D7E51C2}" type="presOf" srcId="{E12B7344-A2AB-43E9-89E5-DF89600D168C}" destId="{2746C005-0552-405D-AFCF-F82F8762A9DA}" srcOrd="0" destOrd="0" presId="urn:microsoft.com/office/officeart/2005/8/layout/hList1#1"/>
    <dgm:cxn modelId="{FA7C763D-7B58-415F-AD79-9ADCA31412B5}" type="presOf" srcId="{E7E33610-67D5-41DD-9313-FBFE706D6111}" destId="{B5B365FC-1166-487E-94DA-1436639AACE6}" srcOrd="0" destOrd="0" presId="urn:microsoft.com/office/officeart/2005/8/layout/hList1#1"/>
    <dgm:cxn modelId="{7361DB96-89E9-483C-9083-698BD84FE9EB}" type="presOf" srcId="{79EA5FBA-0CD4-45F7-95E6-053E51DC00F1}" destId="{0030C8E6-E320-4102-B245-BFF37710A608}" srcOrd="0" destOrd="0" presId="urn:microsoft.com/office/officeart/2005/8/layout/hList1#1"/>
    <dgm:cxn modelId="{2827A1A1-2350-4419-ACDE-A2D72B2384F2}" srcId="{E7E33610-67D5-41DD-9313-FBFE706D6111}" destId="{17B5C78D-FDE8-4E2E-A34B-9678666B92AA}" srcOrd="0" destOrd="0" parTransId="{11B76C51-61F1-4AD5-BC03-CFD4CEFF920B}" sibTransId="{7EC28E33-DD03-4323-83E6-285A61FF7C69}"/>
    <dgm:cxn modelId="{300515BD-1308-45D5-816B-D0666D02CDD1}" srcId="{E12B7344-A2AB-43E9-89E5-DF89600D168C}" destId="{DBE5C067-18CC-4A05-8A13-5B083BE8DB8E}" srcOrd="1" destOrd="0" parTransId="{59533984-5AC8-4E30-BB02-2D346D6689BF}" sibTransId="{F36E2B46-95BC-4FC7-9EB9-26D51055B7BF}"/>
    <dgm:cxn modelId="{6DB80343-6DA1-468E-A3AE-27FC14BBC590}" type="presOf" srcId="{3C0D6D7D-3A47-4555-9104-90BEECB39EA6}" destId="{04269632-F9A2-483A-8C2B-A47CE316A641}" srcOrd="0" destOrd="0" presId="urn:microsoft.com/office/officeart/2005/8/layout/hList1#1"/>
    <dgm:cxn modelId="{D9EA9A71-F667-4429-B5C1-95B0B0513D23}" type="presOf" srcId="{17B5C78D-FDE8-4E2E-A34B-9678666B92AA}" destId="{2B481571-BC55-4AF7-8D2E-259FFF397CBA}" srcOrd="0" destOrd="0" presId="urn:microsoft.com/office/officeart/2005/8/layout/hList1#1"/>
    <dgm:cxn modelId="{0220D6F6-CF04-478E-BDB8-61A470EF3F3B}" type="presOf" srcId="{DBE5C067-18CC-4A05-8A13-5B083BE8DB8E}" destId="{04269632-F9A2-483A-8C2B-A47CE316A641}" srcOrd="0" destOrd="1" presId="urn:microsoft.com/office/officeart/2005/8/layout/hList1#1"/>
    <dgm:cxn modelId="{E463DD07-D957-460E-B9D9-53262257835F}" type="presOf" srcId="{56C89948-6A0C-40D1-B51C-9E453E0CE227}" destId="{04269632-F9A2-483A-8C2B-A47CE316A641}" srcOrd="0" destOrd="2" presId="urn:microsoft.com/office/officeart/2005/8/layout/hList1#1"/>
    <dgm:cxn modelId="{72A81718-9579-43BB-985E-EEC7A2636048}" srcId="{79EA5FBA-0CD4-45F7-95E6-053E51DC00F1}" destId="{E12B7344-A2AB-43E9-89E5-DF89600D168C}" srcOrd="1" destOrd="0" parTransId="{B114A281-9381-45E6-9140-F39961E82F26}" sibTransId="{ECA96E21-C78E-4A57-BAA9-42DFC345ABC7}"/>
    <dgm:cxn modelId="{F47A6802-6338-4F7D-B176-F2AB659E7DAF}" srcId="{79EA5FBA-0CD4-45F7-95E6-053E51DC00F1}" destId="{E7E33610-67D5-41DD-9313-FBFE706D6111}" srcOrd="0" destOrd="0" parTransId="{CD36C793-D286-4CA9-9952-56105E30AD4D}" sibTransId="{4E4985B2-F539-4398-BF21-04A323AFCDC1}"/>
    <dgm:cxn modelId="{B8F13F57-1418-46D8-9D3F-F26FC6983BD7}" type="presParOf" srcId="{0030C8E6-E320-4102-B245-BFF37710A608}" destId="{BEE4862B-5132-4750-A7BE-F0697F0EC5EF}" srcOrd="0" destOrd="0" presId="urn:microsoft.com/office/officeart/2005/8/layout/hList1#1"/>
    <dgm:cxn modelId="{A458CB8D-50A2-491C-9B6A-DA4BFEB458F1}" type="presParOf" srcId="{BEE4862B-5132-4750-A7BE-F0697F0EC5EF}" destId="{B5B365FC-1166-487E-94DA-1436639AACE6}" srcOrd="0" destOrd="0" presId="urn:microsoft.com/office/officeart/2005/8/layout/hList1#1"/>
    <dgm:cxn modelId="{3C743636-4ABB-4916-91FF-7434AEF05F7A}" type="presParOf" srcId="{BEE4862B-5132-4750-A7BE-F0697F0EC5EF}" destId="{2B481571-BC55-4AF7-8D2E-259FFF397CBA}" srcOrd="1" destOrd="0" presId="urn:microsoft.com/office/officeart/2005/8/layout/hList1#1"/>
    <dgm:cxn modelId="{D10D7FA1-BCE1-4EFD-99A4-0D1638B3EB64}" type="presParOf" srcId="{0030C8E6-E320-4102-B245-BFF37710A608}" destId="{F96B1E40-EE11-4CC8-B3FD-1FBCD5F94125}" srcOrd="1" destOrd="0" presId="urn:microsoft.com/office/officeart/2005/8/layout/hList1#1"/>
    <dgm:cxn modelId="{1D8D69F3-F90F-41AA-B2F2-EFCAF641F930}" type="presParOf" srcId="{0030C8E6-E320-4102-B245-BFF37710A608}" destId="{93677306-6E5D-4041-87CC-6F37D6858C82}" srcOrd="2" destOrd="0" presId="urn:microsoft.com/office/officeart/2005/8/layout/hList1#1"/>
    <dgm:cxn modelId="{F6A338C1-4AA2-4798-83A2-6311A16A74E1}" type="presParOf" srcId="{93677306-6E5D-4041-87CC-6F37D6858C82}" destId="{2746C005-0552-405D-AFCF-F82F8762A9DA}" srcOrd="0" destOrd="0" presId="urn:microsoft.com/office/officeart/2005/8/layout/hList1#1"/>
    <dgm:cxn modelId="{863DD3D7-1CCB-4B05-A265-7EEF5B52531B}" type="presParOf" srcId="{93677306-6E5D-4041-87CC-6F37D6858C82}" destId="{04269632-F9A2-483A-8C2B-A47CE316A641}" srcOrd="1" destOrd="0" presId="urn:microsoft.com/office/officeart/2005/8/layout/hList1#1"/>
  </dgm:cxnLst>
  <dgm:bg>
    <a:noFill/>
  </dgm:bg>
  <dgm:whole/>
  <dgm:extLst>
    <a:ext uri="http://schemas.microsoft.com/office/drawing/2008/diagram">
      <dsp:dataModelExt xmlns:dsp="http://schemas.microsoft.com/office/drawing/2008/diagram" xmlns=""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FEA9D7E-85B1-45DB-91C0-70429744D23C}" type="doc">
      <dgm:prSet loTypeId="urn:microsoft.com/office/officeart/2005/8/layout/vList3#2" loCatId="process" qsTypeId="urn:microsoft.com/office/officeart/2005/8/quickstyle/simple2#8" qsCatId="simple" csTypeId="urn:microsoft.com/office/officeart/2005/8/colors/accent3_5" csCatId="accent3" phldr="1"/>
      <dgm:spPr/>
      <dgm:t>
        <a:bodyPr/>
        <a:lstStyle/>
        <a:p>
          <a:endParaRPr lang="en-US"/>
        </a:p>
      </dgm:t>
    </dgm:pt>
    <dgm:pt modelId="{6E97D948-07D9-44D4-ADBF-AB60D0B5E9CA}">
      <dgm:prSet phldrT="[Text]" custT="1"/>
      <dgm:spPr/>
      <dgm:t>
        <a:bodyPr/>
        <a:lstStyle/>
        <a:p>
          <a:pPr algn="l"/>
          <a:r>
            <a:rPr lang="en-US" sz="2800" dirty="0" smtClean="0">
              <a:effectLst>
                <a:outerShdw blurRad="50800" dist="50800" dir="2700000" algn="tl" rotWithShape="0">
                  <a:srgbClr val="000000">
                    <a:alpha val="43137"/>
                  </a:srgbClr>
                </a:outerShdw>
              </a:effectLst>
            </a:rPr>
            <a:t>Must have LEP exceeding 5% of wages at the time of injury.</a:t>
          </a:r>
          <a:endParaRPr lang="en-US" sz="2800" dirty="0">
            <a:effectLst>
              <a:outerShdw blurRad="50800" dist="50800" dir="2700000" algn="tl" rotWithShape="0">
                <a:srgbClr val="000000">
                  <a:alpha val="43137"/>
                </a:srgbClr>
              </a:outerShdw>
            </a:effectLst>
          </a:endParaRPr>
        </a:p>
      </dgm:t>
    </dgm:pt>
    <dgm:pt modelId="{C27A3327-E609-4BC6-9B43-AC685AA9C5F2}" type="parTrans" cxnId="{3A6FDD47-935B-4F30-8BFF-2012FA92E829}">
      <dgm:prSet/>
      <dgm:spPr/>
      <dgm:t>
        <a:bodyPr/>
        <a:lstStyle/>
        <a:p>
          <a:endParaRPr lang="en-US"/>
        </a:p>
      </dgm:t>
    </dgm:pt>
    <dgm:pt modelId="{C6545898-D05F-44EF-8128-C518A2B53EEF}" type="sibTrans" cxnId="{3A6FDD47-935B-4F30-8BFF-2012FA92E829}">
      <dgm:prSet/>
      <dgm:spPr/>
      <dgm:t>
        <a:bodyPr/>
        <a:lstStyle/>
        <a:p>
          <a:endParaRPr lang="en-US"/>
        </a:p>
      </dgm:t>
    </dgm:pt>
    <dgm:pt modelId="{A54CFAA4-E94C-4DA4-96FB-B0BDE19FFBE8}">
      <dgm:prSet phldrT="[Text]" custT="1"/>
      <dgm:spPr/>
      <dgm:t>
        <a:bodyPr/>
        <a:lstStyle/>
        <a:p>
          <a:pPr algn="l"/>
          <a:r>
            <a:rPr lang="en-US" sz="2200" dirty="0" smtClean="0">
              <a:effectLst>
                <a:outerShdw blurRad="50800" dist="50800" dir="2700000" algn="tl" rotWithShape="0">
                  <a:srgbClr val="000000">
                    <a:alpha val="43137"/>
                  </a:srgbClr>
                </a:outerShdw>
              </a:effectLst>
            </a:rPr>
            <a:t>Must have medical certification indicating the worker’s LEP is due to the industrial injury or O.D.</a:t>
          </a:r>
          <a:endParaRPr lang="en-US" sz="2200" dirty="0">
            <a:effectLst>
              <a:outerShdw blurRad="50800" dist="50800" dir="2700000" algn="tl" rotWithShape="0">
                <a:srgbClr val="000000">
                  <a:alpha val="43137"/>
                </a:srgbClr>
              </a:outerShdw>
            </a:effectLst>
          </a:endParaRPr>
        </a:p>
      </dgm:t>
    </dgm:pt>
    <dgm:pt modelId="{FFB9F184-7F1D-45F2-BAE6-0089D652CFD4}" type="parTrans" cxnId="{CE91270E-1886-4821-AC83-400C7D163024}">
      <dgm:prSet/>
      <dgm:spPr/>
      <dgm:t>
        <a:bodyPr/>
        <a:lstStyle/>
        <a:p>
          <a:endParaRPr lang="en-US"/>
        </a:p>
      </dgm:t>
    </dgm:pt>
    <dgm:pt modelId="{B458CE11-1C90-49AD-B398-6BA7E5BEDA4C}" type="sibTrans" cxnId="{CE91270E-1886-4821-AC83-400C7D163024}">
      <dgm:prSet/>
      <dgm:spPr/>
      <dgm:t>
        <a:bodyPr/>
        <a:lstStyle/>
        <a:p>
          <a:endParaRPr lang="en-US"/>
        </a:p>
      </dgm:t>
    </dgm:pt>
    <dgm:pt modelId="{5ED80EEF-4FA3-44B9-8108-A3D73BAB84B4}">
      <dgm:prSet phldrT="[Text]" custT="1"/>
      <dgm:spPr/>
      <dgm:t>
        <a:bodyPr/>
        <a:lstStyle/>
        <a:p>
          <a:pPr algn="l"/>
          <a:r>
            <a:rPr lang="en-US" sz="2400" dirty="0" smtClean="0">
              <a:effectLst>
                <a:outerShdw blurRad="50800" dist="50800" dir="2700000" algn="tl" rotWithShape="0">
                  <a:srgbClr val="000000">
                    <a:alpha val="43137"/>
                  </a:srgbClr>
                </a:outerShdw>
              </a:effectLst>
            </a:rPr>
            <a:t>Must be working at any employment for income, salary, wages, or commission.</a:t>
          </a:r>
          <a:endParaRPr lang="en-US" sz="2400" dirty="0">
            <a:effectLst>
              <a:outerShdw blurRad="50800" dist="50800" dir="2700000" algn="tl" rotWithShape="0">
                <a:srgbClr val="000000">
                  <a:alpha val="43137"/>
                </a:srgbClr>
              </a:outerShdw>
            </a:effectLst>
          </a:endParaRPr>
        </a:p>
      </dgm:t>
    </dgm:pt>
    <dgm:pt modelId="{1086319B-958D-4D7F-93C9-61A678BF2FA8}" type="parTrans" cxnId="{A192E070-497C-4FCB-851E-20C2E1872DE5}">
      <dgm:prSet/>
      <dgm:spPr/>
      <dgm:t>
        <a:bodyPr/>
        <a:lstStyle/>
        <a:p>
          <a:endParaRPr lang="en-US"/>
        </a:p>
      </dgm:t>
    </dgm:pt>
    <dgm:pt modelId="{07E0336E-255C-40F4-8FF6-6B6337F050C7}" type="sibTrans" cxnId="{A192E070-497C-4FCB-851E-20C2E1872DE5}">
      <dgm:prSet/>
      <dgm:spPr/>
      <dgm:t>
        <a:bodyPr/>
        <a:lstStyle/>
        <a:p>
          <a:endParaRPr lang="en-US"/>
        </a:p>
      </dgm:t>
    </dgm:pt>
    <dgm:pt modelId="{7799DC94-3F37-442F-B173-155D709E4B16}" type="pres">
      <dgm:prSet presAssocID="{6FEA9D7E-85B1-45DB-91C0-70429744D23C}" presName="Name0" presStyleCnt="0">
        <dgm:presLayoutVars>
          <dgm:dir/>
        </dgm:presLayoutVars>
      </dgm:prSet>
      <dgm:spPr/>
      <dgm:t>
        <a:bodyPr/>
        <a:lstStyle/>
        <a:p>
          <a:endParaRPr lang="en-US"/>
        </a:p>
      </dgm:t>
    </dgm:pt>
    <dgm:pt modelId="{BC3B736C-D2AA-4101-9ECE-6232DE6E00E1}" type="pres">
      <dgm:prSet presAssocID="{6E97D948-07D9-44D4-ADBF-AB60D0B5E9CA}" presName="composite" presStyleCnt="0"/>
      <dgm:spPr/>
    </dgm:pt>
    <dgm:pt modelId="{85FC09C1-F5A8-48CE-A79A-7DF7DA8A91CC}" type="pres">
      <dgm:prSet presAssocID="{6E97D948-07D9-44D4-ADBF-AB60D0B5E9CA}" presName="imgShp" presStyleLbl="fgImgPlace1" presStyleIdx="0" presStyleCnt="3" custLinFactNeighborX="212" custLinFactNeighborY="-136"/>
      <dgm:spPr>
        <a:blipFill rotWithShape="0">
          <a:blip xmlns:r="http://schemas.openxmlformats.org/officeDocument/2006/relationships" r:embed="rId1"/>
          <a:stretch>
            <a:fillRect/>
          </a:stretch>
        </a:blipFill>
      </dgm:spPr>
      <dgm:t>
        <a:bodyPr/>
        <a:lstStyle/>
        <a:p>
          <a:endParaRPr lang="en-US"/>
        </a:p>
      </dgm:t>
    </dgm:pt>
    <dgm:pt modelId="{EA31B26A-DE4D-47F0-A1D9-A0BB98B2C43D}" type="pres">
      <dgm:prSet presAssocID="{6E97D948-07D9-44D4-ADBF-AB60D0B5E9CA}" presName="txShp" presStyleLbl="node1" presStyleIdx="0" presStyleCnt="3">
        <dgm:presLayoutVars>
          <dgm:bulletEnabled val="1"/>
        </dgm:presLayoutVars>
      </dgm:prSet>
      <dgm:spPr/>
      <dgm:t>
        <a:bodyPr/>
        <a:lstStyle/>
        <a:p>
          <a:endParaRPr lang="en-US"/>
        </a:p>
      </dgm:t>
    </dgm:pt>
    <dgm:pt modelId="{1F91F140-1017-44A5-AE1A-F554E8805CFA}" type="pres">
      <dgm:prSet presAssocID="{C6545898-D05F-44EF-8128-C518A2B53EEF}" presName="spacing" presStyleCnt="0"/>
      <dgm:spPr/>
    </dgm:pt>
    <dgm:pt modelId="{23F874D7-16C5-4EEA-8E16-79C735B4E4E1}" type="pres">
      <dgm:prSet presAssocID="{A54CFAA4-E94C-4DA4-96FB-B0BDE19FFBE8}" presName="composite" presStyleCnt="0"/>
      <dgm:spPr/>
    </dgm:pt>
    <dgm:pt modelId="{0CC77CC7-06E1-4509-BCB8-967BBC24F776}" type="pres">
      <dgm:prSet presAssocID="{A54CFAA4-E94C-4DA4-96FB-B0BDE19FFBE8}" presName="imgShp" presStyleLbl="fgImgPlace1" presStyleIdx="1" presStyleCnt="3"/>
      <dgm:spPr>
        <a:blipFill rotWithShape="0">
          <a:blip xmlns:r="http://schemas.openxmlformats.org/officeDocument/2006/relationships" r:embed="rId2"/>
          <a:stretch>
            <a:fillRect/>
          </a:stretch>
        </a:blipFill>
      </dgm:spPr>
      <dgm:t>
        <a:bodyPr/>
        <a:lstStyle/>
        <a:p>
          <a:endParaRPr lang="en-US"/>
        </a:p>
      </dgm:t>
    </dgm:pt>
    <dgm:pt modelId="{623F5DBF-5DAC-4039-9A1C-4D0F8261FCBB}" type="pres">
      <dgm:prSet presAssocID="{A54CFAA4-E94C-4DA4-96FB-B0BDE19FFBE8}" presName="txShp" presStyleLbl="node1" presStyleIdx="1" presStyleCnt="3">
        <dgm:presLayoutVars>
          <dgm:bulletEnabled val="1"/>
        </dgm:presLayoutVars>
      </dgm:prSet>
      <dgm:spPr/>
      <dgm:t>
        <a:bodyPr/>
        <a:lstStyle/>
        <a:p>
          <a:endParaRPr lang="en-US"/>
        </a:p>
      </dgm:t>
    </dgm:pt>
    <dgm:pt modelId="{8E0E380A-31F2-4487-A093-9BB3C41DBC0B}" type="pres">
      <dgm:prSet presAssocID="{B458CE11-1C90-49AD-B398-6BA7E5BEDA4C}" presName="spacing" presStyleCnt="0"/>
      <dgm:spPr/>
    </dgm:pt>
    <dgm:pt modelId="{984A7B51-DDBE-4C29-96C8-8388E747FBEA}" type="pres">
      <dgm:prSet presAssocID="{5ED80EEF-4FA3-44B9-8108-A3D73BAB84B4}" presName="composite" presStyleCnt="0"/>
      <dgm:spPr/>
    </dgm:pt>
    <dgm:pt modelId="{742821AC-200B-48B9-BDC3-259AF356565E}" type="pres">
      <dgm:prSet presAssocID="{5ED80EEF-4FA3-44B9-8108-A3D73BAB84B4}" presName="imgShp" presStyleLbl="fgImgPlace1" presStyleIdx="2" presStyleCnt="3"/>
      <dgm:spPr>
        <a:blipFill rotWithShape="0">
          <a:blip xmlns:r="http://schemas.openxmlformats.org/officeDocument/2006/relationships" r:embed="rId3"/>
          <a:stretch>
            <a:fillRect/>
          </a:stretch>
        </a:blipFill>
      </dgm:spPr>
      <dgm:t>
        <a:bodyPr/>
        <a:lstStyle/>
        <a:p>
          <a:endParaRPr lang="en-US"/>
        </a:p>
      </dgm:t>
    </dgm:pt>
    <dgm:pt modelId="{8D650AD2-DF78-4808-B361-6DB15F4A3B1C}" type="pres">
      <dgm:prSet presAssocID="{5ED80EEF-4FA3-44B9-8108-A3D73BAB84B4}" presName="txShp" presStyleLbl="node1" presStyleIdx="2" presStyleCnt="3">
        <dgm:presLayoutVars>
          <dgm:bulletEnabled val="1"/>
        </dgm:presLayoutVars>
      </dgm:prSet>
      <dgm:spPr/>
      <dgm:t>
        <a:bodyPr/>
        <a:lstStyle/>
        <a:p>
          <a:endParaRPr lang="en-US"/>
        </a:p>
      </dgm:t>
    </dgm:pt>
  </dgm:ptLst>
  <dgm:cxnLst>
    <dgm:cxn modelId="{A192E070-497C-4FCB-851E-20C2E1872DE5}" srcId="{6FEA9D7E-85B1-45DB-91C0-70429744D23C}" destId="{5ED80EEF-4FA3-44B9-8108-A3D73BAB84B4}" srcOrd="2" destOrd="0" parTransId="{1086319B-958D-4D7F-93C9-61A678BF2FA8}" sibTransId="{07E0336E-255C-40F4-8FF6-6B6337F050C7}"/>
    <dgm:cxn modelId="{CE91270E-1886-4821-AC83-400C7D163024}" srcId="{6FEA9D7E-85B1-45DB-91C0-70429744D23C}" destId="{A54CFAA4-E94C-4DA4-96FB-B0BDE19FFBE8}" srcOrd="1" destOrd="0" parTransId="{FFB9F184-7F1D-45F2-BAE6-0089D652CFD4}" sibTransId="{B458CE11-1C90-49AD-B398-6BA7E5BEDA4C}"/>
    <dgm:cxn modelId="{D568E3A3-8163-4290-B750-787FA3596B41}" type="presOf" srcId="{A54CFAA4-E94C-4DA4-96FB-B0BDE19FFBE8}" destId="{623F5DBF-5DAC-4039-9A1C-4D0F8261FCBB}" srcOrd="0" destOrd="0" presId="urn:microsoft.com/office/officeart/2005/8/layout/vList3#2"/>
    <dgm:cxn modelId="{3A6FDD47-935B-4F30-8BFF-2012FA92E829}" srcId="{6FEA9D7E-85B1-45DB-91C0-70429744D23C}" destId="{6E97D948-07D9-44D4-ADBF-AB60D0B5E9CA}" srcOrd="0" destOrd="0" parTransId="{C27A3327-E609-4BC6-9B43-AC685AA9C5F2}" sibTransId="{C6545898-D05F-44EF-8128-C518A2B53EEF}"/>
    <dgm:cxn modelId="{A3D87259-3183-4863-8E06-64F3311578EC}" type="presOf" srcId="{6FEA9D7E-85B1-45DB-91C0-70429744D23C}" destId="{7799DC94-3F37-442F-B173-155D709E4B16}" srcOrd="0" destOrd="0" presId="urn:microsoft.com/office/officeart/2005/8/layout/vList3#2"/>
    <dgm:cxn modelId="{CD30B21C-EDC4-45EF-95FC-56D45283E08D}" type="presOf" srcId="{6E97D948-07D9-44D4-ADBF-AB60D0B5E9CA}" destId="{EA31B26A-DE4D-47F0-A1D9-A0BB98B2C43D}" srcOrd="0" destOrd="0" presId="urn:microsoft.com/office/officeart/2005/8/layout/vList3#2"/>
    <dgm:cxn modelId="{9D1AB512-5A58-411C-A4C7-587A32F3264B}" type="presOf" srcId="{5ED80EEF-4FA3-44B9-8108-A3D73BAB84B4}" destId="{8D650AD2-DF78-4808-B361-6DB15F4A3B1C}" srcOrd="0" destOrd="0" presId="urn:microsoft.com/office/officeart/2005/8/layout/vList3#2"/>
    <dgm:cxn modelId="{D1472944-5C04-47F1-BF2A-EDAF13C79B01}" type="presParOf" srcId="{7799DC94-3F37-442F-B173-155D709E4B16}" destId="{BC3B736C-D2AA-4101-9ECE-6232DE6E00E1}" srcOrd="0" destOrd="0" presId="urn:microsoft.com/office/officeart/2005/8/layout/vList3#2"/>
    <dgm:cxn modelId="{2145B01C-DDF4-47AC-977E-776193E3CB33}" type="presParOf" srcId="{BC3B736C-D2AA-4101-9ECE-6232DE6E00E1}" destId="{85FC09C1-F5A8-48CE-A79A-7DF7DA8A91CC}" srcOrd="0" destOrd="0" presId="urn:microsoft.com/office/officeart/2005/8/layout/vList3#2"/>
    <dgm:cxn modelId="{95AA9926-E9C9-4D86-95AE-872DE56ACC21}" type="presParOf" srcId="{BC3B736C-D2AA-4101-9ECE-6232DE6E00E1}" destId="{EA31B26A-DE4D-47F0-A1D9-A0BB98B2C43D}" srcOrd="1" destOrd="0" presId="urn:microsoft.com/office/officeart/2005/8/layout/vList3#2"/>
    <dgm:cxn modelId="{0DFE324B-0DDB-4E8A-9E9E-9509D1D7669C}" type="presParOf" srcId="{7799DC94-3F37-442F-B173-155D709E4B16}" destId="{1F91F140-1017-44A5-AE1A-F554E8805CFA}" srcOrd="1" destOrd="0" presId="urn:microsoft.com/office/officeart/2005/8/layout/vList3#2"/>
    <dgm:cxn modelId="{53A3209D-9AC2-4EA0-A112-3A560617D9C8}" type="presParOf" srcId="{7799DC94-3F37-442F-B173-155D709E4B16}" destId="{23F874D7-16C5-4EEA-8E16-79C735B4E4E1}" srcOrd="2" destOrd="0" presId="urn:microsoft.com/office/officeart/2005/8/layout/vList3#2"/>
    <dgm:cxn modelId="{D8DF4104-F9FE-4694-A8C0-7CB196E148FB}" type="presParOf" srcId="{23F874D7-16C5-4EEA-8E16-79C735B4E4E1}" destId="{0CC77CC7-06E1-4509-BCB8-967BBC24F776}" srcOrd="0" destOrd="0" presId="urn:microsoft.com/office/officeart/2005/8/layout/vList3#2"/>
    <dgm:cxn modelId="{391EE4E6-12DC-4E63-A157-E9AF007190EA}" type="presParOf" srcId="{23F874D7-16C5-4EEA-8E16-79C735B4E4E1}" destId="{623F5DBF-5DAC-4039-9A1C-4D0F8261FCBB}" srcOrd="1" destOrd="0" presId="urn:microsoft.com/office/officeart/2005/8/layout/vList3#2"/>
    <dgm:cxn modelId="{1CD27A9F-7EB6-415A-B0EE-3A6B0BD27945}" type="presParOf" srcId="{7799DC94-3F37-442F-B173-155D709E4B16}" destId="{8E0E380A-31F2-4487-A093-9BB3C41DBC0B}" srcOrd="3" destOrd="0" presId="urn:microsoft.com/office/officeart/2005/8/layout/vList3#2"/>
    <dgm:cxn modelId="{9E6DDBCF-336F-4C3F-8EBE-2BA8CA2BC9DA}" type="presParOf" srcId="{7799DC94-3F37-442F-B173-155D709E4B16}" destId="{984A7B51-DDBE-4C29-96C8-8388E747FBEA}" srcOrd="4" destOrd="0" presId="urn:microsoft.com/office/officeart/2005/8/layout/vList3#2"/>
    <dgm:cxn modelId="{BC8C4307-0B71-4FDA-84D5-A900FC627DF7}" type="presParOf" srcId="{984A7B51-DDBE-4C29-96C8-8388E747FBEA}" destId="{742821AC-200B-48B9-BDC3-259AF356565E}" srcOrd="0" destOrd="0" presId="urn:microsoft.com/office/officeart/2005/8/layout/vList3#2"/>
    <dgm:cxn modelId="{F5339572-B2AB-492F-A4D9-82082BFDE7CE}" type="presParOf" srcId="{984A7B51-DDBE-4C29-96C8-8388E747FBEA}" destId="{8D650AD2-DF78-4808-B361-6DB15F4A3B1C}" srcOrd="1" destOrd="0" presId="urn:microsoft.com/office/officeart/2005/8/layout/vList3#2"/>
  </dgm:cxnLst>
  <dgm:bg/>
  <dgm:whole/>
  <dgm:extLst>
    <a:ext uri="http://schemas.microsoft.com/office/drawing/2008/diagram">
      <dsp:dataModelExt xmlns:dsp="http://schemas.microsoft.com/office/drawing/2008/diagram" xmlns=""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9EA5FBA-0CD4-45F7-95E6-053E51DC00F1}" type="doc">
      <dgm:prSet loTypeId="urn:microsoft.com/office/officeart/2005/8/layout/hList1#1" loCatId="process" qsTypeId="urn:microsoft.com/office/officeart/2005/8/quickstyle/simple2#6" qsCatId="simple" csTypeId="urn:microsoft.com/office/officeart/2005/8/colors/accent3_2" csCatId="accent3" phldr="1"/>
      <dgm:spPr/>
      <dgm:t>
        <a:bodyPr/>
        <a:lstStyle/>
        <a:p>
          <a:endParaRPr lang="en-US"/>
        </a:p>
      </dgm:t>
    </dgm:pt>
    <dgm:pt modelId="{E7E33610-67D5-41DD-9313-FBFE706D6111}">
      <dgm:prSet phldrT="[Text]"/>
      <dgm:spPr/>
      <dgm:t>
        <a:bodyPr/>
        <a:lstStyle/>
        <a:p>
          <a:r>
            <a:rPr lang="en-US" dirty="0" smtClean="0">
              <a:effectLst/>
            </a:rPr>
            <a:t>Medical Fixity</a:t>
          </a:r>
          <a:endParaRPr lang="en-US" dirty="0">
            <a:effectLst/>
          </a:endParaRPr>
        </a:p>
      </dgm:t>
    </dgm:pt>
    <dgm:pt modelId="{CD36C793-D286-4CA9-9952-56105E30AD4D}" type="parTrans" cxnId="{F47A6802-6338-4F7D-B176-F2AB659E7DAF}">
      <dgm:prSet/>
      <dgm:spPr/>
      <dgm:t>
        <a:bodyPr/>
        <a:lstStyle/>
        <a:p>
          <a:endParaRPr lang="en-US"/>
        </a:p>
      </dgm:t>
    </dgm:pt>
    <dgm:pt modelId="{4E4985B2-F539-4398-BF21-04A323AFCDC1}" type="sibTrans" cxnId="{F47A6802-6338-4F7D-B176-F2AB659E7DAF}">
      <dgm:prSet/>
      <dgm:spPr/>
      <dgm:t>
        <a:bodyPr/>
        <a:lstStyle/>
        <a:p>
          <a:endParaRPr lang="en-US"/>
        </a:p>
      </dgm:t>
    </dgm:pt>
    <dgm:pt modelId="{17B5C78D-FDE8-4E2E-A34B-9678666B92AA}">
      <dgm:prSet phldrT="[Text]"/>
      <dgm:spPr/>
      <dgm:t>
        <a:bodyPr/>
        <a:lstStyle/>
        <a:p>
          <a:endParaRPr lang="en-US" dirty="0">
            <a:effectLst/>
          </a:endParaRPr>
        </a:p>
      </dgm:t>
    </dgm:pt>
    <dgm:pt modelId="{11B76C51-61F1-4AD5-BC03-CFD4CEFF920B}" type="parTrans" cxnId="{2827A1A1-2350-4419-ACDE-A2D72B2384F2}">
      <dgm:prSet/>
      <dgm:spPr/>
      <dgm:t>
        <a:bodyPr/>
        <a:lstStyle/>
        <a:p>
          <a:endParaRPr lang="en-US"/>
        </a:p>
      </dgm:t>
    </dgm:pt>
    <dgm:pt modelId="{7EC28E33-DD03-4323-83E6-285A61FF7C69}" type="sibTrans" cxnId="{2827A1A1-2350-4419-ACDE-A2D72B2384F2}">
      <dgm:prSet/>
      <dgm:spPr/>
      <dgm:t>
        <a:bodyPr/>
        <a:lstStyle/>
        <a:p>
          <a:endParaRPr lang="en-US"/>
        </a:p>
      </dgm:t>
    </dgm:pt>
    <dgm:pt modelId="{E12B7344-A2AB-43E9-89E5-DF89600D168C}">
      <dgm:prSet phldrT="[Text]"/>
      <dgm:spPr/>
      <dgm:t>
        <a:bodyPr/>
        <a:lstStyle/>
        <a:p>
          <a:r>
            <a:rPr lang="en-US" dirty="0" smtClean="0">
              <a:effectLst/>
            </a:rPr>
            <a:t>Vocational Fixity</a:t>
          </a:r>
          <a:endParaRPr lang="en-US" dirty="0">
            <a:effectLst/>
          </a:endParaRPr>
        </a:p>
      </dgm:t>
    </dgm:pt>
    <dgm:pt modelId="{B114A281-9381-45E6-9140-F39961E82F26}" type="parTrans" cxnId="{72A81718-9579-43BB-985E-EEC7A2636048}">
      <dgm:prSet/>
      <dgm:spPr/>
      <dgm:t>
        <a:bodyPr/>
        <a:lstStyle/>
        <a:p>
          <a:endParaRPr lang="en-US"/>
        </a:p>
      </dgm:t>
    </dgm:pt>
    <dgm:pt modelId="{ECA96E21-C78E-4A57-BAA9-42DFC345ABC7}" type="sibTrans" cxnId="{72A81718-9579-43BB-985E-EEC7A2636048}">
      <dgm:prSet/>
      <dgm:spPr/>
      <dgm:t>
        <a:bodyPr/>
        <a:lstStyle/>
        <a:p>
          <a:endParaRPr lang="en-US"/>
        </a:p>
      </dgm:t>
    </dgm:pt>
    <dgm:pt modelId="{56C89948-6A0C-40D1-B51C-9E453E0CE227}">
      <dgm:prSet phldrT="[Text]"/>
      <dgm:spPr/>
      <dgm:t>
        <a:bodyPr/>
        <a:lstStyle/>
        <a:p>
          <a:endParaRPr lang="en-US" dirty="0">
            <a:effectLst/>
          </a:endParaRPr>
        </a:p>
      </dgm:t>
    </dgm:pt>
    <dgm:pt modelId="{DBE817C7-B505-4B36-99B0-C712F3B07AEC}" type="sibTrans" cxnId="{C33704FE-93E2-4602-816E-BC1FF3BA9E2C}">
      <dgm:prSet/>
      <dgm:spPr/>
      <dgm:t>
        <a:bodyPr/>
        <a:lstStyle/>
        <a:p>
          <a:endParaRPr lang="en-US"/>
        </a:p>
      </dgm:t>
    </dgm:pt>
    <dgm:pt modelId="{2FBF7738-1EE3-467E-8882-2724CEE3F822}" type="parTrans" cxnId="{C33704FE-93E2-4602-816E-BC1FF3BA9E2C}">
      <dgm:prSet/>
      <dgm:spPr/>
      <dgm:t>
        <a:bodyPr/>
        <a:lstStyle/>
        <a:p>
          <a:endParaRPr lang="en-US"/>
        </a:p>
      </dgm:t>
    </dgm:pt>
    <dgm:pt modelId="{DBE5C067-18CC-4A05-8A13-5B083BE8DB8E}">
      <dgm:prSet phldrT="[Text]"/>
      <dgm:spPr/>
      <dgm:t>
        <a:bodyPr/>
        <a:lstStyle/>
        <a:p>
          <a:endParaRPr lang="en-US" dirty="0">
            <a:effectLst/>
          </a:endParaRPr>
        </a:p>
      </dgm:t>
    </dgm:pt>
    <dgm:pt modelId="{F36E2B46-95BC-4FC7-9EB9-26D51055B7BF}" type="sibTrans" cxnId="{300515BD-1308-45D5-816B-D0666D02CDD1}">
      <dgm:prSet/>
      <dgm:spPr/>
      <dgm:t>
        <a:bodyPr/>
        <a:lstStyle/>
        <a:p>
          <a:endParaRPr lang="en-US"/>
        </a:p>
      </dgm:t>
    </dgm:pt>
    <dgm:pt modelId="{59533984-5AC8-4E30-BB02-2D346D6689BF}" type="parTrans" cxnId="{300515BD-1308-45D5-816B-D0666D02CDD1}">
      <dgm:prSet/>
      <dgm:spPr/>
      <dgm:t>
        <a:bodyPr/>
        <a:lstStyle/>
        <a:p>
          <a:endParaRPr lang="en-US"/>
        </a:p>
      </dgm:t>
    </dgm:pt>
    <dgm:pt modelId="{3C0D6D7D-3A47-4555-9104-90BEECB39EA6}">
      <dgm:prSet phldrT="[Text]"/>
      <dgm:spPr/>
      <dgm:t>
        <a:bodyPr/>
        <a:lstStyle/>
        <a:p>
          <a:endParaRPr lang="en-US" dirty="0">
            <a:effectLst/>
          </a:endParaRPr>
        </a:p>
      </dgm:t>
    </dgm:pt>
    <dgm:pt modelId="{3640DC5C-28EE-46A6-8382-866BC9DE4B30}" type="sibTrans" cxnId="{41AF2285-2452-4AAE-810E-6601D05BF411}">
      <dgm:prSet/>
      <dgm:spPr/>
      <dgm:t>
        <a:bodyPr/>
        <a:lstStyle/>
        <a:p>
          <a:endParaRPr lang="en-US"/>
        </a:p>
      </dgm:t>
    </dgm:pt>
    <dgm:pt modelId="{B567551D-4261-4F84-AFFF-5A4533632872}" type="parTrans" cxnId="{41AF2285-2452-4AAE-810E-6601D05BF411}">
      <dgm:prSet/>
      <dgm:spPr/>
      <dgm:t>
        <a:bodyPr/>
        <a:lstStyle/>
        <a:p>
          <a:endParaRPr lang="en-US"/>
        </a:p>
      </dgm:t>
    </dgm:pt>
    <dgm:pt modelId="{0030C8E6-E320-4102-B245-BFF37710A608}" type="pres">
      <dgm:prSet presAssocID="{79EA5FBA-0CD4-45F7-95E6-053E51DC00F1}" presName="Name0" presStyleCnt="0">
        <dgm:presLayoutVars>
          <dgm:dir/>
        </dgm:presLayoutVars>
      </dgm:prSet>
      <dgm:spPr/>
      <dgm:t>
        <a:bodyPr/>
        <a:lstStyle/>
        <a:p>
          <a:endParaRPr lang="en-US"/>
        </a:p>
      </dgm:t>
    </dgm:pt>
    <dgm:pt modelId="{BEE4862B-5132-4750-A7BE-F0697F0EC5EF}" type="pres">
      <dgm:prSet presAssocID="{E7E33610-67D5-41DD-9313-FBFE706D6111}" presName="vertFlow" presStyleCnt="0"/>
      <dgm:spPr/>
    </dgm:pt>
    <dgm:pt modelId="{B5B365FC-1166-487E-94DA-1436639AACE6}" type="pres">
      <dgm:prSet presAssocID="{E7E33610-67D5-41DD-9313-FBFE706D6111}" presName="header" presStyleLbl="node1" presStyleIdx="0" presStyleCnt="2">
        <dgm:presLayoutVars>
          <dgm:chMax val="0"/>
          <dgm:chPref val="0"/>
          <dgm:bulletEnabled val="1"/>
        </dgm:presLayoutVars>
      </dgm:prSet>
      <dgm:spPr/>
      <dgm:t>
        <a:bodyPr/>
        <a:lstStyle/>
        <a:p>
          <a:endParaRPr lang="en-US"/>
        </a:p>
      </dgm:t>
    </dgm:pt>
    <dgm:pt modelId="{2B481571-BC55-4AF7-8D2E-259FFF397CBA}" type="pres">
      <dgm:prSet presAssocID="{E7E33610-67D5-41DD-9313-FBFE706D6111}" presName="child" presStyleLbl="alignAccFollowNode1" presStyleIdx="0" presStyleCnt="2">
        <dgm:presLayoutVars>
          <dgm:chPref val="0"/>
          <dgm:bulletEnabled val="1"/>
        </dgm:presLayoutVars>
      </dgm:prSet>
      <dgm:spPr/>
      <dgm:t>
        <a:bodyPr/>
        <a:lstStyle/>
        <a:p>
          <a:endParaRPr lang="en-US"/>
        </a:p>
      </dgm:t>
    </dgm:pt>
    <dgm:pt modelId="{F96B1E40-EE11-4CC8-B3FD-1FBCD5F94125}" type="pres">
      <dgm:prSet presAssocID="{E7E33610-67D5-41DD-9313-FBFE706D6111}" presName="hSp" presStyleCnt="0"/>
      <dgm:spPr/>
    </dgm:pt>
    <dgm:pt modelId="{93677306-6E5D-4041-87CC-6F37D6858C82}" type="pres">
      <dgm:prSet presAssocID="{E12B7344-A2AB-43E9-89E5-DF89600D168C}" presName="vertFlow" presStyleCnt="0"/>
      <dgm:spPr/>
    </dgm:pt>
    <dgm:pt modelId="{2746C005-0552-405D-AFCF-F82F8762A9DA}" type="pres">
      <dgm:prSet presAssocID="{E12B7344-A2AB-43E9-89E5-DF89600D168C}" presName="header" presStyleLbl="node1" presStyleIdx="1" presStyleCnt="2">
        <dgm:presLayoutVars>
          <dgm:chMax val="0"/>
          <dgm:chPref val="0"/>
          <dgm:bulletEnabled val="1"/>
        </dgm:presLayoutVars>
      </dgm:prSet>
      <dgm:spPr/>
      <dgm:t>
        <a:bodyPr/>
        <a:lstStyle/>
        <a:p>
          <a:endParaRPr lang="en-US"/>
        </a:p>
      </dgm:t>
    </dgm:pt>
    <dgm:pt modelId="{04269632-F9A2-483A-8C2B-A47CE316A641}" type="pres">
      <dgm:prSet presAssocID="{E12B7344-A2AB-43E9-89E5-DF89600D168C}" presName="child" presStyleLbl="alignAccFollowNode1" presStyleIdx="1" presStyleCnt="2" custLinFactNeighborX="574" custLinFactNeighborY="-1943">
        <dgm:presLayoutVars>
          <dgm:chPref val="0"/>
          <dgm:bulletEnabled val="1"/>
        </dgm:presLayoutVars>
      </dgm:prSet>
      <dgm:spPr/>
      <dgm:t>
        <a:bodyPr/>
        <a:lstStyle/>
        <a:p>
          <a:endParaRPr lang="en-US"/>
        </a:p>
      </dgm:t>
    </dgm:pt>
  </dgm:ptLst>
  <dgm:cxnLst>
    <dgm:cxn modelId="{C33704FE-93E2-4602-816E-BC1FF3BA9E2C}" srcId="{E12B7344-A2AB-43E9-89E5-DF89600D168C}" destId="{56C89948-6A0C-40D1-B51C-9E453E0CE227}" srcOrd="2" destOrd="0" parTransId="{2FBF7738-1EE3-467E-8882-2724CEE3F822}" sibTransId="{DBE817C7-B505-4B36-99B0-C712F3B07AEC}"/>
    <dgm:cxn modelId="{41AF2285-2452-4AAE-810E-6601D05BF411}" srcId="{E12B7344-A2AB-43E9-89E5-DF89600D168C}" destId="{3C0D6D7D-3A47-4555-9104-90BEECB39EA6}" srcOrd="0" destOrd="0" parTransId="{B567551D-4261-4F84-AFFF-5A4533632872}" sibTransId="{3640DC5C-28EE-46A6-8382-866BC9DE4B30}"/>
    <dgm:cxn modelId="{0A632AB9-3309-4256-BEA4-880CC29F7477}" type="presOf" srcId="{56C89948-6A0C-40D1-B51C-9E453E0CE227}" destId="{04269632-F9A2-483A-8C2B-A47CE316A641}" srcOrd="0" destOrd="2" presId="urn:microsoft.com/office/officeart/2005/8/layout/hList1#1"/>
    <dgm:cxn modelId="{2827A1A1-2350-4419-ACDE-A2D72B2384F2}" srcId="{E7E33610-67D5-41DD-9313-FBFE706D6111}" destId="{17B5C78D-FDE8-4E2E-A34B-9678666B92AA}" srcOrd="0" destOrd="0" parTransId="{11B76C51-61F1-4AD5-BC03-CFD4CEFF920B}" sibTransId="{7EC28E33-DD03-4323-83E6-285A61FF7C69}"/>
    <dgm:cxn modelId="{300515BD-1308-45D5-816B-D0666D02CDD1}" srcId="{E12B7344-A2AB-43E9-89E5-DF89600D168C}" destId="{DBE5C067-18CC-4A05-8A13-5B083BE8DB8E}" srcOrd="1" destOrd="0" parTransId="{59533984-5AC8-4E30-BB02-2D346D6689BF}" sibTransId="{F36E2B46-95BC-4FC7-9EB9-26D51055B7BF}"/>
    <dgm:cxn modelId="{01349718-63A5-4E18-B9D1-C005AF27DD44}" type="presOf" srcId="{3C0D6D7D-3A47-4555-9104-90BEECB39EA6}" destId="{04269632-F9A2-483A-8C2B-A47CE316A641}" srcOrd="0" destOrd="0" presId="urn:microsoft.com/office/officeart/2005/8/layout/hList1#1"/>
    <dgm:cxn modelId="{8AB4F854-6EB4-47EC-A4E9-01A27FB4C70E}" type="presOf" srcId="{17B5C78D-FDE8-4E2E-A34B-9678666B92AA}" destId="{2B481571-BC55-4AF7-8D2E-259FFF397CBA}" srcOrd="0" destOrd="0" presId="urn:microsoft.com/office/officeart/2005/8/layout/hList1#1"/>
    <dgm:cxn modelId="{292A89E7-F70F-481C-9AD6-BF904A3201B7}" type="presOf" srcId="{DBE5C067-18CC-4A05-8A13-5B083BE8DB8E}" destId="{04269632-F9A2-483A-8C2B-A47CE316A641}" srcOrd="0" destOrd="1" presId="urn:microsoft.com/office/officeart/2005/8/layout/hList1#1"/>
    <dgm:cxn modelId="{72A81718-9579-43BB-985E-EEC7A2636048}" srcId="{79EA5FBA-0CD4-45F7-95E6-053E51DC00F1}" destId="{E12B7344-A2AB-43E9-89E5-DF89600D168C}" srcOrd="1" destOrd="0" parTransId="{B114A281-9381-45E6-9140-F39961E82F26}" sibTransId="{ECA96E21-C78E-4A57-BAA9-42DFC345ABC7}"/>
    <dgm:cxn modelId="{F104CFA8-6918-4E8B-9CB3-05781212B41B}" type="presOf" srcId="{79EA5FBA-0CD4-45F7-95E6-053E51DC00F1}" destId="{0030C8E6-E320-4102-B245-BFF37710A608}" srcOrd="0" destOrd="0" presId="urn:microsoft.com/office/officeart/2005/8/layout/hList1#1"/>
    <dgm:cxn modelId="{D46B054F-72C7-4E07-AA60-5F3440D1EFC9}" type="presOf" srcId="{E7E33610-67D5-41DD-9313-FBFE706D6111}" destId="{B5B365FC-1166-487E-94DA-1436639AACE6}" srcOrd="0" destOrd="0" presId="urn:microsoft.com/office/officeart/2005/8/layout/hList1#1"/>
    <dgm:cxn modelId="{F47A6802-6338-4F7D-B176-F2AB659E7DAF}" srcId="{79EA5FBA-0CD4-45F7-95E6-053E51DC00F1}" destId="{E7E33610-67D5-41DD-9313-FBFE706D6111}" srcOrd="0" destOrd="0" parTransId="{CD36C793-D286-4CA9-9952-56105E30AD4D}" sibTransId="{4E4985B2-F539-4398-BF21-04A323AFCDC1}"/>
    <dgm:cxn modelId="{3BC39CD0-6924-4D6A-B646-933C17024CDD}" type="presOf" srcId="{E12B7344-A2AB-43E9-89E5-DF89600D168C}" destId="{2746C005-0552-405D-AFCF-F82F8762A9DA}" srcOrd="0" destOrd="0" presId="urn:microsoft.com/office/officeart/2005/8/layout/hList1#1"/>
    <dgm:cxn modelId="{AA785C8F-EE3F-4260-BB1B-10CC809DBD64}" type="presParOf" srcId="{0030C8E6-E320-4102-B245-BFF37710A608}" destId="{BEE4862B-5132-4750-A7BE-F0697F0EC5EF}" srcOrd="0" destOrd="0" presId="urn:microsoft.com/office/officeart/2005/8/layout/hList1#1"/>
    <dgm:cxn modelId="{7D0D2AA6-F05A-408B-87F2-DE7894E1E1F8}" type="presParOf" srcId="{BEE4862B-5132-4750-A7BE-F0697F0EC5EF}" destId="{B5B365FC-1166-487E-94DA-1436639AACE6}" srcOrd="0" destOrd="0" presId="urn:microsoft.com/office/officeart/2005/8/layout/hList1#1"/>
    <dgm:cxn modelId="{B9048199-4663-482D-9B31-E16DC157C9D2}" type="presParOf" srcId="{BEE4862B-5132-4750-A7BE-F0697F0EC5EF}" destId="{2B481571-BC55-4AF7-8D2E-259FFF397CBA}" srcOrd="1" destOrd="0" presId="urn:microsoft.com/office/officeart/2005/8/layout/hList1#1"/>
    <dgm:cxn modelId="{207834D2-F77A-4667-893D-D6B3D4DED154}" type="presParOf" srcId="{0030C8E6-E320-4102-B245-BFF37710A608}" destId="{F96B1E40-EE11-4CC8-B3FD-1FBCD5F94125}" srcOrd="1" destOrd="0" presId="urn:microsoft.com/office/officeart/2005/8/layout/hList1#1"/>
    <dgm:cxn modelId="{8387F908-0F8A-4FD5-97DF-63CB534641DB}" type="presParOf" srcId="{0030C8E6-E320-4102-B245-BFF37710A608}" destId="{93677306-6E5D-4041-87CC-6F37D6858C82}" srcOrd="2" destOrd="0" presId="urn:microsoft.com/office/officeart/2005/8/layout/hList1#1"/>
    <dgm:cxn modelId="{3E0597EA-43AD-443A-AFD9-1EBB1FC95A1B}" type="presParOf" srcId="{93677306-6E5D-4041-87CC-6F37D6858C82}" destId="{2746C005-0552-405D-AFCF-F82F8762A9DA}" srcOrd="0" destOrd="0" presId="urn:microsoft.com/office/officeart/2005/8/layout/hList1#1"/>
    <dgm:cxn modelId="{F6FA8B73-FE09-4434-850D-34B16ED39B56}" type="presParOf" srcId="{93677306-6E5D-4041-87CC-6F37D6858C82}" destId="{04269632-F9A2-483A-8C2B-A47CE316A641}" srcOrd="1" destOrd="0" presId="urn:microsoft.com/office/officeart/2005/8/layout/hList1#1"/>
  </dgm:cxnLst>
  <dgm:bg>
    <a:noFill/>
  </dgm:bg>
  <dgm:whole/>
  <dgm:extLst>
    <a:ext uri="http://schemas.microsoft.com/office/drawing/2008/diagram">
      <dsp:dataModelExt xmlns:dsp="http://schemas.microsoft.com/office/drawing/2008/diagram" xmlns=""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6B0C062-C57F-4773-AD0D-F38255E3D28B}" type="doc">
      <dgm:prSet loTypeId="urn:microsoft.com/office/officeart/2005/8/layout/arrow2#1" loCatId="process" qsTypeId="urn:microsoft.com/office/officeart/2005/8/quickstyle/simple2#3" qsCatId="simple" csTypeId="urn:microsoft.com/office/officeart/2005/8/colors/accent3_2" csCatId="accent3" phldr="1"/>
      <dgm:spPr/>
    </dgm:pt>
    <dgm:pt modelId="{96C57C87-EB3B-4EC2-9A41-07DDB6E1CD5F}">
      <dgm:prSet phldrT="[Text]" custT="1"/>
      <dgm:spPr/>
      <dgm:t>
        <a:bodyPr/>
        <a:lstStyle/>
        <a:p>
          <a:pPr algn="l"/>
          <a:r>
            <a:rPr lang="en-US" sz="1800" dirty="0" smtClean="0">
              <a:effectLst>
                <a:outerShdw blurRad="50800" dist="50800" dir="2700000" algn="tl" rotWithShape="0">
                  <a:srgbClr val="000000">
                    <a:alpha val="43137"/>
                  </a:srgbClr>
                </a:outerShdw>
              </a:effectLst>
            </a:rPr>
            <a:t>Closing Order is requested by </a:t>
          </a:r>
          <a:r>
            <a:rPr lang="en-US" sz="1800" dirty="0" err="1" smtClean="0">
              <a:effectLst>
                <a:outerShdw blurRad="50800" dist="50800" dir="2700000" algn="tl" rotWithShape="0">
                  <a:srgbClr val="000000">
                    <a:alpha val="43137"/>
                  </a:srgbClr>
                </a:outerShdw>
              </a:effectLst>
            </a:rPr>
            <a:t>Penser</a:t>
          </a:r>
          <a:r>
            <a:rPr lang="en-US" sz="1800" dirty="0" smtClean="0">
              <a:effectLst>
                <a:outerShdw blurRad="50800" dist="50800" dir="2700000" algn="tl" rotWithShape="0">
                  <a:srgbClr val="000000">
                    <a:alpha val="43137"/>
                  </a:srgbClr>
                </a:outerShdw>
              </a:effectLst>
            </a:rPr>
            <a:t> along with evidence showing medical and vocational fixity.</a:t>
          </a:r>
          <a:endParaRPr lang="en-US" sz="1800" dirty="0">
            <a:effectLst>
              <a:outerShdw blurRad="50800" dist="50800" dir="2700000" algn="tl" rotWithShape="0">
                <a:srgbClr val="000000">
                  <a:alpha val="43137"/>
                </a:srgbClr>
              </a:outerShdw>
            </a:effectLst>
          </a:endParaRPr>
        </a:p>
      </dgm:t>
    </dgm:pt>
    <dgm:pt modelId="{5D1DC240-AF47-483E-BDD5-25D164AF9AD2}" type="parTrans" cxnId="{925307BB-5B35-431F-9DA1-13475E6C4B77}">
      <dgm:prSet/>
      <dgm:spPr/>
      <dgm:t>
        <a:bodyPr/>
        <a:lstStyle/>
        <a:p>
          <a:endParaRPr lang="en-US"/>
        </a:p>
      </dgm:t>
    </dgm:pt>
    <dgm:pt modelId="{22F632CD-20B4-4C6C-851D-A0DA6FD61C5D}" type="sibTrans" cxnId="{925307BB-5B35-431F-9DA1-13475E6C4B77}">
      <dgm:prSet/>
      <dgm:spPr/>
      <dgm:t>
        <a:bodyPr/>
        <a:lstStyle/>
        <a:p>
          <a:endParaRPr lang="en-US"/>
        </a:p>
      </dgm:t>
    </dgm:pt>
    <dgm:pt modelId="{47E7A2FA-4BD5-4DEC-9F96-BCA4BBA47DCF}">
      <dgm:prSet phldrT="[Text]" custT="1"/>
      <dgm:spPr/>
      <dgm:t>
        <a:bodyPr/>
        <a:lstStyle/>
        <a:p>
          <a:r>
            <a:rPr lang="en-US" sz="1800" dirty="0" smtClean="0">
              <a:effectLst>
                <a:outerShdw blurRad="50800" dist="50800" dir="2700000" algn="tl" rotWithShape="0">
                  <a:srgbClr val="000000">
                    <a:alpha val="43137"/>
                  </a:srgbClr>
                </a:outerShdw>
              </a:effectLst>
            </a:rPr>
            <a:t>DLI issues an order identifying the dates time loss was paid and PPD if appropriate.</a:t>
          </a:r>
          <a:endParaRPr lang="en-US" sz="1800" dirty="0">
            <a:effectLst>
              <a:outerShdw blurRad="50800" dist="50800" dir="2700000" algn="tl" rotWithShape="0">
                <a:srgbClr val="000000">
                  <a:alpha val="43137"/>
                </a:srgbClr>
              </a:outerShdw>
            </a:effectLst>
          </a:endParaRPr>
        </a:p>
      </dgm:t>
    </dgm:pt>
    <dgm:pt modelId="{8B3FB3DE-869F-44EA-939A-EB85E6D38D01}" type="parTrans" cxnId="{34AAA809-0B3A-4EEC-AF99-BC937D6DC898}">
      <dgm:prSet/>
      <dgm:spPr/>
      <dgm:t>
        <a:bodyPr/>
        <a:lstStyle/>
        <a:p>
          <a:endParaRPr lang="en-US"/>
        </a:p>
      </dgm:t>
    </dgm:pt>
    <dgm:pt modelId="{996E13EC-AFA1-4AAC-A0C4-087C617FF2D9}" type="sibTrans" cxnId="{34AAA809-0B3A-4EEC-AF99-BC937D6DC898}">
      <dgm:prSet/>
      <dgm:spPr/>
      <dgm:t>
        <a:bodyPr/>
        <a:lstStyle/>
        <a:p>
          <a:endParaRPr lang="en-US"/>
        </a:p>
      </dgm:t>
    </dgm:pt>
    <dgm:pt modelId="{A12E24BB-B2D1-46CB-A03A-16612625C6D9}">
      <dgm:prSet phldrT="[Text]" custT="1"/>
      <dgm:spPr/>
      <dgm:t>
        <a:bodyPr/>
        <a:lstStyle/>
        <a:p>
          <a:r>
            <a:rPr lang="en-US" sz="1800" dirty="0" smtClean="0">
              <a:effectLst>
                <a:outerShdw blurRad="50800" dist="50800" dir="2700000" algn="tl" rotWithShape="0">
                  <a:srgbClr val="000000">
                    <a:alpha val="43137"/>
                  </a:srgbClr>
                </a:outerShdw>
              </a:effectLst>
            </a:rPr>
            <a:t>Any party who disagrees may protest or appeal within 60 days.</a:t>
          </a:r>
          <a:endParaRPr lang="en-US" sz="1800" dirty="0">
            <a:effectLst>
              <a:outerShdw blurRad="50800" dist="50800" dir="2700000" algn="tl" rotWithShape="0">
                <a:srgbClr val="000000">
                  <a:alpha val="43137"/>
                </a:srgbClr>
              </a:outerShdw>
            </a:effectLst>
          </a:endParaRPr>
        </a:p>
      </dgm:t>
    </dgm:pt>
    <dgm:pt modelId="{7B556FFC-7709-44C1-B4BC-586D0EBBD1C9}" type="parTrans" cxnId="{94D561A6-8F1D-4D66-A563-4B89F9A5BBB1}">
      <dgm:prSet/>
      <dgm:spPr/>
      <dgm:t>
        <a:bodyPr/>
        <a:lstStyle/>
        <a:p>
          <a:endParaRPr lang="en-US"/>
        </a:p>
      </dgm:t>
    </dgm:pt>
    <dgm:pt modelId="{9A6810F2-A473-4C4E-91CC-7ED8BF0F5902}" type="sibTrans" cxnId="{94D561A6-8F1D-4D66-A563-4B89F9A5BBB1}">
      <dgm:prSet/>
      <dgm:spPr/>
      <dgm:t>
        <a:bodyPr/>
        <a:lstStyle/>
        <a:p>
          <a:endParaRPr lang="en-US"/>
        </a:p>
      </dgm:t>
    </dgm:pt>
    <dgm:pt modelId="{7702F23C-8B74-4E81-878F-FC4D4E811F20}" type="pres">
      <dgm:prSet presAssocID="{C6B0C062-C57F-4773-AD0D-F38255E3D28B}" presName="arrowDiagram" presStyleCnt="0">
        <dgm:presLayoutVars>
          <dgm:chMax val="5"/>
        </dgm:presLayoutVars>
      </dgm:prSet>
      <dgm:spPr/>
    </dgm:pt>
    <dgm:pt modelId="{8D8196B2-8690-410B-88DD-58E36C1508F0}" type="pres">
      <dgm:prSet presAssocID="{C6B0C062-C57F-4773-AD0D-F38255E3D28B}" presName="arrow" presStyleLbl="bgShp" presStyleIdx="0" presStyleCnt="1"/>
      <dgm:spPr>
        <a:solidFill>
          <a:schemeClr val="accent3">
            <a:tint val="60000"/>
          </a:schemeClr>
        </a:solidFill>
      </dgm:spPr>
    </dgm:pt>
    <dgm:pt modelId="{925DF700-175B-486E-8CDB-3F5523B469B9}" type="pres">
      <dgm:prSet presAssocID="{C6B0C062-C57F-4773-AD0D-F38255E3D28B}" presName="arrowDiagram3" presStyleCnt="0"/>
      <dgm:spPr/>
    </dgm:pt>
    <dgm:pt modelId="{77EE22B3-CA06-42EE-A4F0-16D4F2D463EA}" type="pres">
      <dgm:prSet presAssocID="{96C57C87-EB3B-4EC2-9A41-07DDB6E1CD5F}" presName="textBox3a" presStyleLbl="revTx" presStyleIdx="0" presStyleCnt="3" custScaleX="117544" custScaleY="142122" custLinFactNeighborX="12056" custLinFactNeighborY="2865">
        <dgm:presLayoutVars>
          <dgm:bulletEnabled val="1"/>
        </dgm:presLayoutVars>
      </dgm:prSet>
      <dgm:spPr/>
      <dgm:t>
        <a:bodyPr/>
        <a:lstStyle/>
        <a:p>
          <a:endParaRPr lang="en-US"/>
        </a:p>
      </dgm:t>
    </dgm:pt>
    <dgm:pt modelId="{FD9448E3-A923-4562-82EE-2D6547A66745}" type="pres">
      <dgm:prSet presAssocID="{96C57C87-EB3B-4EC2-9A41-07DDB6E1CD5F}" presName="bullet3a" presStyleLbl="node1" presStyleIdx="0" presStyleCnt="3"/>
      <dgm:spPr/>
      <dgm:t>
        <a:bodyPr/>
        <a:lstStyle/>
        <a:p>
          <a:endParaRPr lang="en-US"/>
        </a:p>
      </dgm:t>
    </dgm:pt>
    <dgm:pt modelId="{927F647F-96BC-4E61-884C-3053C7634AF5}" type="pres">
      <dgm:prSet presAssocID="{47E7A2FA-4BD5-4DEC-9F96-BCA4BBA47DCF}" presName="textBox3b" presStyleLbl="revTx" presStyleIdx="1" presStyleCnt="3" custScaleY="166115" custLinFactNeighborX="8356" custLinFactNeighborY="8813">
        <dgm:presLayoutVars>
          <dgm:bulletEnabled val="1"/>
        </dgm:presLayoutVars>
      </dgm:prSet>
      <dgm:spPr/>
      <dgm:t>
        <a:bodyPr/>
        <a:lstStyle/>
        <a:p>
          <a:endParaRPr lang="en-US"/>
        </a:p>
      </dgm:t>
    </dgm:pt>
    <dgm:pt modelId="{FE51A7F7-D190-40A1-8F89-9DF82761F331}" type="pres">
      <dgm:prSet presAssocID="{47E7A2FA-4BD5-4DEC-9F96-BCA4BBA47DCF}" presName="bullet3b" presStyleLbl="node1" presStyleIdx="1" presStyleCnt="3"/>
      <dgm:spPr/>
    </dgm:pt>
    <dgm:pt modelId="{912F4A56-954F-4116-820A-78B7D54C1BDB}" type="pres">
      <dgm:prSet presAssocID="{A12E24BB-B2D1-46CB-A03A-16612625C6D9}" presName="textBox3c" presStyleLbl="revTx" presStyleIdx="2" presStyleCnt="3" custScaleX="96491" custScaleY="147344" custLinFactNeighborX="12318" custLinFactNeighborY="-1364">
        <dgm:presLayoutVars>
          <dgm:bulletEnabled val="1"/>
        </dgm:presLayoutVars>
      </dgm:prSet>
      <dgm:spPr/>
      <dgm:t>
        <a:bodyPr/>
        <a:lstStyle/>
        <a:p>
          <a:endParaRPr lang="en-US"/>
        </a:p>
      </dgm:t>
    </dgm:pt>
    <dgm:pt modelId="{87971A12-A6B6-4197-A0E8-04E68C73C293}" type="pres">
      <dgm:prSet presAssocID="{A12E24BB-B2D1-46CB-A03A-16612625C6D9}" presName="bullet3c" presStyleLbl="node1" presStyleIdx="2" presStyleCnt="3"/>
      <dgm:spPr/>
    </dgm:pt>
  </dgm:ptLst>
  <dgm:cxnLst>
    <dgm:cxn modelId="{F7060365-8E9F-4727-9A61-D5CEB83214B6}" type="presOf" srcId="{C6B0C062-C57F-4773-AD0D-F38255E3D28B}" destId="{7702F23C-8B74-4E81-878F-FC4D4E811F20}" srcOrd="0" destOrd="0" presId="urn:microsoft.com/office/officeart/2005/8/layout/arrow2#1"/>
    <dgm:cxn modelId="{0317764B-6017-48E7-8D73-35A4E240ED1A}" type="presOf" srcId="{A12E24BB-B2D1-46CB-A03A-16612625C6D9}" destId="{912F4A56-954F-4116-820A-78B7D54C1BDB}" srcOrd="0" destOrd="0" presId="urn:microsoft.com/office/officeart/2005/8/layout/arrow2#1"/>
    <dgm:cxn modelId="{8DD00E96-27D2-4059-8E87-30D68964BA11}" type="presOf" srcId="{96C57C87-EB3B-4EC2-9A41-07DDB6E1CD5F}" destId="{77EE22B3-CA06-42EE-A4F0-16D4F2D463EA}" srcOrd="0" destOrd="0" presId="urn:microsoft.com/office/officeart/2005/8/layout/arrow2#1"/>
    <dgm:cxn modelId="{4A6823C2-507A-4E68-888D-8B17E03979A0}" type="presOf" srcId="{47E7A2FA-4BD5-4DEC-9F96-BCA4BBA47DCF}" destId="{927F647F-96BC-4E61-884C-3053C7634AF5}" srcOrd="0" destOrd="0" presId="urn:microsoft.com/office/officeart/2005/8/layout/arrow2#1"/>
    <dgm:cxn modelId="{34AAA809-0B3A-4EEC-AF99-BC937D6DC898}" srcId="{C6B0C062-C57F-4773-AD0D-F38255E3D28B}" destId="{47E7A2FA-4BD5-4DEC-9F96-BCA4BBA47DCF}" srcOrd="1" destOrd="0" parTransId="{8B3FB3DE-869F-44EA-939A-EB85E6D38D01}" sibTransId="{996E13EC-AFA1-4AAC-A0C4-087C617FF2D9}"/>
    <dgm:cxn modelId="{925307BB-5B35-431F-9DA1-13475E6C4B77}" srcId="{C6B0C062-C57F-4773-AD0D-F38255E3D28B}" destId="{96C57C87-EB3B-4EC2-9A41-07DDB6E1CD5F}" srcOrd="0" destOrd="0" parTransId="{5D1DC240-AF47-483E-BDD5-25D164AF9AD2}" sibTransId="{22F632CD-20B4-4C6C-851D-A0DA6FD61C5D}"/>
    <dgm:cxn modelId="{94D561A6-8F1D-4D66-A563-4B89F9A5BBB1}" srcId="{C6B0C062-C57F-4773-AD0D-F38255E3D28B}" destId="{A12E24BB-B2D1-46CB-A03A-16612625C6D9}" srcOrd="2" destOrd="0" parTransId="{7B556FFC-7709-44C1-B4BC-586D0EBBD1C9}" sibTransId="{9A6810F2-A473-4C4E-91CC-7ED8BF0F5902}"/>
    <dgm:cxn modelId="{68E40DD7-3E2C-4FBD-AABF-1BC00FB3850A}" type="presParOf" srcId="{7702F23C-8B74-4E81-878F-FC4D4E811F20}" destId="{8D8196B2-8690-410B-88DD-58E36C1508F0}" srcOrd="0" destOrd="0" presId="urn:microsoft.com/office/officeart/2005/8/layout/arrow2#1"/>
    <dgm:cxn modelId="{41853CAC-7FF8-49CB-860A-64714FE38317}" type="presParOf" srcId="{7702F23C-8B74-4E81-878F-FC4D4E811F20}" destId="{925DF700-175B-486E-8CDB-3F5523B469B9}" srcOrd="1" destOrd="0" presId="urn:microsoft.com/office/officeart/2005/8/layout/arrow2#1"/>
    <dgm:cxn modelId="{765BCCDC-1551-4B35-854F-439C819BEF3A}" type="presParOf" srcId="{925DF700-175B-486E-8CDB-3F5523B469B9}" destId="{77EE22B3-CA06-42EE-A4F0-16D4F2D463EA}" srcOrd="0" destOrd="0" presId="urn:microsoft.com/office/officeart/2005/8/layout/arrow2#1"/>
    <dgm:cxn modelId="{22480904-F2B8-4E62-B520-78BD3D74AD02}" type="presParOf" srcId="{925DF700-175B-486E-8CDB-3F5523B469B9}" destId="{FD9448E3-A923-4562-82EE-2D6547A66745}" srcOrd="1" destOrd="0" presId="urn:microsoft.com/office/officeart/2005/8/layout/arrow2#1"/>
    <dgm:cxn modelId="{879F82B6-55E7-4567-8FC9-D6649B8BC874}" type="presParOf" srcId="{925DF700-175B-486E-8CDB-3F5523B469B9}" destId="{927F647F-96BC-4E61-884C-3053C7634AF5}" srcOrd="2" destOrd="0" presId="urn:microsoft.com/office/officeart/2005/8/layout/arrow2#1"/>
    <dgm:cxn modelId="{A9E78381-7AD3-4B0E-824D-7B10D1392EAF}" type="presParOf" srcId="{925DF700-175B-486E-8CDB-3F5523B469B9}" destId="{FE51A7F7-D190-40A1-8F89-9DF82761F331}" srcOrd="3" destOrd="0" presId="urn:microsoft.com/office/officeart/2005/8/layout/arrow2#1"/>
    <dgm:cxn modelId="{2E070771-D897-4F3E-A6EA-E704C5D1BF37}" type="presParOf" srcId="{925DF700-175B-486E-8CDB-3F5523B469B9}" destId="{912F4A56-954F-4116-820A-78B7D54C1BDB}" srcOrd="4" destOrd="0" presId="urn:microsoft.com/office/officeart/2005/8/layout/arrow2#1"/>
    <dgm:cxn modelId="{6E39D422-940B-47F2-91EF-72156A53373F}" type="presParOf" srcId="{925DF700-175B-486E-8CDB-3F5523B469B9}" destId="{87971A12-A6B6-4197-A0E8-04E68C73C293}" srcOrd="5" destOrd="0" presId="urn:microsoft.com/office/officeart/2005/8/layout/arrow2#1"/>
  </dgm:cxnLst>
  <dgm:bg/>
  <dgm:whole/>
  <dgm:extLst>
    <a:ext uri="http://schemas.microsoft.com/office/drawing/2008/diagram">
      <dsp:dataModelExt xmlns:dsp="http://schemas.microsoft.com/office/drawing/2008/diagram" xmlns=""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9EA5FBA-0CD4-45F7-95E6-053E51DC00F1}" type="doc">
      <dgm:prSet loTypeId="urn:microsoft.com/office/officeart/2005/8/layout/hList1#1" loCatId="process" qsTypeId="urn:microsoft.com/office/officeart/2005/8/quickstyle/simple2#6" qsCatId="simple" csTypeId="urn:microsoft.com/office/officeart/2005/8/colors/accent3_2" csCatId="accent3" phldr="1"/>
      <dgm:spPr/>
      <dgm:t>
        <a:bodyPr/>
        <a:lstStyle/>
        <a:p>
          <a:endParaRPr lang="en-US"/>
        </a:p>
      </dgm:t>
    </dgm:pt>
    <dgm:pt modelId="{E7E33610-67D5-41DD-9313-FBFE706D6111}">
      <dgm:prSet phldrT="[Text]" custT="1"/>
      <dgm:spPr/>
      <dgm:t>
        <a:bodyPr/>
        <a:lstStyle/>
        <a:p>
          <a:r>
            <a:rPr lang="en-US" sz="2800" dirty="0" smtClean="0">
              <a:effectLst/>
            </a:rPr>
            <a:t>Causal Relationship</a:t>
          </a:r>
          <a:endParaRPr lang="en-US" sz="2800" dirty="0">
            <a:effectLst/>
          </a:endParaRPr>
        </a:p>
      </dgm:t>
    </dgm:pt>
    <dgm:pt modelId="{CD36C793-D286-4CA9-9952-56105E30AD4D}" type="parTrans" cxnId="{F47A6802-6338-4F7D-B176-F2AB659E7DAF}">
      <dgm:prSet/>
      <dgm:spPr/>
      <dgm:t>
        <a:bodyPr/>
        <a:lstStyle/>
        <a:p>
          <a:endParaRPr lang="en-US"/>
        </a:p>
      </dgm:t>
    </dgm:pt>
    <dgm:pt modelId="{4E4985B2-F539-4398-BF21-04A323AFCDC1}" type="sibTrans" cxnId="{F47A6802-6338-4F7D-B176-F2AB659E7DAF}">
      <dgm:prSet/>
      <dgm:spPr/>
      <dgm:t>
        <a:bodyPr/>
        <a:lstStyle/>
        <a:p>
          <a:endParaRPr lang="en-US"/>
        </a:p>
      </dgm:t>
    </dgm:pt>
    <dgm:pt modelId="{E12B7344-A2AB-43E9-89E5-DF89600D168C}">
      <dgm:prSet phldrT="[Text]" custT="1"/>
      <dgm:spPr/>
      <dgm:t>
        <a:bodyPr/>
        <a:lstStyle/>
        <a:p>
          <a:r>
            <a:rPr lang="en-US" sz="2800" dirty="0" smtClean="0">
              <a:effectLst/>
            </a:rPr>
            <a:t>Medical Opinion</a:t>
          </a:r>
          <a:endParaRPr lang="en-US" sz="2800" dirty="0">
            <a:effectLst/>
          </a:endParaRPr>
        </a:p>
      </dgm:t>
    </dgm:pt>
    <dgm:pt modelId="{B114A281-9381-45E6-9140-F39961E82F26}" type="parTrans" cxnId="{72A81718-9579-43BB-985E-EEC7A2636048}">
      <dgm:prSet/>
      <dgm:spPr/>
      <dgm:t>
        <a:bodyPr/>
        <a:lstStyle/>
        <a:p>
          <a:endParaRPr lang="en-US"/>
        </a:p>
      </dgm:t>
    </dgm:pt>
    <dgm:pt modelId="{ECA96E21-C78E-4A57-BAA9-42DFC345ABC7}" type="sibTrans" cxnId="{72A81718-9579-43BB-985E-EEC7A2636048}">
      <dgm:prSet/>
      <dgm:spPr/>
      <dgm:t>
        <a:bodyPr/>
        <a:lstStyle/>
        <a:p>
          <a:endParaRPr lang="en-US"/>
        </a:p>
      </dgm:t>
    </dgm:pt>
    <dgm:pt modelId="{919DE07D-47AC-40B8-A377-4242969BD3A0}">
      <dgm:prSet phldrT="[Text]" custT="1"/>
      <dgm:spPr/>
      <dgm:t>
        <a:bodyPr/>
        <a:lstStyle/>
        <a:p>
          <a:r>
            <a:rPr lang="en-US" sz="2800" dirty="0" smtClean="0">
              <a:effectLst/>
            </a:rPr>
            <a:t>Objective Evidence</a:t>
          </a:r>
          <a:endParaRPr lang="en-US" sz="2800" dirty="0">
            <a:effectLst/>
          </a:endParaRPr>
        </a:p>
      </dgm:t>
    </dgm:pt>
    <dgm:pt modelId="{31E31307-AA05-40D1-9A7A-87597CB92F72}" type="parTrans" cxnId="{4106D5C9-1A68-4CBC-A9FE-CE975D636AC9}">
      <dgm:prSet/>
      <dgm:spPr/>
      <dgm:t>
        <a:bodyPr/>
        <a:lstStyle/>
        <a:p>
          <a:endParaRPr lang="en-US"/>
        </a:p>
      </dgm:t>
    </dgm:pt>
    <dgm:pt modelId="{AFA58864-93D6-4537-AC34-04ABB6A95A0C}" type="sibTrans" cxnId="{4106D5C9-1A68-4CBC-A9FE-CE975D636AC9}">
      <dgm:prSet/>
      <dgm:spPr/>
      <dgm:t>
        <a:bodyPr/>
        <a:lstStyle/>
        <a:p>
          <a:endParaRPr lang="en-US"/>
        </a:p>
      </dgm:t>
    </dgm:pt>
    <dgm:pt modelId="{0030C8E6-E320-4102-B245-BFF37710A608}" type="pres">
      <dgm:prSet presAssocID="{79EA5FBA-0CD4-45F7-95E6-053E51DC00F1}" presName="Name0" presStyleCnt="0">
        <dgm:presLayoutVars>
          <dgm:dir/>
        </dgm:presLayoutVars>
      </dgm:prSet>
      <dgm:spPr/>
      <dgm:t>
        <a:bodyPr/>
        <a:lstStyle/>
        <a:p>
          <a:endParaRPr lang="en-US"/>
        </a:p>
      </dgm:t>
    </dgm:pt>
    <dgm:pt modelId="{BEE4862B-5132-4750-A7BE-F0697F0EC5EF}" type="pres">
      <dgm:prSet presAssocID="{E7E33610-67D5-41DD-9313-FBFE706D6111}" presName="vertFlow" presStyleCnt="0"/>
      <dgm:spPr/>
    </dgm:pt>
    <dgm:pt modelId="{B5B365FC-1166-487E-94DA-1436639AACE6}" type="pres">
      <dgm:prSet presAssocID="{E7E33610-67D5-41DD-9313-FBFE706D6111}" presName="header" presStyleLbl="node1" presStyleIdx="0" presStyleCnt="3">
        <dgm:presLayoutVars>
          <dgm:chMax val="0"/>
          <dgm:chPref val="0"/>
          <dgm:bulletEnabled val="1"/>
        </dgm:presLayoutVars>
      </dgm:prSet>
      <dgm:spPr/>
      <dgm:t>
        <a:bodyPr/>
        <a:lstStyle/>
        <a:p>
          <a:endParaRPr lang="en-US"/>
        </a:p>
      </dgm:t>
    </dgm:pt>
    <dgm:pt modelId="{2B481571-BC55-4AF7-8D2E-259FFF397CBA}" type="pres">
      <dgm:prSet presAssocID="{E7E33610-67D5-41DD-9313-FBFE706D6111}" presName="child" presStyleLbl="alignAccFollowNode1" presStyleIdx="0" presStyleCnt="3" custScaleX="96832" custScaleY="215540">
        <dgm:presLayoutVars>
          <dgm:chPref val="0"/>
          <dgm:bulletEnabled val="1"/>
        </dgm:presLayoutVars>
      </dgm:prSet>
      <dgm:spPr/>
      <dgm:t>
        <a:bodyPr/>
        <a:lstStyle/>
        <a:p>
          <a:endParaRPr lang="en-US"/>
        </a:p>
      </dgm:t>
    </dgm:pt>
    <dgm:pt modelId="{F96B1E40-EE11-4CC8-B3FD-1FBCD5F94125}" type="pres">
      <dgm:prSet presAssocID="{E7E33610-67D5-41DD-9313-FBFE706D6111}" presName="hSp" presStyleCnt="0"/>
      <dgm:spPr/>
    </dgm:pt>
    <dgm:pt modelId="{93677306-6E5D-4041-87CC-6F37D6858C82}" type="pres">
      <dgm:prSet presAssocID="{E12B7344-A2AB-43E9-89E5-DF89600D168C}" presName="vertFlow" presStyleCnt="0"/>
      <dgm:spPr/>
    </dgm:pt>
    <dgm:pt modelId="{2746C005-0552-405D-AFCF-F82F8762A9DA}" type="pres">
      <dgm:prSet presAssocID="{E12B7344-A2AB-43E9-89E5-DF89600D168C}" presName="header" presStyleLbl="node1" presStyleIdx="1" presStyleCnt="3">
        <dgm:presLayoutVars>
          <dgm:chMax val="0"/>
          <dgm:chPref val="0"/>
          <dgm:bulletEnabled val="1"/>
        </dgm:presLayoutVars>
      </dgm:prSet>
      <dgm:spPr/>
      <dgm:t>
        <a:bodyPr/>
        <a:lstStyle/>
        <a:p>
          <a:endParaRPr lang="en-US"/>
        </a:p>
      </dgm:t>
    </dgm:pt>
    <dgm:pt modelId="{04269632-F9A2-483A-8C2B-A47CE316A641}" type="pres">
      <dgm:prSet presAssocID="{E12B7344-A2AB-43E9-89E5-DF89600D168C}" presName="child" presStyleLbl="alignAccFollowNode1" presStyleIdx="1" presStyleCnt="3" custScaleX="99683" custScaleY="215540">
        <dgm:presLayoutVars>
          <dgm:chPref val="0"/>
          <dgm:bulletEnabled val="1"/>
        </dgm:presLayoutVars>
      </dgm:prSet>
      <dgm:spPr/>
      <dgm:t>
        <a:bodyPr/>
        <a:lstStyle/>
        <a:p>
          <a:endParaRPr lang="en-US"/>
        </a:p>
      </dgm:t>
    </dgm:pt>
    <dgm:pt modelId="{43F177F4-2771-4A2E-825C-E55E7987FDF6}" type="pres">
      <dgm:prSet presAssocID="{E12B7344-A2AB-43E9-89E5-DF89600D168C}" presName="hSp" presStyleCnt="0"/>
      <dgm:spPr/>
    </dgm:pt>
    <dgm:pt modelId="{3722EEA9-20D9-4A84-AA2B-614167C098B8}" type="pres">
      <dgm:prSet presAssocID="{919DE07D-47AC-40B8-A377-4242969BD3A0}" presName="vertFlow" presStyleCnt="0"/>
      <dgm:spPr/>
    </dgm:pt>
    <dgm:pt modelId="{4E782E57-9F00-40E2-B1E9-5C0A149313F4}" type="pres">
      <dgm:prSet presAssocID="{919DE07D-47AC-40B8-A377-4242969BD3A0}" presName="header" presStyleLbl="node1" presStyleIdx="2" presStyleCnt="3">
        <dgm:presLayoutVars>
          <dgm:chMax val="0"/>
          <dgm:chPref val="0"/>
          <dgm:bulletEnabled val="1"/>
        </dgm:presLayoutVars>
      </dgm:prSet>
      <dgm:spPr/>
      <dgm:t>
        <a:bodyPr/>
        <a:lstStyle/>
        <a:p>
          <a:endParaRPr lang="en-US"/>
        </a:p>
      </dgm:t>
    </dgm:pt>
    <dgm:pt modelId="{96683A46-9AA2-4E1F-9947-88113678410E}" type="pres">
      <dgm:prSet presAssocID="{919DE07D-47AC-40B8-A377-4242969BD3A0}" presName="child" presStyleLbl="alignAccFollowNode1" presStyleIdx="2" presStyleCnt="3" custScaleX="101324" custScaleY="215540">
        <dgm:presLayoutVars>
          <dgm:chPref val="0"/>
          <dgm:bulletEnabled val="1"/>
        </dgm:presLayoutVars>
      </dgm:prSet>
      <dgm:spPr/>
      <dgm:t>
        <a:bodyPr/>
        <a:lstStyle/>
        <a:p>
          <a:endParaRPr lang="en-US"/>
        </a:p>
      </dgm:t>
    </dgm:pt>
  </dgm:ptLst>
  <dgm:cxnLst>
    <dgm:cxn modelId="{A0E7DEB6-8FA9-4D65-BA3B-9BB1D6B6E360}" type="presOf" srcId="{79EA5FBA-0CD4-45F7-95E6-053E51DC00F1}" destId="{0030C8E6-E320-4102-B245-BFF37710A608}" srcOrd="0" destOrd="0" presId="urn:microsoft.com/office/officeart/2005/8/layout/hList1#1"/>
    <dgm:cxn modelId="{4106D5C9-1A68-4CBC-A9FE-CE975D636AC9}" srcId="{79EA5FBA-0CD4-45F7-95E6-053E51DC00F1}" destId="{919DE07D-47AC-40B8-A377-4242969BD3A0}" srcOrd="2" destOrd="0" parTransId="{31E31307-AA05-40D1-9A7A-87597CB92F72}" sibTransId="{AFA58864-93D6-4537-AC34-04ABB6A95A0C}"/>
    <dgm:cxn modelId="{7F959424-EC26-44FA-9AAC-0F2CB1C0DEEC}" type="presOf" srcId="{E12B7344-A2AB-43E9-89E5-DF89600D168C}" destId="{2746C005-0552-405D-AFCF-F82F8762A9DA}" srcOrd="0" destOrd="0" presId="urn:microsoft.com/office/officeart/2005/8/layout/hList1#1"/>
    <dgm:cxn modelId="{2968DA32-B72C-4DF0-82B6-9DE61F551515}" type="presOf" srcId="{E7E33610-67D5-41DD-9313-FBFE706D6111}" destId="{B5B365FC-1166-487E-94DA-1436639AACE6}" srcOrd="0" destOrd="0" presId="urn:microsoft.com/office/officeart/2005/8/layout/hList1#1"/>
    <dgm:cxn modelId="{C0B8C8E7-EA57-4F80-B990-070F176AF82A}" type="presOf" srcId="{919DE07D-47AC-40B8-A377-4242969BD3A0}" destId="{4E782E57-9F00-40E2-B1E9-5C0A149313F4}" srcOrd="0" destOrd="0" presId="urn:microsoft.com/office/officeart/2005/8/layout/hList1#1"/>
    <dgm:cxn modelId="{72A81718-9579-43BB-985E-EEC7A2636048}" srcId="{79EA5FBA-0CD4-45F7-95E6-053E51DC00F1}" destId="{E12B7344-A2AB-43E9-89E5-DF89600D168C}" srcOrd="1" destOrd="0" parTransId="{B114A281-9381-45E6-9140-F39961E82F26}" sibTransId="{ECA96E21-C78E-4A57-BAA9-42DFC345ABC7}"/>
    <dgm:cxn modelId="{F47A6802-6338-4F7D-B176-F2AB659E7DAF}" srcId="{79EA5FBA-0CD4-45F7-95E6-053E51DC00F1}" destId="{E7E33610-67D5-41DD-9313-FBFE706D6111}" srcOrd="0" destOrd="0" parTransId="{CD36C793-D286-4CA9-9952-56105E30AD4D}" sibTransId="{4E4985B2-F539-4398-BF21-04A323AFCDC1}"/>
    <dgm:cxn modelId="{630C896A-3BF6-4095-B7E1-225B6B83B1DF}" type="presParOf" srcId="{0030C8E6-E320-4102-B245-BFF37710A608}" destId="{BEE4862B-5132-4750-A7BE-F0697F0EC5EF}" srcOrd="0" destOrd="0" presId="urn:microsoft.com/office/officeart/2005/8/layout/hList1#1"/>
    <dgm:cxn modelId="{6435B358-2EAA-4D12-80C2-6E4FACA1F0FF}" type="presParOf" srcId="{BEE4862B-5132-4750-A7BE-F0697F0EC5EF}" destId="{B5B365FC-1166-487E-94DA-1436639AACE6}" srcOrd="0" destOrd="0" presId="urn:microsoft.com/office/officeart/2005/8/layout/hList1#1"/>
    <dgm:cxn modelId="{04181356-B500-4CF1-A553-96DBBB9E737C}" type="presParOf" srcId="{BEE4862B-5132-4750-A7BE-F0697F0EC5EF}" destId="{2B481571-BC55-4AF7-8D2E-259FFF397CBA}" srcOrd="1" destOrd="0" presId="urn:microsoft.com/office/officeart/2005/8/layout/hList1#1"/>
    <dgm:cxn modelId="{E37ED793-24A2-4006-9903-6744DB228707}" type="presParOf" srcId="{0030C8E6-E320-4102-B245-BFF37710A608}" destId="{F96B1E40-EE11-4CC8-B3FD-1FBCD5F94125}" srcOrd="1" destOrd="0" presId="urn:microsoft.com/office/officeart/2005/8/layout/hList1#1"/>
    <dgm:cxn modelId="{C4556360-68EE-4EC5-8E82-7A430527746F}" type="presParOf" srcId="{0030C8E6-E320-4102-B245-BFF37710A608}" destId="{93677306-6E5D-4041-87CC-6F37D6858C82}" srcOrd="2" destOrd="0" presId="urn:microsoft.com/office/officeart/2005/8/layout/hList1#1"/>
    <dgm:cxn modelId="{97E6C4E9-4D63-4C17-AB9D-FE3DC1BFF0AE}" type="presParOf" srcId="{93677306-6E5D-4041-87CC-6F37D6858C82}" destId="{2746C005-0552-405D-AFCF-F82F8762A9DA}" srcOrd="0" destOrd="0" presId="urn:microsoft.com/office/officeart/2005/8/layout/hList1#1"/>
    <dgm:cxn modelId="{5403ADF1-A2C4-4821-AD25-856535DAB32B}" type="presParOf" srcId="{93677306-6E5D-4041-87CC-6F37D6858C82}" destId="{04269632-F9A2-483A-8C2B-A47CE316A641}" srcOrd="1" destOrd="0" presId="urn:microsoft.com/office/officeart/2005/8/layout/hList1#1"/>
    <dgm:cxn modelId="{A80BE9C4-A6B4-4E4F-B08B-AE0F6AD4B7EC}" type="presParOf" srcId="{0030C8E6-E320-4102-B245-BFF37710A608}" destId="{43F177F4-2771-4A2E-825C-E55E7987FDF6}" srcOrd="3" destOrd="0" presId="urn:microsoft.com/office/officeart/2005/8/layout/hList1#1"/>
    <dgm:cxn modelId="{DCA4B858-2390-4B30-BC30-A3A13A86AAA7}" type="presParOf" srcId="{0030C8E6-E320-4102-B245-BFF37710A608}" destId="{3722EEA9-20D9-4A84-AA2B-614167C098B8}" srcOrd="4" destOrd="0" presId="urn:microsoft.com/office/officeart/2005/8/layout/hList1#1"/>
    <dgm:cxn modelId="{F981325D-2BCF-48DD-8B10-9116376ED9E8}" type="presParOf" srcId="{3722EEA9-20D9-4A84-AA2B-614167C098B8}" destId="{4E782E57-9F00-40E2-B1E9-5C0A149313F4}" srcOrd="0" destOrd="0" presId="urn:microsoft.com/office/officeart/2005/8/layout/hList1#1"/>
    <dgm:cxn modelId="{E96860BB-C0C2-4E7D-8A74-6C5E2C13F163}" type="presParOf" srcId="{3722EEA9-20D9-4A84-AA2B-614167C098B8}" destId="{96683A46-9AA2-4E1F-9947-88113678410E}" srcOrd="1" destOrd="0" presId="urn:microsoft.com/office/officeart/2005/8/layout/hList1#1"/>
  </dgm:cxnLst>
  <dgm:bg>
    <a:noFill/>
  </dgm:bg>
  <dgm:whole/>
  <dgm:extLst>
    <a:ext uri="http://schemas.microsoft.com/office/drawing/2008/diagram">
      <dsp:dataModelExt xmlns:dsp="http://schemas.microsoft.com/office/drawing/2008/diagram" xmlns=""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6B0C062-C57F-4773-AD0D-F38255E3D28B}" type="doc">
      <dgm:prSet loTypeId="urn:microsoft.com/office/officeart/2005/8/layout/arrow2#1" loCatId="process" qsTypeId="urn:microsoft.com/office/officeart/2005/8/quickstyle/simple2#3" qsCatId="simple" csTypeId="urn:microsoft.com/office/officeart/2005/8/colors/accent3_2" csCatId="accent3" phldr="1"/>
      <dgm:spPr/>
      <dgm:t>
        <a:bodyPr/>
        <a:lstStyle/>
        <a:p>
          <a:endParaRPr lang="en-US"/>
        </a:p>
      </dgm:t>
    </dgm:pt>
    <dgm:pt modelId="{47E7A2FA-4BD5-4DEC-9F96-BCA4BBA47DCF}">
      <dgm:prSet phldrT="[Text]" custT="1"/>
      <dgm:spPr/>
      <dgm:t>
        <a:bodyPr/>
        <a:lstStyle/>
        <a:p>
          <a:pPr>
            <a:spcAft>
              <a:spcPts val="0"/>
            </a:spcAft>
          </a:pPr>
          <a:r>
            <a:rPr lang="en-US" sz="2200" dirty="0" smtClean="0">
              <a:effectLst>
                <a:outerShdw blurRad="50800" dist="50800" dir="2700000" algn="tl" rotWithShape="0">
                  <a:srgbClr val="000000">
                    <a:alpha val="43137"/>
                  </a:srgbClr>
                </a:outerShdw>
              </a:effectLst>
            </a:rPr>
            <a:t>Court of </a:t>
          </a:r>
        </a:p>
        <a:p>
          <a:pPr>
            <a:spcAft>
              <a:spcPts val="0"/>
            </a:spcAft>
          </a:pPr>
          <a:r>
            <a:rPr lang="en-US" sz="2200" dirty="0" smtClean="0">
              <a:effectLst>
                <a:outerShdw blurRad="50800" dist="50800" dir="2700000" algn="tl" rotWithShape="0">
                  <a:srgbClr val="000000">
                    <a:alpha val="43137"/>
                  </a:srgbClr>
                </a:outerShdw>
              </a:effectLst>
            </a:rPr>
            <a:t>Appeals</a:t>
          </a:r>
          <a:endParaRPr lang="en-US" sz="2200" dirty="0">
            <a:effectLst>
              <a:outerShdw blurRad="50800" dist="50800" dir="2700000" algn="tl" rotWithShape="0">
                <a:srgbClr val="000000">
                  <a:alpha val="43137"/>
                </a:srgbClr>
              </a:outerShdw>
            </a:effectLst>
          </a:endParaRPr>
        </a:p>
      </dgm:t>
    </dgm:pt>
    <dgm:pt modelId="{8B3FB3DE-869F-44EA-939A-EB85E6D38D01}" type="parTrans" cxnId="{34AAA809-0B3A-4EEC-AF99-BC937D6DC898}">
      <dgm:prSet/>
      <dgm:spPr/>
      <dgm:t>
        <a:bodyPr/>
        <a:lstStyle/>
        <a:p>
          <a:endParaRPr lang="en-US"/>
        </a:p>
      </dgm:t>
    </dgm:pt>
    <dgm:pt modelId="{996E13EC-AFA1-4AAC-A0C4-087C617FF2D9}" type="sibTrans" cxnId="{34AAA809-0B3A-4EEC-AF99-BC937D6DC898}">
      <dgm:prSet/>
      <dgm:spPr/>
      <dgm:t>
        <a:bodyPr/>
        <a:lstStyle/>
        <a:p>
          <a:endParaRPr lang="en-US"/>
        </a:p>
      </dgm:t>
    </dgm:pt>
    <dgm:pt modelId="{A12E24BB-B2D1-46CB-A03A-16612625C6D9}">
      <dgm:prSet phldrT="[Text]" custT="1"/>
      <dgm:spPr/>
      <dgm:t>
        <a:bodyPr/>
        <a:lstStyle/>
        <a:p>
          <a:pPr>
            <a:spcAft>
              <a:spcPts val="0"/>
            </a:spcAft>
          </a:pPr>
          <a:r>
            <a:rPr lang="en-US" sz="2200" dirty="0" smtClean="0">
              <a:effectLst>
                <a:outerShdw blurRad="50800" dist="50800" dir="2700000" algn="tl" rotWithShape="0">
                  <a:srgbClr val="000000">
                    <a:alpha val="43137"/>
                  </a:srgbClr>
                </a:outerShdw>
              </a:effectLst>
            </a:rPr>
            <a:t>Washington </a:t>
          </a:r>
        </a:p>
        <a:p>
          <a:pPr>
            <a:spcAft>
              <a:spcPts val="0"/>
            </a:spcAft>
          </a:pPr>
          <a:r>
            <a:rPr lang="en-US" sz="2200" dirty="0" smtClean="0">
              <a:effectLst>
                <a:outerShdw blurRad="50800" dist="50800" dir="2700000" algn="tl" rotWithShape="0">
                  <a:srgbClr val="000000">
                    <a:alpha val="43137"/>
                  </a:srgbClr>
                </a:outerShdw>
              </a:effectLst>
            </a:rPr>
            <a:t>Supreme </a:t>
          </a:r>
        </a:p>
        <a:p>
          <a:pPr>
            <a:spcAft>
              <a:spcPts val="0"/>
            </a:spcAft>
          </a:pPr>
          <a:r>
            <a:rPr lang="en-US" sz="2200" dirty="0" smtClean="0">
              <a:effectLst>
                <a:outerShdw blurRad="50800" dist="50800" dir="2700000" algn="tl" rotWithShape="0">
                  <a:srgbClr val="000000">
                    <a:alpha val="43137"/>
                  </a:srgbClr>
                </a:outerShdw>
              </a:effectLst>
            </a:rPr>
            <a:t>Court</a:t>
          </a:r>
          <a:endParaRPr lang="en-US" sz="2200" dirty="0">
            <a:effectLst>
              <a:outerShdw blurRad="50800" dist="50800" dir="2700000" algn="tl" rotWithShape="0">
                <a:srgbClr val="000000">
                  <a:alpha val="43137"/>
                </a:srgbClr>
              </a:outerShdw>
            </a:effectLst>
          </a:endParaRPr>
        </a:p>
      </dgm:t>
    </dgm:pt>
    <dgm:pt modelId="{7B556FFC-7709-44C1-B4BC-586D0EBBD1C9}" type="parTrans" cxnId="{94D561A6-8F1D-4D66-A563-4B89F9A5BBB1}">
      <dgm:prSet/>
      <dgm:spPr/>
      <dgm:t>
        <a:bodyPr/>
        <a:lstStyle/>
        <a:p>
          <a:endParaRPr lang="en-US"/>
        </a:p>
      </dgm:t>
    </dgm:pt>
    <dgm:pt modelId="{9A6810F2-A473-4C4E-91CC-7ED8BF0F5902}" type="sibTrans" cxnId="{94D561A6-8F1D-4D66-A563-4B89F9A5BBB1}">
      <dgm:prSet/>
      <dgm:spPr/>
      <dgm:t>
        <a:bodyPr/>
        <a:lstStyle/>
        <a:p>
          <a:endParaRPr lang="en-US"/>
        </a:p>
      </dgm:t>
    </dgm:pt>
    <dgm:pt modelId="{96C57C87-EB3B-4EC2-9A41-07DDB6E1CD5F}">
      <dgm:prSet phldrT="[Text]" custT="1"/>
      <dgm:spPr/>
      <dgm:t>
        <a:bodyPr/>
        <a:lstStyle/>
        <a:p>
          <a:pPr algn="l">
            <a:spcAft>
              <a:spcPts val="0"/>
            </a:spcAft>
          </a:pPr>
          <a:r>
            <a:rPr lang="en-US" sz="2200" dirty="0" smtClean="0">
              <a:effectLst>
                <a:outerShdw blurRad="50800" dist="50800" dir="2700000" algn="tl" rotWithShape="0">
                  <a:srgbClr val="000000">
                    <a:alpha val="43137"/>
                  </a:srgbClr>
                </a:outerShdw>
              </a:effectLst>
            </a:rPr>
            <a:t>Board of </a:t>
          </a:r>
        </a:p>
        <a:p>
          <a:pPr algn="l">
            <a:spcAft>
              <a:spcPts val="0"/>
            </a:spcAft>
          </a:pPr>
          <a:r>
            <a:rPr lang="en-US" sz="2200" dirty="0" smtClean="0">
              <a:effectLst>
                <a:outerShdw blurRad="50800" dist="50800" dir="2700000" algn="tl" rotWithShape="0">
                  <a:srgbClr val="000000">
                    <a:alpha val="43137"/>
                  </a:srgbClr>
                </a:outerShdw>
              </a:effectLst>
            </a:rPr>
            <a:t>Industrial </a:t>
          </a:r>
        </a:p>
        <a:p>
          <a:pPr algn="l">
            <a:spcAft>
              <a:spcPts val="0"/>
            </a:spcAft>
          </a:pPr>
          <a:r>
            <a:rPr lang="en-US" sz="2200" dirty="0" smtClean="0">
              <a:effectLst>
                <a:outerShdw blurRad="50800" dist="50800" dir="2700000" algn="tl" rotWithShape="0">
                  <a:srgbClr val="000000">
                    <a:alpha val="43137"/>
                  </a:srgbClr>
                </a:outerShdw>
              </a:effectLst>
            </a:rPr>
            <a:t>Insurance Appeals</a:t>
          </a:r>
          <a:endParaRPr lang="en-US" sz="2200" dirty="0">
            <a:effectLst>
              <a:outerShdw blurRad="50800" dist="50800" dir="2700000" algn="tl" rotWithShape="0">
                <a:srgbClr val="000000">
                  <a:alpha val="43137"/>
                </a:srgbClr>
              </a:outerShdw>
            </a:effectLst>
          </a:endParaRPr>
        </a:p>
      </dgm:t>
    </dgm:pt>
    <dgm:pt modelId="{22F632CD-20B4-4C6C-851D-A0DA6FD61C5D}" type="sibTrans" cxnId="{925307BB-5B35-431F-9DA1-13475E6C4B77}">
      <dgm:prSet/>
      <dgm:spPr/>
      <dgm:t>
        <a:bodyPr/>
        <a:lstStyle/>
        <a:p>
          <a:endParaRPr lang="en-US"/>
        </a:p>
      </dgm:t>
    </dgm:pt>
    <dgm:pt modelId="{5D1DC240-AF47-483E-BDD5-25D164AF9AD2}" type="parTrans" cxnId="{925307BB-5B35-431F-9DA1-13475E6C4B77}">
      <dgm:prSet/>
      <dgm:spPr/>
      <dgm:t>
        <a:bodyPr/>
        <a:lstStyle/>
        <a:p>
          <a:endParaRPr lang="en-US"/>
        </a:p>
      </dgm:t>
    </dgm:pt>
    <dgm:pt modelId="{7702F23C-8B74-4E81-878F-FC4D4E811F20}" type="pres">
      <dgm:prSet presAssocID="{C6B0C062-C57F-4773-AD0D-F38255E3D28B}" presName="arrowDiagram" presStyleCnt="0">
        <dgm:presLayoutVars>
          <dgm:chMax val="5"/>
        </dgm:presLayoutVars>
      </dgm:prSet>
      <dgm:spPr/>
      <dgm:t>
        <a:bodyPr/>
        <a:lstStyle/>
        <a:p>
          <a:endParaRPr lang="en-US"/>
        </a:p>
      </dgm:t>
    </dgm:pt>
    <dgm:pt modelId="{8D8196B2-8690-410B-88DD-58E36C1508F0}" type="pres">
      <dgm:prSet presAssocID="{C6B0C062-C57F-4773-AD0D-F38255E3D28B}" presName="arrow" presStyleLbl="bgShp" presStyleIdx="0" presStyleCnt="1"/>
      <dgm:spPr>
        <a:solidFill>
          <a:schemeClr val="accent3">
            <a:tint val="60000"/>
          </a:schemeClr>
        </a:solidFill>
      </dgm:spPr>
    </dgm:pt>
    <dgm:pt modelId="{925DF700-175B-486E-8CDB-3F5523B469B9}" type="pres">
      <dgm:prSet presAssocID="{C6B0C062-C57F-4773-AD0D-F38255E3D28B}" presName="arrowDiagram3" presStyleCnt="0"/>
      <dgm:spPr/>
    </dgm:pt>
    <dgm:pt modelId="{77EE22B3-CA06-42EE-A4F0-16D4F2D463EA}" type="pres">
      <dgm:prSet presAssocID="{96C57C87-EB3B-4EC2-9A41-07DDB6E1CD5F}" presName="textBox3a" presStyleLbl="revTx" presStyleIdx="0" presStyleCnt="3" custScaleX="128070" custScaleY="89073" custLinFactNeighborX="-49347" custLinFactNeighborY="36022">
        <dgm:presLayoutVars>
          <dgm:bulletEnabled val="1"/>
        </dgm:presLayoutVars>
      </dgm:prSet>
      <dgm:spPr/>
      <dgm:t>
        <a:bodyPr/>
        <a:lstStyle/>
        <a:p>
          <a:endParaRPr lang="en-US"/>
        </a:p>
      </dgm:t>
    </dgm:pt>
    <dgm:pt modelId="{FD9448E3-A923-4562-82EE-2D6547A66745}" type="pres">
      <dgm:prSet presAssocID="{96C57C87-EB3B-4EC2-9A41-07DDB6E1CD5F}" presName="bullet3a" presStyleLbl="node1" presStyleIdx="0" presStyleCnt="3" custLinFactX="-103684" custLinFactY="100000" custLinFactNeighborX="-200000" custLinFactNeighborY="136667"/>
      <dgm:spPr/>
      <dgm:t>
        <a:bodyPr/>
        <a:lstStyle/>
        <a:p>
          <a:endParaRPr lang="en-US"/>
        </a:p>
      </dgm:t>
    </dgm:pt>
    <dgm:pt modelId="{927F647F-96BC-4E61-884C-3053C7634AF5}" type="pres">
      <dgm:prSet presAssocID="{47E7A2FA-4BD5-4DEC-9F96-BCA4BBA47DCF}" presName="textBox3b" presStyleLbl="revTx" presStyleIdx="1" presStyleCnt="3" custScaleY="166115" custLinFactNeighborX="-5679" custLinFactNeighborY="32113">
        <dgm:presLayoutVars>
          <dgm:bulletEnabled val="1"/>
        </dgm:presLayoutVars>
      </dgm:prSet>
      <dgm:spPr/>
      <dgm:t>
        <a:bodyPr/>
        <a:lstStyle/>
        <a:p>
          <a:endParaRPr lang="en-US"/>
        </a:p>
      </dgm:t>
    </dgm:pt>
    <dgm:pt modelId="{FE51A7F7-D190-40A1-8F89-9DF82761F331}" type="pres">
      <dgm:prSet presAssocID="{47E7A2FA-4BD5-4DEC-9F96-BCA4BBA47DCF}" presName="bullet3b" presStyleLbl="node1" presStyleIdx="1" presStyleCnt="3" custLinFactX="68259" custLinFactNeighborX="100000" custLinFactNeighborY="-61808"/>
      <dgm:spPr/>
    </dgm:pt>
    <dgm:pt modelId="{912F4A56-954F-4116-820A-78B7D54C1BDB}" type="pres">
      <dgm:prSet presAssocID="{A12E24BB-B2D1-46CB-A03A-16612625C6D9}" presName="textBox3c" presStyleLbl="revTx" presStyleIdx="2" presStyleCnt="3" custScaleX="96491" custScaleY="147344" custLinFactNeighborX="-26279" custLinFactNeighborY="38423">
        <dgm:presLayoutVars>
          <dgm:bulletEnabled val="1"/>
        </dgm:presLayoutVars>
      </dgm:prSet>
      <dgm:spPr/>
      <dgm:t>
        <a:bodyPr/>
        <a:lstStyle/>
        <a:p>
          <a:endParaRPr lang="en-US"/>
        </a:p>
      </dgm:t>
    </dgm:pt>
    <dgm:pt modelId="{87971A12-A6B6-4197-A0E8-04E68C73C293}" type="pres">
      <dgm:prSet presAssocID="{A12E24BB-B2D1-46CB-A03A-16612625C6D9}" presName="bullet3c" presStyleLbl="node1" presStyleIdx="2" presStyleCnt="3"/>
      <dgm:spPr/>
    </dgm:pt>
  </dgm:ptLst>
  <dgm:cxnLst>
    <dgm:cxn modelId="{54613EDC-5AA3-444B-BC61-FD59E99963B3}" type="presOf" srcId="{A12E24BB-B2D1-46CB-A03A-16612625C6D9}" destId="{912F4A56-954F-4116-820A-78B7D54C1BDB}" srcOrd="0" destOrd="0" presId="urn:microsoft.com/office/officeart/2005/8/layout/arrow2#1"/>
    <dgm:cxn modelId="{004B0CC1-4C31-455B-B68C-D53DE05236E1}" type="presOf" srcId="{C6B0C062-C57F-4773-AD0D-F38255E3D28B}" destId="{7702F23C-8B74-4E81-878F-FC4D4E811F20}" srcOrd="0" destOrd="0" presId="urn:microsoft.com/office/officeart/2005/8/layout/arrow2#1"/>
    <dgm:cxn modelId="{5FF947D2-FD39-4BFE-9ECF-F1D83CA44273}" type="presOf" srcId="{47E7A2FA-4BD5-4DEC-9F96-BCA4BBA47DCF}" destId="{927F647F-96BC-4E61-884C-3053C7634AF5}" srcOrd="0" destOrd="0" presId="urn:microsoft.com/office/officeart/2005/8/layout/arrow2#1"/>
    <dgm:cxn modelId="{0580084D-742D-406A-89D5-1D9B5DFE1955}" type="presOf" srcId="{96C57C87-EB3B-4EC2-9A41-07DDB6E1CD5F}" destId="{77EE22B3-CA06-42EE-A4F0-16D4F2D463EA}" srcOrd="0" destOrd="0" presId="urn:microsoft.com/office/officeart/2005/8/layout/arrow2#1"/>
    <dgm:cxn modelId="{34AAA809-0B3A-4EEC-AF99-BC937D6DC898}" srcId="{C6B0C062-C57F-4773-AD0D-F38255E3D28B}" destId="{47E7A2FA-4BD5-4DEC-9F96-BCA4BBA47DCF}" srcOrd="1" destOrd="0" parTransId="{8B3FB3DE-869F-44EA-939A-EB85E6D38D01}" sibTransId="{996E13EC-AFA1-4AAC-A0C4-087C617FF2D9}"/>
    <dgm:cxn modelId="{925307BB-5B35-431F-9DA1-13475E6C4B77}" srcId="{C6B0C062-C57F-4773-AD0D-F38255E3D28B}" destId="{96C57C87-EB3B-4EC2-9A41-07DDB6E1CD5F}" srcOrd="0" destOrd="0" parTransId="{5D1DC240-AF47-483E-BDD5-25D164AF9AD2}" sibTransId="{22F632CD-20B4-4C6C-851D-A0DA6FD61C5D}"/>
    <dgm:cxn modelId="{94D561A6-8F1D-4D66-A563-4B89F9A5BBB1}" srcId="{C6B0C062-C57F-4773-AD0D-F38255E3D28B}" destId="{A12E24BB-B2D1-46CB-A03A-16612625C6D9}" srcOrd="2" destOrd="0" parTransId="{7B556FFC-7709-44C1-B4BC-586D0EBBD1C9}" sibTransId="{9A6810F2-A473-4C4E-91CC-7ED8BF0F5902}"/>
    <dgm:cxn modelId="{F4158BB6-0F10-4AB7-92B9-A9EF594F6AB8}" type="presParOf" srcId="{7702F23C-8B74-4E81-878F-FC4D4E811F20}" destId="{8D8196B2-8690-410B-88DD-58E36C1508F0}" srcOrd="0" destOrd="0" presId="urn:microsoft.com/office/officeart/2005/8/layout/arrow2#1"/>
    <dgm:cxn modelId="{7CED8F82-6339-4F4B-82CA-7558803C8013}" type="presParOf" srcId="{7702F23C-8B74-4E81-878F-FC4D4E811F20}" destId="{925DF700-175B-486E-8CDB-3F5523B469B9}" srcOrd="1" destOrd="0" presId="urn:microsoft.com/office/officeart/2005/8/layout/arrow2#1"/>
    <dgm:cxn modelId="{FA819C36-F12D-4FEF-A257-69603EA28683}" type="presParOf" srcId="{925DF700-175B-486E-8CDB-3F5523B469B9}" destId="{77EE22B3-CA06-42EE-A4F0-16D4F2D463EA}" srcOrd="0" destOrd="0" presId="urn:microsoft.com/office/officeart/2005/8/layout/arrow2#1"/>
    <dgm:cxn modelId="{5B71C18D-3D26-4817-ABCB-DAF08C77BBD2}" type="presParOf" srcId="{925DF700-175B-486E-8CDB-3F5523B469B9}" destId="{FD9448E3-A923-4562-82EE-2D6547A66745}" srcOrd="1" destOrd="0" presId="urn:microsoft.com/office/officeart/2005/8/layout/arrow2#1"/>
    <dgm:cxn modelId="{57673D7B-141D-4A8C-A13F-F19185BC6B9E}" type="presParOf" srcId="{925DF700-175B-486E-8CDB-3F5523B469B9}" destId="{927F647F-96BC-4E61-884C-3053C7634AF5}" srcOrd="2" destOrd="0" presId="urn:microsoft.com/office/officeart/2005/8/layout/arrow2#1"/>
    <dgm:cxn modelId="{0A948BDB-DA91-4DC7-BD07-3E12D993487E}" type="presParOf" srcId="{925DF700-175B-486E-8CDB-3F5523B469B9}" destId="{FE51A7F7-D190-40A1-8F89-9DF82761F331}" srcOrd="3" destOrd="0" presId="urn:microsoft.com/office/officeart/2005/8/layout/arrow2#1"/>
    <dgm:cxn modelId="{8A2DD491-4BCB-4C5A-9285-A1F1CAA328A6}" type="presParOf" srcId="{925DF700-175B-486E-8CDB-3F5523B469B9}" destId="{912F4A56-954F-4116-820A-78B7D54C1BDB}" srcOrd="4" destOrd="0" presId="urn:microsoft.com/office/officeart/2005/8/layout/arrow2#1"/>
    <dgm:cxn modelId="{D6ADAA1A-AADF-4ACB-9D95-699E6A7404C9}" type="presParOf" srcId="{925DF700-175B-486E-8CDB-3F5523B469B9}" destId="{87971A12-A6B6-4197-A0E8-04E68C73C293}" srcOrd="5" destOrd="0" presId="urn:microsoft.com/office/officeart/2005/8/layout/arrow2#1"/>
  </dgm:cxnLst>
  <dgm:bg/>
  <dgm:whole/>
  <dgm:extLst>
    <a:ext uri="http://schemas.microsoft.com/office/drawing/2008/diagram">
      <dsp:dataModelExt xmlns:dsp="http://schemas.microsoft.com/office/drawing/2008/diagram" xmlns="" relId="rId8"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2B481571-BC55-4AF7-8D2E-259FFF397CBA}">
      <dsp:nvSpPr>
        <dsp:cNvPr id="0" name=""/>
        <dsp:cNvSpPr/>
      </dsp:nvSpPr>
      <dsp:spPr>
        <a:xfrm>
          <a:off x="459255" y="1790481"/>
          <a:ext cx="3600000" cy="1710000"/>
        </a:xfrm>
        <a:prstGeom prst="rect">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0020" tIns="160020" rIns="213360" bIns="240030" numCol="1" spcCol="1270" anchor="t" anchorCtr="0">
          <a:noAutofit/>
        </a:bodyPr>
        <a:lstStyle/>
        <a:p>
          <a:pPr marL="228600" lvl="1" indent="-228600" algn="l" defTabSz="1022350">
            <a:lnSpc>
              <a:spcPct val="90000"/>
            </a:lnSpc>
            <a:spcBef>
              <a:spcPct val="0"/>
            </a:spcBef>
            <a:spcAft>
              <a:spcPct val="15000"/>
            </a:spcAft>
            <a:buChar char="••"/>
          </a:pPr>
          <a:endParaRPr lang="en-US" sz="2300" kern="1200" dirty="0">
            <a:effectLst/>
          </a:endParaRPr>
        </a:p>
      </dsp:txBody>
      <dsp:txXfrm>
        <a:off x="459255" y="1790481"/>
        <a:ext cx="3600000" cy="1710000"/>
      </dsp:txXfrm>
    </dsp:sp>
    <dsp:sp modelId="{B5B365FC-1166-487E-94DA-1436639AACE6}">
      <dsp:nvSpPr>
        <dsp:cNvPr id="0" name=""/>
        <dsp:cNvSpPr/>
      </dsp:nvSpPr>
      <dsp:spPr>
        <a:xfrm>
          <a:off x="459255" y="1025481"/>
          <a:ext cx="3600000" cy="765000"/>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56032" tIns="146304" rIns="256032" bIns="146304" numCol="1" spcCol="1270" anchor="ctr" anchorCtr="0">
          <a:noAutofit/>
        </a:bodyPr>
        <a:lstStyle/>
        <a:p>
          <a:pPr lvl="0" algn="ctr" defTabSz="1600200">
            <a:lnSpc>
              <a:spcPct val="90000"/>
            </a:lnSpc>
            <a:spcBef>
              <a:spcPct val="0"/>
            </a:spcBef>
            <a:spcAft>
              <a:spcPct val="35000"/>
            </a:spcAft>
          </a:pPr>
          <a:r>
            <a:rPr lang="en-US" sz="3600" kern="1200" dirty="0" smtClean="0">
              <a:effectLst/>
            </a:rPr>
            <a:t>Single</a:t>
          </a:r>
          <a:endParaRPr lang="en-US" sz="3600" kern="1200" dirty="0">
            <a:effectLst/>
          </a:endParaRPr>
        </a:p>
      </dsp:txBody>
      <dsp:txXfrm>
        <a:off x="459255" y="1025481"/>
        <a:ext cx="3600000" cy="765000"/>
      </dsp:txXfrm>
    </dsp:sp>
    <dsp:sp modelId="{04269632-F9A2-483A-8C2B-A47CE316A641}">
      <dsp:nvSpPr>
        <dsp:cNvPr id="0" name=""/>
        <dsp:cNvSpPr/>
      </dsp:nvSpPr>
      <dsp:spPr>
        <a:xfrm>
          <a:off x="4627544" y="1790481"/>
          <a:ext cx="3600000" cy="1710000"/>
        </a:xfrm>
        <a:prstGeom prst="rect">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2024" tIns="192024" rIns="256032" bIns="288036" numCol="1" spcCol="1270" anchor="t" anchorCtr="0">
          <a:noAutofit/>
        </a:bodyPr>
        <a:lstStyle/>
        <a:p>
          <a:pPr marL="285750" lvl="1" indent="-285750" algn="l" defTabSz="1244600">
            <a:lnSpc>
              <a:spcPct val="90000"/>
            </a:lnSpc>
            <a:spcBef>
              <a:spcPct val="0"/>
            </a:spcBef>
            <a:spcAft>
              <a:spcPct val="15000"/>
            </a:spcAft>
            <a:buChar char="••"/>
          </a:pPr>
          <a:endParaRPr lang="en-US" sz="2800" kern="1200" dirty="0">
            <a:effectLst/>
          </a:endParaRPr>
        </a:p>
        <a:p>
          <a:pPr marL="285750" lvl="1" indent="-285750" algn="l" defTabSz="1244600">
            <a:lnSpc>
              <a:spcPct val="90000"/>
            </a:lnSpc>
            <a:spcBef>
              <a:spcPct val="0"/>
            </a:spcBef>
            <a:spcAft>
              <a:spcPct val="15000"/>
            </a:spcAft>
            <a:buChar char="••"/>
          </a:pPr>
          <a:endParaRPr lang="en-US" sz="2800" kern="1200" dirty="0">
            <a:effectLst/>
          </a:endParaRPr>
        </a:p>
        <a:p>
          <a:pPr marL="285750" lvl="1" indent="-285750" algn="l" defTabSz="1244600">
            <a:lnSpc>
              <a:spcPct val="90000"/>
            </a:lnSpc>
            <a:spcBef>
              <a:spcPct val="0"/>
            </a:spcBef>
            <a:spcAft>
              <a:spcPct val="15000"/>
            </a:spcAft>
            <a:buChar char="••"/>
          </a:pPr>
          <a:endParaRPr lang="en-US" sz="2800" kern="1200" dirty="0">
            <a:effectLst/>
          </a:endParaRPr>
        </a:p>
      </dsp:txBody>
      <dsp:txXfrm>
        <a:off x="4627544" y="1790481"/>
        <a:ext cx="3600000" cy="1710000"/>
      </dsp:txXfrm>
    </dsp:sp>
    <dsp:sp modelId="{2746C005-0552-405D-AFCF-F82F8762A9DA}">
      <dsp:nvSpPr>
        <dsp:cNvPr id="0" name=""/>
        <dsp:cNvSpPr/>
      </dsp:nvSpPr>
      <dsp:spPr>
        <a:xfrm>
          <a:off x="4627544" y="1025481"/>
          <a:ext cx="3600000" cy="765000"/>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56032" tIns="146304" rIns="256032" bIns="146304" numCol="1" spcCol="1270" anchor="ctr" anchorCtr="0">
          <a:noAutofit/>
        </a:bodyPr>
        <a:lstStyle/>
        <a:p>
          <a:pPr lvl="0" algn="ctr" defTabSz="1600200">
            <a:lnSpc>
              <a:spcPct val="90000"/>
            </a:lnSpc>
            <a:spcBef>
              <a:spcPct val="0"/>
            </a:spcBef>
            <a:spcAft>
              <a:spcPct val="35000"/>
            </a:spcAft>
          </a:pPr>
          <a:r>
            <a:rPr lang="en-US" sz="3600" kern="1200" dirty="0" smtClean="0">
              <a:effectLst/>
            </a:rPr>
            <a:t>Married</a:t>
          </a:r>
          <a:endParaRPr lang="en-US" sz="3600" kern="1200" dirty="0">
            <a:effectLst/>
          </a:endParaRPr>
        </a:p>
      </dsp:txBody>
      <dsp:txXfrm>
        <a:off x="4627544" y="1025481"/>
        <a:ext cx="3600000" cy="765000"/>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EA31B26A-DE4D-47F0-A1D9-A0BB98B2C43D}">
      <dsp:nvSpPr>
        <dsp:cNvPr id="0" name=""/>
        <dsp:cNvSpPr/>
      </dsp:nvSpPr>
      <dsp:spPr>
        <a:xfrm rot="10800000">
          <a:off x="1663461" y="216"/>
          <a:ext cx="5574030" cy="1037906"/>
        </a:xfrm>
        <a:prstGeom prst="homePlate">
          <a:avLst/>
        </a:prstGeom>
        <a:solidFill>
          <a:schemeClr val="accent3">
            <a:alpha val="90000"/>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57688" tIns="199136" rIns="199136" bIns="199136" numCol="1" spcCol="1270" anchor="ctr" anchorCtr="0">
          <a:noAutofit/>
        </a:bodyPr>
        <a:lstStyle/>
        <a:p>
          <a:pPr lvl="0" algn="l" defTabSz="1244600">
            <a:lnSpc>
              <a:spcPct val="90000"/>
            </a:lnSpc>
            <a:spcBef>
              <a:spcPct val="0"/>
            </a:spcBef>
            <a:spcAft>
              <a:spcPct val="35000"/>
            </a:spcAft>
          </a:pPr>
          <a:r>
            <a:rPr lang="en-US" sz="2800" kern="1200" dirty="0" smtClean="0">
              <a:effectLst>
                <a:outerShdw blurRad="50800" dist="50800" dir="2700000" algn="tl" rotWithShape="0">
                  <a:srgbClr val="000000">
                    <a:alpha val="43137"/>
                  </a:srgbClr>
                </a:outerShdw>
              </a:effectLst>
            </a:rPr>
            <a:t>Must have LEP exceeding 5% of wages at the time of injury.</a:t>
          </a:r>
          <a:endParaRPr lang="en-US" sz="2800" kern="1200" dirty="0">
            <a:effectLst>
              <a:outerShdw blurRad="50800" dist="50800" dir="2700000" algn="tl" rotWithShape="0">
                <a:srgbClr val="000000">
                  <a:alpha val="43137"/>
                </a:srgbClr>
              </a:outerShdw>
            </a:effectLst>
          </a:endParaRPr>
        </a:p>
      </dsp:txBody>
      <dsp:txXfrm rot="10800000">
        <a:off x="1663461" y="216"/>
        <a:ext cx="5574030" cy="1037906"/>
      </dsp:txXfrm>
    </dsp:sp>
    <dsp:sp modelId="{85FC09C1-F5A8-48CE-A79A-7DF7DA8A91CC}">
      <dsp:nvSpPr>
        <dsp:cNvPr id="0" name=""/>
        <dsp:cNvSpPr/>
      </dsp:nvSpPr>
      <dsp:spPr>
        <a:xfrm>
          <a:off x="1146708" y="0"/>
          <a:ext cx="1037906" cy="1037906"/>
        </a:xfrm>
        <a:prstGeom prst="ellipse">
          <a:avLst/>
        </a:prstGeom>
        <a:blipFill rotWithShape="0">
          <a:blip xmlns:r="http://schemas.openxmlformats.org/officeDocument/2006/relationships" r:embed="rId1"/>
          <a:stretch>
            <a:fillRect/>
          </a:stretch>
        </a:blip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dsp:style>
    </dsp:sp>
    <dsp:sp modelId="{623F5DBF-5DAC-4039-9A1C-4D0F8261FCBB}">
      <dsp:nvSpPr>
        <dsp:cNvPr id="0" name=""/>
        <dsp:cNvSpPr/>
      </dsp:nvSpPr>
      <dsp:spPr>
        <a:xfrm rot="10800000">
          <a:off x="1663461" y="1347946"/>
          <a:ext cx="5574030" cy="1037906"/>
        </a:xfrm>
        <a:prstGeom prst="homePlate">
          <a:avLst/>
        </a:prstGeom>
        <a:solidFill>
          <a:schemeClr val="accent3">
            <a:alpha val="90000"/>
            <a:hueOff val="0"/>
            <a:satOff val="0"/>
            <a:lumOff val="0"/>
            <a:alphaOff val="-2000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57688" tIns="156464" rIns="156464" bIns="156464" numCol="1" spcCol="1270" anchor="ctr" anchorCtr="0">
          <a:noAutofit/>
        </a:bodyPr>
        <a:lstStyle/>
        <a:p>
          <a:pPr lvl="0" algn="l" defTabSz="977900">
            <a:lnSpc>
              <a:spcPct val="90000"/>
            </a:lnSpc>
            <a:spcBef>
              <a:spcPct val="0"/>
            </a:spcBef>
            <a:spcAft>
              <a:spcPct val="35000"/>
            </a:spcAft>
          </a:pPr>
          <a:r>
            <a:rPr lang="en-US" sz="2200" kern="1200" dirty="0" smtClean="0">
              <a:effectLst>
                <a:outerShdw blurRad="50800" dist="50800" dir="2700000" algn="tl" rotWithShape="0">
                  <a:srgbClr val="000000">
                    <a:alpha val="43137"/>
                  </a:srgbClr>
                </a:outerShdw>
              </a:effectLst>
            </a:rPr>
            <a:t>Must have medical certification indicating the worker’s LEP is due to the industrial injury or O.D.</a:t>
          </a:r>
          <a:endParaRPr lang="en-US" sz="2200" kern="1200" dirty="0">
            <a:effectLst>
              <a:outerShdw blurRad="50800" dist="50800" dir="2700000" algn="tl" rotWithShape="0">
                <a:srgbClr val="000000">
                  <a:alpha val="43137"/>
                </a:srgbClr>
              </a:outerShdw>
            </a:effectLst>
          </a:endParaRPr>
        </a:p>
      </dsp:txBody>
      <dsp:txXfrm rot="10800000">
        <a:off x="1663461" y="1347946"/>
        <a:ext cx="5574030" cy="1037906"/>
      </dsp:txXfrm>
    </dsp:sp>
    <dsp:sp modelId="{0CC77CC7-06E1-4509-BCB8-967BBC24F776}">
      <dsp:nvSpPr>
        <dsp:cNvPr id="0" name=""/>
        <dsp:cNvSpPr/>
      </dsp:nvSpPr>
      <dsp:spPr>
        <a:xfrm>
          <a:off x="1144508" y="1347946"/>
          <a:ext cx="1037906" cy="1037906"/>
        </a:xfrm>
        <a:prstGeom prst="ellipse">
          <a:avLst/>
        </a:prstGeom>
        <a:blipFill rotWithShape="0">
          <a:blip xmlns:r="http://schemas.openxmlformats.org/officeDocument/2006/relationships" r:embed="rId2"/>
          <a:stretch>
            <a:fillRect/>
          </a:stretch>
        </a:blip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dsp:style>
    </dsp:sp>
    <dsp:sp modelId="{8D650AD2-DF78-4808-B361-6DB15F4A3B1C}">
      <dsp:nvSpPr>
        <dsp:cNvPr id="0" name=""/>
        <dsp:cNvSpPr/>
      </dsp:nvSpPr>
      <dsp:spPr>
        <a:xfrm rot="10800000">
          <a:off x="1663461" y="2695676"/>
          <a:ext cx="5574030" cy="1037906"/>
        </a:xfrm>
        <a:prstGeom prst="homePlate">
          <a:avLst/>
        </a:prstGeom>
        <a:solidFill>
          <a:schemeClr val="accent3">
            <a:alpha val="90000"/>
            <a:hueOff val="0"/>
            <a:satOff val="0"/>
            <a:lumOff val="0"/>
            <a:alphaOff val="-4000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57688" tIns="170688" rIns="170688" bIns="170688" numCol="1" spcCol="1270" anchor="ctr" anchorCtr="0">
          <a:noAutofit/>
        </a:bodyPr>
        <a:lstStyle/>
        <a:p>
          <a:pPr lvl="0" algn="l" defTabSz="1066800">
            <a:lnSpc>
              <a:spcPct val="90000"/>
            </a:lnSpc>
            <a:spcBef>
              <a:spcPct val="0"/>
            </a:spcBef>
            <a:spcAft>
              <a:spcPct val="35000"/>
            </a:spcAft>
          </a:pPr>
          <a:r>
            <a:rPr lang="en-US" sz="2400" kern="1200" dirty="0" smtClean="0">
              <a:effectLst>
                <a:outerShdw blurRad="50800" dist="50800" dir="2700000" algn="tl" rotWithShape="0">
                  <a:srgbClr val="000000">
                    <a:alpha val="43137"/>
                  </a:srgbClr>
                </a:outerShdw>
              </a:effectLst>
            </a:rPr>
            <a:t>Must be working at any employment for income, salary, wages, or commission.</a:t>
          </a:r>
          <a:endParaRPr lang="en-US" sz="2400" kern="1200" dirty="0">
            <a:effectLst>
              <a:outerShdw blurRad="50800" dist="50800" dir="2700000" algn="tl" rotWithShape="0">
                <a:srgbClr val="000000">
                  <a:alpha val="43137"/>
                </a:srgbClr>
              </a:outerShdw>
            </a:effectLst>
          </a:endParaRPr>
        </a:p>
      </dsp:txBody>
      <dsp:txXfrm rot="10800000">
        <a:off x="1663461" y="2695676"/>
        <a:ext cx="5574030" cy="1037906"/>
      </dsp:txXfrm>
    </dsp:sp>
    <dsp:sp modelId="{742821AC-200B-48B9-BDC3-259AF356565E}">
      <dsp:nvSpPr>
        <dsp:cNvPr id="0" name=""/>
        <dsp:cNvSpPr/>
      </dsp:nvSpPr>
      <dsp:spPr>
        <a:xfrm>
          <a:off x="1144508" y="2695676"/>
          <a:ext cx="1037906" cy="1037906"/>
        </a:xfrm>
        <a:prstGeom prst="ellipse">
          <a:avLst/>
        </a:prstGeom>
        <a:blipFill rotWithShape="0">
          <a:blip xmlns:r="http://schemas.openxmlformats.org/officeDocument/2006/relationships" r:embed="rId3"/>
          <a:stretch>
            <a:fillRect/>
          </a:stretch>
        </a:blip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dsp:style>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2B481571-BC55-4AF7-8D2E-259FFF397CBA}">
      <dsp:nvSpPr>
        <dsp:cNvPr id="0" name=""/>
        <dsp:cNvSpPr/>
      </dsp:nvSpPr>
      <dsp:spPr>
        <a:xfrm>
          <a:off x="459255" y="1843662"/>
          <a:ext cx="3600000" cy="1710000"/>
        </a:xfrm>
        <a:prstGeom prst="rect">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0020" tIns="160020" rIns="213360" bIns="240030" numCol="1" spcCol="1270" anchor="t" anchorCtr="0">
          <a:noAutofit/>
        </a:bodyPr>
        <a:lstStyle/>
        <a:p>
          <a:pPr marL="228600" lvl="1" indent="-228600" algn="l" defTabSz="1022350">
            <a:lnSpc>
              <a:spcPct val="90000"/>
            </a:lnSpc>
            <a:spcBef>
              <a:spcPct val="0"/>
            </a:spcBef>
            <a:spcAft>
              <a:spcPct val="15000"/>
            </a:spcAft>
            <a:buChar char="••"/>
          </a:pPr>
          <a:endParaRPr lang="en-US" sz="2300" kern="1200" dirty="0">
            <a:effectLst/>
          </a:endParaRPr>
        </a:p>
      </dsp:txBody>
      <dsp:txXfrm>
        <a:off x="459255" y="1843662"/>
        <a:ext cx="3600000" cy="1710000"/>
      </dsp:txXfrm>
    </dsp:sp>
    <dsp:sp modelId="{B5B365FC-1166-487E-94DA-1436639AACE6}">
      <dsp:nvSpPr>
        <dsp:cNvPr id="0" name=""/>
        <dsp:cNvSpPr/>
      </dsp:nvSpPr>
      <dsp:spPr>
        <a:xfrm>
          <a:off x="459255" y="1078662"/>
          <a:ext cx="3600000" cy="765000"/>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56032" tIns="146304" rIns="256032" bIns="146304" numCol="1" spcCol="1270" anchor="ctr" anchorCtr="0">
          <a:noAutofit/>
        </a:bodyPr>
        <a:lstStyle/>
        <a:p>
          <a:pPr lvl="0" algn="ctr" defTabSz="1600200">
            <a:lnSpc>
              <a:spcPct val="90000"/>
            </a:lnSpc>
            <a:spcBef>
              <a:spcPct val="0"/>
            </a:spcBef>
            <a:spcAft>
              <a:spcPct val="35000"/>
            </a:spcAft>
          </a:pPr>
          <a:r>
            <a:rPr lang="en-US" sz="3600" kern="1200" dirty="0" smtClean="0">
              <a:effectLst/>
            </a:rPr>
            <a:t>Medical Fixity</a:t>
          </a:r>
          <a:endParaRPr lang="en-US" sz="3600" kern="1200" dirty="0">
            <a:effectLst/>
          </a:endParaRPr>
        </a:p>
      </dsp:txBody>
      <dsp:txXfrm>
        <a:off x="459255" y="1078662"/>
        <a:ext cx="3600000" cy="765000"/>
      </dsp:txXfrm>
    </dsp:sp>
    <dsp:sp modelId="{04269632-F9A2-483A-8C2B-A47CE316A641}">
      <dsp:nvSpPr>
        <dsp:cNvPr id="0" name=""/>
        <dsp:cNvSpPr/>
      </dsp:nvSpPr>
      <dsp:spPr>
        <a:xfrm>
          <a:off x="4648208" y="1828798"/>
          <a:ext cx="3600000" cy="1710000"/>
        </a:xfrm>
        <a:prstGeom prst="rect">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2024" tIns="192024" rIns="256032" bIns="288036" numCol="1" spcCol="1270" anchor="t" anchorCtr="0">
          <a:noAutofit/>
        </a:bodyPr>
        <a:lstStyle/>
        <a:p>
          <a:pPr marL="285750" lvl="1" indent="-285750" algn="l" defTabSz="1244600">
            <a:lnSpc>
              <a:spcPct val="90000"/>
            </a:lnSpc>
            <a:spcBef>
              <a:spcPct val="0"/>
            </a:spcBef>
            <a:spcAft>
              <a:spcPct val="15000"/>
            </a:spcAft>
            <a:buChar char="••"/>
          </a:pPr>
          <a:endParaRPr lang="en-US" sz="2800" kern="1200" dirty="0">
            <a:effectLst/>
          </a:endParaRPr>
        </a:p>
        <a:p>
          <a:pPr marL="285750" lvl="1" indent="-285750" algn="l" defTabSz="1244600">
            <a:lnSpc>
              <a:spcPct val="90000"/>
            </a:lnSpc>
            <a:spcBef>
              <a:spcPct val="0"/>
            </a:spcBef>
            <a:spcAft>
              <a:spcPct val="15000"/>
            </a:spcAft>
            <a:buChar char="••"/>
          </a:pPr>
          <a:endParaRPr lang="en-US" sz="2800" kern="1200" dirty="0">
            <a:effectLst/>
          </a:endParaRPr>
        </a:p>
        <a:p>
          <a:pPr marL="285750" lvl="1" indent="-285750" algn="l" defTabSz="1244600">
            <a:lnSpc>
              <a:spcPct val="90000"/>
            </a:lnSpc>
            <a:spcBef>
              <a:spcPct val="0"/>
            </a:spcBef>
            <a:spcAft>
              <a:spcPct val="15000"/>
            </a:spcAft>
            <a:buChar char="••"/>
          </a:pPr>
          <a:endParaRPr lang="en-US" sz="2800" kern="1200" dirty="0">
            <a:effectLst/>
          </a:endParaRPr>
        </a:p>
      </dsp:txBody>
      <dsp:txXfrm>
        <a:off x="4648208" y="1828798"/>
        <a:ext cx="3600000" cy="1710000"/>
      </dsp:txXfrm>
    </dsp:sp>
    <dsp:sp modelId="{2746C005-0552-405D-AFCF-F82F8762A9DA}">
      <dsp:nvSpPr>
        <dsp:cNvPr id="0" name=""/>
        <dsp:cNvSpPr/>
      </dsp:nvSpPr>
      <dsp:spPr>
        <a:xfrm>
          <a:off x="4627544" y="1078662"/>
          <a:ext cx="3600000" cy="765000"/>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56032" tIns="146304" rIns="256032" bIns="146304" numCol="1" spcCol="1270" anchor="ctr" anchorCtr="0">
          <a:noAutofit/>
        </a:bodyPr>
        <a:lstStyle/>
        <a:p>
          <a:pPr lvl="0" algn="ctr" defTabSz="1600200">
            <a:lnSpc>
              <a:spcPct val="90000"/>
            </a:lnSpc>
            <a:spcBef>
              <a:spcPct val="0"/>
            </a:spcBef>
            <a:spcAft>
              <a:spcPct val="35000"/>
            </a:spcAft>
          </a:pPr>
          <a:r>
            <a:rPr lang="en-US" sz="3600" kern="1200" dirty="0" smtClean="0">
              <a:effectLst/>
            </a:rPr>
            <a:t>Vocational Fixity</a:t>
          </a:r>
          <a:endParaRPr lang="en-US" sz="3600" kern="1200" dirty="0">
            <a:effectLst/>
          </a:endParaRPr>
        </a:p>
      </dsp:txBody>
      <dsp:txXfrm>
        <a:off x="4627544" y="1078662"/>
        <a:ext cx="3600000" cy="765000"/>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D8196B2-8690-410B-88DD-58E36C1508F0}">
      <dsp:nvSpPr>
        <dsp:cNvPr id="0" name=""/>
        <dsp:cNvSpPr/>
      </dsp:nvSpPr>
      <dsp:spPr>
        <a:xfrm>
          <a:off x="0" y="0"/>
          <a:ext cx="8686800" cy="4419599"/>
        </a:xfrm>
        <a:prstGeom prst="swooshArrow">
          <a:avLst/>
        </a:prstGeom>
        <a:solidFill>
          <a:schemeClr val="accent3">
            <a:tint val="60000"/>
          </a:schemeClr>
        </a:solidFill>
        <a:ln>
          <a:noFill/>
        </a:ln>
        <a:effectLst/>
      </dsp:spPr>
      <dsp:style>
        <a:lnRef idx="0">
          <a:scrgbClr r="0" g="0" b="0"/>
        </a:lnRef>
        <a:fillRef idx="1">
          <a:scrgbClr r="0" g="0" b="0"/>
        </a:fillRef>
        <a:effectRef idx="0">
          <a:scrgbClr r="0" g="0" b="0"/>
        </a:effectRef>
        <a:fontRef idx="minor"/>
      </dsp:style>
    </dsp:sp>
    <dsp:sp modelId="{77EE22B3-CA06-42EE-A4F0-16D4F2D463EA}">
      <dsp:nvSpPr>
        <dsp:cNvPr id="0" name=""/>
        <dsp:cNvSpPr/>
      </dsp:nvSpPr>
      <dsp:spPr>
        <a:xfrm>
          <a:off x="1600195" y="2743202"/>
          <a:ext cx="2552703" cy="16331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t" anchorCtr="0">
          <a:noAutofit/>
        </a:bodyPr>
        <a:lstStyle/>
        <a:p>
          <a:pPr lvl="0" algn="l" defTabSz="800100">
            <a:lnSpc>
              <a:spcPct val="90000"/>
            </a:lnSpc>
            <a:spcBef>
              <a:spcPct val="0"/>
            </a:spcBef>
            <a:spcAft>
              <a:spcPct val="35000"/>
            </a:spcAft>
          </a:pPr>
          <a:r>
            <a:rPr lang="en-US" sz="1800" kern="1200" dirty="0" smtClean="0">
              <a:effectLst>
                <a:outerShdw blurRad="50800" dist="50800" dir="2700000" algn="tl" rotWithShape="0">
                  <a:srgbClr val="000000">
                    <a:alpha val="43137"/>
                  </a:srgbClr>
                </a:outerShdw>
              </a:effectLst>
            </a:rPr>
            <a:t>Closing Order is requested by </a:t>
          </a:r>
          <a:r>
            <a:rPr lang="en-US" sz="1800" kern="1200" dirty="0" err="1" smtClean="0">
              <a:effectLst>
                <a:outerShdw blurRad="50800" dist="50800" dir="2700000" algn="tl" rotWithShape="0">
                  <a:srgbClr val="000000">
                    <a:alpha val="43137"/>
                  </a:srgbClr>
                </a:outerShdw>
              </a:effectLst>
            </a:rPr>
            <a:t>Penser</a:t>
          </a:r>
          <a:r>
            <a:rPr lang="en-US" sz="1800" kern="1200" dirty="0" smtClean="0">
              <a:effectLst>
                <a:outerShdw blurRad="50800" dist="50800" dir="2700000" algn="tl" rotWithShape="0">
                  <a:srgbClr val="000000">
                    <a:alpha val="43137"/>
                  </a:srgbClr>
                </a:outerShdw>
              </a:effectLst>
            </a:rPr>
            <a:t> along with evidence showing medical and vocational fixity.</a:t>
          </a:r>
          <a:endParaRPr lang="en-US" sz="1800" kern="1200" dirty="0">
            <a:effectLst>
              <a:outerShdw blurRad="50800" dist="50800" dir="2700000" algn="tl" rotWithShape="0">
                <a:srgbClr val="000000">
                  <a:alpha val="43137"/>
                </a:srgbClr>
              </a:outerShdw>
            </a:effectLst>
          </a:endParaRPr>
        </a:p>
      </dsp:txBody>
      <dsp:txXfrm>
        <a:off x="1600195" y="2743202"/>
        <a:ext cx="2552703" cy="1633117"/>
      </dsp:txXfrm>
    </dsp:sp>
    <dsp:sp modelId="{FD9448E3-A923-4562-82EE-2D6547A66745}">
      <dsp:nvSpPr>
        <dsp:cNvPr id="0" name=""/>
        <dsp:cNvSpPr/>
      </dsp:nvSpPr>
      <dsp:spPr>
        <a:xfrm>
          <a:off x="1442008" y="2865424"/>
          <a:ext cx="173736" cy="173736"/>
        </a:xfrm>
        <a:prstGeom prst="ellipse">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sp>
    <dsp:sp modelId="{927F647F-96BC-4E61-884C-3053C7634AF5}">
      <dsp:nvSpPr>
        <dsp:cNvPr id="0" name=""/>
        <dsp:cNvSpPr/>
      </dsp:nvSpPr>
      <dsp:spPr>
        <a:xfrm>
          <a:off x="3962396" y="1561065"/>
          <a:ext cx="2171700" cy="1908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t" anchorCtr="0">
          <a:noAutofit/>
        </a:bodyPr>
        <a:lstStyle/>
        <a:p>
          <a:pPr lvl="0" algn="l" defTabSz="800100">
            <a:lnSpc>
              <a:spcPct val="90000"/>
            </a:lnSpc>
            <a:spcBef>
              <a:spcPct val="0"/>
            </a:spcBef>
            <a:spcAft>
              <a:spcPct val="35000"/>
            </a:spcAft>
          </a:pPr>
          <a:r>
            <a:rPr lang="en-US" sz="1800" kern="1200" dirty="0" smtClean="0">
              <a:effectLst>
                <a:outerShdw blurRad="50800" dist="50800" dir="2700000" algn="tl" rotWithShape="0">
                  <a:srgbClr val="000000">
                    <a:alpha val="43137"/>
                  </a:srgbClr>
                </a:outerShdw>
              </a:effectLst>
            </a:rPr>
            <a:t>DLI issues an order identifying the dates time loss was paid and PPD if appropriate.</a:t>
          </a:r>
          <a:endParaRPr lang="en-US" sz="1800" kern="1200" dirty="0">
            <a:effectLst>
              <a:outerShdw blurRad="50800" dist="50800" dir="2700000" algn="tl" rotWithShape="0">
                <a:srgbClr val="000000">
                  <a:alpha val="43137"/>
                </a:srgbClr>
              </a:outerShdw>
            </a:effectLst>
          </a:endParaRPr>
        </a:p>
      </dsp:txBody>
      <dsp:txXfrm>
        <a:off x="3962396" y="1561065"/>
        <a:ext cx="2171700" cy="1908820"/>
      </dsp:txXfrm>
    </dsp:sp>
    <dsp:sp modelId="{FE51A7F7-D190-40A1-8F89-9DF82761F331}">
      <dsp:nvSpPr>
        <dsp:cNvPr id="0" name=""/>
        <dsp:cNvSpPr/>
      </dsp:nvSpPr>
      <dsp:spPr>
        <a:xfrm>
          <a:off x="3639769" y="1698497"/>
          <a:ext cx="282321" cy="282321"/>
        </a:xfrm>
        <a:prstGeom prst="ellipse">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sp>
    <dsp:sp modelId="{912F4A56-954F-4116-820A-78B7D54C1BDB}">
      <dsp:nvSpPr>
        <dsp:cNvPr id="0" name=""/>
        <dsp:cNvSpPr/>
      </dsp:nvSpPr>
      <dsp:spPr>
        <a:xfrm>
          <a:off x="6591304" y="838205"/>
          <a:ext cx="2095495" cy="1693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t" anchorCtr="0">
          <a:noAutofit/>
        </a:bodyPr>
        <a:lstStyle/>
        <a:p>
          <a:pPr lvl="0" algn="l" defTabSz="800100">
            <a:lnSpc>
              <a:spcPct val="90000"/>
            </a:lnSpc>
            <a:spcBef>
              <a:spcPct val="0"/>
            </a:spcBef>
            <a:spcAft>
              <a:spcPct val="35000"/>
            </a:spcAft>
          </a:pPr>
          <a:r>
            <a:rPr lang="en-US" sz="1800" kern="1200" dirty="0" smtClean="0">
              <a:effectLst>
                <a:outerShdw blurRad="50800" dist="50800" dir="2700000" algn="tl" rotWithShape="0">
                  <a:srgbClr val="000000">
                    <a:alpha val="43137"/>
                  </a:srgbClr>
                </a:outerShdw>
              </a:effectLst>
            </a:rPr>
            <a:t>Any party who disagrees may protest or appeal within 60 days.</a:t>
          </a:r>
          <a:endParaRPr lang="en-US" sz="1800" kern="1200" dirty="0">
            <a:effectLst>
              <a:outerShdw blurRad="50800" dist="50800" dir="2700000" algn="tl" rotWithShape="0">
                <a:srgbClr val="000000">
                  <a:alpha val="43137"/>
                </a:srgbClr>
              </a:outerShdw>
            </a:effectLst>
          </a:endParaRPr>
        </a:p>
      </dsp:txBody>
      <dsp:txXfrm>
        <a:off x="6591304" y="838205"/>
        <a:ext cx="2095495" cy="1693123"/>
      </dsp:txXfrm>
    </dsp:sp>
    <dsp:sp modelId="{87971A12-A6B6-4197-A0E8-04E68C73C293}">
      <dsp:nvSpPr>
        <dsp:cNvPr id="0" name=""/>
        <dsp:cNvSpPr/>
      </dsp:nvSpPr>
      <dsp:spPr>
        <a:xfrm>
          <a:off x="6237122" y="963015"/>
          <a:ext cx="325755" cy="325755"/>
        </a:xfrm>
        <a:prstGeom prst="ellipse">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2B481571-BC55-4AF7-8D2E-259FFF397CBA}">
      <dsp:nvSpPr>
        <dsp:cNvPr id="0" name=""/>
        <dsp:cNvSpPr/>
      </dsp:nvSpPr>
      <dsp:spPr>
        <a:xfrm>
          <a:off x="6145" y="2169224"/>
          <a:ext cx="2634034" cy="1551888"/>
        </a:xfrm>
        <a:prstGeom prst="rect">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5B365FC-1166-487E-94DA-1436639AACE6}">
      <dsp:nvSpPr>
        <dsp:cNvPr id="0" name=""/>
        <dsp:cNvSpPr/>
      </dsp:nvSpPr>
      <dsp:spPr>
        <a:xfrm>
          <a:off x="6145" y="1201724"/>
          <a:ext cx="2634034" cy="967500"/>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en-US" sz="2800" kern="1200" dirty="0" smtClean="0">
              <a:effectLst/>
            </a:rPr>
            <a:t>Causal Relationship</a:t>
          </a:r>
          <a:endParaRPr lang="en-US" sz="2800" kern="1200" dirty="0">
            <a:effectLst/>
          </a:endParaRPr>
        </a:p>
      </dsp:txBody>
      <dsp:txXfrm>
        <a:off x="6145" y="1201724"/>
        <a:ext cx="2634034" cy="967500"/>
      </dsp:txXfrm>
    </dsp:sp>
    <dsp:sp modelId="{04269632-F9A2-483A-8C2B-A47CE316A641}">
      <dsp:nvSpPr>
        <dsp:cNvPr id="0" name=""/>
        <dsp:cNvSpPr/>
      </dsp:nvSpPr>
      <dsp:spPr>
        <a:xfrm>
          <a:off x="3008945" y="2169224"/>
          <a:ext cx="2634034" cy="1551888"/>
        </a:xfrm>
        <a:prstGeom prst="rect">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746C005-0552-405D-AFCF-F82F8762A9DA}">
      <dsp:nvSpPr>
        <dsp:cNvPr id="0" name=""/>
        <dsp:cNvSpPr/>
      </dsp:nvSpPr>
      <dsp:spPr>
        <a:xfrm>
          <a:off x="3008945" y="1201724"/>
          <a:ext cx="2634034" cy="967500"/>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en-US" sz="2800" kern="1200" dirty="0" smtClean="0">
              <a:effectLst/>
            </a:rPr>
            <a:t>Medical Opinion</a:t>
          </a:r>
          <a:endParaRPr lang="en-US" sz="2800" kern="1200" dirty="0">
            <a:effectLst/>
          </a:endParaRPr>
        </a:p>
      </dsp:txBody>
      <dsp:txXfrm>
        <a:off x="3008945" y="1201724"/>
        <a:ext cx="2634034" cy="967500"/>
      </dsp:txXfrm>
    </dsp:sp>
    <dsp:sp modelId="{96683A46-9AA2-4E1F-9947-88113678410E}">
      <dsp:nvSpPr>
        <dsp:cNvPr id="0" name=""/>
        <dsp:cNvSpPr/>
      </dsp:nvSpPr>
      <dsp:spPr>
        <a:xfrm>
          <a:off x="6011744" y="2169224"/>
          <a:ext cx="2668909" cy="1551888"/>
        </a:xfrm>
        <a:prstGeom prst="rect">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E782E57-9F00-40E2-B1E9-5C0A149313F4}">
      <dsp:nvSpPr>
        <dsp:cNvPr id="0" name=""/>
        <dsp:cNvSpPr/>
      </dsp:nvSpPr>
      <dsp:spPr>
        <a:xfrm>
          <a:off x="6029182" y="1201724"/>
          <a:ext cx="2634034" cy="967500"/>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en-US" sz="2800" kern="1200" dirty="0" smtClean="0">
              <a:effectLst/>
            </a:rPr>
            <a:t>Objective Evidence</a:t>
          </a:r>
          <a:endParaRPr lang="en-US" sz="2800" kern="1200" dirty="0">
            <a:effectLst/>
          </a:endParaRPr>
        </a:p>
      </dsp:txBody>
      <dsp:txXfrm>
        <a:off x="6029182" y="1201724"/>
        <a:ext cx="2634034" cy="967500"/>
      </dsp:txXfrm>
    </dsp:sp>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D8196B2-8690-410B-88DD-58E36C1508F0}">
      <dsp:nvSpPr>
        <dsp:cNvPr id="0" name=""/>
        <dsp:cNvSpPr/>
      </dsp:nvSpPr>
      <dsp:spPr>
        <a:xfrm>
          <a:off x="0" y="0"/>
          <a:ext cx="8686800" cy="4419599"/>
        </a:xfrm>
        <a:prstGeom prst="swooshArrow">
          <a:avLst/>
        </a:prstGeom>
        <a:solidFill>
          <a:schemeClr val="accent3">
            <a:tint val="60000"/>
          </a:schemeClr>
        </a:solidFill>
        <a:ln>
          <a:noFill/>
        </a:ln>
        <a:effectLst/>
      </dsp:spPr>
      <dsp:style>
        <a:lnRef idx="0">
          <a:scrgbClr r="0" g="0" b="0"/>
        </a:lnRef>
        <a:fillRef idx="1">
          <a:scrgbClr r="0" g="0" b="0"/>
        </a:fillRef>
        <a:effectRef idx="0">
          <a:scrgbClr r="0" g="0" b="0"/>
        </a:effectRef>
        <a:fontRef idx="minor"/>
      </dsp:style>
    </dsp:sp>
    <dsp:sp modelId="{77EE22B3-CA06-42EE-A4F0-16D4F2D463EA}">
      <dsp:nvSpPr>
        <dsp:cNvPr id="0" name=""/>
        <dsp:cNvSpPr/>
      </dsp:nvSpPr>
      <dsp:spPr>
        <a:xfrm>
          <a:off x="152409" y="3396064"/>
          <a:ext cx="2781296" cy="1023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156464" numCol="1" spcCol="1270" anchor="t" anchorCtr="0">
          <a:noAutofit/>
        </a:bodyPr>
        <a:lstStyle/>
        <a:p>
          <a:pPr lvl="0" algn="l" defTabSz="977900">
            <a:lnSpc>
              <a:spcPct val="90000"/>
            </a:lnSpc>
            <a:spcBef>
              <a:spcPct val="0"/>
            </a:spcBef>
            <a:spcAft>
              <a:spcPts val="0"/>
            </a:spcAft>
          </a:pPr>
          <a:r>
            <a:rPr lang="en-US" sz="2200" kern="1200" dirty="0" smtClean="0">
              <a:effectLst>
                <a:outerShdw blurRad="50800" dist="50800" dir="2700000" algn="tl" rotWithShape="0">
                  <a:srgbClr val="000000">
                    <a:alpha val="43137"/>
                  </a:srgbClr>
                </a:outerShdw>
              </a:effectLst>
            </a:rPr>
            <a:t>Board of </a:t>
          </a:r>
        </a:p>
        <a:p>
          <a:pPr lvl="0" algn="l" defTabSz="977900">
            <a:lnSpc>
              <a:spcPct val="90000"/>
            </a:lnSpc>
            <a:spcBef>
              <a:spcPct val="0"/>
            </a:spcBef>
            <a:spcAft>
              <a:spcPts val="0"/>
            </a:spcAft>
          </a:pPr>
          <a:r>
            <a:rPr lang="en-US" sz="2200" kern="1200" dirty="0" smtClean="0">
              <a:effectLst>
                <a:outerShdw blurRad="50800" dist="50800" dir="2700000" algn="tl" rotWithShape="0">
                  <a:srgbClr val="000000">
                    <a:alpha val="43137"/>
                  </a:srgbClr>
                </a:outerShdw>
              </a:effectLst>
            </a:rPr>
            <a:t>Industrial </a:t>
          </a:r>
        </a:p>
        <a:p>
          <a:pPr lvl="0" algn="l" defTabSz="977900">
            <a:lnSpc>
              <a:spcPct val="90000"/>
            </a:lnSpc>
            <a:spcBef>
              <a:spcPct val="0"/>
            </a:spcBef>
            <a:spcAft>
              <a:spcPts val="0"/>
            </a:spcAft>
          </a:pPr>
          <a:r>
            <a:rPr lang="en-US" sz="2200" kern="1200" dirty="0" smtClean="0">
              <a:effectLst>
                <a:outerShdw blurRad="50800" dist="50800" dir="2700000" algn="tl" rotWithShape="0">
                  <a:srgbClr val="000000">
                    <a:alpha val="43137"/>
                  </a:srgbClr>
                </a:outerShdw>
              </a:effectLst>
            </a:rPr>
            <a:t>Insurance Appeals</a:t>
          </a:r>
          <a:endParaRPr lang="en-US" sz="2200" kern="1200" dirty="0">
            <a:effectLst>
              <a:outerShdw blurRad="50800" dist="50800" dir="2700000" algn="tl" rotWithShape="0">
                <a:srgbClr val="000000">
                  <a:alpha val="43137"/>
                </a:srgbClr>
              </a:outerShdw>
            </a:effectLst>
          </a:endParaRPr>
        </a:p>
      </dsp:txBody>
      <dsp:txXfrm>
        <a:off x="152409" y="3396064"/>
        <a:ext cx="2781296" cy="1023534"/>
      </dsp:txXfrm>
    </dsp:sp>
    <dsp:sp modelId="{FD9448E3-A923-4562-82EE-2D6547A66745}">
      <dsp:nvSpPr>
        <dsp:cNvPr id="0" name=""/>
        <dsp:cNvSpPr/>
      </dsp:nvSpPr>
      <dsp:spPr>
        <a:xfrm>
          <a:off x="914400" y="3276599"/>
          <a:ext cx="173736" cy="173736"/>
        </a:xfrm>
        <a:prstGeom prst="ellipse">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sp>
    <dsp:sp modelId="{927F647F-96BC-4E61-884C-3053C7634AF5}">
      <dsp:nvSpPr>
        <dsp:cNvPr id="0" name=""/>
        <dsp:cNvSpPr/>
      </dsp:nvSpPr>
      <dsp:spPr>
        <a:xfrm>
          <a:off x="3657598" y="1828804"/>
          <a:ext cx="2171700" cy="1908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156464" numCol="1" spcCol="1270" anchor="t" anchorCtr="0">
          <a:noAutofit/>
        </a:bodyPr>
        <a:lstStyle/>
        <a:p>
          <a:pPr lvl="0" algn="l" defTabSz="977900">
            <a:lnSpc>
              <a:spcPct val="90000"/>
            </a:lnSpc>
            <a:spcBef>
              <a:spcPct val="0"/>
            </a:spcBef>
            <a:spcAft>
              <a:spcPts val="0"/>
            </a:spcAft>
          </a:pPr>
          <a:r>
            <a:rPr lang="en-US" sz="2200" kern="1200" dirty="0" smtClean="0">
              <a:effectLst>
                <a:outerShdw blurRad="50800" dist="50800" dir="2700000" algn="tl" rotWithShape="0">
                  <a:srgbClr val="000000">
                    <a:alpha val="43137"/>
                  </a:srgbClr>
                </a:outerShdw>
              </a:effectLst>
            </a:rPr>
            <a:t>Court of </a:t>
          </a:r>
        </a:p>
        <a:p>
          <a:pPr lvl="0" algn="l" defTabSz="977900">
            <a:lnSpc>
              <a:spcPct val="90000"/>
            </a:lnSpc>
            <a:spcBef>
              <a:spcPct val="0"/>
            </a:spcBef>
            <a:spcAft>
              <a:spcPts val="0"/>
            </a:spcAft>
          </a:pPr>
          <a:r>
            <a:rPr lang="en-US" sz="2200" kern="1200" dirty="0" smtClean="0">
              <a:effectLst>
                <a:outerShdw blurRad="50800" dist="50800" dir="2700000" algn="tl" rotWithShape="0">
                  <a:srgbClr val="000000">
                    <a:alpha val="43137"/>
                  </a:srgbClr>
                </a:outerShdw>
              </a:effectLst>
            </a:rPr>
            <a:t>Appeals</a:t>
          </a:r>
          <a:endParaRPr lang="en-US" sz="2200" kern="1200" dirty="0">
            <a:effectLst>
              <a:outerShdw blurRad="50800" dist="50800" dir="2700000" algn="tl" rotWithShape="0">
                <a:srgbClr val="000000">
                  <a:alpha val="43137"/>
                </a:srgbClr>
              </a:outerShdw>
            </a:effectLst>
          </a:endParaRPr>
        </a:p>
      </dsp:txBody>
      <dsp:txXfrm>
        <a:off x="3657598" y="1828804"/>
        <a:ext cx="2171700" cy="1908820"/>
      </dsp:txXfrm>
    </dsp:sp>
    <dsp:sp modelId="{FE51A7F7-D190-40A1-8F89-9DF82761F331}">
      <dsp:nvSpPr>
        <dsp:cNvPr id="0" name=""/>
        <dsp:cNvSpPr/>
      </dsp:nvSpPr>
      <dsp:spPr>
        <a:xfrm>
          <a:off x="4114799" y="1524000"/>
          <a:ext cx="282321" cy="282321"/>
        </a:xfrm>
        <a:prstGeom prst="ellipse">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sp>
    <dsp:sp modelId="{912F4A56-954F-4116-820A-78B7D54C1BDB}">
      <dsp:nvSpPr>
        <dsp:cNvPr id="0" name=""/>
        <dsp:cNvSpPr/>
      </dsp:nvSpPr>
      <dsp:spPr>
        <a:xfrm>
          <a:off x="5867401" y="1295395"/>
          <a:ext cx="2095495" cy="1693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156464" numCol="1" spcCol="1270" anchor="t" anchorCtr="0">
          <a:noAutofit/>
        </a:bodyPr>
        <a:lstStyle/>
        <a:p>
          <a:pPr lvl="0" algn="l" defTabSz="977900">
            <a:lnSpc>
              <a:spcPct val="90000"/>
            </a:lnSpc>
            <a:spcBef>
              <a:spcPct val="0"/>
            </a:spcBef>
            <a:spcAft>
              <a:spcPts val="0"/>
            </a:spcAft>
          </a:pPr>
          <a:r>
            <a:rPr lang="en-US" sz="2200" kern="1200" dirty="0" smtClean="0">
              <a:effectLst>
                <a:outerShdw blurRad="50800" dist="50800" dir="2700000" algn="tl" rotWithShape="0">
                  <a:srgbClr val="000000">
                    <a:alpha val="43137"/>
                  </a:srgbClr>
                </a:outerShdw>
              </a:effectLst>
            </a:rPr>
            <a:t>Washington </a:t>
          </a:r>
        </a:p>
        <a:p>
          <a:pPr lvl="0" algn="l" defTabSz="977900">
            <a:lnSpc>
              <a:spcPct val="90000"/>
            </a:lnSpc>
            <a:spcBef>
              <a:spcPct val="0"/>
            </a:spcBef>
            <a:spcAft>
              <a:spcPts val="0"/>
            </a:spcAft>
          </a:pPr>
          <a:r>
            <a:rPr lang="en-US" sz="2200" kern="1200" dirty="0" smtClean="0">
              <a:effectLst>
                <a:outerShdw blurRad="50800" dist="50800" dir="2700000" algn="tl" rotWithShape="0">
                  <a:srgbClr val="000000">
                    <a:alpha val="43137"/>
                  </a:srgbClr>
                </a:outerShdw>
              </a:effectLst>
            </a:rPr>
            <a:t>Supreme </a:t>
          </a:r>
        </a:p>
        <a:p>
          <a:pPr lvl="0" algn="l" defTabSz="977900">
            <a:lnSpc>
              <a:spcPct val="90000"/>
            </a:lnSpc>
            <a:spcBef>
              <a:spcPct val="0"/>
            </a:spcBef>
            <a:spcAft>
              <a:spcPts val="0"/>
            </a:spcAft>
          </a:pPr>
          <a:r>
            <a:rPr lang="en-US" sz="2200" kern="1200" dirty="0" smtClean="0">
              <a:effectLst>
                <a:outerShdw blurRad="50800" dist="50800" dir="2700000" algn="tl" rotWithShape="0">
                  <a:srgbClr val="000000">
                    <a:alpha val="43137"/>
                  </a:srgbClr>
                </a:outerShdw>
              </a:effectLst>
            </a:rPr>
            <a:t>Court</a:t>
          </a:r>
          <a:endParaRPr lang="en-US" sz="2200" kern="1200" dirty="0">
            <a:effectLst>
              <a:outerShdw blurRad="50800" dist="50800" dir="2700000" algn="tl" rotWithShape="0">
                <a:srgbClr val="000000">
                  <a:alpha val="43137"/>
                </a:srgbClr>
              </a:outerShdw>
            </a:effectLst>
          </a:endParaRPr>
        </a:p>
      </dsp:txBody>
      <dsp:txXfrm>
        <a:off x="5867401" y="1295395"/>
        <a:ext cx="2095495" cy="1693123"/>
      </dsp:txXfrm>
    </dsp:sp>
    <dsp:sp modelId="{87971A12-A6B6-4197-A0E8-04E68C73C293}">
      <dsp:nvSpPr>
        <dsp:cNvPr id="0" name=""/>
        <dsp:cNvSpPr/>
      </dsp:nvSpPr>
      <dsp:spPr>
        <a:xfrm>
          <a:off x="6237122" y="963015"/>
          <a:ext cx="325755" cy="325755"/>
        </a:xfrm>
        <a:prstGeom prst="ellipse">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76200" dist="50800" dir="5400000" rotWithShape="0">
            <a:srgbClr val="4E3B30">
              <a:alpha val="60000"/>
            </a:srgbClr>
          </a:outerShdw>
        </a:effectLst>
      </dsp:spPr>
      <dsp:style>
        <a:lnRef idx="3">
          <a:scrgbClr r="0" g="0" b="0"/>
        </a:lnRef>
        <a:fillRef idx="1">
          <a:scrgbClr r="0" g="0" b="0"/>
        </a:fillRef>
        <a:effectRef idx="1">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List1#1" minVer="12.0">
  <dgm:title val=""/>
  <dgm:desc val=""/>
  <dgm:catLst>
    <dgm:cat type="process" pri="9000"/>
  </dgm:catLst>
  <dgm:sampData>
    <dgm:dataModel>
      <dgm:ptLst>
        <dgm:pt modelId="0" type="doc">
          <dgm:prSet phldr="1"/>
        </dgm:pt>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varLst>
    <dgm:choose name="Name1">
      <dgm:if name="Name2" func="var" arg="dir" op="equ" val="norm">
        <dgm:alg type="lin">
          <dgm:param type="linDir" val="fromL"/>
          <dgm:param type="vertAlign" val="mid"/>
          <dgm:param type="nodeHorzAlign" val="l"/>
          <dgm:param type="nodeVertAlign" val="t"/>
          <dgm:param type="fallback" val="1D"/>
        </dgm:alg>
      </dgm:if>
      <dgm:else name="Name3">
        <dgm:alg type="lin">
          <dgm:param type="linDir" val="fromR"/>
          <dgm:param type="vertAlign" val="mid"/>
          <dgm:param type="nodeHorzAlign" val="r"/>
          <dgm:param type="nodeVertAlign" val="t"/>
          <dgm:param type="fallback" val="1D"/>
        </dgm:alg>
      </dgm:else>
    </dgm:choose>
    <dgm:shape xmlns:r="http://schemas.openxmlformats.org/officeDocument/2006/relationships" r:blip="">
      <dgm:adjLst/>
    </dgm:shape>
    <dgm:constrLst>
      <dgm:constr type="w" for="des" forName="header" refType="w"/>
      <dgm:constr type="h" for="des" forName="header" op="equ" val="10"/>
      <dgm:constr type="w" for="ch" forName="vertFlow" refType="w"/>
      <dgm:constr type="h" for="des" forName="child" op="equ" val="20"/>
      <dgm:constr type="w" for="ch" forName="hSp" refType="w" refFor="des" refForName="header" op="equ" fact="0.14"/>
      <dgm:constr type="primFontSz" for="des" forName="child" op="equ"/>
      <dgm:constr type="primFontSz" for="des" forName="header" op="equ"/>
      <dgm:constr type="primFontSz" for="des" forName="header" refType="primFontSz" refFor="des" refForName="child" op="gte"/>
      <dgm:constr type="primFontSz" for="des" forName="header" refType="primFontSz" refFor="des" refForName="child" op="lte" fact="2"/>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1D"/>
            </dgm:alg>
          </dgm:if>
          <dgm:else name="Name7">
            <dgm:alg type="lin">
              <dgm:param type="linDir" val="fromT"/>
              <dgm:param type="nodeHorzAlign" val="ctr"/>
              <dgm:param type="nodeVertAlign" val="t"/>
              <dgm:param type="fallback" val="1D"/>
            </dgm:alg>
          </dgm:else>
        </dgm:choose>
        <dgm:constrLst>
          <dgm:constr type="w" for="ch" refType="w"/>
        </dgm:constrLst>
        <dgm:ruleLst/>
        <dgm:layoutNode name="header" styleLbl="node1">
          <dgm:varLst>
            <dgm:chMax val="0"/>
            <dgm:chPref val="0"/>
            <dgm:bulletEnabled val="1"/>
          </dgm:varLst>
          <dgm:alg type="tx"/>
          <dgm:shape xmlns:r="http://schemas.openxmlformats.org/officeDocument/2006/relationships" type="rect" r:blip="">
            <dgm:adjLst/>
          </dgm:shape>
          <dgm:presOf axis="self" ptType="node"/>
          <dgm:constrLst>
            <dgm:constr type="primFontSz" val="36"/>
            <dgm:constr type="tMarg" refType="primFontSz" fact="0.32"/>
            <dgm:constr type="bMarg" refType="primFontSz" fact="0.32"/>
          </dgm:constrLst>
          <dgm:ruleLst>
            <dgm:rule type="h" val="INF" fact="NaN" max="NaN"/>
            <dgm:rule type="primFontSz" val="2" fact="NaN" max="NaN"/>
          </dgm:ruleLst>
        </dgm:layoutNode>
        <dgm:layoutNode name="child" styleLbl="alignAccFollowNode1">
          <dgm:varLst>
            <dgm:chPref val="0"/>
            <dgm:bulletEnabled val="1"/>
          </dgm:varLst>
          <dgm:alg type="tx">
            <dgm:param type="stBulletLvl" val="1"/>
          </dgm:alg>
          <dgm:shape xmlns:r="http://schemas.openxmlformats.org/officeDocument/2006/relationships" type="rect" r:blip="" zOrderOff="-2">
            <dgm:adjLst/>
          </dgm:shape>
          <dgm:presOf axis="des" ptType="node"/>
          <dgm:constrLst>
            <dgm:constr type="primFontSz" val="36"/>
            <dgm:constr type="lMarg" refType="primFontSz" fact="0.42"/>
            <dgm:constr type="tMarg" refType="primFontSz" fact="0.42"/>
            <dgm:constr type="bMarg" refType="primFontSz" fact="0.63"/>
          </dgm:constrLst>
          <dgm:ruleLst>
            <dgm:rule type="h" val="INF" fact="NaN" max="NaN"/>
            <dgm:rule type="primFontSz" val="2" fact="NaN" max="NaN"/>
          </dgm:ruleLst>
        </dgm:layoutNode>
      </dgm:layoutNode>
      <dgm:choose name="Name8">
        <dgm:if name="Name9" axis="self" ptType="node" func="revPos" op="gte" val="2">
          <dgm:layoutNode name="hSp">
            <dgm:alg type="sp"/>
            <dgm:shape xmlns:r="http://schemas.openxmlformats.org/officeDocument/2006/relationships" r:blip="">
              <dgm:adjLst/>
            </dgm:shape>
          </dgm:layoutNode>
        </dgm:if>
        <dgm:else name="Name10"/>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3#2" minVer="12.0">
  <dgm:title val=""/>
  <dgm:desc val=""/>
  <dgm:catLst>
    <dgm:cat type="process" pri="93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varLst>
    <dgm:alg type="lin">
      <dgm:param type="linDir" val="fromT"/>
      <dgm:param type="vertAlign" val="mid"/>
      <dgm:param type="horzAlign" val="ctr"/>
    </dgm:alg>
    <dgm:shape xmlns:r="http://schemas.openxmlformats.org/officeDocument/2006/relationships" r:blip="">
      <dgm:adjLst/>
    </dgm:shape>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100"/>
    </dgm:constrLst>
    <dgm:forEach name="Name1" axis="ch" ptType="node">
      <dgm:layoutNode name="composite">
        <dgm:alg type="composite"/>
        <dgm:shape xmlns:r="http://schemas.openxmlformats.org/officeDocument/2006/relationships" r:blip="">
          <dgm:adjLst/>
        </dgm:shape>
        <dgm:presOf/>
        <dgm:choose name="Name2">
          <dgm:if name="Name3"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4">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layoutNode name="imgShp" styleLbl="fgImgPlace1">
          <dgm:alg type="sp"/>
          <dgm:shape xmlns:r="http://schemas.openxmlformats.org/officeDocument/2006/relationships" type="ellipse" r:blip="" blipPhldr="1">
            <dgm:adjLst/>
          </dgm:shape>
          <dgm:presOf/>
          <dgm:constrLst/>
        </dgm:layoutNode>
        <dgm:layoutNode name="txShp">
          <dgm:varLst>
            <dgm:bulletEnabled val="1"/>
          </dgm:varLst>
          <dgm:alg type="tx"/>
          <dgm:choose name="Name5">
            <dgm:if name="Name6" func="var" arg="dir" op="equ" val="norm">
              <dgm:shape xmlns:r="http://schemas.openxmlformats.org/officeDocument/2006/relationships" rot="180" type="homePlate" r:blip="" zOrderOff="-1">
                <dgm:adjLst/>
              </dgm:shape>
            </dgm:if>
            <dgm:else name="Name7">
              <dgm:shape xmlns:r="http://schemas.openxmlformats.org/officeDocument/2006/relationships" type="homePlate" r:blip="" zOrderOff="-1">
                <dgm:adjLst/>
              </dgm:shape>
            </dgm:else>
          </dgm:choose>
          <dgm:presOf axis="desOrSelf" ptType="node"/>
          <dgm:constrLst/>
          <dgm:ruleLst>
            <dgm:rule type="primFontSz" val="36" fact="NaN" max="NaN"/>
            <dgm:rule type="primFontSz" val="2" fact="NaN" max="NaN"/>
          </dgm:ruleLst>
        </dgm:layoutNode>
      </dgm:layoutNode>
      <dgm:forEach name="Name8" axis="followSib" ptType="sibTrans" cnt="1">
        <dgm:layoutNode name="spacing">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1" minVer="12.0">
  <dgm:title val=""/>
  <dgm:desc val=""/>
  <dgm:catLst>
    <dgm:cat type="process" pri="9000"/>
  </dgm:catLst>
  <dgm:sampData>
    <dgm:dataModel>
      <dgm:ptLst>
        <dgm:pt modelId="0" type="doc">
          <dgm:prSet phldr="1"/>
        </dgm:pt>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varLst>
    <dgm:choose name="Name1">
      <dgm:if name="Name2" func="var" arg="dir" op="equ" val="norm">
        <dgm:alg type="lin">
          <dgm:param type="linDir" val="fromL"/>
          <dgm:param type="vertAlign" val="mid"/>
          <dgm:param type="nodeHorzAlign" val="l"/>
          <dgm:param type="nodeVertAlign" val="t"/>
          <dgm:param type="fallback" val="1D"/>
        </dgm:alg>
      </dgm:if>
      <dgm:else name="Name3">
        <dgm:alg type="lin">
          <dgm:param type="linDir" val="fromR"/>
          <dgm:param type="vertAlign" val="mid"/>
          <dgm:param type="nodeHorzAlign" val="r"/>
          <dgm:param type="nodeVertAlign" val="t"/>
          <dgm:param type="fallback" val="1D"/>
        </dgm:alg>
      </dgm:else>
    </dgm:choose>
    <dgm:shape xmlns:r="http://schemas.openxmlformats.org/officeDocument/2006/relationships" r:blip="">
      <dgm:adjLst/>
    </dgm:shape>
    <dgm:constrLst>
      <dgm:constr type="w" for="des" forName="header" refType="w"/>
      <dgm:constr type="h" for="des" forName="header" op="equ" val="10"/>
      <dgm:constr type="w" for="ch" forName="vertFlow" refType="w"/>
      <dgm:constr type="h" for="des" forName="child" op="equ" val="20"/>
      <dgm:constr type="w" for="ch" forName="hSp" refType="w" refFor="des" refForName="header" op="equ" fact="0.14"/>
      <dgm:constr type="primFontSz" for="des" forName="child" op="equ"/>
      <dgm:constr type="primFontSz" for="des" forName="header" op="equ"/>
      <dgm:constr type="primFontSz" for="des" forName="header" refType="primFontSz" refFor="des" refForName="child" op="gte"/>
      <dgm:constr type="primFontSz" for="des" forName="header" refType="primFontSz" refFor="des" refForName="child" op="lte" fact="2"/>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1D"/>
            </dgm:alg>
          </dgm:if>
          <dgm:else name="Name7">
            <dgm:alg type="lin">
              <dgm:param type="linDir" val="fromT"/>
              <dgm:param type="nodeHorzAlign" val="ctr"/>
              <dgm:param type="nodeVertAlign" val="t"/>
              <dgm:param type="fallback" val="1D"/>
            </dgm:alg>
          </dgm:else>
        </dgm:choose>
        <dgm:constrLst>
          <dgm:constr type="w" for="ch" refType="w"/>
        </dgm:constrLst>
        <dgm:ruleLst/>
        <dgm:layoutNode name="header" styleLbl="node1">
          <dgm:varLst>
            <dgm:chMax val="0"/>
            <dgm:chPref val="0"/>
            <dgm:bulletEnabled val="1"/>
          </dgm:varLst>
          <dgm:alg type="tx"/>
          <dgm:shape xmlns:r="http://schemas.openxmlformats.org/officeDocument/2006/relationships" type="rect" r:blip="">
            <dgm:adjLst/>
          </dgm:shape>
          <dgm:presOf axis="self" ptType="node"/>
          <dgm:constrLst>
            <dgm:constr type="primFontSz" val="36"/>
            <dgm:constr type="tMarg" refType="primFontSz" fact="0.32"/>
            <dgm:constr type="bMarg" refType="primFontSz" fact="0.32"/>
          </dgm:constrLst>
          <dgm:ruleLst>
            <dgm:rule type="h" val="INF" fact="NaN" max="NaN"/>
            <dgm:rule type="primFontSz" val="2" fact="NaN" max="NaN"/>
          </dgm:ruleLst>
        </dgm:layoutNode>
        <dgm:layoutNode name="child" styleLbl="alignAccFollowNode1">
          <dgm:varLst>
            <dgm:chPref val="0"/>
            <dgm:bulletEnabled val="1"/>
          </dgm:varLst>
          <dgm:alg type="tx">
            <dgm:param type="stBulletLvl" val="1"/>
          </dgm:alg>
          <dgm:shape xmlns:r="http://schemas.openxmlformats.org/officeDocument/2006/relationships" type="rect" r:blip="" zOrderOff="-2">
            <dgm:adjLst/>
          </dgm:shape>
          <dgm:presOf axis="des" ptType="node"/>
          <dgm:constrLst>
            <dgm:constr type="primFontSz" val="36"/>
            <dgm:constr type="lMarg" refType="primFontSz" fact="0.42"/>
            <dgm:constr type="tMarg" refType="primFontSz" fact="0.42"/>
            <dgm:constr type="bMarg" refType="primFontSz" fact="0.63"/>
          </dgm:constrLst>
          <dgm:ruleLst>
            <dgm:rule type="h" val="INF" fact="NaN" max="NaN"/>
            <dgm:rule type="primFontSz" val="2" fact="NaN" max="NaN"/>
          </dgm:ruleLst>
        </dgm:layoutNode>
      </dgm:layoutNode>
      <dgm:choose name="Name8">
        <dgm:if name="Name9" axis="self" ptType="node" func="revPos" op="gte" val="2">
          <dgm:layoutNode name="hSp">
            <dgm:alg type="sp"/>
            <dgm:shape xmlns:r="http://schemas.openxmlformats.org/officeDocument/2006/relationships" r:blip="">
              <dgm:adjLst/>
            </dgm:shape>
          </dgm:layoutNode>
        </dgm:if>
        <dgm:else name="Name10"/>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arrow2#1" minVer="12.0">
  <dgm:title val=""/>
  <dgm:desc val=""/>
  <dgm:catLst>
    <dgm:cat type="process" pri="9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varLst>
    <dgm:alg type="composite">
      <dgm:param type="vertAlign" val="none"/>
      <dgm:param type="horzAlign" val="none"/>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choose name="Name0">
      <dgm:if name="Name1" axis="ch" ptType="node" func="cnt" op="gte" val="1">
        <dgm:layoutNode name="arrow" styleLbl="bgShp">
          <dgm:alg type="sp"/>
          <dgm:shape xmlns:r="http://schemas.openxmlformats.org/officeDocument/2006/relationships" type="swooshArrow" r:blip="">
            <dgm:adjLst/>
          </dgm:shape>
          <dgm:presOf/>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w" val="250"/>
                <dgm:constr type="h" val="250"/>
                <dgm:constr type="l" for="ch" forName="textBox1" refType="w" fact="0.43525"/>
                <dgm:constr type="t" for="ch" forName="textBox1" refType="h" fact="0.41625"/>
                <dgm:constr type="w" for="ch" forName="textBox1" refType="w" fact="0.4"/>
                <dgm:constr type="h" for="ch" forName="textBox1" refType="h" fact="0.4"/>
                <dgm:constr type="ctrX" for="ch" forName="bullet1" refType="l" refFor="ch" refForName="textBox1"/>
                <dgm:constr type="ctrY" for="ch" forName="bullet1" refType="t" refFor="ch" refForName="textBox1"/>
                <dgm:constr type="w" for="ch" forName="bullet1" refType="w" fact="0.0325"/>
                <dgm:constr type="h" for="ch" forName="bullet1" refType="w" refFor="ch" refForName="bullet1"/>
                <dgm:constr type="primFontSz" for="ch" ptType="node" val="36"/>
                <dgm:constr type="primFontSz" for="ch" ptType="node" op="equ"/>
              </dgm:constrLst>
              <dgm:forEach name="Name5" axis="ch" ptType="node" cnt="1">
                <dgm:layoutNode name="textBox1"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1" styleLbl="node1">
                  <dgm:alg type="sp"/>
                  <dgm:shape xmlns:r="http://schemas.openxmlformats.org/officeDocument/2006/relationships" type="ellipse" r:blip="">
                    <dgm:adjLst/>
                  </dgm:shape>
                  <dgm:presOf/>
                  <dgm:constr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onstrLst>
                <dgm:constr type="w" val="250"/>
                <dgm:constr type="h" val="250"/>
                <dgm:constr type="l" for="ch" forName="textBox2a" refType="w" fact="0.2735"/>
                <dgm:constr type="t" for="ch" forName="textBox2a" refType="h" fact="0.5565"/>
                <dgm:constr type="w" for="ch" forName="textBox2a" refType="w" fact="0.325"/>
                <dgm:constr type="h" for="ch" forName="textBox2a" refType="h" fact="0.4"/>
                <dgm:constr type="ctrX" for="ch" forName="bullet2a" refType="l" refFor="ch" refForName="textBox2a"/>
                <dgm:constr type="ctrY" for="ch" forName="bullet2a" refType="t" refFor="ch" refForName="textBox2a"/>
                <dgm:constr type="w" for="ch" forName="bullet2a" refType="w" fact="0.025"/>
                <dgm:constr type="h" for="ch" forName="bullet2a" refType="w" refFor="ch" refForName="bullet2a"/>
                <dgm:constr type="l" for="ch" forName="textBox2b" refType="w" fact="0.6145"/>
                <dgm:constr type="t" for="ch" forName="textBox2b" refType="h" fact="0.3085"/>
                <dgm:constr type="w" for="ch" forName="textBox2b" refType="w" fact="0.325"/>
                <dgm:constr type="h" for="ch" forName="textBox2b" refType="h" fact="0.4"/>
                <dgm:constr type="ctrX" for="ch" forName="bullet2b" refType="l" refFor="ch" refForName="textBox2b"/>
                <dgm:constr type="ctrY" for="ch" forName="bullet2b" refType="t" refFor="ch" refForName="textBox2b"/>
                <dgm:constr type="w" for="ch" forName="bullet2b" refType="w" fact="0.035"/>
                <dgm:constr type="h" for="ch" forName="bullet2b" refType="w" refFor="ch" refForName="bullet2b"/>
                <dgm:constr type="primFontSz" for="ch" ptType="node" val="36"/>
                <dgm:constr type="primFontSz" for="ch" ptType="node" op="equ"/>
              </dgm:constrLst>
              <dgm:forEach name="Name7" axis="ch" ptType="node" cnt="1">
                <dgm:layoutNode name="textBox2a"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2a" styleLbl="node1">
                  <dgm:alg type="sp"/>
                  <dgm:shape xmlns:r="http://schemas.openxmlformats.org/officeDocument/2006/relationships" type="ellipse" r:blip="">
                    <dgm:adjLst/>
                  </dgm:shape>
                  <dgm:presOf/>
                </dgm:layoutNode>
              </dgm:forEach>
              <dgm:forEach name="Name8" axis="ch" ptType="node" st="2" cnt="1">
                <dgm:layoutNode name="textBox2b"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2b" styleLbl="node1">
                  <dgm:alg type="sp"/>
                  <dgm:shape xmlns:r="http://schemas.openxmlformats.org/officeDocument/2006/relationships" type="ellipse" r:blip="">
                    <dgm:adjLst/>
                  </dgm:shape>
                  <dgm:presOf/>
                </dgm:layoutNode>
              </dgm:forEach>
            </dgm:layoutNode>
          </dgm:if>
          <dgm:if name="Name9" axis="ch" ptType="node" func="cnt" op="equ" val="3">
            <dgm:layoutNode name="arrowDiagram3">
              <dgm:alg type="composite">
                <dgm:param type="vertAlign" val="none"/>
                <dgm:param type="horzAlign" val="none"/>
              </dgm:alg>
              <dgm:shape xmlns:r="http://schemas.openxmlformats.org/officeDocument/2006/relationships" r:blip="">
                <dgm:adjLst/>
              </dgm:shape>
              <dgm:presOf/>
              <dgm:constrLst>
                <dgm:constr type="w" val="250"/>
                <dgm:constr type="h" val="250"/>
                <dgm:constr type="l" for="ch" forName="textBox3a" refType="w" fact="0.176"/>
                <dgm:constr type="t" for="ch" forName="textBox3a" refType="h" fact="0.668"/>
                <dgm:constr type="w" for="ch" forName="textBox3a" refType="w" fact="0.25"/>
                <dgm:constr type="h" for="ch" forName="textBox3a" refType="h" fact="0.26"/>
                <dgm:constr type="ctrX" for="ch" forName="bullet3a" refType="l" refFor="ch" refForName="textBox3a"/>
                <dgm:constr type="ctrY" for="ch" forName="bullet3a" refType="t" refFor="ch" refForName="textBox3a"/>
                <dgm:constr type="w" for="ch" forName="bullet3a" refType="w" fact="0.02"/>
                <dgm:constr type="h" for="ch" forName="bullet3a" refType="w" refFor="ch" refForName="bullet3a"/>
                <dgm:constr type="l" for="ch" forName="textBox3b" refType="w" fact="0.43525"/>
                <dgm:constr type="t" for="ch" forName="textBox3b" refType="h" fact="0.41625"/>
                <dgm:constr type="w" for="ch" forName="textBox3b" refType="w" fact="0.25"/>
                <dgm:constr type="h" for="ch" forName="textBox3b" refType="h" fact="0.26"/>
                <dgm:constr type="ctrX" for="ch" forName="bullet3b" refType="l" refFor="ch" refForName="textBox3b"/>
                <dgm:constr type="ctrY" for="ch" forName="bullet3b" refType="t" refFor="ch" refForName="textBox3b"/>
                <dgm:constr type="w" for="ch" forName="bullet3b" refType="w" fact="0.0325"/>
                <dgm:constr type="h" for="ch" forName="bullet3b" refType="w" refFor="ch" refForName="bullet3b"/>
                <dgm:constr type="l" for="ch" forName="textBox3c" refType="w" fact="0.73675"/>
                <dgm:constr type="t" for="ch" forName="textBox3c" refType="h" fact="0.25475"/>
                <dgm:constr type="w" for="ch" forName="textBox3c" refType="w" fact="0.25"/>
                <dgm:constr type="h" for="ch" forName="textBox3c" refType="h" fact="0.26"/>
                <dgm:constr type="ctrX" for="ch" forName="bullet3c" refType="l" refFor="ch" refForName="textBox3c"/>
                <dgm:constr type="ctrY" for="ch" forName="bullet3c" refType="t" refFor="ch" refForName="textBox3c"/>
                <dgm:constr type="w" for="ch" forName="bullet3c" refType="w" fact="0.0375"/>
                <dgm:constr type="h" for="ch" forName="bullet3c" refType="w" refFor="ch" refForName="bullet3c"/>
                <dgm:constr type="primFontSz" for="ch" ptType="node" val="36"/>
                <dgm:constr type="primFontSz" for="ch" ptType="node" op="equ"/>
              </dgm:constrLst>
              <dgm:forEach name="Name10" axis="ch" ptType="node" cnt="1">
                <dgm:layoutNode name="textBox3a"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3a" styleLbl="node1">
                  <dgm:alg type="sp"/>
                  <dgm:shape xmlns:r="http://schemas.openxmlformats.org/officeDocument/2006/relationships" type="ellipse" r:blip="">
                    <dgm:adjLst/>
                  </dgm:shape>
                  <dgm:presOf/>
                </dgm:layoutNode>
              </dgm:forEach>
              <dgm:forEach name="Name11" axis="ch" ptType="node" st="2" cnt="1">
                <dgm:layoutNode name="textBox3b"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3b" styleLbl="node1">
                  <dgm:alg type="sp"/>
                  <dgm:shape xmlns:r="http://schemas.openxmlformats.org/officeDocument/2006/relationships" type="ellipse" r:blip="">
                    <dgm:adjLst/>
                  </dgm:shape>
                  <dgm:presOf/>
                </dgm:layoutNode>
              </dgm:forEach>
              <dgm:forEach name="Name12" axis="ch" ptType="node" st="3" cnt="1">
                <dgm:layoutNode name="textBox3c"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3c" styleLbl="node1">
                  <dgm:alg type="sp"/>
                  <dgm:shape xmlns:r="http://schemas.openxmlformats.org/officeDocument/2006/relationships" type="ellipse" r:blip="">
                    <dgm:adjLst/>
                  </dgm:shape>
                  <dgm:presOf/>
                </dgm:layoutNode>
              </dgm:forEach>
            </dgm:layoutNode>
          </dgm:if>
          <dgm:if name="Name13" axis="ch" ptType="node" func="cnt" op="equ" val="4">
            <dgm:layoutNode name="arrowDiagram4">
              <dgm:alg type="composite">
                <dgm:param type="vertAlign" val="none"/>
                <dgm:param type="horzAlign" val="none"/>
              </dgm:alg>
              <dgm:shape xmlns:r="http://schemas.openxmlformats.org/officeDocument/2006/relationships" r:blip="">
                <dgm:adjLst/>
              </dgm:shape>
              <dgm:presOf/>
              <dgm:constrLst>
                <dgm:constr type="w" val="250"/>
                <dgm:constr type="h" val="250"/>
                <dgm:constr type="l" for="ch" forName="textBox4a" refType="w" fact="0.139"/>
                <dgm:constr type="t" for="ch" forName="textBox4a" refType="h" fact="0.72"/>
                <dgm:constr type="w" for="ch" forName="textBox4a" refType="w" fact="0.175"/>
                <dgm:constr type="h" for="ch" forName="textBox4a" refType="h" fact="0.26"/>
                <dgm:constr type="ctrX" for="ch" forName="bullet4a" refType="l" refFor="ch" refForName="textBox4a"/>
                <dgm:constr type="ctrY" for="ch" forName="bullet4a" refType="t" refFor="ch" refForName="textBox4a"/>
                <dgm:constr type="w" for="ch" forName="bullet4a" refType="w" fact="0.02"/>
                <dgm:constr type="h" for="ch" forName="bullet4a" refType="w" refFor="ch" refForName="bullet4a"/>
                <dgm:constr type="l" for="ch" forName="textBox4b" refType="w" fact="0.33075"/>
                <dgm:constr type="t" for="ch" forName="textBox4b" refType="h" fact="0.49775"/>
                <dgm:constr type="w" for="ch" forName="textBox4b" refType="w" fact="0.175"/>
                <dgm:constr type="h" for="ch" forName="textBox4b" refType="h" fact="0.26"/>
                <dgm:constr type="ctrX" for="ch" forName="bullet4b" refType="l" refFor="ch" refForName="textBox4b"/>
                <dgm:constr type="ctrY" for="ch" forName="bullet4b" refType="t" refFor="ch" refForName="textBox4b"/>
                <dgm:constr type="w" for="ch" forName="bullet4b" refType="w" fact="0.0275"/>
                <dgm:constr type="h" for="ch" forName="bullet4b" refType="w" refFor="ch" refForName="bullet4b"/>
                <dgm:constr type="l" for="ch" forName="textBox4c" refType="w" fact="0.55925"/>
                <dgm:constr type="t" for="ch" forName="textBox4c" refType="h" fact="0.33325"/>
                <dgm:constr type="w" for="ch" forName="textBox4c" refType="w" fact="0.175"/>
                <dgm:constr type="h" for="ch" forName="textBox4c" refType="h" fact="0.26"/>
                <dgm:constr type="ctrX" for="ch" forName="bullet4c" refType="l" refFor="ch" refForName="textBox4c"/>
                <dgm:constr type="ctrY" for="ch" forName="bullet4c" refType="t" refFor="ch" refForName="textBox4c"/>
                <dgm:constr type="w" for="ch" forName="bullet4c" refType="w" fact="0.0325"/>
                <dgm:constr type="h" for="ch" forName="bullet4c" refType="w" refFor="ch" refForName="bullet4c"/>
                <dgm:constr type="l" for="ch" forName="textBox4d" refType="w" fact="0.79675"/>
                <dgm:constr type="t" for="ch" forName="textBox4d" refType="h" fact="0.23575"/>
                <dgm:constr type="w" for="ch" forName="textBox4d" refType="w" fact="0.175"/>
                <dgm:constr type="h" for="ch" forName="textBox4d" refType="h" fact="0.26"/>
                <dgm:constr type="ctrX" for="ch" forName="bullet4d" refType="l" refFor="ch" refForName="textBox4d"/>
                <dgm:constr type="ctrY" for="ch" forName="bullet4d" refType="t" refFor="ch" refForName="textBox4d"/>
                <dgm:constr type="w" for="ch" forName="bullet4d" refType="w" fact="0.0375"/>
                <dgm:constr type="h" for="ch" forName="bullet4d" refType="w" refFor="ch" refForName="bullet4d"/>
                <dgm:constr type="primFontSz" for="ch" ptType="node" val="36"/>
                <dgm:constr type="primFontSz" for="ch" ptType="node" op="equ"/>
              </dgm:constrLst>
              <dgm:forEach name="Name14" axis="ch" ptType="node" cnt="1">
                <dgm:layoutNode name="textBox4a"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4a" styleLbl="node1">
                  <dgm:alg type="sp"/>
                  <dgm:shape xmlns:r="http://schemas.openxmlformats.org/officeDocument/2006/relationships" type="ellipse" r:blip="">
                    <dgm:adjLst/>
                  </dgm:shape>
                  <dgm:presOf/>
                </dgm:layoutNode>
              </dgm:forEach>
              <dgm:forEach name="Name15" axis="ch" ptType="node" st="2" cnt="1">
                <dgm:layoutNode name="textBox4b"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4b" styleLbl="node1">
                  <dgm:alg type="sp"/>
                  <dgm:shape xmlns:r="http://schemas.openxmlformats.org/officeDocument/2006/relationships" type="ellipse" r:blip="">
                    <dgm:adjLst/>
                  </dgm:shape>
                  <dgm:presOf/>
                </dgm:layoutNode>
              </dgm:forEach>
              <dgm:forEach name="Name16" axis="ch" ptType="node" st="3" cnt="1">
                <dgm:layoutNode name="textBox4c"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4c" styleLbl="node1">
                  <dgm:alg type="sp"/>
                  <dgm:shape xmlns:r="http://schemas.openxmlformats.org/officeDocument/2006/relationships" type="ellipse" r:blip="">
                    <dgm:adjLst/>
                  </dgm:shape>
                  <dgm:presOf/>
                </dgm:layoutNode>
              </dgm:forEach>
              <dgm:forEach name="Name17" axis="ch" ptType="node" st="4" cnt="1">
                <dgm:layoutNode name="textBox4d"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4d" styleLbl="node1">
                  <dgm:alg type="sp"/>
                  <dgm:shape xmlns:r="http://schemas.openxmlformats.org/officeDocument/2006/relationships" type="ellipse" r:blip="">
                    <dgm:adjLst/>
                  </dgm:shape>
                  <dgm:presOf/>
                </dgm:layoutNode>
              </dgm:forEach>
            </dgm:layoutNode>
          </dgm:if>
          <dgm:else name="Name18">
            <dgm:layoutNode name="arrowDiagram5">
              <dgm:alg type="composite">
                <dgm:param type="vertAlign" val="none"/>
                <dgm:param type="horzAlign" val="none"/>
              </dgm:alg>
              <dgm:shape xmlns:r="http://schemas.openxmlformats.org/officeDocument/2006/relationships" r:blip="">
                <dgm:adjLst/>
              </dgm:shape>
              <dgm:presOf/>
              <dgm:constrLst>
                <dgm:constr type="w" val="250"/>
                <dgm:constr type="h" val="250"/>
                <dgm:constr type="l" for="ch" forName="textBox5a" refType="w" fact="0.139"/>
                <dgm:constr type="t" for="ch" forName="textBox5a" refType="h" fact="0.72"/>
                <dgm:constr type="w" for="ch" forName="textBox5a" refType="w" fact="0.125"/>
                <dgm:constr type="h" for="ch" forName="textBox5a" refType="h" fact="0.26"/>
                <dgm:constr type="ctrX" for="ch" forName="bullet5a" refType="l" refFor="ch" refForName="textBox5a"/>
                <dgm:constr type="ctrY" for="ch" forName="bullet5a" refType="t" refFor="ch" refForName="textBox5a"/>
                <dgm:constr type="w" for="ch" forName="bullet5a" refType="w" fact="0.02"/>
                <dgm:constr type="h" for="ch" forName="bullet5a" refType="w" refFor="ch" refForName="bullet5a"/>
                <dgm:constr type="l" for="ch" forName="textBox5b" refType="w" fact="0.2735"/>
                <dgm:constr type="t" for="ch" forName="textBox5b" refType="h" fact="0.5565"/>
                <dgm:constr type="w" for="ch" forName="textBox5b" refType="w" fact="0.125"/>
                <dgm:constr type="h" for="ch" forName="textBox5b" refType="h" fact="0.26"/>
                <dgm:constr type="ctrX" for="ch" forName="bullet5b" refType="l" refFor="ch" refForName="textBox5b"/>
                <dgm:constr type="ctrY" for="ch" forName="bullet5b" refType="t" refFor="ch" refForName="textBox5b"/>
                <dgm:constr type="w" for="ch" forName="bullet5b" refType="w" fact="0.025"/>
                <dgm:constr type="h" for="ch" forName="bullet5b" refType="w" refFor="ch" refForName="bullet5b"/>
                <dgm:constr type="l" for="ch" forName="textBox5c" refType="w" fact="0.43525"/>
                <dgm:constr type="t" for="ch" forName="textBox5c" refType="h" fact="0.41625"/>
                <dgm:constr type="w" for="ch" forName="textBox5c" refType="w" fact="0.125"/>
                <dgm:constr type="h" for="ch" forName="textBox5c" refType="h" fact="0.26"/>
                <dgm:constr type="ctrX" for="ch" forName="bullet5c" refType="l" refFor="ch" refForName="textBox5c"/>
                <dgm:constr type="ctrY" for="ch" forName="bullet5c" refType="t" refFor="ch" refForName="textBox5c"/>
                <dgm:constr type="w" for="ch" forName="bullet5c" refType="w" fact="0.0325"/>
                <dgm:constr type="h" for="ch" forName="bullet5c" refType="w" refFor="ch" refForName="bullet5c"/>
                <dgm:constr type="l" for="ch" forName="textBox5d" refType="w" fact="0.6145"/>
                <dgm:constr type="t" for="ch" forName="textBox5d" refType="h" fact="0.3085"/>
                <dgm:constr type="w" for="ch" forName="textBox5d" refType="w" fact="0.125"/>
                <dgm:constr type="h" for="ch" forName="textBox5d" refType="h" fact="0.26"/>
                <dgm:constr type="ctrX" for="ch" forName="bullet5d" refType="l" refFor="ch" refForName="textBox5d"/>
                <dgm:constr type="ctrY" for="ch" forName="bullet5d" refType="t" refFor="ch" refForName="textBox5d"/>
                <dgm:constr type="w" for="ch" forName="bullet5d" refType="w" fact="0.035"/>
                <dgm:constr type="h" for="ch" forName="bullet5d" refType="w" refFor="ch" refForName="bullet5d"/>
                <dgm:constr type="l" for="ch" forName="textBox5e" refType="w" fact="0.79675"/>
                <dgm:constr type="t" for="ch" forName="textBox5e" refType="h" fact="0.23575"/>
                <dgm:constr type="w" for="ch" forName="textBox5e" refType="w" fact="0.125"/>
                <dgm:constr type="h" for="ch" forName="textBox5e" refType="h" fact="0.26"/>
                <dgm:constr type="ctrX" for="ch" forName="bullet5e" refType="l" refFor="ch" refForName="textBox5e"/>
                <dgm:constr type="ctrY" for="ch" forName="bullet5e" refType="t" refFor="ch" refForName="textBox5e"/>
                <dgm:constr type="w" for="ch" forName="bullet5e" refType="w" fact="0.0375"/>
                <dgm:constr type="h" for="ch" forName="bullet5e" refType="w" refFor="ch" refForName="bullet5e"/>
                <dgm:constr type="primFontSz" for="ch" ptType="node" val="36"/>
                <dgm:constr type="primFontSz" for="ch" ptType="node" op="equ"/>
              </dgm:constrLst>
              <dgm:forEach name="Name19" axis="ch" ptType="node" cnt="1">
                <dgm:layoutNode name="textBox5a"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5a" styleLbl="node1">
                  <dgm:alg type="sp"/>
                  <dgm:shape xmlns:r="http://schemas.openxmlformats.org/officeDocument/2006/relationships" type="ellipse" r:blip="">
                    <dgm:adjLst/>
                  </dgm:shape>
                  <dgm:presOf/>
                </dgm:layoutNode>
              </dgm:forEach>
              <dgm:forEach name="Name20" axis="ch" ptType="node" st="2" cnt="1">
                <dgm:layoutNode name="textBox5b"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5b" styleLbl="node1">
                  <dgm:alg type="sp"/>
                  <dgm:shape xmlns:r="http://schemas.openxmlformats.org/officeDocument/2006/relationships" type="ellipse" r:blip="">
                    <dgm:adjLst/>
                  </dgm:shape>
                  <dgm:presOf/>
                </dgm:layoutNode>
              </dgm:forEach>
              <dgm:forEach name="Name21" axis="ch" ptType="node" st="3" cnt="1">
                <dgm:layoutNode name="textBox5c"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5c" styleLbl="node1">
                  <dgm:alg type="sp"/>
                  <dgm:shape xmlns:r="http://schemas.openxmlformats.org/officeDocument/2006/relationships" type="ellipse" r:blip="">
                    <dgm:adjLst/>
                  </dgm:shape>
                  <dgm:presOf/>
                </dgm:layoutNode>
              </dgm:forEach>
              <dgm:forEach name="Name22" axis="ch" ptType="node" st="4" cnt="1">
                <dgm:layoutNode name="textBox5d"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5d" styleLbl="node1">
                  <dgm:alg type="sp"/>
                  <dgm:shape xmlns:r="http://schemas.openxmlformats.org/officeDocument/2006/relationships" type="ellipse" r:blip="">
                    <dgm:adjLst/>
                  </dgm:shape>
                  <dgm:presOf/>
                </dgm:layoutNode>
              </dgm:forEach>
              <dgm:forEach name="Name23" axis="ch" ptType="node" st="5" cnt="1">
                <dgm:layoutNode name="textBox5e"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5e" styleLbl="node1">
                  <dgm:alg type="sp"/>
                  <dgm:shape xmlns:r="http://schemas.openxmlformats.org/officeDocument/2006/relationships" type="ellipse" r:blip="">
                    <dgm:adjLst/>
                  </dgm:shape>
                  <dgm:presOf/>
                </dgm:layoutNode>
              </dgm:forEach>
            </dgm:layoutNode>
          </dgm:else>
        </dgm:choose>
      </dgm:if>
      <dgm:else name="Name24"/>
    </dgm:choose>
  </dgm:layoutNode>
</dgm:layoutDef>
</file>

<file path=ppt/diagrams/layout5.xml><?xml version="1.0" encoding="utf-8"?>
<dgm:layoutDef xmlns:dgm="http://schemas.openxmlformats.org/drawingml/2006/diagram" xmlns:a="http://schemas.openxmlformats.org/drawingml/2006/main" uniqueId="urn:microsoft.com/office/officeart/2005/8/layout/hList1#1" minVer="12.0">
  <dgm:title val=""/>
  <dgm:desc val=""/>
  <dgm:catLst>
    <dgm:cat type="process" pri="9000"/>
  </dgm:catLst>
  <dgm:sampData>
    <dgm:dataModel>
      <dgm:ptLst>
        <dgm:pt modelId="0" type="doc">
          <dgm:prSet phldr="1"/>
        </dgm:pt>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varLst>
    <dgm:choose name="Name1">
      <dgm:if name="Name2" func="var" arg="dir" op="equ" val="norm">
        <dgm:alg type="lin">
          <dgm:param type="linDir" val="fromL"/>
          <dgm:param type="vertAlign" val="mid"/>
          <dgm:param type="nodeHorzAlign" val="l"/>
          <dgm:param type="nodeVertAlign" val="t"/>
          <dgm:param type="fallback" val="1D"/>
        </dgm:alg>
      </dgm:if>
      <dgm:else name="Name3">
        <dgm:alg type="lin">
          <dgm:param type="linDir" val="fromR"/>
          <dgm:param type="vertAlign" val="mid"/>
          <dgm:param type="nodeHorzAlign" val="r"/>
          <dgm:param type="nodeVertAlign" val="t"/>
          <dgm:param type="fallback" val="1D"/>
        </dgm:alg>
      </dgm:else>
    </dgm:choose>
    <dgm:shape xmlns:r="http://schemas.openxmlformats.org/officeDocument/2006/relationships" r:blip="">
      <dgm:adjLst/>
    </dgm:shape>
    <dgm:constrLst>
      <dgm:constr type="w" for="des" forName="header" refType="w"/>
      <dgm:constr type="h" for="des" forName="header" op="equ" val="10"/>
      <dgm:constr type="w" for="ch" forName="vertFlow" refType="w"/>
      <dgm:constr type="h" for="des" forName="child" op="equ" val="20"/>
      <dgm:constr type="w" for="ch" forName="hSp" refType="w" refFor="des" refForName="header" op="equ" fact="0.14"/>
      <dgm:constr type="primFontSz" for="des" forName="child" op="equ"/>
      <dgm:constr type="primFontSz" for="des" forName="header" op="equ"/>
      <dgm:constr type="primFontSz" for="des" forName="header" refType="primFontSz" refFor="des" refForName="child" op="gte"/>
      <dgm:constr type="primFontSz" for="des" forName="header" refType="primFontSz" refFor="des" refForName="child" op="lte" fact="2"/>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1D"/>
            </dgm:alg>
          </dgm:if>
          <dgm:else name="Name7">
            <dgm:alg type="lin">
              <dgm:param type="linDir" val="fromT"/>
              <dgm:param type="nodeHorzAlign" val="ctr"/>
              <dgm:param type="nodeVertAlign" val="t"/>
              <dgm:param type="fallback" val="1D"/>
            </dgm:alg>
          </dgm:else>
        </dgm:choose>
        <dgm:constrLst>
          <dgm:constr type="w" for="ch" refType="w"/>
        </dgm:constrLst>
        <dgm:ruleLst/>
        <dgm:layoutNode name="header" styleLbl="node1">
          <dgm:varLst>
            <dgm:chMax val="0"/>
            <dgm:chPref val="0"/>
            <dgm:bulletEnabled val="1"/>
          </dgm:varLst>
          <dgm:alg type="tx"/>
          <dgm:shape xmlns:r="http://schemas.openxmlformats.org/officeDocument/2006/relationships" type="rect" r:blip="">
            <dgm:adjLst/>
          </dgm:shape>
          <dgm:presOf axis="self" ptType="node"/>
          <dgm:constrLst>
            <dgm:constr type="primFontSz" val="36"/>
            <dgm:constr type="tMarg" refType="primFontSz" fact="0.32"/>
            <dgm:constr type="bMarg" refType="primFontSz" fact="0.32"/>
          </dgm:constrLst>
          <dgm:ruleLst>
            <dgm:rule type="h" val="INF" fact="NaN" max="NaN"/>
            <dgm:rule type="primFontSz" val="2" fact="NaN" max="NaN"/>
          </dgm:ruleLst>
        </dgm:layoutNode>
        <dgm:layoutNode name="child" styleLbl="alignAccFollowNode1">
          <dgm:varLst>
            <dgm:chPref val="0"/>
            <dgm:bulletEnabled val="1"/>
          </dgm:varLst>
          <dgm:alg type="tx">
            <dgm:param type="stBulletLvl" val="1"/>
          </dgm:alg>
          <dgm:shape xmlns:r="http://schemas.openxmlformats.org/officeDocument/2006/relationships" type="rect" r:blip="" zOrderOff="-2">
            <dgm:adjLst/>
          </dgm:shape>
          <dgm:presOf axis="des" ptType="node"/>
          <dgm:constrLst>
            <dgm:constr type="primFontSz" val="36"/>
            <dgm:constr type="lMarg" refType="primFontSz" fact="0.42"/>
            <dgm:constr type="tMarg" refType="primFontSz" fact="0.42"/>
            <dgm:constr type="bMarg" refType="primFontSz" fact="0.63"/>
          </dgm:constrLst>
          <dgm:ruleLst>
            <dgm:rule type="h" val="INF" fact="NaN" max="NaN"/>
            <dgm:rule type="primFontSz" val="2" fact="NaN" max="NaN"/>
          </dgm:ruleLst>
        </dgm:layoutNode>
      </dgm:layoutNode>
      <dgm:choose name="Name8">
        <dgm:if name="Name9" axis="self" ptType="node" func="revPos" op="gte" val="2">
          <dgm:layoutNode name="hSp">
            <dgm:alg type="sp"/>
            <dgm:shape xmlns:r="http://schemas.openxmlformats.org/officeDocument/2006/relationships" r:blip="">
              <dgm:adjLst/>
            </dgm:shape>
          </dgm:layoutNode>
        </dgm:if>
        <dgm:else name="Name10"/>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arrow2#1" minVer="12.0">
  <dgm:title val=""/>
  <dgm:desc val=""/>
  <dgm:catLst>
    <dgm:cat type="process" pri="9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varLst>
    <dgm:alg type="composite">
      <dgm:param type="vertAlign" val="none"/>
      <dgm:param type="horzAlign" val="none"/>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choose name="Name0">
      <dgm:if name="Name1" axis="ch" ptType="node" func="cnt" op="gte" val="1">
        <dgm:layoutNode name="arrow" styleLbl="bgShp">
          <dgm:alg type="sp"/>
          <dgm:shape xmlns:r="http://schemas.openxmlformats.org/officeDocument/2006/relationships" type="swooshArrow" r:blip="">
            <dgm:adjLst/>
          </dgm:shape>
          <dgm:presOf/>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w" val="250"/>
                <dgm:constr type="h" val="250"/>
                <dgm:constr type="l" for="ch" forName="textBox1" refType="w" fact="0.43525"/>
                <dgm:constr type="t" for="ch" forName="textBox1" refType="h" fact="0.41625"/>
                <dgm:constr type="w" for="ch" forName="textBox1" refType="w" fact="0.4"/>
                <dgm:constr type="h" for="ch" forName="textBox1" refType="h" fact="0.4"/>
                <dgm:constr type="ctrX" for="ch" forName="bullet1" refType="l" refFor="ch" refForName="textBox1"/>
                <dgm:constr type="ctrY" for="ch" forName="bullet1" refType="t" refFor="ch" refForName="textBox1"/>
                <dgm:constr type="w" for="ch" forName="bullet1" refType="w" fact="0.0325"/>
                <dgm:constr type="h" for="ch" forName="bullet1" refType="w" refFor="ch" refForName="bullet1"/>
                <dgm:constr type="primFontSz" for="ch" ptType="node" val="36"/>
                <dgm:constr type="primFontSz" for="ch" ptType="node" op="equ"/>
              </dgm:constrLst>
              <dgm:forEach name="Name5" axis="ch" ptType="node" cnt="1">
                <dgm:layoutNode name="textBox1"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1" styleLbl="node1">
                  <dgm:alg type="sp"/>
                  <dgm:shape xmlns:r="http://schemas.openxmlformats.org/officeDocument/2006/relationships" type="ellipse" r:blip="">
                    <dgm:adjLst/>
                  </dgm:shape>
                  <dgm:presOf/>
                  <dgm:constr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onstrLst>
                <dgm:constr type="w" val="250"/>
                <dgm:constr type="h" val="250"/>
                <dgm:constr type="l" for="ch" forName="textBox2a" refType="w" fact="0.2735"/>
                <dgm:constr type="t" for="ch" forName="textBox2a" refType="h" fact="0.5565"/>
                <dgm:constr type="w" for="ch" forName="textBox2a" refType="w" fact="0.325"/>
                <dgm:constr type="h" for="ch" forName="textBox2a" refType="h" fact="0.4"/>
                <dgm:constr type="ctrX" for="ch" forName="bullet2a" refType="l" refFor="ch" refForName="textBox2a"/>
                <dgm:constr type="ctrY" for="ch" forName="bullet2a" refType="t" refFor="ch" refForName="textBox2a"/>
                <dgm:constr type="w" for="ch" forName="bullet2a" refType="w" fact="0.025"/>
                <dgm:constr type="h" for="ch" forName="bullet2a" refType="w" refFor="ch" refForName="bullet2a"/>
                <dgm:constr type="l" for="ch" forName="textBox2b" refType="w" fact="0.6145"/>
                <dgm:constr type="t" for="ch" forName="textBox2b" refType="h" fact="0.3085"/>
                <dgm:constr type="w" for="ch" forName="textBox2b" refType="w" fact="0.325"/>
                <dgm:constr type="h" for="ch" forName="textBox2b" refType="h" fact="0.4"/>
                <dgm:constr type="ctrX" for="ch" forName="bullet2b" refType="l" refFor="ch" refForName="textBox2b"/>
                <dgm:constr type="ctrY" for="ch" forName="bullet2b" refType="t" refFor="ch" refForName="textBox2b"/>
                <dgm:constr type="w" for="ch" forName="bullet2b" refType="w" fact="0.035"/>
                <dgm:constr type="h" for="ch" forName="bullet2b" refType="w" refFor="ch" refForName="bullet2b"/>
                <dgm:constr type="primFontSz" for="ch" ptType="node" val="36"/>
                <dgm:constr type="primFontSz" for="ch" ptType="node" op="equ"/>
              </dgm:constrLst>
              <dgm:forEach name="Name7" axis="ch" ptType="node" cnt="1">
                <dgm:layoutNode name="textBox2a"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2a" styleLbl="node1">
                  <dgm:alg type="sp"/>
                  <dgm:shape xmlns:r="http://schemas.openxmlformats.org/officeDocument/2006/relationships" type="ellipse" r:blip="">
                    <dgm:adjLst/>
                  </dgm:shape>
                  <dgm:presOf/>
                </dgm:layoutNode>
              </dgm:forEach>
              <dgm:forEach name="Name8" axis="ch" ptType="node" st="2" cnt="1">
                <dgm:layoutNode name="textBox2b"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2b" styleLbl="node1">
                  <dgm:alg type="sp"/>
                  <dgm:shape xmlns:r="http://schemas.openxmlformats.org/officeDocument/2006/relationships" type="ellipse" r:blip="">
                    <dgm:adjLst/>
                  </dgm:shape>
                  <dgm:presOf/>
                </dgm:layoutNode>
              </dgm:forEach>
            </dgm:layoutNode>
          </dgm:if>
          <dgm:if name="Name9" axis="ch" ptType="node" func="cnt" op="equ" val="3">
            <dgm:layoutNode name="arrowDiagram3">
              <dgm:alg type="composite">
                <dgm:param type="vertAlign" val="none"/>
                <dgm:param type="horzAlign" val="none"/>
              </dgm:alg>
              <dgm:shape xmlns:r="http://schemas.openxmlformats.org/officeDocument/2006/relationships" r:blip="">
                <dgm:adjLst/>
              </dgm:shape>
              <dgm:presOf/>
              <dgm:constrLst>
                <dgm:constr type="w" val="250"/>
                <dgm:constr type="h" val="250"/>
                <dgm:constr type="l" for="ch" forName="textBox3a" refType="w" fact="0.176"/>
                <dgm:constr type="t" for="ch" forName="textBox3a" refType="h" fact="0.668"/>
                <dgm:constr type="w" for="ch" forName="textBox3a" refType="w" fact="0.25"/>
                <dgm:constr type="h" for="ch" forName="textBox3a" refType="h" fact="0.26"/>
                <dgm:constr type="ctrX" for="ch" forName="bullet3a" refType="l" refFor="ch" refForName="textBox3a"/>
                <dgm:constr type="ctrY" for="ch" forName="bullet3a" refType="t" refFor="ch" refForName="textBox3a"/>
                <dgm:constr type="w" for="ch" forName="bullet3a" refType="w" fact="0.02"/>
                <dgm:constr type="h" for="ch" forName="bullet3a" refType="w" refFor="ch" refForName="bullet3a"/>
                <dgm:constr type="l" for="ch" forName="textBox3b" refType="w" fact="0.43525"/>
                <dgm:constr type="t" for="ch" forName="textBox3b" refType="h" fact="0.41625"/>
                <dgm:constr type="w" for="ch" forName="textBox3b" refType="w" fact="0.25"/>
                <dgm:constr type="h" for="ch" forName="textBox3b" refType="h" fact="0.26"/>
                <dgm:constr type="ctrX" for="ch" forName="bullet3b" refType="l" refFor="ch" refForName="textBox3b"/>
                <dgm:constr type="ctrY" for="ch" forName="bullet3b" refType="t" refFor="ch" refForName="textBox3b"/>
                <dgm:constr type="w" for="ch" forName="bullet3b" refType="w" fact="0.0325"/>
                <dgm:constr type="h" for="ch" forName="bullet3b" refType="w" refFor="ch" refForName="bullet3b"/>
                <dgm:constr type="l" for="ch" forName="textBox3c" refType="w" fact="0.73675"/>
                <dgm:constr type="t" for="ch" forName="textBox3c" refType="h" fact="0.25475"/>
                <dgm:constr type="w" for="ch" forName="textBox3c" refType="w" fact="0.25"/>
                <dgm:constr type="h" for="ch" forName="textBox3c" refType="h" fact="0.26"/>
                <dgm:constr type="ctrX" for="ch" forName="bullet3c" refType="l" refFor="ch" refForName="textBox3c"/>
                <dgm:constr type="ctrY" for="ch" forName="bullet3c" refType="t" refFor="ch" refForName="textBox3c"/>
                <dgm:constr type="w" for="ch" forName="bullet3c" refType="w" fact="0.0375"/>
                <dgm:constr type="h" for="ch" forName="bullet3c" refType="w" refFor="ch" refForName="bullet3c"/>
                <dgm:constr type="primFontSz" for="ch" ptType="node" val="36"/>
                <dgm:constr type="primFontSz" for="ch" ptType="node" op="equ"/>
              </dgm:constrLst>
              <dgm:forEach name="Name10" axis="ch" ptType="node" cnt="1">
                <dgm:layoutNode name="textBox3a"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3a" styleLbl="node1">
                  <dgm:alg type="sp"/>
                  <dgm:shape xmlns:r="http://schemas.openxmlformats.org/officeDocument/2006/relationships" type="ellipse" r:blip="">
                    <dgm:adjLst/>
                  </dgm:shape>
                  <dgm:presOf/>
                </dgm:layoutNode>
              </dgm:forEach>
              <dgm:forEach name="Name11" axis="ch" ptType="node" st="2" cnt="1">
                <dgm:layoutNode name="textBox3b"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3b" styleLbl="node1">
                  <dgm:alg type="sp"/>
                  <dgm:shape xmlns:r="http://schemas.openxmlformats.org/officeDocument/2006/relationships" type="ellipse" r:blip="">
                    <dgm:adjLst/>
                  </dgm:shape>
                  <dgm:presOf/>
                </dgm:layoutNode>
              </dgm:forEach>
              <dgm:forEach name="Name12" axis="ch" ptType="node" st="3" cnt="1">
                <dgm:layoutNode name="textBox3c"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3c" styleLbl="node1">
                  <dgm:alg type="sp"/>
                  <dgm:shape xmlns:r="http://schemas.openxmlformats.org/officeDocument/2006/relationships" type="ellipse" r:blip="">
                    <dgm:adjLst/>
                  </dgm:shape>
                  <dgm:presOf/>
                </dgm:layoutNode>
              </dgm:forEach>
            </dgm:layoutNode>
          </dgm:if>
          <dgm:if name="Name13" axis="ch" ptType="node" func="cnt" op="equ" val="4">
            <dgm:layoutNode name="arrowDiagram4">
              <dgm:alg type="composite">
                <dgm:param type="vertAlign" val="none"/>
                <dgm:param type="horzAlign" val="none"/>
              </dgm:alg>
              <dgm:shape xmlns:r="http://schemas.openxmlformats.org/officeDocument/2006/relationships" r:blip="">
                <dgm:adjLst/>
              </dgm:shape>
              <dgm:presOf/>
              <dgm:constrLst>
                <dgm:constr type="w" val="250"/>
                <dgm:constr type="h" val="250"/>
                <dgm:constr type="l" for="ch" forName="textBox4a" refType="w" fact="0.139"/>
                <dgm:constr type="t" for="ch" forName="textBox4a" refType="h" fact="0.72"/>
                <dgm:constr type="w" for="ch" forName="textBox4a" refType="w" fact="0.175"/>
                <dgm:constr type="h" for="ch" forName="textBox4a" refType="h" fact="0.26"/>
                <dgm:constr type="ctrX" for="ch" forName="bullet4a" refType="l" refFor="ch" refForName="textBox4a"/>
                <dgm:constr type="ctrY" for="ch" forName="bullet4a" refType="t" refFor="ch" refForName="textBox4a"/>
                <dgm:constr type="w" for="ch" forName="bullet4a" refType="w" fact="0.02"/>
                <dgm:constr type="h" for="ch" forName="bullet4a" refType="w" refFor="ch" refForName="bullet4a"/>
                <dgm:constr type="l" for="ch" forName="textBox4b" refType="w" fact="0.33075"/>
                <dgm:constr type="t" for="ch" forName="textBox4b" refType="h" fact="0.49775"/>
                <dgm:constr type="w" for="ch" forName="textBox4b" refType="w" fact="0.175"/>
                <dgm:constr type="h" for="ch" forName="textBox4b" refType="h" fact="0.26"/>
                <dgm:constr type="ctrX" for="ch" forName="bullet4b" refType="l" refFor="ch" refForName="textBox4b"/>
                <dgm:constr type="ctrY" for="ch" forName="bullet4b" refType="t" refFor="ch" refForName="textBox4b"/>
                <dgm:constr type="w" for="ch" forName="bullet4b" refType="w" fact="0.0275"/>
                <dgm:constr type="h" for="ch" forName="bullet4b" refType="w" refFor="ch" refForName="bullet4b"/>
                <dgm:constr type="l" for="ch" forName="textBox4c" refType="w" fact="0.55925"/>
                <dgm:constr type="t" for="ch" forName="textBox4c" refType="h" fact="0.33325"/>
                <dgm:constr type="w" for="ch" forName="textBox4c" refType="w" fact="0.175"/>
                <dgm:constr type="h" for="ch" forName="textBox4c" refType="h" fact="0.26"/>
                <dgm:constr type="ctrX" for="ch" forName="bullet4c" refType="l" refFor="ch" refForName="textBox4c"/>
                <dgm:constr type="ctrY" for="ch" forName="bullet4c" refType="t" refFor="ch" refForName="textBox4c"/>
                <dgm:constr type="w" for="ch" forName="bullet4c" refType="w" fact="0.0325"/>
                <dgm:constr type="h" for="ch" forName="bullet4c" refType="w" refFor="ch" refForName="bullet4c"/>
                <dgm:constr type="l" for="ch" forName="textBox4d" refType="w" fact="0.79675"/>
                <dgm:constr type="t" for="ch" forName="textBox4d" refType="h" fact="0.23575"/>
                <dgm:constr type="w" for="ch" forName="textBox4d" refType="w" fact="0.175"/>
                <dgm:constr type="h" for="ch" forName="textBox4d" refType="h" fact="0.26"/>
                <dgm:constr type="ctrX" for="ch" forName="bullet4d" refType="l" refFor="ch" refForName="textBox4d"/>
                <dgm:constr type="ctrY" for="ch" forName="bullet4d" refType="t" refFor="ch" refForName="textBox4d"/>
                <dgm:constr type="w" for="ch" forName="bullet4d" refType="w" fact="0.0375"/>
                <dgm:constr type="h" for="ch" forName="bullet4d" refType="w" refFor="ch" refForName="bullet4d"/>
                <dgm:constr type="primFontSz" for="ch" ptType="node" val="36"/>
                <dgm:constr type="primFontSz" for="ch" ptType="node" op="equ"/>
              </dgm:constrLst>
              <dgm:forEach name="Name14" axis="ch" ptType="node" cnt="1">
                <dgm:layoutNode name="textBox4a"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4a" styleLbl="node1">
                  <dgm:alg type="sp"/>
                  <dgm:shape xmlns:r="http://schemas.openxmlformats.org/officeDocument/2006/relationships" type="ellipse" r:blip="">
                    <dgm:adjLst/>
                  </dgm:shape>
                  <dgm:presOf/>
                </dgm:layoutNode>
              </dgm:forEach>
              <dgm:forEach name="Name15" axis="ch" ptType="node" st="2" cnt="1">
                <dgm:layoutNode name="textBox4b"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4b" styleLbl="node1">
                  <dgm:alg type="sp"/>
                  <dgm:shape xmlns:r="http://schemas.openxmlformats.org/officeDocument/2006/relationships" type="ellipse" r:blip="">
                    <dgm:adjLst/>
                  </dgm:shape>
                  <dgm:presOf/>
                </dgm:layoutNode>
              </dgm:forEach>
              <dgm:forEach name="Name16" axis="ch" ptType="node" st="3" cnt="1">
                <dgm:layoutNode name="textBox4c"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4c" styleLbl="node1">
                  <dgm:alg type="sp"/>
                  <dgm:shape xmlns:r="http://schemas.openxmlformats.org/officeDocument/2006/relationships" type="ellipse" r:blip="">
                    <dgm:adjLst/>
                  </dgm:shape>
                  <dgm:presOf/>
                </dgm:layoutNode>
              </dgm:forEach>
              <dgm:forEach name="Name17" axis="ch" ptType="node" st="4" cnt="1">
                <dgm:layoutNode name="textBox4d"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4d" styleLbl="node1">
                  <dgm:alg type="sp"/>
                  <dgm:shape xmlns:r="http://schemas.openxmlformats.org/officeDocument/2006/relationships" type="ellipse" r:blip="">
                    <dgm:adjLst/>
                  </dgm:shape>
                  <dgm:presOf/>
                </dgm:layoutNode>
              </dgm:forEach>
            </dgm:layoutNode>
          </dgm:if>
          <dgm:else name="Name18">
            <dgm:layoutNode name="arrowDiagram5">
              <dgm:alg type="composite">
                <dgm:param type="vertAlign" val="none"/>
                <dgm:param type="horzAlign" val="none"/>
              </dgm:alg>
              <dgm:shape xmlns:r="http://schemas.openxmlformats.org/officeDocument/2006/relationships" r:blip="">
                <dgm:adjLst/>
              </dgm:shape>
              <dgm:presOf/>
              <dgm:constrLst>
                <dgm:constr type="w" val="250"/>
                <dgm:constr type="h" val="250"/>
                <dgm:constr type="l" for="ch" forName="textBox5a" refType="w" fact="0.139"/>
                <dgm:constr type="t" for="ch" forName="textBox5a" refType="h" fact="0.72"/>
                <dgm:constr type="w" for="ch" forName="textBox5a" refType="w" fact="0.125"/>
                <dgm:constr type="h" for="ch" forName="textBox5a" refType="h" fact="0.26"/>
                <dgm:constr type="ctrX" for="ch" forName="bullet5a" refType="l" refFor="ch" refForName="textBox5a"/>
                <dgm:constr type="ctrY" for="ch" forName="bullet5a" refType="t" refFor="ch" refForName="textBox5a"/>
                <dgm:constr type="w" for="ch" forName="bullet5a" refType="w" fact="0.02"/>
                <dgm:constr type="h" for="ch" forName="bullet5a" refType="w" refFor="ch" refForName="bullet5a"/>
                <dgm:constr type="l" for="ch" forName="textBox5b" refType="w" fact="0.2735"/>
                <dgm:constr type="t" for="ch" forName="textBox5b" refType="h" fact="0.5565"/>
                <dgm:constr type="w" for="ch" forName="textBox5b" refType="w" fact="0.125"/>
                <dgm:constr type="h" for="ch" forName="textBox5b" refType="h" fact="0.26"/>
                <dgm:constr type="ctrX" for="ch" forName="bullet5b" refType="l" refFor="ch" refForName="textBox5b"/>
                <dgm:constr type="ctrY" for="ch" forName="bullet5b" refType="t" refFor="ch" refForName="textBox5b"/>
                <dgm:constr type="w" for="ch" forName="bullet5b" refType="w" fact="0.025"/>
                <dgm:constr type="h" for="ch" forName="bullet5b" refType="w" refFor="ch" refForName="bullet5b"/>
                <dgm:constr type="l" for="ch" forName="textBox5c" refType="w" fact="0.43525"/>
                <dgm:constr type="t" for="ch" forName="textBox5c" refType="h" fact="0.41625"/>
                <dgm:constr type="w" for="ch" forName="textBox5c" refType="w" fact="0.125"/>
                <dgm:constr type="h" for="ch" forName="textBox5c" refType="h" fact="0.26"/>
                <dgm:constr type="ctrX" for="ch" forName="bullet5c" refType="l" refFor="ch" refForName="textBox5c"/>
                <dgm:constr type="ctrY" for="ch" forName="bullet5c" refType="t" refFor="ch" refForName="textBox5c"/>
                <dgm:constr type="w" for="ch" forName="bullet5c" refType="w" fact="0.0325"/>
                <dgm:constr type="h" for="ch" forName="bullet5c" refType="w" refFor="ch" refForName="bullet5c"/>
                <dgm:constr type="l" for="ch" forName="textBox5d" refType="w" fact="0.6145"/>
                <dgm:constr type="t" for="ch" forName="textBox5d" refType="h" fact="0.3085"/>
                <dgm:constr type="w" for="ch" forName="textBox5d" refType="w" fact="0.125"/>
                <dgm:constr type="h" for="ch" forName="textBox5d" refType="h" fact="0.26"/>
                <dgm:constr type="ctrX" for="ch" forName="bullet5d" refType="l" refFor="ch" refForName="textBox5d"/>
                <dgm:constr type="ctrY" for="ch" forName="bullet5d" refType="t" refFor="ch" refForName="textBox5d"/>
                <dgm:constr type="w" for="ch" forName="bullet5d" refType="w" fact="0.035"/>
                <dgm:constr type="h" for="ch" forName="bullet5d" refType="w" refFor="ch" refForName="bullet5d"/>
                <dgm:constr type="l" for="ch" forName="textBox5e" refType="w" fact="0.79675"/>
                <dgm:constr type="t" for="ch" forName="textBox5e" refType="h" fact="0.23575"/>
                <dgm:constr type="w" for="ch" forName="textBox5e" refType="w" fact="0.125"/>
                <dgm:constr type="h" for="ch" forName="textBox5e" refType="h" fact="0.26"/>
                <dgm:constr type="ctrX" for="ch" forName="bullet5e" refType="l" refFor="ch" refForName="textBox5e"/>
                <dgm:constr type="ctrY" for="ch" forName="bullet5e" refType="t" refFor="ch" refForName="textBox5e"/>
                <dgm:constr type="w" for="ch" forName="bullet5e" refType="w" fact="0.0375"/>
                <dgm:constr type="h" for="ch" forName="bullet5e" refType="w" refFor="ch" refForName="bullet5e"/>
                <dgm:constr type="primFontSz" for="ch" ptType="node" val="36"/>
                <dgm:constr type="primFontSz" for="ch" ptType="node" op="equ"/>
              </dgm:constrLst>
              <dgm:forEach name="Name19" axis="ch" ptType="node" cnt="1">
                <dgm:layoutNode name="textBox5a"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5a" styleLbl="node1">
                  <dgm:alg type="sp"/>
                  <dgm:shape xmlns:r="http://schemas.openxmlformats.org/officeDocument/2006/relationships" type="ellipse" r:blip="">
                    <dgm:adjLst/>
                  </dgm:shape>
                  <dgm:presOf/>
                </dgm:layoutNode>
              </dgm:forEach>
              <dgm:forEach name="Name20" axis="ch" ptType="node" st="2" cnt="1">
                <dgm:layoutNode name="textBox5b"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5b" styleLbl="node1">
                  <dgm:alg type="sp"/>
                  <dgm:shape xmlns:r="http://schemas.openxmlformats.org/officeDocument/2006/relationships" type="ellipse" r:blip="">
                    <dgm:adjLst/>
                  </dgm:shape>
                  <dgm:presOf/>
                </dgm:layoutNode>
              </dgm:forEach>
              <dgm:forEach name="Name21" axis="ch" ptType="node" st="3" cnt="1">
                <dgm:layoutNode name="textBox5c"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5c" styleLbl="node1">
                  <dgm:alg type="sp"/>
                  <dgm:shape xmlns:r="http://schemas.openxmlformats.org/officeDocument/2006/relationships" type="ellipse" r:blip="">
                    <dgm:adjLst/>
                  </dgm:shape>
                  <dgm:presOf/>
                </dgm:layoutNode>
              </dgm:forEach>
              <dgm:forEach name="Name22" axis="ch" ptType="node" st="4" cnt="1">
                <dgm:layoutNode name="textBox5d"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5d" styleLbl="node1">
                  <dgm:alg type="sp"/>
                  <dgm:shape xmlns:r="http://schemas.openxmlformats.org/officeDocument/2006/relationships" type="ellipse" r:blip="">
                    <dgm:adjLst/>
                  </dgm:shape>
                  <dgm:presOf/>
                </dgm:layoutNode>
              </dgm:forEach>
              <dgm:forEach name="Name23" axis="ch" ptType="node" st="5" cnt="1">
                <dgm:layoutNode name="textBox5e" styleLbl="revTx">
                  <dgm:varLst>
                    <dgm:bulletEnabled val="1"/>
                  </dgm:varLst>
                  <dgm:alg type="tx">
                    <dgm:param type="txAnchorVert" val="t"/>
                    <dgm:param type="parTxLTRAlign" val="l"/>
                  </dgm:alg>
                  <dgm:shape xmlns:r="http://schemas.openxmlformats.org/officeDocument/2006/relationships" type="rect" r:blip="">
                    <dgm:adjLst/>
                  </dgm:shape>
                  <dgm:presOf axis="desOrSelf" ptType="node"/>
                  <dgm:constrLst>
                    <dgm:constr type="w" val="250"/>
                    <dgm:constr type="h" val="250"/>
                    <dgm:constr type="primFontSz" val="36"/>
                  </dgm:constrLst>
                  <dgm:ruleLst>
                    <dgm:rule type="primFontSz" val="2" fact="NaN" max="NaN"/>
                  </dgm:ruleLst>
                </dgm:layoutNode>
                <dgm:layoutNode name="bullet5e" styleLbl="node1">
                  <dgm:alg type="sp"/>
                  <dgm:shape xmlns:r="http://schemas.openxmlformats.org/officeDocument/2006/relationships" type="ellipse" r:blip="">
                    <dgm:adjLst/>
                  </dgm:shape>
                  <dgm:presOf/>
                </dgm:layoutNode>
              </dgm:forEach>
            </dgm:layoutNode>
          </dgm:else>
        </dgm:choose>
      </dgm:if>
      <dgm:else name="Name2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6">
  <dgm:title val="Simple 2"/>
  <dgm:desc val="Simple 2"/>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8">
  <dgm:title val="Simple 2"/>
  <dgm:desc val="Simple 2"/>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6">
  <dgm:title val="Simple 2"/>
  <dgm:desc val="Simple 2"/>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3">
  <dgm:title val="Simple 2"/>
  <dgm:desc val="Simple 2"/>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6">
  <dgm:title val="Simple 2"/>
  <dgm:desc val="Simple 2"/>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3">
  <dgm:title val="Simple 2"/>
  <dgm:desc val="Simple 2"/>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E8C53EC-0073-4D76-8167-988461738F5D}" type="datetimeFigureOut">
              <a:rPr lang="en-US" smtClean="0"/>
              <a:pPr/>
              <a:t>7/1/2010</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45267A7A-7004-46E9-84A4-23E8EC0F93A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p:spPr>
      </p:sp>
      <p:sp>
        <p:nvSpPr>
          <p:cNvPr id="2355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buFontTx/>
              <a:buChar char="•"/>
            </a:pPr>
            <a:r>
              <a:rPr lang="en-US" smtClean="0"/>
              <a:t>  Meet with Julie, Craig, Lawrence, Penser, AMH, and Contractors</a:t>
            </a:r>
          </a:p>
          <a:p>
            <a:pPr>
              <a:spcBef>
                <a:spcPct val="0"/>
              </a:spcBef>
              <a:buFontTx/>
              <a:buChar char="•"/>
            </a:pPr>
            <a:r>
              <a:rPr lang="en-US" smtClean="0"/>
              <a:t>  Mutual goal to RTW in a timely manner</a:t>
            </a:r>
          </a:p>
          <a:p>
            <a:pPr>
              <a:spcBef>
                <a:spcPct val="0"/>
              </a:spcBef>
              <a:buFontTx/>
              <a:buChar char="•"/>
            </a:pPr>
            <a:r>
              <a:rPr lang="en-US" smtClean="0"/>
              <a:t>  Beryllium referrals</a:t>
            </a:r>
          </a:p>
        </p:txBody>
      </p:sp>
      <p:sp>
        <p:nvSpPr>
          <p:cNvPr id="2355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C5A82FD-54E3-4629-A8B1-79AB07B53A54}" type="slidenum">
              <a:rPr lang="en-US"/>
              <a:pPr/>
              <a:t>25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42</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43</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44</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45</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46</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47</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48</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49</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50</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51</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52</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53</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54</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55</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56</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57</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58</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59</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60</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61</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62</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63</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64</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65</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66</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dirty="0"/>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67</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68</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69</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70</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71</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72</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73</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74</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75</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76</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77</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78</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dirty="0"/>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79</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dirty="0"/>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80</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81</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82</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83</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84</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85</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86</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87</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88</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89</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90</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dirty="0"/>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91</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92</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93</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94</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95</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96</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97</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p:cNvSpPr>
          <p:nvPr>
            <p:ph type="sldImg"/>
          </p:nvPr>
        </p:nvSpPr>
        <p:spPr/>
        <p:txBody>
          <a:bodyPr/>
          <a:lstStyle/>
          <a:p>
            <a:endParaRPr lang="en-US"/>
          </a:p>
        </p:txBody>
      </p:sp>
      <p:sp>
        <p:nvSpPr>
          <p:cNvPr id="3" name="Rectangle 3"/>
          <p:cNvSpPr>
            <a:spLocks noGrp="1"/>
          </p:cNvSpPr>
          <p:nvPr>
            <p:ph type="body" idx="1"/>
          </p:nvPr>
        </p:nvSpPr>
        <p:spPr/>
        <p:txBody>
          <a:bodyPr/>
          <a:lstStyle/>
          <a:p>
            <a:endParaRPr lang="en-US"/>
          </a:p>
        </p:txBody>
      </p:sp>
      <p:sp>
        <p:nvSpPr>
          <p:cNvPr id="4" name="Rectangle 4"/>
          <p:cNvSpPr>
            <a:spLocks noGrp="1"/>
          </p:cNvSpPr>
          <p:nvPr>
            <p:ph type="dt" idx="10"/>
          </p:nvPr>
        </p:nvSpPr>
        <p:spPr/>
        <p:txBody>
          <a:bodyPr/>
          <a:lstStyle/>
          <a:p>
            <a:fld id="{2D9FB51A-E05F-4494-ADA5-A77EAE266FCF}" type="datetimeFigureOut">
              <a:rPr lang="en-US" smtClean="0"/>
              <a:pPr/>
              <a:t>7/1/2010</a:t>
            </a:fld>
            <a:endParaRPr lang="en-US"/>
          </a:p>
        </p:txBody>
      </p:sp>
      <p:sp>
        <p:nvSpPr>
          <p:cNvPr id="5" name="Rectangle 5"/>
          <p:cNvSpPr>
            <a:spLocks noGrp="1"/>
          </p:cNvSpPr>
          <p:nvPr>
            <p:ph type="ftr" sz="quarter" idx="11"/>
          </p:nvPr>
        </p:nvSpPr>
        <p:spPr/>
        <p:txBody>
          <a:bodyPr/>
          <a:lstStyle/>
          <a:p>
            <a:endParaRPr lang="en-US"/>
          </a:p>
        </p:txBody>
      </p:sp>
      <p:sp>
        <p:nvSpPr>
          <p:cNvPr id="6" name="Rectangle 6"/>
          <p:cNvSpPr>
            <a:spLocks noGrp="1"/>
          </p:cNvSpPr>
          <p:nvPr>
            <p:ph type="sldNum" sz="quarter" idx="12"/>
          </p:nvPr>
        </p:nvSpPr>
        <p:spPr/>
        <p:txBody>
          <a:bodyPr/>
          <a:lstStyle/>
          <a:p>
            <a:fld id="{13CD1B0D-083E-4DA2-81AD-16B7E971189E}" type="slidenum">
              <a:rPr lang="en-US" smtClean="0"/>
              <a:pPr/>
              <a:t>98</a:t>
            </a:fld>
            <a:endParaRPr lang="en-US"/>
          </a:p>
        </p:txBody>
      </p:sp>
      <p:sp>
        <p:nvSpPr>
          <p:cNvPr id="7" name="Rectangle 7"/>
          <p:cNvSpPr>
            <a:spLocks noGrp="1"/>
          </p:cNvSpPr>
          <p:nvPr>
            <p:ph type="hdr" sz="quarter" idx="13"/>
          </p:nvPr>
        </p:nvSpPr>
        <p:spPr/>
        <p:txBody>
          <a:bodyPr/>
          <a:lstStyle/>
          <a:p>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63547BEC-77D6-4D51-B4F5-D2534E7C9E0E}" type="slidenum">
              <a:rPr lang="en-US" smtClean="0"/>
              <a:pPr>
                <a:defRPr/>
              </a:pPr>
              <a:t>99</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C2D0AD51-DAB9-424E-B6AF-56B77925989A}" type="datetimeFigureOut">
              <a:rPr lang="en-US" smtClean="0"/>
              <a:pPr/>
              <a:t>7/1/2010</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9CA0413B-214A-4034-9587-84159DDC6117}"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2D0AD51-DAB9-424E-B6AF-56B77925989A}" type="datetimeFigureOut">
              <a:rPr lang="en-US" smtClean="0"/>
              <a:pPr/>
              <a:t>7/1/2010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CA0413B-214A-4034-9587-84159DDC611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C2D0AD51-DAB9-424E-B6AF-56B77925989A}" type="datetimeFigureOut">
              <a:rPr lang="en-US" smtClean="0"/>
              <a:pPr/>
              <a:t>7/1/2010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CA0413B-214A-4034-9587-84159DDC6117}"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C2D0AD51-DAB9-424E-B6AF-56B77925989A}" type="datetimeFigureOut">
              <a:rPr lang="en-US" smtClean="0"/>
              <a:pPr/>
              <a:t>7/1/2010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9CA0413B-214A-4034-9587-84159DDC611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C2D0AD51-DAB9-424E-B6AF-56B77925989A}" type="datetimeFigureOut">
              <a:rPr lang="en-US" smtClean="0"/>
              <a:pPr/>
              <a:t>7/1/2010</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9CA0413B-214A-4034-9587-84159DDC611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C2D0AD51-DAB9-424E-B6AF-56B77925989A}" type="datetimeFigureOut">
              <a:rPr lang="en-US" smtClean="0"/>
              <a:pPr/>
              <a:t>7/1/2010</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9CA0413B-214A-4034-9587-84159DDC611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C2D0AD51-DAB9-424E-B6AF-56B77925989A}" type="datetimeFigureOut">
              <a:rPr lang="en-US" smtClean="0"/>
              <a:pPr/>
              <a:t>7/1/2010</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9CA0413B-214A-4034-9587-84159DDC6117}"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C2D0AD51-DAB9-424E-B6AF-56B77925989A}" type="datetimeFigureOut">
              <a:rPr lang="en-US" smtClean="0"/>
              <a:pPr/>
              <a:t>7/1/2010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9CA0413B-214A-4034-9587-84159DDC611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C2D0AD51-DAB9-424E-B6AF-56B77925989A}" type="datetimeFigureOut">
              <a:rPr lang="en-US" smtClean="0"/>
              <a:pPr/>
              <a:t>7/1/2010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9CA0413B-214A-4034-9587-84159DDC6117}"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2D0AD51-DAB9-424E-B6AF-56B77925989A}" type="datetimeFigureOut">
              <a:rPr lang="en-US" smtClean="0"/>
              <a:pPr/>
              <a:t>7/1/2010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CA0413B-214A-4034-9587-84159DDC611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C2D0AD51-DAB9-424E-B6AF-56B77925989A}" type="datetimeFigureOut">
              <a:rPr lang="en-US" smtClean="0"/>
              <a:pPr/>
              <a:t>7/1/2010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9CA0413B-214A-4034-9587-84159DDC6117}"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grpSp>
        <p:nvGrpSpPr>
          <p:cNvPr id="2" name="Group 2"/>
          <p:cNvGrpSpPr>
            <a:grpSpLocks/>
          </p:cNvGrpSpPr>
          <p:nvPr/>
        </p:nvGrpSpPr>
        <p:grpSpPr bwMode="auto">
          <a:xfrm>
            <a:off x="0" y="0"/>
            <a:ext cx="5867400" cy="6858000"/>
            <a:chOff x="0" y="0"/>
            <a:chExt cx="3696" cy="4320"/>
          </a:xfrm>
        </p:grpSpPr>
        <p:sp>
          <p:nvSpPr>
            <p:cNvPr id="5" name="Rectangle 3"/>
            <p:cNvSpPr>
              <a:spLocks noChangeArrowheads="1"/>
            </p:cNvSpPr>
            <p:nvPr/>
          </p:nvSpPr>
          <p:spPr bwMode="auto">
            <a:xfrm>
              <a:off x="0" y="0"/>
              <a:ext cx="2880" cy="4320"/>
            </a:xfrm>
            <a:prstGeom prst="rect">
              <a:avLst/>
            </a:prstGeom>
            <a:solidFill>
              <a:schemeClr val="accent2"/>
            </a:solidFill>
            <a:ln w="9525">
              <a:noFill/>
              <a:miter lim="800000"/>
              <a:headEnd/>
              <a:tailEnd/>
            </a:ln>
            <a:effectLst/>
          </p:spPr>
          <p:txBody>
            <a:bodyPr wrap="none" anchor="ctr"/>
            <a:lstStyle/>
            <a:p>
              <a:pPr algn="ctr" eaLnBrk="1" hangingPunct="1">
                <a:defRPr/>
              </a:pPr>
              <a:endParaRPr kumimoji="1" lang="en-US" sz="2400">
                <a:latin typeface="Times New Roman" pitchFamily="18" charset="0"/>
              </a:endParaRPr>
            </a:p>
          </p:txBody>
        </p:sp>
        <p:sp>
          <p:nvSpPr>
            <p:cNvPr id="6" name="AutoShape 4"/>
            <p:cNvSpPr>
              <a:spLocks noChangeArrowheads="1"/>
            </p:cNvSpPr>
            <p:nvPr/>
          </p:nvSpPr>
          <p:spPr bwMode="white">
            <a:xfrm>
              <a:off x="432" y="624"/>
              <a:ext cx="3264" cy="1200"/>
            </a:xfrm>
            <a:prstGeom prst="roundRect">
              <a:avLst>
                <a:gd name="adj" fmla="val 50000"/>
              </a:avLst>
            </a:prstGeom>
            <a:solidFill>
              <a:schemeClr val="bg1"/>
            </a:solidFill>
            <a:ln w="9525">
              <a:noFill/>
              <a:round/>
              <a:headEnd/>
              <a:tailEnd/>
            </a:ln>
            <a:effectLst/>
          </p:spPr>
          <p:txBody>
            <a:bodyPr wrap="none" anchor="ctr"/>
            <a:lstStyle/>
            <a:p>
              <a:pPr algn="ctr" eaLnBrk="1" hangingPunct="1">
                <a:defRPr/>
              </a:pPr>
              <a:endParaRPr kumimoji="1" lang="en-US" sz="2400">
                <a:latin typeface="Times New Roman" pitchFamily="18" charset="0"/>
              </a:endParaRPr>
            </a:p>
          </p:txBody>
        </p:sp>
      </p:grpSp>
      <p:grpSp>
        <p:nvGrpSpPr>
          <p:cNvPr id="3" name="Group 5"/>
          <p:cNvGrpSpPr>
            <a:grpSpLocks/>
          </p:cNvGrpSpPr>
          <p:nvPr/>
        </p:nvGrpSpPr>
        <p:grpSpPr bwMode="auto">
          <a:xfrm>
            <a:off x="3632200" y="4889500"/>
            <a:ext cx="4876800" cy="319088"/>
            <a:chOff x="2288" y="3080"/>
            <a:chExt cx="3072" cy="201"/>
          </a:xfrm>
        </p:grpSpPr>
        <p:sp>
          <p:nvSpPr>
            <p:cNvPr id="8" name="AutoShape 6"/>
            <p:cNvSpPr>
              <a:spLocks noChangeArrowheads="1"/>
            </p:cNvSpPr>
            <p:nvPr/>
          </p:nvSpPr>
          <p:spPr bwMode="auto">
            <a:xfrm flipH="1">
              <a:off x="2288" y="3080"/>
              <a:ext cx="2914" cy="200"/>
            </a:xfrm>
            <a:prstGeom prst="roundRect">
              <a:avLst>
                <a:gd name="adj" fmla="val 0"/>
              </a:avLst>
            </a:prstGeom>
            <a:solidFill>
              <a:schemeClr val="hlink"/>
            </a:solidFill>
            <a:ln w="9525">
              <a:noFill/>
              <a:round/>
              <a:headEnd/>
              <a:tailEnd/>
            </a:ln>
            <a:effectLst/>
          </p:spPr>
          <p:txBody>
            <a:bodyPr wrap="none" anchor="ctr"/>
            <a:lstStyle/>
            <a:p>
              <a:pPr>
                <a:defRPr/>
              </a:pPr>
              <a:endParaRPr lang="en-US"/>
            </a:p>
          </p:txBody>
        </p:sp>
        <p:sp>
          <p:nvSpPr>
            <p:cNvPr id="9" name="AutoShape 7"/>
            <p:cNvSpPr>
              <a:spLocks noChangeArrowheads="1"/>
            </p:cNvSpPr>
            <p:nvPr/>
          </p:nvSpPr>
          <p:spPr bwMode="auto">
            <a:xfrm>
              <a:off x="5196" y="3080"/>
              <a:ext cx="164" cy="201"/>
            </a:xfrm>
            <a:prstGeom prst="flowChartDelay">
              <a:avLst/>
            </a:prstGeom>
            <a:solidFill>
              <a:schemeClr val="hlink"/>
            </a:solidFill>
            <a:ln w="9525">
              <a:noFill/>
              <a:miter lim="800000"/>
              <a:headEnd/>
              <a:tailEnd/>
            </a:ln>
            <a:effectLst/>
          </p:spPr>
          <p:txBody>
            <a:bodyPr wrap="none" anchor="ctr"/>
            <a:lstStyle/>
            <a:p>
              <a:pPr>
                <a:defRPr/>
              </a:pPr>
              <a:endParaRPr lang="en-US"/>
            </a:p>
          </p:txBody>
        </p:sp>
      </p:grpSp>
      <p:sp>
        <p:nvSpPr>
          <p:cNvPr id="5128" name="Rectangle 8"/>
          <p:cNvSpPr>
            <a:spLocks noGrp="1" noChangeArrowheads="1"/>
          </p:cNvSpPr>
          <p:nvPr>
            <p:ph type="subTitle" idx="1"/>
          </p:nvPr>
        </p:nvSpPr>
        <p:spPr>
          <a:xfrm>
            <a:off x="4673600" y="2927350"/>
            <a:ext cx="4013200" cy="1822450"/>
          </a:xfrm>
        </p:spPr>
        <p:txBody>
          <a:bodyPr anchor="b"/>
          <a:lstStyle>
            <a:lvl1pPr marL="0" indent="0">
              <a:buFont typeface="Wingdings" pitchFamily="2" charset="2"/>
              <a:buNone/>
              <a:defRPr>
                <a:solidFill>
                  <a:schemeClr val="tx2"/>
                </a:solidFill>
              </a:defRPr>
            </a:lvl1pPr>
          </a:lstStyle>
          <a:p>
            <a:r>
              <a:rPr lang="en-US"/>
              <a:t>Click to edit Master subtitle style</a:t>
            </a:r>
          </a:p>
        </p:txBody>
      </p:sp>
      <p:sp>
        <p:nvSpPr>
          <p:cNvPr id="5132" name="AutoShape 12"/>
          <p:cNvSpPr>
            <a:spLocks noGrp="1" noChangeArrowheads="1"/>
          </p:cNvSpPr>
          <p:nvPr>
            <p:ph type="ctrTitle" sz="quarter"/>
          </p:nvPr>
        </p:nvSpPr>
        <p:spPr>
          <a:xfrm>
            <a:off x="685800" y="990600"/>
            <a:ext cx="8229600" cy="1905000"/>
          </a:xfrm>
          <a:prstGeom prst="roundRect">
            <a:avLst>
              <a:gd name="adj" fmla="val 50000"/>
            </a:avLst>
          </a:prstGeom>
        </p:spPr>
        <p:txBody>
          <a:bodyPr anchor="ctr"/>
          <a:lstStyle>
            <a:lvl1pPr algn="ctr">
              <a:defRPr>
                <a:solidFill>
                  <a:schemeClr val="tx1"/>
                </a:solidFill>
              </a:defRPr>
            </a:lvl1pPr>
          </a:lstStyle>
          <a:p>
            <a:r>
              <a:rPr lang="en-US"/>
              <a:t>Click to edit Master title style</a:t>
            </a:r>
          </a:p>
        </p:txBody>
      </p:sp>
      <p:sp>
        <p:nvSpPr>
          <p:cNvPr id="10" name="Rectangle 9"/>
          <p:cNvSpPr>
            <a:spLocks noGrp="1" noChangeArrowheads="1"/>
          </p:cNvSpPr>
          <p:nvPr>
            <p:ph type="dt" sz="quarter" idx="10"/>
          </p:nvPr>
        </p:nvSpPr>
        <p:spPr/>
        <p:txBody>
          <a:bodyPr/>
          <a:lstStyle>
            <a:lvl1pPr>
              <a:defRPr>
                <a:solidFill>
                  <a:schemeClr val="bg1"/>
                </a:solidFill>
              </a:defRPr>
            </a:lvl1pPr>
          </a:lstStyle>
          <a:p>
            <a:pPr>
              <a:defRPr/>
            </a:pPr>
            <a:endParaRPr lang="en-US"/>
          </a:p>
        </p:txBody>
      </p:sp>
      <p:sp>
        <p:nvSpPr>
          <p:cNvPr id="11" name="Rectangle 10"/>
          <p:cNvSpPr>
            <a:spLocks noGrp="1" noChangeArrowheads="1"/>
          </p:cNvSpPr>
          <p:nvPr>
            <p:ph type="ftr" sz="quarter" idx="11"/>
          </p:nvPr>
        </p:nvSpPr>
        <p:spPr/>
        <p:txBody>
          <a:bodyPr/>
          <a:lstStyle>
            <a:lvl1pPr algn="r">
              <a:defRPr/>
            </a:lvl1pPr>
          </a:lstStyle>
          <a:p>
            <a:pPr>
              <a:defRPr/>
            </a:pPr>
            <a:endParaRPr lang="en-US"/>
          </a:p>
        </p:txBody>
      </p:sp>
      <p:sp>
        <p:nvSpPr>
          <p:cNvPr id="12" name="Rectangle 11"/>
          <p:cNvSpPr>
            <a:spLocks noGrp="1" noChangeArrowheads="1"/>
          </p:cNvSpPr>
          <p:nvPr>
            <p:ph type="sldNum" sz="quarter" idx="12"/>
          </p:nvPr>
        </p:nvSpPr>
        <p:spPr>
          <a:xfrm>
            <a:off x="76200" y="6248400"/>
            <a:ext cx="587375" cy="488950"/>
          </a:xfrm>
        </p:spPr>
        <p:txBody>
          <a:bodyPr anchorCtr="0"/>
          <a:lstStyle>
            <a:lvl1pPr>
              <a:defRPr/>
            </a:lvl1pPr>
          </a:lstStyle>
          <a:p>
            <a:pPr>
              <a:defRPr/>
            </a:pPr>
            <a:fld id="{7F419012-40DF-44F8-8B0C-78E7020BA9EC}"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pPr>
              <a:defRPr/>
            </a:pPr>
            <a:fld id="{C6400E6C-5A94-4BD7-BEFD-7FD29BB87667}"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p>
        </p:txBody>
      </p:sp>
      <p:sp>
        <p:nvSpPr>
          <p:cNvPr id="3" name="Rectangle 12"/>
          <p:cNvSpPr>
            <a:spLocks noGrp="1" noChangeArrowheads="1"/>
          </p:cNvSpPr>
          <p:nvPr>
            <p:ph type="ftr" sz="quarter" idx="11"/>
          </p:nvPr>
        </p:nvSpPr>
        <p:spPr>
          <a:ln/>
        </p:spPr>
        <p:txBody>
          <a:bodyPr/>
          <a:lstStyle>
            <a:lvl1pPr>
              <a:defRPr/>
            </a:lvl1pPr>
          </a:lstStyle>
          <a:p>
            <a:pPr>
              <a:defRPr/>
            </a:pPr>
            <a:endParaRPr lang="en-US"/>
          </a:p>
        </p:txBody>
      </p:sp>
      <p:sp>
        <p:nvSpPr>
          <p:cNvPr id="4" name="Rectangle 13"/>
          <p:cNvSpPr>
            <a:spLocks noGrp="1" noChangeArrowheads="1"/>
          </p:cNvSpPr>
          <p:nvPr>
            <p:ph type="sldNum" sz="quarter" idx="12"/>
          </p:nvPr>
        </p:nvSpPr>
        <p:spPr>
          <a:ln/>
        </p:spPr>
        <p:txBody>
          <a:bodyPr/>
          <a:lstStyle>
            <a:lvl1pPr>
              <a:defRPr/>
            </a:lvl1pPr>
          </a:lstStyle>
          <a:p>
            <a:pPr>
              <a:defRPr/>
            </a:pPr>
            <a:fld id="{EE80E838-73B6-4B04-BBCC-7367C2E85BAA}" type="slidenum">
              <a:rPr lang="en-US"/>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lang="en-US"/>
          </a:p>
        </p:txBody>
      </p:sp>
      <p:sp>
        <p:nvSpPr>
          <p:cNvPr id="29" name="Title 28"/>
          <p:cNvSpPr>
            <a:spLocks noGrp="1"/>
          </p:cNvSpPr>
          <p:nvPr>
            <p:ph type="ctrTitle"/>
          </p:nvPr>
        </p:nvSpPr>
        <p:spPr>
          <a:xfrm>
            <a:off x="381000" y="4853411"/>
            <a:ext cx="8458200" cy="1222375"/>
          </a:xfrm>
        </p:spPr>
        <p:txBody>
          <a:bodyPr anchor="t"/>
          <a:lstStyle/>
          <a:p>
            <a:r>
              <a:rPr lang="en-US" smtClean="0"/>
              <a:t>Click to edit Master title style</a:t>
            </a:r>
            <a:endParaRPr lang="en-US" dirty="0"/>
          </a:p>
        </p:txBody>
      </p:sp>
      <p:sp>
        <p:nvSpPr>
          <p:cNvPr id="9" name="Subtitle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dirty="0"/>
          </a:p>
        </p:txBody>
      </p:sp>
      <p:sp>
        <p:nvSpPr>
          <p:cNvPr id="16" name="Date Placeholder 15"/>
          <p:cNvSpPr>
            <a:spLocks noGrp="1"/>
          </p:cNvSpPr>
          <p:nvPr>
            <p:ph type="dt" sz="half" idx="10"/>
          </p:nvPr>
        </p:nvSpPr>
        <p:spPr/>
        <p:txBody>
          <a:bodyPr/>
          <a:lstStyle/>
          <a:p>
            <a:fld id="{2B10AB5E-65B2-470F-A90D-8944CCF2250D}" type="datetime2">
              <a:rPr lang="en-US" smtClean="0"/>
              <a:pPr/>
              <a:t>Thursday, July 01, 2010</a:t>
            </a:fld>
            <a:endParaRPr lang="en-US"/>
          </a:p>
        </p:txBody>
      </p:sp>
      <p:sp>
        <p:nvSpPr>
          <p:cNvPr id="2" name="Footer Placeholder 1"/>
          <p:cNvSpPr>
            <a:spLocks noGrp="1"/>
          </p:cNvSpPr>
          <p:nvPr>
            <p:ph type="ftr" sz="quarter" idx="11"/>
          </p:nvPr>
        </p:nvSpPr>
        <p:spPr/>
        <p:txBody>
          <a:bodyPr/>
          <a:lstStyle/>
          <a:p>
            <a:endParaRPr lang="en-US"/>
          </a:p>
        </p:txBody>
      </p:sp>
      <p:sp>
        <p:nvSpPr>
          <p:cNvPr id="15" name="Slide Number Placeholder 14"/>
          <p:cNvSpPr>
            <a:spLocks noGrp="1"/>
          </p:cNvSpPr>
          <p:nvPr>
            <p:ph type="sldNum" sz="quarter" idx="12"/>
          </p:nvPr>
        </p:nvSpPr>
        <p:spPr>
          <a:xfrm>
            <a:off x="8229600" y="6473952"/>
            <a:ext cx="758952" cy="246888"/>
          </a:xfrm>
        </p:spPr>
        <p:txBody>
          <a:bodyPr/>
          <a:lstStyle/>
          <a:p>
            <a:fld id="{CF7A2BDD-D331-44F0-96AA-4FB4ED497064}" type="slidenum">
              <a:rPr lang="en-US" smtClean="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2" name="Title 21"/>
          <p:cNvSpPr>
            <a:spLocks noGrp="1"/>
          </p:cNvSpPr>
          <p:nvPr>
            <p:ph type="title"/>
          </p:nvPr>
        </p:nvSpPr>
        <p:spPr/>
        <p:txBody>
          <a:bodyPr/>
          <a:lstStyle/>
          <a:p>
            <a:r>
              <a:rPr lang="en-US" smtClean="0"/>
              <a:t>Click to edit Master title style</a:t>
            </a:r>
            <a:endParaRPr lang="en-US"/>
          </a:p>
        </p:txBody>
      </p:sp>
      <p:sp>
        <p:nvSpPr>
          <p:cNvPr id="27" name="Content Placeholder 26"/>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25" name="Date Placeholder 24"/>
          <p:cNvSpPr>
            <a:spLocks noGrp="1"/>
          </p:cNvSpPr>
          <p:nvPr>
            <p:ph type="dt" sz="half" idx="10"/>
          </p:nvPr>
        </p:nvSpPr>
        <p:spPr/>
        <p:txBody>
          <a:bodyPr/>
          <a:lstStyle/>
          <a:p>
            <a:fld id="{B5F4066D-E18E-46CA-ADDB-DC7D9F287FCD}" type="datetime2">
              <a:rPr lang="en-US" smtClean="0"/>
              <a:pPr/>
              <a:t>Thursday, July 01, 2010</a:t>
            </a:fld>
            <a:endParaRPr lang="en-US"/>
          </a:p>
        </p:txBody>
      </p:sp>
      <p:sp>
        <p:nvSpPr>
          <p:cNvPr id="19" name="Footer Placeholder 18"/>
          <p:cNvSpPr>
            <a:spLocks noGrp="1"/>
          </p:cNvSpPr>
          <p:nvPr>
            <p:ph type="ftr" sz="quarter" idx="11"/>
          </p:nvPr>
        </p:nvSpPr>
        <p:spPr>
          <a:xfrm>
            <a:off x="3581400" y="76200"/>
            <a:ext cx="2895600" cy="288925"/>
          </a:xfrm>
        </p:spPr>
        <p:txBody>
          <a:bodyPr/>
          <a:lstStyle/>
          <a:p>
            <a:endParaRPr lang="en-US"/>
          </a:p>
        </p:txBody>
      </p:sp>
      <p:sp>
        <p:nvSpPr>
          <p:cNvPr id="16" name="Slide Number Placeholder 15"/>
          <p:cNvSpPr>
            <a:spLocks noGrp="1"/>
          </p:cNvSpPr>
          <p:nvPr>
            <p:ph type="sldNum" sz="quarter" idx="12"/>
          </p:nvPr>
        </p:nvSpPr>
        <p:spPr>
          <a:xfrm>
            <a:off x="8229600" y="6473952"/>
            <a:ext cx="758952" cy="246888"/>
          </a:xfrm>
        </p:spPr>
        <p:txBody>
          <a:bodyPr/>
          <a:lstStyle/>
          <a:p>
            <a:fld id="{CF7A2BDD-D331-44F0-96AA-4FB4ED497064}" type="slidenum">
              <a:rPr lang="en-US" smtClean="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Flowchart: Document 6"/>
          <p:cNvSpPr/>
          <p:nvPr/>
        </p:nvSpPr>
        <p:spPr>
          <a:xfrm rot="10800000">
            <a:off x="1" y="1520731"/>
            <a:ext cx="9144000" cy="3435579"/>
          </a:xfrm>
          <a:custGeom>
            <a:avLst/>
            <a:gdLst>
              <a:gd name="connsiteX0" fmla="*/ 0 w 21600"/>
              <a:gd name="connsiteY0" fmla="*/ 0 h 18805"/>
              <a:gd name="connsiteX1" fmla="*/ 21600 w 21600"/>
              <a:gd name="connsiteY1" fmla="*/ 0 h 18805"/>
              <a:gd name="connsiteX2" fmla="*/ 21600 w 21600"/>
              <a:gd name="connsiteY2" fmla="*/ 17322 h 18805"/>
              <a:gd name="connsiteX3" fmla="*/ 0 w 21600"/>
              <a:gd name="connsiteY3" fmla="*/ 18805 h 18805"/>
              <a:gd name="connsiteX4" fmla="*/ 0 w 21600"/>
              <a:gd name="connsiteY4" fmla="*/ 0 h 18805"/>
              <a:gd name="connsiteX0" fmla="*/ 0 w 21600"/>
              <a:gd name="connsiteY0" fmla="*/ 0 h 18805"/>
              <a:gd name="connsiteX1" fmla="*/ 21600 w 21600"/>
              <a:gd name="connsiteY1" fmla="*/ 0 h 18805"/>
              <a:gd name="connsiteX2" fmla="*/ 21600 w 21600"/>
              <a:gd name="connsiteY2" fmla="*/ 17322 h 18805"/>
              <a:gd name="connsiteX3" fmla="*/ 0 w 21600"/>
              <a:gd name="connsiteY3" fmla="*/ 18805 h 18805"/>
              <a:gd name="connsiteX4" fmla="*/ 0 w 21600"/>
              <a:gd name="connsiteY4" fmla="*/ 0 h 18805"/>
              <a:gd name="connsiteX0" fmla="*/ 0 w 21600"/>
              <a:gd name="connsiteY0" fmla="*/ 0 h 18916"/>
              <a:gd name="connsiteX1" fmla="*/ 21600 w 21600"/>
              <a:gd name="connsiteY1" fmla="*/ 0 h 18916"/>
              <a:gd name="connsiteX2" fmla="*/ 21600 w 21600"/>
              <a:gd name="connsiteY2" fmla="*/ 17322 h 18916"/>
              <a:gd name="connsiteX3" fmla="*/ 0 w 21600"/>
              <a:gd name="connsiteY3" fmla="*/ 18916 h 18916"/>
              <a:gd name="connsiteX4" fmla="*/ 0 w 21600"/>
              <a:gd name="connsiteY4" fmla="*/ 0 h 18916"/>
              <a:gd name="connsiteX0" fmla="*/ 0 w 21600"/>
              <a:gd name="connsiteY0" fmla="*/ 0 h 18916"/>
              <a:gd name="connsiteX1" fmla="*/ 21600 w 21600"/>
              <a:gd name="connsiteY1" fmla="*/ 0 h 18916"/>
              <a:gd name="connsiteX2" fmla="*/ 21600 w 21600"/>
              <a:gd name="connsiteY2" fmla="*/ 17322 h 18916"/>
              <a:gd name="connsiteX3" fmla="*/ 0 w 21600"/>
              <a:gd name="connsiteY3" fmla="*/ 18916 h 18916"/>
              <a:gd name="connsiteX4" fmla="*/ 0 w 21600"/>
              <a:gd name="connsiteY4" fmla="*/ 0 h 18916"/>
              <a:gd name="connsiteX0" fmla="*/ 0 w 21600"/>
              <a:gd name="connsiteY0" fmla="*/ 0 h 18916"/>
              <a:gd name="connsiteX1" fmla="*/ 21600 w 21600"/>
              <a:gd name="connsiteY1" fmla="*/ 0 h 18916"/>
              <a:gd name="connsiteX2" fmla="*/ 21600 w 21600"/>
              <a:gd name="connsiteY2" fmla="*/ 17322 h 18916"/>
              <a:gd name="connsiteX3" fmla="*/ 0 w 21600"/>
              <a:gd name="connsiteY3" fmla="*/ 18916 h 18916"/>
              <a:gd name="connsiteX4" fmla="*/ 0 w 21600"/>
              <a:gd name="connsiteY4" fmla="*/ 0 h 18916"/>
              <a:gd name="connsiteX0" fmla="*/ 0 w 21600"/>
              <a:gd name="connsiteY0" fmla="*/ 0 h 19355"/>
              <a:gd name="connsiteX1" fmla="*/ 21600 w 21600"/>
              <a:gd name="connsiteY1" fmla="*/ 0 h 19355"/>
              <a:gd name="connsiteX2" fmla="*/ 21600 w 21600"/>
              <a:gd name="connsiteY2" fmla="*/ 17322 h 19355"/>
              <a:gd name="connsiteX3" fmla="*/ 0 w 21600"/>
              <a:gd name="connsiteY3" fmla="*/ 19355 h 19355"/>
              <a:gd name="connsiteX4" fmla="*/ 0 w 21600"/>
              <a:gd name="connsiteY4" fmla="*/ 0 h 19355"/>
              <a:gd name="connsiteX0" fmla="*/ 0 w 21600"/>
              <a:gd name="connsiteY0" fmla="*/ 0 h 19355"/>
              <a:gd name="connsiteX1" fmla="*/ 21600 w 21600"/>
              <a:gd name="connsiteY1" fmla="*/ 0 h 19355"/>
              <a:gd name="connsiteX2" fmla="*/ 21600 w 21600"/>
              <a:gd name="connsiteY2" fmla="*/ 17322 h 19355"/>
              <a:gd name="connsiteX3" fmla="*/ 0 w 21600"/>
              <a:gd name="connsiteY3" fmla="*/ 19355 h 19355"/>
              <a:gd name="connsiteX4" fmla="*/ 0 w 21600"/>
              <a:gd name="connsiteY4" fmla="*/ 0 h 19355"/>
              <a:gd name="connsiteX0" fmla="*/ 0 w 21600"/>
              <a:gd name="connsiteY0" fmla="*/ 0 h 19794"/>
              <a:gd name="connsiteX1" fmla="*/ 21600 w 21600"/>
              <a:gd name="connsiteY1" fmla="*/ 0 h 19794"/>
              <a:gd name="connsiteX2" fmla="*/ 21600 w 21600"/>
              <a:gd name="connsiteY2" fmla="*/ 17322 h 19794"/>
              <a:gd name="connsiteX3" fmla="*/ 0 w 21600"/>
              <a:gd name="connsiteY3" fmla="*/ 19794 h 19794"/>
              <a:gd name="connsiteX4" fmla="*/ 0 w 21600"/>
              <a:gd name="connsiteY4" fmla="*/ 0 h 19794"/>
              <a:gd name="connsiteX0" fmla="*/ 0 w 21600"/>
              <a:gd name="connsiteY0" fmla="*/ 0 h 19794"/>
              <a:gd name="connsiteX1" fmla="*/ 21600 w 21600"/>
              <a:gd name="connsiteY1" fmla="*/ 0 h 19794"/>
              <a:gd name="connsiteX2" fmla="*/ 21600 w 21600"/>
              <a:gd name="connsiteY2" fmla="*/ 17322 h 19794"/>
              <a:gd name="connsiteX3" fmla="*/ 0 w 21600"/>
              <a:gd name="connsiteY3" fmla="*/ 19794 h 19794"/>
              <a:gd name="connsiteX4" fmla="*/ 0 w 21600"/>
              <a:gd name="connsiteY4" fmla="*/ 0 h 19794"/>
            </a:gdLst>
            <a:ahLst/>
            <a:cxnLst>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Lst>
            <a:rect l="l" t="t" r="r" b="b"/>
            <a:pathLst>
              <a:path w="21600" h="19794">
                <a:moveTo>
                  <a:pt x="0" y="0"/>
                </a:moveTo>
                <a:lnTo>
                  <a:pt x="21600" y="0"/>
                </a:lnTo>
                <a:lnTo>
                  <a:pt x="21600" y="17322"/>
                </a:lnTo>
                <a:cubicBezTo>
                  <a:pt x="10800" y="17322"/>
                  <a:pt x="7466" y="25350"/>
                  <a:pt x="0" y="19794"/>
                </a:cubicBezTo>
                <a:lnTo>
                  <a:pt x="0" y="0"/>
                </a:lnTo>
                <a:close/>
              </a:path>
            </a:pathLst>
          </a:custGeom>
          <a:gradFill>
            <a:gsLst>
              <a:gs pos="100000">
                <a:schemeClr val="bg2">
                  <a:tint val="28000"/>
                  <a:satMod val="2000000"/>
                  <a:alpha val="30000"/>
                </a:schemeClr>
              </a:gs>
              <a:gs pos="35000">
                <a:schemeClr val="bg2">
                  <a:shade val="100000"/>
                  <a:satMod val="600000"/>
                  <a:alpha val="0"/>
                </a:schemeClr>
              </a:gs>
            </a:gsLst>
            <a:lin ang="5400000" scaled="1"/>
          </a:gradFill>
          <a:ln w="317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grpSp>
        <p:nvGrpSpPr>
          <p:cNvPr id="2" name="Group 9"/>
          <p:cNvGrpSpPr>
            <a:grpSpLocks/>
          </p:cNvGrpSpPr>
          <p:nvPr userDrawn="1"/>
        </p:nvGrpSpPr>
        <p:grpSpPr bwMode="auto">
          <a:xfrm>
            <a:off x="7848600" y="6043613"/>
            <a:ext cx="1143000" cy="738187"/>
            <a:chOff x="5392212" y="2362208"/>
            <a:chExt cx="1728014" cy="1257368"/>
          </a:xfrm>
        </p:grpSpPr>
        <p:grpSp>
          <p:nvGrpSpPr>
            <p:cNvPr id="3" name="Group 7"/>
            <p:cNvGrpSpPr>
              <a:grpSpLocks/>
            </p:cNvGrpSpPr>
            <p:nvPr/>
          </p:nvGrpSpPr>
          <p:grpSpPr bwMode="auto">
            <a:xfrm>
              <a:off x="5867346" y="2362248"/>
              <a:ext cx="796922" cy="800100"/>
              <a:chOff x="2307" y="1584"/>
              <a:chExt cx="1146" cy="1151"/>
            </a:xfrm>
            <a:solidFill>
              <a:schemeClr val="tx1"/>
            </a:solidFill>
          </p:grpSpPr>
          <p:sp>
            <p:nvSpPr>
              <p:cNvPr id="8" name="Freeform 7"/>
              <p:cNvSpPr>
                <a:spLocks/>
              </p:cNvSpPr>
              <p:nvPr/>
            </p:nvSpPr>
            <p:spPr bwMode="auto">
              <a:xfrm>
                <a:off x="3232" y="1900"/>
                <a:ext cx="210" cy="352"/>
              </a:xfrm>
              <a:custGeom>
                <a:avLst/>
                <a:gdLst/>
                <a:ahLst/>
                <a:cxnLst>
                  <a:cxn ang="0">
                    <a:pos x="321" y="0"/>
                  </a:cxn>
                  <a:cxn ang="0">
                    <a:pos x="337" y="35"/>
                  </a:cxn>
                  <a:cxn ang="0">
                    <a:pos x="352" y="69"/>
                  </a:cxn>
                  <a:cxn ang="0">
                    <a:pos x="367" y="104"/>
                  </a:cxn>
                  <a:cxn ang="0">
                    <a:pos x="380" y="140"/>
                  </a:cxn>
                  <a:cxn ang="0">
                    <a:pos x="391" y="176"/>
                  </a:cxn>
                  <a:cxn ang="0">
                    <a:pos x="402" y="213"/>
                  </a:cxn>
                  <a:cxn ang="0">
                    <a:pos x="411" y="250"/>
                  </a:cxn>
                  <a:cxn ang="0">
                    <a:pos x="419" y="288"/>
                  </a:cxn>
                  <a:cxn ang="0">
                    <a:pos x="416" y="323"/>
                  </a:cxn>
                  <a:cxn ang="0">
                    <a:pos x="409" y="356"/>
                  </a:cxn>
                  <a:cxn ang="0">
                    <a:pos x="397" y="387"/>
                  </a:cxn>
                  <a:cxn ang="0">
                    <a:pos x="383" y="418"/>
                  </a:cxn>
                  <a:cxn ang="0">
                    <a:pos x="366" y="447"/>
                  </a:cxn>
                  <a:cxn ang="0">
                    <a:pos x="345" y="475"/>
                  </a:cxn>
                  <a:cxn ang="0">
                    <a:pos x="322" y="502"/>
                  </a:cxn>
                  <a:cxn ang="0">
                    <a:pos x="297" y="528"/>
                  </a:cxn>
                  <a:cxn ang="0">
                    <a:pos x="269" y="553"/>
                  </a:cxn>
                  <a:cxn ang="0">
                    <a:pos x="241" y="576"/>
                  </a:cxn>
                  <a:cxn ang="0">
                    <a:pos x="208" y="599"/>
                  </a:cxn>
                  <a:cxn ang="0">
                    <a:pos x="176" y="622"/>
                  </a:cxn>
                  <a:cxn ang="0">
                    <a:pos x="142" y="643"/>
                  </a:cxn>
                  <a:cxn ang="0">
                    <a:pos x="107" y="665"/>
                  </a:cxn>
                  <a:cxn ang="0">
                    <a:pos x="71" y="685"/>
                  </a:cxn>
                  <a:cxn ang="0">
                    <a:pos x="34" y="705"/>
                  </a:cxn>
                  <a:cxn ang="0">
                    <a:pos x="36" y="665"/>
                  </a:cxn>
                  <a:cxn ang="0">
                    <a:pos x="36" y="623"/>
                  </a:cxn>
                  <a:cxn ang="0">
                    <a:pos x="34" y="583"/>
                  </a:cxn>
                  <a:cxn ang="0">
                    <a:pos x="32" y="541"/>
                  </a:cxn>
                  <a:cxn ang="0">
                    <a:pos x="32" y="531"/>
                  </a:cxn>
                  <a:cxn ang="0">
                    <a:pos x="31" y="520"/>
                  </a:cxn>
                  <a:cxn ang="0">
                    <a:pos x="31" y="509"/>
                  </a:cxn>
                  <a:cxn ang="0">
                    <a:pos x="30" y="499"/>
                  </a:cxn>
                  <a:cxn ang="0">
                    <a:pos x="25" y="446"/>
                  </a:cxn>
                  <a:cxn ang="0">
                    <a:pos x="18" y="394"/>
                  </a:cxn>
                  <a:cxn ang="0">
                    <a:pos x="9" y="343"/>
                  </a:cxn>
                  <a:cxn ang="0">
                    <a:pos x="0" y="293"/>
                  </a:cxn>
                  <a:cxn ang="0">
                    <a:pos x="29" y="278"/>
                  </a:cxn>
                  <a:cxn ang="0">
                    <a:pos x="56" y="263"/>
                  </a:cxn>
                  <a:cxn ang="0">
                    <a:pos x="83" y="248"/>
                  </a:cxn>
                  <a:cxn ang="0">
                    <a:pos x="109" y="232"/>
                  </a:cxn>
                  <a:cxn ang="0">
                    <a:pos x="133" y="214"/>
                  </a:cxn>
                  <a:cxn ang="0">
                    <a:pos x="157" y="197"/>
                  </a:cxn>
                  <a:cxn ang="0">
                    <a:pos x="178" y="180"/>
                  </a:cxn>
                  <a:cxn ang="0">
                    <a:pos x="200" y="161"/>
                  </a:cxn>
                  <a:cxn ang="0">
                    <a:pos x="220" y="143"/>
                  </a:cxn>
                  <a:cxn ang="0">
                    <a:pos x="238" y="123"/>
                  </a:cxn>
                  <a:cxn ang="0">
                    <a:pos x="256" y="104"/>
                  </a:cxn>
                  <a:cxn ang="0">
                    <a:pos x="272" y="84"/>
                  </a:cxn>
                  <a:cxn ang="0">
                    <a:pos x="286" y="64"/>
                  </a:cxn>
                  <a:cxn ang="0">
                    <a:pos x="299" y="43"/>
                  </a:cxn>
                  <a:cxn ang="0">
                    <a:pos x="311" y="22"/>
                  </a:cxn>
                  <a:cxn ang="0">
                    <a:pos x="321" y="0"/>
                  </a:cxn>
                </a:cxnLst>
                <a:rect l="0" t="0" r="r" b="b"/>
                <a:pathLst>
                  <a:path w="419" h="705">
                    <a:moveTo>
                      <a:pt x="321" y="0"/>
                    </a:moveTo>
                    <a:lnTo>
                      <a:pt x="337" y="35"/>
                    </a:lnTo>
                    <a:lnTo>
                      <a:pt x="352" y="69"/>
                    </a:lnTo>
                    <a:lnTo>
                      <a:pt x="367" y="104"/>
                    </a:lnTo>
                    <a:lnTo>
                      <a:pt x="380" y="140"/>
                    </a:lnTo>
                    <a:lnTo>
                      <a:pt x="391" y="176"/>
                    </a:lnTo>
                    <a:lnTo>
                      <a:pt x="402" y="213"/>
                    </a:lnTo>
                    <a:lnTo>
                      <a:pt x="411" y="250"/>
                    </a:lnTo>
                    <a:lnTo>
                      <a:pt x="419" y="288"/>
                    </a:lnTo>
                    <a:lnTo>
                      <a:pt x="416" y="323"/>
                    </a:lnTo>
                    <a:lnTo>
                      <a:pt x="409" y="356"/>
                    </a:lnTo>
                    <a:lnTo>
                      <a:pt x="397" y="387"/>
                    </a:lnTo>
                    <a:lnTo>
                      <a:pt x="383" y="418"/>
                    </a:lnTo>
                    <a:lnTo>
                      <a:pt x="366" y="447"/>
                    </a:lnTo>
                    <a:lnTo>
                      <a:pt x="345" y="475"/>
                    </a:lnTo>
                    <a:lnTo>
                      <a:pt x="322" y="502"/>
                    </a:lnTo>
                    <a:lnTo>
                      <a:pt x="297" y="528"/>
                    </a:lnTo>
                    <a:lnTo>
                      <a:pt x="269" y="553"/>
                    </a:lnTo>
                    <a:lnTo>
                      <a:pt x="241" y="576"/>
                    </a:lnTo>
                    <a:lnTo>
                      <a:pt x="208" y="599"/>
                    </a:lnTo>
                    <a:lnTo>
                      <a:pt x="176" y="622"/>
                    </a:lnTo>
                    <a:lnTo>
                      <a:pt x="142" y="643"/>
                    </a:lnTo>
                    <a:lnTo>
                      <a:pt x="107" y="665"/>
                    </a:lnTo>
                    <a:lnTo>
                      <a:pt x="71" y="685"/>
                    </a:lnTo>
                    <a:lnTo>
                      <a:pt x="34" y="705"/>
                    </a:lnTo>
                    <a:lnTo>
                      <a:pt x="36" y="665"/>
                    </a:lnTo>
                    <a:lnTo>
                      <a:pt x="36" y="623"/>
                    </a:lnTo>
                    <a:lnTo>
                      <a:pt x="34" y="583"/>
                    </a:lnTo>
                    <a:lnTo>
                      <a:pt x="32" y="541"/>
                    </a:lnTo>
                    <a:lnTo>
                      <a:pt x="32" y="531"/>
                    </a:lnTo>
                    <a:lnTo>
                      <a:pt x="31" y="520"/>
                    </a:lnTo>
                    <a:lnTo>
                      <a:pt x="31" y="509"/>
                    </a:lnTo>
                    <a:lnTo>
                      <a:pt x="30" y="499"/>
                    </a:lnTo>
                    <a:lnTo>
                      <a:pt x="25" y="446"/>
                    </a:lnTo>
                    <a:lnTo>
                      <a:pt x="18" y="394"/>
                    </a:lnTo>
                    <a:lnTo>
                      <a:pt x="9" y="343"/>
                    </a:lnTo>
                    <a:lnTo>
                      <a:pt x="0" y="293"/>
                    </a:lnTo>
                    <a:lnTo>
                      <a:pt x="29" y="278"/>
                    </a:lnTo>
                    <a:lnTo>
                      <a:pt x="56" y="263"/>
                    </a:lnTo>
                    <a:lnTo>
                      <a:pt x="83" y="248"/>
                    </a:lnTo>
                    <a:lnTo>
                      <a:pt x="109" y="232"/>
                    </a:lnTo>
                    <a:lnTo>
                      <a:pt x="133" y="214"/>
                    </a:lnTo>
                    <a:lnTo>
                      <a:pt x="157" y="197"/>
                    </a:lnTo>
                    <a:lnTo>
                      <a:pt x="178" y="180"/>
                    </a:lnTo>
                    <a:lnTo>
                      <a:pt x="200" y="161"/>
                    </a:lnTo>
                    <a:lnTo>
                      <a:pt x="220" y="143"/>
                    </a:lnTo>
                    <a:lnTo>
                      <a:pt x="238" y="123"/>
                    </a:lnTo>
                    <a:lnTo>
                      <a:pt x="256" y="104"/>
                    </a:lnTo>
                    <a:lnTo>
                      <a:pt x="272" y="84"/>
                    </a:lnTo>
                    <a:lnTo>
                      <a:pt x="286" y="64"/>
                    </a:lnTo>
                    <a:lnTo>
                      <a:pt x="299" y="43"/>
                    </a:lnTo>
                    <a:lnTo>
                      <a:pt x="311" y="22"/>
                    </a:lnTo>
                    <a:lnTo>
                      <a:pt x="321" y="0"/>
                    </a:lnTo>
                    <a:close/>
                  </a:path>
                </a:pathLst>
              </a:custGeom>
              <a:grpFill/>
              <a:ln w="9525">
                <a:noFill/>
                <a:round/>
                <a:headEnd/>
                <a:tailEnd/>
              </a:ln>
            </p:spPr>
            <p:txBody>
              <a:bodyPr/>
              <a:lstStyle/>
              <a:p>
                <a:pPr algn="ctr">
                  <a:defRPr/>
                </a:pPr>
                <a:endParaRPr lang="en-US" sz="900" dirty="0"/>
              </a:p>
            </p:txBody>
          </p:sp>
          <p:sp>
            <p:nvSpPr>
              <p:cNvPr id="10" name="Freeform 9"/>
              <p:cNvSpPr>
                <a:spLocks/>
              </p:cNvSpPr>
              <p:nvPr/>
            </p:nvSpPr>
            <p:spPr bwMode="auto">
              <a:xfrm>
                <a:off x="2904" y="2069"/>
                <a:ext cx="289" cy="272"/>
              </a:xfrm>
              <a:custGeom>
                <a:avLst/>
                <a:gdLst/>
                <a:ahLst/>
                <a:cxnLst>
                  <a:cxn ang="0">
                    <a:pos x="575" y="209"/>
                  </a:cxn>
                  <a:cxn ang="0">
                    <a:pos x="577" y="263"/>
                  </a:cxn>
                  <a:cxn ang="0">
                    <a:pos x="579" y="316"/>
                  </a:cxn>
                  <a:cxn ang="0">
                    <a:pos x="576" y="370"/>
                  </a:cxn>
                  <a:cxn ang="0">
                    <a:pos x="574" y="423"/>
                  </a:cxn>
                  <a:cxn ang="0">
                    <a:pos x="549" y="435"/>
                  </a:cxn>
                  <a:cxn ang="0">
                    <a:pos x="522" y="446"/>
                  </a:cxn>
                  <a:cxn ang="0">
                    <a:pos x="492" y="458"/>
                  </a:cxn>
                  <a:cxn ang="0">
                    <a:pos x="461" y="468"/>
                  </a:cxn>
                  <a:cxn ang="0">
                    <a:pos x="428" y="479"/>
                  </a:cxn>
                  <a:cxn ang="0">
                    <a:pos x="392" y="488"/>
                  </a:cxn>
                  <a:cxn ang="0">
                    <a:pos x="356" y="497"/>
                  </a:cxn>
                  <a:cxn ang="0">
                    <a:pos x="318" y="505"/>
                  </a:cxn>
                  <a:cxn ang="0">
                    <a:pos x="280" y="512"/>
                  </a:cxn>
                  <a:cxn ang="0">
                    <a:pos x="241" y="519"/>
                  </a:cxn>
                  <a:cxn ang="0">
                    <a:pos x="201" y="526"/>
                  </a:cxn>
                  <a:cxn ang="0">
                    <a:pos x="162" y="532"/>
                  </a:cxn>
                  <a:cxn ang="0">
                    <a:pos x="120" y="536"/>
                  </a:cxn>
                  <a:cxn ang="0">
                    <a:pos x="80" y="540"/>
                  </a:cxn>
                  <a:cxn ang="0">
                    <a:pos x="41" y="542"/>
                  </a:cxn>
                  <a:cxn ang="0">
                    <a:pos x="0" y="544"/>
                  </a:cxn>
                  <a:cxn ang="0">
                    <a:pos x="0" y="309"/>
                  </a:cxn>
                  <a:cxn ang="0">
                    <a:pos x="0" y="101"/>
                  </a:cxn>
                  <a:cxn ang="0">
                    <a:pos x="38" y="100"/>
                  </a:cxn>
                  <a:cxn ang="0">
                    <a:pos x="76" y="98"/>
                  </a:cxn>
                  <a:cxn ang="0">
                    <a:pos x="113" y="94"/>
                  </a:cxn>
                  <a:cxn ang="0">
                    <a:pos x="151" y="91"/>
                  </a:cxn>
                  <a:cxn ang="0">
                    <a:pos x="187" y="86"/>
                  </a:cxn>
                  <a:cxn ang="0">
                    <a:pos x="223" y="81"/>
                  </a:cxn>
                  <a:cxn ang="0">
                    <a:pos x="258" y="76"/>
                  </a:cxn>
                  <a:cxn ang="0">
                    <a:pos x="293" y="69"/>
                  </a:cxn>
                  <a:cxn ang="0">
                    <a:pos x="327" y="63"/>
                  </a:cxn>
                  <a:cxn ang="0">
                    <a:pos x="361" y="55"/>
                  </a:cxn>
                  <a:cxn ang="0">
                    <a:pos x="394" y="47"/>
                  </a:cxn>
                  <a:cxn ang="0">
                    <a:pos x="427" y="39"/>
                  </a:cxn>
                  <a:cxn ang="0">
                    <a:pos x="459" y="30"/>
                  </a:cxn>
                  <a:cxn ang="0">
                    <a:pos x="490" y="20"/>
                  </a:cxn>
                  <a:cxn ang="0">
                    <a:pos x="520" y="10"/>
                  </a:cxn>
                  <a:cxn ang="0">
                    <a:pos x="550" y="0"/>
                  </a:cxn>
                  <a:cxn ang="0">
                    <a:pos x="557" y="41"/>
                  </a:cxn>
                  <a:cxn ang="0">
                    <a:pos x="564" y="84"/>
                  </a:cxn>
                  <a:cxn ang="0">
                    <a:pos x="568" y="127"/>
                  </a:cxn>
                  <a:cxn ang="0">
                    <a:pos x="573" y="171"/>
                  </a:cxn>
                  <a:cxn ang="0">
                    <a:pos x="574" y="180"/>
                  </a:cxn>
                  <a:cxn ang="0">
                    <a:pos x="574" y="190"/>
                  </a:cxn>
                  <a:cxn ang="0">
                    <a:pos x="575" y="200"/>
                  </a:cxn>
                  <a:cxn ang="0">
                    <a:pos x="575" y="209"/>
                  </a:cxn>
                </a:cxnLst>
                <a:rect l="0" t="0" r="r" b="b"/>
                <a:pathLst>
                  <a:path w="579" h="544">
                    <a:moveTo>
                      <a:pt x="575" y="209"/>
                    </a:moveTo>
                    <a:lnTo>
                      <a:pt x="577" y="263"/>
                    </a:lnTo>
                    <a:lnTo>
                      <a:pt x="579" y="316"/>
                    </a:lnTo>
                    <a:lnTo>
                      <a:pt x="576" y="370"/>
                    </a:lnTo>
                    <a:lnTo>
                      <a:pt x="574" y="423"/>
                    </a:lnTo>
                    <a:lnTo>
                      <a:pt x="549" y="435"/>
                    </a:lnTo>
                    <a:lnTo>
                      <a:pt x="522" y="446"/>
                    </a:lnTo>
                    <a:lnTo>
                      <a:pt x="492" y="458"/>
                    </a:lnTo>
                    <a:lnTo>
                      <a:pt x="461" y="468"/>
                    </a:lnTo>
                    <a:lnTo>
                      <a:pt x="428" y="479"/>
                    </a:lnTo>
                    <a:lnTo>
                      <a:pt x="392" y="488"/>
                    </a:lnTo>
                    <a:lnTo>
                      <a:pt x="356" y="497"/>
                    </a:lnTo>
                    <a:lnTo>
                      <a:pt x="318" y="505"/>
                    </a:lnTo>
                    <a:lnTo>
                      <a:pt x="280" y="512"/>
                    </a:lnTo>
                    <a:lnTo>
                      <a:pt x="241" y="519"/>
                    </a:lnTo>
                    <a:lnTo>
                      <a:pt x="201" y="526"/>
                    </a:lnTo>
                    <a:lnTo>
                      <a:pt x="162" y="532"/>
                    </a:lnTo>
                    <a:lnTo>
                      <a:pt x="120" y="536"/>
                    </a:lnTo>
                    <a:lnTo>
                      <a:pt x="80" y="540"/>
                    </a:lnTo>
                    <a:lnTo>
                      <a:pt x="41" y="542"/>
                    </a:lnTo>
                    <a:lnTo>
                      <a:pt x="0" y="544"/>
                    </a:lnTo>
                    <a:lnTo>
                      <a:pt x="0" y="309"/>
                    </a:lnTo>
                    <a:lnTo>
                      <a:pt x="0" y="101"/>
                    </a:lnTo>
                    <a:lnTo>
                      <a:pt x="38" y="100"/>
                    </a:lnTo>
                    <a:lnTo>
                      <a:pt x="76" y="98"/>
                    </a:lnTo>
                    <a:lnTo>
                      <a:pt x="113" y="94"/>
                    </a:lnTo>
                    <a:lnTo>
                      <a:pt x="151" y="91"/>
                    </a:lnTo>
                    <a:lnTo>
                      <a:pt x="187" y="86"/>
                    </a:lnTo>
                    <a:lnTo>
                      <a:pt x="223" y="81"/>
                    </a:lnTo>
                    <a:lnTo>
                      <a:pt x="258" y="76"/>
                    </a:lnTo>
                    <a:lnTo>
                      <a:pt x="293" y="69"/>
                    </a:lnTo>
                    <a:lnTo>
                      <a:pt x="327" y="63"/>
                    </a:lnTo>
                    <a:lnTo>
                      <a:pt x="361" y="55"/>
                    </a:lnTo>
                    <a:lnTo>
                      <a:pt x="394" y="47"/>
                    </a:lnTo>
                    <a:lnTo>
                      <a:pt x="427" y="39"/>
                    </a:lnTo>
                    <a:lnTo>
                      <a:pt x="459" y="30"/>
                    </a:lnTo>
                    <a:lnTo>
                      <a:pt x="490" y="20"/>
                    </a:lnTo>
                    <a:lnTo>
                      <a:pt x="520" y="10"/>
                    </a:lnTo>
                    <a:lnTo>
                      <a:pt x="550" y="0"/>
                    </a:lnTo>
                    <a:lnTo>
                      <a:pt x="557" y="41"/>
                    </a:lnTo>
                    <a:lnTo>
                      <a:pt x="564" y="84"/>
                    </a:lnTo>
                    <a:lnTo>
                      <a:pt x="568" y="127"/>
                    </a:lnTo>
                    <a:lnTo>
                      <a:pt x="573" y="171"/>
                    </a:lnTo>
                    <a:lnTo>
                      <a:pt x="574" y="180"/>
                    </a:lnTo>
                    <a:lnTo>
                      <a:pt x="574" y="190"/>
                    </a:lnTo>
                    <a:lnTo>
                      <a:pt x="575" y="200"/>
                    </a:lnTo>
                    <a:lnTo>
                      <a:pt x="575" y="209"/>
                    </a:lnTo>
                    <a:close/>
                  </a:path>
                </a:pathLst>
              </a:custGeom>
              <a:grpFill/>
              <a:ln w="9525">
                <a:noFill/>
                <a:round/>
                <a:headEnd/>
                <a:tailEnd/>
              </a:ln>
            </p:spPr>
            <p:txBody>
              <a:bodyPr/>
              <a:lstStyle/>
              <a:p>
                <a:pPr algn="ctr">
                  <a:defRPr/>
                </a:pPr>
                <a:endParaRPr lang="en-US" sz="900" dirty="0"/>
              </a:p>
            </p:txBody>
          </p:sp>
          <p:sp>
            <p:nvSpPr>
              <p:cNvPr id="11" name="Freeform 10"/>
              <p:cNvSpPr>
                <a:spLocks/>
              </p:cNvSpPr>
              <p:nvPr/>
            </p:nvSpPr>
            <p:spPr bwMode="auto">
              <a:xfrm>
                <a:off x="2575" y="2342"/>
                <a:ext cx="281" cy="236"/>
              </a:xfrm>
              <a:custGeom>
                <a:avLst/>
                <a:gdLst/>
                <a:ahLst/>
                <a:cxnLst>
                  <a:cxn ang="0">
                    <a:pos x="548" y="474"/>
                  </a:cxn>
                  <a:cxn ang="0">
                    <a:pos x="520" y="471"/>
                  </a:cxn>
                  <a:cxn ang="0">
                    <a:pos x="493" y="470"/>
                  </a:cxn>
                  <a:cxn ang="0">
                    <a:pos x="466" y="468"/>
                  </a:cxn>
                  <a:cxn ang="0">
                    <a:pos x="439" y="465"/>
                  </a:cxn>
                  <a:cxn ang="0">
                    <a:pos x="412" y="461"/>
                  </a:cxn>
                  <a:cxn ang="0">
                    <a:pos x="386" y="458"/>
                  </a:cxn>
                  <a:cxn ang="0">
                    <a:pos x="359" y="454"/>
                  </a:cxn>
                  <a:cxn ang="0">
                    <a:pos x="330" y="450"/>
                  </a:cxn>
                  <a:cxn ang="0">
                    <a:pos x="299" y="444"/>
                  </a:cxn>
                  <a:cxn ang="0">
                    <a:pos x="268" y="437"/>
                  </a:cxn>
                  <a:cxn ang="0">
                    <a:pos x="238" y="430"/>
                  </a:cxn>
                  <a:cxn ang="0">
                    <a:pos x="208" y="422"/>
                  </a:cxn>
                  <a:cxn ang="0">
                    <a:pos x="178" y="414"/>
                  </a:cxn>
                  <a:cxn ang="0">
                    <a:pos x="149" y="406"/>
                  </a:cxn>
                  <a:cxn ang="0">
                    <a:pos x="120" y="397"/>
                  </a:cxn>
                  <a:cxn ang="0">
                    <a:pos x="92" y="364"/>
                  </a:cxn>
                  <a:cxn ang="0">
                    <a:pos x="68" y="309"/>
                  </a:cxn>
                  <a:cxn ang="0">
                    <a:pos x="48" y="254"/>
                  </a:cxn>
                  <a:cxn ang="0">
                    <a:pos x="34" y="199"/>
                  </a:cxn>
                  <a:cxn ang="0">
                    <a:pos x="19" y="129"/>
                  </a:cxn>
                  <a:cxn ang="0">
                    <a:pos x="5" y="44"/>
                  </a:cxn>
                  <a:cxn ang="0">
                    <a:pos x="17" y="7"/>
                  </a:cxn>
                  <a:cxn ang="0">
                    <a:pos x="53" y="20"/>
                  </a:cxn>
                  <a:cxn ang="0">
                    <a:pos x="90" y="32"/>
                  </a:cxn>
                  <a:cxn ang="0">
                    <a:pos x="126" y="43"/>
                  </a:cxn>
                  <a:cxn ang="0">
                    <a:pos x="163" y="52"/>
                  </a:cxn>
                  <a:cxn ang="0">
                    <a:pos x="201" y="63"/>
                  </a:cxn>
                  <a:cxn ang="0">
                    <a:pos x="240" y="71"/>
                  </a:cxn>
                  <a:cxn ang="0">
                    <a:pos x="280" y="79"/>
                  </a:cxn>
                  <a:cxn ang="0">
                    <a:pos x="315" y="85"/>
                  </a:cxn>
                  <a:cxn ang="0">
                    <a:pos x="348" y="90"/>
                  </a:cxn>
                  <a:cxn ang="0">
                    <a:pos x="380" y="95"/>
                  </a:cxn>
                  <a:cxn ang="0">
                    <a:pos x="412" y="98"/>
                  </a:cxn>
                  <a:cxn ang="0">
                    <a:pos x="445" y="102"/>
                  </a:cxn>
                  <a:cxn ang="0">
                    <a:pos x="478" y="105"/>
                  </a:cxn>
                  <a:cxn ang="0">
                    <a:pos x="511" y="108"/>
                  </a:cxn>
                  <a:cxn ang="0">
                    <a:pos x="545" y="109"/>
                  </a:cxn>
                  <a:cxn ang="0">
                    <a:pos x="562" y="277"/>
                  </a:cxn>
                </a:cxnLst>
                <a:rect l="0" t="0" r="r" b="b"/>
                <a:pathLst>
                  <a:path w="562" h="474">
                    <a:moveTo>
                      <a:pt x="562" y="474"/>
                    </a:moveTo>
                    <a:lnTo>
                      <a:pt x="548" y="474"/>
                    </a:lnTo>
                    <a:lnTo>
                      <a:pt x="534" y="473"/>
                    </a:lnTo>
                    <a:lnTo>
                      <a:pt x="520" y="471"/>
                    </a:lnTo>
                    <a:lnTo>
                      <a:pt x="506" y="471"/>
                    </a:lnTo>
                    <a:lnTo>
                      <a:pt x="493" y="470"/>
                    </a:lnTo>
                    <a:lnTo>
                      <a:pt x="480" y="469"/>
                    </a:lnTo>
                    <a:lnTo>
                      <a:pt x="466" y="468"/>
                    </a:lnTo>
                    <a:lnTo>
                      <a:pt x="452" y="466"/>
                    </a:lnTo>
                    <a:lnTo>
                      <a:pt x="439" y="465"/>
                    </a:lnTo>
                    <a:lnTo>
                      <a:pt x="426" y="463"/>
                    </a:lnTo>
                    <a:lnTo>
                      <a:pt x="412" y="461"/>
                    </a:lnTo>
                    <a:lnTo>
                      <a:pt x="399" y="460"/>
                    </a:lnTo>
                    <a:lnTo>
                      <a:pt x="386" y="458"/>
                    </a:lnTo>
                    <a:lnTo>
                      <a:pt x="373" y="456"/>
                    </a:lnTo>
                    <a:lnTo>
                      <a:pt x="359" y="454"/>
                    </a:lnTo>
                    <a:lnTo>
                      <a:pt x="346" y="452"/>
                    </a:lnTo>
                    <a:lnTo>
                      <a:pt x="330" y="450"/>
                    </a:lnTo>
                    <a:lnTo>
                      <a:pt x="315" y="446"/>
                    </a:lnTo>
                    <a:lnTo>
                      <a:pt x="299" y="444"/>
                    </a:lnTo>
                    <a:lnTo>
                      <a:pt x="284" y="440"/>
                    </a:lnTo>
                    <a:lnTo>
                      <a:pt x="268" y="437"/>
                    </a:lnTo>
                    <a:lnTo>
                      <a:pt x="253" y="433"/>
                    </a:lnTo>
                    <a:lnTo>
                      <a:pt x="238" y="430"/>
                    </a:lnTo>
                    <a:lnTo>
                      <a:pt x="223" y="427"/>
                    </a:lnTo>
                    <a:lnTo>
                      <a:pt x="208" y="422"/>
                    </a:lnTo>
                    <a:lnTo>
                      <a:pt x="193" y="418"/>
                    </a:lnTo>
                    <a:lnTo>
                      <a:pt x="178" y="414"/>
                    </a:lnTo>
                    <a:lnTo>
                      <a:pt x="163" y="410"/>
                    </a:lnTo>
                    <a:lnTo>
                      <a:pt x="149" y="406"/>
                    </a:lnTo>
                    <a:lnTo>
                      <a:pt x="134" y="401"/>
                    </a:lnTo>
                    <a:lnTo>
                      <a:pt x="120" y="397"/>
                    </a:lnTo>
                    <a:lnTo>
                      <a:pt x="106" y="392"/>
                    </a:lnTo>
                    <a:lnTo>
                      <a:pt x="92" y="364"/>
                    </a:lnTo>
                    <a:lnTo>
                      <a:pt x="79" y="337"/>
                    </a:lnTo>
                    <a:lnTo>
                      <a:pt x="68" y="309"/>
                    </a:lnTo>
                    <a:lnTo>
                      <a:pt x="57" y="281"/>
                    </a:lnTo>
                    <a:lnTo>
                      <a:pt x="48" y="254"/>
                    </a:lnTo>
                    <a:lnTo>
                      <a:pt x="41" y="226"/>
                    </a:lnTo>
                    <a:lnTo>
                      <a:pt x="34" y="199"/>
                    </a:lnTo>
                    <a:lnTo>
                      <a:pt x="27" y="171"/>
                    </a:lnTo>
                    <a:lnTo>
                      <a:pt x="19" y="129"/>
                    </a:lnTo>
                    <a:lnTo>
                      <a:pt x="12" y="88"/>
                    </a:lnTo>
                    <a:lnTo>
                      <a:pt x="5" y="44"/>
                    </a:lnTo>
                    <a:lnTo>
                      <a:pt x="0" y="0"/>
                    </a:lnTo>
                    <a:lnTo>
                      <a:pt x="17" y="7"/>
                    </a:lnTo>
                    <a:lnTo>
                      <a:pt x="35" y="13"/>
                    </a:lnTo>
                    <a:lnTo>
                      <a:pt x="53" y="20"/>
                    </a:lnTo>
                    <a:lnTo>
                      <a:pt x="71" y="26"/>
                    </a:lnTo>
                    <a:lnTo>
                      <a:pt x="90" y="32"/>
                    </a:lnTo>
                    <a:lnTo>
                      <a:pt x="108" y="37"/>
                    </a:lnTo>
                    <a:lnTo>
                      <a:pt x="126" y="43"/>
                    </a:lnTo>
                    <a:lnTo>
                      <a:pt x="145" y="48"/>
                    </a:lnTo>
                    <a:lnTo>
                      <a:pt x="163" y="52"/>
                    </a:lnTo>
                    <a:lnTo>
                      <a:pt x="183" y="58"/>
                    </a:lnTo>
                    <a:lnTo>
                      <a:pt x="201" y="63"/>
                    </a:lnTo>
                    <a:lnTo>
                      <a:pt x="221" y="67"/>
                    </a:lnTo>
                    <a:lnTo>
                      <a:pt x="240" y="71"/>
                    </a:lnTo>
                    <a:lnTo>
                      <a:pt x="260" y="75"/>
                    </a:lnTo>
                    <a:lnTo>
                      <a:pt x="280" y="79"/>
                    </a:lnTo>
                    <a:lnTo>
                      <a:pt x="299" y="82"/>
                    </a:lnTo>
                    <a:lnTo>
                      <a:pt x="315" y="85"/>
                    </a:lnTo>
                    <a:lnTo>
                      <a:pt x="331" y="88"/>
                    </a:lnTo>
                    <a:lnTo>
                      <a:pt x="348" y="90"/>
                    </a:lnTo>
                    <a:lnTo>
                      <a:pt x="364" y="93"/>
                    </a:lnTo>
                    <a:lnTo>
                      <a:pt x="380" y="95"/>
                    </a:lnTo>
                    <a:lnTo>
                      <a:pt x="396" y="97"/>
                    </a:lnTo>
                    <a:lnTo>
                      <a:pt x="412" y="98"/>
                    </a:lnTo>
                    <a:lnTo>
                      <a:pt x="429" y="101"/>
                    </a:lnTo>
                    <a:lnTo>
                      <a:pt x="445" y="102"/>
                    </a:lnTo>
                    <a:lnTo>
                      <a:pt x="462" y="104"/>
                    </a:lnTo>
                    <a:lnTo>
                      <a:pt x="478" y="105"/>
                    </a:lnTo>
                    <a:lnTo>
                      <a:pt x="495" y="106"/>
                    </a:lnTo>
                    <a:lnTo>
                      <a:pt x="511" y="108"/>
                    </a:lnTo>
                    <a:lnTo>
                      <a:pt x="528" y="109"/>
                    </a:lnTo>
                    <a:lnTo>
                      <a:pt x="545" y="109"/>
                    </a:lnTo>
                    <a:lnTo>
                      <a:pt x="562" y="110"/>
                    </a:lnTo>
                    <a:lnTo>
                      <a:pt x="562" y="277"/>
                    </a:lnTo>
                    <a:lnTo>
                      <a:pt x="562" y="474"/>
                    </a:lnTo>
                    <a:close/>
                  </a:path>
                </a:pathLst>
              </a:custGeom>
              <a:grpFill/>
              <a:ln w="9525">
                <a:noFill/>
                <a:round/>
                <a:headEnd/>
                <a:tailEnd/>
              </a:ln>
            </p:spPr>
            <p:txBody>
              <a:bodyPr/>
              <a:lstStyle/>
              <a:p>
                <a:pPr algn="ctr">
                  <a:defRPr/>
                </a:pPr>
                <a:endParaRPr lang="en-US" sz="900" dirty="0"/>
              </a:p>
            </p:txBody>
          </p:sp>
          <p:sp>
            <p:nvSpPr>
              <p:cNvPr id="12" name="Freeform 11"/>
              <p:cNvSpPr>
                <a:spLocks/>
              </p:cNvSpPr>
              <p:nvPr/>
            </p:nvSpPr>
            <p:spPr bwMode="auto">
              <a:xfrm>
                <a:off x="2567" y="2069"/>
                <a:ext cx="289" cy="272"/>
              </a:xfrm>
              <a:custGeom>
                <a:avLst/>
                <a:gdLst/>
                <a:ahLst/>
                <a:cxnLst>
                  <a:cxn ang="0">
                    <a:pos x="3" y="198"/>
                  </a:cxn>
                  <a:cxn ang="0">
                    <a:pos x="4" y="176"/>
                  </a:cxn>
                  <a:cxn ang="0">
                    <a:pos x="10" y="122"/>
                  </a:cxn>
                  <a:cxn ang="0">
                    <a:pos x="20" y="40"/>
                  </a:cxn>
                  <a:cxn ang="0">
                    <a:pos x="38" y="3"/>
                  </a:cxn>
                  <a:cxn ang="0">
                    <a:pos x="61" y="11"/>
                  </a:cxn>
                  <a:cxn ang="0">
                    <a:pos x="83" y="18"/>
                  </a:cxn>
                  <a:cxn ang="0">
                    <a:pos x="106" y="25"/>
                  </a:cxn>
                  <a:cxn ang="0">
                    <a:pos x="129" y="32"/>
                  </a:cxn>
                  <a:cxn ang="0">
                    <a:pos x="152" y="39"/>
                  </a:cxn>
                  <a:cxn ang="0">
                    <a:pos x="176" y="46"/>
                  </a:cxn>
                  <a:cxn ang="0">
                    <a:pos x="200" y="51"/>
                  </a:cxn>
                  <a:cxn ang="0">
                    <a:pos x="233" y="60"/>
                  </a:cxn>
                  <a:cxn ang="0">
                    <a:pos x="277" y="69"/>
                  </a:cxn>
                  <a:cxn ang="0">
                    <a:pos x="321" y="76"/>
                  </a:cxn>
                  <a:cxn ang="0">
                    <a:pos x="366" y="83"/>
                  </a:cxn>
                  <a:cxn ang="0">
                    <a:pos x="411" y="88"/>
                  </a:cxn>
                  <a:cxn ang="0">
                    <a:pos x="458" y="93"/>
                  </a:cxn>
                  <a:cxn ang="0">
                    <a:pos x="505" y="98"/>
                  </a:cxn>
                  <a:cxn ang="0">
                    <a:pos x="554" y="100"/>
                  </a:cxn>
                  <a:cxn ang="0">
                    <a:pos x="578" y="313"/>
                  </a:cxn>
                  <a:cxn ang="0">
                    <a:pos x="557" y="543"/>
                  </a:cxn>
                  <a:cxn ang="0">
                    <a:pos x="517" y="541"/>
                  </a:cxn>
                  <a:cxn ang="0">
                    <a:pos x="475" y="537"/>
                  </a:cxn>
                  <a:cxn ang="0">
                    <a:pos x="434" y="533"/>
                  </a:cxn>
                  <a:cxn ang="0">
                    <a:pos x="392" y="527"/>
                  </a:cxn>
                  <a:cxn ang="0">
                    <a:pos x="351" y="521"/>
                  </a:cxn>
                  <a:cxn ang="0">
                    <a:pos x="311" y="514"/>
                  </a:cxn>
                  <a:cxn ang="0">
                    <a:pos x="270" y="506"/>
                  </a:cxn>
                  <a:cxn ang="0">
                    <a:pos x="232" y="499"/>
                  </a:cxn>
                  <a:cxn ang="0">
                    <a:pos x="197" y="490"/>
                  </a:cxn>
                  <a:cxn ang="0">
                    <a:pos x="162" y="481"/>
                  </a:cxn>
                  <a:cxn ang="0">
                    <a:pos x="130" y="472"/>
                  </a:cxn>
                  <a:cxn ang="0">
                    <a:pos x="97" y="461"/>
                  </a:cxn>
                  <a:cxn ang="0">
                    <a:pos x="69" y="451"/>
                  </a:cxn>
                  <a:cxn ang="0">
                    <a:pos x="41" y="441"/>
                  </a:cxn>
                  <a:cxn ang="0">
                    <a:pos x="15" y="429"/>
                  </a:cxn>
                  <a:cxn ang="0">
                    <a:pos x="1" y="370"/>
                  </a:cxn>
                  <a:cxn ang="0">
                    <a:pos x="0" y="263"/>
                  </a:cxn>
                </a:cxnLst>
                <a:rect l="0" t="0" r="r" b="b"/>
                <a:pathLst>
                  <a:path w="578" h="544">
                    <a:moveTo>
                      <a:pt x="2" y="209"/>
                    </a:moveTo>
                    <a:lnTo>
                      <a:pt x="3" y="198"/>
                    </a:lnTo>
                    <a:lnTo>
                      <a:pt x="4" y="186"/>
                    </a:lnTo>
                    <a:lnTo>
                      <a:pt x="4" y="176"/>
                    </a:lnTo>
                    <a:lnTo>
                      <a:pt x="5" y="164"/>
                    </a:lnTo>
                    <a:lnTo>
                      <a:pt x="10" y="122"/>
                    </a:lnTo>
                    <a:lnTo>
                      <a:pt x="15" y="80"/>
                    </a:lnTo>
                    <a:lnTo>
                      <a:pt x="20" y="40"/>
                    </a:lnTo>
                    <a:lnTo>
                      <a:pt x="27" y="0"/>
                    </a:lnTo>
                    <a:lnTo>
                      <a:pt x="38" y="3"/>
                    </a:lnTo>
                    <a:lnTo>
                      <a:pt x="49" y="8"/>
                    </a:lnTo>
                    <a:lnTo>
                      <a:pt x="61" y="11"/>
                    </a:lnTo>
                    <a:lnTo>
                      <a:pt x="71" y="15"/>
                    </a:lnTo>
                    <a:lnTo>
                      <a:pt x="83" y="18"/>
                    </a:lnTo>
                    <a:lnTo>
                      <a:pt x="94" y="22"/>
                    </a:lnTo>
                    <a:lnTo>
                      <a:pt x="106" y="25"/>
                    </a:lnTo>
                    <a:lnTo>
                      <a:pt x="117" y="28"/>
                    </a:lnTo>
                    <a:lnTo>
                      <a:pt x="129" y="32"/>
                    </a:lnTo>
                    <a:lnTo>
                      <a:pt x="140" y="35"/>
                    </a:lnTo>
                    <a:lnTo>
                      <a:pt x="152" y="39"/>
                    </a:lnTo>
                    <a:lnTo>
                      <a:pt x="164" y="42"/>
                    </a:lnTo>
                    <a:lnTo>
                      <a:pt x="176" y="46"/>
                    </a:lnTo>
                    <a:lnTo>
                      <a:pt x="188" y="49"/>
                    </a:lnTo>
                    <a:lnTo>
                      <a:pt x="200" y="51"/>
                    </a:lnTo>
                    <a:lnTo>
                      <a:pt x="213" y="55"/>
                    </a:lnTo>
                    <a:lnTo>
                      <a:pt x="233" y="60"/>
                    </a:lnTo>
                    <a:lnTo>
                      <a:pt x="255" y="64"/>
                    </a:lnTo>
                    <a:lnTo>
                      <a:pt x="277" y="69"/>
                    </a:lnTo>
                    <a:lnTo>
                      <a:pt x="299" y="72"/>
                    </a:lnTo>
                    <a:lnTo>
                      <a:pt x="321" y="76"/>
                    </a:lnTo>
                    <a:lnTo>
                      <a:pt x="343" y="79"/>
                    </a:lnTo>
                    <a:lnTo>
                      <a:pt x="366" y="83"/>
                    </a:lnTo>
                    <a:lnTo>
                      <a:pt x="389" y="86"/>
                    </a:lnTo>
                    <a:lnTo>
                      <a:pt x="411" y="88"/>
                    </a:lnTo>
                    <a:lnTo>
                      <a:pt x="435" y="91"/>
                    </a:lnTo>
                    <a:lnTo>
                      <a:pt x="458" y="93"/>
                    </a:lnTo>
                    <a:lnTo>
                      <a:pt x="481" y="95"/>
                    </a:lnTo>
                    <a:lnTo>
                      <a:pt x="505" y="98"/>
                    </a:lnTo>
                    <a:lnTo>
                      <a:pt x="529" y="99"/>
                    </a:lnTo>
                    <a:lnTo>
                      <a:pt x="554" y="100"/>
                    </a:lnTo>
                    <a:lnTo>
                      <a:pt x="578" y="101"/>
                    </a:lnTo>
                    <a:lnTo>
                      <a:pt x="578" y="313"/>
                    </a:lnTo>
                    <a:lnTo>
                      <a:pt x="578" y="544"/>
                    </a:lnTo>
                    <a:lnTo>
                      <a:pt x="557" y="543"/>
                    </a:lnTo>
                    <a:lnTo>
                      <a:pt x="537" y="542"/>
                    </a:lnTo>
                    <a:lnTo>
                      <a:pt x="517" y="541"/>
                    </a:lnTo>
                    <a:lnTo>
                      <a:pt x="496" y="539"/>
                    </a:lnTo>
                    <a:lnTo>
                      <a:pt x="475" y="537"/>
                    </a:lnTo>
                    <a:lnTo>
                      <a:pt x="455" y="535"/>
                    </a:lnTo>
                    <a:lnTo>
                      <a:pt x="434" y="533"/>
                    </a:lnTo>
                    <a:lnTo>
                      <a:pt x="413" y="531"/>
                    </a:lnTo>
                    <a:lnTo>
                      <a:pt x="392" y="527"/>
                    </a:lnTo>
                    <a:lnTo>
                      <a:pt x="372" y="525"/>
                    </a:lnTo>
                    <a:lnTo>
                      <a:pt x="351" y="521"/>
                    </a:lnTo>
                    <a:lnTo>
                      <a:pt x="330" y="518"/>
                    </a:lnTo>
                    <a:lnTo>
                      <a:pt x="311" y="514"/>
                    </a:lnTo>
                    <a:lnTo>
                      <a:pt x="290" y="511"/>
                    </a:lnTo>
                    <a:lnTo>
                      <a:pt x="270" y="506"/>
                    </a:lnTo>
                    <a:lnTo>
                      <a:pt x="251" y="503"/>
                    </a:lnTo>
                    <a:lnTo>
                      <a:pt x="232" y="499"/>
                    </a:lnTo>
                    <a:lnTo>
                      <a:pt x="215" y="495"/>
                    </a:lnTo>
                    <a:lnTo>
                      <a:pt x="197" y="490"/>
                    </a:lnTo>
                    <a:lnTo>
                      <a:pt x="179" y="486"/>
                    </a:lnTo>
                    <a:lnTo>
                      <a:pt x="162" y="481"/>
                    </a:lnTo>
                    <a:lnTo>
                      <a:pt x="146" y="476"/>
                    </a:lnTo>
                    <a:lnTo>
                      <a:pt x="130" y="472"/>
                    </a:lnTo>
                    <a:lnTo>
                      <a:pt x="114" y="467"/>
                    </a:lnTo>
                    <a:lnTo>
                      <a:pt x="97" y="461"/>
                    </a:lnTo>
                    <a:lnTo>
                      <a:pt x="83" y="457"/>
                    </a:lnTo>
                    <a:lnTo>
                      <a:pt x="69" y="451"/>
                    </a:lnTo>
                    <a:lnTo>
                      <a:pt x="54" y="446"/>
                    </a:lnTo>
                    <a:lnTo>
                      <a:pt x="41" y="441"/>
                    </a:lnTo>
                    <a:lnTo>
                      <a:pt x="27" y="435"/>
                    </a:lnTo>
                    <a:lnTo>
                      <a:pt x="15" y="429"/>
                    </a:lnTo>
                    <a:lnTo>
                      <a:pt x="3" y="423"/>
                    </a:lnTo>
                    <a:lnTo>
                      <a:pt x="1" y="370"/>
                    </a:lnTo>
                    <a:lnTo>
                      <a:pt x="0" y="316"/>
                    </a:lnTo>
                    <a:lnTo>
                      <a:pt x="0" y="263"/>
                    </a:lnTo>
                    <a:lnTo>
                      <a:pt x="2" y="209"/>
                    </a:lnTo>
                    <a:close/>
                  </a:path>
                </a:pathLst>
              </a:custGeom>
              <a:grpFill/>
              <a:ln w="9525">
                <a:noFill/>
                <a:round/>
                <a:headEnd/>
                <a:tailEnd/>
              </a:ln>
            </p:spPr>
            <p:txBody>
              <a:bodyPr/>
              <a:lstStyle/>
              <a:p>
                <a:pPr algn="ctr">
                  <a:defRPr/>
                </a:pPr>
                <a:endParaRPr lang="en-US" sz="900" dirty="0"/>
              </a:p>
            </p:txBody>
          </p:sp>
          <p:sp>
            <p:nvSpPr>
              <p:cNvPr id="13" name="Freeform 12"/>
              <p:cNvSpPr>
                <a:spLocks/>
              </p:cNvSpPr>
              <p:nvPr/>
            </p:nvSpPr>
            <p:spPr bwMode="auto">
              <a:xfrm>
                <a:off x="2904" y="1814"/>
                <a:ext cx="263" cy="250"/>
              </a:xfrm>
              <a:custGeom>
                <a:avLst/>
                <a:gdLst/>
                <a:ahLst/>
                <a:cxnLst>
                  <a:cxn ang="0">
                    <a:pos x="0" y="67"/>
                  </a:cxn>
                  <a:cxn ang="0">
                    <a:pos x="26" y="66"/>
                  </a:cxn>
                  <a:cxn ang="0">
                    <a:pos x="50" y="64"/>
                  </a:cxn>
                  <a:cxn ang="0">
                    <a:pos x="74" y="63"/>
                  </a:cxn>
                  <a:cxn ang="0">
                    <a:pos x="98" y="59"/>
                  </a:cxn>
                  <a:cxn ang="0">
                    <a:pos x="122" y="57"/>
                  </a:cxn>
                  <a:cxn ang="0">
                    <a:pos x="145" y="53"/>
                  </a:cxn>
                  <a:cxn ang="0">
                    <a:pos x="169" y="50"/>
                  </a:cxn>
                  <a:cxn ang="0">
                    <a:pos x="192" y="45"/>
                  </a:cxn>
                  <a:cxn ang="0">
                    <a:pos x="213" y="41"/>
                  </a:cxn>
                  <a:cxn ang="0">
                    <a:pos x="235" y="36"/>
                  </a:cxn>
                  <a:cxn ang="0">
                    <a:pos x="257" y="32"/>
                  </a:cxn>
                  <a:cxn ang="0">
                    <a:pos x="279" y="26"/>
                  </a:cxn>
                  <a:cxn ang="0">
                    <a:pos x="300" y="20"/>
                  </a:cxn>
                  <a:cxn ang="0">
                    <a:pos x="321" y="13"/>
                  </a:cxn>
                  <a:cxn ang="0">
                    <a:pos x="340" y="7"/>
                  </a:cxn>
                  <a:cxn ang="0">
                    <a:pos x="360" y="0"/>
                  </a:cxn>
                  <a:cxn ang="0">
                    <a:pos x="376" y="28"/>
                  </a:cxn>
                  <a:cxn ang="0">
                    <a:pos x="391" y="56"/>
                  </a:cxn>
                  <a:cxn ang="0">
                    <a:pos x="406" y="85"/>
                  </a:cxn>
                  <a:cxn ang="0">
                    <a:pos x="421" y="114"/>
                  </a:cxn>
                  <a:cxn ang="0">
                    <a:pos x="435" y="144"/>
                  </a:cxn>
                  <a:cxn ang="0">
                    <a:pos x="448" y="176"/>
                  </a:cxn>
                  <a:cxn ang="0">
                    <a:pos x="462" y="208"/>
                  </a:cxn>
                  <a:cxn ang="0">
                    <a:pos x="475" y="240"/>
                  </a:cxn>
                  <a:cxn ang="0">
                    <a:pos x="482" y="260"/>
                  </a:cxn>
                  <a:cxn ang="0">
                    <a:pos x="489" y="278"/>
                  </a:cxn>
                  <a:cxn ang="0">
                    <a:pos x="496" y="298"/>
                  </a:cxn>
                  <a:cxn ang="0">
                    <a:pos x="501" y="317"/>
                  </a:cxn>
                  <a:cxn ang="0">
                    <a:pos x="508" y="338"/>
                  </a:cxn>
                  <a:cxn ang="0">
                    <a:pos x="514" y="357"/>
                  </a:cxn>
                  <a:cxn ang="0">
                    <a:pos x="520" y="378"/>
                  </a:cxn>
                  <a:cxn ang="0">
                    <a:pos x="526" y="399"/>
                  </a:cxn>
                  <a:cxn ang="0">
                    <a:pos x="497" y="409"/>
                  </a:cxn>
                  <a:cxn ang="0">
                    <a:pos x="468" y="420"/>
                  </a:cxn>
                  <a:cxn ang="0">
                    <a:pos x="438" y="429"/>
                  </a:cxn>
                  <a:cxn ang="0">
                    <a:pos x="408" y="438"/>
                  </a:cxn>
                  <a:cxn ang="0">
                    <a:pos x="377" y="446"/>
                  </a:cxn>
                  <a:cxn ang="0">
                    <a:pos x="346" y="454"/>
                  </a:cxn>
                  <a:cxn ang="0">
                    <a:pos x="314" y="462"/>
                  </a:cxn>
                  <a:cxn ang="0">
                    <a:pos x="280" y="469"/>
                  </a:cxn>
                  <a:cxn ang="0">
                    <a:pos x="247" y="475"/>
                  </a:cxn>
                  <a:cxn ang="0">
                    <a:pos x="213" y="481"/>
                  </a:cxn>
                  <a:cxn ang="0">
                    <a:pos x="179" y="485"/>
                  </a:cxn>
                  <a:cxn ang="0">
                    <a:pos x="143" y="490"/>
                  </a:cxn>
                  <a:cxn ang="0">
                    <a:pos x="109" y="493"/>
                  </a:cxn>
                  <a:cxn ang="0">
                    <a:pos x="73" y="497"/>
                  </a:cxn>
                  <a:cxn ang="0">
                    <a:pos x="37" y="499"/>
                  </a:cxn>
                  <a:cxn ang="0">
                    <a:pos x="0" y="501"/>
                  </a:cxn>
                  <a:cxn ang="0">
                    <a:pos x="0" y="290"/>
                  </a:cxn>
                  <a:cxn ang="0">
                    <a:pos x="0" y="67"/>
                  </a:cxn>
                </a:cxnLst>
                <a:rect l="0" t="0" r="r" b="b"/>
                <a:pathLst>
                  <a:path w="526" h="501">
                    <a:moveTo>
                      <a:pt x="0" y="67"/>
                    </a:moveTo>
                    <a:lnTo>
                      <a:pt x="26" y="66"/>
                    </a:lnTo>
                    <a:lnTo>
                      <a:pt x="50" y="64"/>
                    </a:lnTo>
                    <a:lnTo>
                      <a:pt x="74" y="63"/>
                    </a:lnTo>
                    <a:lnTo>
                      <a:pt x="98" y="59"/>
                    </a:lnTo>
                    <a:lnTo>
                      <a:pt x="122" y="57"/>
                    </a:lnTo>
                    <a:lnTo>
                      <a:pt x="145" y="53"/>
                    </a:lnTo>
                    <a:lnTo>
                      <a:pt x="169" y="50"/>
                    </a:lnTo>
                    <a:lnTo>
                      <a:pt x="192" y="45"/>
                    </a:lnTo>
                    <a:lnTo>
                      <a:pt x="213" y="41"/>
                    </a:lnTo>
                    <a:lnTo>
                      <a:pt x="235" y="36"/>
                    </a:lnTo>
                    <a:lnTo>
                      <a:pt x="257" y="32"/>
                    </a:lnTo>
                    <a:lnTo>
                      <a:pt x="279" y="26"/>
                    </a:lnTo>
                    <a:lnTo>
                      <a:pt x="300" y="20"/>
                    </a:lnTo>
                    <a:lnTo>
                      <a:pt x="321" y="13"/>
                    </a:lnTo>
                    <a:lnTo>
                      <a:pt x="340" y="7"/>
                    </a:lnTo>
                    <a:lnTo>
                      <a:pt x="360" y="0"/>
                    </a:lnTo>
                    <a:lnTo>
                      <a:pt x="376" y="28"/>
                    </a:lnTo>
                    <a:lnTo>
                      <a:pt x="391" y="56"/>
                    </a:lnTo>
                    <a:lnTo>
                      <a:pt x="406" y="85"/>
                    </a:lnTo>
                    <a:lnTo>
                      <a:pt x="421" y="114"/>
                    </a:lnTo>
                    <a:lnTo>
                      <a:pt x="435" y="144"/>
                    </a:lnTo>
                    <a:lnTo>
                      <a:pt x="448" y="176"/>
                    </a:lnTo>
                    <a:lnTo>
                      <a:pt x="462" y="208"/>
                    </a:lnTo>
                    <a:lnTo>
                      <a:pt x="475" y="240"/>
                    </a:lnTo>
                    <a:lnTo>
                      <a:pt x="482" y="260"/>
                    </a:lnTo>
                    <a:lnTo>
                      <a:pt x="489" y="278"/>
                    </a:lnTo>
                    <a:lnTo>
                      <a:pt x="496" y="298"/>
                    </a:lnTo>
                    <a:lnTo>
                      <a:pt x="501" y="317"/>
                    </a:lnTo>
                    <a:lnTo>
                      <a:pt x="508" y="338"/>
                    </a:lnTo>
                    <a:lnTo>
                      <a:pt x="514" y="357"/>
                    </a:lnTo>
                    <a:lnTo>
                      <a:pt x="520" y="378"/>
                    </a:lnTo>
                    <a:lnTo>
                      <a:pt x="526" y="399"/>
                    </a:lnTo>
                    <a:lnTo>
                      <a:pt x="497" y="409"/>
                    </a:lnTo>
                    <a:lnTo>
                      <a:pt x="468" y="420"/>
                    </a:lnTo>
                    <a:lnTo>
                      <a:pt x="438" y="429"/>
                    </a:lnTo>
                    <a:lnTo>
                      <a:pt x="408" y="438"/>
                    </a:lnTo>
                    <a:lnTo>
                      <a:pt x="377" y="446"/>
                    </a:lnTo>
                    <a:lnTo>
                      <a:pt x="346" y="454"/>
                    </a:lnTo>
                    <a:lnTo>
                      <a:pt x="314" y="462"/>
                    </a:lnTo>
                    <a:lnTo>
                      <a:pt x="280" y="469"/>
                    </a:lnTo>
                    <a:lnTo>
                      <a:pt x="247" y="475"/>
                    </a:lnTo>
                    <a:lnTo>
                      <a:pt x="213" y="481"/>
                    </a:lnTo>
                    <a:lnTo>
                      <a:pt x="179" y="485"/>
                    </a:lnTo>
                    <a:lnTo>
                      <a:pt x="143" y="490"/>
                    </a:lnTo>
                    <a:lnTo>
                      <a:pt x="109" y="493"/>
                    </a:lnTo>
                    <a:lnTo>
                      <a:pt x="73" y="497"/>
                    </a:lnTo>
                    <a:lnTo>
                      <a:pt x="37" y="499"/>
                    </a:lnTo>
                    <a:lnTo>
                      <a:pt x="0" y="501"/>
                    </a:lnTo>
                    <a:lnTo>
                      <a:pt x="0" y="290"/>
                    </a:lnTo>
                    <a:lnTo>
                      <a:pt x="0" y="67"/>
                    </a:lnTo>
                    <a:close/>
                  </a:path>
                </a:pathLst>
              </a:custGeom>
              <a:grpFill/>
              <a:ln w="9525">
                <a:noFill/>
                <a:round/>
                <a:headEnd/>
                <a:tailEnd/>
              </a:ln>
            </p:spPr>
            <p:txBody>
              <a:bodyPr/>
              <a:lstStyle/>
              <a:p>
                <a:pPr algn="ctr">
                  <a:defRPr/>
                </a:pPr>
                <a:endParaRPr lang="en-US" sz="900" dirty="0"/>
              </a:p>
            </p:txBody>
          </p:sp>
          <p:sp>
            <p:nvSpPr>
              <p:cNvPr id="14" name="Freeform 13"/>
              <p:cNvSpPr>
                <a:spLocks/>
              </p:cNvSpPr>
              <p:nvPr/>
            </p:nvSpPr>
            <p:spPr bwMode="auto">
              <a:xfrm>
                <a:off x="2594" y="1814"/>
                <a:ext cx="262" cy="250"/>
              </a:xfrm>
              <a:custGeom>
                <a:avLst/>
                <a:gdLst/>
                <a:ahLst/>
                <a:cxnLst>
                  <a:cxn ang="0">
                    <a:pos x="525" y="501"/>
                  </a:cxn>
                  <a:cxn ang="0">
                    <a:pos x="487" y="499"/>
                  </a:cxn>
                  <a:cxn ang="0">
                    <a:pos x="449" y="497"/>
                  </a:cxn>
                  <a:cxn ang="0">
                    <a:pos x="412" y="493"/>
                  </a:cxn>
                  <a:cxn ang="0">
                    <a:pos x="375" y="489"/>
                  </a:cxn>
                  <a:cxn ang="0">
                    <a:pos x="338" y="484"/>
                  </a:cxn>
                  <a:cxn ang="0">
                    <a:pos x="302" y="480"/>
                  </a:cxn>
                  <a:cxn ang="0">
                    <a:pos x="267" y="474"/>
                  </a:cxn>
                  <a:cxn ang="0">
                    <a:pos x="232" y="467"/>
                  </a:cxn>
                  <a:cxn ang="0">
                    <a:pos x="201" y="460"/>
                  </a:cxn>
                  <a:cxn ang="0">
                    <a:pos x="170" y="453"/>
                  </a:cxn>
                  <a:cxn ang="0">
                    <a:pos x="140" y="445"/>
                  </a:cxn>
                  <a:cxn ang="0">
                    <a:pos x="111" y="437"/>
                  </a:cxn>
                  <a:cxn ang="0">
                    <a:pos x="81" y="428"/>
                  </a:cxn>
                  <a:cxn ang="0">
                    <a:pos x="54" y="419"/>
                  </a:cxn>
                  <a:cxn ang="0">
                    <a:pos x="26" y="409"/>
                  </a:cxn>
                  <a:cxn ang="0">
                    <a:pos x="0" y="399"/>
                  </a:cxn>
                  <a:cxn ang="0">
                    <a:pos x="12" y="354"/>
                  </a:cxn>
                  <a:cxn ang="0">
                    <a:pos x="26" y="309"/>
                  </a:cxn>
                  <a:cxn ang="0">
                    <a:pos x="40" y="266"/>
                  </a:cxn>
                  <a:cxn ang="0">
                    <a:pos x="56" y="224"/>
                  </a:cxn>
                  <a:cxn ang="0">
                    <a:pos x="80" y="164"/>
                  </a:cxn>
                  <a:cxn ang="0">
                    <a:pos x="107" y="108"/>
                  </a:cxn>
                  <a:cxn ang="0">
                    <a:pos x="134" y="52"/>
                  </a:cxn>
                  <a:cxn ang="0">
                    <a:pos x="164" y="0"/>
                  </a:cxn>
                  <a:cxn ang="0">
                    <a:pos x="200" y="12"/>
                  </a:cxn>
                  <a:cxn ang="0">
                    <a:pos x="238" y="24"/>
                  </a:cxn>
                  <a:cxn ang="0">
                    <a:pos x="276" y="34"/>
                  </a:cxn>
                  <a:cxn ang="0">
                    <a:pos x="315" y="42"/>
                  </a:cxn>
                  <a:cxn ang="0">
                    <a:pos x="340" y="47"/>
                  </a:cxn>
                  <a:cxn ang="0">
                    <a:pos x="365" y="51"/>
                  </a:cxn>
                  <a:cxn ang="0">
                    <a:pos x="391" y="55"/>
                  </a:cxn>
                  <a:cxn ang="0">
                    <a:pos x="417" y="58"/>
                  </a:cxn>
                  <a:cxn ang="0">
                    <a:pos x="443" y="62"/>
                  </a:cxn>
                  <a:cxn ang="0">
                    <a:pos x="471" y="64"/>
                  </a:cxn>
                  <a:cxn ang="0">
                    <a:pos x="497" y="66"/>
                  </a:cxn>
                  <a:cxn ang="0">
                    <a:pos x="525" y="67"/>
                  </a:cxn>
                </a:cxnLst>
                <a:rect l="0" t="0" r="r" b="b"/>
                <a:pathLst>
                  <a:path w="525" h="501">
                    <a:moveTo>
                      <a:pt x="525" y="283"/>
                    </a:moveTo>
                    <a:lnTo>
                      <a:pt x="525" y="501"/>
                    </a:lnTo>
                    <a:lnTo>
                      <a:pt x="505" y="500"/>
                    </a:lnTo>
                    <a:lnTo>
                      <a:pt x="487" y="499"/>
                    </a:lnTo>
                    <a:lnTo>
                      <a:pt x="467" y="498"/>
                    </a:lnTo>
                    <a:lnTo>
                      <a:pt x="449" y="497"/>
                    </a:lnTo>
                    <a:lnTo>
                      <a:pt x="430" y="495"/>
                    </a:lnTo>
                    <a:lnTo>
                      <a:pt x="412" y="493"/>
                    </a:lnTo>
                    <a:lnTo>
                      <a:pt x="393" y="491"/>
                    </a:lnTo>
                    <a:lnTo>
                      <a:pt x="375" y="489"/>
                    </a:lnTo>
                    <a:lnTo>
                      <a:pt x="357" y="488"/>
                    </a:lnTo>
                    <a:lnTo>
                      <a:pt x="338" y="484"/>
                    </a:lnTo>
                    <a:lnTo>
                      <a:pt x="320" y="482"/>
                    </a:lnTo>
                    <a:lnTo>
                      <a:pt x="302" y="480"/>
                    </a:lnTo>
                    <a:lnTo>
                      <a:pt x="285" y="476"/>
                    </a:lnTo>
                    <a:lnTo>
                      <a:pt x="267" y="474"/>
                    </a:lnTo>
                    <a:lnTo>
                      <a:pt x="250" y="470"/>
                    </a:lnTo>
                    <a:lnTo>
                      <a:pt x="232" y="467"/>
                    </a:lnTo>
                    <a:lnTo>
                      <a:pt x="216" y="463"/>
                    </a:lnTo>
                    <a:lnTo>
                      <a:pt x="201" y="460"/>
                    </a:lnTo>
                    <a:lnTo>
                      <a:pt x="185" y="457"/>
                    </a:lnTo>
                    <a:lnTo>
                      <a:pt x="170" y="453"/>
                    </a:lnTo>
                    <a:lnTo>
                      <a:pt x="155" y="450"/>
                    </a:lnTo>
                    <a:lnTo>
                      <a:pt x="140" y="445"/>
                    </a:lnTo>
                    <a:lnTo>
                      <a:pt x="125" y="442"/>
                    </a:lnTo>
                    <a:lnTo>
                      <a:pt x="111" y="437"/>
                    </a:lnTo>
                    <a:lnTo>
                      <a:pt x="96" y="432"/>
                    </a:lnTo>
                    <a:lnTo>
                      <a:pt x="81" y="428"/>
                    </a:lnTo>
                    <a:lnTo>
                      <a:pt x="68" y="423"/>
                    </a:lnTo>
                    <a:lnTo>
                      <a:pt x="54" y="419"/>
                    </a:lnTo>
                    <a:lnTo>
                      <a:pt x="40" y="414"/>
                    </a:lnTo>
                    <a:lnTo>
                      <a:pt x="26" y="409"/>
                    </a:lnTo>
                    <a:lnTo>
                      <a:pt x="13" y="404"/>
                    </a:lnTo>
                    <a:lnTo>
                      <a:pt x="0" y="399"/>
                    </a:lnTo>
                    <a:lnTo>
                      <a:pt x="5" y="376"/>
                    </a:lnTo>
                    <a:lnTo>
                      <a:pt x="12" y="354"/>
                    </a:lnTo>
                    <a:lnTo>
                      <a:pt x="19" y="331"/>
                    </a:lnTo>
                    <a:lnTo>
                      <a:pt x="26" y="309"/>
                    </a:lnTo>
                    <a:lnTo>
                      <a:pt x="33" y="287"/>
                    </a:lnTo>
                    <a:lnTo>
                      <a:pt x="40" y="266"/>
                    </a:lnTo>
                    <a:lnTo>
                      <a:pt x="48" y="245"/>
                    </a:lnTo>
                    <a:lnTo>
                      <a:pt x="56" y="224"/>
                    </a:lnTo>
                    <a:lnTo>
                      <a:pt x="68" y="194"/>
                    </a:lnTo>
                    <a:lnTo>
                      <a:pt x="80" y="164"/>
                    </a:lnTo>
                    <a:lnTo>
                      <a:pt x="93" y="135"/>
                    </a:lnTo>
                    <a:lnTo>
                      <a:pt x="107" y="108"/>
                    </a:lnTo>
                    <a:lnTo>
                      <a:pt x="121" y="80"/>
                    </a:lnTo>
                    <a:lnTo>
                      <a:pt x="134" y="52"/>
                    </a:lnTo>
                    <a:lnTo>
                      <a:pt x="149" y="26"/>
                    </a:lnTo>
                    <a:lnTo>
                      <a:pt x="164" y="0"/>
                    </a:lnTo>
                    <a:lnTo>
                      <a:pt x="183" y="6"/>
                    </a:lnTo>
                    <a:lnTo>
                      <a:pt x="200" y="12"/>
                    </a:lnTo>
                    <a:lnTo>
                      <a:pt x="218" y="18"/>
                    </a:lnTo>
                    <a:lnTo>
                      <a:pt x="238" y="24"/>
                    </a:lnTo>
                    <a:lnTo>
                      <a:pt x="256" y="28"/>
                    </a:lnTo>
                    <a:lnTo>
                      <a:pt x="276" y="34"/>
                    </a:lnTo>
                    <a:lnTo>
                      <a:pt x="296" y="37"/>
                    </a:lnTo>
                    <a:lnTo>
                      <a:pt x="315" y="42"/>
                    </a:lnTo>
                    <a:lnTo>
                      <a:pt x="328" y="44"/>
                    </a:lnTo>
                    <a:lnTo>
                      <a:pt x="340" y="47"/>
                    </a:lnTo>
                    <a:lnTo>
                      <a:pt x="352" y="49"/>
                    </a:lnTo>
                    <a:lnTo>
                      <a:pt x="365" y="51"/>
                    </a:lnTo>
                    <a:lnTo>
                      <a:pt x="379" y="52"/>
                    </a:lnTo>
                    <a:lnTo>
                      <a:pt x="391" y="55"/>
                    </a:lnTo>
                    <a:lnTo>
                      <a:pt x="404" y="57"/>
                    </a:lnTo>
                    <a:lnTo>
                      <a:pt x="417" y="58"/>
                    </a:lnTo>
                    <a:lnTo>
                      <a:pt x="430" y="59"/>
                    </a:lnTo>
                    <a:lnTo>
                      <a:pt x="443" y="62"/>
                    </a:lnTo>
                    <a:lnTo>
                      <a:pt x="457" y="63"/>
                    </a:lnTo>
                    <a:lnTo>
                      <a:pt x="471" y="64"/>
                    </a:lnTo>
                    <a:lnTo>
                      <a:pt x="483" y="65"/>
                    </a:lnTo>
                    <a:lnTo>
                      <a:pt x="497" y="66"/>
                    </a:lnTo>
                    <a:lnTo>
                      <a:pt x="511" y="66"/>
                    </a:lnTo>
                    <a:lnTo>
                      <a:pt x="525" y="67"/>
                    </a:lnTo>
                    <a:lnTo>
                      <a:pt x="525" y="283"/>
                    </a:lnTo>
                    <a:close/>
                  </a:path>
                </a:pathLst>
              </a:custGeom>
              <a:grpFill/>
              <a:ln w="9525">
                <a:noFill/>
                <a:round/>
                <a:headEnd/>
                <a:tailEnd/>
              </a:ln>
            </p:spPr>
            <p:txBody>
              <a:bodyPr/>
              <a:lstStyle/>
              <a:p>
                <a:pPr algn="ctr">
                  <a:defRPr/>
                </a:pPr>
                <a:endParaRPr lang="en-US" sz="900" dirty="0"/>
              </a:p>
            </p:txBody>
          </p:sp>
          <p:sp>
            <p:nvSpPr>
              <p:cNvPr id="15" name="Freeform 14"/>
              <p:cNvSpPr>
                <a:spLocks/>
              </p:cNvSpPr>
              <p:nvPr/>
            </p:nvSpPr>
            <p:spPr bwMode="auto">
              <a:xfrm>
                <a:off x="2904" y="2342"/>
                <a:ext cx="281" cy="236"/>
              </a:xfrm>
              <a:custGeom>
                <a:avLst/>
                <a:gdLst/>
                <a:ahLst/>
                <a:cxnLst>
                  <a:cxn ang="0">
                    <a:pos x="0" y="336"/>
                  </a:cxn>
                  <a:cxn ang="0">
                    <a:pos x="0" y="110"/>
                  </a:cxn>
                  <a:cxn ang="0">
                    <a:pos x="38" y="109"/>
                  </a:cxn>
                  <a:cxn ang="0">
                    <a:pos x="76" y="105"/>
                  </a:cxn>
                  <a:cxn ang="0">
                    <a:pos x="113" y="103"/>
                  </a:cxn>
                  <a:cxn ang="0">
                    <a:pos x="150" y="98"/>
                  </a:cxn>
                  <a:cxn ang="0">
                    <a:pos x="187" y="94"/>
                  </a:cxn>
                  <a:cxn ang="0">
                    <a:pos x="223" y="89"/>
                  </a:cxn>
                  <a:cxn ang="0">
                    <a:pos x="258" y="83"/>
                  </a:cxn>
                  <a:cxn ang="0">
                    <a:pos x="294" y="76"/>
                  </a:cxn>
                  <a:cxn ang="0">
                    <a:pos x="330" y="70"/>
                  </a:cxn>
                  <a:cxn ang="0">
                    <a:pos x="364" y="62"/>
                  </a:cxn>
                  <a:cxn ang="0">
                    <a:pos x="398" y="52"/>
                  </a:cxn>
                  <a:cxn ang="0">
                    <a:pos x="431" y="43"/>
                  </a:cxn>
                  <a:cxn ang="0">
                    <a:pos x="465" y="34"/>
                  </a:cxn>
                  <a:cxn ang="0">
                    <a:pos x="498" y="24"/>
                  </a:cxn>
                  <a:cxn ang="0">
                    <a:pos x="530" y="12"/>
                  </a:cxn>
                  <a:cxn ang="0">
                    <a:pos x="561" y="0"/>
                  </a:cxn>
                  <a:cxn ang="0">
                    <a:pos x="558" y="29"/>
                  </a:cxn>
                  <a:cxn ang="0">
                    <a:pos x="553" y="57"/>
                  </a:cxn>
                  <a:cxn ang="0">
                    <a:pos x="550" y="83"/>
                  </a:cxn>
                  <a:cxn ang="0">
                    <a:pos x="545" y="111"/>
                  </a:cxn>
                  <a:cxn ang="0">
                    <a:pos x="541" y="138"/>
                  </a:cxn>
                  <a:cxn ang="0">
                    <a:pos x="536" y="164"/>
                  </a:cxn>
                  <a:cxn ang="0">
                    <a:pos x="530" y="189"/>
                  </a:cxn>
                  <a:cxn ang="0">
                    <a:pos x="523" y="216"/>
                  </a:cxn>
                  <a:cxn ang="0">
                    <a:pos x="518" y="238"/>
                  </a:cxn>
                  <a:cxn ang="0">
                    <a:pos x="511" y="260"/>
                  </a:cxn>
                  <a:cxn ang="0">
                    <a:pos x="504" y="281"/>
                  </a:cxn>
                  <a:cxn ang="0">
                    <a:pos x="496" y="303"/>
                  </a:cxn>
                  <a:cxn ang="0">
                    <a:pos x="488" y="325"/>
                  </a:cxn>
                  <a:cxn ang="0">
                    <a:pos x="478" y="347"/>
                  </a:cxn>
                  <a:cxn ang="0">
                    <a:pos x="468" y="370"/>
                  </a:cxn>
                  <a:cxn ang="0">
                    <a:pos x="456" y="392"/>
                  </a:cxn>
                  <a:cxn ang="0">
                    <a:pos x="430" y="400"/>
                  </a:cxn>
                  <a:cxn ang="0">
                    <a:pos x="403" y="409"/>
                  </a:cxn>
                  <a:cxn ang="0">
                    <a:pos x="377" y="416"/>
                  </a:cxn>
                  <a:cxn ang="0">
                    <a:pos x="349" y="424"/>
                  </a:cxn>
                  <a:cxn ang="0">
                    <a:pos x="322" y="431"/>
                  </a:cxn>
                  <a:cxn ang="0">
                    <a:pos x="294" y="437"/>
                  </a:cxn>
                  <a:cxn ang="0">
                    <a:pos x="265" y="443"/>
                  </a:cxn>
                  <a:cxn ang="0">
                    <a:pos x="238" y="448"/>
                  </a:cxn>
                  <a:cxn ang="0">
                    <a:pos x="209" y="453"/>
                  </a:cxn>
                  <a:cxn ang="0">
                    <a:pos x="179" y="458"/>
                  </a:cxn>
                  <a:cxn ang="0">
                    <a:pos x="150" y="462"/>
                  </a:cxn>
                  <a:cxn ang="0">
                    <a:pos x="120" y="466"/>
                  </a:cxn>
                  <a:cxn ang="0">
                    <a:pos x="91" y="468"/>
                  </a:cxn>
                  <a:cxn ang="0">
                    <a:pos x="61" y="470"/>
                  </a:cxn>
                  <a:cxn ang="0">
                    <a:pos x="30" y="473"/>
                  </a:cxn>
                  <a:cxn ang="0">
                    <a:pos x="0" y="474"/>
                  </a:cxn>
                  <a:cxn ang="0">
                    <a:pos x="0" y="336"/>
                  </a:cxn>
                </a:cxnLst>
                <a:rect l="0" t="0" r="r" b="b"/>
                <a:pathLst>
                  <a:path w="561" h="474">
                    <a:moveTo>
                      <a:pt x="0" y="336"/>
                    </a:moveTo>
                    <a:lnTo>
                      <a:pt x="0" y="110"/>
                    </a:lnTo>
                    <a:lnTo>
                      <a:pt x="38" y="109"/>
                    </a:lnTo>
                    <a:lnTo>
                      <a:pt x="76" y="105"/>
                    </a:lnTo>
                    <a:lnTo>
                      <a:pt x="113" y="103"/>
                    </a:lnTo>
                    <a:lnTo>
                      <a:pt x="150" y="98"/>
                    </a:lnTo>
                    <a:lnTo>
                      <a:pt x="187" y="94"/>
                    </a:lnTo>
                    <a:lnTo>
                      <a:pt x="223" y="89"/>
                    </a:lnTo>
                    <a:lnTo>
                      <a:pt x="258" y="83"/>
                    </a:lnTo>
                    <a:lnTo>
                      <a:pt x="294" y="76"/>
                    </a:lnTo>
                    <a:lnTo>
                      <a:pt x="330" y="70"/>
                    </a:lnTo>
                    <a:lnTo>
                      <a:pt x="364" y="62"/>
                    </a:lnTo>
                    <a:lnTo>
                      <a:pt x="398" y="52"/>
                    </a:lnTo>
                    <a:lnTo>
                      <a:pt x="431" y="43"/>
                    </a:lnTo>
                    <a:lnTo>
                      <a:pt x="465" y="34"/>
                    </a:lnTo>
                    <a:lnTo>
                      <a:pt x="498" y="24"/>
                    </a:lnTo>
                    <a:lnTo>
                      <a:pt x="530" y="12"/>
                    </a:lnTo>
                    <a:lnTo>
                      <a:pt x="561" y="0"/>
                    </a:lnTo>
                    <a:lnTo>
                      <a:pt x="558" y="29"/>
                    </a:lnTo>
                    <a:lnTo>
                      <a:pt x="553" y="57"/>
                    </a:lnTo>
                    <a:lnTo>
                      <a:pt x="550" y="83"/>
                    </a:lnTo>
                    <a:lnTo>
                      <a:pt x="545" y="111"/>
                    </a:lnTo>
                    <a:lnTo>
                      <a:pt x="541" y="138"/>
                    </a:lnTo>
                    <a:lnTo>
                      <a:pt x="536" y="164"/>
                    </a:lnTo>
                    <a:lnTo>
                      <a:pt x="530" y="189"/>
                    </a:lnTo>
                    <a:lnTo>
                      <a:pt x="523" y="216"/>
                    </a:lnTo>
                    <a:lnTo>
                      <a:pt x="518" y="238"/>
                    </a:lnTo>
                    <a:lnTo>
                      <a:pt x="511" y="260"/>
                    </a:lnTo>
                    <a:lnTo>
                      <a:pt x="504" y="281"/>
                    </a:lnTo>
                    <a:lnTo>
                      <a:pt x="496" y="303"/>
                    </a:lnTo>
                    <a:lnTo>
                      <a:pt x="488" y="325"/>
                    </a:lnTo>
                    <a:lnTo>
                      <a:pt x="478" y="347"/>
                    </a:lnTo>
                    <a:lnTo>
                      <a:pt x="468" y="370"/>
                    </a:lnTo>
                    <a:lnTo>
                      <a:pt x="456" y="392"/>
                    </a:lnTo>
                    <a:lnTo>
                      <a:pt x="430" y="400"/>
                    </a:lnTo>
                    <a:lnTo>
                      <a:pt x="403" y="409"/>
                    </a:lnTo>
                    <a:lnTo>
                      <a:pt x="377" y="416"/>
                    </a:lnTo>
                    <a:lnTo>
                      <a:pt x="349" y="424"/>
                    </a:lnTo>
                    <a:lnTo>
                      <a:pt x="322" y="431"/>
                    </a:lnTo>
                    <a:lnTo>
                      <a:pt x="294" y="437"/>
                    </a:lnTo>
                    <a:lnTo>
                      <a:pt x="265" y="443"/>
                    </a:lnTo>
                    <a:lnTo>
                      <a:pt x="238" y="448"/>
                    </a:lnTo>
                    <a:lnTo>
                      <a:pt x="209" y="453"/>
                    </a:lnTo>
                    <a:lnTo>
                      <a:pt x="179" y="458"/>
                    </a:lnTo>
                    <a:lnTo>
                      <a:pt x="150" y="462"/>
                    </a:lnTo>
                    <a:lnTo>
                      <a:pt x="120" y="466"/>
                    </a:lnTo>
                    <a:lnTo>
                      <a:pt x="91" y="468"/>
                    </a:lnTo>
                    <a:lnTo>
                      <a:pt x="61" y="470"/>
                    </a:lnTo>
                    <a:lnTo>
                      <a:pt x="30" y="473"/>
                    </a:lnTo>
                    <a:lnTo>
                      <a:pt x="0" y="474"/>
                    </a:lnTo>
                    <a:lnTo>
                      <a:pt x="0" y="336"/>
                    </a:lnTo>
                    <a:close/>
                  </a:path>
                </a:pathLst>
              </a:custGeom>
              <a:grpFill/>
              <a:ln w="9525">
                <a:noFill/>
                <a:round/>
                <a:headEnd/>
                <a:tailEnd/>
              </a:ln>
            </p:spPr>
            <p:txBody>
              <a:bodyPr/>
              <a:lstStyle/>
              <a:p>
                <a:pPr algn="ctr">
                  <a:defRPr/>
                </a:pPr>
                <a:endParaRPr lang="en-US" sz="900" dirty="0"/>
              </a:p>
            </p:txBody>
          </p:sp>
          <p:sp>
            <p:nvSpPr>
              <p:cNvPr id="16" name="Freeform 15"/>
              <p:cNvSpPr>
                <a:spLocks/>
              </p:cNvSpPr>
              <p:nvPr/>
            </p:nvSpPr>
            <p:spPr bwMode="auto">
              <a:xfrm>
                <a:off x="3136" y="1704"/>
                <a:ext cx="216" cy="286"/>
              </a:xfrm>
              <a:custGeom>
                <a:avLst/>
                <a:gdLst/>
                <a:ahLst/>
                <a:cxnLst>
                  <a:cxn ang="0">
                    <a:pos x="210" y="11"/>
                  </a:cxn>
                  <a:cxn ang="0">
                    <a:pos x="241" y="35"/>
                  </a:cxn>
                  <a:cxn ang="0">
                    <a:pos x="272" y="64"/>
                  </a:cxn>
                  <a:cxn ang="0">
                    <a:pos x="303" y="95"/>
                  </a:cxn>
                  <a:cxn ang="0">
                    <a:pos x="333" y="128"/>
                  </a:cxn>
                  <a:cxn ang="0">
                    <a:pos x="363" y="162"/>
                  </a:cxn>
                  <a:cxn ang="0">
                    <a:pos x="392" y="198"/>
                  </a:cxn>
                  <a:cxn ang="0">
                    <a:pos x="420" y="233"/>
                  </a:cxn>
                  <a:cxn ang="0">
                    <a:pos x="431" y="274"/>
                  </a:cxn>
                  <a:cxn ang="0">
                    <a:pos x="421" y="319"/>
                  </a:cxn>
                  <a:cxn ang="0">
                    <a:pos x="403" y="362"/>
                  </a:cxn>
                  <a:cxn ang="0">
                    <a:pos x="376" y="404"/>
                  </a:cxn>
                  <a:cxn ang="0">
                    <a:pos x="342" y="444"/>
                  </a:cxn>
                  <a:cxn ang="0">
                    <a:pos x="300" y="483"/>
                  </a:cxn>
                  <a:cxn ang="0">
                    <a:pos x="251" y="520"/>
                  </a:cxn>
                  <a:cxn ang="0">
                    <a:pos x="196" y="555"/>
                  </a:cxn>
                  <a:cxn ang="0">
                    <a:pos x="157" y="539"/>
                  </a:cxn>
                  <a:cxn ang="0">
                    <a:pos x="136" y="475"/>
                  </a:cxn>
                  <a:cxn ang="0">
                    <a:pos x="113" y="413"/>
                  </a:cxn>
                  <a:cxn ang="0">
                    <a:pos x="89" y="353"/>
                  </a:cxn>
                  <a:cxn ang="0">
                    <a:pos x="67" y="304"/>
                  </a:cxn>
                  <a:cxn ang="0">
                    <a:pos x="49" y="266"/>
                  </a:cxn>
                  <a:cxn ang="0">
                    <a:pos x="30" y="228"/>
                  </a:cxn>
                  <a:cxn ang="0">
                    <a:pos x="11" y="192"/>
                  </a:cxn>
                  <a:cxn ang="0">
                    <a:pos x="17" y="164"/>
                  </a:cxn>
                  <a:cxn ang="0">
                    <a:pos x="49" y="146"/>
                  </a:cxn>
                  <a:cxn ang="0">
                    <a:pos x="78" y="126"/>
                  </a:cxn>
                  <a:cxn ang="0">
                    <a:pos x="105" y="106"/>
                  </a:cxn>
                  <a:cxn ang="0">
                    <a:pos x="129" y="84"/>
                  </a:cxn>
                  <a:cxn ang="0">
                    <a:pos x="151" y="61"/>
                  </a:cxn>
                  <a:cxn ang="0">
                    <a:pos x="171" y="37"/>
                  </a:cxn>
                  <a:cxn ang="0">
                    <a:pos x="188" y="12"/>
                  </a:cxn>
                </a:cxnLst>
                <a:rect l="0" t="0" r="r" b="b"/>
                <a:pathLst>
                  <a:path w="432" h="571">
                    <a:moveTo>
                      <a:pt x="195" y="0"/>
                    </a:moveTo>
                    <a:lnTo>
                      <a:pt x="210" y="11"/>
                    </a:lnTo>
                    <a:lnTo>
                      <a:pt x="225" y="23"/>
                    </a:lnTo>
                    <a:lnTo>
                      <a:pt x="241" y="35"/>
                    </a:lnTo>
                    <a:lnTo>
                      <a:pt x="256" y="49"/>
                    </a:lnTo>
                    <a:lnTo>
                      <a:pt x="272" y="64"/>
                    </a:lnTo>
                    <a:lnTo>
                      <a:pt x="287" y="79"/>
                    </a:lnTo>
                    <a:lnTo>
                      <a:pt x="303" y="95"/>
                    </a:lnTo>
                    <a:lnTo>
                      <a:pt x="318" y="111"/>
                    </a:lnTo>
                    <a:lnTo>
                      <a:pt x="333" y="128"/>
                    </a:lnTo>
                    <a:lnTo>
                      <a:pt x="349" y="145"/>
                    </a:lnTo>
                    <a:lnTo>
                      <a:pt x="363" y="162"/>
                    </a:lnTo>
                    <a:lnTo>
                      <a:pt x="378" y="179"/>
                    </a:lnTo>
                    <a:lnTo>
                      <a:pt x="392" y="198"/>
                    </a:lnTo>
                    <a:lnTo>
                      <a:pt x="406" y="215"/>
                    </a:lnTo>
                    <a:lnTo>
                      <a:pt x="420" y="233"/>
                    </a:lnTo>
                    <a:lnTo>
                      <a:pt x="432" y="251"/>
                    </a:lnTo>
                    <a:lnTo>
                      <a:pt x="431" y="274"/>
                    </a:lnTo>
                    <a:lnTo>
                      <a:pt x="428" y="296"/>
                    </a:lnTo>
                    <a:lnTo>
                      <a:pt x="421" y="319"/>
                    </a:lnTo>
                    <a:lnTo>
                      <a:pt x="413" y="341"/>
                    </a:lnTo>
                    <a:lnTo>
                      <a:pt x="403" y="362"/>
                    </a:lnTo>
                    <a:lnTo>
                      <a:pt x="391" y="383"/>
                    </a:lnTo>
                    <a:lnTo>
                      <a:pt x="376" y="404"/>
                    </a:lnTo>
                    <a:lnTo>
                      <a:pt x="360" y="425"/>
                    </a:lnTo>
                    <a:lnTo>
                      <a:pt x="342" y="444"/>
                    </a:lnTo>
                    <a:lnTo>
                      <a:pt x="322" y="464"/>
                    </a:lnTo>
                    <a:lnTo>
                      <a:pt x="300" y="483"/>
                    </a:lnTo>
                    <a:lnTo>
                      <a:pt x="277" y="502"/>
                    </a:lnTo>
                    <a:lnTo>
                      <a:pt x="251" y="520"/>
                    </a:lnTo>
                    <a:lnTo>
                      <a:pt x="225" y="537"/>
                    </a:lnTo>
                    <a:lnTo>
                      <a:pt x="196" y="555"/>
                    </a:lnTo>
                    <a:lnTo>
                      <a:pt x="166" y="571"/>
                    </a:lnTo>
                    <a:lnTo>
                      <a:pt x="157" y="539"/>
                    </a:lnTo>
                    <a:lnTo>
                      <a:pt x="147" y="506"/>
                    </a:lnTo>
                    <a:lnTo>
                      <a:pt x="136" y="475"/>
                    </a:lnTo>
                    <a:lnTo>
                      <a:pt x="125" y="443"/>
                    </a:lnTo>
                    <a:lnTo>
                      <a:pt x="113" y="413"/>
                    </a:lnTo>
                    <a:lnTo>
                      <a:pt x="102" y="383"/>
                    </a:lnTo>
                    <a:lnTo>
                      <a:pt x="89" y="353"/>
                    </a:lnTo>
                    <a:lnTo>
                      <a:pt x="76" y="323"/>
                    </a:lnTo>
                    <a:lnTo>
                      <a:pt x="67" y="304"/>
                    </a:lnTo>
                    <a:lnTo>
                      <a:pt x="58" y="284"/>
                    </a:lnTo>
                    <a:lnTo>
                      <a:pt x="49" y="266"/>
                    </a:lnTo>
                    <a:lnTo>
                      <a:pt x="40" y="246"/>
                    </a:lnTo>
                    <a:lnTo>
                      <a:pt x="30" y="228"/>
                    </a:lnTo>
                    <a:lnTo>
                      <a:pt x="20" y="209"/>
                    </a:lnTo>
                    <a:lnTo>
                      <a:pt x="11" y="192"/>
                    </a:lnTo>
                    <a:lnTo>
                      <a:pt x="0" y="174"/>
                    </a:lnTo>
                    <a:lnTo>
                      <a:pt x="17" y="164"/>
                    </a:lnTo>
                    <a:lnTo>
                      <a:pt x="33" y="155"/>
                    </a:lnTo>
                    <a:lnTo>
                      <a:pt x="49" y="146"/>
                    </a:lnTo>
                    <a:lnTo>
                      <a:pt x="64" y="136"/>
                    </a:lnTo>
                    <a:lnTo>
                      <a:pt x="78" y="126"/>
                    </a:lnTo>
                    <a:lnTo>
                      <a:pt x="91" y="116"/>
                    </a:lnTo>
                    <a:lnTo>
                      <a:pt x="105" y="106"/>
                    </a:lnTo>
                    <a:lnTo>
                      <a:pt x="118" y="94"/>
                    </a:lnTo>
                    <a:lnTo>
                      <a:pt x="129" y="84"/>
                    </a:lnTo>
                    <a:lnTo>
                      <a:pt x="141" y="72"/>
                    </a:lnTo>
                    <a:lnTo>
                      <a:pt x="151" y="61"/>
                    </a:lnTo>
                    <a:lnTo>
                      <a:pt x="162" y="49"/>
                    </a:lnTo>
                    <a:lnTo>
                      <a:pt x="171" y="37"/>
                    </a:lnTo>
                    <a:lnTo>
                      <a:pt x="180" y="25"/>
                    </a:lnTo>
                    <a:lnTo>
                      <a:pt x="188" y="12"/>
                    </a:lnTo>
                    <a:lnTo>
                      <a:pt x="195" y="0"/>
                    </a:lnTo>
                    <a:close/>
                  </a:path>
                </a:pathLst>
              </a:custGeom>
              <a:grpFill/>
              <a:ln w="9525">
                <a:noFill/>
                <a:round/>
                <a:headEnd/>
                <a:tailEnd/>
              </a:ln>
            </p:spPr>
            <p:txBody>
              <a:bodyPr/>
              <a:lstStyle/>
              <a:p>
                <a:pPr algn="ctr">
                  <a:defRPr/>
                </a:pPr>
                <a:endParaRPr lang="en-US" sz="900" dirty="0"/>
              </a:p>
            </p:txBody>
          </p:sp>
          <p:sp>
            <p:nvSpPr>
              <p:cNvPr id="18" name="Freeform 17"/>
              <p:cNvSpPr>
                <a:spLocks/>
              </p:cNvSpPr>
              <p:nvPr/>
            </p:nvSpPr>
            <p:spPr bwMode="auto">
              <a:xfrm>
                <a:off x="3003" y="1595"/>
                <a:ext cx="184" cy="149"/>
              </a:xfrm>
              <a:custGeom>
                <a:avLst/>
                <a:gdLst/>
                <a:ahLst/>
                <a:cxnLst>
                  <a:cxn ang="0">
                    <a:pos x="4" y="0"/>
                  </a:cxn>
                  <a:cxn ang="0">
                    <a:pos x="22" y="3"/>
                  </a:cxn>
                  <a:cxn ang="0">
                    <a:pos x="42" y="7"/>
                  </a:cxn>
                  <a:cxn ang="0">
                    <a:pos x="63" y="10"/>
                  </a:cxn>
                  <a:cxn ang="0">
                    <a:pos x="83" y="16"/>
                  </a:cxn>
                  <a:cxn ang="0">
                    <a:pos x="105" y="22"/>
                  </a:cxn>
                  <a:cxn ang="0">
                    <a:pos x="128" y="28"/>
                  </a:cxn>
                  <a:cxn ang="0">
                    <a:pos x="151" y="36"/>
                  </a:cxn>
                  <a:cxn ang="0">
                    <a:pos x="174" y="44"/>
                  </a:cxn>
                  <a:cxn ang="0">
                    <a:pos x="199" y="54"/>
                  </a:cxn>
                  <a:cxn ang="0">
                    <a:pos x="223" y="64"/>
                  </a:cxn>
                  <a:cxn ang="0">
                    <a:pos x="247" y="76"/>
                  </a:cxn>
                  <a:cxn ang="0">
                    <a:pos x="271" y="89"/>
                  </a:cxn>
                  <a:cxn ang="0">
                    <a:pos x="295" y="102"/>
                  </a:cxn>
                  <a:cxn ang="0">
                    <a:pos x="321" y="118"/>
                  </a:cxn>
                  <a:cxn ang="0">
                    <a:pos x="344" y="135"/>
                  </a:cxn>
                  <a:cxn ang="0">
                    <a:pos x="368" y="153"/>
                  </a:cxn>
                  <a:cxn ang="0">
                    <a:pos x="359" y="173"/>
                  </a:cxn>
                  <a:cxn ang="0">
                    <a:pos x="345" y="192"/>
                  </a:cxn>
                  <a:cxn ang="0">
                    <a:pos x="330" y="211"/>
                  </a:cxn>
                  <a:cxn ang="0">
                    <a:pos x="311" y="229"/>
                  </a:cxn>
                  <a:cxn ang="0">
                    <a:pos x="290" y="247"/>
                  </a:cxn>
                  <a:cxn ang="0">
                    <a:pos x="265" y="265"/>
                  </a:cxn>
                  <a:cxn ang="0">
                    <a:pos x="239" y="282"/>
                  </a:cxn>
                  <a:cxn ang="0">
                    <a:pos x="209" y="298"/>
                  </a:cxn>
                  <a:cxn ang="0">
                    <a:pos x="193" y="272"/>
                  </a:cxn>
                  <a:cxn ang="0">
                    <a:pos x="178" y="246"/>
                  </a:cxn>
                  <a:cxn ang="0">
                    <a:pos x="161" y="222"/>
                  </a:cxn>
                  <a:cxn ang="0">
                    <a:pos x="144" y="199"/>
                  </a:cxn>
                  <a:cxn ang="0">
                    <a:pos x="128" y="178"/>
                  </a:cxn>
                  <a:cxn ang="0">
                    <a:pos x="112" y="159"/>
                  </a:cxn>
                  <a:cxn ang="0">
                    <a:pos x="96" y="140"/>
                  </a:cxn>
                  <a:cxn ang="0">
                    <a:pos x="80" y="123"/>
                  </a:cxn>
                  <a:cxn ang="0">
                    <a:pos x="70" y="113"/>
                  </a:cxn>
                  <a:cxn ang="0">
                    <a:pos x="59" y="102"/>
                  </a:cxn>
                  <a:cxn ang="0">
                    <a:pos x="49" y="92"/>
                  </a:cxn>
                  <a:cxn ang="0">
                    <a:pos x="38" y="83"/>
                  </a:cxn>
                  <a:cxn ang="0">
                    <a:pos x="29" y="75"/>
                  </a:cxn>
                  <a:cxn ang="0">
                    <a:pos x="19" y="67"/>
                  </a:cxn>
                  <a:cxn ang="0">
                    <a:pos x="10" y="59"/>
                  </a:cxn>
                  <a:cxn ang="0">
                    <a:pos x="0" y="52"/>
                  </a:cxn>
                  <a:cxn ang="0">
                    <a:pos x="4" y="45"/>
                  </a:cxn>
                  <a:cxn ang="0">
                    <a:pos x="7" y="38"/>
                  </a:cxn>
                  <a:cxn ang="0">
                    <a:pos x="9" y="31"/>
                  </a:cxn>
                  <a:cxn ang="0">
                    <a:pos x="10" y="23"/>
                  </a:cxn>
                  <a:cxn ang="0">
                    <a:pos x="10" y="17"/>
                  </a:cxn>
                  <a:cxn ang="0">
                    <a:pos x="9" y="11"/>
                  </a:cxn>
                  <a:cxn ang="0">
                    <a:pos x="6" y="6"/>
                  </a:cxn>
                  <a:cxn ang="0">
                    <a:pos x="4" y="0"/>
                  </a:cxn>
                </a:cxnLst>
                <a:rect l="0" t="0" r="r" b="b"/>
                <a:pathLst>
                  <a:path w="368" h="298">
                    <a:moveTo>
                      <a:pt x="4" y="0"/>
                    </a:moveTo>
                    <a:lnTo>
                      <a:pt x="22" y="3"/>
                    </a:lnTo>
                    <a:lnTo>
                      <a:pt x="42" y="7"/>
                    </a:lnTo>
                    <a:lnTo>
                      <a:pt x="63" y="10"/>
                    </a:lnTo>
                    <a:lnTo>
                      <a:pt x="83" y="16"/>
                    </a:lnTo>
                    <a:lnTo>
                      <a:pt x="105" y="22"/>
                    </a:lnTo>
                    <a:lnTo>
                      <a:pt x="128" y="28"/>
                    </a:lnTo>
                    <a:lnTo>
                      <a:pt x="151" y="36"/>
                    </a:lnTo>
                    <a:lnTo>
                      <a:pt x="174" y="44"/>
                    </a:lnTo>
                    <a:lnTo>
                      <a:pt x="199" y="54"/>
                    </a:lnTo>
                    <a:lnTo>
                      <a:pt x="223" y="64"/>
                    </a:lnTo>
                    <a:lnTo>
                      <a:pt x="247" y="76"/>
                    </a:lnTo>
                    <a:lnTo>
                      <a:pt x="271" y="89"/>
                    </a:lnTo>
                    <a:lnTo>
                      <a:pt x="295" y="102"/>
                    </a:lnTo>
                    <a:lnTo>
                      <a:pt x="321" y="118"/>
                    </a:lnTo>
                    <a:lnTo>
                      <a:pt x="344" y="135"/>
                    </a:lnTo>
                    <a:lnTo>
                      <a:pt x="368" y="153"/>
                    </a:lnTo>
                    <a:lnTo>
                      <a:pt x="359" y="173"/>
                    </a:lnTo>
                    <a:lnTo>
                      <a:pt x="345" y="192"/>
                    </a:lnTo>
                    <a:lnTo>
                      <a:pt x="330" y="211"/>
                    </a:lnTo>
                    <a:lnTo>
                      <a:pt x="311" y="229"/>
                    </a:lnTo>
                    <a:lnTo>
                      <a:pt x="290" y="247"/>
                    </a:lnTo>
                    <a:lnTo>
                      <a:pt x="265" y="265"/>
                    </a:lnTo>
                    <a:lnTo>
                      <a:pt x="239" y="282"/>
                    </a:lnTo>
                    <a:lnTo>
                      <a:pt x="209" y="298"/>
                    </a:lnTo>
                    <a:lnTo>
                      <a:pt x="193" y="272"/>
                    </a:lnTo>
                    <a:lnTo>
                      <a:pt x="178" y="246"/>
                    </a:lnTo>
                    <a:lnTo>
                      <a:pt x="161" y="222"/>
                    </a:lnTo>
                    <a:lnTo>
                      <a:pt x="144" y="199"/>
                    </a:lnTo>
                    <a:lnTo>
                      <a:pt x="128" y="178"/>
                    </a:lnTo>
                    <a:lnTo>
                      <a:pt x="112" y="159"/>
                    </a:lnTo>
                    <a:lnTo>
                      <a:pt x="96" y="140"/>
                    </a:lnTo>
                    <a:lnTo>
                      <a:pt x="80" y="123"/>
                    </a:lnTo>
                    <a:lnTo>
                      <a:pt x="70" y="113"/>
                    </a:lnTo>
                    <a:lnTo>
                      <a:pt x="59" y="102"/>
                    </a:lnTo>
                    <a:lnTo>
                      <a:pt x="49" y="92"/>
                    </a:lnTo>
                    <a:lnTo>
                      <a:pt x="38" y="83"/>
                    </a:lnTo>
                    <a:lnTo>
                      <a:pt x="29" y="75"/>
                    </a:lnTo>
                    <a:lnTo>
                      <a:pt x="19" y="67"/>
                    </a:lnTo>
                    <a:lnTo>
                      <a:pt x="10" y="59"/>
                    </a:lnTo>
                    <a:lnTo>
                      <a:pt x="0" y="52"/>
                    </a:lnTo>
                    <a:lnTo>
                      <a:pt x="4" y="45"/>
                    </a:lnTo>
                    <a:lnTo>
                      <a:pt x="7" y="38"/>
                    </a:lnTo>
                    <a:lnTo>
                      <a:pt x="9" y="31"/>
                    </a:lnTo>
                    <a:lnTo>
                      <a:pt x="10" y="23"/>
                    </a:lnTo>
                    <a:lnTo>
                      <a:pt x="10" y="17"/>
                    </a:lnTo>
                    <a:lnTo>
                      <a:pt x="9" y="11"/>
                    </a:lnTo>
                    <a:lnTo>
                      <a:pt x="6" y="6"/>
                    </a:lnTo>
                    <a:lnTo>
                      <a:pt x="4" y="0"/>
                    </a:lnTo>
                    <a:close/>
                  </a:path>
                </a:pathLst>
              </a:custGeom>
              <a:grpFill/>
              <a:ln w="9525">
                <a:noFill/>
                <a:round/>
                <a:headEnd/>
                <a:tailEnd/>
              </a:ln>
            </p:spPr>
            <p:txBody>
              <a:bodyPr/>
              <a:lstStyle/>
              <a:p>
                <a:pPr algn="ctr">
                  <a:defRPr/>
                </a:pPr>
                <a:endParaRPr lang="en-US" sz="900" dirty="0"/>
              </a:p>
            </p:txBody>
          </p:sp>
          <p:sp>
            <p:nvSpPr>
              <p:cNvPr id="19" name="Freeform 18"/>
              <p:cNvSpPr>
                <a:spLocks/>
              </p:cNvSpPr>
              <p:nvPr/>
            </p:nvSpPr>
            <p:spPr bwMode="auto">
              <a:xfrm>
                <a:off x="2904" y="1650"/>
                <a:ext cx="149" cy="141"/>
              </a:xfrm>
              <a:custGeom>
                <a:avLst/>
                <a:gdLst/>
                <a:ahLst/>
                <a:cxnLst>
                  <a:cxn ang="0">
                    <a:pos x="230" y="122"/>
                  </a:cxn>
                  <a:cxn ang="0">
                    <a:pos x="240" y="135"/>
                  </a:cxn>
                  <a:cxn ang="0">
                    <a:pos x="249" y="148"/>
                  </a:cxn>
                  <a:cxn ang="0">
                    <a:pos x="258" y="162"/>
                  </a:cxn>
                  <a:cxn ang="0">
                    <a:pos x="268" y="175"/>
                  </a:cxn>
                  <a:cxn ang="0">
                    <a:pos x="276" y="189"/>
                  </a:cxn>
                  <a:cxn ang="0">
                    <a:pos x="284" y="203"/>
                  </a:cxn>
                  <a:cxn ang="0">
                    <a:pos x="292" y="218"/>
                  </a:cxn>
                  <a:cxn ang="0">
                    <a:pos x="299" y="232"/>
                  </a:cxn>
                  <a:cxn ang="0">
                    <a:pos x="283" y="237"/>
                  </a:cxn>
                  <a:cxn ang="0">
                    <a:pos x="266" y="242"/>
                  </a:cxn>
                  <a:cxn ang="0">
                    <a:pos x="249" y="247"/>
                  </a:cxn>
                  <a:cxn ang="0">
                    <a:pos x="233" y="250"/>
                  </a:cxn>
                  <a:cxn ang="0">
                    <a:pos x="215" y="255"/>
                  </a:cxn>
                  <a:cxn ang="0">
                    <a:pos x="197" y="258"/>
                  </a:cxn>
                  <a:cxn ang="0">
                    <a:pos x="179" y="263"/>
                  </a:cxn>
                  <a:cxn ang="0">
                    <a:pos x="160" y="265"/>
                  </a:cxn>
                  <a:cxn ang="0">
                    <a:pos x="141" y="269"/>
                  </a:cxn>
                  <a:cxn ang="0">
                    <a:pos x="122" y="272"/>
                  </a:cxn>
                  <a:cxn ang="0">
                    <a:pos x="103" y="275"/>
                  </a:cxn>
                  <a:cxn ang="0">
                    <a:pos x="83" y="277"/>
                  </a:cxn>
                  <a:cxn ang="0">
                    <a:pos x="63" y="279"/>
                  </a:cxn>
                  <a:cxn ang="0">
                    <a:pos x="42" y="280"/>
                  </a:cxn>
                  <a:cxn ang="0">
                    <a:pos x="21" y="281"/>
                  </a:cxn>
                  <a:cxn ang="0">
                    <a:pos x="0" y="283"/>
                  </a:cxn>
                  <a:cxn ang="0">
                    <a:pos x="0" y="104"/>
                  </a:cxn>
                  <a:cxn ang="0">
                    <a:pos x="0" y="21"/>
                  </a:cxn>
                  <a:cxn ang="0">
                    <a:pos x="7" y="21"/>
                  </a:cxn>
                  <a:cxn ang="0">
                    <a:pos x="13" y="20"/>
                  </a:cxn>
                  <a:cxn ang="0">
                    <a:pos x="20" y="20"/>
                  </a:cxn>
                  <a:cxn ang="0">
                    <a:pos x="26" y="19"/>
                  </a:cxn>
                  <a:cxn ang="0">
                    <a:pos x="33" y="18"/>
                  </a:cxn>
                  <a:cxn ang="0">
                    <a:pos x="38" y="17"/>
                  </a:cxn>
                  <a:cxn ang="0">
                    <a:pos x="44" y="17"/>
                  </a:cxn>
                  <a:cxn ang="0">
                    <a:pos x="50" y="15"/>
                  </a:cxn>
                  <a:cxn ang="0">
                    <a:pos x="58" y="13"/>
                  </a:cxn>
                  <a:cxn ang="0">
                    <a:pos x="66" y="12"/>
                  </a:cxn>
                  <a:cxn ang="0">
                    <a:pos x="74" y="10"/>
                  </a:cxn>
                  <a:cxn ang="0">
                    <a:pos x="81" y="8"/>
                  </a:cxn>
                  <a:cxn ang="0">
                    <a:pos x="88" y="6"/>
                  </a:cxn>
                  <a:cxn ang="0">
                    <a:pos x="95" y="5"/>
                  </a:cxn>
                  <a:cxn ang="0">
                    <a:pos x="102" y="3"/>
                  </a:cxn>
                  <a:cxn ang="0">
                    <a:pos x="109" y="0"/>
                  </a:cxn>
                  <a:cxn ang="0">
                    <a:pos x="125" y="13"/>
                  </a:cxn>
                  <a:cxn ang="0">
                    <a:pos x="141" y="27"/>
                  </a:cxn>
                  <a:cxn ang="0">
                    <a:pos x="156" y="41"/>
                  </a:cxn>
                  <a:cxn ang="0">
                    <a:pos x="171" y="56"/>
                  </a:cxn>
                  <a:cxn ang="0">
                    <a:pos x="186" y="72"/>
                  </a:cxn>
                  <a:cxn ang="0">
                    <a:pos x="201" y="88"/>
                  </a:cxn>
                  <a:cxn ang="0">
                    <a:pos x="216" y="105"/>
                  </a:cxn>
                  <a:cxn ang="0">
                    <a:pos x="230" y="122"/>
                  </a:cxn>
                </a:cxnLst>
                <a:rect l="0" t="0" r="r" b="b"/>
                <a:pathLst>
                  <a:path w="299" h="283">
                    <a:moveTo>
                      <a:pt x="230" y="122"/>
                    </a:moveTo>
                    <a:lnTo>
                      <a:pt x="240" y="135"/>
                    </a:lnTo>
                    <a:lnTo>
                      <a:pt x="249" y="148"/>
                    </a:lnTo>
                    <a:lnTo>
                      <a:pt x="258" y="162"/>
                    </a:lnTo>
                    <a:lnTo>
                      <a:pt x="268" y="175"/>
                    </a:lnTo>
                    <a:lnTo>
                      <a:pt x="276" y="189"/>
                    </a:lnTo>
                    <a:lnTo>
                      <a:pt x="284" y="203"/>
                    </a:lnTo>
                    <a:lnTo>
                      <a:pt x="292" y="218"/>
                    </a:lnTo>
                    <a:lnTo>
                      <a:pt x="299" y="232"/>
                    </a:lnTo>
                    <a:lnTo>
                      <a:pt x="283" y="237"/>
                    </a:lnTo>
                    <a:lnTo>
                      <a:pt x="266" y="242"/>
                    </a:lnTo>
                    <a:lnTo>
                      <a:pt x="249" y="247"/>
                    </a:lnTo>
                    <a:lnTo>
                      <a:pt x="233" y="250"/>
                    </a:lnTo>
                    <a:lnTo>
                      <a:pt x="215" y="255"/>
                    </a:lnTo>
                    <a:lnTo>
                      <a:pt x="197" y="258"/>
                    </a:lnTo>
                    <a:lnTo>
                      <a:pt x="179" y="263"/>
                    </a:lnTo>
                    <a:lnTo>
                      <a:pt x="160" y="265"/>
                    </a:lnTo>
                    <a:lnTo>
                      <a:pt x="141" y="269"/>
                    </a:lnTo>
                    <a:lnTo>
                      <a:pt x="122" y="272"/>
                    </a:lnTo>
                    <a:lnTo>
                      <a:pt x="103" y="275"/>
                    </a:lnTo>
                    <a:lnTo>
                      <a:pt x="83" y="277"/>
                    </a:lnTo>
                    <a:lnTo>
                      <a:pt x="63" y="279"/>
                    </a:lnTo>
                    <a:lnTo>
                      <a:pt x="42" y="280"/>
                    </a:lnTo>
                    <a:lnTo>
                      <a:pt x="21" y="281"/>
                    </a:lnTo>
                    <a:lnTo>
                      <a:pt x="0" y="283"/>
                    </a:lnTo>
                    <a:lnTo>
                      <a:pt x="0" y="104"/>
                    </a:lnTo>
                    <a:lnTo>
                      <a:pt x="0" y="21"/>
                    </a:lnTo>
                    <a:lnTo>
                      <a:pt x="7" y="21"/>
                    </a:lnTo>
                    <a:lnTo>
                      <a:pt x="13" y="20"/>
                    </a:lnTo>
                    <a:lnTo>
                      <a:pt x="20" y="20"/>
                    </a:lnTo>
                    <a:lnTo>
                      <a:pt x="26" y="19"/>
                    </a:lnTo>
                    <a:lnTo>
                      <a:pt x="33" y="18"/>
                    </a:lnTo>
                    <a:lnTo>
                      <a:pt x="38" y="17"/>
                    </a:lnTo>
                    <a:lnTo>
                      <a:pt x="44" y="17"/>
                    </a:lnTo>
                    <a:lnTo>
                      <a:pt x="50" y="15"/>
                    </a:lnTo>
                    <a:lnTo>
                      <a:pt x="58" y="13"/>
                    </a:lnTo>
                    <a:lnTo>
                      <a:pt x="66" y="12"/>
                    </a:lnTo>
                    <a:lnTo>
                      <a:pt x="74" y="10"/>
                    </a:lnTo>
                    <a:lnTo>
                      <a:pt x="81" y="8"/>
                    </a:lnTo>
                    <a:lnTo>
                      <a:pt x="88" y="6"/>
                    </a:lnTo>
                    <a:lnTo>
                      <a:pt x="95" y="5"/>
                    </a:lnTo>
                    <a:lnTo>
                      <a:pt x="102" y="3"/>
                    </a:lnTo>
                    <a:lnTo>
                      <a:pt x="109" y="0"/>
                    </a:lnTo>
                    <a:lnTo>
                      <a:pt x="125" y="13"/>
                    </a:lnTo>
                    <a:lnTo>
                      <a:pt x="141" y="27"/>
                    </a:lnTo>
                    <a:lnTo>
                      <a:pt x="156" y="41"/>
                    </a:lnTo>
                    <a:lnTo>
                      <a:pt x="171" y="56"/>
                    </a:lnTo>
                    <a:lnTo>
                      <a:pt x="186" y="72"/>
                    </a:lnTo>
                    <a:lnTo>
                      <a:pt x="201" y="88"/>
                    </a:lnTo>
                    <a:lnTo>
                      <a:pt x="216" y="105"/>
                    </a:lnTo>
                    <a:lnTo>
                      <a:pt x="230" y="122"/>
                    </a:lnTo>
                    <a:close/>
                  </a:path>
                </a:pathLst>
              </a:custGeom>
              <a:grpFill/>
              <a:ln w="9525">
                <a:noFill/>
                <a:round/>
                <a:headEnd/>
                <a:tailEnd/>
              </a:ln>
            </p:spPr>
            <p:txBody>
              <a:bodyPr/>
              <a:lstStyle/>
              <a:p>
                <a:pPr algn="ctr">
                  <a:defRPr/>
                </a:pPr>
                <a:endParaRPr lang="en-US" sz="900" dirty="0"/>
              </a:p>
            </p:txBody>
          </p:sp>
          <p:sp>
            <p:nvSpPr>
              <p:cNvPr id="20" name="Freeform 19"/>
              <p:cNvSpPr>
                <a:spLocks/>
              </p:cNvSpPr>
              <p:nvPr/>
            </p:nvSpPr>
            <p:spPr bwMode="auto">
              <a:xfrm>
                <a:off x="2824" y="1584"/>
                <a:ext cx="113" cy="40"/>
              </a:xfrm>
              <a:custGeom>
                <a:avLst/>
                <a:gdLst/>
                <a:ahLst/>
                <a:cxnLst>
                  <a:cxn ang="0">
                    <a:pos x="114" y="0"/>
                  </a:cxn>
                  <a:cxn ang="0">
                    <a:pos x="137" y="1"/>
                  </a:cxn>
                  <a:cxn ang="0">
                    <a:pos x="158" y="3"/>
                  </a:cxn>
                  <a:cxn ang="0">
                    <a:pos x="177" y="7"/>
                  </a:cxn>
                  <a:cxn ang="0">
                    <a:pos x="194" y="12"/>
                  </a:cxn>
                  <a:cxn ang="0">
                    <a:pos x="207" y="18"/>
                  </a:cxn>
                  <a:cxn ang="0">
                    <a:pos x="218" y="25"/>
                  </a:cxn>
                  <a:cxn ang="0">
                    <a:pos x="225" y="32"/>
                  </a:cxn>
                  <a:cxn ang="0">
                    <a:pos x="227" y="40"/>
                  </a:cxn>
                  <a:cxn ang="0">
                    <a:pos x="226" y="45"/>
                  </a:cxn>
                  <a:cxn ang="0">
                    <a:pos x="224" y="51"/>
                  </a:cxn>
                  <a:cxn ang="0">
                    <a:pos x="220" y="55"/>
                  </a:cxn>
                  <a:cxn ang="0">
                    <a:pos x="214" y="59"/>
                  </a:cxn>
                  <a:cxn ang="0">
                    <a:pos x="207" y="63"/>
                  </a:cxn>
                  <a:cxn ang="0">
                    <a:pos x="199" y="67"/>
                  </a:cxn>
                  <a:cxn ang="0">
                    <a:pos x="190" y="70"/>
                  </a:cxn>
                  <a:cxn ang="0">
                    <a:pos x="180" y="74"/>
                  </a:cxn>
                  <a:cxn ang="0">
                    <a:pos x="173" y="75"/>
                  </a:cxn>
                  <a:cxn ang="0">
                    <a:pos x="165" y="77"/>
                  </a:cxn>
                  <a:cxn ang="0">
                    <a:pos x="157" y="78"/>
                  </a:cxn>
                  <a:cxn ang="0">
                    <a:pos x="149" y="78"/>
                  </a:cxn>
                  <a:cxn ang="0">
                    <a:pos x="141" y="79"/>
                  </a:cxn>
                  <a:cxn ang="0">
                    <a:pos x="133" y="81"/>
                  </a:cxn>
                  <a:cxn ang="0">
                    <a:pos x="123" y="81"/>
                  </a:cxn>
                  <a:cxn ang="0">
                    <a:pos x="114" y="81"/>
                  </a:cxn>
                  <a:cxn ang="0">
                    <a:pos x="91" y="79"/>
                  </a:cxn>
                  <a:cxn ang="0">
                    <a:pos x="69" y="77"/>
                  </a:cxn>
                  <a:cxn ang="0">
                    <a:pos x="51" y="74"/>
                  </a:cxn>
                  <a:cxn ang="0">
                    <a:pos x="34" y="69"/>
                  </a:cxn>
                  <a:cxn ang="0">
                    <a:pos x="20" y="63"/>
                  </a:cxn>
                  <a:cxn ang="0">
                    <a:pos x="9" y="56"/>
                  </a:cxn>
                  <a:cxn ang="0">
                    <a:pos x="2" y="48"/>
                  </a:cxn>
                  <a:cxn ang="0">
                    <a:pos x="0" y="40"/>
                  </a:cxn>
                  <a:cxn ang="0">
                    <a:pos x="2" y="32"/>
                  </a:cxn>
                  <a:cxn ang="0">
                    <a:pos x="9" y="25"/>
                  </a:cxn>
                  <a:cxn ang="0">
                    <a:pos x="20" y="18"/>
                  </a:cxn>
                  <a:cxn ang="0">
                    <a:pos x="34" y="12"/>
                  </a:cxn>
                  <a:cxn ang="0">
                    <a:pos x="51" y="7"/>
                  </a:cxn>
                  <a:cxn ang="0">
                    <a:pos x="69" y="3"/>
                  </a:cxn>
                  <a:cxn ang="0">
                    <a:pos x="91" y="1"/>
                  </a:cxn>
                  <a:cxn ang="0">
                    <a:pos x="114" y="0"/>
                  </a:cxn>
                </a:cxnLst>
                <a:rect l="0" t="0" r="r" b="b"/>
                <a:pathLst>
                  <a:path w="227" h="81">
                    <a:moveTo>
                      <a:pt x="114" y="0"/>
                    </a:moveTo>
                    <a:lnTo>
                      <a:pt x="137" y="1"/>
                    </a:lnTo>
                    <a:lnTo>
                      <a:pt x="158" y="3"/>
                    </a:lnTo>
                    <a:lnTo>
                      <a:pt x="177" y="7"/>
                    </a:lnTo>
                    <a:lnTo>
                      <a:pt x="194" y="12"/>
                    </a:lnTo>
                    <a:lnTo>
                      <a:pt x="207" y="18"/>
                    </a:lnTo>
                    <a:lnTo>
                      <a:pt x="218" y="25"/>
                    </a:lnTo>
                    <a:lnTo>
                      <a:pt x="225" y="32"/>
                    </a:lnTo>
                    <a:lnTo>
                      <a:pt x="227" y="40"/>
                    </a:lnTo>
                    <a:lnTo>
                      <a:pt x="226" y="45"/>
                    </a:lnTo>
                    <a:lnTo>
                      <a:pt x="224" y="51"/>
                    </a:lnTo>
                    <a:lnTo>
                      <a:pt x="220" y="55"/>
                    </a:lnTo>
                    <a:lnTo>
                      <a:pt x="214" y="59"/>
                    </a:lnTo>
                    <a:lnTo>
                      <a:pt x="207" y="63"/>
                    </a:lnTo>
                    <a:lnTo>
                      <a:pt x="199" y="67"/>
                    </a:lnTo>
                    <a:lnTo>
                      <a:pt x="190" y="70"/>
                    </a:lnTo>
                    <a:lnTo>
                      <a:pt x="180" y="74"/>
                    </a:lnTo>
                    <a:lnTo>
                      <a:pt x="173" y="75"/>
                    </a:lnTo>
                    <a:lnTo>
                      <a:pt x="165" y="77"/>
                    </a:lnTo>
                    <a:lnTo>
                      <a:pt x="157" y="78"/>
                    </a:lnTo>
                    <a:lnTo>
                      <a:pt x="149" y="78"/>
                    </a:lnTo>
                    <a:lnTo>
                      <a:pt x="141" y="79"/>
                    </a:lnTo>
                    <a:lnTo>
                      <a:pt x="133" y="81"/>
                    </a:lnTo>
                    <a:lnTo>
                      <a:pt x="123" y="81"/>
                    </a:lnTo>
                    <a:lnTo>
                      <a:pt x="114" y="81"/>
                    </a:lnTo>
                    <a:lnTo>
                      <a:pt x="91" y="79"/>
                    </a:lnTo>
                    <a:lnTo>
                      <a:pt x="69" y="77"/>
                    </a:lnTo>
                    <a:lnTo>
                      <a:pt x="51" y="74"/>
                    </a:lnTo>
                    <a:lnTo>
                      <a:pt x="34" y="69"/>
                    </a:lnTo>
                    <a:lnTo>
                      <a:pt x="20" y="63"/>
                    </a:lnTo>
                    <a:lnTo>
                      <a:pt x="9" y="56"/>
                    </a:lnTo>
                    <a:lnTo>
                      <a:pt x="2" y="48"/>
                    </a:lnTo>
                    <a:lnTo>
                      <a:pt x="0" y="40"/>
                    </a:lnTo>
                    <a:lnTo>
                      <a:pt x="2" y="32"/>
                    </a:lnTo>
                    <a:lnTo>
                      <a:pt x="9" y="25"/>
                    </a:lnTo>
                    <a:lnTo>
                      <a:pt x="20" y="18"/>
                    </a:lnTo>
                    <a:lnTo>
                      <a:pt x="34" y="12"/>
                    </a:lnTo>
                    <a:lnTo>
                      <a:pt x="51" y="7"/>
                    </a:lnTo>
                    <a:lnTo>
                      <a:pt x="69" y="3"/>
                    </a:lnTo>
                    <a:lnTo>
                      <a:pt x="91" y="1"/>
                    </a:lnTo>
                    <a:lnTo>
                      <a:pt x="114" y="0"/>
                    </a:lnTo>
                    <a:close/>
                  </a:path>
                </a:pathLst>
              </a:custGeom>
              <a:grpFill/>
              <a:ln w="9525">
                <a:noFill/>
                <a:round/>
                <a:headEnd/>
                <a:tailEnd/>
              </a:ln>
            </p:spPr>
            <p:txBody>
              <a:bodyPr/>
              <a:lstStyle/>
              <a:p>
                <a:pPr algn="ctr">
                  <a:defRPr/>
                </a:pPr>
                <a:endParaRPr lang="en-US" sz="900" dirty="0"/>
              </a:p>
            </p:txBody>
          </p:sp>
          <p:sp>
            <p:nvSpPr>
              <p:cNvPr id="21" name="Freeform 20"/>
              <p:cNvSpPr>
                <a:spLocks/>
              </p:cNvSpPr>
              <p:nvPr/>
            </p:nvSpPr>
            <p:spPr bwMode="auto">
              <a:xfrm>
                <a:off x="2707" y="1648"/>
                <a:ext cx="149" cy="143"/>
              </a:xfrm>
              <a:custGeom>
                <a:avLst/>
                <a:gdLst/>
                <a:ahLst/>
                <a:cxnLst>
                  <a:cxn ang="0">
                    <a:pos x="194" y="0"/>
                  </a:cxn>
                  <a:cxn ang="0">
                    <a:pos x="205" y="5"/>
                  </a:cxn>
                  <a:cxn ang="0">
                    <a:pos x="217" y="8"/>
                  </a:cxn>
                  <a:cxn ang="0">
                    <a:pos x="230" y="11"/>
                  </a:cxn>
                  <a:cxn ang="0">
                    <a:pos x="243" y="15"/>
                  </a:cxn>
                  <a:cxn ang="0">
                    <a:pos x="256" y="17"/>
                  </a:cxn>
                  <a:cxn ang="0">
                    <a:pos x="270" y="20"/>
                  </a:cxn>
                  <a:cxn ang="0">
                    <a:pos x="284" y="22"/>
                  </a:cxn>
                  <a:cxn ang="0">
                    <a:pos x="299" y="23"/>
                  </a:cxn>
                  <a:cxn ang="0">
                    <a:pos x="299" y="192"/>
                  </a:cxn>
                  <a:cxn ang="0">
                    <a:pos x="299" y="286"/>
                  </a:cxn>
                  <a:cxn ang="0">
                    <a:pos x="279" y="284"/>
                  </a:cxn>
                  <a:cxn ang="0">
                    <a:pos x="260" y="283"/>
                  </a:cxn>
                  <a:cxn ang="0">
                    <a:pos x="240" y="282"/>
                  </a:cxn>
                  <a:cxn ang="0">
                    <a:pos x="220" y="280"/>
                  </a:cxn>
                  <a:cxn ang="0">
                    <a:pos x="202" y="278"/>
                  </a:cxn>
                  <a:cxn ang="0">
                    <a:pos x="182" y="275"/>
                  </a:cxn>
                  <a:cxn ang="0">
                    <a:pos x="165" y="273"/>
                  </a:cxn>
                  <a:cxn ang="0">
                    <a:pos x="147" y="269"/>
                  </a:cxn>
                  <a:cxn ang="0">
                    <a:pos x="127" y="266"/>
                  </a:cxn>
                  <a:cxn ang="0">
                    <a:pos x="108" y="263"/>
                  </a:cxn>
                  <a:cxn ang="0">
                    <a:pos x="88" y="258"/>
                  </a:cxn>
                  <a:cxn ang="0">
                    <a:pos x="70" y="253"/>
                  </a:cxn>
                  <a:cxn ang="0">
                    <a:pos x="51" y="250"/>
                  </a:cxn>
                  <a:cxn ang="0">
                    <a:pos x="34" y="245"/>
                  </a:cxn>
                  <a:cxn ang="0">
                    <a:pos x="17" y="240"/>
                  </a:cxn>
                  <a:cxn ang="0">
                    <a:pos x="0" y="235"/>
                  </a:cxn>
                  <a:cxn ang="0">
                    <a:pos x="10" y="216"/>
                  </a:cxn>
                  <a:cxn ang="0">
                    <a:pos x="19" y="198"/>
                  </a:cxn>
                  <a:cxn ang="0">
                    <a:pos x="30" y="181"/>
                  </a:cxn>
                  <a:cxn ang="0">
                    <a:pos x="41" y="164"/>
                  </a:cxn>
                  <a:cxn ang="0">
                    <a:pos x="53" y="146"/>
                  </a:cxn>
                  <a:cxn ang="0">
                    <a:pos x="65" y="129"/>
                  </a:cxn>
                  <a:cxn ang="0">
                    <a:pos x="79" y="113"/>
                  </a:cxn>
                  <a:cxn ang="0">
                    <a:pos x="91" y="97"/>
                  </a:cxn>
                  <a:cxn ang="0">
                    <a:pos x="104" y="83"/>
                  </a:cxn>
                  <a:cxn ang="0">
                    <a:pos x="117" y="70"/>
                  </a:cxn>
                  <a:cxn ang="0">
                    <a:pos x="129" y="56"/>
                  </a:cxn>
                  <a:cxn ang="0">
                    <a:pos x="142" y="45"/>
                  </a:cxn>
                  <a:cxn ang="0">
                    <a:pos x="155" y="32"/>
                  </a:cxn>
                  <a:cxn ang="0">
                    <a:pos x="167" y="21"/>
                  </a:cxn>
                  <a:cxn ang="0">
                    <a:pos x="181" y="10"/>
                  </a:cxn>
                  <a:cxn ang="0">
                    <a:pos x="194" y="0"/>
                  </a:cxn>
                </a:cxnLst>
                <a:rect l="0" t="0" r="r" b="b"/>
                <a:pathLst>
                  <a:path w="299" h="286">
                    <a:moveTo>
                      <a:pt x="194" y="0"/>
                    </a:moveTo>
                    <a:lnTo>
                      <a:pt x="205" y="5"/>
                    </a:lnTo>
                    <a:lnTo>
                      <a:pt x="217" y="8"/>
                    </a:lnTo>
                    <a:lnTo>
                      <a:pt x="230" y="11"/>
                    </a:lnTo>
                    <a:lnTo>
                      <a:pt x="243" y="15"/>
                    </a:lnTo>
                    <a:lnTo>
                      <a:pt x="256" y="17"/>
                    </a:lnTo>
                    <a:lnTo>
                      <a:pt x="270" y="20"/>
                    </a:lnTo>
                    <a:lnTo>
                      <a:pt x="284" y="22"/>
                    </a:lnTo>
                    <a:lnTo>
                      <a:pt x="299" y="23"/>
                    </a:lnTo>
                    <a:lnTo>
                      <a:pt x="299" y="192"/>
                    </a:lnTo>
                    <a:lnTo>
                      <a:pt x="299" y="286"/>
                    </a:lnTo>
                    <a:lnTo>
                      <a:pt x="279" y="284"/>
                    </a:lnTo>
                    <a:lnTo>
                      <a:pt x="260" y="283"/>
                    </a:lnTo>
                    <a:lnTo>
                      <a:pt x="240" y="282"/>
                    </a:lnTo>
                    <a:lnTo>
                      <a:pt x="220" y="280"/>
                    </a:lnTo>
                    <a:lnTo>
                      <a:pt x="202" y="278"/>
                    </a:lnTo>
                    <a:lnTo>
                      <a:pt x="182" y="275"/>
                    </a:lnTo>
                    <a:lnTo>
                      <a:pt x="165" y="273"/>
                    </a:lnTo>
                    <a:lnTo>
                      <a:pt x="147" y="269"/>
                    </a:lnTo>
                    <a:lnTo>
                      <a:pt x="127" y="266"/>
                    </a:lnTo>
                    <a:lnTo>
                      <a:pt x="108" y="263"/>
                    </a:lnTo>
                    <a:lnTo>
                      <a:pt x="88" y="258"/>
                    </a:lnTo>
                    <a:lnTo>
                      <a:pt x="70" y="253"/>
                    </a:lnTo>
                    <a:lnTo>
                      <a:pt x="51" y="250"/>
                    </a:lnTo>
                    <a:lnTo>
                      <a:pt x="34" y="245"/>
                    </a:lnTo>
                    <a:lnTo>
                      <a:pt x="17" y="240"/>
                    </a:lnTo>
                    <a:lnTo>
                      <a:pt x="0" y="235"/>
                    </a:lnTo>
                    <a:lnTo>
                      <a:pt x="10" y="216"/>
                    </a:lnTo>
                    <a:lnTo>
                      <a:pt x="19" y="198"/>
                    </a:lnTo>
                    <a:lnTo>
                      <a:pt x="30" y="181"/>
                    </a:lnTo>
                    <a:lnTo>
                      <a:pt x="41" y="164"/>
                    </a:lnTo>
                    <a:lnTo>
                      <a:pt x="53" y="146"/>
                    </a:lnTo>
                    <a:lnTo>
                      <a:pt x="65" y="129"/>
                    </a:lnTo>
                    <a:lnTo>
                      <a:pt x="79" y="113"/>
                    </a:lnTo>
                    <a:lnTo>
                      <a:pt x="91" y="97"/>
                    </a:lnTo>
                    <a:lnTo>
                      <a:pt x="104" y="83"/>
                    </a:lnTo>
                    <a:lnTo>
                      <a:pt x="117" y="70"/>
                    </a:lnTo>
                    <a:lnTo>
                      <a:pt x="129" y="56"/>
                    </a:lnTo>
                    <a:lnTo>
                      <a:pt x="142" y="45"/>
                    </a:lnTo>
                    <a:lnTo>
                      <a:pt x="155" y="32"/>
                    </a:lnTo>
                    <a:lnTo>
                      <a:pt x="167" y="21"/>
                    </a:lnTo>
                    <a:lnTo>
                      <a:pt x="181" y="10"/>
                    </a:lnTo>
                    <a:lnTo>
                      <a:pt x="194" y="0"/>
                    </a:lnTo>
                    <a:close/>
                  </a:path>
                </a:pathLst>
              </a:custGeom>
              <a:grpFill/>
              <a:ln w="9525">
                <a:noFill/>
                <a:round/>
                <a:headEnd/>
                <a:tailEnd/>
              </a:ln>
            </p:spPr>
            <p:txBody>
              <a:bodyPr/>
              <a:lstStyle/>
              <a:p>
                <a:pPr algn="ctr">
                  <a:defRPr/>
                </a:pPr>
                <a:endParaRPr lang="en-US" sz="900" dirty="0"/>
              </a:p>
            </p:txBody>
          </p:sp>
          <p:sp>
            <p:nvSpPr>
              <p:cNvPr id="22" name="Freeform 21"/>
              <p:cNvSpPr>
                <a:spLocks/>
              </p:cNvSpPr>
              <p:nvPr/>
            </p:nvSpPr>
            <p:spPr bwMode="auto">
              <a:xfrm>
                <a:off x="2575" y="1594"/>
                <a:ext cx="188" cy="150"/>
              </a:xfrm>
              <a:custGeom>
                <a:avLst/>
                <a:gdLst/>
                <a:ahLst/>
                <a:cxnLst>
                  <a:cxn ang="0">
                    <a:pos x="375" y="0"/>
                  </a:cxn>
                  <a:cxn ang="0">
                    <a:pos x="372" y="5"/>
                  </a:cxn>
                  <a:cxn ang="0">
                    <a:pos x="370" y="12"/>
                  </a:cxn>
                  <a:cxn ang="0">
                    <a:pos x="368" y="18"/>
                  </a:cxn>
                  <a:cxn ang="0">
                    <a:pos x="368" y="25"/>
                  </a:cxn>
                  <a:cxn ang="0">
                    <a:pos x="368" y="31"/>
                  </a:cxn>
                  <a:cxn ang="0">
                    <a:pos x="369" y="36"/>
                  </a:cxn>
                  <a:cxn ang="0">
                    <a:pos x="372" y="42"/>
                  </a:cxn>
                  <a:cxn ang="0">
                    <a:pos x="374" y="48"/>
                  </a:cxn>
                  <a:cxn ang="0">
                    <a:pos x="359" y="58"/>
                  </a:cxn>
                  <a:cxn ang="0">
                    <a:pos x="344" y="71"/>
                  </a:cxn>
                  <a:cxn ang="0">
                    <a:pos x="329" y="84"/>
                  </a:cxn>
                  <a:cxn ang="0">
                    <a:pos x="313" y="99"/>
                  </a:cxn>
                  <a:cxn ang="0">
                    <a:pos x="297" y="115"/>
                  </a:cxn>
                  <a:cxn ang="0">
                    <a:pos x="279" y="132"/>
                  </a:cxn>
                  <a:cxn ang="0">
                    <a:pos x="263" y="150"/>
                  </a:cxn>
                  <a:cxn ang="0">
                    <a:pos x="246" y="170"/>
                  </a:cxn>
                  <a:cxn ang="0">
                    <a:pos x="235" y="184"/>
                  </a:cxn>
                  <a:cxn ang="0">
                    <a:pos x="224" y="199"/>
                  </a:cxn>
                  <a:cxn ang="0">
                    <a:pos x="213" y="214"/>
                  </a:cxn>
                  <a:cxn ang="0">
                    <a:pos x="201" y="230"/>
                  </a:cxn>
                  <a:cxn ang="0">
                    <a:pos x="191" y="246"/>
                  </a:cxn>
                  <a:cxn ang="0">
                    <a:pos x="179" y="263"/>
                  </a:cxn>
                  <a:cxn ang="0">
                    <a:pos x="169" y="282"/>
                  </a:cxn>
                  <a:cxn ang="0">
                    <a:pos x="159" y="300"/>
                  </a:cxn>
                  <a:cxn ang="0">
                    <a:pos x="129" y="284"/>
                  </a:cxn>
                  <a:cxn ang="0">
                    <a:pos x="102" y="267"/>
                  </a:cxn>
                  <a:cxn ang="0">
                    <a:pos x="77" y="249"/>
                  </a:cxn>
                  <a:cxn ang="0">
                    <a:pos x="56" y="231"/>
                  </a:cxn>
                  <a:cxn ang="0">
                    <a:pos x="38" y="213"/>
                  </a:cxn>
                  <a:cxn ang="0">
                    <a:pos x="21" y="194"/>
                  </a:cxn>
                  <a:cxn ang="0">
                    <a:pos x="9" y="175"/>
                  </a:cxn>
                  <a:cxn ang="0">
                    <a:pos x="0" y="155"/>
                  </a:cxn>
                  <a:cxn ang="0">
                    <a:pos x="16" y="142"/>
                  </a:cxn>
                  <a:cxn ang="0">
                    <a:pos x="33" y="130"/>
                  </a:cxn>
                  <a:cxn ang="0">
                    <a:pos x="49" y="118"/>
                  </a:cxn>
                  <a:cxn ang="0">
                    <a:pos x="66" y="107"/>
                  </a:cxn>
                  <a:cxn ang="0">
                    <a:pos x="84" y="97"/>
                  </a:cxn>
                  <a:cxn ang="0">
                    <a:pos x="101" y="87"/>
                  </a:cxn>
                  <a:cxn ang="0">
                    <a:pos x="118" y="78"/>
                  </a:cxn>
                  <a:cxn ang="0">
                    <a:pos x="135" y="70"/>
                  </a:cxn>
                  <a:cxn ang="0">
                    <a:pos x="153" y="62"/>
                  </a:cxn>
                  <a:cxn ang="0">
                    <a:pos x="169" y="55"/>
                  </a:cxn>
                  <a:cxn ang="0">
                    <a:pos x="185" y="48"/>
                  </a:cxn>
                  <a:cxn ang="0">
                    <a:pos x="202" y="42"/>
                  </a:cxn>
                  <a:cxn ang="0">
                    <a:pos x="218" y="36"/>
                  </a:cxn>
                  <a:cxn ang="0">
                    <a:pos x="235" y="32"/>
                  </a:cxn>
                  <a:cxn ang="0">
                    <a:pos x="249" y="26"/>
                  </a:cxn>
                  <a:cxn ang="0">
                    <a:pos x="266" y="23"/>
                  </a:cxn>
                  <a:cxn ang="0">
                    <a:pos x="281" y="18"/>
                  </a:cxn>
                  <a:cxn ang="0">
                    <a:pos x="296" y="15"/>
                  </a:cxn>
                  <a:cxn ang="0">
                    <a:pos x="309" y="11"/>
                  </a:cxn>
                  <a:cxn ang="0">
                    <a:pos x="323" y="9"/>
                  </a:cxn>
                  <a:cxn ang="0">
                    <a:pos x="337" y="5"/>
                  </a:cxn>
                  <a:cxn ang="0">
                    <a:pos x="350" y="3"/>
                  </a:cxn>
                  <a:cxn ang="0">
                    <a:pos x="362" y="2"/>
                  </a:cxn>
                  <a:cxn ang="0">
                    <a:pos x="375" y="0"/>
                  </a:cxn>
                </a:cxnLst>
                <a:rect l="0" t="0" r="r" b="b"/>
                <a:pathLst>
                  <a:path w="375" h="300">
                    <a:moveTo>
                      <a:pt x="375" y="0"/>
                    </a:moveTo>
                    <a:lnTo>
                      <a:pt x="372" y="5"/>
                    </a:lnTo>
                    <a:lnTo>
                      <a:pt x="370" y="12"/>
                    </a:lnTo>
                    <a:lnTo>
                      <a:pt x="368" y="18"/>
                    </a:lnTo>
                    <a:lnTo>
                      <a:pt x="368" y="25"/>
                    </a:lnTo>
                    <a:lnTo>
                      <a:pt x="368" y="31"/>
                    </a:lnTo>
                    <a:lnTo>
                      <a:pt x="369" y="36"/>
                    </a:lnTo>
                    <a:lnTo>
                      <a:pt x="372" y="42"/>
                    </a:lnTo>
                    <a:lnTo>
                      <a:pt x="374" y="48"/>
                    </a:lnTo>
                    <a:lnTo>
                      <a:pt x="359" y="58"/>
                    </a:lnTo>
                    <a:lnTo>
                      <a:pt x="344" y="71"/>
                    </a:lnTo>
                    <a:lnTo>
                      <a:pt x="329" y="84"/>
                    </a:lnTo>
                    <a:lnTo>
                      <a:pt x="313" y="99"/>
                    </a:lnTo>
                    <a:lnTo>
                      <a:pt x="297" y="115"/>
                    </a:lnTo>
                    <a:lnTo>
                      <a:pt x="279" y="132"/>
                    </a:lnTo>
                    <a:lnTo>
                      <a:pt x="263" y="150"/>
                    </a:lnTo>
                    <a:lnTo>
                      <a:pt x="246" y="170"/>
                    </a:lnTo>
                    <a:lnTo>
                      <a:pt x="235" y="184"/>
                    </a:lnTo>
                    <a:lnTo>
                      <a:pt x="224" y="199"/>
                    </a:lnTo>
                    <a:lnTo>
                      <a:pt x="213" y="214"/>
                    </a:lnTo>
                    <a:lnTo>
                      <a:pt x="201" y="230"/>
                    </a:lnTo>
                    <a:lnTo>
                      <a:pt x="191" y="246"/>
                    </a:lnTo>
                    <a:lnTo>
                      <a:pt x="179" y="263"/>
                    </a:lnTo>
                    <a:lnTo>
                      <a:pt x="169" y="282"/>
                    </a:lnTo>
                    <a:lnTo>
                      <a:pt x="159" y="300"/>
                    </a:lnTo>
                    <a:lnTo>
                      <a:pt x="129" y="284"/>
                    </a:lnTo>
                    <a:lnTo>
                      <a:pt x="102" y="267"/>
                    </a:lnTo>
                    <a:lnTo>
                      <a:pt x="77" y="249"/>
                    </a:lnTo>
                    <a:lnTo>
                      <a:pt x="56" y="231"/>
                    </a:lnTo>
                    <a:lnTo>
                      <a:pt x="38" y="213"/>
                    </a:lnTo>
                    <a:lnTo>
                      <a:pt x="21" y="194"/>
                    </a:lnTo>
                    <a:lnTo>
                      <a:pt x="9" y="175"/>
                    </a:lnTo>
                    <a:lnTo>
                      <a:pt x="0" y="155"/>
                    </a:lnTo>
                    <a:lnTo>
                      <a:pt x="16" y="142"/>
                    </a:lnTo>
                    <a:lnTo>
                      <a:pt x="33" y="130"/>
                    </a:lnTo>
                    <a:lnTo>
                      <a:pt x="49" y="118"/>
                    </a:lnTo>
                    <a:lnTo>
                      <a:pt x="66" y="107"/>
                    </a:lnTo>
                    <a:lnTo>
                      <a:pt x="84" y="97"/>
                    </a:lnTo>
                    <a:lnTo>
                      <a:pt x="101" y="87"/>
                    </a:lnTo>
                    <a:lnTo>
                      <a:pt x="118" y="78"/>
                    </a:lnTo>
                    <a:lnTo>
                      <a:pt x="135" y="70"/>
                    </a:lnTo>
                    <a:lnTo>
                      <a:pt x="153" y="62"/>
                    </a:lnTo>
                    <a:lnTo>
                      <a:pt x="169" y="55"/>
                    </a:lnTo>
                    <a:lnTo>
                      <a:pt x="185" y="48"/>
                    </a:lnTo>
                    <a:lnTo>
                      <a:pt x="202" y="42"/>
                    </a:lnTo>
                    <a:lnTo>
                      <a:pt x="218" y="36"/>
                    </a:lnTo>
                    <a:lnTo>
                      <a:pt x="235" y="32"/>
                    </a:lnTo>
                    <a:lnTo>
                      <a:pt x="249" y="26"/>
                    </a:lnTo>
                    <a:lnTo>
                      <a:pt x="266" y="23"/>
                    </a:lnTo>
                    <a:lnTo>
                      <a:pt x="281" y="18"/>
                    </a:lnTo>
                    <a:lnTo>
                      <a:pt x="296" y="15"/>
                    </a:lnTo>
                    <a:lnTo>
                      <a:pt x="309" y="11"/>
                    </a:lnTo>
                    <a:lnTo>
                      <a:pt x="323" y="9"/>
                    </a:lnTo>
                    <a:lnTo>
                      <a:pt x="337" y="5"/>
                    </a:lnTo>
                    <a:lnTo>
                      <a:pt x="350" y="3"/>
                    </a:lnTo>
                    <a:lnTo>
                      <a:pt x="362" y="2"/>
                    </a:lnTo>
                    <a:lnTo>
                      <a:pt x="375" y="0"/>
                    </a:lnTo>
                    <a:close/>
                  </a:path>
                </a:pathLst>
              </a:custGeom>
              <a:grpFill/>
              <a:ln w="9525">
                <a:noFill/>
                <a:round/>
                <a:headEnd/>
                <a:tailEnd/>
              </a:ln>
            </p:spPr>
            <p:txBody>
              <a:bodyPr/>
              <a:lstStyle/>
              <a:p>
                <a:pPr algn="ctr">
                  <a:defRPr/>
                </a:pPr>
                <a:endParaRPr lang="en-US" sz="900" dirty="0"/>
              </a:p>
            </p:txBody>
          </p:sp>
          <p:sp>
            <p:nvSpPr>
              <p:cNvPr id="23" name="Freeform 22"/>
              <p:cNvSpPr>
                <a:spLocks/>
              </p:cNvSpPr>
              <p:nvPr/>
            </p:nvSpPr>
            <p:spPr bwMode="auto">
              <a:xfrm>
                <a:off x="2409" y="1704"/>
                <a:ext cx="216" cy="286"/>
              </a:xfrm>
              <a:custGeom>
                <a:avLst/>
                <a:gdLst/>
                <a:ahLst/>
                <a:cxnLst>
                  <a:cxn ang="0">
                    <a:pos x="244" y="12"/>
                  </a:cxn>
                  <a:cxn ang="0">
                    <a:pos x="261" y="37"/>
                  </a:cxn>
                  <a:cxn ang="0">
                    <a:pos x="280" y="61"/>
                  </a:cxn>
                  <a:cxn ang="0">
                    <a:pos x="303" y="84"/>
                  </a:cxn>
                  <a:cxn ang="0">
                    <a:pos x="327" y="106"/>
                  </a:cxn>
                  <a:cxn ang="0">
                    <a:pos x="353" y="126"/>
                  </a:cxn>
                  <a:cxn ang="0">
                    <a:pos x="383" y="146"/>
                  </a:cxn>
                  <a:cxn ang="0">
                    <a:pos x="414" y="164"/>
                  </a:cxn>
                  <a:cxn ang="0">
                    <a:pos x="418" y="198"/>
                  </a:cxn>
                  <a:cxn ang="0">
                    <a:pos x="391" y="247"/>
                  </a:cxn>
                  <a:cxn ang="0">
                    <a:pos x="367" y="298"/>
                  </a:cxn>
                  <a:cxn ang="0">
                    <a:pos x="344" y="350"/>
                  </a:cxn>
                  <a:cxn ang="0">
                    <a:pos x="324" y="399"/>
                  </a:cxn>
                  <a:cxn ang="0">
                    <a:pos x="305" y="448"/>
                  </a:cxn>
                  <a:cxn ang="0">
                    <a:pos x="288" y="496"/>
                  </a:cxn>
                  <a:cxn ang="0">
                    <a:pos x="273" y="546"/>
                  </a:cxn>
                  <a:cxn ang="0">
                    <a:pos x="236" y="555"/>
                  </a:cxn>
                  <a:cxn ang="0">
                    <a:pos x="181" y="520"/>
                  </a:cxn>
                  <a:cxn ang="0">
                    <a:pos x="132" y="483"/>
                  </a:cxn>
                  <a:cxn ang="0">
                    <a:pos x="90" y="444"/>
                  </a:cxn>
                  <a:cxn ang="0">
                    <a:pos x="55" y="404"/>
                  </a:cxn>
                  <a:cxn ang="0">
                    <a:pos x="29" y="362"/>
                  </a:cxn>
                  <a:cxn ang="0">
                    <a:pos x="10" y="319"/>
                  </a:cxn>
                  <a:cxn ang="0">
                    <a:pos x="1" y="274"/>
                  </a:cxn>
                  <a:cxn ang="0">
                    <a:pos x="13" y="233"/>
                  </a:cxn>
                  <a:cxn ang="0">
                    <a:pos x="39" y="198"/>
                  </a:cxn>
                  <a:cxn ang="0">
                    <a:pos x="68" y="162"/>
                  </a:cxn>
                  <a:cxn ang="0">
                    <a:pos x="98" y="128"/>
                  </a:cxn>
                  <a:cxn ang="0">
                    <a:pos x="129" y="95"/>
                  </a:cxn>
                  <a:cxn ang="0">
                    <a:pos x="160" y="64"/>
                  </a:cxn>
                  <a:cxn ang="0">
                    <a:pos x="191" y="35"/>
                  </a:cxn>
                  <a:cxn ang="0">
                    <a:pos x="222" y="11"/>
                  </a:cxn>
                </a:cxnLst>
                <a:rect l="0" t="0" r="r" b="b"/>
                <a:pathLst>
                  <a:path w="432" h="571">
                    <a:moveTo>
                      <a:pt x="237" y="0"/>
                    </a:moveTo>
                    <a:lnTo>
                      <a:pt x="244" y="12"/>
                    </a:lnTo>
                    <a:lnTo>
                      <a:pt x="252" y="25"/>
                    </a:lnTo>
                    <a:lnTo>
                      <a:pt x="261" y="37"/>
                    </a:lnTo>
                    <a:lnTo>
                      <a:pt x="271" y="49"/>
                    </a:lnTo>
                    <a:lnTo>
                      <a:pt x="280" y="61"/>
                    </a:lnTo>
                    <a:lnTo>
                      <a:pt x="291" y="72"/>
                    </a:lnTo>
                    <a:lnTo>
                      <a:pt x="303" y="84"/>
                    </a:lnTo>
                    <a:lnTo>
                      <a:pt x="314" y="94"/>
                    </a:lnTo>
                    <a:lnTo>
                      <a:pt x="327" y="106"/>
                    </a:lnTo>
                    <a:lnTo>
                      <a:pt x="340" y="116"/>
                    </a:lnTo>
                    <a:lnTo>
                      <a:pt x="353" y="126"/>
                    </a:lnTo>
                    <a:lnTo>
                      <a:pt x="368" y="136"/>
                    </a:lnTo>
                    <a:lnTo>
                      <a:pt x="383" y="146"/>
                    </a:lnTo>
                    <a:lnTo>
                      <a:pt x="398" y="155"/>
                    </a:lnTo>
                    <a:lnTo>
                      <a:pt x="414" y="164"/>
                    </a:lnTo>
                    <a:lnTo>
                      <a:pt x="432" y="174"/>
                    </a:lnTo>
                    <a:lnTo>
                      <a:pt x="418" y="198"/>
                    </a:lnTo>
                    <a:lnTo>
                      <a:pt x="405" y="222"/>
                    </a:lnTo>
                    <a:lnTo>
                      <a:pt x="391" y="247"/>
                    </a:lnTo>
                    <a:lnTo>
                      <a:pt x="379" y="271"/>
                    </a:lnTo>
                    <a:lnTo>
                      <a:pt x="367" y="298"/>
                    </a:lnTo>
                    <a:lnTo>
                      <a:pt x="355" y="323"/>
                    </a:lnTo>
                    <a:lnTo>
                      <a:pt x="344" y="350"/>
                    </a:lnTo>
                    <a:lnTo>
                      <a:pt x="333" y="376"/>
                    </a:lnTo>
                    <a:lnTo>
                      <a:pt x="324" y="399"/>
                    </a:lnTo>
                    <a:lnTo>
                      <a:pt x="313" y="423"/>
                    </a:lnTo>
                    <a:lnTo>
                      <a:pt x="305" y="448"/>
                    </a:lnTo>
                    <a:lnTo>
                      <a:pt x="296" y="472"/>
                    </a:lnTo>
                    <a:lnTo>
                      <a:pt x="288" y="496"/>
                    </a:lnTo>
                    <a:lnTo>
                      <a:pt x="281" y="520"/>
                    </a:lnTo>
                    <a:lnTo>
                      <a:pt x="273" y="546"/>
                    </a:lnTo>
                    <a:lnTo>
                      <a:pt x="266" y="571"/>
                    </a:lnTo>
                    <a:lnTo>
                      <a:pt x="236" y="555"/>
                    </a:lnTo>
                    <a:lnTo>
                      <a:pt x="207" y="537"/>
                    </a:lnTo>
                    <a:lnTo>
                      <a:pt x="181" y="520"/>
                    </a:lnTo>
                    <a:lnTo>
                      <a:pt x="155" y="502"/>
                    </a:lnTo>
                    <a:lnTo>
                      <a:pt x="132" y="483"/>
                    </a:lnTo>
                    <a:lnTo>
                      <a:pt x="110" y="464"/>
                    </a:lnTo>
                    <a:lnTo>
                      <a:pt x="90" y="444"/>
                    </a:lnTo>
                    <a:lnTo>
                      <a:pt x="71" y="425"/>
                    </a:lnTo>
                    <a:lnTo>
                      <a:pt x="55" y="404"/>
                    </a:lnTo>
                    <a:lnTo>
                      <a:pt x="41" y="383"/>
                    </a:lnTo>
                    <a:lnTo>
                      <a:pt x="29" y="362"/>
                    </a:lnTo>
                    <a:lnTo>
                      <a:pt x="18" y="341"/>
                    </a:lnTo>
                    <a:lnTo>
                      <a:pt x="10" y="319"/>
                    </a:lnTo>
                    <a:lnTo>
                      <a:pt x="4" y="296"/>
                    </a:lnTo>
                    <a:lnTo>
                      <a:pt x="1" y="274"/>
                    </a:lnTo>
                    <a:lnTo>
                      <a:pt x="0" y="251"/>
                    </a:lnTo>
                    <a:lnTo>
                      <a:pt x="13" y="233"/>
                    </a:lnTo>
                    <a:lnTo>
                      <a:pt x="25" y="215"/>
                    </a:lnTo>
                    <a:lnTo>
                      <a:pt x="39" y="198"/>
                    </a:lnTo>
                    <a:lnTo>
                      <a:pt x="54" y="179"/>
                    </a:lnTo>
                    <a:lnTo>
                      <a:pt x="68" y="162"/>
                    </a:lnTo>
                    <a:lnTo>
                      <a:pt x="83" y="145"/>
                    </a:lnTo>
                    <a:lnTo>
                      <a:pt x="98" y="128"/>
                    </a:lnTo>
                    <a:lnTo>
                      <a:pt x="114" y="111"/>
                    </a:lnTo>
                    <a:lnTo>
                      <a:pt x="129" y="95"/>
                    </a:lnTo>
                    <a:lnTo>
                      <a:pt x="145" y="79"/>
                    </a:lnTo>
                    <a:lnTo>
                      <a:pt x="160" y="64"/>
                    </a:lnTo>
                    <a:lnTo>
                      <a:pt x="176" y="49"/>
                    </a:lnTo>
                    <a:lnTo>
                      <a:pt x="191" y="35"/>
                    </a:lnTo>
                    <a:lnTo>
                      <a:pt x="207" y="23"/>
                    </a:lnTo>
                    <a:lnTo>
                      <a:pt x="222" y="11"/>
                    </a:lnTo>
                    <a:lnTo>
                      <a:pt x="237" y="0"/>
                    </a:lnTo>
                    <a:close/>
                  </a:path>
                </a:pathLst>
              </a:custGeom>
              <a:grpFill/>
              <a:ln w="9525">
                <a:noFill/>
                <a:round/>
                <a:headEnd/>
                <a:tailEnd/>
              </a:ln>
            </p:spPr>
            <p:txBody>
              <a:bodyPr/>
              <a:lstStyle/>
              <a:p>
                <a:pPr algn="ctr">
                  <a:defRPr/>
                </a:pPr>
                <a:endParaRPr lang="en-US" sz="900" dirty="0"/>
              </a:p>
            </p:txBody>
          </p:sp>
          <p:sp>
            <p:nvSpPr>
              <p:cNvPr id="24" name="Freeform 23"/>
              <p:cNvSpPr>
                <a:spLocks/>
              </p:cNvSpPr>
              <p:nvPr/>
            </p:nvSpPr>
            <p:spPr bwMode="auto">
              <a:xfrm>
                <a:off x="2318" y="1900"/>
                <a:ext cx="210" cy="352"/>
              </a:xfrm>
              <a:custGeom>
                <a:avLst/>
                <a:gdLst/>
                <a:ahLst/>
                <a:cxnLst>
                  <a:cxn ang="0">
                    <a:pos x="99" y="0"/>
                  </a:cxn>
                  <a:cxn ang="0">
                    <a:pos x="109" y="22"/>
                  </a:cxn>
                  <a:cxn ang="0">
                    <a:pos x="121" y="43"/>
                  </a:cxn>
                  <a:cxn ang="0">
                    <a:pos x="133" y="64"/>
                  </a:cxn>
                  <a:cxn ang="0">
                    <a:pos x="148" y="84"/>
                  </a:cxn>
                  <a:cxn ang="0">
                    <a:pos x="165" y="104"/>
                  </a:cxn>
                  <a:cxn ang="0">
                    <a:pos x="182" y="123"/>
                  </a:cxn>
                  <a:cxn ang="0">
                    <a:pos x="200" y="143"/>
                  </a:cxn>
                  <a:cxn ang="0">
                    <a:pos x="220" y="161"/>
                  </a:cxn>
                  <a:cxn ang="0">
                    <a:pos x="241" y="180"/>
                  </a:cxn>
                  <a:cxn ang="0">
                    <a:pos x="264" y="197"/>
                  </a:cxn>
                  <a:cxn ang="0">
                    <a:pos x="287" y="214"/>
                  </a:cxn>
                  <a:cxn ang="0">
                    <a:pos x="311" y="232"/>
                  </a:cxn>
                  <a:cxn ang="0">
                    <a:pos x="337" y="248"/>
                  </a:cxn>
                  <a:cxn ang="0">
                    <a:pos x="364" y="263"/>
                  </a:cxn>
                  <a:cxn ang="0">
                    <a:pos x="391" y="278"/>
                  </a:cxn>
                  <a:cxn ang="0">
                    <a:pos x="420" y="293"/>
                  </a:cxn>
                  <a:cxn ang="0">
                    <a:pos x="413" y="330"/>
                  </a:cxn>
                  <a:cxn ang="0">
                    <a:pos x="406" y="368"/>
                  </a:cxn>
                  <a:cxn ang="0">
                    <a:pos x="401" y="406"/>
                  </a:cxn>
                  <a:cxn ang="0">
                    <a:pos x="395" y="445"/>
                  </a:cxn>
                  <a:cxn ang="0">
                    <a:pos x="393" y="469"/>
                  </a:cxn>
                  <a:cxn ang="0">
                    <a:pos x="390" y="493"/>
                  </a:cxn>
                  <a:cxn ang="0">
                    <a:pos x="389" y="517"/>
                  </a:cxn>
                  <a:cxn ang="0">
                    <a:pos x="387" y="541"/>
                  </a:cxn>
                  <a:cxn ang="0">
                    <a:pos x="385" y="583"/>
                  </a:cxn>
                  <a:cxn ang="0">
                    <a:pos x="385" y="623"/>
                  </a:cxn>
                  <a:cxn ang="0">
                    <a:pos x="383" y="665"/>
                  </a:cxn>
                  <a:cxn ang="0">
                    <a:pos x="385" y="705"/>
                  </a:cxn>
                  <a:cxn ang="0">
                    <a:pos x="348" y="685"/>
                  </a:cxn>
                  <a:cxn ang="0">
                    <a:pos x="312" y="665"/>
                  </a:cxn>
                  <a:cxn ang="0">
                    <a:pos x="277" y="643"/>
                  </a:cxn>
                  <a:cxn ang="0">
                    <a:pos x="244" y="622"/>
                  </a:cxn>
                  <a:cxn ang="0">
                    <a:pos x="211" y="599"/>
                  </a:cxn>
                  <a:cxn ang="0">
                    <a:pos x="180" y="576"/>
                  </a:cxn>
                  <a:cxn ang="0">
                    <a:pos x="150" y="553"/>
                  </a:cxn>
                  <a:cxn ang="0">
                    <a:pos x="122" y="528"/>
                  </a:cxn>
                  <a:cxn ang="0">
                    <a:pos x="97" y="502"/>
                  </a:cxn>
                  <a:cxn ang="0">
                    <a:pos x="74" y="475"/>
                  </a:cxn>
                  <a:cxn ang="0">
                    <a:pos x="54" y="447"/>
                  </a:cxn>
                  <a:cxn ang="0">
                    <a:pos x="36" y="418"/>
                  </a:cxn>
                  <a:cxn ang="0">
                    <a:pos x="22" y="387"/>
                  </a:cxn>
                  <a:cxn ang="0">
                    <a:pos x="10" y="356"/>
                  </a:cxn>
                  <a:cxn ang="0">
                    <a:pos x="3" y="323"/>
                  </a:cxn>
                  <a:cxn ang="0">
                    <a:pos x="0" y="288"/>
                  </a:cxn>
                  <a:cxn ang="0">
                    <a:pos x="8" y="250"/>
                  </a:cxn>
                  <a:cxn ang="0">
                    <a:pos x="18" y="213"/>
                  </a:cxn>
                  <a:cxn ang="0">
                    <a:pos x="29" y="176"/>
                  </a:cxn>
                  <a:cxn ang="0">
                    <a:pos x="40" y="140"/>
                  </a:cxn>
                  <a:cxn ang="0">
                    <a:pos x="53" y="104"/>
                  </a:cxn>
                  <a:cxn ang="0">
                    <a:pos x="68" y="69"/>
                  </a:cxn>
                  <a:cxn ang="0">
                    <a:pos x="83" y="35"/>
                  </a:cxn>
                  <a:cxn ang="0">
                    <a:pos x="99" y="0"/>
                  </a:cxn>
                </a:cxnLst>
                <a:rect l="0" t="0" r="r" b="b"/>
                <a:pathLst>
                  <a:path w="420" h="705">
                    <a:moveTo>
                      <a:pt x="99" y="0"/>
                    </a:moveTo>
                    <a:lnTo>
                      <a:pt x="109" y="22"/>
                    </a:lnTo>
                    <a:lnTo>
                      <a:pt x="121" y="43"/>
                    </a:lnTo>
                    <a:lnTo>
                      <a:pt x="133" y="64"/>
                    </a:lnTo>
                    <a:lnTo>
                      <a:pt x="148" y="84"/>
                    </a:lnTo>
                    <a:lnTo>
                      <a:pt x="165" y="104"/>
                    </a:lnTo>
                    <a:lnTo>
                      <a:pt x="182" y="123"/>
                    </a:lnTo>
                    <a:lnTo>
                      <a:pt x="200" y="143"/>
                    </a:lnTo>
                    <a:lnTo>
                      <a:pt x="220" y="161"/>
                    </a:lnTo>
                    <a:lnTo>
                      <a:pt x="241" y="180"/>
                    </a:lnTo>
                    <a:lnTo>
                      <a:pt x="264" y="197"/>
                    </a:lnTo>
                    <a:lnTo>
                      <a:pt x="287" y="214"/>
                    </a:lnTo>
                    <a:lnTo>
                      <a:pt x="311" y="232"/>
                    </a:lnTo>
                    <a:lnTo>
                      <a:pt x="337" y="248"/>
                    </a:lnTo>
                    <a:lnTo>
                      <a:pt x="364" y="263"/>
                    </a:lnTo>
                    <a:lnTo>
                      <a:pt x="391" y="278"/>
                    </a:lnTo>
                    <a:lnTo>
                      <a:pt x="420" y="293"/>
                    </a:lnTo>
                    <a:lnTo>
                      <a:pt x="413" y="330"/>
                    </a:lnTo>
                    <a:lnTo>
                      <a:pt x="406" y="368"/>
                    </a:lnTo>
                    <a:lnTo>
                      <a:pt x="401" y="406"/>
                    </a:lnTo>
                    <a:lnTo>
                      <a:pt x="395" y="445"/>
                    </a:lnTo>
                    <a:lnTo>
                      <a:pt x="393" y="469"/>
                    </a:lnTo>
                    <a:lnTo>
                      <a:pt x="390" y="493"/>
                    </a:lnTo>
                    <a:lnTo>
                      <a:pt x="389" y="517"/>
                    </a:lnTo>
                    <a:lnTo>
                      <a:pt x="387" y="541"/>
                    </a:lnTo>
                    <a:lnTo>
                      <a:pt x="385" y="583"/>
                    </a:lnTo>
                    <a:lnTo>
                      <a:pt x="385" y="623"/>
                    </a:lnTo>
                    <a:lnTo>
                      <a:pt x="383" y="665"/>
                    </a:lnTo>
                    <a:lnTo>
                      <a:pt x="385" y="705"/>
                    </a:lnTo>
                    <a:lnTo>
                      <a:pt x="348" y="685"/>
                    </a:lnTo>
                    <a:lnTo>
                      <a:pt x="312" y="665"/>
                    </a:lnTo>
                    <a:lnTo>
                      <a:pt x="277" y="643"/>
                    </a:lnTo>
                    <a:lnTo>
                      <a:pt x="244" y="622"/>
                    </a:lnTo>
                    <a:lnTo>
                      <a:pt x="211" y="599"/>
                    </a:lnTo>
                    <a:lnTo>
                      <a:pt x="180" y="576"/>
                    </a:lnTo>
                    <a:lnTo>
                      <a:pt x="150" y="553"/>
                    </a:lnTo>
                    <a:lnTo>
                      <a:pt x="122" y="528"/>
                    </a:lnTo>
                    <a:lnTo>
                      <a:pt x="97" y="502"/>
                    </a:lnTo>
                    <a:lnTo>
                      <a:pt x="74" y="475"/>
                    </a:lnTo>
                    <a:lnTo>
                      <a:pt x="54" y="447"/>
                    </a:lnTo>
                    <a:lnTo>
                      <a:pt x="36" y="418"/>
                    </a:lnTo>
                    <a:lnTo>
                      <a:pt x="22" y="387"/>
                    </a:lnTo>
                    <a:lnTo>
                      <a:pt x="10" y="356"/>
                    </a:lnTo>
                    <a:lnTo>
                      <a:pt x="3" y="323"/>
                    </a:lnTo>
                    <a:lnTo>
                      <a:pt x="0" y="288"/>
                    </a:lnTo>
                    <a:lnTo>
                      <a:pt x="8" y="250"/>
                    </a:lnTo>
                    <a:lnTo>
                      <a:pt x="18" y="213"/>
                    </a:lnTo>
                    <a:lnTo>
                      <a:pt x="29" y="176"/>
                    </a:lnTo>
                    <a:lnTo>
                      <a:pt x="40" y="140"/>
                    </a:lnTo>
                    <a:lnTo>
                      <a:pt x="53" y="104"/>
                    </a:lnTo>
                    <a:lnTo>
                      <a:pt x="68" y="69"/>
                    </a:lnTo>
                    <a:lnTo>
                      <a:pt x="83" y="35"/>
                    </a:lnTo>
                    <a:lnTo>
                      <a:pt x="99" y="0"/>
                    </a:lnTo>
                    <a:close/>
                  </a:path>
                </a:pathLst>
              </a:custGeom>
              <a:grpFill/>
              <a:ln w="9525">
                <a:noFill/>
                <a:round/>
                <a:headEnd/>
                <a:tailEnd/>
              </a:ln>
            </p:spPr>
            <p:txBody>
              <a:bodyPr/>
              <a:lstStyle/>
              <a:p>
                <a:pPr algn="ctr">
                  <a:defRPr/>
                </a:pPr>
                <a:endParaRPr lang="en-US" sz="900" dirty="0"/>
              </a:p>
            </p:txBody>
          </p:sp>
          <p:sp>
            <p:nvSpPr>
              <p:cNvPr id="25" name="Freeform 24"/>
              <p:cNvSpPr>
                <a:spLocks/>
              </p:cNvSpPr>
              <p:nvPr/>
            </p:nvSpPr>
            <p:spPr bwMode="auto">
              <a:xfrm>
                <a:off x="2307" y="2149"/>
                <a:ext cx="256" cy="365"/>
              </a:xfrm>
              <a:custGeom>
                <a:avLst/>
                <a:gdLst/>
                <a:ahLst/>
                <a:cxnLst>
                  <a:cxn ang="0">
                    <a:pos x="0" y="11"/>
                  </a:cxn>
                  <a:cxn ang="0">
                    <a:pos x="0" y="9"/>
                  </a:cxn>
                  <a:cxn ang="0">
                    <a:pos x="1" y="5"/>
                  </a:cxn>
                  <a:cxn ang="0">
                    <a:pos x="1" y="3"/>
                  </a:cxn>
                  <a:cxn ang="0">
                    <a:pos x="1" y="0"/>
                  </a:cxn>
                  <a:cxn ang="0">
                    <a:pos x="12" y="25"/>
                  </a:cxn>
                  <a:cxn ang="0">
                    <a:pos x="25" y="49"/>
                  </a:cxn>
                  <a:cxn ang="0">
                    <a:pos x="41" y="73"/>
                  </a:cxn>
                  <a:cxn ang="0">
                    <a:pos x="60" y="96"/>
                  </a:cxn>
                  <a:cxn ang="0">
                    <a:pos x="82" y="119"/>
                  </a:cxn>
                  <a:cxn ang="0">
                    <a:pos x="106" y="141"/>
                  </a:cxn>
                  <a:cxn ang="0">
                    <a:pos x="131" y="163"/>
                  </a:cxn>
                  <a:cxn ang="0">
                    <a:pos x="159" y="185"/>
                  </a:cxn>
                  <a:cxn ang="0">
                    <a:pos x="188" y="206"/>
                  </a:cxn>
                  <a:cxn ang="0">
                    <a:pos x="219" y="227"/>
                  </a:cxn>
                  <a:cxn ang="0">
                    <a:pos x="250" y="246"/>
                  </a:cxn>
                  <a:cxn ang="0">
                    <a:pos x="282" y="265"/>
                  </a:cxn>
                  <a:cxn ang="0">
                    <a:pos x="316" y="283"/>
                  </a:cxn>
                  <a:cxn ang="0">
                    <a:pos x="349" y="301"/>
                  </a:cxn>
                  <a:cxn ang="0">
                    <a:pos x="382" y="319"/>
                  </a:cxn>
                  <a:cxn ang="0">
                    <a:pos x="416" y="335"/>
                  </a:cxn>
                  <a:cxn ang="0">
                    <a:pos x="419" y="374"/>
                  </a:cxn>
                  <a:cxn ang="0">
                    <a:pos x="424" y="412"/>
                  </a:cxn>
                  <a:cxn ang="0">
                    <a:pos x="430" y="450"/>
                  </a:cxn>
                  <a:cxn ang="0">
                    <a:pos x="435" y="487"/>
                  </a:cxn>
                  <a:cxn ang="0">
                    <a:pos x="441" y="517"/>
                  </a:cxn>
                  <a:cxn ang="0">
                    <a:pos x="448" y="547"/>
                  </a:cxn>
                  <a:cxn ang="0">
                    <a:pos x="456" y="577"/>
                  </a:cxn>
                  <a:cxn ang="0">
                    <a:pos x="464" y="607"/>
                  </a:cxn>
                  <a:cxn ang="0">
                    <a:pos x="475" y="638"/>
                  </a:cxn>
                  <a:cxn ang="0">
                    <a:pos x="486" y="668"/>
                  </a:cxn>
                  <a:cxn ang="0">
                    <a:pos x="499" y="699"/>
                  </a:cxn>
                  <a:cxn ang="0">
                    <a:pos x="513" y="731"/>
                  </a:cxn>
                  <a:cxn ang="0">
                    <a:pos x="470" y="709"/>
                  </a:cxn>
                  <a:cxn ang="0">
                    <a:pos x="427" y="686"/>
                  </a:cxn>
                  <a:cxn ang="0">
                    <a:pos x="387" y="662"/>
                  </a:cxn>
                  <a:cxn ang="0">
                    <a:pos x="348" y="635"/>
                  </a:cxn>
                  <a:cxn ang="0">
                    <a:pos x="310" y="608"/>
                  </a:cxn>
                  <a:cxn ang="0">
                    <a:pos x="274" y="579"/>
                  </a:cxn>
                  <a:cxn ang="0">
                    <a:pos x="240" y="549"/>
                  </a:cxn>
                  <a:cxn ang="0">
                    <a:pos x="206" y="518"/>
                  </a:cxn>
                  <a:cxn ang="0">
                    <a:pos x="176" y="486"/>
                  </a:cxn>
                  <a:cxn ang="0">
                    <a:pos x="147" y="453"/>
                  </a:cxn>
                  <a:cxn ang="0">
                    <a:pos x="121" y="419"/>
                  </a:cxn>
                  <a:cxn ang="0">
                    <a:pos x="97" y="384"/>
                  </a:cxn>
                  <a:cxn ang="0">
                    <a:pos x="75" y="350"/>
                  </a:cxn>
                  <a:cxn ang="0">
                    <a:pos x="55" y="313"/>
                  </a:cxn>
                  <a:cxn ang="0">
                    <a:pos x="38" y="277"/>
                  </a:cxn>
                  <a:cxn ang="0">
                    <a:pos x="24" y="240"/>
                  </a:cxn>
                  <a:cxn ang="0">
                    <a:pos x="14" y="184"/>
                  </a:cxn>
                  <a:cxn ang="0">
                    <a:pos x="6" y="128"/>
                  </a:cxn>
                  <a:cxn ang="0">
                    <a:pos x="1" y="70"/>
                  </a:cxn>
                  <a:cxn ang="0">
                    <a:pos x="0" y="11"/>
                  </a:cxn>
                </a:cxnLst>
                <a:rect l="0" t="0" r="r" b="b"/>
                <a:pathLst>
                  <a:path w="513" h="731">
                    <a:moveTo>
                      <a:pt x="0" y="11"/>
                    </a:moveTo>
                    <a:lnTo>
                      <a:pt x="0" y="9"/>
                    </a:lnTo>
                    <a:lnTo>
                      <a:pt x="1" y="5"/>
                    </a:lnTo>
                    <a:lnTo>
                      <a:pt x="1" y="3"/>
                    </a:lnTo>
                    <a:lnTo>
                      <a:pt x="1" y="0"/>
                    </a:lnTo>
                    <a:lnTo>
                      <a:pt x="12" y="25"/>
                    </a:lnTo>
                    <a:lnTo>
                      <a:pt x="25" y="49"/>
                    </a:lnTo>
                    <a:lnTo>
                      <a:pt x="41" y="73"/>
                    </a:lnTo>
                    <a:lnTo>
                      <a:pt x="60" y="96"/>
                    </a:lnTo>
                    <a:lnTo>
                      <a:pt x="82" y="119"/>
                    </a:lnTo>
                    <a:lnTo>
                      <a:pt x="106" y="141"/>
                    </a:lnTo>
                    <a:lnTo>
                      <a:pt x="131" y="163"/>
                    </a:lnTo>
                    <a:lnTo>
                      <a:pt x="159" y="185"/>
                    </a:lnTo>
                    <a:lnTo>
                      <a:pt x="188" y="206"/>
                    </a:lnTo>
                    <a:lnTo>
                      <a:pt x="219" y="227"/>
                    </a:lnTo>
                    <a:lnTo>
                      <a:pt x="250" y="246"/>
                    </a:lnTo>
                    <a:lnTo>
                      <a:pt x="282" y="265"/>
                    </a:lnTo>
                    <a:lnTo>
                      <a:pt x="316" y="283"/>
                    </a:lnTo>
                    <a:lnTo>
                      <a:pt x="349" y="301"/>
                    </a:lnTo>
                    <a:lnTo>
                      <a:pt x="382" y="319"/>
                    </a:lnTo>
                    <a:lnTo>
                      <a:pt x="416" y="335"/>
                    </a:lnTo>
                    <a:lnTo>
                      <a:pt x="419" y="374"/>
                    </a:lnTo>
                    <a:lnTo>
                      <a:pt x="424" y="412"/>
                    </a:lnTo>
                    <a:lnTo>
                      <a:pt x="430" y="450"/>
                    </a:lnTo>
                    <a:lnTo>
                      <a:pt x="435" y="487"/>
                    </a:lnTo>
                    <a:lnTo>
                      <a:pt x="441" y="517"/>
                    </a:lnTo>
                    <a:lnTo>
                      <a:pt x="448" y="547"/>
                    </a:lnTo>
                    <a:lnTo>
                      <a:pt x="456" y="577"/>
                    </a:lnTo>
                    <a:lnTo>
                      <a:pt x="464" y="607"/>
                    </a:lnTo>
                    <a:lnTo>
                      <a:pt x="475" y="638"/>
                    </a:lnTo>
                    <a:lnTo>
                      <a:pt x="486" y="668"/>
                    </a:lnTo>
                    <a:lnTo>
                      <a:pt x="499" y="699"/>
                    </a:lnTo>
                    <a:lnTo>
                      <a:pt x="513" y="731"/>
                    </a:lnTo>
                    <a:lnTo>
                      <a:pt x="470" y="709"/>
                    </a:lnTo>
                    <a:lnTo>
                      <a:pt x="427" y="686"/>
                    </a:lnTo>
                    <a:lnTo>
                      <a:pt x="387" y="662"/>
                    </a:lnTo>
                    <a:lnTo>
                      <a:pt x="348" y="635"/>
                    </a:lnTo>
                    <a:lnTo>
                      <a:pt x="310" y="608"/>
                    </a:lnTo>
                    <a:lnTo>
                      <a:pt x="274" y="579"/>
                    </a:lnTo>
                    <a:lnTo>
                      <a:pt x="240" y="549"/>
                    </a:lnTo>
                    <a:lnTo>
                      <a:pt x="206" y="518"/>
                    </a:lnTo>
                    <a:lnTo>
                      <a:pt x="176" y="486"/>
                    </a:lnTo>
                    <a:lnTo>
                      <a:pt x="147" y="453"/>
                    </a:lnTo>
                    <a:lnTo>
                      <a:pt x="121" y="419"/>
                    </a:lnTo>
                    <a:lnTo>
                      <a:pt x="97" y="384"/>
                    </a:lnTo>
                    <a:lnTo>
                      <a:pt x="75" y="350"/>
                    </a:lnTo>
                    <a:lnTo>
                      <a:pt x="55" y="313"/>
                    </a:lnTo>
                    <a:lnTo>
                      <a:pt x="38" y="277"/>
                    </a:lnTo>
                    <a:lnTo>
                      <a:pt x="24" y="240"/>
                    </a:lnTo>
                    <a:lnTo>
                      <a:pt x="14" y="184"/>
                    </a:lnTo>
                    <a:lnTo>
                      <a:pt x="6" y="128"/>
                    </a:lnTo>
                    <a:lnTo>
                      <a:pt x="1" y="70"/>
                    </a:lnTo>
                    <a:lnTo>
                      <a:pt x="0" y="11"/>
                    </a:lnTo>
                    <a:close/>
                  </a:path>
                </a:pathLst>
              </a:custGeom>
              <a:grpFill/>
              <a:ln w="9525">
                <a:noFill/>
                <a:round/>
                <a:headEnd/>
                <a:tailEnd/>
              </a:ln>
            </p:spPr>
            <p:txBody>
              <a:bodyPr/>
              <a:lstStyle/>
              <a:p>
                <a:pPr algn="ctr">
                  <a:defRPr/>
                </a:pPr>
                <a:endParaRPr lang="en-US" sz="900" dirty="0"/>
              </a:p>
            </p:txBody>
          </p:sp>
          <p:sp>
            <p:nvSpPr>
              <p:cNvPr id="26" name="Freeform 25"/>
              <p:cNvSpPr>
                <a:spLocks/>
              </p:cNvSpPr>
              <p:nvPr/>
            </p:nvSpPr>
            <p:spPr bwMode="auto">
              <a:xfrm>
                <a:off x="2379" y="2437"/>
                <a:ext cx="286" cy="253"/>
              </a:xfrm>
              <a:custGeom>
                <a:avLst/>
                <a:gdLst/>
                <a:ahLst/>
                <a:cxnLst>
                  <a:cxn ang="0">
                    <a:pos x="0" y="0"/>
                  </a:cxn>
                  <a:cxn ang="0">
                    <a:pos x="14" y="20"/>
                  </a:cxn>
                  <a:cxn ang="0">
                    <a:pos x="31" y="41"/>
                  </a:cxn>
                  <a:cxn ang="0">
                    <a:pos x="52" y="62"/>
                  </a:cxn>
                  <a:cxn ang="0">
                    <a:pos x="74" y="82"/>
                  </a:cxn>
                  <a:cxn ang="0">
                    <a:pos x="99" y="103"/>
                  </a:cxn>
                  <a:cxn ang="0">
                    <a:pos x="126" y="124"/>
                  </a:cxn>
                  <a:cxn ang="0">
                    <a:pos x="153" y="144"/>
                  </a:cxn>
                  <a:cxn ang="0">
                    <a:pos x="182" y="165"/>
                  </a:cxn>
                  <a:cxn ang="0">
                    <a:pos x="212" y="184"/>
                  </a:cxn>
                  <a:cxn ang="0">
                    <a:pos x="242" y="203"/>
                  </a:cxn>
                  <a:cxn ang="0">
                    <a:pos x="272" y="220"/>
                  </a:cxn>
                  <a:cxn ang="0">
                    <a:pos x="302" y="237"/>
                  </a:cxn>
                  <a:cxn ang="0">
                    <a:pos x="332" y="252"/>
                  </a:cxn>
                  <a:cxn ang="0">
                    <a:pos x="360" y="265"/>
                  </a:cxn>
                  <a:cxn ang="0">
                    <a:pos x="387" y="278"/>
                  </a:cxn>
                  <a:cxn ang="0">
                    <a:pos x="412" y="288"/>
                  </a:cxn>
                  <a:cxn ang="0">
                    <a:pos x="418" y="303"/>
                  </a:cxn>
                  <a:cxn ang="0">
                    <a:pos x="424" y="318"/>
                  </a:cxn>
                  <a:cxn ang="0">
                    <a:pos x="431" y="334"/>
                  </a:cxn>
                  <a:cxn ang="0">
                    <a:pos x="439" y="349"/>
                  </a:cxn>
                  <a:cxn ang="0">
                    <a:pos x="447" y="366"/>
                  </a:cxn>
                  <a:cxn ang="0">
                    <a:pos x="456" y="381"/>
                  </a:cxn>
                  <a:cxn ang="0">
                    <a:pos x="466" y="397"/>
                  </a:cxn>
                  <a:cxn ang="0">
                    <a:pos x="478" y="413"/>
                  </a:cxn>
                  <a:cxn ang="0">
                    <a:pos x="487" y="424"/>
                  </a:cxn>
                  <a:cxn ang="0">
                    <a:pos x="496" y="436"/>
                  </a:cxn>
                  <a:cxn ang="0">
                    <a:pos x="508" y="447"/>
                  </a:cxn>
                  <a:cxn ang="0">
                    <a:pos x="518" y="460"/>
                  </a:cxn>
                  <a:cxn ang="0">
                    <a:pos x="531" y="471"/>
                  </a:cxn>
                  <a:cxn ang="0">
                    <a:pos x="544" y="483"/>
                  </a:cxn>
                  <a:cxn ang="0">
                    <a:pos x="557" y="496"/>
                  </a:cxn>
                  <a:cxn ang="0">
                    <a:pos x="572" y="507"/>
                  </a:cxn>
                  <a:cxn ang="0">
                    <a:pos x="537" y="490"/>
                  </a:cxn>
                  <a:cxn ang="0">
                    <a:pos x="500" y="471"/>
                  </a:cxn>
                  <a:cxn ang="0">
                    <a:pos x="461" y="451"/>
                  </a:cxn>
                  <a:cxn ang="0">
                    <a:pos x="422" y="428"/>
                  </a:cxn>
                  <a:cxn ang="0">
                    <a:pos x="381" y="402"/>
                  </a:cxn>
                  <a:cxn ang="0">
                    <a:pos x="341" y="376"/>
                  </a:cxn>
                  <a:cxn ang="0">
                    <a:pos x="302" y="347"/>
                  </a:cxn>
                  <a:cxn ang="0">
                    <a:pos x="261" y="316"/>
                  </a:cxn>
                  <a:cxn ang="0">
                    <a:pos x="222" y="284"/>
                  </a:cxn>
                  <a:cxn ang="0">
                    <a:pos x="185" y="249"/>
                  </a:cxn>
                  <a:cxn ang="0">
                    <a:pos x="149" y="212"/>
                  </a:cxn>
                  <a:cxn ang="0">
                    <a:pos x="114" y="173"/>
                  </a:cxn>
                  <a:cxn ang="0">
                    <a:pos x="82" y="133"/>
                  </a:cxn>
                  <a:cxn ang="0">
                    <a:pos x="52" y="90"/>
                  </a:cxn>
                  <a:cxn ang="0">
                    <a:pos x="24" y="47"/>
                  </a:cxn>
                  <a:cxn ang="0">
                    <a:pos x="0" y="0"/>
                  </a:cxn>
                </a:cxnLst>
                <a:rect l="0" t="0" r="r" b="b"/>
                <a:pathLst>
                  <a:path w="572" h="507">
                    <a:moveTo>
                      <a:pt x="0" y="0"/>
                    </a:moveTo>
                    <a:lnTo>
                      <a:pt x="14" y="20"/>
                    </a:lnTo>
                    <a:lnTo>
                      <a:pt x="31" y="41"/>
                    </a:lnTo>
                    <a:lnTo>
                      <a:pt x="52" y="62"/>
                    </a:lnTo>
                    <a:lnTo>
                      <a:pt x="74" y="82"/>
                    </a:lnTo>
                    <a:lnTo>
                      <a:pt x="99" y="103"/>
                    </a:lnTo>
                    <a:lnTo>
                      <a:pt x="126" y="124"/>
                    </a:lnTo>
                    <a:lnTo>
                      <a:pt x="153" y="144"/>
                    </a:lnTo>
                    <a:lnTo>
                      <a:pt x="182" y="165"/>
                    </a:lnTo>
                    <a:lnTo>
                      <a:pt x="212" y="184"/>
                    </a:lnTo>
                    <a:lnTo>
                      <a:pt x="242" y="203"/>
                    </a:lnTo>
                    <a:lnTo>
                      <a:pt x="272" y="220"/>
                    </a:lnTo>
                    <a:lnTo>
                      <a:pt x="302" y="237"/>
                    </a:lnTo>
                    <a:lnTo>
                      <a:pt x="332" y="252"/>
                    </a:lnTo>
                    <a:lnTo>
                      <a:pt x="360" y="265"/>
                    </a:lnTo>
                    <a:lnTo>
                      <a:pt x="387" y="278"/>
                    </a:lnTo>
                    <a:lnTo>
                      <a:pt x="412" y="288"/>
                    </a:lnTo>
                    <a:lnTo>
                      <a:pt x="418" y="303"/>
                    </a:lnTo>
                    <a:lnTo>
                      <a:pt x="424" y="318"/>
                    </a:lnTo>
                    <a:lnTo>
                      <a:pt x="431" y="334"/>
                    </a:lnTo>
                    <a:lnTo>
                      <a:pt x="439" y="349"/>
                    </a:lnTo>
                    <a:lnTo>
                      <a:pt x="447" y="366"/>
                    </a:lnTo>
                    <a:lnTo>
                      <a:pt x="456" y="381"/>
                    </a:lnTo>
                    <a:lnTo>
                      <a:pt x="466" y="397"/>
                    </a:lnTo>
                    <a:lnTo>
                      <a:pt x="478" y="413"/>
                    </a:lnTo>
                    <a:lnTo>
                      <a:pt x="487" y="424"/>
                    </a:lnTo>
                    <a:lnTo>
                      <a:pt x="496" y="436"/>
                    </a:lnTo>
                    <a:lnTo>
                      <a:pt x="508" y="447"/>
                    </a:lnTo>
                    <a:lnTo>
                      <a:pt x="518" y="460"/>
                    </a:lnTo>
                    <a:lnTo>
                      <a:pt x="531" y="471"/>
                    </a:lnTo>
                    <a:lnTo>
                      <a:pt x="544" y="483"/>
                    </a:lnTo>
                    <a:lnTo>
                      <a:pt x="557" y="496"/>
                    </a:lnTo>
                    <a:lnTo>
                      <a:pt x="572" y="507"/>
                    </a:lnTo>
                    <a:lnTo>
                      <a:pt x="537" y="490"/>
                    </a:lnTo>
                    <a:lnTo>
                      <a:pt x="500" y="471"/>
                    </a:lnTo>
                    <a:lnTo>
                      <a:pt x="461" y="451"/>
                    </a:lnTo>
                    <a:lnTo>
                      <a:pt x="422" y="428"/>
                    </a:lnTo>
                    <a:lnTo>
                      <a:pt x="381" y="402"/>
                    </a:lnTo>
                    <a:lnTo>
                      <a:pt x="341" y="376"/>
                    </a:lnTo>
                    <a:lnTo>
                      <a:pt x="302" y="347"/>
                    </a:lnTo>
                    <a:lnTo>
                      <a:pt x="261" y="316"/>
                    </a:lnTo>
                    <a:lnTo>
                      <a:pt x="222" y="284"/>
                    </a:lnTo>
                    <a:lnTo>
                      <a:pt x="185" y="249"/>
                    </a:lnTo>
                    <a:lnTo>
                      <a:pt x="149" y="212"/>
                    </a:lnTo>
                    <a:lnTo>
                      <a:pt x="114" y="173"/>
                    </a:lnTo>
                    <a:lnTo>
                      <a:pt x="82" y="133"/>
                    </a:lnTo>
                    <a:lnTo>
                      <a:pt x="52" y="90"/>
                    </a:lnTo>
                    <a:lnTo>
                      <a:pt x="24" y="47"/>
                    </a:lnTo>
                    <a:lnTo>
                      <a:pt x="0" y="0"/>
                    </a:lnTo>
                    <a:close/>
                  </a:path>
                </a:pathLst>
              </a:custGeom>
              <a:grpFill/>
              <a:ln w="9525">
                <a:noFill/>
                <a:round/>
                <a:headEnd/>
                <a:tailEnd/>
              </a:ln>
            </p:spPr>
            <p:txBody>
              <a:bodyPr/>
              <a:lstStyle/>
              <a:p>
                <a:pPr algn="ctr">
                  <a:defRPr/>
                </a:pPr>
                <a:endParaRPr lang="en-US" sz="900" dirty="0"/>
              </a:p>
            </p:txBody>
          </p:sp>
          <p:sp>
            <p:nvSpPr>
              <p:cNvPr id="27" name="Freeform 26"/>
              <p:cNvSpPr>
                <a:spLocks/>
              </p:cNvSpPr>
              <p:nvPr/>
            </p:nvSpPr>
            <p:spPr bwMode="auto">
              <a:xfrm>
                <a:off x="2648" y="2599"/>
                <a:ext cx="208" cy="136"/>
              </a:xfrm>
              <a:custGeom>
                <a:avLst/>
                <a:gdLst/>
                <a:ahLst/>
                <a:cxnLst>
                  <a:cxn ang="0">
                    <a:pos x="417" y="273"/>
                  </a:cxn>
                  <a:cxn ang="0">
                    <a:pos x="398" y="272"/>
                  </a:cxn>
                  <a:cxn ang="0">
                    <a:pos x="379" y="271"/>
                  </a:cxn>
                  <a:cxn ang="0">
                    <a:pos x="358" y="268"/>
                  </a:cxn>
                  <a:cxn ang="0">
                    <a:pos x="337" y="266"/>
                  </a:cxn>
                  <a:cxn ang="0">
                    <a:pos x="315" y="261"/>
                  </a:cxn>
                  <a:cxn ang="0">
                    <a:pos x="292" y="257"/>
                  </a:cxn>
                  <a:cxn ang="0">
                    <a:pos x="269" y="250"/>
                  </a:cxn>
                  <a:cxn ang="0">
                    <a:pos x="245" y="241"/>
                  </a:cxn>
                  <a:cxn ang="0">
                    <a:pos x="231" y="235"/>
                  </a:cxn>
                  <a:cxn ang="0">
                    <a:pos x="218" y="229"/>
                  </a:cxn>
                  <a:cxn ang="0">
                    <a:pos x="204" y="222"/>
                  </a:cxn>
                  <a:cxn ang="0">
                    <a:pos x="190" y="215"/>
                  </a:cxn>
                  <a:cxn ang="0">
                    <a:pos x="175" y="209"/>
                  </a:cxn>
                  <a:cxn ang="0">
                    <a:pos x="160" y="200"/>
                  </a:cxn>
                  <a:cxn ang="0">
                    <a:pos x="146" y="192"/>
                  </a:cxn>
                  <a:cxn ang="0">
                    <a:pos x="131" y="183"/>
                  </a:cxn>
                  <a:cxn ang="0">
                    <a:pos x="117" y="174"/>
                  </a:cxn>
                  <a:cxn ang="0">
                    <a:pos x="103" y="165"/>
                  </a:cxn>
                  <a:cxn ang="0">
                    <a:pos x="90" y="153"/>
                  </a:cxn>
                  <a:cxn ang="0">
                    <a:pos x="76" y="143"/>
                  </a:cxn>
                  <a:cxn ang="0">
                    <a:pos x="63" y="131"/>
                  </a:cxn>
                  <a:cxn ang="0">
                    <a:pos x="52" y="119"/>
                  </a:cxn>
                  <a:cxn ang="0">
                    <a:pos x="40" y="106"/>
                  </a:cxn>
                  <a:cxn ang="0">
                    <a:pos x="30" y="92"/>
                  </a:cxn>
                  <a:cxn ang="0">
                    <a:pos x="19" y="71"/>
                  </a:cxn>
                  <a:cxn ang="0">
                    <a:pos x="14" y="48"/>
                  </a:cxn>
                  <a:cxn ang="0">
                    <a:pos x="8" y="24"/>
                  </a:cxn>
                  <a:cxn ang="0">
                    <a:pos x="0" y="0"/>
                  </a:cxn>
                  <a:cxn ang="0">
                    <a:pos x="10" y="4"/>
                  </a:cxn>
                  <a:cxn ang="0">
                    <a:pos x="21" y="8"/>
                  </a:cxn>
                  <a:cxn ang="0">
                    <a:pos x="31" y="12"/>
                  </a:cxn>
                  <a:cxn ang="0">
                    <a:pos x="42" y="15"/>
                  </a:cxn>
                  <a:cxn ang="0">
                    <a:pos x="53" y="17"/>
                  </a:cxn>
                  <a:cxn ang="0">
                    <a:pos x="64" y="21"/>
                  </a:cxn>
                  <a:cxn ang="0">
                    <a:pos x="76" y="24"/>
                  </a:cxn>
                  <a:cxn ang="0">
                    <a:pos x="87" y="27"/>
                  </a:cxn>
                  <a:cxn ang="0">
                    <a:pos x="100" y="30"/>
                  </a:cxn>
                  <a:cxn ang="0">
                    <a:pos x="112" y="32"/>
                  </a:cxn>
                  <a:cxn ang="0">
                    <a:pos x="123" y="36"/>
                  </a:cxn>
                  <a:cxn ang="0">
                    <a:pos x="136" y="38"/>
                  </a:cxn>
                  <a:cxn ang="0">
                    <a:pos x="148" y="40"/>
                  </a:cxn>
                  <a:cxn ang="0">
                    <a:pos x="160" y="43"/>
                  </a:cxn>
                  <a:cxn ang="0">
                    <a:pos x="173" y="45"/>
                  </a:cxn>
                  <a:cxn ang="0">
                    <a:pos x="185" y="47"/>
                  </a:cxn>
                  <a:cxn ang="0">
                    <a:pos x="200" y="50"/>
                  </a:cxn>
                  <a:cxn ang="0">
                    <a:pos x="214" y="52"/>
                  </a:cxn>
                  <a:cxn ang="0">
                    <a:pos x="229" y="54"/>
                  </a:cxn>
                  <a:cxn ang="0">
                    <a:pos x="244" y="55"/>
                  </a:cxn>
                  <a:cxn ang="0">
                    <a:pos x="259" y="58"/>
                  </a:cxn>
                  <a:cxn ang="0">
                    <a:pos x="273" y="60"/>
                  </a:cxn>
                  <a:cxn ang="0">
                    <a:pos x="288" y="61"/>
                  </a:cxn>
                  <a:cxn ang="0">
                    <a:pos x="303" y="62"/>
                  </a:cxn>
                  <a:cxn ang="0">
                    <a:pos x="318" y="65"/>
                  </a:cxn>
                  <a:cxn ang="0">
                    <a:pos x="332" y="66"/>
                  </a:cxn>
                  <a:cxn ang="0">
                    <a:pos x="347" y="67"/>
                  </a:cxn>
                  <a:cxn ang="0">
                    <a:pos x="360" y="68"/>
                  </a:cxn>
                  <a:cxn ang="0">
                    <a:pos x="375" y="68"/>
                  </a:cxn>
                  <a:cxn ang="0">
                    <a:pos x="389" y="69"/>
                  </a:cxn>
                  <a:cxn ang="0">
                    <a:pos x="403" y="70"/>
                  </a:cxn>
                  <a:cxn ang="0">
                    <a:pos x="417" y="70"/>
                  </a:cxn>
                  <a:cxn ang="0">
                    <a:pos x="417" y="166"/>
                  </a:cxn>
                  <a:cxn ang="0">
                    <a:pos x="417" y="273"/>
                  </a:cxn>
                </a:cxnLst>
                <a:rect l="0" t="0" r="r" b="b"/>
                <a:pathLst>
                  <a:path w="417" h="273">
                    <a:moveTo>
                      <a:pt x="417" y="273"/>
                    </a:moveTo>
                    <a:lnTo>
                      <a:pt x="398" y="272"/>
                    </a:lnTo>
                    <a:lnTo>
                      <a:pt x="379" y="271"/>
                    </a:lnTo>
                    <a:lnTo>
                      <a:pt x="358" y="268"/>
                    </a:lnTo>
                    <a:lnTo>
                      <a:pt x="337" y="266"/>
                    </a:lnTo>
                    <a:lnTo>
                      <a:pt x="315" y="261"/>
                    </a:lnTo>
                    <a:lnTo>
                      <a:pt x="292" y="257"/>
                    </a:lnTo>
                    <a:lnTo>
                      <a:pt x="269" y="250"/>
                    </a:lnTo>
                    <a:lnTo>
                      <a:pt x="245" y="241"/>
                    </a:lnTo>
                    <a:lnTo>
                      <a:pt x="231" y="235"/>
                    </a:lnTo>
                    <a:lnTo>
                      <a:pt x="218" y="229"/>
                    </a:lnTo>
                    <a:lnTo>
                      <a:pt x="204" y="222"/>
                    </a:lnTo>
                    <a:lnTo>
                      <a:pt x="190" y="215"/>
                    </a:lnTo>
                    <a:lnTo>
                      <a:pt x="175" y="209"/>
                    </a:lnTo>
                    <a:lnTo>
                      <a:pt x="160" y="200"/>
                    </a:lnTo>
                    <a:lnTo>
                      <a:pt x="146" y="192"/>
                    </a:lnTo>
                    <a:lnTo>
                      <a:pt x="131" y="183"/>
                    </a:lnTo>
                    <a:lnTo>
                      <a:pt x="117" y="174"/>
                    </a:lnTo>
                    <a:lnTo>
                      <a:pt x="103" y="165"/>
                    </a:lnTo>
                    <a:lnTo>
                      <a:pt x="90" y="153"/>
                    </a:lnTo>
                    <a:lnTo>
                      <a:pt x="76" y="143"/>
                    </a:lnTo>
                    <a:lnTo>
                      <a:pt x="63" y="131"/>
                    </a:lnTo>
                    <a:lnTo>
                      <a:pt x="52" y="119"/>
                    </a:lnTo>
                    <a:lnTo>
                      <a:pt x="40" y="106"/>
                    </a:lnTo>
                    <a:lnTo>
                      <a:pt x="30" y="92"/>
                    </a:lnTo>
                    <a:lnTo>
                      <a:pt x="19" y="71"/>
                    </a:lnTo>
                    <a:lnTo>
                      <a:pt x="14" y="48"/>
                    </a:lnTo>
                    <a:lnTo>
                      <a:pt x="8" y="24"/>
                    </a:lnTo>
                    <a:lnTo>
                      <a:pt x="0" y="0"/>
                    </a:lnTo>
                    <a:lnTo>
                      <a:pt x="10" y="4"/>
                    </a:lnTo>
                    <a:lnTo>
                      <a:pt x="21" y="8"/>
                    </a:lnTo>
                    <a:lnTo>
                      <a:pt x="31" y="12"/>
                    </a:lnTo>
                    <a:lnTo>
                      <a:pt x="42" y="15"/>
                    </a:lnTo>
                    <a:lnTo>
                      <a:pt x="53" y="17"/>
                    </a:lnTo>
                    <a:lnTo>
                      <a:pt x="64" y="21"/>
                    </a:lnTo>
                    <a:lnTo>
                      <a:pt x="76" y="24"/>
                    </a:lnTo>
                    <a:lnTo>
                      <a:pt x="87" y="27"/>
                    </a:lnTo>
                    <a:lnTo>
                      <a:pt x="100" y="30"/>
                    </a:lnTo>
                    <a:lnTo>
                      <a:pt x="112" y="32"/>
                    </a:lnTo>
                    <a:lnTo>
                      <a:pt x="123" y="36"/>
                    </a:lnTo>
                    <a:lnTo>
                      <a:pt x="136" y="38"/>
                    </a:lnTo>
                    <a:lnTo>
                      <a:pt x="148" y="40"/>
                    </a:lnTo>
                    <a:lnTo>
                      <a:pt x="160" y="43"/>
                    </a:lnTo>
                    <a:lnTo>
                      <a:pt x="173" y="45"/>
                    </a:lnTo>
                    <a:lnTo>
                      <a:pt x="185" y="47"/>
                    </a:lnTo>
                    <a:lnTo>
                      <a:pt x="200" y="50"/>
                    </a:lnTo>
                    <a:lnTo>
                      <a:pt x="214" y="52"/>
                    </a:lnTo>
                    <a:lnTo>
                      <a:pt x="229" y="54"/>
                    </a:lnTo>
                    <a:lnTo>
                      <a:pt x="244" y="55"/>
                    </a:lnTo>
                    <a:lnTo>
                      <a:pt x="259" y="58"/>
                    </a:lnTo>
                    <a:lnTo>
                      <a:pt x="273" y="60"/>
                    </a:lnTo>
                    <a:lnTo>
                      <a:pt x="288" y="61"/>
                    </a:lnTo>
                    <a:lnTo>
                      <a:pt x="303" y="62"/>
                    </a:lnTo>
                    <a:lnTo>
                      <a:pt x="318" y="65"/>
                    </a:lnTo>
                    <a:lnTo>
                      <a:pt x="332" y="66"/>
                    </a:lnTo>
                    <a:lnTo>
                      <a:pt x="347" y="67"/>
                    </a:lnTo>
                    <a:lnTo>
                      <a:pt x="360" y="68"/>
                    </a:lnTo>
                    <a:lnTo>
                      <a:pt x="375" y="68"/>
                    </a:lnTo>
                    <a:lnTo>
                      <a:pt x="389" y="69"/>
                    </a:lnTo>
                    <a:lnTo>
                      <a:pt x="403" y="70"/>
                    </a:lnTo>
                    <a:lnTo>
                      <a:pt x="417" y="70"/>
                    </a:lnTo>
                    <a:lnTo>
                      <a:pt x="417" y="166"/>
                    </a:lnTo>
                    <a:lnTo>
                      <a:pt x="417" y="273"/>
                    </a:lnTo>
                    <a:close/>
                  </a:path>
                </a:pathLst>
              </a:custGeom>
              <a:grpFill/>
              <a:ln w="9525">
                <a:noFill/>
                <a:round/>
                <a:headEnd/>
                <a:tailEnd/>
              </a:ln>
            </p:spPr>
            <p:txBody>
              <a:bodyPr/>
              <a:lstStyle/>
              <a:p>
                <a:pPr algn="ctr">
                  <a:defRPr/>
                </a:pPr>
                <a:endParaRPr lang="en-US" sz="900" dirty="0"/>
              </a:p>
            </p:txBody>
          </p:sp>
          <p:sp>
            <p:nvSpPr>
              <p:cNvPr id="28" name="Freeform 27"/>
              <p:cNvSpPr>
                <a:spLocks/>
              </p:cNvSpPr>
              <p:nvPr/>
            </p:nvSpPr>
            <p:spPr bwMode="auto">
              <a:xfrm>
                <a:off x="2904" y="2604"/>
                <a:ext cx="202" cy="131"/>
              </a:xfrm>
              <a:custGeom>
                <a:avLst/>
                <a:gdLst/>
                <a:ahLst/>
                <a:cxnLst>
                  <a:cxn ang="0">
                    <a:pos x="171" y="229"/>
                  </a:cxn>
                  <a:cxn ang="0">
                    <a:pos x="147" y="237"/>
                  </a:cxn>
                  <a:cxn ang="0">
                    <a:pos x="124" y="244"/>
                  </a:cxn>
                  <a:cxn ang="0">
                    <a:pos x="102" y="249"/>
                  </a:cxn>
                  <a:cxn ang="0">
                    <a:pos x="80" y="253"/>
                  </a:cxn>
                  <a:cxn ang="0">
                    <a:pos x="59" y="256"/>
                  </a:cxn>
                  <a:cxn ang="0">
                    <a:pos x="38" y="259"/>
                  </a:cxn>
                  <a:cxn ang="0">
                    <a:pos x="19" y="260"/>
                  </a:cxn>
                  <a:cxn ang="0">
                    <a:pos x="0" y="261"/>
                  </a:cxn>
                  <a:cxn ang="0">
                    <a:pos x="0" y="161"/>
                  </a:cxn>
                  <a:cxn ang="0">
                    <a:pos x="0" y="58"/>
                  </a:cxn>
                  <a:cxn ang="0">
                    <a:pos x="26" y="57"/>
                  </a:cxn>
                  <a:cxn ang="0">
                    <a:pos x="51" y="56"/>
                  </a:cxn>
                  <a:cxn ang="0">
                    <a:pos x="78" y="54"/>
                  </a:cxn>
                  <a:cxn ang="0">
                    <a:pos x="103" y="51"/>
                  </a:cxn>
                  <a:cxn ang="0">
                    <a:pos x="129" y="49"/>
                  </a:cxn>
                  <a:cxn ang="0">
                    <a:pos x="155" y="46"/>
                  </a:cxn>
                  <a:cxn ang="0">
                    <a:pos x="181" y="43"/>
                  </a:cxn>
                  <a:cxn ang="0">
                    <a:pos x="207" y="39"/>
                  </a:cxn>
                  <a:cxn ang="0">
                    <a:pos x="232" y="35"/>
                  </a:cxn>
                  <a:cxn ang="0">
                    <a:pos x="258" y="31"/>
                  </a:cxn>
                  <a:cxn ang="0">
                    <a:pos x="283" y="26"/>
                  </a:cxn>
                  <a:cxn ang="0">
                    <a:pos x="308" y="21"/>
                  </a:cxn>
                  <a:cxn ang="0">
                    <a:pos x="332" y="17"/>
                  </a:cxn>
                  <a:cxn ang="0">
                    <a:pos x="356" y="11"/>
                  </a:cxn>
                  <a:cxn ang="0">
                    <a:pos x="380" y="5"/>
                  </a:cxn>
                  <a:cxn ang="0">
                    <a:pos x="403" y="0"/>
                  </a:cxn>
                  <a:cxn ang="0">
                    <a:pos x="399" y="9"/>
                  </a:cxn>
                  <a:cxn ang="0">
                    <a:pos x="394" y="18"/>
                  </a:cxn>
                  <a:cxn ang="0">
                    <a:pos x="390" y="27"/>
                  </a:cxn>
                  <a:cxn ang="0">
                    <a:pos x="385" y="36"/>
                  </a:cxn>
                  <a:cxn ang="0">
                    <a:pos x="379" y="46"/>
                  </a:cxn>
                  <a:cxn ang="0">
                    <a:pos x="375" y="54"/>
                  </a:cxn>
                  <a:cxn ang="0">
                    <a:pos x="369" y="63"/>
                  </a:cxn>
                  <a:cxn ang="0">
                    <a:pos x="363" y="71"/>
                  </a:cxn>
                  <a:cxn ang="0">
                    <a:pos x="352" y="86"/>
                  </a:cxn>
                  <a:cxn ang="0">
                    <a:pos x="340" y="101"/>
                  </a:cxn>
                  <a:cxn ang="0">
                    <a:pos x="329" y="115"/>
                  </a:cxn>
                  <a:cxn ang="0">
                    <a:pos x="316" y="129"/>
                  </a:cxn>
                  <a:cxn ang="0">
                    <a:pos x="303" y="140"/>
                  </a:cxn>
                  <a:cxn ang="0">
                    <a:pos x="291" y="153"/>
                  </a:cxn>
                  <a:cxn ang="0">
                    <a:pos x="277" y="163"/>
                  </a:cxn>
                  <a:cxn ang="0">
                    <a:pos x="264" y="173"/>
                  </a:cxn>
                  <a:cxn ang="0">
                    <a:pos x="251" y="183"/>
                  </a:cxn>
                  <a:cxn ang="0">
                    <a:pos x="239" y="192"/>
                  </a:cxn>
                  <a:cxn ang="0">
                    <a:pos x="226" y="200"/>
                  </a:cxn>
                  <a:cxn ang="0">
                    <a:pos x="215" y="207"/>
                  </a:cxn>
                  <a:cxn ang="0">
                    <a:pos x="203" y="214"/>
                  </a:cxn>
                  <a:cxn ang="0">
                    <a:pos x="192" y="220"/>
                  </a:cxn>
                  <a:cxn ang="0">
                    <a:pos x="181" y="224"/>
                  </a:cxn>
                  <a:cxn ang="0">
                    <a:pos x="171" y="229"/>
                  </a:cxn>
                </a:cxnLst>
                <a:rect l="0" t="0" r="r" b="b"/>
                <a:pathLst>
                  <a:path w="403" h="261">
                    <a:moveTo>
                      <a:pt x="171" y="229"/>
                    </a:moveTo>
                    <a:lnTo>
                      <a:pt x="147" y="237"/>
                    </a:lnTo>
                    <a:lnTo>
                      <a:pt x="124" y="244"/>
                    </a:lnTo>
                    <a:lnTo>
                      <a:pt x="102" y="249"/>
                    </a:lnTo>
                    <a:lnTo>
                      <a:pt x="80" y="253"/>
                    </a:lnTo>
                    <a:lnTo>
                      <a:pt x="59" y="256"/>
                    </a:lnTo>
                    <a:lnTo>
                      <a:pt x="38" y="259"/>
                    </a:lnTo>
                    <a:lnTo>
                      <a:pt x="19" y="260"/>
                    </a:lnTo>
                    <a:lnTo>
                      <a:pt x="0" y="261"/>
                    </a:lnTo>
                    <a:lnTo>
                      <a:pt x="0" y="161"/>
                    </a:lnTo>
                    <a:lnTo>
                      <a:pt x="0" y="58"/>
                    </a:lnTo>
                    <a:lnTo>
                      <a:pt x="26" y="57"/>
                    </a:lnTo>
                    <a:lnTo>
                      <a:pt x="51" y="56"/>
                    </a:lnTo>
                    <a:lnTo>
                      <a:pt x="78" y="54"/>
                    </a:lnTo>
                    <a:lnTo>
                      <a:pt x="103" y="51"/>
                    </a:lnTo>
                    <a:lnTo>
                      <a:pt x="129" y="49"/>
                    </a:lnTo>
                    <a:lnTo>
                      <a:pt x="155" y="46"/>
                    </a:lnTo>
                    <a:lnTo>
                      <a:pt x="181" y="43"/>
                    </a:lnTo>
                    <a:lnTo>
                      <a:pt x="207" y="39"/>
                    </a:lnTo>
                    <a:lnTo>
                      <a:pt x="232" y="35"/>
                    </a:lnTo>
                    <a:lnTo>
                      <a:pt x="258" y="31"/>
                    </a:lnTo>
                    <a:lnTo>
                      <a:pt x="283" y="26"/>
                    </a:lnTo>
                    <a:lnTo>
                      <a:pt x="308" y="21"/>
                    </a:lnTo>
                    <a:lnTo>
                      <a:pt x="332" y="17"/>
                    </a:lnTo>
                    <a:lnTo>
                      <a:pt x="356" y="11"/>
                    </a:lnTo>
                    <a:lnTo>
                      <a:pt x="380" y="5"/>
                    </a:lnTo>
                    <a:lnTo>
                      <a:pt x="403" y="0"/>
                    </a:lnTo>
                    <a:lnTo>
                      <a:pt x="399" y="9"/>
                    </a:lnTo>
                    <a:lnTo>
                      <a:pt x="394" y="18"/>
                    </a:lnTo>
                    <a:lnTo>
                      <a:pt x="390" y="27"/>
                    </a:lnTo>
                    <a:lnTo>
                      <a:pt x="385" y="36"/>
                    </a:lnTo>
                    <a:lnTo>
                      <a:pt x="379" y="46"/>
                    </a:lnTo>
                    <a:lnTo>
                      <a:pt x="375" y="54"/>
                    </a:lnTo>
                    <a:lnTo>
                      <a:pt x="369" y="63"/>
                    </a:lnTo>
                    <a:lnTo>
                      <a:pt x="363" y="71"/>
                    </a:lnTo>
                    <a:lnTo>
                      <a:pt x="352" y="86"/>
                    </a:lnTo>
                    <a:lnTo>
                      <a:pt x="340" y="101"/>
                    </a:lnTo>
                    <a:lnTo>
                      <a:pt x="329" y="115"/>
                    </a:lnTo>
                    <a:lnTo>
                      <a:pt x="316" y="129"/>
                    </a:lnTo>
                    <a:lnTo>
                      <a:pt x="303" y="140"/>
                    </a:lnTo>
                    <a:lnTo>
                      <a:pt x="291" y="153"/>
                    </a:lnTo>
                    <a:lnTo>
                      <a:pt x="277" y="163"/>
                    </a:lnTo>
                    <a:lnTo>
                      <a:pt x="264" y="173"/>
                    </a:lnTo>
                    <a:lnTo>
                      <a:pt x="251" y="183"/>
                    </a:lnTo>
                    <a:lnTo>
                      <a:pt x="239" y="192"/>
                    </a:lnTo>
                    <a:lnTo>
                      <a:pt x="226" y="200"/>
                    </a:lnTo>
                    <a:lnTo>
                      <a:pt x="215" y="207"/>
                    </a:lnTo>
                    <a:lnTo>
                      <a:pt x="203" y="214"/>
                    </a:lnTo>
                    <a:lnTo>
                      <a:pt x="192" y="220"/>
                    </a:lnTo>
                    <a:lnTo>
                      <a:pt x="181" y="224"/>
                    </a:lnTo>
                    <a:lnTo>
                      <a:pt x="171" y="229"/>
                    </a:lnTo>
                    <a:close/>
                  </a:path>
                </a:pathLst>
              </a:custGeom>
              <a:grpFill/>
              <a:ln w="9525">
                <a:noFill/>
                <a:round/>
                <a:headEnd/>
                <a:tailEnd/>
              </a:ln>
            </p:spPr>
            <p:txBody>
              <a:bodyPr/>
              <a:lstStyle/>
              <a:p>
                <a:pPr algn="ctr">
                  <a:defRPr/>
                </a:pPr>
                <a:endParaRPr lang="en-US" sz="900" dirty="0"/>
              </a:p>
            </p:txBody>
          </p:sp>
          <p:sp>
            <p:nvSpPr>
              <p:cNvPr id="29" name="Freeform 28"/>
              <p:cNvSpPr>
                <a:spLocks/>
              </p:cNvSpPr>
              <p:nvPr/>
            </p:nvSpPr>
            <p:spPr bwMode="auto">
              <a:xfrm>
                <a:off x="3104" y="2437"/>
                <a:ext cx="278" cy="248"/>
              </a:xfrm>
              <a:custGeom>
                <a:avLst/>
                <a:gdLst/>
                <a:ahLst/>
                <a:cxnLst>
                  <a:cxn ang="0">
                    <a:pos x="0" y="497"/>
                  </a:cxn>
                  <a:cxn ang="0">
                    <a:pos x="13" y="485"/>
                  </a:cxn>
                  <a:cxn ang="0">
                    <a:pos x="25" y="473"/>
                  </a:cxn>
                  <a:cxn ang="0">
                    <a:pos x="36" y="461"/>
                  </a:cxn>
                  <a:cxn ang="0">
                    <a:pos x="46" y="450"/>
                  </a:cxn>
                  <a:cxn ang="0">
                    <a:pos x="56" y="438"/>
                  </a:cxn>
                  <a:cxn ang="0">
                    <a:pos x="65" y="427"/>
                  </a:cxn>
                  <a:cxn ang="0">
                    <a:pos x="73" y="415"/>
                  </a:cxn>
                  <a:cxn ang="0">
                    <a:pos x="81" y="404"/>
                  </a:cxn>
                  <a:cxn ang="0">
                    <a:pos x="90" y="389"/>
                  </a:cxn>
                  <a:cxn ang="0">
                    <a:pos x="99" y="375"/>
                  </a:cxn>
                  <a:cxn ang="0">
                    <a:pos x="107" y="360"/>
                  </a:cxn>
                  <a:cxn ang="0">
                    <a:pos x="114" y="346"/>
                  </a:cxn>
                  <a:cxn ang="0">
                    <a:pos x="122" y="332"/>
                  </a:cxn>
                  <a:cxn ang="0">
                    <a:pos x="129" y="317"/>
                  </a:cxn>
                  <a:cxn ang="0">
                    <a:pos x="136" y="303"/>
                  </a:cxn>
                  <a:cxn ang="0">
                    <a:pos x="143" y="288"/>
                  </a:cxn>
                  <a:cxn ang="0">
                    <a:pos x="168" y="278"/>
                  </a:cxn>
                  <a:cxn ang="0">
                    <a:pos x="195" y="265"/>
                  </a:cxn>
                  <a:cxn ang="0">
                    <a:pos x="223" y="252"/>
                  </a:cxn>
                  <a:cxn ang="0">
                    <a:pos x="252" y="237"/>
                  </a:cxn>
                  <a:cxn ang="0">
                    <a:pos x="282" y="220"/>
                  </a:cxn>
                  <a:cxn ang="0">
                    <a:pos x="313" y="203"/>
                  </a:cxn>
                  <a:cxn ang="0">
                    <a:pos x="343" y="184"/>
                  </a:cxn>
                  <a:cxn ang="0">
                    <a:pos x="373" y="165"/>
                  </a:cxn>
                  <a:cxn ang="0">
                    <a:pos x="402" y="144"/>
                  </a:cxn>
                  <a:cxn ang="0">
                    <a:pos x="430" y="124"/>
                  </a:cxn>
                  <a:cxn ang="0">
                    <a:pos x="456" y="103"/>
                  </a:cxn>
                  <a:cxn ang="0">
                    <a:pos x="480" y="82"/>
                  </a:cxn>
                  <a:cxn ang="0">
                    <a:pos x="503" y="62"/>
                  </a:cxn>
                  <a:cxn ang="0">
                    <a:pos x="524" y="41"/>
                  </a:cxn>
                  <a:cxn ang="0">
                    <a:pos x="541" y="20"/>
                  </a:cxn>
                  <a:cxn ang="0">
                    <a:pos x="555" y="0"/>
                  </a:cxn>
                  <a:cxn ang="0">
                    <a:pos x="531" y="47"/>
                  </a:cxn>
                  <a:cxn ang="0">
                    <a:pos x="505" y="90"/>
                  </a:cxn>
                  <a:cxn ang="0">
                    <a:pos x="476" y="132"/>
                  </a:cxn>
                  <a:cxn ang="0">
                    <a:pos x="443" y="172"/>
                  </a:cxn>
                  <a:cxn ang="0">
                    <a:pos x="411" y="210"/>
                  </a:cxn>
                  <a:cxn ang="0">
                    <a:pos x="376" y="246"/>
                  </a:cxn>
                  <a:cxn ang="0">
                    <a:pos x="340" y="279"/>
                  </a:cxn>
                  <a:cxn ang="0">
                    <a:pos x="302" y="310"/>
                  </a:cxn>
                  <a:cxn ang="0">
                    <a:pos x="264" y="340"/>
                  </a:cxn>
                  <a:cxn ang="0">
                    <a:pos x="226" y="369"/>
                  </a:cxn>
                  <a:cxn ang="0">
                    <a:pos x="187" y="394"/>
                  </a:cxn>
                  <a:cxn ang="0">
                    <a:pos x="149" y="419"/>
                  </a:cxn>
                  <a:cxn ang="0">
                    <a:pos x="109" y="440"/>
                  </a:cxn>
                  <a:cxn ang="0">
                    <a:pos x="73" y="461"/>
                  </a:cxn>
                  <a:cxn ang="0">
                    <a:pos x="36" y="480"/>
                  </a:cxn>
                  <a:cxn ang="0">
                    <a:pos x="0" y="497"/>
                  </a:cxn>
                </a:cxnLst>
                <a:rect l="0" t="0" r="r" b="b"/>
                <a:pathLst>
                  <a:path w="555" h="497">
                    <a:moveTo>
                      <a:pt x="0" y="497"/>
                    </a:moveTo>
                    <a:lnTo>
                      <a:pt x="13" y="485"/>
                    </a:lnTo>
                    <a:lnTo>
                      <a:pt x="25" y="473"/>
                    </a:lnTo>
                    <a:lnTo>
                      <a:pt x="36" y="461"/>
                    </a:lnTo>
                    <a:lnTo>
                      <a:pt x="46" y="450"/>
                    </a:lnTo>
                    <a:lnTo>
                      <a:pt x="56" y="438"/>
                    </a:lnTo>
                    <a:lnTo>
                      <a:pt x="65" y="427"/>
                    </a:lnTo>
                    <a:lnTo>
                      <a:pt x="73" y="415"/>
                    </a:lnTo>
                    <a:lnTo>
                      <a:pt x="81" y="404"/>
                    </a:lnTo>
                    <a:lnTo>
                      <a:pt x="90" y="389"/>
                    </a:lnTo>
                    <a:lnTo>
                      <a:pt x="99" y="375"/>
                    </a:lnTo>
                    <a:lnTo>
                      <a:pt x="107" y="360"/>
                    </a:lnTo>
                    <a:lnTo>
                      <a:pt x="114" y="346"/>
                    </a:lnTo>
                    <a:lnTo>
                      <a:pt x="122" y="332"/>
                    </a:lnTo>
                    <a:lnTo>
                      <a:pt x="129" y="317"/>
                    </a:lnTo>
                    <a:lnTo>
                      <a:pt x="136" y="303"/>
                    </a:lnTo>
                    <a:lnTo>
                      <a:pt x="143" y="288"/>
                    </a:lnTo>
                    <a:lnTo>
                      <a:pt x="168" y="278"/>
                    </a:lnTo>
                    <a:lnTo>
                      <a:pt x="195" y="265"/>
                    </a:lnTo>
                    <a:lnTo>
                      <a:pt x="223" y="252"/>
                    </a:lnTo>
                    <a:lnTo>
                      <a:pt x="252" y="237"/>
                    </a:lnTo>
                    <a:lnTo>
                      <a:pt x="282" y="220"/>
                    </a:lnTo>
                    <a:lnTo>
                      <a:pt x="313" y="203"/>
                    </a:lnTo>
                    <a:lnTo>
                      <a:pt x="343" y="184"/>
                    </a:lnTo>
                    <a:lnTo>
                      <a:pt x="373" y="165"/>
                    </a:lnTo>
                    <a:lnTo>
                      <a:pt x="402" y="144"/>
                    </a:lnTo>
                    <a:lnTo>
                      <a:pt x="430" y="124"/>
                    </a:lnTo>
                    <a:lnTo>
                      <a:pt x="456" y="103"/>
                    </a:lnTo>
                    <a:lnTo>
                      <a:pt x="480" y="82"/>
                    </a:lnTo>
                    <a:lnTo>
                      <a:pt x="503" y="62"/>
                    </a:lnTo>
                    <a:lnTo>
                      <a:pt x="524" y="41"/>
                    </a:lnTo>
                    <a:lnTo>
                      <a:pt x="541" y="20"/>
                    </a:lnTo>
                    <a:lnTo>
                      <a:pt x="555" y="0"/>
                    </a:lnTo>
                    <a:lnTo>
                      <a:pt x="531" y="47"/>
                    </a:lnTo>
                    <a:lnTo>
                      <a:pt x="505" y="90"/>
                    </a:lnTo>
                    <a:lnTo>
                      <a:pt x="476" y="132"/>
                    </a:lnTo>
                    <a:lnTo>
                      <a:pt x="443" y="172"/>
                    </a:lnTo>
                    <a:lnTo>
                      <a:pt x="411" y="210"/>
                    </a:lnTo>
                    <a:lnTo>
                      <a:pt x="376" y="246"/>
                    </a:lnTo>
                    <a:lnTo>
                      <a:pt x="340" y="279"/>
                    </a:lnTo>
                    <a:lnTo>
                      <a:pt x="302" y="310"/>
                    </a:lnTo>
                    <a:lnTo>
                      <a:pt x="264" y="340"/>
                    </a:lnTo>
                    <a:lnTo>
                      <a:pt x="226" y="369"/>
                    </a:lnTo>
                    <a:lnTo>
                      <a:pt x="187" y="394"/>
                    </a:lnTo>
                    <a:lnTo>
                      <a:pt x="149" y="419"/>
                    </a:lnTo>
                    <a:lnTo>
                      <a:pt x="109" y="440"/>
                    </a:lnTo>
                    <a:lnTo>
                      <a:pt x="73" y="461"/>
                    </a:lnTo>
                    <a:lnTo>
                      <a:pt x="36" y="480"/>
                    </a:lnTo>
                    <a:lnTo>
                      <a:pt x="0" y="497"/>
                    </a:lnTo>
                    <a:close/>
                  </a:path>
                </a:pathLst>
              </a:custGeom>
              <a:grpFill/>
              <a:ln w="9525">
                <a:noFill/>
                <a:round/>
                <a:headEnd/>
                <a:tailEnd/>
              </a:ln>
            </p:spPr>
            <p:txBody>
              <a:bodyPr/>
              <a:lstStyle/>
              <a:p>
                <a:pPr algn="ctr">
                  <a:defRPr/>
                </a:pPr>
                <a:endParaRPr lang="en-US" sz="900" dirty="0"/>
              </a:p>
            </p:txBody>
          </p:sp>
          <p:sp>
            <p:nvSpPr>
              <p:cNvPr id="30" name="Freeform 29"/>
              <p:cNvSpPr>
                <a:spLocks/>
              </p:cNvSpPr>
              <p:nvPr/>
            </p:nvSpPr>
            <p:spPr bwMode="auto">
              <a:xfrm>
                <a:off x="3197" y="2149"/>
                <a:ext cx="256" cy="365"/>
              </a:xfrm>
              <a:custGeom>
                <a:avLst/>
                <a:gdLst/>
                <a:ahLst/>
                <a:cxnLst>
                  <a:cxn ang="0">
                    <a:pos x="488" y="240"/>
                  </a:cxn>
                  <a:cxn ang="0">
                    <a:pos x="474" y="277"/>
                  </a:cxn>
                  <a:cxn ang="0">
                    <a:pos x="457" y="313"/>
                  </a:cxn>
                  <a:cxn ang="0">
                    <a:pos x="437" y="350"/>
                  </a:cxn>
                  <a:cxn ang="0">
                    <a:pos x="415" y="384"/>
                  </a:cxn>
                  <a:cxn ang="0">
                    <a:pos x="391" y="419"/>
                  </a:cxn>
                  <a:cxn ang="0">
                    <a:pos x="365" y="453"/>
                  </a:cxn>
                  <a:cxn ang="0">
                    <a:pos x="336" y="486"/>
                  </a:cxn>
                  <a:cxn ang="0">
                    <a:pos x="305" y="518"/>
                  </a:cxn>
                  <a:cxn ang="0">
                    <a:pos x="273" y="549"/>
                  </a:cxn>
                  <a:cxn ang="0">
                    <a:pos x="238" y="579"/>
                  </a:cxn>
                  <a:cxn ang="0">
                    <a:pos x="202" y="608"/>
                  </a:cxn>
                  <a:cxn ang="0">
                    <a:pos x="164" y="635"/>
                  </a:cxn>
                  <a:cxn ang="0">
                    <a:pos x="125" y="662"/>
                  </a:cxn>
                  <a:cxn ang="0">
                    <a:pos x="85" y="686"/>
                  </a:cxn>
                  <a:cxn ang="0">
                    <a:pos x="42" y="709"/>
                  </a:cxn>
                  <a:cxn ang="0">
                    <a:pos x="0" y="731"/>
                  </a:cxn>
                  <a:cxn ang="0">
                    <a:pos x="12" y="704"/>
                  </a:cxn>
                  <a:cxn ang="0">
                    <a:pos x="23" y="677"/>
                  </a:cxn>
                  <a:cxn ang="0">
                    <a:pos x="33" y="650"/>
                  </a:cxn>
                  <a:cxn ang="0">
                    <a:pos x="42" y="624"/>
                  </a:cxn>
                  <a:cxn ang="0">
                    <a:pos x="50" y="599"/>
                  </a:cxn>
                  <a:cxn ang="0">
                    <a:pos x="57" y="572"/>
                  </a:cxn>
                  <a:cxn ang="0">
                    <a:pos x="64" y="547"/>
                  </a:cxn>
                  <a:cxn ang="0">
                    <a:pos x="70" y="520"/>
                  </a:cxn>
                  <a:cxn ang="0">
                    <a:pos x="78" y="474"/>
                  </a:cxn>
                  <a:cxn ang="0">
                    <a:pos x="85" y="428"/>
                  </a:cxn>
                  <a:cxn ang="0">
                    <a:pos x="91" y="382"/>
                  </a:cxn>
                  <a:cxn ang="0">
                    <a:pos x="96" y="335"/>
                  </a:cxn>
                  <a:cxn ang="0">
                    <a:pos x="130" y="319"/>
                  </a:cxn>
                  <a:cxn ang="0">
                    <a:pos x="163" y="301"/>
                  </a:cxn>
                  <a:cxn ang="0">
                    <a:pos x="197" y="283"/>
                  </a:cxn>
                  <a:cxn ang="0">
                    <a:pos x="230" y="265"/>
                  </a:cxn>
                  <a:cxn ang="0">
                    <a:pos x="262" y="246"/>
                  </a:cxn>
                  <a:cxn ang="0">
                    <a:pos x="293" y="227"/>
                  </a:cxn>
                  <a:cxn ang="0">
                    <a:pos x="324" y="206"/>
                  </a:cxn>
                  <a:cxn ang="0">
                    <a:pos x="353" y="185"/>
                  </a:cxn>
                  <a:cxn ang="0">
                    <a:pos x="381" y="163"/>
                  </a:cxn>
                  <a:cxn ang="0">
                    <a:pos x="406" y="141"/>
                  </a:cxn>
                  <a:cxn ang="0">
                    <a:pos x="430" y="119"/>
                  </a:cxn>
                  <a:cxn ang="0">
                    <a:pos x="452" y="96"/>
                  </a:cxn>
                  <a:cxn ang="0">
                    <a:pos x="471" y="73"/>
                  </a:cxn>
                  <a:cxn ang="0">
                    <a:pos x="487" y="49"/>
                  </a:cxn>
                  <a:cxn ang="0">
                    <a:pos x="501" y="25"/>
                  </a:cxn>
                  <a:cxn ang="0">
                    <a:pos x="511" y="0"/>
                  </a:cxn>
                  <a:cxn ang="0">
                    <a:pos x="511" y="3"/>
                  </a:cxn>
                  <a:cxn ang="0">
                    <a:pos x="511" y="5"/>
                  </a:cxn>
                  <a:cxn ang="0">
                    <a:pos x="511" y="9"/>
                  </a:cxn>
                  <a:cxn ang="0">
                    <a:pos x="511" y="11"/>
                  </a:cxn>
                  <a:cxn ang="0">
                    <a:pos x="510" y="70"/>
                  </a:cxn>
                  <a:cxn ang="0">
                    <a:pos x="505" y="128"/>
                  </a:cxn>
                  <a:cxn ang="0">
                    <a:pos x="498" y="184"/>
                  </a:cxn>
                  <a:cxn ang="0">
                    <a:pos x="488" y="240"/>
                  </a:cxn>
                </a:cxnLst>
                <a:rect l="0" t="0" r="r" b="b"/>
                <a:pathLst>
                  <a:path w="511" h="731">
                    <a:moveTo>
                      <a:pt x="488" y="240"/>
                    </a:moveTo>
                    <a:lnTo>
                      <a:pt x="474" y="277"/>
                    </a:lnTo>
                    <a:lnTo>
                      <a:pt x="457" y="313"/>
                    </a:lnTo>
                    <a:lnTo>
                      <a:pt x="437" y="350"/>
                    </a:lnTo>
                    <a:lnTo>
                      <a:pt x="415" y="384"/>
                    </a:lnTo>
                    <a:lnTo>
                      <a:pt x="391" y="419"/>
                    </a:lnTo>
                    <a:lnTo>
                      <a:pt x="365" y="453"/>
                    </a:lnTo>
                    <a:lnTo>
                      <a:pt x="336" y="486"/>
                    </a:lnTo>
                    <a:lnTo>
                      <a:pt x="305" y="518"/>
                    </a:lnTo>
                    <a:lnTo>
                      <a:pt x="273" y="549"/>
                    </a:lnTo>
                    <a:lnTo>
                      <a:pt x="238" y="579"/>
                    </a:lnTo>
                    <a:lnTo>
                      <a:pt x="202" y="608"/>
                    </a:lnTo>
                    <a:lnTo>
                      <a:pt x="164" y="635"/>
                    </a:lnTo>
                    <a:lnTo>
                      <a:pt x="125" y="662"/>
                    </a:lnTo>
                    <a:lnTo>
                      <a:pt x="85" y="686"/>
                    </a:lnTo>
                    <a:lnTo>
                      <a:pt x="42" y="709"/>
                    </a:lnTo>
                    <a:lnTo>
                      <a:pt x="0" y="731"/>
                    </a:lnTo>
                    <a:lnTo>
                      <a:pt x="12" y="704"/>
                    </a:lnTo>
                    <a:lnTo>
                      <a:pt x="23" y="677"/>
                    </a:lnTo>
                    <a:lnTo>
                      <a:pt x="33" y="650"/>
                    </a:lnTo>
                    <a:lnTo>
                      <a:pt x="42" y="624"/>
                    </a:lnTo>
                    <a:lnTo>
                      <a:pt x="50" y="599"/>
                    </a:lnTo>
                    <a:lnTo>
                      <a:pt x="57" y="572"/>
                    </a:lnTo>
                    <a:lnTo>
                      <a:pt x="64" y="547"/>
                    </a:lnTo>
                    <a:lnTo>
                      <a:pt x="70" y="520"/>
                    </a:lnTo>
                    <a:lnTo>
                      <a:pt x="78" y="474"/>
                    </a:lnTo>
                    <a:lnTo>
                      <a:pt x="85" y="428"/>
                    </a:lnTo>
                    <a:lnTo>
                      <a:pt x="91" y="382"/>
                    </a:lnTo>
                    <a:lnTo>
                      <a:pt x="96" y="335"/>
                    </a:lnTo>
                    <a:lnTo>
                      <a:pt x="130" y="319"/>
                    </a:lnTo>
                    <a:lnTo>
                      <a:pt x="163" y="301"/>
                    </a:lnTo>
                    <a:lnTo>
                      <a:pt x="197" y="283"/>
                    </a:lnTo>
                    <a:lnTo>
                      <a:pt x="230" y="265"/>
                    </a:lnTo>
                    <a:lnTo>
                      <a:pt x="262" y="246"/>
                    </a:lnTo>
                    <a:lnTo>
                      <a:pt x="293" y="227"/>
                    </a:lnTo>
                    <a:lnTo>
                      <a:pt x="324" y="206"/>
                    </a:lnTo>
                    <a:lnTo>
                      <a:pt x="353" y="185"/>
                    </a:lnTo>
                    <a:lnTo>
                      <a:pt x="381" y="163"/>
                    </a:lnTo>
                    <a:lnTo>
                      <a:pt x="406" y="141"/>
                    </a:lnTo>
                    <a:lnTo>
                      <a:pt x="430" y="119"/>
                    </a:lnTo>
                    <a:lnTo>
                      <a:pt x="452" y="96"/>
                    </a:lnTo>
                    <a:lnTo>
                      <a:pt x="471" y="73"/>
                    </a:lnTo>
                    <a:lnTo>
                      <a:pt x="487" y="49"/>
                    </a:lnTo>
                    <a:lnTo>
                      <a:pt x="501" y="25"/>
                    </a:lnTo>
                    <a:lnTo>
                      <a:pt x="511" y="0"/>
                    </a:lnTo>
                    <a:lnTo>
                      <a:pt x="511" y="3"/>
                    </a:lnTo>
                    <a:lnTo>
                      <a:pt x="511" y="5"/>
                    </a:lnTo>
                    <a:lnTo>
                      <a:pt x="511" y="9"/>
                    </a:lnTo>
                    <a:lnTo>
                      <a:pt x="511" y="11"/>
                    </a:lnTo>
                    <a:lnTo>
                      <a:pt x="510" y="70"/>
                    </a:lnTo>
                    <a:lnTo>
                      <a:pt x="505" y="128"/>
                    </a:lnTo>
                    <a:lnTo>
                      <a:pt x="498" y="184"/>
                    </a:lnTo>
                    <a:lnTo>
                      <a:pt x="488" y="240"/>
                    </a:lnTo>
                    <a:close/>
                  </a:path>
                </a:pathLst>
              </a:custGeom>
              <a:grpFill/>
              <a:ln w="9525">
                <a:noFill/>
                <a:round/>
                <a:headEnd/>
                <a:tailEnd/>
              </a:ln>
            </p:spPr>
            <p:txBody>
              <a:bodyPr/>
              <a:lstStyle/>
              <a:p>
                <a:pPr algn="ctr">
                  <a:defRPr/>
                </a:pPr>
                <a:endParaRPr lang="en-US" sz="900" dirty="0"/>
              </a:p>
            </p:txBody>
          </p:sp>
        </p:grpSp>
        <p:sp>
          <p:nvSpPr>
            <p:cNvPr id="7" name="TextBox 6"/>
            <p:cNvSpPr txBox="1"/>
            <p:nvPr/>
          </p:nvSpPr>
          <p:spPr>
            <a:xfrm>
              <a:off x="5392212" y="3200454"/>
              <a:ext cx="1728014" cy="419122"/>
            </a:xfrm>
            <a:prstGeom prst="rect">
              <a:avLst/>
            </a:prstGeom>
            <a:noFill/>
          </p:spPr>
          <p:txBody>
            <a:bodyPr wrap="none">
              <a:spAutoFit/>
            </a:bodyPr>
            <a:lstStyle/>
            <a:p>
              <a:pPr algn="ctr">
                <a:defRPr/>
              </a:pPr>
              <a:r>
                <a:rPr lang="en-US" sz="1000" dirty="0">
                  <a:latin typeface="Garamond" pitchFamily="18" charset="0"/>
                </a:rPr>
                <a:t>Bock Consulting</a:t>
              </a:r>
            </a:p>
          </p:txBody>
        </p:sp>
      </p:grpSp>
      <p:sp>
        <p:nvSpPr>
          <p:cNvPr id="9" name="Title 8"/>
          <p:cNvSpPr>
            <a:spLocks noGrp="1"/>
          </p:cNvSpPr>
          <p:nvPr>
            <p:ph type="ctrTitle"/>
          </p:nvPr>
        </p:nvSpPr>
        <p:spPr>
          <a:xfrm>
            <a:off x="502920" y="2775745"/>
            <a:ext cx="8229600" cy="2167128"/>
          </a:xfrm>
        </p:spPr>
        <p:txBody>
          <a:bodyPr tIns="0" bIns="0" anchor="t"/>
          <a:lstStyle>
            <a:lvl1pPr>
              <a:defRPr sz="5000" cap="all" baseline="0">
                <a:effectLst>
                  <a:outerShdw blurRad="30000" dist="30000" dir="2700000" algn="tl" rotWithShape="0">
                    <a:schemeClr val="bg2">
                      <a:shade val="45000"/>
                      <a:satMod val="150000"/>
                      <a:alpha val="90000"/>
                    </a:schemeClr>
                  </a:outerShdw>
                  <a:reflection blurRad="12000" stA="25000" endPos="49000" dist="5000" dir="5400000" sy="-100000" algn="bl" rotWithShape="0"/>
                </a:effectLst>
              </a:defRPr>
            </a:lvl1pPr>
          </a:lstStyle>
          <a:p>
            <a:r>
              <a:rPr lang="en-US" smtClean="0"/>
              <a:t>Click to edit Master title style</a:t>
            </a:r>
            <a:endParaRPr lang="en-US" dirty="0"/>
          </a:p>
        </p:txBody>
      </p:sp>
      <p:sp>
        <p:nvSpPr>
          <p:cNvPr id="17" name="Subtitle 16"/>
          <p:cNvSpPr>
            <a:spLocks noGrp="1"/>
          </p:cNvSpPr>
          <p:nvPr>
            <p:ph type="subTitle" idx="1"/>
          </p:nvPr>
        </p:nvSpPr>
        <p:spPr>
          <a:xfrm>
            <a:off x="500064" y="1559720"/>
            <a:ext cx="5105400" cy="1219200"/>
          </a:xfrm>
        </p:spPr>
        <p:txBody>
          <a:bodyPr lIns="0" tIns="0" rIns="0" bIns="0" anchor="b"/>
          <a:lstStyle>
            <a:lvl1pPr marL="0" indent="0" algn="l">
              <a:buNone/>
              <a:defRPr sz="19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dirty="0"/>
          </a:p>
        </p:txBody>
      </p:sp>
      <p:sp>
        <p:nvSpPr>
          <p:cNvPr id="31" name="Date Placeholder 29"/>
          <p:cNvSpPr>
            <a:spLocks noGrp="1"/>
          </p:cNvSpPr>
          <p:nvPr>
            <p:ph type="dt" sz="half" idx="10"/>
          </p:nvPr>
        </p:nvSpPr>
        <p:spPr/>
        <p:txBody>
          <a:bodyPr/>
          <a:lstStyle>
            <a:lvl1pPr>
              <a:defRPr/>
            </a:lvl1pPr>
          </a:lstStyle>
          <a:p>
            <a:pPr>
              <a:defRPr/>
            </a:pPr>
            <a:endParaRPr lang="en-US" dirty="0"/>
          </a:p>
        </p:txBody>
      </p:sp>
      <p:sp>
        <p:nvSpPr>
          <p:cNvPr id="32" name="Footer Placeholder 18"/>
          <p:cNvSpPr>
            <a:spLocks noGrp="1"/>
          </p:cNvSpPr>
          <p:nvPr>
            <p:ph type="ftr" sz="quarter" idx="11"/>
          </p:nvPr>
        </p:nvSpPr>
        <p:spPr/>
        <p:txBody>
          <a:bodyPr/>
          <a:lstStyle>
            <a:lvl1pPr>
              <a:defRPr/>
            </a:lvl1pPr>
          </a:lstStyle>
          <a:p>
            <a:pPr>
              <a:defRPr/>
            </a:pPr>
            <a:endParaRPr lang="en-US" dirty="0"/>
          </a:p>
        </p:txBody>
      </p:sp>
      <p:sp>
        <p:nvSpPr>
          <p:cNvPr id="33" name="Slide Number Placeholder 26"/>
          <p:cNvSpPr>
            <a:spLocks noGrp="1"/>
          </p:cNvSpPr>
          <p:nvPr>
            <p:ph type="sldNum" sz="quarter" idx="12"/>
          </p:nvPr>
        </p:nvSpPr>
        <p:spPr/>
        <p:txBody>
          <a:bodyPr/>
          <a:lstStyle>
            <a:lvl1pPr>
              <a:defRPr/>
            </a:lvl1pPr>
          </a:lstStyle>
          <a:p>
            <a:pPr>
              <a:defRPr/>
            </a:pPr>
            <a:fld id="{79F49E98-BADC-436C-BBCD-5A4006ADB8F4}" type="slidenum">
              <a:rPr lang="en-US"/>
              <a:pPr>
                <a:defRPr/>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8504D133-BB0A-4883-B0AD-98B6D67268A4}" type="slidenum">
              <a:rPr lang="en-US"/>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dirty="0">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dirty="0">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5EDA3FC5-39A5-420F-A4B8-D27CF23303C2}" type="slidenum">
              <a:rPr lang="en-US">
                <a:solidFill>
                  <a:srgbClr val="000000"/>
                </a:solidFill>
              </a:rPr>
              <a:pPr>
                <a:defRPr/>
              </a:pPr>
              <a:t>‹#›</a:t>
            </a:fld>
            <a:endParaRPr lang="en-US" dirty="0">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8.xml"/><Relationship Id="rId1" Type="http://schemas.openxmlformats.org/officeDocument/2006/relationships/slideLayout" Target="../slideLayouts/slideLayout17.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C2D0AD51-DAB9-424E-B6AF-56B77925989A}" type="datetimeFigureOut">
              <a:rPr lang="en-US" smtClean="0"/>
              <a:pPr/>
              <a:t>7/1/2010</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9CA0413B-214A-4034-9587-84159DDC6117}"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 2"/>
          <p:cNvGrpSpPr>
            <a:grpSpLocks/>
          </p:cNvGrpSpPr>
          <p:nvPr/>
        </p:nvGrpSpPr>
        <p:grpSpPr bwMode="auto">
          <a:xfrm>
            <a:off x="0" y="0"/>
            <a:ext cx="7620000" cy="6858000"/>
            <a:chOff x="0" y="0"/>
            <a:chExt cx="4800" cy="4320"/>
          </a:xfrm>
        </p:grpSpPr>
        <p:grpSp>
          <p:nvGrpSpPr>
            <p:cNvPr id="3" name="Group 3"/>
            <p:cNvGrpSpPr>
              <a:grpSpLocks/>
            </p:cNvGrpSpPr>
            <p:nvPr userDrawn="1"/>
          </p:nvGrpSpPr>
          <p:grpSpPr bwMode="auto">
            <a:xfrm>
              <a:off x="0" y="0"/>
              <a:ext cx="2016" cy="4320"/>
              <a:chOff x="0" y="0"/>
              <a:chExt cx="2016" cy="4320"/>
            </a:xfrm>
          </p:grpSpPr>
          <p:sp>
            <p:nvSpPr>
              <p:cNvPr id="4100" name="Rectangle 4"/>
              <p:cNvSpPr>
                <a:spLocks noChangeArrowheads="1"/>
              </p:cNvSpPr>
              <p:nvPr userDrawn="1"/>
            </p:nvSpPr>
            <p:spPr bwMode="auto">
              <a:xfrm>
                <a:off x="0" y="0"/>
                <a:ext cx="480" cy="4320"/>
              </a:xfrm>
              <a:prstGeom prst="rect">
                <a:avLst/>
              </a:prstGeom>
              <a:solidFill>
                <a:schemeClr val="accent2"/>
              </a:solidFill>
              <a:ln w="9525">
                <a:noFill/>
                <a:miter lim="800000"/>
                <a:headEnd/>
                <a:tailEnd/>
              </a:ln>
              <a:effectLst/>
            </p:spPr>
            <p:txBody>
              <a:bodyPr wrap="none" anchor="ctr"/>
              <a:lstStyle/>
              <a:p>
                <a:pPr>
                  <a:defRPr/>
                </a:pPr>
                <a:endParaRPr lang="en-US"/>
              </a:p>
            </p:txBody>
          </p:sp>
          <p:sp>
            <p:nvSpPr>
              <p:cNvPr id="4101" name="Freeform 5"/>
              <p:cNvSpPr>
                <a:spLocks/>
              </p:cNvSpPr>
              <p:nvPr userDrawn="1"/>
            </p:nvSpPr>
            <p:spPr bwMode="auto">
              <a:xfrm>
                <a:off x="288" y="0"/>
                <a:ext cx="1728" cy="735"/>
              </a:xfrm>
              <a:custGeom>
                <a:avLst/>
                <a:gdLst/>
                <a:ahLst/>
                <a:cxnLst>
                  <a:cxn ang="0">
                    <a:pos x="1728" y="0"/>
                  </a:cxn>
                  <a:cxn ang="0">
                    <a:pos x="1728" y="480"/>
                  </a:cxn>
                  <a:cxn ang="0">
                    <a:pos x="380" y="482"/>
                  </a:cxn>
                  <a:cxn ang="0">
                    <a:pos x="354" y="480"/>
                  </a:cxn>
                  <a:cxn ang="0">
                    <a:pos x="308" y="489"/>
                  </a:cxn>
                  <a:cxn ang="0">
                    <a:pos x="246" y="531"/>
                  </a:cxn>
                  <a:cxn ang="0">
                    <a:pos x="206" y="597"/>
                  </a:cxn>
                  <a:cxn ang="0">
                    <a:pos x="192" y="666"/>
                  </a:cxn>
                  <a:cxn ang="0">
                    <a:pos x="192" y="735"/>
                  </a:cxn>
                  <a:cxn ang="0">
                    <a:pos x="0" y="735"/>
                  </a:cxn>
                  <a:cxn ang="0">
                    <a:pos x="0" y="480"/>
                  </a:cxn>
                  <a:cxn ang="0">
                    <a:pos x="0" y="0"/>
                  </a:cxn>
                  <a:cxn ang="0">
                    <a:pos x="1728" y="0"/>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w="9525" cap="flat" cmpd="sng">
                <a:noFill/>
                <a:prstDash val="solid"/>
                <a:miter lim="800000"/>
                <a:headEnd type="none" w="med" len="med"/>
                <a:tailEnd type="none" w="med" len="med"/>
              </a:ln>
              <a:effectLst/>
            </p:spPr>
            <p:txBody>
              <a:bodyPr wrap="none"/>
              <a:lstStyle/>
              <a:p>
                <a:pPr>
                  <a:defRPr/>
                </a:pPr>
                <a:endParaRPr lang="en-US"/>
              </a:p>
            </p:txBody>
          </p:sp>
        </p:grpSp>
        <p:grpSp>
          <p:nvGrpSpPr>
            <p:cNvPr id="4" name="Group 6"/>
            <p:cNvGrpSpPr>
              <a:grpSpLocks/>
            </p:cNvGrpSpPr>
            <p:nvPr/>
          </p:nvGrpSpPr>
          <p:grpSpPr bwMode="auto">
            <a:xfrm>
              <a:off x="144" y="1248"/>
              <a:ext cx="4656" cy="201"/>
              <a:chOff x="144" y="1248"/>
              <a:chExt cx="4656" cy="201"/>
            </a:xfrm>
          </p:grpSpPr>
          <p:sp>
            <p:nvSpPr>
              <p:cNvPr id="4103" name="AutoShape 7"/>
              <p:cNvSpPr>
                <a:spLocks noChangeArrowheads="1"/>
              </p:cNvSpPr>
              <p:nvPr/>
            </p:nvSpPr>
            <p:spPr bwMode="auto">
              <a:xfrm>
                <a:off x="384" y="1248"/>
                <a:ext cx="4416" cy="200"/>
              </a:xfrm>
              <a:prstGeom prst="roundRect">
                <a:avLst>
                  <a:gd name="adj" fmla="val 0"/>
                </a:avLst>
              </a:prstGeom>
              <a:solidFill>
                <a:schemeClr val="hlink"/>
              </a:solidFill>
              <a:ln w="9525">
                <a:noFill/>
                <a:round/>
                <a:headEnd/>
                <a:tailEnd/>
              </a:ln>
              <a:effectLst/>
            </p:spPr>
            <p:txBody>
              <a:bodyPr wrap="none" anchor="ctr"/>
              <a:lstStyle/>
              <a:p>
                <a:pPr>
                  <a:defRPr/>
                </a:pPr>
                <a:endParaRPr lang="en-US"/>
              </a:p>
            </p:txBody>
          </p:sp>
          <p:sp>
            <p:nvSpPr>
              <p:cNvPr id="4104" name="AutoShape 8"/>
              <p:cNvSpPr>
                <a:spLocks noChangeArrowheads="1"/>
              </p:cNvSpPr>
              <p:nvPr/>
            </p:nvSpPr>
            <p:spPr bwMode="auto">
              <a:xfrm flipH="1">
                <a:off x="144" y="1248"/>
                <a:ext cx="248" cy="201"/>
              </a:xfrm>
              <a:prstGeom prst="flowChartDelay">
                <a:avLst/>
              </a:prstGeom>
              <a:solidFill>
                <a:schemeClr val="hlink"/>
              </a:solidFill>
              <a:ln w="9525">
                <a:noFill/>
                <a:miter lim="800000"/>
                <a:headEnd/>
                <a:tailEnd/>
              </a:ln>
              <a:effectLst/>
            </p:spPr>
            <p:txBody>
              <a:bodyPr wrap="none" anchor="ctr"/>
              <a:lstStyle/>
              <a:p>
                <a:pPr>
                  <a:defRPr/>
                </a:pPr>
                <a:endParaRPr lang="en-US"/>
              </a:p>
            </p:txBody>
          </p:sp>
        </p:grpSp>
      </p:grpSp>
      <p:sp>
        <p:nvSpPr>
          <p:cNvPr id="1027" name="AutoShape 9"/>
          <p:cNvSpPr>
            <a:spLocks noGrp="1" noChangeArrowheads="1"/>
          </p:cNvSpPr>
          <p:nvPr>
            <p:ph type="title"/>
          </p:nvPr>
        </p:nvSpPr>
        <p:spPr bwMode="auto">
          <a:xfrm>
            <a:off x="762000" y="762000"/>
            <a:ext cx="7924800" cy="1143000"/>
          </a:xfrm>
          <a:prstGeom prst="roundRect">
            <a:avLst>
              <a:gd name="adj" fmla="val 21667"/>
            </a:avLst>
          </a:prstGeom>
          <a:noFill/>
          <a:ln w="9525">
            <a:noFill/>
            <a:round/>
            <a:headEnd/>
            <a:tailEnd/>
          </a:ln>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1028" name="Rectangle 10"/>
          <p:cNvSpPr>
            <a:spLocks noGrp="1" noChangeArrowheads="1"/>
          </p:cNvSpPr>
          <p:nvPr>
            <p:ph type="body" idx="1"/>
          </p:nvPr>
        </p:nvSpPr>
        <p:spPr bwMode="auto">
          <a:xfrm>
            <a:off x="838200" y="2362200"/>
            <a:ext cx="7693025" cy="3724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107" name="Rectangle 11"/>
          <p:cNvSpPr>
            <a:spLocks noGrp="1" noChangeArrowheads="1"/>
          </p:cNvSpPr>
          <p:nvPr>
            <p:ph type="dt" sz="half" idx="2"/>
          </p:nvPr>
        </p:nvSpPr>
        <p:spPr bwMode="auto">
          <a:xfrm>
            <a:off x="2438400" y="6248400"/>
            <a:ext cx="2130425" cy="4746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lvl1pPr>
          </a:lstStyle>
          <a:p>
            <a:pPr>
              <a:defRPr/>
            </a:pPr>
            <a:endParaRPr lang="en-US"/>
          </a:p>
        </p:txBody>
      </p:sp>
      <p:sp>
        <p:nvSpPr>
          <p:cNvPr id="4108" name="Rectangle 12"/>
          <p:cNvSpPr>
            <a:spLocks noGrp="1" noChangeArrowheads="1"/>
          </p:cNvSpPr>
          <p:nvPr>
            <p:ph type="ftr" sz="quarter" idx="3"/>
          </p:nvPr>
        </p:nvSpPr>
        <p:spPr bwMode="auto">
          <a:xfrm>
            <a:off x="5791200" y="6248400"/>
            <a:ext cx="2897188" cy="4746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vl1pPr>
          </a:lstStyle>
          <a:p>
            <a:pPr>
              <a:defRPr/>
            </a:pPr>
            <a:endParaRPr lang="en-US"/>
          </a:p>
        </p:txBody>
      </p:sp>
      <p:sp>
        <p:nvSpPr>
          <p:cNvPr id="4109" name="Rectangle 13"/>
          <p:cNvSpPr>
            <a:spLocks noGrp="1" noChangeArrowheads="1"/>
          </p:cNvSpPr>
          <p:nvPr>
            <p:ph type="sldNum" sz="quarter" idx="4"/>
          </p:nvPr>
        </p:nvSpPr>
        <p:spPr bwMode="auto">
          <a:xfrm>
            <a:off x="84138" y="6242050"/>
            <a:ext cx="587375" cy="488950"/>
          </a:xfrm>
          <a:prstGeom prst="rect">
            <a:avLst/>
          </a:prstGeom>
          <a:noFill/>
          <a:ln w="9525">
            <a:noFill/>
            <a:miter lim="800000"/>
            <a:headEnd/>
            <a:tailEnd/>
          </a:ln>
          <a:effectLst/>
        </p:spPr>
        <p:txBody>
          <a:bodyPr vert="horz" wrap="square" lIns="91440" tIns="45720" rIns="91440" bIns="45720" numCol="1" anchor="b" anchorCtr="1" compatLnSpc="1">
            <a:prstTxWarp prst="textNoShape">
              <a:avLst/>
            </a:prstTxWarp>
          </a:bodyPr>
          <a:lstStyle>
            <a:lvl1pPr eaLnBrk="1" hangingPunct="1">
              <a:defRPr sz="2600" b="1">
                <a:solidFill>
                  <a:schemeClr val="bg1"/>
                </a:solidFill>
              </a:defRPr>
            </a:lvl1pPr>
          </a:lstStyle>
          <a:p>
            <a:pPr>
              <a:defRPr/>
            </a:pPr>
            <a:fld id="{AB9DBDF1-132C-4B58-98A7-6A22AE33D5C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Lst>
  <p:txStyles>
    <p:titleStyle>
      <a:lvl1pPr algn="l" rtl="0" eaLnBrk="0" fontAlgn="base" hangingPunct="0">
        <a:lnSpc>
          <a:spcPct val="90000"/>
        </a:lnSpc>
        <a:spcBef>
          <a:spcPct val="0"/>
        </a:spcBef>
        <a:spcAft>
          <a:spcPct val="0"/>
        </a:spcAft>
        <a:defRPr sz="3600" b="1">
          <a:solidFill>
            <a:schemeClr val="tx2"/>
          </a:solidFill>
          <a:latin typeface="+mj-lt"/>
          <a:ea typeface="+mj-ea"/>
          <a:cs typeface="+mj-cs"/>
        </a:defRPr>
      </a:lvl1pPr>
      <a:lvl2pPr algn="l" rtl="0" eaLnBrk="0" fontAlgn="base" hangingPunct="0">
        <a:lnSpc>
          <a:spcPct val="90000"/>
        </a:lnSpc>
        <a:spcBef>
          <a:spcPct val="0"/>
        </a:spcBef>
        <a:spcAft>
          <a:spcPct val="0"/>
        </a:spcAft>
        <a:defRPr sz="3600" b="1">
          <a:solidFill>
            <a:schemeClr val="tx2"/>
          </a:solidFill>
          <a:latin typeface="Arial" charset="0"/>
        </a:defRPr>
      </a:lvl2pPr>
      <a:lvl3pPr algn="l" rtl="0" eaLnBrk="0" fontAlgn="base" hangingPunct="0">
        <a:lnSpc>
          <a:spcPct val="90000"/>
        </a:lnSpc>
        <a:spcBef>
          <a:spcPct val="0"/>
        </a:spcBef>
        <a:spcAft>
          <a:spcPct val="0"/>
        </a:spcAft>
        <a:defRPr sz="3600" b="1">
          <a:solidFill>
            <a:schemeClr val="tx2"/>
          </a:solidFill>
          <a:latin typeface="Arial" charset="0"/>
        </a:defRPr>
      </a:lvl3pPr>
      <a:lvl4pPr algn="l" rtl="0" eaLnBrk="0" fontAlgn="base" hangingPunct="0">
        <a:lnSpc>
          <a:spcPct val="90000"/>
        </a:lnSpc>
        <a:spcBef>
          <a:spcPct val="0"/>
        </a:spcBef>
        <a:spcAft>
          <a:spcPct val="0"/>
        </a:spcAft>
        <a:defRPr sz="3600" b="1">
          <a:solidFill>
            <a:schemeClr val="tx2"/>
          </a:solidFill>
          <a:latin typeface="Arial" charset="0"/>
        </a:defRPr>
      </a:lvl4pPr>
      <a:lvl5pPr algn="l" rtl="0" eaLnBrk="0" fontAlgn="base" hangingPunct="0">
        <a:lnSpc>
          <a:spcPct val="90000"/>
        </a:lnSpc>
        <a:spcBef>
          <a:spcPct val="0"/>
        </a:spcBef>
        <a:spcAft>
          <a:spcPct val="0"/>
        </a:spcAft>
        <a:defRPr sz="3600" b="1">
          <a:solidFill>
            <a:schemeClr val="tx2"/>
          </a:solidFill>
          <a:latin typeface="Arial" charset="0"/>
        </a:defRPr>
      </a:lvl5pPr>
      <a:lvl6pPr marL="457200" algn="l" rtl="0" fontAlgn="base">
        <a:lnSpc>
          <a:spcPct val="90000"/>
        </a:lnSpc>
        <a:spcBef>
          <a:spcPct val="0"/>
        </a:spcBef>
        <a:spcAft>
          <a:spcPct val="0"/>
        </a:spcAft>
        <a:defRPr sz="3600" b="1">
          <a:solidFill>
            <a:schemeClr val="tx2"/>
          </a:solidFill>
          <a:latin typeface="Arial" charset="0"/>
        </a:defRPr>
      </a:lvl6pPr>
      <a:lvl7pPr marL="914400" algn="l" rtl="0" fontAlgn="base">
        <a:lnSpc>
          <a:spcPct val="90000"/>
        </a:lnSpc>
        <a:spcBef>
          <a:spcPct val="0"/>
        </a:spcBef>
        <a:spcAft>
          <a:spcPct val="0"/>
        </a:spcAft>
        <a:defRPr sz="3600" b="1">
          <a:solidFill>
            <a:schemeClr val="tx2"/>
          </a:solidFill>
          <a:latin typeface="Arial" charset="0"/>
        </a:defRPr>
      </a:lvl7pPr>
      <a:lvl8pPr marL="1371600" algn="l" rtl="0" fontAlgn="base">
        <a:lnSpc>
          <a:spcPct val="90000"/>
        </a:lnSpc>
        <a:spcBef>
          <a:spcPct val="0"/>
        </a:spcBef>
        <a:spcAft>
          <a:spcPct val="0"/>
        </a:spcAft>
        <a:defRPr sz="3600" b="1">
          <a:solidFill>
            <a:schemeClr val="tx2"/>
          </a:solidFill>
          <a:latin typeface="Arial" charset="0"/>
        </a:defRPr>
      </a:lvl8pPr>
      <a:lvl9pPr marL="1828800" algn="l" rtl="0" fontAlgn="base">
        <a:lnSpc>
          <a:spcPct val="90000"/>
        </a:lnSpc>
        <a:spcBef>
          <a:spcPct val="0"/>
        </a:spcBef>
        <a:spcAft>
          <a:spcPct val="0"/>
        </a:spcAft>
        <a:defRPr sz="3600" b="1">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75000"/>
        <a:buChar char="–"/>
        <a:defRPr sz="2400">
          <a:solidFill>
            <a:schemeClr val="tx1"/>
          </a:solidFill>
          <a:latin typeface="+mn-lt"/>
        </a:defRPr>
      </a:lvl2pPr>
      <a:lvl3pPr marL="1143000" indent="-228600" algn="l" rtl="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mn-lt"/>
        </a:defRPr>
      </a:lvl3pPr>
      <a:lvl4pPr marL="1600200" indent="-228600" algn="l" rtl="0" eaLnBrk="0" fontAlgn="base" hangingPunct="0">
        <a:spcBef>
          <a:spcPct val="20000"/>
        </a:spcBef>
        <a:spcAft>
          <a:spcPct val="0"/>
        </a:spcAft>
        <a:buClr>
          <a:schemeClr val="tx1"/>
        </a:buClr>
        <a:buSzPct val="80000"/>
        <a:buChar char="–"/>
        <a:defRPr>
          <a:solidFill>
            <a:schemeClr val="tx1"/>
          </a:solidFill>
          <a:latin typeface="+mn-lt"/>
        </a:defRPr>
      </a:lvl4pPr>
      <a:lvl5pPr marL="2057400" indent="-228600" algn="l" rtl="0" eaLnBrk="0" fontAlgn="base" hangingPunct="0">
        <a:spcBef>
          <a:spcPct val="20000"/>
        </a:spcBef>
        <a:spcAft>
          <a:spcPct val="0"/>
        </a:spcAft>
        <a:buClr>
          <a:schemeClr val="tx1"/>
        </a:buClr>
        <a:buSzPct val="65000"/>
        <a:buFont typeface="Wingdings" pitchFamily="2" charset="2"/>
        <a:buChar char="l"/>
        <a:defRPr>
          <a:solidFill>
            <a:schemeClr val="tx1"/>
          </a:solidFill>
          <a:latin typeface="+mn-lt"/>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lang="en-US"/>
          </a:p>
        </p:txBody>
      </p:sp>
      <p:sp>
        <p:nvSpPr>
          <p:cNvPr id="8" name="Text Placeholder 7"/>
          <p:cNvSpPr>
            <a:spLocks noGrp="1"/>
          </p:cNvSpPr>
          <p:nvPr>
            <p:ph type="body" idx="1"/>
          </p:nvPr>
        </p:nvSpPr>
        <p:spPr>
          <a:xfrm>
            <a:off x="304800" y="1554162"/>
            <a:ext cx="8686800" cy="4525963"/>
          </a:xfrm>
          <a:prstGeom prst="rect">
            <a:avLst/>
          </a:prstGeom>
        </p:spPr>
        <p:txBody>
          <a:bodyPr vert="horz">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Date Placeholder 10"/>
          <p:cNvSpPr>
            <a:spLocks noGrp="1"/>
          </p:cNvSpPr>
          <p:nvPr>
            <p:ph type="dt" sz="half" idx="2"/>
          </p:nvPr>
        </p:nvSpPr>
        <p:spPr>
          <a:xfrm>
            <a:off x="6477000" y="76200"/>
            <a:ext cx="2514600" cy="288925"/>
          </a:xfrm>
          <a:prstGeom prst="rect">
            <a:avLst/>
          </a:prstGeom>
        </p:spPr>
        <p:txBody>
          <a:bodyPr vert="horz"/>
          <a:lstStyle>
            <a:lvl1pPr algn="l">
              <a:defRPr sz="1200">
                <a:solidFill>
                  <a:schemeClr val="accent1">
                    <a:shade val="75000"/>
                  </a:schemeClr>
                </a:solidFill>
              </a:defRPr>
            </a:lvl1pPr>
          </a:lstStyle>
          <a:p>
            <a:pPr algn="l"/>
            <a:fld id="{4C8A7A92-D244-4C94-97DC-00C50A8E32A7}" type="datetime2">
              <a:rPr lang="en-US" smtClean="0"/>
              <a:pPr algn="l"/>
              <a:t>Thursday, July 01, 2010</a:t>
            </a:fld>
            <a:endParaRPr lang="en-US" dirty="0">
              <a:solidFill>
                <a:schemeClr val="accent1">
                  <a:shade val="75000"/>
                </a:schemeClr>
              </a:solidFill>
            </a:endParaRPr>
          </a:p>
        </p:txBody>
      </p:sp>
      <p:sp>
        <p:nvSpPr>
          <p:cNvPr id="28" name="Footer Placeholder 27"/>
          <p:cNvSpPr>
            <a:spLocks noGrp="1"/>
          </p:cNvSpPr>
          <p:nvPr>
            <p:ph type="ftr" sz="quarter" idx="3"/>
          </p:nvPr>
        </p:nvSpPr>
        <p:spPr>
          <a:xfrm>
            <a:off x="3124200" y="76200"/>
            <a:ext cx="3352800" cy="288925"/>
          </a:xfrm>
          <a:prstGeom prst="rect">
            <a:avLst/>
          </a:prstGeom>
        </p:spPr>
        <p:txBody>
          <a:bodyPr vert="horz"/>
          <a:lstStyle>
            <a:lvl1pPr algn="r">
              <a:defRPr sz="1200">
                <a:solidFill>
                  <a:schemeClr val="accent1">
                    <a:shade val="75000"/>
                  </a:schemeClr>
                </a:solidFill>
              </a:defRPr>
            </a:lvl1pPr>
          </a:lstStyle>
          <a:p>
            <a:pPr algn="r"/>
            <a:endParaRPr lang="en-US" dirty="0">
              <a:solidFill>
                <a:schemeClr val="accent1">
                  <a:shade val="75000"/>
                </a:schemeClr>
              </a:solidFill>
            </a:endParaRPr>
          </a:p>
        </p:txBody>
      </p:sp>
      <p:sp>
        <p:nvSpPr>
          <p:cNvPr id="5" name="Slide Number Placeholder 4"/>
          <p:cNvSpPr>
            <a:spLocks noGrp="1"/>
          </p:cNvSpPr>
          <p:nvPr>
            <p:ph type="sldNum" sz="quarter" idx="4"/>
          </p:nvPr>
        </p:nvSpPr>
        <p:spPr>
          <a:xfrm>
            <a:off x="8229600" y="6477000"/>
            <a:ext cx="762000" cy="244475"/>
          </a:xfrm>
          <a:prstGeom prst="rect">
            <a:avLst/>
          </a:prstGeom>
        </p:spPr>
        <p:txBody>
          <a:bodyPr vert="horz"/>
          <a:lstStyle>
            <a:lvl1pPr algn="r">
              <a:defRPr sz="1200">
                <a:solidFill>
                  <a:schemeClr val="accent1">
                    <a:shade val="75000"/>
                  </a:schemeClr>
                </a:solidFill>
              </a:defRPr>
            </a:lvl1pPr>
          </a:lstStyle>
          <a:p>
            <a:fld id="{CF7A2BDD-D331-44F0-96AA-4FB4ED497064}" type="slidenum">
              <a:rPr lang="en-US" smtClean="0">
                <a:solidFill>
                  <a:schemeClr val="accent1">
                    <a:shade val="75000"/>
                  </a:schemeClr>
                </a:solidFill>
              </a:rPr>
              <a:pPr/>
              <a:t>‹#›</a:t>
            </a:fld>
            <a:endParaRPr lang="en-US" dirty="0">
              <a:solidFill>
                <a:schemeClr val="accent1">
                  <a:shade val="75000"/>
                </a:schemeClr>
              </a:solidFill>
            </a:endParaRPr>
          </a:p>
        </p:txBody>
      </p:sp>
      <p:sp>
        <p:nvSpPr>
          <p:cNvPr id="10" name="Title Placeholder 9"/>
          <p:cNvSpPr>
            <a:spLocks noGrp="1"/>
          </p:cNvSpPr>
          <p:nvPr>
            <p:ph type="title"/>
          </p:nvPr>
        </p:nvSpPr>
        <p:spPr>
          <a:xfrm>
            <a:off x="304800" y="457200"/>
            <a:ext cx="8686800" cy="838200"/>
          </a:xfrm>
          <a:prstGeom prst="rect">
            <a:avLst/>
          </a:prstGeom>
        </p:spPr>
        <p:txBody>
          <a:bodyPr vert="horz" anchor="ctr">
            <a:normAutofit/>
          </a:bodyPr>
          <a:lstStyle/>
          <a:p>
            <a:r>
              <a:rPr lang="en-US" smtClean="0"/>
              <a:t>Click to edit Master title style</a:t>
            </a:r>
            <a:endParaRPr lang="en-US" dirty="0"/>
          </a:p>
        </p:txBody>
      </p:sp>
      <p:sp>
        <p:nvSpPr>
          <p:cNvPr id="9" name="Straight Connector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lang="en-US"/>
          </a:p>
        </p:txBody>
      </p:sp>
      <p:sp>
        <p:nvSpPr>
          <p:cNvPr id="12" name="Straight Connector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lang="en-US"/>
          </a:p>
        </p:txBody>
      </p:sp>
    </p:spTree>
  </p:cSld>
  <p:clrMap bg1="lt1" tx1="dk1" bg2="lt2" tx2="dk2" accent1="accent1" accent2="accent2" accent3="accent3" accent4="accent4" accent5="accent5" accent6="accent6" hlink="hlink" folHlink="folHlink"/>
  <p:sldLayoutIdLst>
    <p:sldLayoutId id="2147483773" r:id="rId1"/>
    <p:sldLayoutId id="2147483774" r:id="rId2"/>
  </p:sldLayoutIdLst>
  <p:txStyles>
    <p:titleStyle>
      <a:lvl1pPr algn="l" rtl="0" eaLnBrk="1" latinLnBrk="0" hangingPunct="1">
        <a:spcBef>
          <a:spcPct val="0"/>
        </a:spcBef>
        <a:buNone/>
        <a:defRPr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a:buChar char=""/>
        <a:defRPr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a:buChar char=""/>
        <a:defRPr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a:buChar char=""/>
        <a:defRPr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a:buChar char=""/>
        <a:defRPr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a:buChar char=""/>
        <a:defRPr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sz="1400" kern="1200" baseline="0">
          <a:solidFill>
            <a:schemeClr val="tx2"/>
          </a:solidFill>
          <a:latin typeface="+mn-lt"/>
          <a:ea typeface="+mn-ea"/>
          <a:cs typeface="+mn-cs"/>
        </a:defRPr>
      </a:lvl9pPr>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Flowchart: Document 6"/>
          <p:cNvSpPr/>
          <p:nvPr/>
        </p:nvSpPr>
        <p:spPr>
          <a:xfrm rot="10800000">
            <a:off x="1" y="1142899"/>
            <a:ext cx="9144000" cy="5562705"/>
          </a:xfrm>
          <a:custGeom>
            <a:avLst/>
            <a:gdLst>
              <a:gd name="connsiteX0" fmla="*/ 0 w 21600"/>
              <a:gd name="connsiteY0" fmla="*/ 0 h 19378"/>
              <a:gd name="connsiteX1" fmla="*/ 21600 w 21600"/>
              <a:gd name="connsiteY1" fmla="*/ 0 h 19378"/>
              <a:gd name="connsiteX2" fmla="*/ 21600 w 21600"/>
              <a:gd name="connsiteY2" fmla="*/ 17322 h 19378"/>
              <a:gd name="connsiteX3" fmla="*/ 0 w 21600"/>
              <a:gd name="connsiteY3" fmla="*/ 19378 h 19378"/>
              <a:gd name="connsiteX4" fmla="*/ 0 w 21600"/>
              <a:gd name="connsiteY4" fmla="*/ 0 h 19378"/>
              <a:gd name="connsiteX0" fmla="*/ 0 w 21600"/>
              <a:gd name="connsiteY0" fmla="*/ 0 h 19378"/>
              <a:gd name="connsiteX1" fmla="*/ 21600 w 21600"/>
              <a:gd name="connsiteY1" fmla="*/ 0 h 19378"/>
              <a:gd name="connsiteX2" fmla="*/ 21600 w 21600"/>
              <a:gd name="connsiteY2" fmla="*/ 17322 h 19378"/>
              <a:gd name="connsiteX3" fmla="*/ 0 w 21600"/>
              <a:gd name="connsiteY3" fmla="*/ 19378 h 19378"/>
              <a:gd name="connsiteX4" fmla="*/ 0 w 21600"/>
              <a:gd name="connsiteY4" fmla="*/ 0 h 19378"/>
              <a:gd name="connsiteX0" fmla="*/ 0 w 21600"/>
              <a:gd name="connsiteY0" fmla="*/ 0 h 19378"/>
              <a:gd name="connsiteX1" fmla="*/ 21600 w 21600"/>
              <a:gd name="connsiteY1" fmla="*/ 0 h 19378"/>
              <a:gd name="connsiteX2" fmla="*/ 21600 w 21600"/>
              <a:gd name="connsiteY2" fmla="*/ 17322 h 19378"/>
              <a:gd name="connsiteX3" fmla="*/ 0 w 21600"/>
              <a:gd name="connsiteY3" fmla="*/ 19378 h 19378"/>
              <a:gd name="connsiteX4" fmla="*/ 0 w 21600"/>
              <a:gd name="connsiteY4" fmla="*/ 0 h 19378"/>
              <a:gd name="connsiteX0" fmla="*/ 0 w 21600"/>
              <a:gd name="connsiteY0" fmla="*/ 0 h 19974"/>
              <a:gd name="connsiteX1" fmla="*/ 21600 w 21600"/>
              <a:gd name="connsiteY1" fmla="*/ 0 h 19974"/>
              <a:gd name="connsiteX2" fmla="*/ 21600 w 21600"/>
              <a:gd name="connsiteY2" fmla="*/ 17322 h 19974"/>
              <a:gd name="connsiteX3" fmla="*/ 0 w 21600"/>
              <a:gd name="connsiteY3" fmla="*/ 19974 h 19974"/>
              <a:gd name="connsiteX4" fmla="*/ 0 w 21600"/>
              <a:gd name="connsiteY4" fmla="*/ 0 h 19974"/>
              <a:gd name="connsiteX0" fmla="*/ 0 w 21600"/>
              <a:gd name="connsiteY0" fmla="*/ 0 h 19974"/>
              <a:gd name="connsiteX1" fmla="*/ 21600 w 21600"/>
              <a:gd name="connsiteY1" fmla="*/ 0 h 19974"/>
              <a:gd name="connsiteX2" fmla="*/ 21600 w 21600"/>
              <a:gd name="connsiteY2" fmla="*/ 17322 h 19974"/>
              <a:gd name="connsiteX3" fmla="*/ 0 w 21600"/>
              <a:gd name="connsiteY3" fmla="*/ 19974 h 19974"/>
              <a:gd name="connsiteX4" fmla="*/ 0 w 21600"/>
              <a:gd name="connsiteY4" fmla="*/ 0 h 19974"/>
              <a:gd name="connsiteX0" fmla="*/ 0 w 21600"/>
              <a:gd name="connsiteY0" fmla="*/ 0 h 19974"/>
              <a:gd name="connsiteX1" fmla="*/ 21600 w 21600"/>
              <a:gd name="connsiteY1" fmla="*/ 0 h 19974"/>
              <a:gd name="connsiteX2" fmla="*/ 21600 w 21600"/>
              <a:gd name="connsiteY2" fmla="*/ 17322 h 19974"/>
              <a:gd name="connsiteX3" fmla="*/ 0 w 21600"/>
              <a:gd name="connsiteY3" fmla="*/ 19974 h 19974"/>
              <a:gd name="connsiteX4" fmla="*/ 0 w 21600"/>
              <a:gd name="connsiteY4" fmla="*/ 0 h 19974"/>
              <a:gd name="connsiteX0" fmla="*/ 0 w 21600"/>
              <a:gd name="connsiteY0" fmla="*/ 0 h 20252"/>
              <a:gd name="connsiteX1" fmla="*/ 21600 w 21600"/>
              <a:gd name="connsiteY1" fmla="*/ 0 h 20252"/>
              <a:gd name="connsiteX2" fmla="*/ 21600 w 21600"/>
              <a:gd name="connsiteY2" fmla="*/ 17322 h 20252"/>
              <a:gd name="connsiteX3" fmla="*/ 0 w 21600"/>
              <a:gd name="connsiteY3" fmla="*/ 20252 h 20252"/>
              <a:gd name="connsiteX4" fmla="*/ 0 w 21600"/>
              <a:gd name="connsiteY4" fmla="*/ 0 h 20252"/>
              <a:gd name="connsiteX0" fmla="*/ 0 w 21600"/>
              <a:gd name="connsiteY0" fmla="*/ 0 h 20252"/>
              <a:gd name="connsiteX1" fmla="*/ 21600 w 21600"/>
              <a:gd name="connsiteY1" fmla="*/ 0 h 20252"/>
              <a:gd name="connsiteX2" fmla="*/ 21600 w 21600"/>
              <a:gd name="connsiteY2" fmla="*/ 17322 h 20252"/>
              <a:gd name="connsiteX3" fmla="*/ 0 w 21600"/>
              <a:gd name="connsiteY3" fmla="*/ 20252 h 20252"/>
              <a:gd name="connsiteX4" fmla="*/ 0 w 21600"/>
              <a:gd name="connsiteY4" fmla="*/ 0 h 20252"/>
            </a:gdLst>
            <a:ahLst/>
            <a:cxnLst>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Lst>
            <a:rect l="l" t="t" r="r" b="b"/>
            <a:pathLst>
              <a:path w="21600" h="20252">
                <a:moveTo>
                  <a:pt x="0" y="0"/>
                </a:moveTo>
                <a:lnTo>
                  <a:pt x="21600" y="0"/>
                </a:lnTo>
                <a:lnTo>
                  <a:pt x="21600" y="17322"/>
                </a:lnTo>
                <a:cubicBezTo>
                  <a:pt x="10800" y="17322"/>
                  <a:pt x="10056" y="24231"/>
                  <a:pt x="0" y="20252"/>
                </a:cubicBezTo>
                <a:lnTo>
                  <a:pt x="0" y="0"/>
                </a:lnTo>
                <a:close/>
              </a:path>
            </a:pathLst>
          </a:custGeom>
          <a:gradFill>
            <a:gsLst>
              <a:gs pos="100000">
                <a:schemeClr val="bg2">
                  <a:tint val="55000"/>
                  <a:satMod val="1800000"/>
                  <a:alpha val="55000"/>
                </a:schemeClr>
              </a:gs>
              <a:gs pos="65000">
                <a:schemeClr val="bg2">
                  <a:shade val="100000"/>
                  <a:satMod val="600000"/>
                  <a:alpha val="0"/>
                </a:schemeClr>
              </a:gs>
            </a:gsLst>
            <a:lin ang="4800000" scaled="1"/>
          </a:gradFill>
          <a:ln w="317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8" name="Flowchart: Document 7"/>
          <p:cNvSpPr/>
          <p:nvPr/>
        </p:nvSpPr>
        <p:spPr>
          <a:xfrm rot="10800000">
            <a:off x="1" y="1341133"/>
            <a:ext cx="9144000" cy="4480425"/>
          </a:xfrm>
          <a:custGeom>
            <a:avLst/>
            <a:gdLst>
              <a:gd name="connsiteX0" fmla="*/ 0 w 21600"/>
              <a:gd name="connsiteY0" fmla="*/ 0 h 18944"/>
              <a:gd name="connsiteX1" fmla="*/ 21600 w 21600"/>
              <a:gd name="connsiteY1" fmla="*/ 0 h 18944"/>
              <a:gd name="connsiteX2" fmla="*/ 21600 w 21600"/>
              <a:gd name="connsiteY2" fmla="*/ 17322 h 18944"/>
              <a:gd name="connsiteX3" fmla="*/ 0 w 21600"/>
              <a:gd name="connsiteY3" fmla="*/ 18944 h 18944"/>
              <a:gd name="connsiteX4" fmla="*/ 0 w 21600"/>
              <a:gd name="connsiteY4" fmla="*/ 0 h 18944"/>
              <a:gd name="connsiteX0" fmla="*/ 0 w 21600"/>
              <a:gd name="connsiteY0" fmla="*/ 0 h 18944"/>
              <a:gd name="connsiteX1" fmla="*/ 21600 w 21600"/>
              <a:gd name="connsiteY1" fmla="*/ 0 h 18944"/>
              <a:gd name="connsiteX2" fmla="*/ 21600 w 21600"/>
              <a:gd name="connsiteY2" fmla="*/ 17322 h 18944"/>
              <a:gd name="connsiteX3" fmla="*/ 0 w 21600"/>
              <a:gd name="connsiteY3" fmla="*/ 18944 h 18944"/>
              <a:gd name="connsiteX4" fmla="*/ 0 w 21600"/>
              <a:gd name="connsiteY4" fmla="*/ 0 h 18944"/>
              <a:gd name="connsiteX0" fmla="*/ 0 w 21600"/>
              <a:gd name="connsiteY0" fmla="*/ 0 h 19350"/>
              <a:gd name="connsiteX1" fmla="*/ 21600 w 21600"/>
              <a:gd name="connsiteY1" fmla="*/ 0 h 19350"/>
              <a:gd name="connsiteX2" fmla="*/ 21600 w 21600"/>
              <a:gd name="connsiteY2" fmla="*/ 17322 h 19350"/>
              <a:gd name="connsiteX3" fmla="*/ 0 w 21600"/>
              <a:gd name="connsiteY3" fmla="*/ 19350 h 19350"/>
              <a:gd name="connsiteX4" fmla="*/ 0 w 21600"/>
              <a:gd name="connsiteY4" fmla="*/ 0 h 19350"/>
              <a:gd name="connsiteX0" fmla="*/ 0 w 21600"/>
              <a:gd name="connsiteY0" fmla="*/ 0 h 19350"/>
              <a:gd name="connsiteX1" fmla="*/ 21600 w 21600"/>
              <a:gd name="connsiteY1" fmla="*/ 0 h 19350"/>
              <a:gd name="connsiteX2" fmla="*/ 21600 w 21600"/>
              <a:gd name="connsiteY2" fmla="*/ 17322 h 19350"/>
              <a:gd name="connsiteX3" fmla="*/ 0 w 21600"/>
              <a:gd name="connsiteY3" fmla="*/ 19350 h 19350"/>
              <a:gd name="connsiteX4" fmla="*/ 0 w 21600"/>
              <a:gd name="connsiteY4" fmla="*/ 0 h 19350"/>
              <a:gd name="connsiteX0" fmla="*/ 0 w 21600"/>
              <a:gd name="connsiteY0" fmla="*/ 0 h 19350"/>
              <a:gd name="connsiteX1" fmla="*/ 21600 w 21600"/>
              <a:gd name="connsiteY1" fmla="*/ 0 h 19350"/>
              <a:gd name="connsiteX2" fmla="*/ 21600 w 21600"/>
              <a:gd name="connsiteY2" fmla="*/ 17322 h 19350"/>
              <a:gd name="connsiteX3" fmla="*/ 0 w 21600"/>
              <a:gd name="connsiteY3" fmla="*/ 19350 h 19350"/>
              <a:gd name="connsiteX4" fmla="*/ 0 w 21600"/>
              <a:gd name="connsiteY4" fmla="*/ 0 h 19350"/>
              <a:gd name="connsiteX0" fmla="*/ 0 w 21600"/>
              <a:gd name="connsiteY0" fmla="*/ 0 h 19350"/>
              <a:gd name="connsiteX1" fmla="*/ 21600 w 21600"/>
              <a:gd name="connsiteY1" fmla="*/ 0 h 19350"/>
              <a:gd name="connsiteX2" fmla="*/ 21600 w 21600"/>
              <a:gd name="connsiteY2" fmla="*/ 17322 h 19350"/>
              <a:gd name="connsiteX3" fmla="*/ 0 w 21600"/>
              <a:gd name="connsiteY3" fmla="*/ 19350 h 19350"/>
              <a:gd name="connsiteX4" fmla="*/ 0 w 21600"/>
              <a:gd name="connsiteY4" fmla="*/ 0 h 19350"/>
              <a:gd name="connsiteX0" fmla="*/ 0 w 21600"/>
              <a:gd name="connsiteY0" fmla="*/ 0 h 19691"/>
              <a:gd name="connsiteX1" fmla="*/ 21600 w 21600"/>
              <a:gd name="connsiteY1" fmla="*/ 0 h 19691"/>
              <a:gd name="connsiteX2" fmla="*/ 21600 w 21600"/>
              <a:gd name="connsiteY2" fmla="*/ 17322 h 19691"/>
              <a:gd name="connsiteX3" fmla="*/ 0 w 21600"/>
              <a:gd name="connsiteY3" fmla="*/ 19691 h 19691"/>
              <a:gd name="connsiteX4" fmla="*/ 0 w 21600"/>
              <a:gd name="connsiteY4" fmla="*/ 0 h 19691"/>
              <a:gd name="connsiteX0" fmla="*/ 0 w 21600"/>
              <a:gd name="connsiteY0" fmla="*/ 0 h 19691"/>
              <a:gd name="connsiteX1" fmla="*/ 21600 w 21600"/>
              <a:gd name="connsiteY1" fmla="*/ 0 h 19691"/>
              <a:gd name="connsiteX2" fmla="*/ 21600 w 21600"/>
              <a:gd name="connsiteY2" fmla="*/ 17322 h 19691"/>
              <a:gd name="connsiteX3" fmla="*/ 0 w 21600"/>
              <a:gd name="connsiteY3" fmla="*/ 19691 h 19691"/>
              <a:gd name="connsiteX4" fmla="*/ 0 w 21600"/>
              <a:gd name="connsiteY4" fmla="*/ 0 h 19691"/>
              <a:gd name="connsiteX0" fmla="*/ 0 w 21600"/>
              <a:gd name="connsiteY0" fmla="*/ 0 h 20032"/>
              <a:gd name="connsiteX1" fmla="*/ 21600 w 21600"/>
              <a:gd name="connsiteY1" fmla="*/ 0 h 20032"/>
              <a:gd name="connsiteX2" fmla="*/ 21600 w 21600"/>
              <a:gd name="connsiteY2" fmla="*/ 17322 h 20032"/>
              <a:gd name="connsiteX3" fmla="*/ 0 w 21600"/>
              <a:gd name="connsiteY3" fmla="*/ 20032 h 20032"/>
              <a:gd name="connsiteX4" fmla="*/ 0 w 21600"/>
              <a:gd name="connsiteY4" fmla="*/ 0 h 20032"/>
              <a:gd name="connsiteX0" fmla="*/ 0 w 21600"/>
              <a:gd name="connsiteY0" fmla="*/ 0 h 20032"/>
              <a:gd name="connsiteX1" fmla="*/ 21600 w 21600"/>
              <a:gd name="connsiteY1" fmla="*/ 0 h 20032"/>
              <a:gd name="connsiteX2" fmla="*/ 21600 w 21600"/>
              <a:gd name="connsiteY2" fmla="*/ 17322 h 20032"/>
              <a:gd name="connsiteX3" fmla="*/ 0 w 21600"/>
              <a:gd name="connsiteY3" fmla="*/ 20032 h 20032"/>
              <a:gd name="connsiteX4" fmla="*/ 0 w 21600"/>
              <a:gd name="connsiteY4" fmla="*/ 0 h 20032"/>
              <a:gd name="connsiteX0" fmla="*/ 0 w 21600"/>
              <a:gd name="connsiteY0" fmla="*/ 0 h 20032"/>
              <a:gd name="connsiteX1" fmla="*/ 21600 w 21600"/>
              <a:gd name="connsiteY1" fmla="*/ 0 h 20032"/>
              <a:gd name="connsiteX2" fmla="*/ 21600 w 21600"/>
              <a:gd name="connsiteY2" fmla="*/ 17322 h 20032"/>
              <a:gd name="connsiteX3" fmla="*/ 0 w 21600"/>
              <a:gd name="connsiteY3" fmla="*/ 20032 h 20032"/>
              <a:gd name="connsiteX4" fmla="*/ 0 w 21600"/>
              <a:gd name="connsiteY4" fmla="*/ 0 h 20032"/>
              <a:gd name="connsiteX0" fmla="*/ 0 w 21600"/>
              <a:gd name="connsiteY0" fmla="*/ 0 h 20032"/>
              <a:gd name="connsiteX1" fmla="*/ 21600 w 21600"/>
              <a:gd name="connsiteY1" fmla="*/ 0 h 20032"/>
              <a:gd name="connsiteX2" fmla="*/ 21600 w 21600"/>
              <a:gd name="connsiteY2" fmla="*/ 17322 h 20032"/>
              <a:gd name="connsiteX3" fmla="*/ 0 w 21600"/>
              <a:gd name="connsiteY3" fmla="*/ 20032 h 20032"/>
              <a:gd name="connsiteX4" fmla="*/ 0 w 21600"/>
              <a:gd name="connsiteY4" fmla="*/ 0 h 20032"/>
              <a:gd name="connsiteX0" fmla="*/ 0 w 21600"/>
              <a:gd name="connsiteY0" fmla="*/ 0 h 20032"/>
              <a:gd name="connsiteX1" fmla="*/ 21600 w 21600"/>
              <a:gd name="connsiteY1" fmla="*/ 0 h 20032"/>
              <a:gd name="connsiteX2" fmla="*/ 21600 w 21600"/>
              <a:gd name="connsiteY2" fmla="*/ 17322 h 20032"/>
              <a:gd name="connsiteX3" fmla="*/ 0 w 21600"/>
              <a:gd name="connsiteY3" fmla="*/ 20032 h 20032"/>
              <a:gd name="connsiteX4" fmla="*/ 0 w 21600"/>
              <a:gd name="connsiteY4" fmla="*/ 0 h 20032"/>
            </a:gdLst>
            <a:ahLst/>
            <a:cxnLst>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 ang="0">
                <a:pos x="connsiteX0" y="connsiteY0"/>
              </a:cxn>
              <a:cxn ang="0">
                <a:pos x="connsiteX1" y="connsiteY1"/>
              </a:cxn>
              <a:cxn ang="0">
                <a:pos x="connsiteX2" y="connsiteY2"/>
              </a:cxn>
              <a:cxn ang="0">
                <a:pos x="connsiteX3" y="connsiteY3"/>
              </a:cxn>
              <a:cxn ang="0">
                <a:pos x="connsiteX4" y="connsiteY4"/>
              </a:cxn>
            </a:cxnLst>
            <a:rect l="l" t="t" r="r" b="b"/>
            <a:pathLst>
              <a:path w="21600" h="20032">
                <a:moveTo>
                  <a:pt x="0" y="0"/>
                </a:moveTo>
                <a:lnTo>
                  <a:pt x="21600" y="0"/>
                </a:lnTo>
                <a:lnTo>
                  <a:pt x="21600" y="17322"/>
                </a:lnTo>
                <a:cubicBezTo>
                  <a:pt x="10800" y="17322"/>
                  <a:pt x="8684" y="24776"/>
                  <a:pt x="0" y="20032"/>
                </a:cubicBezTo>
                <a:lnTo>
                  <a:pt x="0" y="0"/>
                </a:lnTo>
                <a:close/>
              </a:path>
            </a:pathLst>
          </a:custGeom>
          <a:gradFill>
            <a:gsLst>
              <a:gs pos="100000">
                <a:schemeClr val="bg2">
                  <a:tint val="40000"/>
                  <a:satMod val="1900000"/>
                  <a:alpha val="30000"/>
                </a:schemeClr>
              </a:gs>
              <a:gs pos="65000">
                <a:schemeClr val="bg2">
                  <a:shade val="100000"/>
                  <a:satMod val="600000"/>
                  <a:alpha val="0"/>
                </a:schemeClr>
              </a:gs>
            </a:gsLst>
            <a:lin ang="4800000" scaled="1"/>
          </a:gradFill>
          <a:ln w="317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9" name="Title Placeholder 8"/>
          <p:cNvSpPr>
            <a:spLocks noGrp="1"/>
          </p:cNvSpPr>
          <p:nvPr>
            <p:ph type="title"/>
          </p:nvPr>
        </p:nvSpPr>
        <p:spPr>
          <a:xfrm>
            <a:off x="457200" y="533400"/>
            <a:ext cx="8229600" cy="1524000"/>
          </a:xfrm>
          <a:prstGeom prst="rect">
            <a:avLst/>
          </a:prstGeom>
        </p:spPr>
        <p:txBody>
          <a:bodyPr vert="horz" lIns="0" tIns="9144" rIns="0" bIns="9144" anchor="b">
            <a:normAutofit/>
          </a:bodyPr>
          <a:lstStyle/>
          <a:p>
            <a:r>
              <a:rPr lang="en-US" smtClean="0"/>
              <a:t>Click to edit Master title style</a:t>
            </a:r>
            <a:endParaRPr lang="en-US" dirty="0"/>
          </a:p>
        </p:txBody>
      </p:sp>
      <p:sp>
        <p:nvSpPr>
          <p:cNvPr id="1033" name="Text Placeholder 29"/>
          <p:cNvSpPr>
            <a:spLocks noGrp="1"/>
          </p:cNvSpPr>
          <p:nvPr>
            <p:ph type="body" idx="1"/>
          </p:nvPr>
        </p:nvSpPr>
        <p:spPr bwMode="auto">
          <a:xfrm>
            <a:off x="457200" y="2179638"/>
            <a:ext cx="82296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Date Placeholder 9"/>
          <p:cNvSpPr>
            <a:spLocks noGrp="1"/>
          </p:cNvSpPr>
          <p:nvPr>
            <p:ph type="dt" sz="half" idx="2"/>
          </p:nvPr>
        </p:nvSpPr>
        <p:spPr>
          <a:xfrm>
            <a:off x="457200" y="6356350"/>
            <a:ext cx="1981200" cy="365125"/>
          </a:xfrm>
          <a:prstGeom prst="rect">
            <a:avLst/>
          </a:prstGeom>
        </p:spPr>
        <p:txBody>
          <a:bodyPr vert="horz" anchor="b"/>
          <a:lstStyle>
            <a:lvl1pPr algn="ctr">
              <a:defRPr sz="1200">
                <a:solidFill>
                  <a:schemeClr val="tx2">
                    <a:shade val="50000"/>
                  </a:schemeClr>
                </a:solidFill>
              </a:defRPr>
            </a:lvl1pPr>
          </a:lstStyle>
          <a:p>
            <a:pPr>
              <a:defRPr/>
            </a:pPr>
            <a:endParaRPr lang="en-US" dirty="0"/>
          </a:p>
        </p:txBody>
      </p:sp>
      <p:sp>
        <p:nvSpPr>
          <p:cNvPr id="22" name="Footer Placeholder 21"/>
          <p:cNvSpPr>
            <a:spLocks noGrp="1"/>
          </p:cNvSpPr>
          <p:nvPr>
            <p:ph type="ftr" sz="quarter" idx="3"/>
          </p:nvPr>
        </p:nvSpPr>
        <p:spPr>
          <a:xfrm>
            <a:off x="2438400" y="6356350"/>
            <a:ext cx="2895600" cy="365125"/>
          </a:xfrm>
          <a:prstGeom prst="rect">
            <a:avLst/>
          </a:prstGeom>
        </p:spPr>
        <p:txBody>
          <a:bodyPr vert="horz" lIns="0" anchor="b"/>
          <a:lstStyle>
            <a:lvl1pPr algn="l">
              <a:defRPr sz="1200">
                <a:solidFill>
                  <a:schemeClr val="tx2">
                    <a:shade val="50000"/>
                  </a:schemeClr>
                </a:solidFill>
              </a:defRPr>
            </a:lvl1pPr>
          </a:lstStyle>
          <a:p>
            <a:pPr>
              <a:defRPr/>
            </a:pPr>
            <a:endParaRPr lang="en-US" dirty="0"/>
          </a:p>
        </p:txBody>
      </p:sp>
      <p:sp>
        <p:nvSpPr>
          <p:cNvPr id="18" name="Slide Number Placeholder 17"/>
          <p:cNvSpPr>
            <a:spLocks noGrp="1"/>
          </p:cNvSpPr>
          <p:nvPr>
            <p:ph type="sldNum" sz="quarter" idx="4"/>
          </p:nvPr>
        </p:nvSpPr>
        <p:spPr>
          <a:xfrm>
            <a:off x="8153400" y="6356350"/>
            <a:ext cx="533400" cy="365125"/>
          </a:xfrm>
          <a:prstGeom prst="rect">
            <a:avLst/>
          </a:prstGeom>
        </p:spPr>
        <p:txBody>
          <a:bodyPr vert="horz" lIns="91440" rIns="0" anchor="b"/>
          <a:lstStyle>
            <a:lvl1pPr algn="r">
              <a:defRPr sz="1400">
                <a:solidFill>
                  <a:schemeClr val="tx2">
                    <a:shade val="50000"/>
                  </a:schemeClr>
                </a:solidFill>
              </a:defRPr>
            </a:lvl1pPr>
          </a:lstStyle>
          <a:p>
            <a:pPr>
              <a:defRPr/>
            </a:pPr>
            <a:fld id="{BAF91C4A-1786-4ACC-B9C1-A6771D11FF19}" type="slidenum">
              <a:rPr lang="en-US"/>
              <a:pPr>
                <a:defRPr/>
              </a:pPr>
              <a:t>‹#›</a:t>
            </a:fld>
            <a:endParaRPr lang="en-US" dirty="0"/>
          </a:p>
        </p:txBody>
      </p:sp>
    </p:spTree>
  </p:cSld>
  <p:clrMap bg1="dk1" tx1="lt1" bg2="dk2" tx2="lt2" accent1="accent1" accent2="accent2" accent3="accent3" accent4="accent4" accent5="accent5" accent6="accent6" hlink="hlink" folHlink="folHlink"/>
  <p:sldLayoutIdLst>
    <p:sldLayoutId id="2147483776" r:id="rId1"/>
    <p:sldLayoutId id="2147483777" r:id="rId2"/>
  </p:sldLayoutIdLst>
  <p:txStyles>
    <p:titleStyle>
      <a:lvl1pPr algn="l" rtl="0" eaLnBrk="0" fontAlgn="base" hangingPunct="0">
        <a:spcBef>
          <a:spcPct val="0"/>
        </a:spcBef>
        <a:spcAft>
          <a:spcPct val="0"/>
        </a:spcAft>
        <a:defRPr sz="4800" b="1" kern="1200">
          <a:ln w="500">
            <a:solidFill>
              <a:schemeClr val="tx2">
                <a:shade val="20000"/>
                <a:satMod val="350000"/>
              </a:schemeClr>
            </a:solidFill>
          </a:ln>
          <a:solidFill>
            <a:srgbClr val="FFFFD2"/>
          </a:solidFill>
          <a:effectLst>
            <a:outerShdw blurRad="30000" dist="30000" dir="2700000" algn="tl" rotWithShape="0">
              <a:schemeClr val="bg2">
                <a:shade val="45000"/>
                <a:satMod val="150000"/>
                <a:alpha val="90000"/>
              </a:schemeClr>
            </a:outerShdw>
          </a:effectLst>
          <a:latin typeface="+mj-lt"/>
          <a:ea typeface="+mj-ea"/>
          <a:cs typeface="+mj-cs"/>
        </a:defRPr>
      </a:lvl1pPr>
      <a:lvl2pPr algn="l" rtl="0" eaLnBrk="0" fontAlgn="base" hangingPunct="0">
        <a:spcBef>
          <a:spcPct val="0"/>
        </a:spcBef>
        <a:spcAft>
          <a:spcPct val="0"/>
        </a:spcAft>
        <a:defRPr sz="4800" b="1">
          <a:solidFill>
            <a:srgbClr val="FFFFD2"/>
          </a:solidFill>
          <a:latin typeface="Corbel" pitchFamily="34" charset="0"/>
        </a:defRPr>
      </a:lvl2pPr>
      <a:lvl3pPr algn="l" rtl="0" eaLnBrk="0" fontAlgn="base" hangingPunct="0">
        <a:spcBef>
          <a:spcPct val="0"/>
        </a:spcBef>
        <a:spcAft>
          <a:spcPct val="0"/>
        </a:spcAft>
        <a:defRPr sz="4800" b="1">
          <a:solidFill>
            <a:srgbClr val="FFFFD2"/>
          </a:solidFill>
          <a:latin typeface="Corbel" pitchFamily="34" charset="0"/>
        </a:defRPr>
      </a:lvl3pPr>
      <a:lvl4pPr algn="l" rtl="0" eaLnBrk="0" fontAlgn="base" hangingPunct="0">
        <a:spcBef>
          <a:spcPct val="0"/>
        </a:spcBef>
        <a:spcAft>
          <a:spcPct val="0"/>
        </a:spcAft>
        <a:defRPr sz="4800" b="1">
          <a:solidFill>
            <a:srgbClr val="FFFFD2"/>
          </a:solidFill>
          <a:latin typeface="Corbel" pitchFamily="34" charset="0"/>
        </a:defRPr>
      </a:lvl4pPr>
      <a:lvl5pPr algn="l" rtl="0" eaLnBrk="0" fontAlgn="base" hangingPunct="0">
        <a:spcBef>
          <a:spcPct val="0"/>
        </a:spcBef>
        <a:spcAft>
          <a:spcPct val="0"/>
        </a:spcAft>
        <a:defRPr sz="4800" b="1">
          <a:solidFill>
            <a:srgbClr val="FFFFD2"/>
          </a:solidFill>
          <a:latin typeface="Corbel" pitchFamily="34" charset="0"/>
        </a:defRPr>
      </a:lvl5pPr>
      <a:lvl6pPr marL="457200" algn="l" rtl="0" fontAlgn="base">
        <a:spcBef>
          <a:spcPct val="0"/>
        </a:spcBef>
        <a:spcAft>
          <a:spcPct val="0"/>
        </a:spcAft>
        <a:defRPr sz="4800" b="1">
          <a:solidFill>
            <a:srgbClr val="FFFFD2"/>
          </a:solidFill>
          <a:latin typeface="Corbel" pitchFamily="34" charset="0"/>
        </a:defRPr>
      </a:lvl6pPr>
      <a:lvl7pPr marL="914400" algn="l" rtl="0" fontAlgn="base">
        <a:spcBef>
          <a:spcPct val="0"/>
        </a:spcBef>
        <a:spcAft>
          <a:spcPct val="0"/>
        </a:spcAft>
        <a:defRPr sz="4800" b="1">
          <a:solidFill>
            <a:srgbClr val="FFFFD2"/>
          </a:solidFill>
          <a:latin typeface="Corbel" pitchFamily="34" charset="0"/>
        </a:defRPr>
      </a:lvl7pPr>
      <a:lvl8pPr marL="1371600" algn="l" rtl="0" fontAlgn="base">
        <a:spcBef>
          <a:spcPct val="0"/>
        </a:spcBef>
        <a:spcAft>
          <a:spcPct val="0"/>
        </a:spcAft>
        <a:defRPr sz="4800" b="1">
          <a:solidFill>
            <a:srgbClr val="FFFFD2"/>
          </a:solidFill>
          <a:latin typeface="Corbel" pitchFamily="34" charset="0"/>
        </a:defRPr>
      </a:lvl8pPr>
      <a:lvl9pPr marL="1828800" algn="l" rtl="0" fontAlgn="base">
        <a:spcBef>
          <a:spcPct val="0"/>
        </a:spcBef>
        <a:spcAft>
          <a:spcPct val="0"/>
        </a:spcAft>
        <a:defRPr sz="4800" b="1">
          <a:solidFill>
            <a:srgbClr val="FFFFD2"/>
          </a:solidFill>
          <a:latin typeface="Corbel" pitchFamily="34" charset="0"/>
        </a:defRPr>
      </a:lvl9pPr>
    </p:titleStyle>
    <p:bodyStyle>
      <a:lvl1pPr marL="319088" indent="-319088" algn="l" rtl="0" eaLnBrk="0" fontAlgn="base" hangingPunct="0">
        <a:spcBef>
          <a:spcPct val="20000"/>
        </a:spcBef>
        <a:spcAft>
          <a:spcPct val="0"/>
        </a:spcAft>
        <a:buClr>
          <a:schemeClr val="accent1"/>
        </a:buClr>
        <a:buSzPct val="70000"/>
        <a:buFont typeface="Wingdings 2" pitchFamily="18" charset="2"/>
        <a:buChar char=""/>
        <a:defRPr sz="3000" kern="1200">
          <a:solidFill>
            <a:schemeClr val="tx1"/>
          </a:solidFill>
          <a:latin typeface="+mn-lt"/>
          <a:ea typeface="+mn-ea"/>
          <a:cs typeface="+mn-cs"/>
        </a:defRPr>
      </a:lvl1pPr>
      <a:lvl2pPr marL="630238" indent="-273050" algn="l" rtl="0" eaLnBrk="0" fontAlgn="base" hangingPunct="0">
        <a:spcBef>
          <a:spcPct val="20000"/>
        </a:spcBef>
        <a:spcAft>
          <a:spcPct val="0"/>
        </a:spcAft>
        <a:buClr>
          <a:schemeClr val="accent2"/>
        </a:buClr>
        <a:buFont typeface="Wingdings 2" pitchFamily="18" charset="2"/>
        <a:buChar char=""/>
        <a:defRPr sz="2600" kern="1200">
          <a:solidFill>
            <a:schemeClr val="tx1"/>
          </a:solidFill>
          <a:latin typeface="+mn-lt"/>
          <a:ea typeface="+mn-ea"/>
          <a:cs typeface="+mn-cs"/>
        </a:defRPr>
      </a:lvl2pPr>
      <a:lvl3pPr marL="922338" indent="-273050" algn="l" rtl="0" eaLnBrk="0" fontAlgn="base" hangingPunct="0">
        <a:spcBef>
          <a:spcPct val="20000"/>
        </a:spcBef>
        <a:spcAft>
          <a:spcPct val="0"/>
        </a:spcAft>
        <a:buClr>
          <a:srgbClr val="FF953E"/>
        </a:buClr>
        <a:buFont typeface="Wingdings 2" pitchFamily="18" charset="2"/>
        <a:buChar char=""/>
        <a:defRPr sz="2400" kern="1200">
          <a:solidFill>
            <a:schemeClr val="tx1"/>
          </a:solidFill>
          <a:latin typeface="+mn-lt"/>
          <a:ea typeface="+mn-ea"/>
          <a:cs typeface="+mn-cs"/>
        </a:defRPr>
      </a:lvl3pPr>
      <a:lvl4pPr marL="1187450" indent="-228600" algn="l" rtl="0" eaLnBrk="0" fontAlgn="base" hangingPunct="0">
        <a:spcBef>
          <a:spcPct val="20000"/>
        </a:spcBef>
        <a:spcAft>
          <a:spcPct val="0"/>
        </a:spcAft>
        <a:buClr>
          <a:srgbClr val="F8BD52"/>
        </a:buClr>
        <a:buFont typeface="Wingdings 2" pitchFamily="18" charset="2"/>
        <a:buChar char=""/>
        <a:defRPr sz="2200" kern="1200">
          <a:solidFill>
            <a:schemeClr val="tx1"/>
          </a:solidFill>
          <a:latin typeface="+mn-lt"/>
          <a:ea typeface="+mn-ea"/>
          <a:cs typeface="+mn-cs"/>
        </a:defRPr>
      </a:lvl4pPr>
      <a:lvl5pPr marL="1425575" indent="-228600" algn="l" rtl="0" eaLnBrk="0" fontAlgn="base" hangingPunct="0">
        <a:spcBef>
          <a:spcPct val="20000"/>
        </a:spcBef>
        <a:spcAft>
          <a:spcPct val="0"/>
        </a:spcAft>
        <a:buClr>
          <a:srgbClr val="46A6BD"/>
        </a:buClr>
        <a:buFont typeface="Wingdings 2" pitchFamily="18" charset="2"/>
        <a:buChar char=""/>
        <a:defRPr sz="2000" kern="1200">
          <a:solidFill>
            <a:schemeClr val="tx1"/>
          </a:solidFill>
          <a:latin typeface="+mn-lt"/>
          <a:ea typeface="+mn-ea"/>
          <a:cs typeface="+mn-cs"/>
        </a:defRPr>
      </a:lvl5pPr>
      <a:lvl6pPr marL="1673352" indent="-228600" algn="l" rtl="0" eaLnBrk="1" latinLnBrk="0" hangingPunct="1">
        <a:spcBef>
          <a:spcPct val="20000"/>
        </a:spcBef>
        <a:buClr>
          <a:schemeClr val="accent6"/>
        </a:buClr>
        <a:buFont typeface="Wingdings 2"/>
        <a:buChar char=""/>
        <a:defRPr sz="1800" kern="1200">
          <a:solidFill>
            <a:schemeClr val="tx1"/>
          </a:solidFill>
          <a:latin typeface="+mn-lt"/>
          <a:ea typeface="+mn-ea"/>
          <a:cs typeface="+mn-cs"/>
        </a:defRPr>
      </a:lvl6pPr>
      <a:lvl7pPr marL="1911096" indent="-228600" algn="l" rtl="0" eaLnBrk="1" latinLnBrk="0" hangingPunct="1">
        <a:spcBef>
          <a:spcPct val="20000"/>
        </a:spcBef>
        <a:buClr>
          <a:schemeClr val="tx2"/>
        </a:buClr>
        <a:buFont typeface="Wingdings 2"/>
        <a:buChar char=""/>
        <a:defRPr sz="1600" kern="1200">
          <a:solidFill>
            <a:schemeClr val="tx1"/>
          </a:solidFill>
          <a:latin typeface="+mn-lt"/>
          <a:ea typeface="+mn-ea"/>
          <a:cs typeface="+mn-cs"/>
        </a:defRPr>
      </a:lvl7pPr>
      <a:lvl8pPr marL="2121408" indent="-182880" algn="l" rtl="0" eaLnBrk="1" latinLnBrk="0" hangingPunct="1">
        <a:spcBef>
          <a:spcPct val="20000"/>
        </a:spcBef>
        <a:buClr>
          <a:schemeClr val="tx2"/>
        </a:buClr>
        <a:buFont typeface="Wingdings 2"/>
        <a:buChar char=""/>
        <a:defRPr sz="1400" kern="1200">
          <a:solidFill>
            <a:schemeClr val="tx1"/>
          </a:solidFill>
          <a:latin typeface="+mn-lt"/>
          <a:ea typeface="+mn-ea"/>
          <a:cs typeface="+mn-cs"/>
        </a:defRPr>
      </a:lvl8pPr>
      <a:lvl9pPr marL="2322576" indent="-182880" algn="l" rtl="0" eaLnBrk="1" latinLnBrk="0" hangingPunct="1">
        <a:spcBef>
          <a:spcPct val="20000"/>
        </a:spcBef>
        <a:buClr>
          <a:schemeClr val="tx2"/>
        </a:buClr>
        <a:buFont typeface="Wingdings 2"/>
        <a:buChar char=""/>
        <a:defRPr sz="1400" kern="1200">
          <a:solidFill>
            <a:schemeClr val="tx1"/>
          </a:solidFill>
          <a:latin typeface="+mn-lt"/>
          <a:ea typeface="+mn-ea"/>
          <a:cs typeface="+mn-cs"/>
        </a:defRPr>
      </a:lvl9pPr>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575" y="274926"/>
            <a:ext cx="8228853" cy="1143000"/>
          </a:xfrm>
          <a:prstGeom prst="rect">
            <a:avLst/>
          </a:prstGeom>
          <a:noFill/>
          <a:ln w="9525">
            <a:noFill/>
            <a:miter lim="800000"/>
            <a:headEnd/>
            <a:tailEnd/>
          </a:ln>
        </p:spPr>
        <p:txBody>
          <a:bodyPr vert="horz" wrap="square" lIns="101882" tIns="50941" rIns="101882" bIns="50941"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575" y="1599767"/>
            <a:ext cx="8228853" cy="4526540"/>
          </a:xfrm>
          <a:prstGeom prst="rect">
            <a:avLst/>
          </a:prstGeom>
          <a:noFill/>
          <a:ln w="9525">
            <a:noFill/>
            <a:miter lim="800000"/>
            <a:headEnd/>
            <a:tailEnd/>
          </a:ln>
        </p:spPr>
        <p:txBody>
          <a:bodyPr vert="horz" wrap="square" lIns="101882" tIns="50941" rIns="101882" bIns="50941"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575" y="6245369"/>
            <a:ext cx="2132853" cy="476250"/>
          </a:xfrm>
          <a:prstGeom prst="rect">
            <a:avLst/>
          </a:prstGeom>
          <a:noFill/>
          <a:ln w="9525">
            <a:noFill/>
            <a:miter lim="800000"/>
            <a:headEnd/>
            <a:tailEnd/>
          </a:ln>
          <a:effectLst/>
        </p:spPr>
        <p:txBody>
          <a:bodyPr vert="horz" wrap="square" lIns="101882" tIns="50941" rIns="101882" bIns="50941" numCol="1" anchor="t" anchorCtr="0" compatLnSpc="1">
            <a:prstTxWarp prst="textNoShape">
              <a:avLst/>
            </a:prstTxWarp>
          </a:bodyPr>
          <a:lstStyle>
            <a:lvl1pPr>
              <a:defRPr sz="1600"/>
            </a:lvl1pPr>
          </a:lstStyle>
          <a:p>
            <a:pPr eaLnBrk="1" hangingPunct="1">
              <a:defRPr/>
            </a:pPr>
            <a:endParaRPr lang="en-US" dirty="0">
              <a:solidFill>
                <a:srgbClr val="000000"/>
              </a:solidFill>
              <a:latin typeface="Arial" charset="0"/>
            </a:endParaRPr>
          </a:p>
        </p:txBody>
      </p:sp>
      <p:sp>
        <p:nvSpPr>
          <p:cNvPr id="1029" name="Rectangle 5"/>
          <p:cNvSpPr>
            <a:spLocks noGrp="1" noChangeArrowheads="1"/>
          </p:cNvSpPr>
          <p:nvPr>
            <p:ph type="ftr" sz="quarter" idx="3"/>
          </p:nvPr>
        </p:nvSpPr>
        <p:spPr bwMode="auto">
          <a:xfrm>
            <a:off x="3124575" y="6245369"/>
            <a:ext cx="2894853" cy="476250"/>
          </a:xfrm>
          <a:prstGeom prst="rect">
            <a:avLst/>
          </a:prstGeom>
          <a:noFill/>
          <a:ln w="9525">
            <a:noFill/>
            <a:miter lim="800000"/>
            <a:headEnd/>
            <a:tailEnd/>
          </a:ln>
          <a:effectLst/>
        </p:spPr>
        <p:txBody>
          <a:bodyPr vert="horz" wrap="square" lIns="101882" tIns="50941" rIns="101882" bIns="50941" numCol="1" anchor="t" anchorCtr="0" compatLnSpc="1">
            <a:prstTxWarp prst="textNoShape">
              <a:avLst/>
            </a:prstTxWarp>
          </a:bodyPr>
          <a:lstStyle>
            <a:lvl1pPr algn="ctr">
              <a:defRPr sz="1600"/>
            </a:lvl1pPr>
          </a:lstStyle>
          <a:p>
            <a:pPr eaLnBrk="1" hangingPunct="1">
              <a:defRPr/>
            </a:pPr>
            <a:endParaRPr lang="en-US" dirty="0">
              <a:solidFill>
                <a:srgbClr val="000000"/>
              </a:solidFill>
              <a:latin typeface="Arial" charset="0"/>
            </a:endParaRPr>
          </a:p>
        </p:txBody>
      </p:sp>
      <p:sp>
        <p:nvSpPr>
          <p:cNvPr id="1030" name="Rectangle 6"/>
          <p:cNvSpPr>
            <a:spLocks noGrp="1" noChangeArrowheads="1"/>
          </p:cNvSpPr>
          <p:nvPr>
            <p:ph type="sldNum" sz="quarter" idx="4"/>
          </p:nvPr>
        </p:nvSpPr>
        <p:spPr bwMode="auto">
          <a:xfrm>
            <a:off x="6553575" y="6245369"/>
            <a:ext cx="2132853" cy="476250"/>
          </a:xfrm>
          <a:prstGeom prst="rect">
            <a:avLst/>
          </a:prstGeom>
          <a:noFill/>
          <a:ln w="9525">
            <a:noFill/>
            <a:miter lim="800000"/>
            <a:headEnd/>
            <a:tailEnd/>
          </a:ln>
          <a:effectLst/>
        </p:spPr>
        <p:txBody>
          <a:bodyPr vert="horz" wrap="square" lIns="101882" tIns="50941" rIns="101882" bIns="50941" numCol="1" anchor="t" anchorCtr="0" compatLnSpc="1">
            <a:prstTxWarp prst="textNoShape">
              <a:avLst/>
            </a:prstTxWarp>
          </a:bodyPr>
          <a:lstStyle>
            <a:lvl1pPr algn="r">
              <a:defRPr sz="1600"/>
            </a:lvl1pPr>
          </a:lstStyle>
          <a:p>
            <a:pPr eaLnBrk="1" hangingPunct="1">
              <a:defRPr/>
            </a:pPr>
            <a:fld id="{1A3C864E-09B3-4E6B-9886-251DA4B0DDEB}" type="slidenum">
              <a:rPr lang="en-US">
                <a:solidFill>
                  <a:srgbClr val="000000"/>
                </a:solidFill>
                <a:latin typeface="Arial" charset="0"/>
              </a:rPr>
              <a:pPr eaLnBrk="1" hangingPunct="1">
                <a:defRPr/>
              </a:pPr>
              <a:t>‹#›</a:t>
            </a:fld>
            <a:endParaRPr lang="en-US" dirty="0">
              <a:solidFill>
                <a:srgbClr val="000000"/>
              </a:solidFill>
              <a:latin typeface="Arial" charset="0"/>
            </a:endParaRPr>
          </a:p>
        </p:txBody>
      </p:sp>
      <p:graphicFrame>
        <p:nvGraphicFramePr>
          <p:cNvPr id="1092" name="Group 68"/>
          <p:cNvGraphicFramePr>
            <a:graphicFrameLocks noGrp="1"/>
          </p:cNvGraphicFramePr>
          <p:nvPr/>
        </p:nvGraphicFramePr>
        <p:xfrm>
          <a:off x="345516" y="543358"/>
          <a:ext cx="8452972" cy="6197043"/>
        </p:xfrm>
        <a:graphic>
          <a:graphicData uri="http://schemas.openxmlformats.org/drawingml/2006/table">
            <a:tbl>
              <a:tblPr/>
              <a:tblGrid>
                <a:gridCol w="388471"/>
                <a:gridCol w="2892985"/>
                <a:gridCol w="1012265"/>
                <a:gridCol w="214780"/>
                <a:gridCol w="1514661"/>
                <a:gridCol w="554692"/>
                <a:gridCol w="1875118"/>
              </a:tblGrid>
              <a:tr h="187036">
                <a:tc gridSpan="7">
                  <a:txBody>
                    <a:bodyPr/>
                    <a:lstStyle/>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800" b="1" i="0" u="none" strike="noStrike" cap="none" normalizeH="0" baseline="0" dirty="0" smtClean="0">
                          <a:ln>
                            <a:noFill/>
                          </a:ln>
                          <a:solidFill>
                            <a:schemeClr val="bg1"/>
                          </a:solidFill>
                          <a:effectLst/>
                          <a:latin typeface="Arial Narrow" pitchFamily="34" charset="0"/>
                        </a:rPr>
                        <a:t>Visit Date</a:t>
                      </a:r>
                    </a:p>
                  </a:txBody>
                  <a:tcPr marL="107576" marR="107576" marT="31173" marB="31173"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81E7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79256">
                <a:tc rowSpan="3">
                  <a:txBody>
                    <a:bodyPr/>
                    <a:lstStyle/>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800" b="1" i="0" u="none" strike="noStrike" cap="none" normalizeH="0" baseline="0" dirty="0" smtClean="0">
                          <a:ln>
                            <a:noFill/>
                          </a:ln>
                          <a:solidFill>
                            <a:schemeClr val="tx1"/>
                          </a:solidFill>
                          <a:effectLst/>
                          <a:latin typeface="Arial Narrow" pitchFamily="34" charset="0"/>
                        </a:rPr>
                        <a:t>General Info</a:t>
                      </a:r>
                    </a:p>
                  </a:txBody>
                  <a:tcPr marL="107576" marR="107576" marT="31173" marB="31173" vert="eaVert" anchor="b"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gridSpan="2">
                  <a:txBody>
                    <a:bodyPr/>
                    <a:lstStyle/>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rPr>
                        <a:t>Injured Employee’s Name:</a:t>
                      </a:r>
                    </a:p>
                  </a:txBody>
                  <a:tcPr marL="107576" marR="107576" marT="31173" marB="311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gridSpan="3">
                  <a:txBody>
                    <a:bodyPr/>
                    <a:lstStyle/>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rPr>
                        <a:t>Date of Injury:</a:t>
                      </a:r>
                    </a:p>
                  </a:txBody>
                  <a:tcPr marL="107576" marR="107576" marT="31173" marB="311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a:txBody>
                    <a:bodyPr/>
                    <a:lstStyle/>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rPr>
                        <a:t>Claim Number:</a:t>
                      </a:r>
                    </a:p>
                  </a:txBody>
                  <a:tcPr marL="107576" marR="107576" marT="31173" marB="311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0338">
                <a:tc vMerge="1">
                  <a:txBody>
                    <a:bodyPr/>
                    <a:lstStyle/>
                    <a:p>
                      <a:endParaRPr lang="en-US"/>
                    </a:p>
                  </a:txBody>
                  <a:tcPr/>
                </a:tc>
                <a:tc rowSpan="2" gridSpan="2">
                  <a:txBody>
                    <a:bodyPr/>
                    <a:lstStyle/>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rPr>
                        <a:t>Employee’s Description of Injury/Accident:</a:t>
                      </a:r>
                    </a:p>
                  </a:txBody>
                  <a:tcPr marL="107576" marR="107576" marT="31173" marB="311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endParaRPr lang="en-US"/>
                    </a:p>
                  </a:txBody>
                  <a:tcPr/>
                </a:tc>
                <a:tc gridSpan="3">
                  <a:txBody>
                    <a:bodyPr/>
                    <a:lstStyle/>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rPr>
                        <a:t>Employer’s Name:</a:t>
                      </a:r>
                    </a:p>
                  </a:txBody>
                  <a:tcPr marL="107576" marR="107576" marT="31173" marB="311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a:txBody>
                    <a:bodyPr/>
                    <a:lstStyle/>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rPr>
                        <a:t>Doctor’s Name:</a:t>
                      </a:r>
                    </a:p>
                  </a:txBody>
                  <a:tcPr marL="107576" marR="107576" marT="31173" marB="311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3805">
                <a:tc vMerge="1">
                  <a:txBody>
                    <a:bodyPr/>
                    <a:lstStyle/>
                    <a:p>
                      <a:endParaRPr lang="en-US"/>
                    </a:p>
                  </a:txBody>
                  <a:tcPr/>
                </a:tc>
                <a:tc gridSpan="2" vMerge="1">
                  <a:txBody>
                    <a:bodyPr/>
                    <a:lstStyle/>
                    <a:p>
                      <a:endParaRPr lang="en-US"/>
                    </a:p>
                  </a:txBody>
                  <a:tcPr/>
                </a:tc>
                <a:tc hMerge="1" vMerge="1">
                  <a:txBody>
                    <a:bodyPr/>
                    <a:lstStyle/>
                    <a:p>
                      <a:endParaRPr lang="en-US"/>
                    </a:p>
                  </a:txBody>
                  <a:tcPr/>
                </a:tc>
                <a:tc gridSpan="3">
                  <a:txBody>
                    <a:bodyPr/>
                    <a:lstStyle/>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rPr>
                        <a:t>Employer’s Fax or Email Address:</a:t>
                      </a:r>
                    </a:p>
                    <a:p>
                      <a:pPr marL="0" marR="0" lvl="0" indent="0" algn="l" defTabSz="1019175" rtl="0" eaLnBrk="1" fontAlgn="base" latinLnBrk="0" hangingPunct="1">
                        <a:lnSpc>
                          <a:spcPct val="100000"/>
                        </a:lnSpc>
                        <a:spcBef>
                          <a:spcPct val="20000"/>
                        </a:spcBef>
                        <a:spcAft>
                          <a:spcPct val="0"/>
                        </a:spcAft>
                        <a:buClrTx/>
                        <a:buSzTx/>
                        <a:buFontTx/>
                        <a:buNone/>
                        <a:tabLst/>
                      </a:pPr>
                      <a:endParaRPr kumimoji="0" lang="en-US" sz="700" b="0" i="0" u="none" strike="noStrike" cap="none" normalizeH="0" baseline="0" dirty="0" smtClean="0">
                        <a:ln>
                          <a:noFill/>
                        </a:ln>
                        <a:solidFill>
                          <a:schemeClr val="tx1"/>
                        </a:solidFill>
                        <a:effectLst/>
                        <a:latin typeface="Arial Narrow" pitchFamily="34" charset="0"/>
                      </a:endParaRPr>
                    </a:p>
                  </a:txBody>
                  <a:tcPr marL="107576" marR="107576" marT="31173" marB="311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a:txBody>
                    <a:bodyPr/>
                    <a:lstStyle/>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rPr>
                        <a:t>Doctor’s Fax/Email:</a:t>
                      </a:r>
                    </a:p>
                  </a:txBody>
                  <a:tcPr marL="107576" marR="107576" marT="31173" marB="311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234440">
                <a:tc>
                  <a:txBody>
                    <a:bodyPr/>
                    <a:lstStyle/>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800" b="1" i="0" u="none" strike="noStrike" cap="none" normalizeH="0" baseline="0" dirty="0" smtClean="0">
                          <a:ln>
                            <a:noFill/>
                          </a:ln>
                          <a:solidFill>
                            <a:schemeClr val="tx1"/>
                          </a:solidFill>
                          <a:effectLst/>
                          <a:latin typeface="Arial Narrow" pitchFamily="34" charset="0"/>
                        </a:rPr>
                        <a:t>Work Status</a:t>
                      </a:r>
                    </a:p>
                  </a:txBody>
                  <a:tcPr marL="107576" marR="107576" marT="31173" marB="31173" vert="eaVert"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gridSpan="6">
                  <a:txBody>
                    <a:bodyPr/>
                    <a:lstStyle/>
                    <a:p>
                      <a:pPr marL="0" marR="0" lvl="0" indent="0" algn="l" defTabSz="1019175" rtl="0" eaLnBrk="1" fontAlgn="base" latinLnBrk="0" hangingPunct="1">
                        <a:lnSpc>
                          <a:spcPct val="100000"/>
                        </a:lnSpc>
                        <a:spcBef>
                          <a:spcPct val="20000"/>
                        </a:spcBef>
                        <a:spcAft>
                          <a:spcPct val="0"/>
                        </a:spcAft>
                        <a:buClrTx/>
                        <a:buSzTx/>
                        <a:buFontTx/>
                        <a:buNone/>
                        <a:tabLst>
                          <a:tab pos="228600" algn="l"/>
                        </a:tabLst>
                      </a:pPr>
                      <a:r>
                        <a:rPr kumimoji="0" lang="en-US" sz="800" b="1" i="0" u="none" strike="noStrike" cap="none" normalizeH="0" baseline="0" dirty="0" smtClean="0">
                          <a:ln>
                            <a:noFill/>
                          </a:ln>
                          <a:solidFill>
                            <a:schemeClr val="tx1"/>
                          </a:solidFill>
                          <a:effectLst/>
                          <a:latin typeface="Arial Narrow" pitchFamily="34" charset="0"/>
                        </a:rPr>
                        <a:t>The employee’s medical condition from their occupationally related injury/exposure is expected to:</a:t>
                      </a:r>
                    </a:p>
                    <a:p>
                      <a:pPr marL="0" marR="0" lvl="0" indent="0" algn="l" defTabSz="1019175" rtl="0" eaLnBrk="1" fontAlgn="base" latinLnBrk="0" hangingPunct="1">
                        <a:lnSpc>
                          <a:spcPct val="100000"/>
                        </a:lnSpc>
                        <a:spcBef>
                          <a:spcPct val="20000"/>
                        </a:spcBef>
                        <a:spcAft>
                          <a:spcPct val="0"/>
                        </a:spcAft>
                        <a:buClrTx/>
                        <a:buSzTx/>
                        <a:buFontTx/>
                        <a:buNone/>
                        <a:tabLst>
                          <a:tab pos="228600" algn="l"/>
                        </a:tabLst>
                      </a:pPr>
                      <a:r>
                        <a:rPr kumimoji="0" lang="en-US" sz="10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800" b="0" i="0" u="none" strike="noStrike" cap="none" normalizeH="0" baseline="0" dirty="0" smtClean="0">
                          <a:ln>
                            <a:noFill/>
                          </a:ln>
                          <a:solidFill>
                            <a:schemeClr val="tx1"/>
                          </a:solidFill>
                          <a:effectLst/>
                          <a:latin typeface="Arial Narrow" pitchFamily="34" charset="0"/>
                        </a:rPr>
                        <a:t> allow return to work on ____________ (date) </a:t>
                      </a:r>
                      <a:r>
                        <a:rPr kumimoji="0" lang="en-US" sz="800" b="0" i="0" u="sng" strike="noStrike" cap="none" normalizeH="0" baseline="0" dirty="0" smtClean="0">
                          <a:ln>
                            <a:noFill/>
                          </a:ln>
                          <a:solidFill>
                            <a:schemeClr val="tx1"/>
                          </a:solidFill>
                          <a:effectLst/>
                          <a:latin typeface="Arial Narrow" pitchFamily="34" charset="0"/>
                        </a:rPr>
                        <a:t>without restrictions</a:t>
                      </a:r>
                      <a:r>
                        <a:rPr kumimoji="0" lang="en-US" sz="800" b="0" i="0" u="none" strike="noStrike" cap="none" normalizeH="0" baseline="0" dirty="0" smtClean="0">
                          <a:ln>
                            <a:noFill/>
                          </a:ln>
                          <a:solidFill>
                            <a:schemeClr val="tx1"/>
                          </a:solidFill>
                          <a:effectLst/>
                          <a:latin typeface="Arial Narrow" pitchFamily="34" charset="0"/>
                        </a:rPr>
                        <a:t>.</a:t>
                      </a:r>
                    </a:p>
                    <a:p>
                      <a:pPr marL="0" marR="0" lvl="0" indent="0" algn="l" defTabSz="1019175" rtl="0" eaLnBrk="1" fontAlgn="base" latinLnBrk="0" hangingPunct="1">
                        <a:lnSpc>
                          <a:spcPct val="100000"/>
                        </a:lnSpc>
                        <a:spcBef>
                          <a:spcPct val="20000"/>
                        </a:spcBef>
                        <a:spcAft>
                          <a:spcPct val="0"/>
                        </a:spcAft>
                        <a:buClrTx/>
                        <a:buSzTx/>
                        <a:buFontTx/>
                        <a:buNone/>
                        <a:tabLst>
                          <a:tab pos="228600" algn="l"/>
                        </a:tabLst>
                      </a:pPr>
                      <a:r>
                        <a:rPr kumimoji="0" lang="en-US" sz="10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800" b="0" i="0" u="none" strike="noStrike" cap="none" normalizeH="0" baseline="0" dirty="0" smtClean="0">
                          <a:ln>
                            <a:noFill/>
                          </a:ln>
                          <a:solidFill>
                            <a:schemeClr val="tx1"/>
                          </a:solidFill>
                          <a:effectLst/>
                          <a:latin typeface="Arial Narrow" pitchFamily="34" charset="0"/>
                        </a:rPr>
                        <a:t> allow return to work on ____________ (date) with the restrictions identified below, which are expected to continue 	through _______ (date).</a:t>
                      </a:r>
                    </a:p>
                    <a:p>
                      <a:pPr marL="0" marR="0" lvl="0" indent="0" algn="l" defTabSz="1019175" rtl="0" eaLnBrk="1" fontAlgn="base" latinLnBrk="0" hangingPunct="1">
                        <a:lnSpc>
                          <a:spcPct val="100000"/>
                        </a:lnSpc>
                        <a:spcBef>
                          <a:spcPct val="20000"/>
                        </a:spcBef>
                        <a:spcAft>
                          <a:spcPct val="0"/>
                        </a:spcAft>
                        <a:buClrTx/>
                        <a:buSzTx/>
                        <a:buFontTx/>
                        <a:buNone/>
                        <a:tabLst>
                          <a:tab pos="228600" algn="l"/>
                        </a:tabLst>
                      </a:pPr>
                      <a:r>
                        <a:rPr kumimoji="0" lang="en-US" sz="10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800" b="0" i="0" u="none" strike="noStrike" cap="none" normalizeH="0" baseline="0" dirty="0" smtClean="0">
                          <a:ln>
                            <a:noFill/>
                          </a:ln>
                          <a:solidFill>
                            <a:schemeClr val="tx1"/>
                          </a:solidFill>
                          <a:effectLst/>
                          <a:latin typeface="Arial Narrow" pitchFamily="34" charset="0"/>
                        </a:rPr>
                        <a:t> prevent the employee from returning to work as of ________ (date) and is expected to continue through _______ 	(date). The following describes how this injury prevents the employee from returning to work:</a:t>
                      </a:r>
                    </a:p>
                    <a:p>
                      <a:pPr marL="0" marR="0" lvl="0" indent="0" algn="l" defTabSz="1019175" rtl="0" eaLnBrk="1" fontAlgn="base" latinLnBrk="0" hangingPunct="1">
                        <a:lnSpc>
                          <a:spcPct val="100000"/>
                        </a:lnSpc>
                        <a:spcBef>
                          <a:spcPct val="20000"/>
                        </a:spcBef>
                        <a:spcAft>
                          <a:spcPct val="0"/>
                        </a:spcAft>
                        <a:buClrTx/>
                        <a:buSzTx/>
                        <a:buFontTx/>
                        <a:buNone/>
                        <a:tabLst>
                          <a:tab pos="228600" algn="l"/>
                        </a:tabLst>
                      </a:pPr>
                      <a:r>
                        <a:rPr kumimoji="0" lang="en-US" sz="800" b="0" i="0" u="none" strike="noStrike" cap="none" normalizeH="0" baseline="0" dirty="0" smtClean="0">
                          <a:ln>
                            <a:noFill/>
                          </a:ln>
                          <a:solidFill>
                            <a:schemeClr val="tx1"/>
                          </a:solidFill>
                          <a:effectLst/>
                          <a:latin typeface="Arial Narrow" pitchFamily="34" charset="0"/>
                        </a:rPr>
                        <a:t>  	Description of </a:t>
                      </a:r>
                      <a:br>
                        <a:rPr kumimoji="0" lang="en-US" sz="800" b="0" i="0" u="none" strike="noStrike" cap="none" normalizeH="0" baseline="0" dirty="0" smtClean="0">
                          <a:ln>
                            <a:noFill/>
                          </a:ln>
                          <a:solidFill>
                            <a:schemeClr val="tx1"/>
                          </a:solidFill>
                          <a:effectLst/>
                          <a:latin typeface="Arial Narrow" pitchFamily="34" charset="0"/>
                        </a:rPr>
                      </a:br>
                      <a:r>
                        <a:rPr kumimoji="0" lang="en-US" sz="800" b="0" i="0" u="none" strike="noStrike" cap="none" normalizeH="0" baseline="0" dirty="0" smtClean="0">
                          <a:ln>
                            <a:noFill/>
                          </a:ln>
                          <a:solidFill>
                            <a:schemeClr val="tx1"/>
                          </a:solidFill>
                          <a:effectLst/>
                          <a:latin typeface="Arial Narrow" pitchFamily="34" charset="0"/>
                        </a:rPr>
                        <a:t>  	work restrictions:</a:t>
                      </a:r>
                    </a:p>
                  </a:txBody>
                  <a:tcPr marL="107576" marR="107576" marT="31173" marB="311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724891">
                <a:tc rowSpan="2">
                  <a:txBody>
                    <a:bodyPr/>
                    <a:lstStyle/>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800" b="1" i="0" u="none" strike="noStrike" cap="none" normalizeH="0" baseline="0" dirty="0" smtClean="0">
                          <a:ln>
                            <a:noFill/>
                          </a:ln>
                          <a:solidFill>
                            <a:schemeClr val="tx1"/>
                          </a:solidFill>
                          <a:effectLst/>
                          <a:latin typeface="Arial Narrow" pitchFamily="34" charset="0"/>
                        </a:rPr>
                        <a:t>Work Restrictions*</a:t>
                      </a:r>
                    </a:p>
                  </a:txBody>
                  <a:tcPr marL="107576" marR="107576" marT="31173" marB="31173" vert="eaVert"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1019175" rtl="0" eaLnBrk="1" fontAlgn="base" latinLnBrk="0" hangingPunct="1">
                        <a:lnSpc>
                          <a:spcPct val="100000"/>
                        </a:lnSpc>
                        <a:spcBef>
                          <a:spcPct val="20000"/>
                        </a:spcBef>
                        <a:spcAft>
                          <a:spcPct val="0"/>
                        </a:spcAft>
                        <a:buClrTx/>
                        <a:buSzTx/>
                        <a:buFontTx/>
                        <a:buNone/>
                        <a:tabLst>
                          <a:tab pos="1028700" algn="l"/>
                        </a:tabLst>
                      </a:pPr>
                      <a:r>
                        <a:rPr kumimoji="0" lang="en-US" sz="700" b="1" i="0" u="none" strike="noStrike" cap="none" normalizeH="0" baseline="0" dirty="0" smtClean="0">
                          <a:ln>
                            <a:noFill/>
                          </a:ln>
                          <a:solidFill>
                            <a:schemeClr val="tx1"/>
                          </a:solidFill>
                          <a:effectLst/>
                          <a:latin typeface="Arial Narrow" pitchFamily="34" charset="0"/>
                        </a:rPr>
                        <a:t>   POSTURE RESTRICTIONS (IF ANY):</a:t>
                      </a:r>
                    </a:p>
                    <a:p>
                      <a:pPr marL="0" marR="0" lvl="0" indent="0" algn="l" defTabSz="1019175" rtl="0" eaLnBrk="1" fontAlgn="base" latinLnBrk="0" hangingPunct="1">
                        <a:lnSpc>
                          <a:spcPct val="100000"/>
                        </a:lnSpc>
                        <a:spcBef>
                          <a:spcPct val="20000"/>
                        </a:spcBef>
                        <a:spcAft>
                          <a:spcPct val="0"/>
                        </a:spcAft>
                        <a:buClrTx/>
                        <a:buSzTx/>
                        <a:buFontTx/>
                        <a:buNone/>
                        <a:tabLst>
                          <a:tab pos="1028700" algn="l"/>
                        </a:tabLst>
                      </a:pPr>
                      <a:r>
                        <a:rPr kumimoji="0" lang="en-US" sz="700" b="0" i="0" u="none" strike="noStrike" cap="none" normalizeH="0" baseline="0" dirty="0" smtClean="0">
                          <a:ln>
                            <a:noFill/>
                          </a:ln>
                          <a:solidFill>
                            <a:schemeClr val="tx1"/>
                          </a:solidFill>
                          <a:effectLst/>
                          <a:latin typeface="Arial Narrow" pitchFamily="34" charset="0"/>
                        </a:rPr>
                        <a:t> Max hours per day	</a:t>
                      </a:r>
                      <a:r>
                        <a:rPr kumimoji="0" lang="en-US" sz="700" b="0" i="1" u="none" strike="noStrike" cap="none" normalizeH="0" baseline="0" dirty="0" smtClean="0">
                          <a:ln>
                            <a:noFill/>
                          </a:ln>
                          <a:solidFill>
                            <a:schemeClr val="tx1"/>
                          </a:solidFill>
                          <a:effectLst/>
                          <a:latin typeface="Arial Narrow" pitchFamily="34" charset="0"/>
                          <a:sym typeface="Wingdings" pitchFamily="2" charset="2"/>
                        </a:rPr>
                        <a:t>0  </a:t>
                      </a:r>
                      <a:r>
                        <a:rPr kumimoji="0" lang="en-US" sz="700" b="0" i="1"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1" u="none" strike="noStrike" cap="none" normalizeH="0" baseline="0" dirty="0" smtClean="0">
                          <a:ln>
                            <a:noFill/>
                          </a:ln>
                          <a:solidFill>
                            <a:schemeClr val="tx1"/>
                          </a:solidFill>
                          <a:effectLst/>
                          <a:latin typeface="Arial Narrow" pitchFamily="34" charset="0"/>
                          <a:sym typeface="Wingdings" pitchFamily="2" charset="2"/>
                        </a:rPr>
                        <a:t>2   </a:t>
                      </a:r>
                      <a:r>
                        <a:rPr kumimoji="0" lang="en-US" sz="700" b="0" i="1"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1" u="none" strike="noStrike" cap="none" normalizeH="0" baseline="0" dirty="0" smtClean="0">
                          <a:ln>
                            <a:noFill/>
                          </a:ln>
                          <a:solidFill>
                            <a:schemeClr val="tx1"/>
                          </a:solidFill>
                          <a:effectLst/>
                          <a:latin typeface="Arial Narrow" pitchFamily="34" charset="0"/>
                          <a:sym typeface="Wingdings" pitchFamily="2" charset="2"/>
                        </a:rPr>
                        <a:t>4</a:t>
                      </a:r>
                      <a:r>
                        <a:rPr kumimoji="0" lang="en-US" sz="700" b="0" i="1"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1" u="none" strike="noStrike" cap="none" normalizeH="0" baseline="0" dirty="0" smtClean="0">
                          <a:ln>
                            <a:noFill/>
                          </a:ln>
                          <a:solidFill>
                            <a:schemeClr val="tx1"/>
                          </a:solidFill>
                          <a:effectLst/>
                          <a:latin typeface="Arial Narrow" pitchFamily="34" charset="0"/>
                          <a:sym typeface="Wingdings" pitchFamily="2" charset="2"/>
                        </a:rPr>
                        <a:t> 6   8  </a:t>
                      </a:r>
                      <a:r>
                        <a:rPr kumimoji="0" lang="en-US" sz="700" b="0" i="1"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1" u="none" strike="noStrike" cap="none" normalizeH="0" baseline="0" dirty="0" smtClean="0">
                          <a:ln>
                            <a:noFill/>
                          </a:ln>
                          <a:solidFill>
                            <a:schemeClr val="tx1"/>
                          </a:solidFill>
                          <a:effectLst/>
                          <a:latin typeface="Arial Narrow" pitchFamily="34" charset="0"/>
                          <a:sym typeface="Wingdings" pitchFamily="2" charset="2"/>
                        </a:rPr>
                        <a:t>other</a:t>
                      </a:r>
                      <a:endParaRPr kumimoji="0" lang="en-US" sz="700" b="0" i="1" u="none" strike="noStrike" cap="none" normalizeH="0" baseline="0" dirty="0" smtClean="0">
                        <a:ln>
                          <a:noFill/>
                        </a:ln>
                        <a:solidFill>
                          <a:schemeClr val="tx1"/>
                        </a:solidFill>
                        <a:effectLst/>
                        <a:latin typeface="Arial Narrow" pitchFamily="34" charset="0"/>
                      </a:endParaRPr>
                    </a:p>
                    <a:p>
                      <a:pPr marL="0" marR="0" lvl="0" indent="0" algn="l" defTabSz="1019175" rtl="0" eaLnBrk="1" fontAlgn="base" latinLnBrk="0" hangingPunct="1">
                        <a:lnSpc>
                          <a:spcPct val="100000"/>
                        </a:lnSpc>
                        <a:spcBef>
                          <a:spcPct val="20000"/>
                        </a:spcBef>
                        <a:spcAft>
                          <a:spcPct val="0"/>
                        </a:spcAft>
                        <a:buClrTx/>
                        <a:buSzTx/>
                        <a:buFontTx/>
                        <a:buNone/>
                        <a:tabLst>
                          <a:tab pos="1028700" algn="l"/>
                        </a:tabLst>
                      </a:pPr>
                      <a:r>
                        <a:rPr kumimoji="0" lang="en-US" sz="700" b="0" i="0" u="none" strike="noStrike" cap="none" normalizeH="0" baseline="0" dirty="0" smtClean="0">
                          <a:ln>
                            <a:noFill/>
                          </a:ln>
                          <a:solidFill>
                            <a:schemeClr val="tx1"/>
                          </a:solidFill>
                          <a:effectLst/>
                          <a:latin typeface="Arial Narrow" pitchFamily="34" charset="0"/>
                        </a:rPr>
                        <a:t>Standing/walking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_______</a:t>
                      </a:r>
                    </a:p>
                    <a:p>
                      <a:pPr marL="0" marR="0" lvl="0" indent="0" algn="l" defTabSz="1019175" rtl="0" eaLnBrk="1" fontAlgn="base" latinLnBrk="0" hangingPunct="1">
                        <a:lnSpc>
                          <a:spcPct val="100000"/>
                        </a:lnSpc>
                        <a:spcBef>
                          <a:spcPct val="20000"/>
                        </a:spcBef>
                        <a:spcAft>
                          <a:spcPct val="0"/>
                        </a:spcAft>
                        <a:buClrTx/>
                        <a:buSzTx/>
                        <a:buFontTx/>
                        <a:buNone/>
                        <a:tabLst>
                          <a:tab pos="1028700" algn="l"/>
                        </a:tabLst>
                      </a:pPr>
                      <a:r>
                        <a:rPr kumimoji="0" lang="en-US" sz="700" b="0" i="0" u="none" strike="noStrike" cap="none" normalizeH="0" baseline="0" dirty="0" smtClean="0">
                          <a:ln>
                            <a:noFill/>
                          </a:ln>
                          <a:solidFill>
                            <a:schemeClr val="tx1"/>
                          </a:solidFill>
                          <a:effectLst/>
                          <a:latin typeface="Arial Narrow" pitchFamily="34" charset="0"/>
                        </a:rPr>
                        <a:t>Sitting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_______</a:t>
                      </a:r>
                    </a:p>
                    <a:p>
                      <a:pPr marL="0" marR="0" lvl="0" indent="0" algn="l" defTabSz="1019175" rtl="0" eaLnBrk="1" fontAlgn="base" latinLnBrk="0" hangingPunct="1">
                        <a:lnSpc>
                          <a:spcPct val="100000"/>
                        </a:lnSpc>
                        <a:spcBef>
                          <a:spcPct val="20000"/>
                        </a:spcBef>
                        <a:spcAft>
                          <a:spcPct val="0"/>
                        </a:spcAft>
                        <a:buClrTx/>
                        <a:buSzTx/>
                        <a:buFontTx/>
                        <a:buNone/>
                        <a:tabLst>
                          <a:tab pos="1028700" algn="l"/>
                        </a:tabLst>
                      </a:pPr>
                      <a:r>
                        <a:rPr kumimoji="0" lang="en-US" sz="700" b="0" i="0" u="none" strike="noStrike" cap="none" normalizeH="0" baseline="0" dirty="0" smtClean="0">
                          <a:ln>
                            <a:noFill/>
                          </a:ln>
                          <a:solidFill>
                            <a:schemeClr val="tx1"/>
                          </a:solidFill>
                          <a:effectLst/>
                          <a:latin typeface="Arial Narrow" pitchFamily="34" charset="0"/>
                        </a:rPr>
                        <a:t>Kneel/squat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_______</a:t>
                      </a:r>
                    </a:p>
                    <a:p>
                      <a:pPr marL="0" marR="0" lvl="0" indent="0" algn="l" defTabSz="1019175" rtl="0" eaLnBrk="1" fontAlgn="base" latinLnBrk="0" hangingPunct="1">
                        <a:lnSpc>
                          <a:spcPct val="100000"/>
                        </a:lnSpc>
                        <a:spcBef>
                          <a:spcPct val="20000"/>
                        </a:spcBef>
                        <a:spcAft>
                          <a:spcPct val="0"/>
                        </a:spcAft>
                        <a:buClrTx/>
                        <a:buSzTx/>
                        <a:buFontTx/>
                        <a:buNone/>
                        <a:tabLst>
                          <a:tab pos="1028700" algn="l"/>
                        </a:tabLst>
                      </a:pPr>
                      <a:r>
                        <a:rPr kumimoji="0" lang="en-US" sz="700" b="0" i="0" u="none" strike="noStrike" cap="none" normalizeH="0" baseline="0" dirty="0" smtClean="0">
                          <a:ln>
                            <a:noFill/>
                          </a:ln>
                          <a:solidFill>
                            <a:schemeClr val="tx1"/>
                          </a:solidFill>
                          <a:effectLst/>
                          <a:latin typeface="Arial Narrow" pitchFamily="34" charset="0"/>
                        </a:rPr>
                        <a:t>Bend/stoop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_______</a:t>
                      </a:r>
                    </a:p>
                    <a:p>
                      <a:pPr marL="0" marR="0" lvl="0" indent="0" algn="l" defTabSz="1019175" rtl="0" eaLnBrk="1" fontAlgn="base" latinLnBrk="0" hangingPunct="1">
                        <a:lnSpc>
                          <a:spcPct val="100000"/>
                        </a:lnSpc>
                        <a:spcBef>
                          <a:spcPct val="20000"/>
                        </a:spcBef>
                        <a:spcAft>
                          <a:spcPct val="0"/>
                        </a:spcAft>
                        <a:buClrTx/>
                        <a:buSzTx/>
                        <a:buFontTx/>
                        <a:buNone/>
                        <a:tabLst>
                          <a:tab pos="1028700" algn="l"/>
                        </a:tabLst>
                      </a:pPr>
                      <a:r>
                        <a:rPr kumimoji="0" lang="en-US" sz="700" b="0" i="0" u="none" strike="noStrike" cap="none" normalizeH="0" baseline="0" dirty="0" smtClean="0">
                          <a:ln>
                            <a:noFill/>
                          </a:ln>
                          <a:solidFill>
                            <a:schemeClr val="tx1"/>
                          </a:solidFill>
                          <a:effectLst/>
                          <a:latin typeface="Arial Narrow" pitchFamily="34" charset="0"/>
                        </a:rPr>
                        <a:t>Pushing/pulling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_______</a:t>
                      </a:r>
                    </a:p>
                    <a:p>
                      <a:pPr marL="0" marR="0" lvl="0" indent="0" algn="l" defTabSz="1019175" rtl="0" eaLnBrk="1" fontAlgn="base" latinLnBrk="0" hangingPunct="1">
                        <a:lnSpc>
                          <a:spcPct val="100000"/>
                        </a:lnSpc>
                        <a:spcBef>
                          <a:spcPct val="20000"/>
                        </a:spcBef>
                        <a:spcAft>
                          <a:spcPct val="0"/>
                        </a:spcAft>
                        <a:buClrTx/>
                        <a:buSzTx/>
                        <a:buFontTx/>
                        <a:buNone/>
                        <a:tabLst>
                          <a:tab pos="1028700" algn="l"/>
                        </a:tabLst>
                      </a:pPr>
                      <a:r>
                        <a:rPr kumimoji="0" lang="en-US" sz="700" b="0" i="0" u="none" strike="noStrike" cap="none" normalizeH="0" baseline="0" dirty="0" smtClean="0">
                          <a:ln>
                            <a:noFill/>
                          </a:ln>
                          <a:solidFill>
                            <a:schemeClr val="tx1"/>
                          </a:solidFill>
                          <a:effectLst/>
                          <a:latin typeface="Arial Narrow" pitchFamily="34" charset="0"/>
                        </a:rPr>
                        <a:t>Twisting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rPr>
                        <a:t> _______</a:t>
                      </a:r>
                    </a:p>
                    <a:p>
                      <a:pPr marL="0" marR="0" lvl="0" indent="0" algn="l" defTabSz="1019175" rtl="0" eaLnBrk="1" fontAlgn="base" latinLnBrk="0" hangingPunct="1">
                        <a:lnSpc>
                          <a:spcPct val="100000"/>
                        </a:lnSpc>
                        <a:spcBef>
                          <a:spcPct val="20000"/>
                        </a:spcBef>
                        <a:spcAft>
                          <a:spcPct val="0"/>
                        </a:spcAft>
                        <a:buClrTx/>
                        <a:buSzTx/>
                        <a:buFontTx/>
                        <a:buNone/>
                        <a:tabLst>
                          <a:tab pos="1028700" algn="l"/>
                        </a:tabLst>
                      </a:pPr>
                      <a:r>
                        <a:rPr kumimoji="0" lang="en-US" sz="700" b="0" i="0" u="none" strike="noStrike" cap="none" normalizeH="0" baseline="0" dirty="0" smtClean="0">
                          <a:ln>
                            <a:noFill/>
                          </a:ln>
                          <a:solidFill>
                            <a:schemeClr val="tx1"/>
                          </a:solidFill>
                          <a:effectLst/>
                          <a:latin typeface="Arial Narrow" pitchFamily="34" charset="0"/>
                        </a:rPr>
                        <a:t>Other _________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rPr>
                        <a:t> _______</a:t>
                      </a:r>
                    </a:p>
                  </a:txBody>
                  <a:tcPr marL="107576" marR="107576" marT="31173" marB="311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rPr>
                        <a:t> </a:t>
                      </a:r>
                      <a:r>
                        <a:rPr kumimoji="0" lang="en-US" sz="700" b="1" i="0" u="none" strike="noStrike" cap="none" normalizeH="0" baseline="0" dirty="0" smtClean="0">
                          <a:ln>
                            <a:noFill/>
                          </a:ln>
                          <a:solidFill>
                            <a:schemeClr val="tx1"/>
                          </a:solidFill>
                          <a:effectLst/>
                          <a:latin typeface="Arial Narrow" pitchFamily="34" charset="0"/>
                        </a:rPr>
                        <a:t> MOTION RESTRICTIONS (IF ANY):</a:t>
                      </a:r>
                    </a:p>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rPr>
                        <a:t> Max hours per day	 </a:t>
                      </a:r>
                      <a:r>
                        <a:rPr kumimoji="0" lang="en-US" sz="700" b="0" i="1" u="none" strike="noStrike" cap="none" normalizeH="0" baseline="0" dirty="0" smtClean="0">
                          <a:ln>
                            <a:noFill/>
                          </a:ln>
                          <a:solidFill>
                            <a:schemeClr val="tx1"/>
                          </a:solidFill>
                          <a:effectLst/>
                          <a:latin typeface="Arial Narrow" pitchFamily="34" charset="0"/>
                          <a:sym typeface="Wingdings" pitchFamily="2" charset="2"/>
                        </a:rPr>
                        <a:t>0  </a:t>
                      </a:r>
                      <a:r>
                        <a:rPr kumimoji="0" lang="en-US" sz="700" b="0" i="1"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1" u="none" strike="noStrike" cap="none" normalizeH="0" baseline="0" dirty="0" smtClean="0">
                          <a:ln>
                            <a:noFill/>
                          </a:ln>
                          <a:solidFill>
                            <a:schemeClr val="tx1"/>
                          </a:solidFill>
                          <a:effectLst/>
                          <a:latin typeface="Arial Narrow" pitchFamily="34" charset="0"/>
                          <a:sym typeface="Wingdings" pitchFamily="2" charset="2"/>
                        </a:rPr>
                        <a:t>2   </a:t>
                      </a:r>
                      <a:r>
                        <a:rPr kumimoji="0" lang="en-US" sz="700" b="0" i="1"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1" u="none" strike="noStrike" cap="none" normalizeH="0" baseline="0" dirty="0" smtClean="0">
                          <a:ln>
                            <a:noFill/>
                          </a:ln>
                          <a:solidFill>
                            <a:schemeClr val="tx1"/>
                          </a:solidFill>
                          <a:effectLst/>
                          <a:latin typeface="Arial Narrow" pitchFamily="34" charset="0"/>
                          <a:sym typeface="Wingdings" pitchFamily="2" charset="2"/>
                        </a:rPr>
                        <a:t>4</a:t>
                      </a:r>
                      <a:r>
                        <a:rPr kumimoji="0" lang="en-US" sz="700" b="0" i="1"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1" u="none" strike="noStrike" cap="none" normalizeH="0" baseline="0" dirty="0" smtClean="0">
                          <a:ln>
                            <a:noFill/>
                          </a:ln>
                          <a:solidFill>
                            <a:schemeClr val="tx1"/>
                          </a:solidFill>
                          <a:effectLst/>
                          <a:latin typeface="Arial Narrow" pitchFamily="34" charset="0"/>
                          <a:sym typeface="Wingdings" pitchFamily="2" charset="2"/>
                        </a:rPr>
                        <a:t> 6   8  </a:t>
                      </a:r>
                      <a:r>
                        <a:rPr kumimoji="0" lang="en-US" sz="700" b="0" i="1"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1" u="none" strike="noStrike" cap="none" normalizeH="0" baseline="0" dirty="0" smtClean="0">
                          <a:ln>
                            <a:noFill/>
                          </a:ln>
                          <a:solidFill>
                            <a:schemeClr val="tx1"/>
                          </a:solidFill>
                          <a:effectLst/>
                          <a:latin typeface="Arial Narrow" pitchFamily="34" charset="0"/>
                          <a:sym typeface="Wingdings" pitchFamily="2" charset="2"/>
                        </a:rPr>
                        <a:t>other</a:t>
                      </a:r>
                      <a:endParaRPr kumimoji="0" lang="en-US" sz="700" b="0" i="0" u="none" strike="noStrike" cap="none" normalizeH="0" baseline="0" dirty="0" smtClean="0">
                        <a:ln>
                          <a:noFill/>
                        </a:ln>
                        <a:solidFill>
                          <a:schemeClr val="tx1"/>
                        </a:solidFill>
                        <a:effectLst/>
                        <a:latin typeface="Arial Narrow" pitchFamily="34" charset="0"/>
                      </a:endParaRPr>
                    </a:p>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rPr>
                        <a:t>Climbing </a:t>
                      </a:r>
                      <a:r>
                        <a:rPr kumimoji="0" lang="en-US" sz="600" b="0" i="0" u="none" strike="noStrike" cap="none" normalizeH="0" baseline="0" dirty="0" smtClean="0">
                          <a:ln>
                            <a:noFill/>
                          </a:ln>
                          <a:solidFill>
                            <a:schemeClr val="tx1"/>
                          </a:solidFill>
                          <a:effectLst/>
                          <a:latin typeface="Arial Narrow" pitchFamily="34" charset="0"/>
                        </a:rPr>
                        <a:t>stairs/ladders</a:t>
                      </a:r>
                      <a:r>
                        <a:rPr kumimoji="0" lang="en-US" sz="700" b="0" i="0" u="none" strike="noStrike" cap="none" normalizeH="0" baseline="0" dirty="0" smtClean="0">
                          <a:ln>
                            <a:noFill/>
                          </a:ln>
                          <a:solidFill>
                            <a:schemeClr val="tx1"/>
                          </a:solidFill>
                          <a:effectLst/>
                          <a:latin typeface="Arial Narrow" pitchFamily="34"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_______</a:t>
                      </a:r>
                    </a:p>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rPr>
                        <a:t>Grasp/squeeze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_______</a:t>
                      </a:r>
                    </a:p>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rPr>
                        <a:t>Wrist</a:t>
                      </a:r>
                      <a:r>
                        <a:rPr kumimoji="0" lang="en-US" sz="500" b="0" i="0" u="none" strike="noStrike" cap="none" normalizeH="0" baseline="0" dirty="0" smtClean="0">
                          <a:ln>
                            <a:noFill/>
                          </a:ln>
                          <a:solidFill>
                            <a:schemeClr val="tx1"/>
                          </a:solidFill>
                          <a:effectLst/>
                          <a:latin typeface="Arial Narrow" pitchFamily="34" charset="0"/>
                        </a:rPr>
                        <a:t> flexion/extension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_______</a:t>
                      </a:r>
                    </a:p>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rPr>
                        <a:t>Reaching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_______</a:t>
                      </a:r>
                    </a:p>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rPr>
                        <a:t>Overhead reach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_______</a:t>
                      </a:r>
                    </a:p>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rPr>
                        <a:t>Keyboarding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rPr>
                        <a:t> _______</a:t>
                      </a:r>
                    </a:p>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rPr>
                        <a:t>Other _________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rPr>
                        <a:t>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rPr>
                        <a:t> _______</a:t>
                      </a:r>
                    </a:p>
                  </a:txBody>
                  <a:tcPr marL="107576" marR="107576" marT="31173" marB="311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gridSpan="2">
                  <a:txBody>
                    <a:bodyPr/>
                    <a:lstStyle/>
                    <a:p>
                      <a:pPr marL="114300" marR="0" lvl="0" indent="-114300" algn="l" defTabSz="971550" rtl="0" eaLnBrk="1" fontAlgn="base" latinLnBrk="0" hangingPunct="1">
                        <a:lnSpc>
                          <a:spcPct val="100000"/>
                        </a:lnSpc>
                        <a:spcBef>
                          <a:spcPct val="20000"/>
                        </a:spcBef>
                        <a:spcAft>
                          <a:spcPct val="0"/>
                        </a:spcAft>
                        <a:buClrTx/>
                        <a:buSzTx/>
                        <a:buFontTx/>
                        <a:buNone/>
                        <a:tabLst>
                          <a:tab pos="1028700" algn="l"/>
                        </a:tabLst>
                      </a:pPr>
                      <a:r>
                        <a:rPr kumimoji="0" lang="en-US" sz="700" b="1" i="0" u="none" strike="noStrike" cap="none" normalizeH="0" baseline="0" dirty="0" smtClean="0">
                          <a:ln>
                            <a:noFill/>
                          </a:ln>
                          <a:solidFill>
                            <a:schemeClr val="tx1"/>
                          </a:solidFill>
                          <a:effectLst/>
                          <a:latin typeface="Arial Narrow" pitchFamily="34" charset="0"/>
                        </a:rPr>
                        <a:t>  LIFTING MAXIMUMS:</a:t>
                      </a:r>
                    </a:p>
                    <a:p>
                      <a:pPr marL="114300" marR="0" lvl="0" indent="-114300" algn="l" defTabSz="971550" rtl="0" eaLnBrk="1" fontAlgn="base" latinLnBrk="0" hangingPunct="1">
                        <a:lnSpc>
                          <a:spcPct val="100000"/>
                        </a:lnSpc>
                        <a:spcBef>
                          <a:spcPct val="20000"/>
                        </a:spcBef>
                        <a:spcAft>
                          <a:spcPct val="0"/>
                        </a:spcAft>
                        <a:buClrTx/>
                        <a:buSzTx/>
                        <a:buFontTx/>
                        <a:buNone/>
                        <a:tabLst>
                          <a:tab pos="1028700" algn="l"/>
                        </a:tabLst>
                      </a:pP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Overhead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20-30 lbs</a:t>
                      </a:r>
                      <a:br>
                        <a:rPr kumimoji="0" lang="en-US" sz="700" b="0" i="0" u="none" strike="noStrike" cap="none" normalizeH="0" baseline="0" dirty="0" smtClean="0">
                          <a:ln>
                            <a:noFill/>
                          </a:ln>
                          <a:solidFill>
                            <a:schemeClr val="tx1"/>
                          </a:solidFill>
                          <a:effectLst/>
                          <a:latin typeface="Arial Narrow" pitchFamily="34" charset="0"/>
                        </a:rPr>
                      </a:b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&lt;5 lbs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30-40 lbs</a:t>
                      </a:r>
                      <a:br>
                        <a:rPr kumimoji="0" lang="en-US" sz="700" b="0" i="0" u="none" strike="noStrike" cap="none" normalizeH="0" baseline="0" dirty="0" smtClean="0">
                          <a:ln>
                            <a:noFill/>
                          </a:ln>
                          <a:solidFill>
                            <a:schemeClr val="tx1"/>
                          </a:solidFill>
                          <a:effectLst/>
                          <a:latin typeface="Arial Narrow" pitchFamily="34" charset="0"/>
                        </a:rPr>
                      </a:b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5-10 lbs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40-50 lbs</a:t>
                      </a:r>
                      <a:br>
                        <a:rPr kumimoji="0" lang="en-US" sz="700" b="0" i="0" u="none" strike="noStrike" cap="none" normalizeH="0" baseline="0" dirty="0" smtClean="0">
                          <a:ln>
                            <a:noFill/>
                          </a:ln>
                          <a:solidFill>
                            <a:schemeClr val="tx1"/>
                          </a:solidFill>
                          <a:effectLst/>
                          <a:latin typeface="Arial Narrow" pitchFamily="34" charset="0"/>
                        </a:rPr>
                      </a:b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10-20 lbs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&gt; 50 lbs</a:t>
                      </a:r>
                    </a:p>
                    <a:p>
                      <a:pPr marL="114300" marR="0" lvl="0" indent="-114300" algn="l" defTabSz="971550" rtl="0" eaLnBrk="1" fontAlgn="base" latinLnBrk="0" hangingPunct="1">
                        <a:lnSpc>
                          <a:spcPct val="100000"/>
                        </a:lnSpc>
                        <a:spcBef>
                          <a:spcPct val="20000"/>
                        </a:spcBef>
                        <a:spcAft>
                          <a:spcPct val="0"/>
                        </a:spcAft>
                        <a:buClrTx/>
                        <a:buSzTx/>
                        <a:buFontTx/>
                        <a:buNone/>
                        <a:tabLst>
                          <a:tab pos="1028700" algn="l"/>
                        </a:tabLst>
                      </a:pPr>
                      <a:endParaRPr kumimoji="0" lang="en-US" sz="700" b="0" i="0" u="none" strike="noStrike" cap="none" normalizeH="0" baseline="0" dirty="0" smtClean="0">
                        <a:ln>
                          <a:noFill/>
                        </a:ln>
                        <a:solidFill>
                          <a:schemeClr val="tx1"/>
                        </a:solidFill>
                        <a:effectLst/>
                        <a:latin typeface="Arial Narrow" pitchFamily="34" charset="0"/>
                      </a:endParaRPr>
                    </a:p>
                    <a:p>
                      <a:pPr marL="114300" marR="0" lvl="0" indent="-114300" algn="l" defTabSz="971550" rtl="0" eaLnBrk="1" fontAlgn="base" latinLnBrk="0" hangingPunct="1">
                        <a:lnSpc>
                          <a:spcPct val="100000"/>
                        </a:lnSpc>
                        <a:spcBef>
                          <a:spcPct val="20000"/>
                        </a:spcBef>
                        <a:spcAft>
                          <a:spcPct val="0"/>
                        </a:spcAft>
                        <a:buClrTx/>
                        <a:buSzTx/>
                        <a:buFontTx/>
                        <a:buNone/>
                        <a:tabLst>
                          <a:tab pos="1028700" algn="l"/>
                        </a:tabLst>
                      </a:pP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Knuckle-shoulder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20-30 lbs</a:t>
                      </a:r>
                      <a:br>
                        <a:rPr kumimoji="0" lang="en-US" sz="700" b="0" i="0" u="none" strike="noStrike" cap="none" normalizeH="0" baseline="0" dirty="0" smtClean="0">
                          <a:ln>
                            <a:noFill/>
                          </a:ln>
                          <a:solidFill>
                            <a:schemeClr val="tx1"/>
                          </a:solidFill>
                          <a:effectLst/>
                          <a:latin typeface="Arial Narrow" pitchFamily="34" charset="0"/>
                        </a:rPr>
                      </a:b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&lt;5 lbs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30-40 lbs</a:t>
                      </a:r>
                      <a:br>
                        <a:rPr kumimoji="0" lang="en-US" sz="700" b="0" i="0" u="none" strike="noStrike" cap="none" normalizeH="0" baseline="0" dirty="0" smtClean="0">
                          <a:ln>
                            <a:noFill/>
                          </a:ln>
                          <a:solidFill>
                            <a:schemeClr val="tx1"/>
                          </a:solidFill>
                          <a:effectLst/>
                          <a:latin typeface="Arial Narrow" pitchFamily="34" charset="0"/>
                        </a:rPr>
                      </a:b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5-10 lbs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40-50 lbs</a:t>
                      </a:r>
                      <a:br>
                        <a:rPr kumimoji="0" lang="en-US" sz="700" b="0" i="0" u="none" strike="noStrike" cap="none" normalizeH="0" baseline="0" dirty="0" smtClean="0">
                          <a:ln>
                            <a:noFill/>
                          </a:ln>
                          <a:solidFill>
                            <a:schemeClr val="tx1"/>
                          </a:solidFill>
                          <a:effectLst/>
                          <a:latin typeface="Arial Narrow" pitchFamily="34" charset="0"/>
                        </a:rPr>
                      </a:b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10-20 lbs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&gt; 50 lbs</a:t>
                      </a:r>
                    </a:p>
                    <a:p>
                      <a:pPr marL="114300" marR="0" lvl="0" indent="-114300" algn="l" defTabSz="971550" rtl="0" eaLnBrk="1" fontAlgn="base" latinLnBrk="0" hangingPunct="1">
                        <a:lnSpc>
                          <a:spcPct val="100000"/>
                        </a:lnSpc>
                        <a:spcBef>
                          <a:spcPct val="20000"/>
                        </a:spcBef>
                        <a:spcAft>
                          <a:spcPct val="0"/>
                        </a:spcAft>
                        <a:buClrTx/>
                        <a:buSzTx/>
                        <a:buFontTx/>
                        <a:buNone/>
                        <a:tabLst>
                          <a:tab pos="1028700" algn="l"/>
                        </a:tabLst>
                      </a:pPr>
                      <a:endParaRPr kumimoji="0" lang="en-US" sz="700" b="0" i="0" u="none" strike="noStrike" cap="none" normalizeH="0" baseline="0" dirty="0" smtClean="0">
                        <a:ln>
                          <a:noFill/>
                        </a:ln>
                        <a:solidFill>
                          <a:schemeClr val="tx1"/>
                        </a:solidFill>
                        <a:effectLst/>
                        <a:latin typeface="Arial Narrow" pitchFamily="34" charset="0"/>
                      </a:endParaRPr>
                    </a:p>
                    <a:p>
                      <a:pPr marL="114300" marR="0" lvl="0" indent="-114300" algn="l" defTabSz="971550" rtl="0" eaLnBrk="1" fontAlgn="base" latinLnBrk="0" hangingPunct="1">
                        <a:lnSpc>
                          <a:spcPct val="100000"/>
                        </a:lnSpc>
                        <a:spcBef>
                          <a:spcPct val="20000"/>
                        </a:spcBef>
                        <a:spcAft>
                          <a:spcPct val="0"/>
                        </a:spcAft>
                        <a:buClrTx/>
                        <a:buSzTx/>
                        <a:buFontTx/>
                        <a:buNone/>
                        <a:tabLst>
                          <a:tab pos="1028700" algn="l"/>
                        </a:tabLst>
                      </a:pP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Max work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20-30 lbs</a:t>
                      </a:r>
                      <a:br>
                        <a:rPr kumimoji="0" lang="en-US" sz="700" b="0" i="0" u="none" strike="noStrike" cap="none" normalizeH="0" baseline="0" dirty="0" smtClean="0">
                          <a:ln>
                            <a:noFill/>
                          </a:ln>
                          <a:solidFill>
                            <a:schemeClr val="tx1"/>
                          </a:solidFill>
                          <a:effectLst/>
                          <a:latin typeface="Arial Narrow" pitchFamily="34" charset="0"/>
                        </a:rPr>
                      </a:b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&lt;5 lbs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30-40 lbs</a:t>
                      </a:r>
                      <a:br>
                        <a:rPr kumimoji="0" lang="en-US" sz="700" b="0" i="0" u="none" strike="noStrike" cap="none" normalizeH="0" baseline="0" dirty="0" smtClean="0">
                          <a:ln>
                            <a:noFill/>
                          </a:ln>
                          <a:solidFill>
                            <a:schemeClr val="tx1"/>
                          </a:solidFill>
                          <a:effectLst/>
                          <a:latin typeface="Arial Narrow" pitchFamily="34" charset="0"/>
                        </a:rPr>
                      </a:b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5-10 lbs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40-50 lbs</a:t>
                      </a:r>
                      <a:br>
                        <a:rPr kumimoji="0" lang="en-US" sz="700" b="0" i="0" u="none" strike="noStrike" cap="none" normalizeH="0" baseline="0" dirty="0" smtClean="0">
                          <a:ln>
                            <a:noFill/>
                          </a:ln>
                          <a:solidFill>
                            <a:schemeClr val="tx1"/>
                          </a:solidFill>
                          <a:effectLst/>
                          <a:latin typeface="Arial Narrow" pitchFamily="34" charset="0"/>
                        </a:rPr>
                      </a:b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10-20 lbs	 </a:t>
                      </a: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&gt; 50 lbs</a:t>
                      </a:r>
                    </a:p>
                  </a:txBody>
                  <a:tcPr marL="107576" marR="107576" marT="31173" marB="311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r>
              <a:tr h="914400">
                <a:tc vMerge="1">
                  <a:txBody>
                    <a:bodyPr/>
                    <a:lstStyle/>
                    <a:p>
                      <a:endParaRPr lang="en-US"/>
                    </a:p>
                  </a:txBody>
                  <a:tcPr/>
                </a:tc>
                <a:tc>
                  <a:txBody>
                    <a:bodyPr/>
                    <a:lstStyle/>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1" i="0" u="none" strike="noStrike" cap="none" normalizeH="0" baseline="0" dirty="0" smtClean="0">
                          <a:ln>
                            <a:noFill/>
                          </a:ln>
                          <a:solidFill>
                            <a:schemeClr val="tx1"/>
                          </a:solidFill>
                          <a:effectLst/>
                          <a:latin typeface="Arial Narrow" pitchFamily="34" charset="0"/>
                        </a:rPr>
                        <a:t>    MEDICATION RESTRICTIONS (if any):</a:t>
                      </a:r>
                    </a:p>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Must take prescription medication(s)</a:t>
                      </a:r>
                    </a:p>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Advised to take over-the-counter meds</a:t>
                      </a:r>
                    </a:p>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Medication may make drowsy (possible safety driving issues)</a:t>
                      </a:r>
                    </a:p>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Other_______________</a:t>
                      </a:r>
                    </a:p>
                  </a:txBody>
                  <a:tcPr marL="107576" marR="107576" marT="31173" marB="311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rPr>
                        <a:t> </a:t>
                      </a:r>
                      <a:r>
                        <a:rPr kumimoji="0" lang="en-US" sz="700" b="1" i="0" u="none" strike="noStrike" cap="none" normalizeH="0" baseline="0" dirty="0" smtClean="0">
                          <a:ln>
                            <a:noFill/>
                          </a:ln>
                          <a:solidFill>
                            <a:schemeClr val="tx1"/>
                          </a:solidFill>
                          <a:effectLst/>
                          <a:latin typeface="Arial Narrow" pitchFamily="34" charset="0"/>
                        </a:rPr>
                        <a:t> MISCELLANEOUS RESTRICTIONS</a:t>
                      </a:r>
                      <a:r>
                        <a:rPr kumimoji="0" lang="en-US" sz="600" b="1" i="0" u="none" strike="noStrike" cap="none" normalizeH="0" baseline="0" dirty="0" smtClean="0">
                          <a:ln>
                            <a:noFill/>
                          </a:ln>
                          <a:solidFill>
                            <a:schemeClr val="tx1"/>
                          </a:solidFill>
                          <a:effectLst/>
                          <a:latin typeface="Arial Narrow" pitchFamily="34" charset="0"/>
                        </a:rPr>
                        <a:t> (if any):</a:t>
                      </a:r>
                    </a:p>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Max work hours per day__________</a:t>
                      </a:r>
                    </a:p>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Sit/stretch breaks of ___min per___hrs</a:t>
                      </a:r>
                    </a:p>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Must wear splint/cast at work</a:t>
                      </a:r>
                    </a:p>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Must use crutches at all times</a:t>
                      </a:r>
                    </a:p>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No driving/operating heavy equipment</a:t>
                      </a:r>
                    </a:p>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Can only drive automatic transmission </a:t>
                      </a:r>
                    </a:p>
                  </a:txBody>
                  <a:tcPr marL="107576" marR="107576" marT="31173" marB="311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gridSpan="2">
                  <a:txBody>
                    <a:bodyPr/>
                    <a:lstStyle/>
                    <a:p>
                      <a:pPr marL="228600" marR="0" lvl="0" indent="-228600" algn="l" defTabSz="971550" rtl="0" eaLnBrk="1" fontAlgn="base" latinLnBrk="0" hangingPunct="1">
                        <a:lnSpc>
                          <a:spcPct val="100000"/>
                        </a:lnSpc>
                        <a:spcBef>
                          <a:spcPct val="20000"/>
                        </a:spcBef>
                        <a:spcAft>
                          <a:spcPct val="0"/>
                        </a:spcAft>
                        <a:buClrTx/>
                        <a:buSzTx/>
                        <a:buFontTx/>
                        <a:buNone/>
                        <a:tabLst>
                          <a:tab pos="857250" algn="l"/>
                        </a:tabLst>
                      </a:pP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1" i="0" u="none" strike="noStrike" cap="none" normalizeH="0" baseline="0" dirty="0" smtClean="0">
                          <a:ln>
                            <a:noFill/>
                          </a:ln>
                          <a:solidFill>
                            <a:schemeClr val="tx1"/>
                          </a:solidFill>
                          <a:effectLst/>
                          <a:latin typeface="Arial Narrow" pitchFamily="34" charset="0"/>
                        </a:rPr>
                        <a:t>NO LIFTING RESTRICTIONS:</a:t>
                      </a:r>
                    </a:p>
                    <a:p>
                      <a:pPr marL="228600" marR="0" lvl="0" indent="-228600" algn="l" defTabSz="971550" rtl="0" eaLnBrk="1" fontAlgn="base" latinLnBrk="0" hangingPunct="1">
                        <a:lnSpc>
                          <a:spcPct val="100000"/>
                        </a:lnSpc>
                        <a:spcBef>
                          <a:spcPct val="20000"/>
                        </a:spcBef>
                        <a:spcAft>
                          <a:spcPct val="0"/>
                        </a:spcAft>
                        <a:buClrTx/>
                        <a:buSzTx/>
                        <a:buFontTx/>
                        <a:buNone/>
                        <a:tabLst>
                          <a:tab pos="857250" algn="l"/>
                        </a:tabLst>
                      </a:pP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Not to perform any lifting/carrying</a:t>
                      </a:r>
                    </a:p>
                    <a:p>
                      <a:pPr marL="228600" marR="0" lvl="0" indent="-228600" algn="l" defTabSz="971550" rtl="0" eaLnBrk="1" fontAlgn="base" latinLnBrk="0" hangingPunct="1">
                        <a:lnSpc>
                          <a:spcPct val="100000"/>
                        </a:lnSpc>
                        <a:spcBef>
                          <a:spcPct val="20000"/>
                        </a:spcBef>
                        <a:spcAft>
                          <a:spcPct val="0"/>
                        </a:spcAft>
                        <a:buClrTx/>
                        <a:buSzTx/>
                        <a:buFontTx/>
                        <a:buNone/>
                        <a:tabLst>
                          <a:tab pos="857250" algn="l"/>
                        </a:tabLst>
                      </a:pP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May do sedentary work (sitting)</a:t>
                      </a:r>
                    </a:p>
                    <a:p>
                      <a:pPr marL="228600" marR="0" lvl="0" indent="-228600" algn="l" defTabSz="971550" rtl="0" eaLnBrk="1" fontAlgn="base" latinLnBrk="0" hangingPunct="1">
                        <a:lnSpc>
                          <a:spcPct val="100000"/>
                        </a:lnSpc>
                        <a:spcBef>
                          <a:spcPct val="20000"/>
                        </a:spcBef>
                        <a:spcAft>
                          <a:spcPct val="0"/>
                        </a:spcAft>
                        <a:buClrTx/>
                        <a:buSzTx/>
                        <a:buFontTx/>
                        <a:buNone/>
                        <a:tabLst>
                          <a:tab pos="857250" algn="l"/>
                        </a:tabLst>
                      </a:pP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Other_____________________</a:t>
                      </a:r>
                    </a:p>
                  </a:txBody>
                  <a:tcPr marL="107576" marR="107576" marT="31173" marB="311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r>
              <a:tr h="342900">
                <a:tc>
                  <a:txBody>
                    <a:bodyPr/>
                    <a:lstStyle/>
                    <a:p>
                      <a:pPr marL="0" marR="0" lvl="0" indent="0" algn="l" defTabSz="1019175" rtl="0" eaLnBrk="1" fontAlgn="base" latinLnBrk="0" hangingPunct="1">
                        <a:lnSpc>
                          <a:spcPct val="100000"/>
                        </a:lnSpc>
                        <a:spcBef>
                          <a:spcPct val="20000"/>
                        </a:spcBef>
                        <a:spcAft>
                          <a:spcPct val="0"/>
                        </a:spcAft>
                        <a:buClrTx/>
                        <a:buSzTx/>
                        <a:buFontTx/>
                        <a:buNone/>
                        <a:tabLst/>
                      </a:pPr>
                      <a:endParaRPr kumimoji="0" lang="en-US" sz="800" b="1" i="0" u="none" strike="noStrike" cap="none" normalizeH="0" baseline="0" dirty="0" smtClean="0">
                        <a:ln>
                          <a:noFill/>
                        </a:ln>
                        <a:solidFill>
                          <a:schemeClr val="tx1"/>
                        </a:solidFill>
                        <a:effectLst/>
                        <a:latin typeface="Arial Narrow" pitchFamily="34" charset="0"/>
                      </a:endParaRPr>
                    </a:p>
                  </a:txBody>
                  <a:tcPr marL="107576" marR="107576" marT="31173" marB="31173" vert="eaVert"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gridSpan="6">
                  <a:txBody>
                    <a:bodyPr/>
                    <a:lstStyle/>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600" b="0" i="0" u="none" strike="noStrike" cap="none" normalizeH="0" baseline="0" dirty="0" smtClean="0">
                          <a:ln>
                            <a:noFill/>
                          </a:ln>
                          <a:solidFill>
                            <a:schemeClr val="tx1"/>
                          </a:solidFill>
                          <a:effectLst/>
                          <a:latin typeface="Arial Narrow" pitchFamily="34" charset="0"/>
                        </a:rPr>
                        <a:t>*These restrictions are based on the doctor’s best understanding of the employee’s essential job functions. If a particular restriction does not apply, it should be disregarded. If modified duty that meets these restrictions is not available, that patient should be considered to be off work.  NOTE – these restrictions should be followed outside of work as well as work.</a:t>
                      </a:r>
                    </a:p>
                  </a:txBody>
                  <a:tcPr marL="107576" marR="107576" marT="31173" marB="311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852920">
                <a:tc>
                  <a:txBody>
                    <a:bodyPr/>
                    <a:lstStyle/>
                    <a:p>
                      <a:pPr marL="0" marR="0" lvl="0" indent="0" algn="l" defTabSz="1019175" rtl="0" eaLnBrk="1" fontAlgn="base" latinLnBrk="0" hangingPunct="1">
                        <a:lnSpc>
                          <a:spcPct val="100000"/>
                        </a:lnSpc>
                        <a:spcBef>
                          <a:spcPct val="20000"/>
                        </a:spcBef>
                        <a:spcAft>
                          <a:spcPct val="0"/>
                        </a:spcAft>
                        <a:buClrTx/>
                        <a:buSzTx/>
                        <a:buFontTx/>
                        <a:buNone/>
                        <a:tabLst/>
                      </a:pPr>
                      <a:r>
                        <a:rPr kumimoji="0" lang="en-US" sz="800" b="1" i="0" u="none" strike="noStrike" cap="none" normalizeH="0" baseline="0" dirty="0" smtClean="0">
                          <a:ln>
                            <a:noFill/>
                          </a:ln>
                          <a:solidFill>
                            <a:schemeClr val="tx1"/>
                          </a:solidFill>
                          <a:effectLst/>
                          <a:latin typeface="Arial Narrow" pitchFamily="34" charset="0"/>
                        </a:rPr>
                        <a:t>Follow-up Info</a:t>
                      </a:r>
                    </a:p>
                  </a:txBody>
                  <a:tcPr marL="107576" marR="107576" marT="31173" marB="31173" vert="eaVert"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gridSpan="3">
                  <a:txBody>
                    <a:bodyPr/>
                    <a:lstStyle/>
                    <a:p>
                      <a:pPr marL="0" marR="0" lvl="0" indent="0" algn="l" defTabSz="1019175" rtl="0" eaLnBrk="1" fontAlgn="base" latinLnBrk="0" hangingPunct="1">
                        <a:lnSpc>
                          <a:spcPct val="100000"/>
                        </a:lnSpc>
                        <a:spcBef>
                          <a:spcPct val="20000"/>
                        </a:spcBef>
                        <a:spcAft>
                          <a:spcPct val="0"/>
                        </a:spcAft>
                        <a:buClrTx/>
                        <a:buSzTx/>
                        <a:buFontTx/>
                        <a:buNone/>
                        <a:tabLst>
                          <a:tab pos="971550" algn="l"/>
                          <a:tab pos="1771650" algn="l"/>
                          <a:tab pos="2286000" algn="l"/>
                        </a:tabLst>
                      </a:pPr>
                      <a:r>
                        <a:rPr kumimoji="0" lang="en-US" sz="700" b="1" i="0" u="none" strike="noStrike" cap="none" normalizeH="0" baseline="0" dirty="0" smtClean="0">
                          <a:ln>
                            <a:noFill/>
                          </a:ln>
                          <a:solidFill>
                            <a:schemeClr val="tx1"/>
                          </a:solidFill>
                          <a:effectLst/>
                          <a:latin typeface="Arial Narrow" pitchFamily="34" charset="0"/>
                        </a:rPr>
                        <a:t>  NEXT VISIT:	1 wk	2 wk	</a:t>
                      </a:r>
                      <a:r>
                        <a:rPr kumimoji="0" lang="en-US" sz="700" b="0" i="0" u="none" strike="noStrike" cap="none" normalizeH="0" baseline="0" dirty="0" smtClean="0">
                          <a:ln>
                            <a:noFill/>
                          </a:ln>
                          <a:solidFill>
                            <a:schemeClr val="tx1"/>
                          </a:solidFill>
                          <a:effectLst/>
                          <a:latin typeface="Arial Narrow" pitchFamily="34" charset="0"/>
                        </a:rPr>
                        <a:t>Other________</a:t>
                      </a:r>
                    </a:p>
                    <a:p>
                      <a:pPr marL="0" marR="0" lvl="0" indent="0" algn="l" defTabSz="1019175" rtl="0" eaLnBrk="1" fontAlgn="base" latinLnBrk="0" hangingPunct="1">
                        <a:lnSpc>
                          <a:spcPct val="100000"/>
                        </a:lnSpc>
                        <a:spcBef>
                          <a:spcPct val="20000"/>
                        </a:spcBef>
                        <a:spcAft>
                          <a:spcPct val="0"/>
                        </a:spcAft>
                        <a:buClrTx/>
                        <a:buSzTx/>
                        <a:buFontTx/>
                        <a:buNone/>
                        <a:tabLst>
                          <a:tab pos="971550" algn="l"/>
                          <a:tab pos="1771650" algn="l"/>
                          <a:tab pos="2286000" algn="l"/>
                        </a:tabLst>
                      </a:pP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None. This is the last scheduled visit for this problem.</a:t>
                      </a:r>
                    </a:p>
                    <a:p>
                      <a:pPr marL="0" marR="0" lvl="0" indent="0" algn="l" defTabSz="1019175" rtl="0" eaLnBrk="1" fontAlgn="base" latinLnBrk="0" hangingPunct="1">
                        <a:lnSpc>
                          <a:spcPct val="100000"/>
                        </a:lnSpc>
                        <a:spcBef>
                          <a:spcPct val="20000"/>
                        </a:spcBef>
                        <a:spcAft>
                          <a:spcPct val="0"/>
                        </a:spcAft>
                        <a:buClrTx/>
                        <a:buSzTx/>
                        <a:buFontTx/>
                        <a:buNone/>
                        <a:tabLst>
                          <a:tab pos="971550" algn="l"/>
                          <a:tab pos="1771650" algn="l"/>
                          <a:tab pos="2286000" algn="l"/>
                        </a:tabLst>
                      </a:pPr>
                      <a:r>
                        <a:rPr kumimoji="0" lang="en-US" sz="700" b="0" i="0" u="none" strike="noStrike" cap="none" normalizeH="0" baseline="0" dirty="0" smtClean="0">
                          <a:ln>
                            <a:noFill/>
                          </a:ln>
                          <a:solidFill>
                            <a:schemeClr val="tx1"/>
                          </a:solidFill>
                          <a:effectLst/>
                          <a:latin typeface="Arial Narrow" pitchFamily="34" charset="0"/>
                          <a:sym typeface="Wingdings" pitchFamily="2" charset="2"/>
                        </a:rPr>
                        <a:t></a:t>
                      </a:r>
                      <a:r>
                        <a:rPr kumimoji="0" lang="en-US" sz="700" b="0" i="0" u="none" strike="noStrike" cap="none" normalizeH="0" baseline="0" dirty="0" smtClean="0">
                          <a:ln>
                            <a:noFill/>
                          </a:ln>
                          <a:solidFill>
                            <a:schemeClr val="tx1"/>
                          </a:solidFill>
                          <a:effectLst/>
                          <a:latin typeface="Arial Narrow" pitchFamily="34" charset="0"/>
                          <a:cs typeface="Times New Roman" pitchFamily="18" charset="0"/>
                        </a:rPr>
                        <a:t> </a:t>
                      </a:r>
                      <a:r>
                        <a:rPr kumimoji="0" lang="en-US" sz="700" b="0" i="0" u="none" strike="noStrike" cap="none" normalizeH="0" baseline="0" dirty="0" smtClean="0">
                          <a:ln>
                            <a:noFill/>
                          </a:ln>
                          <a:solidFill>
                            <a:schemeClr val="tx1"/>
                          </a:solidFill>
                          <a:effectLst/>
                          <a:latin typeface="Arial Narrow" pitchFamily="34" charset="0"/>
                        </a:rPr>
                        <a:t>Referral to/Consult with: _______________________________</a:t>
                      </a:r>
                    </a:p>
                    <a:p>
                      <a:pPr marL="0" marR="0" lvl="0" indent="0" algn="l" defTabSz="1019175" rtl="0" eaLnBrk="1" fontAlgn="base" latinLnBrk="0" hangingPunct="1">
                        <a:lnSpc>
                          <a:spcPct val="100000"/>
                        </a:lnSpc>
                        <a:spcBef>
                          <a:spcPct val="20000"/>
                        </a:spcBef>
                        <a:spcAft>
                          <a:spcPct val="0"/>
                        </a:spcAft>
                        <a:buClrTx/>
                        <a:buSzTx/>
                        <a:buFontTx/>
                        <a:buNone/>
                        <a:tabLst>
                          <a:tab pos="971550" algn="l"/>
                          <a:tab pos="1771650" algn="l"/>
                          <a:tab pos="2286000" algn="l"/>
                        </a:tabLst>
                      </a:pPr>
                      <a:endParaRPr kumimoji="0" lang="en-US" sz="700" b="1" i="0" u="none" strike="noStrike" cap="none" normalizeH="0" baseline="0" dirty="0" smtClean="0">
                        <a:ln>
                          <a:noFill/>
                        </a:ln>
                        <a:solidFill>
                          <a:schemeClr val="tx1"/>
                        </a:solidFill>
                        <a:effectLst/>
                        <a:latin typeface="Arial Narrow" pitchFamily="34" charset="0"/>
                      </a:endParaRPr>
                    </a:p>
                    <a:p>
                      <a:pPr marL="0" marR="0" lvl="0" indent="0" algn="l" defTabSz="1019175" rtl="0" eaLnBrk="1" fontAlgn="base" latinLnBrk="0" hangingPunct="1">
                        <a:lnSpc>
                          <a:spcPct val="100000"/>
                        </a:lnSpc>
                        <a:spcBef>
                          <a:spcPct val="20000"/>
                        </a:spcBef>
                        <a:spcAft>
                          <a:spcPct val="0"/>
                        </a:spcAft>
                        <a:buClrTx/>
                        <a:buSzTx/>
                        <a:buFontTx/>
                        <a:buNone/>
                        <a:tabLst>
                          <a:tab pos="971550" algn="l"/>
                          <a:tab pos="1771650" algn="l"/>
                          <a:tab pos="2286000" algn="l"/>
                        </a:tabLst>
                      </a:pPr>
                      <a:endParaRPr kumimoji="0" lang="en-US" sz="700" b="1" i="0" u="none" strike="noStrike" cap="none" normalizeH="0" baseline="0" dirty="0" smtClean="0">
                        <a:ln>
                          <a:noFill/>
                        </a:ln>
                        <a:solidFill>
                          <a:schemeClr val="tx1"/>
                        </a:solidFill>
                        <a:effectLst/>
                        <a:latin typeface="Arial Narrow" pitchFamily="34" charset="0"/>
                      </a:endParaRPr>
                    </a:p>
                    <a:p>
                      <a:pPr marL="0" marR="0" lvl="0" indent="0" algn="l" defTabSz="1019175" rtl="0" eaLnBrk="1" fontAlgn="base" latinLnBrk="0" hangingPunct="1">
                        <a:lnSpc>
                          <a:spcPct val="100000"/>
                        </a:lnSpc>
                        <a:spcBef>
                          <a:spcPct val="20000"/>
                        </a:spcBef>
                        <a:spcAft>
                          <a:spcPct val="0"/>
                        </a:spcAft>
                        <a:buClrTx/>
                        <a:buSzTx/>
                        <a:buFontTx/>
                        <a:buNone/>
                        <a:tabLst>
                          <a:tab pos="971550" algn="l"/>
                          <a:tab pos="1771650" algn="l"/>
                          <a:tab pos="2286000" algn="l"/>
                        </a:tabLst>
                      </a:pPr>
                      <a:r>
                        <a:rPr kumimoji="0" lang="en-US" sz="700" b="1" i="0" u="none" strike="noStrike" cap="none" normalizeH="0" baseline="0" dirty="0" smtClean="0">
                          <a:ln>
                            <a:noFill/>
                          </a:ln>
                          <a:solidFill>
                            <a:schemeClr val="tx1"/>
                          </a:solidFill>
                          <a:effectLst/>
                          <a:latin typeface="Arial Narrow" pitchFamily="34" charset="0"/>
                        </a:rPr>
                        <a:t>Doctor’s signature</a:t>
                      </a:r>
                      <a:r>
                        <a:rPr kumimoji="0" lang="en-US" sz="700" b="0" i="0" u="none" strike="noStrike" cap="none" normalizeH="0" baseline="0" dirty="0" smtClean="0">
                          <a:ln>
                            <a:noFill/>
                          </a:ln>
                          <a:solidFill>
                            <a:schemeClr val="tx1"/>
                          </a:solidFill>
                          <a:effectLst/>
                          <a:latin typeface="Arial Narrow" pitchFamily="34" charset="0"/>
                        </a:rPr>
                        <a:t>_____________________Date_____________</a:t>
                      </a:r>
                    </a:p>
                  </a:txBody>
                  <a:tcPr marL="107576" marR="107576" marT="31173" marB="311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gridSpan="3">
                  <a:txBody>
                    <a:bodyPr/>
                    <a:lstStyle/>
                    <a:p>
                      <a:pPr marL="114300" marR="0" lvl="0" indent="0" algn="l" defTabSz="1019175" rtl="0" eaLnBrk="1" fontAlgn="base" latinLnBrk="0" hangingPunct="1">
                        <a:lnSpc>
                          <a:spcPct val="100000"/>
                        </a:lnSpc>
                        <a:spcBef>
                          <a:spcPct val="20000"/>
                        </a:spcBef>
                        <a:spcAft>
                          <a:spcPct val="0"/>
                        </a:spcAft>
                        <a:buClrTx/>
                        <a:buSzTx/>
                        <a:buFontTx/>
                        <a:buNone/>
                        <a:tabLst/>
                      </a:pPr>
                      <a:r>
                        <a:rPr kumimoji="0" lang="en-US" sz="800" b="1" i="0" u="none" strike="noStrike" cap="none" normalizeH="0" baseline="0" dirty="0" smtClean="0">
                          <a:ln>
                            <a:noFill/>
                          </a:ln>
                          <a:solidFill>
                            <a:srgbClr val="081E7E"/>
                          </a:solidFill>
                          <a:effectLst/>
                          <a:latin typeface="Arial" charset="0"/>
                        </a:rPr>
                        <a:t>Instructions to Patient:</a:t>
                      </a:r>
                      <a:r>
                        <a:rPr kumimoji="0" lang="en-US" sz="800" b="0" i="0" u="none" strike="noStrike" cap="none" normalizeH="0" baseline="0" dirty="0" smtClean="0">
                          <a:ln>
                            <a:noFill/>
                          </a:ln>
                          <a:solidFill>
                            <a:srgbClr val="081E7E"/>
                          </a:solidFill>
                          <a:effectLst/>
                          <a:latin typeface="Arial" charset="0"/>
                        </a:rPr>
                        <a:t>  It is your responsibility to review these restrictions with your employer. Failure to do so may delay your benefits.  If your employer cannot accommodate your work restrictions, contact Penser by</a:t>
                      </a:r>
                      <a:r>
                        <a:rPr kumimoji="0" lang="en-US" sz="800" b="0" i="0" u="none" strike="noStrike" cap="none" normalizeH="0" baseline="0" dirty="0" smtClean="0">
                          <a:ln>
                            <a:noFill/>
                          </a:ln>
                          <a:solidFill>
                            <a:srgbClr val="081E7E"/>
                          </a:solidFill>
                          <a:effectLst/>
                          <a:latin typeface="Arial" charset="0"/>
                          <a:cs typeface="Times New Roman" pitchFamily="18" charset="0"/>
                        </a:rPr>
                        <a:t> </a:t>
                      </a:r>
                      <a:r>
                        <a:rPr kumimoji="0" lang="en-US" sz="800" b="0" i="0" u="none" strike="noStrike" cap="none" normalizeH="0" baseline="0" dirty="0" smtClean="0">
                          <a:ln>
                            <a:noFill/>
                          </a:ln>
                          <a:solidFill>
                            <a:srgbClr val="081E7E"/>
                          </a:solidFill>
                          <a:effectLst/>
                          <a:latin typeface="Arial" charset="0"/>
                        </a:rPr>
                        <a:t>phone. </a:t>
                      </a:r>
                      <a:r>
                        <a:rPr kumimoji="0" lang="en-US" sz="800" b="1" i="0" u="none" strike="noStrike" cap="none" normalizeH="0" baseline="0" dirty="0" smtClean="0">
                          <a:ln>
                            <a:noFill/>
                          </a:ln>
                          <a:solidFill>
                            <a:srgbClr val="081E7E"/>
                          </a:solidFill>
                          <a:effectLst/>
                          <a:latin typeface="Arial" charset="0"/>
                        </a:rPr>
                        <a:t> (509) 420-7290</a:t>
                      </a:r>
                    </a:p>
                  </a:txBody>
                  <a:tcPr marL="107576" marR="107576" marT="31173" marB="311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r>
            </a:tbl>
          </a:graphicData>
        </a:graphic>
      </p:graphicFrame>
      <p:sp>
        <p:nvSpPr>
          <p:cNvPr id="1078" name="Text Box 54"/>
          <p:cNvSpPr txBox="1">
            <a:spLocks noChangeArrowheads="1"/>
          </p:cNvSpPr>
          <p:nvPr userDrawn="1"/>
        </p:nvSpPr>
        <p:spPr bwMode="auto">
          <a:xfrm>
            <a:off x="808692" y="2878729"/>
            <a:ext cx="127000" cy="83100"/>
          </a:xfrm>
          <a:prstGeom prst="rect">
            <a:avLst/>
          </a:prstGeom>
          <a:solidFill>
            <a:schemeClr val="bg1"/>
          </a:solidFill>
          <a:ln w="9525">
            <a:solidFill>
              <a:schemeClr val="tx1"/>
            </a:solidFill>
            <a:miter lim="800000"/>
            <a:headEnd/>
            <a:tailEnd/>
          </a:ln>
          <a:effectLst/>
        </p:spPr>
        <p:txBody>
          <a:bodyPr lIns="0" tIns="9144" rIns="0" bIns="0" anchor="ctr" anchorCtr="1">
            <a:spAutoFit/>
          </a:bodyPr>
          <a:lstStyle/>
          <a:p>
            <a:pPr defTabSz="1019175" eaLnBrk="1" hangingPunct="1">
              <a:lnSpc>
                <a:spcPct val="80000"/>
              </a:lnSpc>
              <a:defRPr/>
            </a:pPr>
            <a:r>
              <a:rPr lang="en-US" sz="600" b="1" dirty="0">
                <a:solidFill>
                  <a:srgbClr val="000000"/>
                </a:solidFill>
                <a:latin typeface="Arial" charset="0"/>
              </a:rPr>
              <a:t>A</a:t>
            </a:r>
          </a:p>
        </p:txBody>
      </p:sp>
      <p:sp>
        <p:nvSpPr>
          <p:cNvPr id="1079" name="Rectangle 55"/>
          <p:cNvSpPr>
            <a:spLocks noChangeArrowheads="1"/>
          </p:cNvSpPr>
          <p:nvPr userDrawn="1"/>
        </p:nvSpPr>
        <p:spPr bwMode="auto">
          <a:xfrm>
            <a:off x="1165412" y="573665"/>
            <a:ext cx="3767045" cy="122310"/>
          </a:xfrm>
          <a:prstGeom prst="rect">
            <a:avLst/>
          </a:prstGeom>
          <a:solidFill>
            <a:schemeClr val="bg1"/>
          </a:solidFill>
          <a:ln w="9525">
            <a:solidFill>
              <a:schemeClr val="tx1"/>
            </a:solidFill>
            <a:miter lim="800000"/>
            <a:headEnd/>
            <a:tailEnd/>
          </a:ln>
          <a:effectLst/>
        </p:spPr>
        <p:txBody>
          <a:bodyPr wrap="none" anchor="ctr"/>
          <a:lstStyle/>
          <a:p>
            <a:pPr eaLnBrk="1" hangingPunct="1">
              <a:defRPr/>
            </a:pPr>
            <a:endParaRPr lang="en-US" sz="2000" dirty="0">
              <a:solidFill>
                <a:srgbClr val="000000"/>
              </a:solidFill>
              <a:latin typeface="Arial" charset="0"/>
            </a:endParaRPr>
          </a:p>
        </p:txBody>
      </p:sp>
      <p:sp>
        <p:nvSpPr>
          <p:cNvPr id="1080" name="Rectangle 56"/>
          <p:cNvSpPr>
            <a:spLocks noChangeArrowheads="1"/>
          </p:cNvSpPr>
          <p:nvPr userDrawn="1"/>
        </p:nvSpPr>
        <p:spPr bwMode="auto">
          <a:xfrm>
            <a:off x="2241177" y="2586904"/>
            <a:ext cx="6465794" cy="201324"/>
          </a:xfrm>
          <a:prstGeom prst="rect">
            <a:avLst/>
          </a:prstGeom>
          <a:noFill/>
          <a:ln w="3175">
            <a:solidFill>
              <a:schemeClr val="tx1"/>
            </a:solidFill>
            <a:miter lim="800000"/>
            <a:headEnd/>
            <a:tailEnd/>
          </a:ln>
          <a:effectLst/>
        </p:spPr>
        <p:txBody>
          <a:bodyPr wrap="none" anchor="ctr"/>
          <a:lstStyle/>
          <a:p>
            <a:pPr eaLnBrk="1" hangingPunct="1">
              <a:defRPr/>
            </a:pPr>
            <a:endParaRPr lang="en-US" sz="2000" dirty="0">
              <a:solidFill>
                <a:srgbClr val="000000"/>
              </a:solidFill>
              <a:latin typeface="Arial" charset="0"/>
            </a:endParaRPr>
          </a:p>
        </p:txBody>
      </p:sp>
      <p:sp>
        <p:nvSpPr>
          <p:cNvPr id="1081" name="Text Box 57"/>
          <p:cNvSpPr txBox="1">
            <a:spLocks noChangeArrowheads="1"/>
          </p:cNvSpPr>
          <p:nvPr userDrawn="1"/>
        </p:nvSpPr>
        <p:spPr bwMode="auto">
          <a:xfrm>
            <a:off x="3654986" y="2878729"/>
            <a:ext cx="127000" cy="83100"/>
          </a:xfrm>
          <a:prstGeom prst="rect">
            <a:avLst/>
          </a:prstGeom>
          <a:solidFill>
            <a:schemeClr val="bg1"/>
          </a:solidFill>
          <a:ln w="9525">
            <a:solidFill>
              <a:schemeClr val="tx1"/>
            </a:solidFill>
            <a:miter lim="800000"/>
            <a:headEnd/>
            <a:tailEnd/>
          </a:ln>
          <a:effectLst/>
        </p:spPr>
        <p:txBody>
          <a:bodyPr lIns="0" tIns="9144" rIns="0" bIns="0" anchor="ctr" anchorCtr="1">
            <a:spAutoFit/>
          </a:bodyPr>
          <a:lstStyle/>
          <a:p>
            <a:pPr defTabSz="1019175" eaLnBrk="1" hangingPunct="1">
              <a:lnSpc>
                <a:spcPct val="80000"/>
              </a:lnSpc>
              <a:defRPr/>
            </a:pPr>
            <a:r>
              <a:rPr lang="en-US" sz="600" b="1" dirty="0">
                <a:solidFill>
                  <a:srgbClr val="000000"/>
                </a:solidFill>
                <a:latin typeface="Arial" charset="0"/>
              </a:rPr>
              <a:t>B</a:t>
            </a:r>
          </a:p>
        </p:txBody>
      </p:sp>
      <p:sp>
        <p:nvSpPr>
          <p:cNvPr id="1082" name="Text Box 58"/>
          <p:cNvSpPr txBox="1">
            <a:spLocks noChangeArrowheads="1"/>
          </p:cNvSpPr>
          <p:nvPr userDrawn="1"/>
        </p:nvSpPr>
        <p:spPr bwMode="auto">
          <a:xfrm>
            <a:off x="6394824" y="2878729"/>
            <a:ext cx="127000" cy="83100"/>
          </a:xfrm>
          <a:prstGeom prst="rect">
            <a:avLst/>
          </a:prstGeom>
          <a:solidFill>
            <a:schemeClr val="bg1"/>
          </a:solidFill>
          <a:ln w="9525">
            <a:solidFill>
              <a:schemeClr val="tx1"/>
            </a:solidFill>
            <a:miter lim="800000"/>
            <a:headEnd/>
            <a:tailEnd/>
          </a:ln>
          <a:effectLst/>
        </p:spPr>
        <p:txBody>
          <a:bodyPr lIns="0" tIns="9144" rIns="0" bIns="0" anchor="ctr" anchorCtr="1">
            <a:spAutoFit/>
          </a:bodyPr>
          <a:lstStyle/>
          <a:p>
            <a:pPr defTabSz="1019175" eaLnBrk="1" hangingPunct="1">
              <a:lnSpc>
                <a:spcPct val="80000"/>
              </a:lnSpc>
              <a:defRPr/>
            </a:pPr>
            <a:r>
              <a:rPr lang="en-US" sz="600" b="1" dirty="0">
                <a:solidFill>
                  <a:srgbClr val="000000"/>
                </a:solidFill>
                <a:latin typeface="Arial" charset="0"/>
              </a:rPr>
              <a:t>C</a:t>
            </a:r>
          </a:p>
        </p:txBody>
      </p:sp>
      <p:sp>
        <p:nvSpPr>
          <p:cNvPr id="1083" name="Text Box 59"/>
          <p:cNvSpPr txBox="1">
            <a:spLocks noChangeArrowheads="1"/>
          </p:cNvSpPr>
          <p:nvPr userDrawn="1"/>
        </p:nvSpPr>
        <p:spPr bwMode="auto">
          <a:xfrm>
            <a:off x="808692" y="4599723"/>
            <a:ext cx="127000" cy="83100"/>
          </a:xfrm>
          <a:prstGeom prst="rect">
            <a:avLst/>
          </a:prstGeom>
          <a:solidFill>
            <a:schemeClr val="bg1"/>
          </a:solidFill>
          <a:ln w="9525">
            <a:solidFill>
              <a:schemeClr val="tx1"/>
            </a:solidFill>
            <a:miter lim="800000"/>
            <a:headEnd/>
            <a:tailEnd/>
          </a:ln>
          <a:effectLst/>
        </p:spPr>
        <p:txBody>
          <a:bodyPr lIns="0" tIns="9144" rIns="0" bIns="0" anchor="ctr" anchorCtr="1">
            <a:spAutoFit/>
          </a:bodyPr>
          <a:lstStyle/>
          <a:p>
            <a:pPr defTabSz="1019175" eaLnBrk="1" hangingPunct="1">
              <a:lnSpc>
                <a:spcPct val="80000"/>
              </a:lnSpc>
              <a:defRPr/>
            </a:pPr>
            <a:r>
              <a:rPr lang="en-US" sz="600" b="1" dirty="0">
                <a:solidFill>
                  <a:srgbClr val="000000"/>
                </a:solidFill>
                <a:latin typeface="Arial" charset="0"/>
              </a:rPr>
              <a:t>D</a:t>
            </a:r>
          </a:p>
        </p:txBody>
      </p:sp>
      <p:sp>
        <p:nvSpPr>
          <p:cNvPr id="1084" name="Text Box 60"/>
          <p:cNvSpPr txBox="1">
            <a:spLocks noChangeArrowheads="1"/>
          </p:cNvSpPr>
          <p:nvPr userDrawn="1"/>
        </p:nvSpPr>
        <p:spPr bwMode="auto">
          <a:xfrm>
            <a:off x="3649382" y="4599723"/>
            <a:ext cx="127000" cy="83100"/>
          </a:xfrm>
          <a:prstGeom prst="rect">
            <a:avLst/>
          </a:prstGeom>
          <a:solidFill>
            <a:schemeClr val="bg1"/>
          </a:solidFill>
          <a:ln w="9525">
            <a:solidFill>
              <a:schemeClr val="tx1"/>
            </a:solidFill>
            <a:miter lim="800000"/>
            <a:headEnd/>
            <a:tailEnd/>
          </a:ln>
          <a:effectLst/>
        </p:spPr>
        <p:txBody>
          <a:bodyPr lIns="0" tIns="9144" rIns="0" bIns="0" anchor="ctr" anchorCtr="1">
            <a:spAutoFit/>
          </a:bodyPr>
          <a:lstStyle/>
          <a:p>
            <a:pPr defTabSz="1019175" eaLnBrk="1" hangingPunct="1">
              <a:lnSpc>
                <a:spcPct val="80000"/>
              </a:lnSpc>
              <a:defRPr/>
            </a:pPr>
            <a:r>
              <a:rPr lang="en-US" sz="600" b="1" dirty="0">
                <a:solidFill>
                  <a:srgbClr val="000000"/>
                </a:solidFill>
                <a:latin typeface="Arial" charset="0"/>
              </a:rPr>
              <a:t>E</a:t>
            </a:r>
          </a:p>
        </p:txBody>
      </p:sp>
      <p:sp>
        <p:nvSpPr>
          <p:cNvPr id="1085" name="Text Box 61"/>
          <p:cNvSpPr txBox="1">
            <a:spLocks noChangeArrowheads="1"/>
          </p:cNvSpPr>
          <p:nvPr userDrawn="1"/>
        </p:nvSpPr>
        <p:spPr bwMode="auto">
          <a:xfrm>
            <a:off x="769471" y="5853127"/>
            <a:ext cx="127000" cy="83100"/>
          </a:xfrm>
          <a:prstGeom prst="rect">
            <a:avLst/>
          </a:prstGeom>
          <a:solidFill>
            <a:schemeClr val="bg1"/>
          </a:solidFill>
          <a:ln w="9525">
            <a:solidFill>
              <a:schemeClr val="tx1"/>
            </a:solidFill>
            <a:miter lim="800000"/>
            <a:headEnd/>
            <a:tailEnd/>
          </a:ln>
          <a:effectLst/>
        </p:spPr>
        <p:txBody>
          <a:bodyPr lIns="0" tIns="9144" rIns="0" bIns="0" anchor="ctr" anchorCtr="1">
            <a:spAutoFit/>
          </a:bodyPr>
          <a:lstStyle/>
          <a:p>
            <a:pPr defTabSz="1019175" eaLnBrk="1" hangingPunct="1">
              <a:lnSpc>
                <a:spcPct val="80000"/>
              </a:lnSpc>
              <a:defRPr/>
            </a:pPr>
            <a:r>
              <a:rPr lang="en-US" sz="600" b="1" dirty="0">
                <a:solidFill>
                  <a:srgbClr val="000000"/>
                </a:solidFill>
                <a:latin typeface="Arial" charset="0"/>
              </a:rPr>
              <a:t>F</a:t>
            </a:r>
          </a:p>
        </p:txBody>
      </p:sp>
      <p:sp>
        <p:nvSpPr>
          <p:cNvPr id="1086" name="Text Box 62"/>
          <p:cNvSpPr txBox="1">
            <a:spLocks noChangeArrowheads="1"/>
          </p:cNvSpPr>
          <p:nvPr userDrawn="1"/>
        </p:nvSpPr>
        <p:spPr bwMode="auto">
          <a:xfrm>
            <a:off x="4910045" y="5853127"/>
            <a:ext cx="127000" cy="83100"/>
          </a:xfrm>
          <a:prstGeom prst="rect">
            <a:avLst/>
          </a:prstGeom>
          <a:solidFill>
            <a:schemeClr val="bg1"/>
          </a:solidFill>
          <a:ln w="9525">
            <a:solidFill>
              <a:schemeClr val="tx1"/>
            </a:solidFill>
            <a:miter lim="800000"/>
            <a:headEnd/>
            <a:tailEnd/>
          </a:ln>
          <a:effectLst/>
        </p:spPr>
        <p:txBody>
          <a:bodyPr lIns="0" tIns="9144" rIns="0" bIns="0" anchor="ctr" anchorCtr="1">
            <a:spAutoFit/>
          </a:bodyPr>
          <a:lstStyle/>
          <a:p>
            <a:pPr defTabSz="1019175" eaLnBrk="1" hangingPunct="1">
              <a:lnSpc>
                <a:spcPct val="80000"/>
              </a:lnSpc>
              <a:defRPr/>
            </a:pPr>
            <a:r>
              <a:rPr lang="en-US" sz="600" b="1" dirty="0">
                <a:solidFill>
                  <a:srgbClr val="000000"/>
                </a:solidFill>
                <a:latin typeface="Arial" charset="0"/>
              </a:rPr>
              <a:t>X</a:t>
            </a:r>
          </a:p>
        </p:txBody>
      </p:sp>
      <p:sp>
        <p:nvSpPr>
          <p:cNvPr id="1087" name="Text Box 63"/>
          <p:cNvSpPr txBox="1">
            <a:spLocks noChangeArrowheads="1"/>
          </p:cNvSpPr>
          <p:nvPr userDrawn="1"/>
        </p:nvSpPr>
        <p:spPr bwMode="auto">
          <a:xfrm>
            <a:off x="6585323" y="6641523"/>
            <a:ext cx="2280398" cy="184666"/>
          </a:xfrm>
          <a:prstGeom prst="rect">
            <a:avLst/>
          </a:prstGeom>
          <a:noFill/>
          <a:ln w="9525">
            <a:noFill/>
            <a:miter lim="800000"/>
            <a:headEnd/>
            <a:tailEnd/>
          </a:ln>
          <a:effectLst/>
        </p:spPr>
        <p:txBody>
          <a:bodyPr>
            <a:spAutoFit/>
          </a:bodyPr>
          <a:lstStyle/>
          <a:p>
            <a:pPr algn="r" defTabSz="1019175" eaLnBrk="1" hangingPunct="1">
              <a:spcBef>
                <a:spcPct val="50000"/>
              </a:spcBef>
              <a:defRPr/>
            </a:pPr>
            <a:r>
              <a:rPr lang="en-US" sz="600" dirty="0">
                <a:solidFill>
                  <a:srgbClr val="000000"/>
                </a:solidFill>
                <a:latin typeface="Arial" charset="0"/>
              </a:rPr>
              <a:t>D0407003</a:t>
            </a:r>
          </a:p>
        </p:txBody>
      </p:sp>
      <p:sp>
        <p:nvSpPr>
          <p:cNvPr id="1090" name="Text Box 66"/>
          <p:cNvSpPr txBox="1">
            <a:spLocks noChangeArrowheads="1"/>
          </p:cNvSpPr>
          <p:nvPr userDrawn="1"/>
        </p:nvSpPr>
        <p:spPr bwMode="auto">
          <a:xfrm>
            <a:off x="1400736" y="84426"/>
            <a:ext cx="5995147" cy="563231"/>
          </a:xfrm>
          <a:prstGeom prst="rect">
            <a:avLst/>
          </a:prstGeom>
          <a:noFill/>
          <a:ln w="9525">
            <a:noFill/>
            <a:miter lim="800000"/>
            <a:headEnd/>
            <a:tailEnd/>
          </a:ln>
          <a:effectLst/>
        </p:spPr>
        <p:txBody>
          <a:bodyPr>
            <a:spAutoFit/>
          </a:bodyPr>
          <a:lstStyle/>
          <a:p>
            <a:pPr algn="ctr" defTabSz="1019175" eaLnBrk="1" hangingPunct="1">
              <a:lnSpc>
                <a:spcPct val="90000"/>
              </a:lnSpc>
              <a:defRPr/>
            </a:pPr>
            <a:r>
              <a:rPr lang="en-US" b="1" dirty="0">
                <a:solidFill>
                  <a:srgbClr val="081E7E"/>
                </a:solidFill>
                <a:latin typeface="Arial" charset="0"/>
              </a:rPr>
              <a:t>Self-Insurance</a:t>
            </a:r>
          </a:p>
          <a:p>
            <a:pPr algn="ctr" defTabSz="1019175" eaLnBrk="1" hangingPunct="1">
              <a:lnSpc>
                <a:spcPct val="90000"/>
              </a:lnSpc>
              <a:defRPr/>
            </a:pPr>
            <a:r>
              <a:rPr lang="en-US" sz="1600" b="1" dirty="0">
                <a:solidFill>
                  <a:srgbClr val="081E7E"/>
                </a:solidFill>
                <a:latin typeface="Arial" charset="0"/>
              </a:rPr>
              <a:t>Work Status – Activity Report</a:t>
            </a:r>
          </a:p>
        </p:txBody>
      </p:sp>
    </p:spTree>
  </p:cSld>
  <p:clrMap bg1="lt1" tx1="dk1" bg2="lt2" tx2="dk2" accent1="accent1" accent2="accent2" accent3="accent3" accent4="accent4" accent5="accent5" accent6="accent6" hlink="hlink" folHlink="folHlink"/>
  <p:sldLayoutIdLst>
    <p:sldLayoutId id="2147483779" r:id="rId1"/>
  </p:sldLayoutIdLst>
  <p:txStyles>
    <p:titleStyle>
      <a:lvl1pPr algn="ctr" defTabSz="1019175" rtl="0" eaLnBrk="0" fontAlgn="base" hangingPunct="0">
        <a:spcBef>
          <a:spcPct val="0"/>
        </a:spcBef>
        <a:spcAft>
          <a:spcPct val="0"/>
        </a:spcAft>
        <a:defRPr sz="4900">
          <a:solidFill>
            <a:schemeClr val="tx2"/>
          </a:solidFill>
          <a:latin typeface="+mj-lt"/>
          <a:ea typeface="+mj-ea"/>
          <a:cs typeface="+mj-cs"/>
        </a:defRPr>
      </a:lvl1pPr>
      <a:lvl2pPr algn="ctr" defTabSz="1019175" rtl="0" eaLnBrk="0" fontAlgn="base" hangingPunct="0">
        <a:spcBef>
          <a:spcPct val="0"/>
        </a:spcBef>
        <a:spcAft>
          <a:spcPct val="0"/>
        </a:spcAft>
        <a:defRPr sz="4900">
          <a:solidFill>
            <a:schemeClr val="tx2"/>
          </a:solidFill>
          <a:latin typeface="Arial" charset="0"/>
        </a:defRPr>
      </a:lvl2pPr>
      <a:lvl3pPr algn="ctr" defTabSz="1019175" rtl="0" eaLnBrk="0" fontAlgn="base" hangingPunct="0">
        <a:spcBef>
          <a:spcPct val="0"/>
        </a:spcBef>
        <a:spcAft>
          <a:spcPct val="0"/>
        </a:spcAft>
        <a:defRPr sz="4900">
          <a:solidFill>
            <a:schemeClr val="tx2"/>
          </a:solidFill>
          <a:latin typeface="Arial" charset="0"/>
        </a:defRPr>
      </a:lvl3pPr>
      <a:lvl4pPr algn="ctr" defTabSz="1019175" rtl="0" eaLnBrk="0" fontAlgn="base" hangingPunct="0">
        <a:spcBef>
          <a:spcPct val="0"/>
        </a:spcBef>
        <a:spcAft>
          <a:spcPct val="0"/>
        </a:spcAft>
        <a:defRPr sz="4900">
          <a:solidFill>
            <a:schemeClr val="tx2"/>
          </a:solidFill>
          <a:latin typeface="Arial" charset="0"/>
        </a:defRPr>
      </a:lvl4pPr>
      <a:lvl5pPr algn="ctr" defTabSz="1019175" rtl="0" eaLnBrk="0" fontAlgn="base" hangingPunct="0">
        <a:spcBef>
          <a:spcPct val="0"/>
        </a:spcBef>
        <a:spcAft>
          <a:spcPct val="0"/>
        </a:spcAft>
        <a:defRPr sz="4900">
          <a:solidFill>
            <a:schemeClr val="tx2"/>
          </a:solidFill>
          <a:latin typeface="Arial" charset="0"/>
        </a:defRPr>
      </a:lvl5pPr>
      <a:lvl6pPr marL="457200" algn="ctr" defTabSz="1019175" rtl="0" fontAlgn="base">
        <a:spcBef>
          <a:spcPct val="0"/>
        </a:spcBef>
        <a:spcAft>
          <a:spcPct val="0"/>
        </a:spcAft>
        <a:defRPr sz="4900">
          <a:solidFill>
            <a:schemeClr val="tx2"/>
          </a:solidFill>
          <a:latin typeface="Arial" charset="0"/>
        </a:defRPr>
      </a:lvl6pPr>
      <a:lvl7pPr marL="914400" algn="ctr" defTabSz="1019175" rtl="0" fontAlgn="base">
        <a:spcBef>
          <a:spcPct val="0"/>
        </a:spcBef>
        <a:spcAft>
          <a:spcPct val="0"/>
        </a:spcAft>
        <a:defRPr sz="4900">
          <a:solidFill>
            <a:schemeClr val="tx2"/>
          </a:solidFill>
          <a:latin typeface="Arial" charset="0"/>
        </a:defRPr>
      </a:lvl7pPr>
      <a:lvl8pPr marL="1371600" algn="ctr" defTabSz="1019175" rtl="0" fontAlgn="base">
        <a:spcBef>
          <a:spcPct val="0"/>
        </a:spcBef>
        <a:spcAft>
          <a:spcPct val="0"/>
        </a:spcAft>
        <a:defRPr sz="4900">
          <a:solidFill>
            <a:schemeClr val="tx2"/>
          </a:solidFill>
          <a:latin typeface="Arial" charset="0"/>
        </a:defRPr>
      </a:lvl8pPr>
      <a:lvl9pPr marL="1828800" algn="ctr" defTabSz="1019175" rtl="0" fontAlgn="base">
        <a:spcBef>
          <a:spcPct val="0"/>
        </a:spcBef>
        <a:spcAft>
          <a:spcPct val="0"/>
        </a:spcAft>
        <a:defRPr sz="4900">
          <a:solidFill>
            <a:schemeClr val="tx2"/>
          </a:solidFill>
          <a:latin typeface="Arial" charset="0"/>
        </a:defRPr>
      </a:lvl9pPr>
    </p:titleStyle>
    <p:bodyStyle>
      <a:lvl1pPr marL="382588" indent="-382588" algn="l" defTabSz="1019175" rtl="0" eaLnBrk="0" fontAlgn="base" hangingPunct="0">
        <a:spcBef>
          <a:spcPct val="20000"/>
        </a:spcBef>
        <a:spcAft>
          <a:spcPct val="0"/>
        </a:spcAft>
        <a:buChar char="•"/>
        <a:defRPr sz="3600">
          <a:solidFill>
            <a:schemeClr val="tx1"/>
          </a:solidFill>
          <a:latin typeface="+mn-lt"/>
          <a:ea typeface="+mn-ea"/>
          <a:cs typeface="+mn-cs"/>
        </a:defRPr>
      </a:lvl1pPr>
      <a:lvl2pPr marL="827088" indent="-317500" algn="l" defTabSz="1019175" rtl="0" eaLnBrk="0" fontAlgn="base" hangingPunct="0">
        <a:spcBef>
          <a:spcPct val="20000"/>
        </a:spcBef>
        <a:spcAft>
          <a:spcPct val="0"/>
        </a:spcAft>
        <a:buChar char="–"/>
        <a:defRPr sz="3100">
          <a:solidFill>
            <a:schemeClr val="tx1"/>
          </a:solidFill>
          <a:latin typeface="+mn-lt"/>
        </a:defRPr>
      </a:lvl2pPr>
      <a:lvl3pPr marL="1273175" indent="-254000" algn="l" defTabSz="1019175" rtl="0" eaLnBrk="0" fontAlgn="base" hangingPunct="0">
        <a:spcBef>
          <a:spcPct val="20000"/>
        </a:spcBef>
        <a:spcAft>
          <a:spcPct val="0"/>
        </a:spcAft>
        <a:buChar char="•"/>
        <a:defRPr sz="2700">
          <a:solidFill>
            <a:schemeClr val="tx1"/>
          </a:solidFill>
          <a:latin typeface="+mn-lt"/>
        </a:defRPr>
      </a:lvl3pPr>
      <a:lvl4pPr marL="1782763" indent="-254000" algn="l" defTabSz="1019175" rtl="0" eaLnBrk="0" fontAlgn="base" hangingPunct="0">
        <a:spcBef>
          <a:spcPct val="20000"/>
        </a:spcBef>
        <a:spcAft>
          <a:spcPct val="0"/>
        </a:spcAft>
        <a:buChar char="–"/>
        <a:defRPr sz="2200">
          <a:solidFill>
            <a:schemeClr val="tx1"/>
          </a:solidFill>
          <a:latin typeface="+mn-lt"/>
        </a:defRPr>
      </a:lvl4pPr>
      <a:lvl5pPr marL="2292350" indent="-254000" algn="l" defTabSz="1019175" rtl="0" eaLnBrk="0" fontAlgn="base" hangingPunct="0">
        <a:spcBef>
          <a:spcPct val="20000"/>
        </a:spcBef>
        <a:spcAft>
          <a:spcPct val="0"/>
        </a:spcAft>
        <a:buChar char="»"/>
        <a:defRPr sz="2200">
          <a:solidFill>
            <a:schemeClr val="tx1"/>
          </a:solidFill>
          <a:latin typeface="+mn-lt"/>
        </a:defRPr>
      </a:lvl5pPr>
      <a:lvl6pPr marL="2749550" indent="-254000" algn="l" defTabSz="1019175" rtl="0" fontAlgn="base">
        <a:spcBef>
          <a:spcPct val="20000"/>
        </a:spcBef>
        <a:spcAft>
          <a:spcPct val="0"/>
        </a:spcAft>
        <a:buChar char="»"/>
        <a:defRPr sz="2200">
          <a:solidFill>
            <a:schemeClr val="tx1"/>
          </a:solidFill>
          <a:latin typeface="+mn-lt"/>
        </a:defRPr>
      </a:lvl6pPr>
      <a:lvl7pPr marL="3206750" indent="-254000" algn="l" defTabSz="1019175" rtl="0" fontAlgn="base">
        <a:spcBef>
          <a:spcPct val="20000"/>
        </a:spcBef>
        <a:spcAft>
          <a:spcPct val="0"/>
        </a:spcAft>
        <a:buChar char="»"/>
        <a:defRPr sz="2200">
          <a:solidFill>
            <a:schemeClr val="tx1"/>
          </a:solidFill>
          <a:latin typeface="+mn-lt"/>
        </a:defRPr>
      </a:lvl7pPr>
      <a:lvl8pPr marL="3663950" indent="-254000" algn="l" defTabSz="1019175" rtl="0" fontAlgn="base">
        <a:spcBef>
          <a:spcPct val="20000"/>
        </a:spcBef>
        <a:spcAft>
          <a:spcPct val="0"/>
        </a:spcAft>
        <a:buChar char="»"/>
        <a:defRPr sz="2200">
          <a:solidFill>
            <a:schemeClr val="tx1"/>
          </a:solidFill>
          <a:latin typeface="+mn-lt"/>
        </a:defRPr>
      </a:lvl8pPr>
      <a:lvl9pPr marL="4121150" indent="-254000" algn="l" defTabSz="1019175" rtl="0" fontAlgn="base">
        <a:spcBef>
          <a:spcPct val="20000"/>
        </a:spcBef>
        <a:spcAft>
          <a:spcPct val="0"/>
        </a:spcAft>
        <a:buChar char="»"/>
        <a:defRPr sz="2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mailto:findadoc@lni.wa.gov" TargetMode="External"/><Relationship Id="rId2" Type="http://schemas.openxmlformats.org/officeDocument/2006/relationships/hyperlink" Target="http://www.lni.wa.gov/Main/WorkerTopics.asp"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6.xml"/><Relationship Id="rId4" Type="http://schemas.openxmlformats.org/officeDocument/2006/relationships/image" Target="../media/image9.jpeg"/></Relationships>
</file>

<file path=ppt/slides/_rels/slide4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16.xml"/><Relationship Id="rId4" Type="http://schemas.openxmlformats.org/officeDocument/2006/relationships/image" Target="../media/image10.jpeg"/></Relationships>
</file>

<file path=ppt/slides/_rels/slide5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image" Target="../media/image11.jpeg"/></Relationships>
</file>

<file path=ppt/slides/_rels/slide5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16.xml"/><Relationship Id="rId4" Type="http://schemas.openxmlformats.org/officeDocument/2006/relationships/image" Target="../media/image12.jpeg"/></Relationships>
</file>

<file path=ppt/slides/_rels/slide5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image" Target="../media/image13.jpeg"/></Relationships>
</file>

<file path=ppt/slides/_rels/slide5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16.xml"/><Relationship Id="rId4" Type="http://schemas.openxmlformats.org/officeDocument/2006/relationships/image" Target="../media/image14.jpeg"/></Relationships>
</file>

<file path=ppt/slides/_rels/slide5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5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8.xml"/><Relationship Id="rId1" Type="http://schemas.openxmlformats.org/officeDocument/2006/relationships/slideLayout" Target="../slideLayouts/slideLayout16.xml"/><Relationship Id="rId4" Type="http://schemas.openxmlformats.org/officeDocument/2006/relationships/image" Target="../media/image15.jpeg"/></Relationships>
</file>

<file path=ppt/slides/_rels/slide5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6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6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1.xml"/><Relationship Id="rId1" Type="http://schemas.openxmlformats.org/officeDocument/2006/relationships/slideLayout" Target="../slideLayouts/slideLayout16.xml"/><Relationship Id="rId4" Type="http://schemas.openxmlformats.org/officeDocument/2006/relationships/image" Target="../media/image16.jpeg"/></Relationships>
</file>

<file path=ppt/slides/_rels/slide6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6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6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6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8.jpeg"/><Relationship Id="rId7" Type="http://schemas.openxmlformats.org/officeDocument/2006/relationships/diagramColors" Target="../diagrams/colors1.xml"/><Relationship Id="rId2" Type="http://schemas.openxmlformats.org/officeDocument/2006/relationships/notesSlide" Target="../notesSlides/notesSlide27.xml"/><Relationship Id="rId1" Type="http://schemas.openxmlformats.org/officeDocument/2006/relationships/slideLayout" Target="../slideLayouts/slideLayout16.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6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7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72.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8.jpeg"/><Relationship Id="rId7" Type="http://schemas.openxmlformats.org/officeDocument/2006/relationships/diagramColors" Target="../diagrams/colors2.xml"/><Relationship Id="rId2" Type="http://schemas.openxmlformats.org/officeDocument/2006/relationships/notesSlide" Target="../notesSlides/notesSlide32.xml"/><Relationship Id="rId1" Type="http://schemas.openxmlformats.org/officeDocument/2006/relationships/slideLayout" Target="../slideLayouts/slideLayout16.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7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3.xml"/><Relationship Id="rId1" Type="http://schemas.openxmlformats.org/officeDocument/2006/relationships/slideLayout" Target="../slideLayouts/slideLayout16.xml"/></Relationships>
</file>

<file path=ppt/slides/_rels/slide7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7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5.xml"/><Relationship Id="rId1" Type="http://schemas.openxmlformats.org/officeDocument/2006/relationships/slideLayout" Target="../slideLayouts/slideLayout16.xml"/></Relationships>
</file>

<file path=ppt/slides/_rels/slide7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6.xml"/><Relationship Id="rId1" Type="http://schemas.openxmlformats.org/officeDocument/2006/relationships/slideLayout" Target="../slideLayouts/slideLayout16.xml"/></Relationships>
</file>

<file path=ppt/slides/_rels/slide7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7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79.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8.jpeg"/><Relationship Id="rId7" Type="http://schemas.openxmlformats.org/officeDocument/2006/relationships/diagramColors" Target="../diagrams/colors3.xml"/><Relationship Id="rId2" Type="http://schemas.openxmlformats.org/officeDocument/2006/relationships/notesSlide" Target="../notesSlides/notesSlide39.xml"/><Relationship Id="rId1" Type="http://schemas.openxmlformats.org/officeDocument/2006/relationships/slideLayout" Target="../slideLayouts/slideLayout16.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80.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8.jpeg"/><Relationship Id="rId7" Type="http://schemas.openxmlformats.org/officeDocument/2006/relationships/diagramColors" Target="../diagrams/colors4.xml"/><Relationship Id="rId2" Type="http://schemas.openxmlformats.org/officeDocument/2006/relationships/notesSlide" Target="../notesSlides/notesSlide40.xml"/><Relationship Id="rId1" Type="http://schemas.openxmlformats.org/officeDocument/2006/relationships/slideLayout" Target="../slideLayouts/slideLayout16.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8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8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2.xml"/><Relationship Id="rId1" Type="http://schemas.openxmlformats.org/officeDocument/2006/relationships/slideLayout" Target="../slideLayouts/slideLayout16.xml"/></Relationships>
</file>

<file path=ppt/slides/_rels/slide8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3.xml"/><Relationship Id="rId1" Type="http://schemas.openxmlformats.org/officeDocument/2006/relationships/slideLayout" Target="../slideLayouts/slideLayout16.xml"/></Relationships>
</file>

<file path=ppt/slides/_rels/slide8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4.xml"/><Relationship Id="rId1" Type="http://schemas.openxmlformats.org/officeDocument/2006/relationships/slideLayout" Target="../slideLayouts/slideLayout16.xml"/><Relationship Id="rId4" Type="http://schemas.openxmlformats.org/officeDocument/2006/relationships/image" Target="../media/image20.jpeg"/></Relationships>
</file>

<file path=ppt/slides/_rels/slide8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5.xml"/><Relationship Id="rId1" Type="http://schemas.openxmlformats.org/officeDocument/2006/relationships/slideLayout" Target="../slideLayouts/slideLayout16.xml"/><Relationship Id="rId4" Type="http://schemas.openxmlformats.org/officeDocument/2006/relationships/image" Target="../media/image20.jpeg"/></Relationships>
</file>

<file path=ppt/slides/_rels/slide8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8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7.xml"/><Relationship Id="rId1" Type="http://schemas.openxmlformats.org/officeDocument/2006/relationships/slideLayout" Target="../slideLayouts/slideLayout16.xml"/><Relationship Id="rId4" Type="http://schemas.openxmlformats.org/officeDocument/2006/relationships/image" Target="../media/image21.jpeg"/></Relationships>
</file>

<file path=ppt/slides/_rels/slide88.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8.jpeg"/><Relationship Id="rId7" Type="http://schemas.openxmlformats.org/officeDocument/2006/relationships/diagramColors" Target="../diagrams/colors5.xml"/><Relationship Id="rId2" Type="http://schemas.openxmlformats.org/officeDocument/2006/relationships/notesSlide" Target="../notesSlides/notesSlide48.xml"/><Relationship Id="rId1" Type="http://schemas.openxmlformats.org/officeDocument/2006/relationships/slideLayout" Target="../slideLayouts/slideLayout16.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8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9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0.xml"/><Relationship Id="rId1" Type="http://schemas.openxmlformats.org/officeDocument/2006/relationships/slideLayout" Target="../slideLayouts/slideLayout16.xml"/><Relationship Id="rId4" Type="http://schemas.openxmlformats.org/officeDocument/2006/relationships/image" Target="../media/image22.jpeg"/></Relationships>
</file>

<file path=ppt/slides/_rels/slide91.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8.jpeg"/><Relationship Id="rId7" Type="http://schemas.openxmlformats.org/officeDocument/2006/relationships/diagramColors" Target="../diagrams/colors6.xml"/><Relationship Id="rId2" Type="http://schemas.openxmlformats.org/officeDocument/2006/relationships/notesSlide" Target="../notesSlides/notesSlide51.xml"/><Relationship Id="rId1" Type="http://schemas.openxmlformats.org/officeDocument/2006/relationships/slideLayout" Target="../slideLayouts/slideLayout16.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9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2.xml"/><Relationship Id="rId1" Type="http://schemas.openxmlformats.org/officeDocument/2006/relationships/slideLayout" Target="../slideLayouts/slideLayout16.xml"/></Relationships>
</file>

<file path=ppt/slides/_rels/slide9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3.xml"/><Relationship Id="rId1" Type="http://schemas.openxmlformats.org/officeDocument/2006/relationships/slideLayout" Target="../slideLayouts/slideLayout16.xml"/><Relationship Id="rId4" Type="http://schemas.openxmlformats.org/officeDocument/2006/relationships/image" Target="../media/image23.jpeg"/></Relationships>
</file>

<file path=ppt/slides/_rels/slide9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4.xml"/><Relationship Id="rId1" Type="http://schemas.openxmlformats.org/officeDocument/2006/relationships/slideLayout" Target="../slideLayouts/slideLayout16.xml"/><Relationship Id="rId4" Type="http://schemas.openxmlformats.org/officeDocument/2006/relationships/image" Target="../media/image23.jpeg"/></Relationships>
</file>

<file path=ppt/slides/_rels/slide9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5.xml"/><Relationship Id="rId1" Type="http://schemas.openxmlformats.org/officeDocument/2006/relationships/slideLayout" Target="../slideLayouts/slideLayout16.xml"/><Relationship Id="rId4" Type="http://schemas.openxmlformats.org/officeDocument/2006/relationships/image" Target="../media/image23.jpeg"/></Relationships>
</file>

<file path=ppt/slides/_rels/slide9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6.xml"/><Relationship Id="rId1" Type="http://schemas.openxmlformats.org/officeDocument/2006/relationships/slideLayout" Target="../slideLayouts/slideLayout16.xml"/><Relationship Id="rId4" Type="http://schemas.openxmlformats.org/officeDocument/2006/relationships/image" Target="../media/image24.gif"/></Relationships>
</file>

<file path=ppt/slides/_rels/slide9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7.xml"/><Relationship Id="rId1" Type="http://schemas.openxmlformats.org/officeDocument/2006/relationships/slideLayout" Target="../slideLayouts/slideLayout16.xml"/></Relationships>
</file>

<file path=ppt/slides/_rels/slide9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8.xml"/><Relationship Id="rId1" Type="http://schemas.openxmlformats.org/officeDocument/2006/relationships/slideLayout" Target="../slideLayouts/slideLayout16.xml"/><Relationship Id="rId4" Type="http://schemas.openxmlformats.org/officeDocument/2006/relationships/image" Target="../media/image25.jpe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8.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8.xml"/></Relationships>
</file>

<file path=ppt/slides/_rels/slide10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8.xml"/></Relationships>
</file>

<file path=ppt/slides/_rels/slide110.xml.rels><?xml version="1.0" encoding="UTF-8" standalone="yes"?>
<Relationships xmlns="http://schemas.openxmlformats.org/package/2006/relationships"><Relationship Id="rId2" Type="http://schemas.openxmlformats.org/officeDocument/2006/relationships/hyperlink" Target="http://www.bockconsulting.com/" TargetMode="Externa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ktangel 26"/>
          <p:cNvSpPr>
            <a:spLocks noChangeArrowheads="1"/>
          </p:cNvSpPr>
          <p:nvPr/>
        </p:nvSpPr>
        <p:spPr bwMode="auto">
          <a:xfrm rot="10800000" flipV="1">
            <a:off x="0" y="0"/>
            <a:ext cx="9144000" cy="5165725"/>
          </a:xfrm>
          <a:prstGeom prst="rect">
            <a:avLst/>
          </a:prstGeom>
          <a:gradFill rotWithShape="1">
            <a:gsLst>
              <a:gs pos="0">
                <a:srgbClr val="F3F3F3"/>
              </a:gs>
              <a:gs pos="48000">
                <a:srgbClr val="F3F3F3"/>
              </a:gs>
              <a:gs pos="69000">
                <a:srgbClr val="F3F3F3"/>
              </a:gs>
              <a:gs pos="100000">
                <a:srgbClr val="BFBFBF"/>
              </a:gs>
            </a:gsLst>
            <a:lin ang="5400000" scaled="1"/>
          </a:gradFill>
          <a:ln w="9525">
            <a:noFill/>
            <a:miter lim="800000"/>
            <a:headEnd/>
            <a:tailEnd/>
          </a:ln>
          <a:effectLst>
            <a:outerShdw dist="23000" dir="5400000" rotWithShape="0">
              <a:srgbClr val="808080">
                <a:alpha val="34998"/>
              </a:srgbClr>
            </a:outerShdw>
          </a:effectLst>
        </p:spPr>
        <p:txBody>
          <a:bodyPr anchor="ctr"/>
          <a:lstStyle/>
          <a:p>
            <a:pPr algn="ctr" defTabSz="914400"/>
            <a:endParaRPr lang="da-DK">
              <a:solidFill>
                <a:srgbClr val="FFFFFF"/>
              </a:solidFill>
              <a:latin typeface="Calibri" pitchFamily="-65" charset="0"/>
            </a:endParaRPr>
          </a:p>
        </p:txBody>
      </p:sp>
      <p:sp>
        <p:nvSpPr>
          <p:cNvPr id="13315" name="AutoShape 7"/>
          <p:cNvSpPr>
            <a:spLocks noChangeAspect="1" noChangeArrowheads="1" noTextEdit="1"/>
          </p:cNvSpPr>
          <p:nvPr/>
        </p:nvSpPr>
        <p:spPr bwMode="auto">
          <a:xfrm>
            <a:off x="3151188" y="3524250"/>
            <a:ext cx="708025" cy="704850"/>
          </a:xfrm>
          <a:prstGeom prst="rect">
            <a:avLst/>
          </a:prstGeom>
          <a:noFill/>
          <a:ln w="9525">
            <a:noFill/>
            <a:miter lim="800000"/>
            <a:headEnd/>
            <a:tailEnd/>
          </a:ln>
        </p:spPr>
        <p:txBody>
          <a:bodyPr/>
          <a:lstStyle/>
          <a:p>
            <a:endParaRPr lang="en-US"/>
          </a:p>
        </p:txBody>
      </p:sp>
      <p:grpSp>
        <p:nvGrpSpPr>
          <p:cNvPr id="2" name="Group 13"/>
          <p:cNvGrpSpPr>
            <a:grpSpLocks/>
          </p:cNvGrpSpPr>
          <p:nvPr/>
        </p:nvGrpSpPr>
        <p:grpSpPr bwMode="auto">
          <a:xfrm>
            <a:off x="1716088" y="169863"/>
            <a:ext cx="5480050" cy="5480050"/>
            <a:chOff x="2500298" y="1928802"/>
            <a:chExt cx="2440016" cy="2440016"/>
          </a:xfrm>
        </p:grpSpPr>
        <p:grpSp>
          <p:nvGrpSpPr>
            <p:cNvPr id="3" name="Group 12"/>
            <p:cNvGrpSpPr>
              <a:grpSpLocks/>
            </p:cNvGrpSpPr>
            <p:nvPr/>
          </p:nvGrpSpPr>
          <p:grpSpPr bwMode="auto">
            <a:xfrm>
              <a:off x="2500298" y="1928802"/>
              <a:ext cx="2440016" cy="2440016"/>
              <a:chOff x="2500298" y="1928802"/>
              <a:chExt cx="2440016" cy="2440016"/>
            </a:xfrm>
          </p:grpSpPr>
          <p:sp>
            <p:nvSpPr>
              <p:cNvPr id="10" name="Oval 9"/>
              <p:cNvSpPr>
                <a:spLocks noChangeArrowheads="1"/>
              </p:cNvSpPr>
              <p:nvPr/>
            </p:nvSpPr>
            <p:spPr bwMode="auto">
              <a:xfrm>
                <a:off x="2500298" y="1928802"/>
                <a:ext cx="2440016" cy="2440016"/>
              </a:xfrm>
              <a:prstGeom prst="ellipse">
                <a:avLst/>
              </a:prstGeom>
              <a:gradFill rotWithShape="1">
                <a:gsLst>
                  <a:gs pos="0">
                    <a:srgbClr val="262626"/>
                  </a:gs>
                  <a:gs pos="100000">
                    <a:srgbClr val="595959"/>
                  </a:gs>
                </a:gsLst>
                <a:lin ang="16200000"/>
              </a:gradFill>
              <a:ln w="9525">
                <a:solidFill>
                  <a:srgbClr val="4A7EBB"/>
                </a:solidFill>
                <a:round/>
                <a:headEnd/>
                <a:tailEnd/>
              </a:ln>
              <a:effectLst>
                <a:outerShdw blurRad="63500" dist="23000" dir="5400000" rotWithShape="0">
                  <a:srgbClr val="000000">
                    <a:alpha val="34999"/>
                  </a:srgbClr>
                </a:outerShdw>
              </a:effectLst>
            </p:spPr>
            <p:txBody>
              <a:bodyPr anchor="ctr"/>
              <a:lstStyle/>
              <a:p>
                <a:pPr algn="ctr"/>
                <a:endParaRPr lang="en-US">
                  <a:solidFill>
                    <a:srgbClr val="FFFFFF"/>
                  </a:solidFill>
                  <a:latin typeface="Calibri" pitchFamily="-65" charset="0"/>
                </a:endParaRPr>
              </a:p>
            </p:txBody>
          </p:sp>
          <p:sp>
            <p:nvSpPr>
              <p:cNvPr id="13410" name="Freeform 10"/>
              <p:cNvSpPr>
                <a:spLocks noEditPoints="1"/>
              </p:cNvSpPr>
              <p:nvPr/>
            </p:nvSpPr>
            <p:spPr bwMode="auto">
              <a:xfrm>
                <a:off x="2500298" y="1928802"/>
                <a:ext cx="2440016" cy="2407191"/>
              </a:xfrm>
              <a:custGeom>
                <a:avLst/>
                <a:gdLst>
                  <a:gd name="T0" fmla="*/ 2147483647 w 446"/>
                  <a:gd name="T1" fmla="*/ 2147483647 h 440"/>
                  <a:gd name="T2" fmla="*/ 2147483647 w 446"/>
                  <a:gd name="T3" fmla="*/ 2147483647 h 440"/>
                  <a:gd name="T4" fmla="*/ 2147483647 w 446"/>
                  <a:gd name="T5" fmla="*/ 2147483647 h 440"/>
                  <a:gd name="T6" fmla="*/ 2147483647 w 446"/>
                  <a:gd name="T7" fmla="*/ 2147483647 h 440"/>
                  <a:gd name="T8" fmla="*/ 2147483647 w 446"/>
                  <a:gd name="T9" fmla="*/ 2147483647 h 440"/>
                  <a:gd name="T10" fmla="*/ 2147483647 w 446"/>
                  <a:gd name="T11" fmla="*/ 2147483647 h 440"/>
                  <a:gd name="T12" fmla="*/ 2147483647 w 446"/>
                  <a:gd name="T13" fmla="*/ 2147483647 h 440"/>
                  <a:gd name="T14" fmla="*/ 2147483647 w 446"/>
                  <a:gd name="T15" fmla="*/ 2147483647 h 440"/>
                  <a:gd name="T16" fmla="*/ 2147483647 w 446"/>
                  <a:gd name="T17" fmla="*/ 2147483647 h 440"/>
                  <a:gd name="T18" fmla="*/ 2147483647 w 446"/>
                  <a:gd name="T19" fmla="*/ 2147483647 h 440"/>
                  <a:gd name="T20" fmla="*/ 2147483647 w 446"/>
                  <a:gd name="T21" fmla="*/ 2147483647 h 440"/>
                  <a:gd name="T22" fmla="*/ 2147483647 w 446"/>
                  <a:gd name="T23" fmla="*/ 2147483647 h 440"/>
                  <a:gd name="T24" fmla="*/ 2147483647 w 446"/>
                  <a:gd name="T25" fmla="*/ 2147483647 h 440"/>
                  <a:gd name="T26" fmla="*/ 2147483647 w 446"/>
                  <a:gd name="T27" fmla="*/ 2147483647 h 440"/>
                  <a:gd name="T28" fmla="*/ 2147483647 w 446"/>
                  <a:gd name="T29" fmla="*/ 2147483647 h 440"/>
                  <a:gd name="T30" fmla="*/ 2147483647 w 446"/>
                  <a:gd name="T31" fmla="*/ 2147483647 h 440"/>
                  <a:gd name="T32" fmla="*/ 2147483647 w 446"/>
                  <a:gd name="T33" fmla="*/ 2147483647 h 440"/>
                  <a:gd name="T34" fmla="*/ 2147483647 w 446"/>
                  <a:gd name="T35" fmla="*/ 2147483647 h 440"/>
                  <a:gd name="T36" fmla="*/ 2147483647 w 446"/>
                  <a:gd name="T37" fmla="*/ 2147483647 h 440"/>
                  <a:gd name="T38" fmla="*/ 2147483647 w 446"/>
                  <a:gd name="T39" fmla="*/ 2147483647 h 440"/>
                  <a:gd name="T40" fmla="*/ 2147483647 w 446"/>
                  <a:gd name="T41" fmla="*/ 2147483647 h 440"/>
                  <a:gd name="T42" fmla="*/ 2147483647 w 446"/>
                  <a:gd name="T43" fmla="*/ 2147483647 h 440"/>
                  <a:gd name="T44" fmla="*/ 2147483647 w 446"/>
                  <a:gd name="T45" fmla="*/ 2147483647 h 440"/>
                  <a:gd name="T46" fmla="*/ 2147483647 w 446"/>
                  <a:gd name="T47" fmla="*/ 2147483647 h 440"/>
                  <a:gd name="T48" fmla="*/ 2147483647 w 446"/>
                  <a:gd name="T49" fmla="*/ 2147483647 h 440"/>
                  <a:gd name="T50" fmla="*/ 2147483647 w 446"/>
                  <a:gd name="T51" fmla="*/ 2147483647 h 440"/>
                  <a:gd name="T52" fmla="*/ 2147483647 w 446"/>
                  <a:gd name="T53" fmla="*/ 2147483647 h 440"/>
                  <a:gd name="T54" fmla="*/ 2147483647 w 446"/>
                  <a:gd name="T55" fmla="*/ 2147483647 h 440"/>
                  <a:gd name="T56" fmla="*/ 2147483647 w 446"/>
                  <a:gd name="T57" fmla="*/ 2147483647 h 440"/>
                  <a:gd name="T58" fmla="*/ 2147483647 w 446"/>
                  <a:gd name="T59" fmla="*/ 2147483647 h 440"/>
                  <a:gd name="T60" fmla="*/ 2147483647 w 446"/>
                  <a:gd name="T61" fmla="*/ 2147483647 h 440"/>
                  <a:gd name="T62" fmla="*/ 2147483647 w 446"/>
                  <a:gd name="T63" fmla="*/ 2147483647 h 440"/>
                  <a:gd name="T64" fmla="*/ 2147483647 w 446"/>
                  <a:gd name="T65" fmla="*/ 2147483647 h 440"/>
                  <a:gd name="T66" fmla="*/ 2147483647 w 446"/>
                  <a:gd name="T67" fmla="*/ 2147483647 h 440"/>
                  <a:gd name="T68" fmla="*/ 2147483647 w 446"/>
                  <a:gd name="T69" fmla="*/ 0 h 440"/>
                  <a:gd name="T70" fmla="*/ 2147483647 w 446"/>
                  <a:gd name="T71" fmla="*/ 2147483647 h 440"/>
                  <a:gd name="T72" fmla="*/ 2147483647 w 446"/>
                  <a:gd name="T73" fmla="*/ 2147483647 h 440"/>
                  <a:gd name="T74" fmla="*/ 2147483647 w 446"/>
                  <a:gd name="T75" fmla="*/ 2147483647 h 440"/>
                  <a:gd name="T76" fmla="*/ 2147483647 w 446"/>
                  <a:gd name="T77" fmla="*/ 2147483647 h 440"/>
                  <a:gd name="T78" fmla="*/ 2147483647 w 446"/>
                  <a:gd name="T79" fmla="*/ 2147483647 h 440"/>
                  <a:gd name="T80" fmla="*/ 2147483647 w 446"/>
                  <a:gd name="T81" fmla="*/ 2147483647 h 440"/>
                  <a:gd name="T82" fmla="*/ 2147483647 w 446"/>
                  <a:gd name="T83" fmla="*/ 2147483647 h 440"/>
                  <a:gd name="T84" fmla="*/ 2147483647 w 446"/>
                  <a:gd name="T85" fmla="*/ 2147483647 h 440"/>
                  <a:gd name="T86" fmla="*/ 2147483647 w 446"/>
                  <a:gd name="T87" fmla="*/ 2147483647 h 440"/>
                  <a:gd name="T88" fmla="*/ 2147483647 w 446"/>
                  <a:gd name="T89" fmla="*/ 2147483647 h 440"/>
                  <a:gd name="T90" fmla="*/ 2147483647 w 446"/>
                  <a:gd name="T91" fmla="*/ 2147483647 h 440"/>
                  <a:gd name="T92" fmla="*/ 2147483647 w 446"/>
                  <a:gd name="T93" fmla="*/ 2147483647 h 440"/>
                  <a:gd name="T94" fmla="*/ 2147483647 w 446"/>
                  <a:gd name="T95" fmla="*/ 2147483647 h 440"/>
                  <a:gd name="T96" fmla="*/ 2147483647 w 446"/>
                  <a:gd name="T97" fmla="*/ 2147483647 h 440"/>
                  <a:gd name="T98" fmla="*/ 2147483647 w 446"/>
                  <a:gd name="T99" fmla="*/ 2147483647 h 440"/>
                  <a:gd name="T100" fmla="*/ 2147483647 w 446"/>
                  <a:gd name="T101" fmla="*/ 2147483647 h 440"/>
                  <a:gd name="T102" fmla="*/ 2147483647 w 446"/>
                  <a:gd name="T103" fmla="*/ 2147483647 h 440"/>
                  <a:gd name="T104" fmla="*/ 2147483647 w 446"/>
                  <a:gd name="T105" fmla="*/ 2147483647 h 440"/>
                  <a:gd name="T106" fmla="*/ 2147483647 w 446"/>
                  <a:gd name="T107" fmla="*/ 2147483647 h 440"/>
                  <a:gd name="T108" fmla="*/ 2147483647 w 446"/>
                  <a:gd name="T109" fmla="*/ 2147483647 h 440"/>
                  <a:gd name="T110" fmla="*/ 2147483647 w 446"/>
                  <a:gd name="T111" fmla="*/ 2147483647 h 440"/>
                  <a:gd name="T112" fmla="*/ 2147483647 w 446"/>
                  <a:gd name="T113" fmla="*/ 2147483647 h 440"/>
                  <a:gd name="T114" fmla="*/ 2147483647 w 446"/>
                  <a:gd name="T115" fmla="*/ 2147483647 h 440"/>
                  <a:gd name="T116" fmla="*/ 2147483647 w 446"/>
                  <a:gd name="T117" fmla="*/ 2147483647 h 440"/>
                  <a:gd name="T118" fmla="*/ 2147483647 w 446"/>
                  <a:gd name="T119" fmla="*/ 2147483647 h 440"/>
                  <a:gd name="T120" fmla="*/ 2147483647 w 446"/>
                  <a:gd name="T121" fmla="*/ 2147483647 h 440"/>
                  <a:gd name="T122" fmla="*/ 2147483647 w 446"/>
                  <a:gd name="T123" fmla="*/ 2147483647 h 440"/>
                  <a:gd name="T124" fmla="*/ 2147483647 w 446"/>
                  <a:gd name="T125" fmla="*/ 2147483647 h 44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446"/>
                  <a:gd name="T190" fmla="*/ 0 h 440"/>
                  <a:gd name="T191" fmla="*/ 446 w 446"/>
                  <a:gd name="T192" fmla="*/ 440 h 44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446" h="440">
                    <a:moveTo>
                      <a:pt x="222" y="258"/>
                    </a:moveTo>
                    <a:lnTo>
                      <a:pt x="222" y="258"/>
                    </a:lnTo>
                    <a:lnTo>
                      <a:pt x="220" y="258"/>
                    </a:lnTo>
                    <a:lnTo>
                      <a:pt x="220" y="256"/>
                    </a:lnTo>
                    <a:lnTo>
                      <a:pt x="218" y="256"/>
                    </a:lnTo>
                    <a:lnTo>
                      <a:pt x="218" y="258"/>
                    </a:lnTo>
                    <a:lnTo>
                      <a:pt x="220" y="258"/>
                    </a:lnTo>
                    <a:lnTo>
                      <a:pt x="222" y="258"/>
                    </a:lnTo>
                    <a:close/>
                    <a:moveTo>
                      <a:pt x="260" y="60"/>
                    </a:moveTo>
                    <a:lnTo>
                      <a:pt x="262" y="60"/>
                    </a:lnTo>
                    <a:lnTo>
                      <a:pt x="262" y="58"/>
                    </a:lnTo>
                    <a:lnTo>
                      <a:pt x="258" y="58"/>
                    </a:lnTo>
                    <a:lnTo>
                      <a:pt x="260" y="60"/>
                    </a:lnTo>
                    <a:close/>
                    <a:moveTo>
                      <a:pt x="218" y="252"/>
                    </a:moveTo>
                    <a:lnTo>
                      <a:pt x="218" y="250"/>
                    </a:lnTo>
                    <a:lnTo>
                      <a:pt x="216" y="250"/>
                    </a:lnTo>
                    <a:lnTo>
                      <a:pt x="216" y="252"/>
                    </a:lnTo>
                    <a:lnTo>
                      <a:pt x="214" y="250"/>
                    </a:lnTo>
                    <a:lnTo>
                      <a:pt x="212" y="250"/>
                    </a:lnTo>
                    <a:lnTo>
                      <a:pt x="212" y="252"/>
                    </a:lnTo>
                    <a:lnTo>
                      <a:pt x="214" y="252"/>
                    </a:lnTo>
                    <a:lnTo>
                      <a:pt x="216" y="252"/>
                    </a:lnTo>
                    <a:lnTo>
                      <a:pt x="218" y="252"/>
                    </a:lnTo>
                    <a:close/>
                    <a:moveTo>
                      <a:pt x="146" y="162"/>
                    </a:moveTo>
                    <a:lnTo>
                      <a:pt x="144" y="162"/>
                    </a:lnTo>
                    <a:lnTo>
                      <a:pt x="146" y="164"/>
                    </a:lnTo>
                    <a:lnTo>
                      <a:pt x="146" y="166"/>
                    </a:lnTo>
                    <a:lnTo>
                      <a:pt x="146" y="168"/>
                    </a:lnTo>
                    <a:lnTo>
                      <a:pt x="146" y="170"/>
                    </a:lnTo>
                    <a:lnTo>
                      <a:pt x="146" y="172"/>
                    </a:lnTo>
                    <a:lnTo>
                      <a:pt x="150" y="172"/>
                    </a:lnTo>
                    <a:lnTo>
                      <a:pt x="148" y="170"/>
                    </a:lnTo>
                    <a:lnTo>
                      <a:pt x="148" y="168"/>
                    </a:lnTo>
                    <a:lnTo>
                      <a:pt x="148" y="166"/>
                    </a:lnTo>
                    <a:lnTo>
                      <a:pt x="150" y="164"/>
                    </a:lnTo>
                    <a:lnTo>
                      <a:pt x="150" y="162"/>
                    </a:lnTo>
                    <a:lnTo>
                      <a:pt x="152" y="160"/>
                    </a:lnTo>
                    <a:lnTo>
                      <a:pt x="154" y="158"/>
                    </a:lnTo>
                    <a:lnTo>
                      <a:pt x="156" y="160"/>
                    </a:lnTo>
                    <a:lnTo>
                      <a:pt x="156" y="162"/>
                    </a:lnTo>
                    <a:lnTo>
                      <a:pt x="156" y="164"/>
                    </a:lnTo>
                    <a:lnTo>
                      <a:pt x="156" y="160"/>
                    </a:lnTo>
                    <a:lnTo>
                      <a:pt x="156" y="156"/>
                    </a:lnTo>
                    <a:lnTo>
                      <a:pt x="154" y="150"/>
                    </a:lnTo>
                    <a:lnTo>
                      <a:pt x="154" y="146"/>
                    </a:lnTo>
                    <a:lnTo>
                      <a:pt x="156" y="148"/>
                    </a:lnTo>
                    <a:lnTo>
                      <a:pt x="156" y="144"/>
                    </a:lnTo>
                    <a:lnTo>
                      <a:pt x="152" y="142"/>
                    </a:lnTo>
                    <a:lnTo>
                      <a:pt x="150" y="140"/>
                    </a:lnTo>
                    <a:lnTo>
                      <a:pt x="146" y="140"/>
                    </a:lnTo>
                    <a:lnTo>
                      <a:pt x="148" y="144"/>
                    </a:lnTo>
                    <a:lnTo>
                      <a:pt x="148" y="148"/>
                    </a:lnTo>
                    <a:lnTo>
                      <a:pt x="150" y="150"/>
                    </a:lnTo>
                    <a:lnTo>
                      <a:pt x="148" y="156"/>
                    </a:lnTo>
                    <a:lnTo>
                      <a:pt x="146" y="162"/>
                    </a:lnTo>
                    <a:close/>
                    <a:moveTo>
                      <a:pt x="158" y="166"/>
                    </a:moveTo>
                    <a:lnTo>
                      <a:pt x="156" y="170"/>
                    </a:lnTo>
                    <a:lnTo>
                      <a:pt x="154" y="172"/>
                    </a:lnTo>
                    <a:lnTo>
                      <a:pt x="152" y="174"/>
                    </a:lnTo>
                    <a:lnTo>
                      <a:pt x="148" y="174"/>
                    </a:lnTo>
                    <a:lnTo>
                      <a:pt x="150" y="178"/>
                    </a:lnTo>
                    <a:lnTo>
                      <a:pt x="152" y="178"/>
                    </a:lnTo>
                    <a:lnTo>
                      <a:pt x="154" y="178"/>
                    </a:lnTo>
                    <a:lnTo>
                      <a:pt x="156" y="178"/>
                    </a:lnTo>
                    <a:lnTo>
                      <a:pt x="156" y="180"/>
                    </a:lnTo>
                    <a:lnTo>
                      <a:pt x="160" y="178"/>
                    </a:lnTo>
                    <a:lnTo>
                      <a:pt x="164" y="178"/>
                    </a:lnTo>
                    <a:lnTo>
                      <a:pt x="164" y="176"/>
                    </a:lnTo>
                    <a:lnTo>
                      <a:pt x="166" y="174"/>
                    </a:lnTo>
                    <a:lnTo>
                      <a:pt x="164" y="170"/>
                    </a:lnTo>
                    <a:lnTo>
                      <a:pt x="162" y="174"/>
                    </a:lnTo>
                    <a:lnTo>
                      <a:pt x="160" y="170"/>
                    </a:lnTo>
                    <a:lnTo>
                      <a:pt x="160" y="168"/>
                    </a:lnTo>
                    <a:lnTo>
                      <a:pt x="158" y="166"/>
                    </a:lnTo>
                    <a:close/>
                    <a:moveTo>
                      <a:pt x="124" y="198"/>
                    </a:moveTo>
                    <a:lnTo>
                      <a:pt x="122" y="198"/>
                    </a:lnTo>
                    <a:lnTo>
                      <a:pt x="120" y="196"/>
                    </a:lnTo>
                    <a:lnTo>
                      <a:pt x="114" y="200"/>
                    </a:lnTo>
                    <a:lnTo>
                      <a:pt x="108" y="202"/>
                    </a:lnTo>
                    <a:lnTo>
                      <a:pt x="106" y="200"/>
                    </a:lnTo>
                    <a:lnTo>
                      <a:pt x="104" y="202"/>
                    </a:lnTo>
                    <a:lnTo>
                      <a:pt x="100" y="202"/>
                    </a:lnTo>
                    <a:lnTo>
                      <a:pt x="106" y="204"/>
                    </a:lnTo>
                    <a:lnTo>
                      <a:pt x="108" y="208"/>
                    </a:lnTo>
                    <a:lnTo>
                      <a:pt x="104" y="214"/>
                    </a:lnTo>
                    <a:lnTo>
                      <a:pt x="106" y="218"/>
                    </a:lnTo>
                    <a:lnTo>
                      <a:pt x="112" y="212"/>
                    </a:lnTo>
                    <a:lnTo>
                      <a:pt x="116" y="208"/>
                    </a:lnTo>
                    <a:lnTo>
                      <a:pt x="124" y="208"/>
                    </a:lnTo>
                    <a:lnTo>
                      <a:pt x="126" y="204"/>
                    </a:lnTo>
                    <a:lnTo>
                      <a:pt x="130" y="208"/>
                    </a:lnTo>
                    <a:lnTo>
                      <a:pt x="136" y="208"/>
                    </a:lnTo>
                    <a:lnTo>
                      <a:pt x="138" y="204"/>
                    </a:lnTo>
                    <a:lnTo>
                      <a:pt x="142" y="202"/>
                    </a:lnTo>
                    <a:lnTo>
                      <a:pt x="140" y="200"/>
                    </a:lnTo>
                    <a:lnTo>
                      <a:pt x="144" y="200"/>
                    </a:lnTo>
                    <a:lnTo>
                      <a:pt x="144" y="198"/>
                    </a:lnTo>
                    <a:lnTo>
                      <a:pt x="146" y="196"/>
                    </a:lnTo>
                    <a:lnTo>
                      <a:pt x="148" y="192"/>
                    </a:lnTo>
                    <a:lnTo>
                      <a:pt x="150" y="188"/>
                    </a:lnTo>
                    <a:lnTo>
                      <a:pt x="150" y="184"/>
                    </a:lnTo>
                    <a:lnTo>
                      <a:pt x="148" y="184"/>
                    </a:lnTo>
                    <a:lnTo>
                      <a:pt x="150" y="182"/>
                    </a:lnTo>
                    <a:lnTo>
                      <a:pt x="148" y="180"/>
                    </a:lnTo>
                    <a:lnTo>
                      <a:pt x="146" y="176"/>
                    </a:lnTo>
                    <a:lnTo>
                      <a:pt x="144" y="176"/>
                    </a:lnTo>
                    <a:lnTo>
                      <a:pt x="144" y="178"/>
                    </a:lnTo>
                    <a:lnTo>
                      <a:pt x="144" y="182"/>
                    </a:lnTo>
                    <a:lnTo>
                      <a:pt x="142" y="186"/>
                    </a:lnTo>
                    <a:lnTo>
                      <a:pt x="138" y="188"/>
                    </a:lnTo>
                    <a:lnTo>
                      <a:pt x="138" y="192"/>
                    </a:lnTo>
                    <a:lnTo>
                      <a:pt x="136" y="192"/>
                    </a:lnTo>
                    <a:lnTo>
                      <a:pt x="132" y="196"/>
                    </a:lnTo>
                    <a:lnTo>
                      <a:pt x="130" y="194"/>
                    </a:lnTo>
                    <a:lnTo>
                      <a:pt x="130" y="198"/>
                    </a:lnTo>
                    <a:lnTo>
                      <a:pt x="130" y="200"/>
                    </a:lnTo>
                    <a:lnTo>
                      <a:pt x="126" y="198"/>
                    </a:lnTo>
                    <a:lnTo>
                      <a:pt x="124" y="198"/>
                    </a:lnTo>
                    <a:close/>
                    <a:moveTo>
                      <a:pt x="262" y="10"/>
                    </a:moveTo>
                    <a:lnTo>
                      <a:pt x="264" y="10"/>
                    </a:lnTo>
                    <a:lnTo>
                      <a:pt x="264" y="8"/>
                    </a:lnTo>
                    <a:lnTo>
                      <a:pt x="262" y="8"/>
                    </a:lnTo>
                    <a:lnTo>
                      <a:pt x="260" y="8"/>
                    </a:lnTo>
                    <a:lnTo>
                      <a:pt x="260" y="10"/>
                    </a:lnTo>
                    <a:lnTo>
                      <a:pt x="262" y="10"/>
                    </a:lnTo>
                    <a:close/>
                    <a:moveTo>
                      <a:pt x="234" y="262"/>
                    </a:moveTo>
                    <a:lnTo>
                      <a:pt x="234" y="262"/>
                    </a:lnTo>
                    <a:lnTo>
                      <a:pt x="234" y="260"/>
                    </a:lnTo>
                    <a:lnTo>
                      <a:pt x="232" y="260"/>
                    </a:lnTo>
                    <a:lnTo>
                      <a:pt x="230" y="260"/>
                    </a:lnTo>
                    <a:lnTo>
                      <a:pt x="228" y="260"/>
                    </a:lnTo>
                    <a:lnTo>
                      <a:pt x="226" y="260"/>
                    </a:lnTo>
                    <a:lnTo>
                      <a:pt x="226" y="262"/>
                    </a:lnTo>
                    <a:lnTo>
                      <a:pt x="228" y="262"/>
                    </a:lnTo>
                    <a:lnTo>
                      <a:pt x="230" y="262"/>
                    </a:lnTo>
                    <a:lnTo>
                      <a:pt x="232" y="264"/>
                    </a:lnTo>
                    <a:lnTo>
                      <a:pt x="234" y="264"/>
                    </a:lnTo>
                    <a:lnTo>
                      <a:pt x="234" y="262"/>
                    </a:lnTo>
                    <a:close/>
                    <a:moveTo>
                      <a:pt x="244" y="274"/>
                    </a:moveTo>
                    <a:lnTo>
                      <a:pt x="244" y="272"/>
                    </a:lnTo>
                    <a:lnTo>
                      <a:pt x="242" y="272"/>
                    </a:lnTo>
                    <a:lnTo>
                      <a:pt x="242" y="270"/>
                    </a:lnTo>
                    <a:lnTo>
                      <a:pt x="240" y="268"/>
                    </a:lnTo>
                    <a:lnTo>
                      <a:pt x="240" y="266"/>
                    </a:lnTo>
                    <a:lnTo>
                      <a:pt x="238" y="266"/>
                    </a:lnTo>
                    <a:lnTo>
                      <a:pt x="236" y="266"/>
                    </a:lnTo>
                    <a:lnTo>
                      <a:pt x="236" y="264"/>
                    </a:lnTo>
                    <a:lnTo>
                      <a:pt x="234" y="264"/>
                    </a:lnTo>
                    <a:lnTo>
                      <a:pt x="234" y="266"/>
                    </a:lnTo>
                    <a:lnTo>
                      <a:pt x="234" y="268"/>
                    </a:lnTo>
                    <a:lnTo>
                      <a:pt x="236" y="272"/>
                    </a:lnTo>
                    <a:lnTo>
                      <a:pt x="236" y="278"/>
                    </a:lnTo>
                    <a:lnTo>
                      <a:pt x="238" y="278"/>
                    </a:lnTo>
                    <a:lnTo>
                      <a:pt x="240" y="278"/>
                    </a:lnTo>
                    <a:lnTo>
                      <a:pt x="240" y="276"/>
                    </a:lnTo>
                    <a:lnTo>
                      <a:pt x="242" y="276"/>
                    </a:lnTo>
                    <a:lnTo>
                      <a:pt x="244" y="276"/>
                    </a:lnTo>
                    <a:lnTo>
                      <a:pt x="246" y="276"/>
                    </a:lnTo>
                    <a:lnTo>
                      <a:pt x="246" y="274"/>
                    </a:lnTo>
                    <a:lnTo>
                      <a:pt x="244" y="274"/>
                    </a:lnTo>
                    <a:close/>
                    <a:moveTo>
                      <a:pt x="342" y="70"/>
                    </a:moveTo>
                    <a:lnTo>
                      <a:pt x="344" y="70"/>
                    </a:lnTo>
                    <a:lnTo>
                      <a:pt x="344" y="66"/>
                    </a:lnTo>
                    <a:lnTo>
                      <a:pt x="342" y="66"/>
                    </a:lnTo>
                    <a:lnTo>
                      <a:pt x="338" y="66"/>
                    </a:lnTo>
                    <a:lnTo>
                      <a:pt x="340" y="68"/>
                    </a:lnTo>
                    <a:lnTo>
                      <a:pt x="342" y="70"/>
                    </a:lnTo>
                    <a:close/>
                    <a:moveTo>
                      <a:pt x="222" y="262"/>
                    </a:moveTo>
                    <a:lnTo>
                      <a:pt x="222" y="262"/>
                    </a:lnTo>
                    <a:lnTo>
                      <a:pt x="222" y="264"/>
                    </a:lnTo>
                    <a:lnTo>
                      <a:pt x="224" y="264"/>
                    </a:lnTo>
                    <a:lnTo>
                      <a:pt x="224" y="262"/>
                    </a:lnTo>
                    <a:lnTo>
                      <a:pt x="222" y="262"/>
                    </a:lnTo>
                    <a:close/>
                    <a:moveTo>
                      <a:pt x="434" y="172"/>
                    </a:moveTo>
                    <a:lnTo>
                      <a:pt x="434" y="172"/>
                    </a:lnTo>
                    <a:lnTo>
                      <a:pt x="432" y="174"/>
                    </a:lnTo>
                    <a:lnTo>
                      <a:pt x="430" y="176"/>
                    </a:lnTo>
                    <a:lnTo>
                      <a:pt x="430" y="178"/>
                    </a:lnTo>
                    <a:lnTo>
                      <a:pt x="428" y="180"/>
                    </a:lnTo>
                    <a:lnTo>
                      <a:pt x="430" y="182"/>
                    </a:lnTo>
                    <a:lnTo>
                      <a:pt x="432" y="184"/>
                    </a:lnTo>
                    <a:lnTo>
                      <a:pt x="434" y="182"/>
                    </a:lnTo>
                    <a:lnTo>
                      <a:pt x="434" y="180"/>
                    </a:lnTo>
                    <a:lnTo>
                      <a:pt x="434" y="178"/>
                    </a:lnTo>
                    <a:lnTo>
                      <a:pt x="434" y="176"/>
                    </a:lnTo>
                    <a:lnTo>
                      <a:pt x="436" y="176"/>
                    </a:lnTo>
                    <a:lnTo>
                      <a:pt x="438" y="176"/>
                    </a:lnTo>
                    <a:lnTo>
                      <a:pt x="440" y="176"/>
                    </a:lnTo>
                    <a:lnTo>
                      <a:pt x="438" y="174"/>
                    </a:lnTo>
                    <a:lnTo>
                      <a:pt x="438" y="172"/>
                    </a:lnTo>
                    <a:lnTo>
                      <a:pt x="436" y="172"/>
                    </a:lnTo>
                    <a:lnTo>
                      <a:pt x="434" y="172"/>
                    </a:lnTo>
                    <a:close/>
                    <a:moveTo>
                      <a:pt x="228" y="16"/>
                    </a:moveTo>
                    <a:lnTo>
                      <a:pt x="230" y="16"/>
                    </a:lnTo>
                    <a:lnTo>
                      <a:pt x="230" y="14"/>
                    </a:lnTo>
                    <a:lnTo>
                      <a:pt x="232" y="14"/>
                    </a:lnTo>
                    <a:lnTo>
                      <a:pt x="232" y="16"/>
                    </a:lnTo>
                    <a:lnTo>
                      <a:pt x="234" y="16"/>
                    </a:lnTo>
                    <a:lnTo>
                      <a:pt x="236" y="16"/>
                    </a:lnTo>
                    <a:lnTo>
                      <a:pt x="236" y="14"/>
                    </a:lnTo>
                    <a:lnTo>
                      <a:pt x="236" y="12"/>
                    </a:lnTo>
                    <a:lnTo>
                      <a:pt x="234" y="10"/>
                    </a:lnTo>
                    <a:lnTo>
                      <a:pt x="232" y="8"/>
                    </a:lnTo>
                    <a:lnTo>
                      <a:pt x="230" y="8"/>
                    </a:lnTo>
                    <a:lnTo>
                      <a:pt x="228" y="10"/>
                    </a:lnTo>
                    <a:lnTo>
                      <a:pt x="226" y="8"/>
                    </a:lnTo>
                    <a:lnTo>
                      <a:pt x="226" y="10"/>
                    </a:lnTo>
                    <a:lnTo>
                      <a:pt x="224" y="8"/>
                    </a:lnTo>
                    <a:lnTo>
                      <a:pt x="224" y="12"/>
                    </a:lnTo>
                    <a:lnTo>
                      <a:pt x="222" y="10"/>
                    </a:lnTo>
                    <a:lnTo>
                      <a:pt x="222" y="12"/>
                    </a:lnTo>
                    <a:lnTo>
                      <a:pt x="218" y="12"/>
                    </a:lnTo>
                    <a:lnTo>
                      <a:pt x="218" y="14"/>
                    </a:lnTo>
                    <a:lnTo>
                      <a:pt x="220" y="14"/>
                    </a:lnTo>
                    <a:lnTo>
                      <a:pt x="220" y="16"/>
                    </a:lnTo>
                    <a:lnTo>
                      <a:pt x="222" y="16"/>
                    </a:lnTo>
                    <a:lnTo>
                      <a:pt x="222" y="12"/>
                    </a:lnTo>
                    <a:lnTo>
                      <a:pt x="222" y="16"/>
                    </a:lnTo>
                    <a:lnTo>
                      <a:pt x="224" y="16"/>
                    </a:lnTo>
                    <a:lnTo>
                      <a:pt x="226" y="14"/>
                    </a:lnTo>
                    <a:lnTo>
                      <a:pt x="228" y="14"/>
                    </a:lnTo>
                    <a:lnTo>
                      <a:pt x="228" y="16"/>
                    </a:lnTo>
                    <a:close/>
                    <a:moveTo>
                      <a:pt x="204" y="18"/>
                    </a:moveTo>
                    <a:lnTo>
                      <a:pt x="206" y="18"/>
                    </a:lnTo>
                    <a:lnTo>
                      <a:pt x="208" y="22"/>
                    </a:lnTo>
                    <a:lnTo>
                      <a:pt x="208" y="20"/>
                    </a:lnTo>
                    <a:lnTo>
                      <a:pt x="208" y="16"/>
                    </a:lnTo>
                    <a:lnTo>
                      <a:pt x="212" y="16"/>
                    </a:lnTo>
                    <a:lnTo>
                      <a:pt x="210" y="14"/>
                    </a:lnTo>
                    <a:lnTo>
                      <a:pt x="212" y="14"/>
                    </a:lnTo>
                    <a:lnTo>
                      <a:pt x="210" y="12"/>
                    </a:lnTo>
                    <a:lnTo>
                      <a:pt x="208" y="14"/>
                    </a:lnTo>
                    <a:lnTo>
                      <a:pt x="206" y="14"/>
                    </a:lnTo>
                    <a:lnTo>
                      <a:pt x="206" y="16"/>
                    </a:lnTo>
                    <a:lnTo>
                      <a:pt x="204" y="16"/>
                    </a:lnTo>
                    <a:lnTo>
                      <a:pt x="202" y="16"/>
                    </a:lnTo>
                    <a:lnTo>
                      <a:pt x="200" y="18"/>
                    </a:lnTo>
                    <a:lnTo>
                      <a:pt x="200" y="20"/>
                    </a:lnTo>
                    <a:lnTo>
                      <a:pt x="202" y="20"/>
                    </a:lnTo>
                    <a:lnTo>
                      <a:pt x="204" y="22"/>
                    </a:lnTo>
                    <a:lnTo>
                      <a:pt x="202" y="18"/>
                    </a:lnTo>
                    <a:lnTo>
                      <a:pt x="204" y="18"/>
                    </a:lnTo>
                    <a:close/>
                    <a:moveTo>
                      <a:pt x="444" y="230"/>
                    </a:moveTo>
                    <a:lnTo>
                      <a:pt x="444" y="230"/>
                    </a:lnTo>
                    <a:lnTo>
                      <a:pt x="442" y="230"/>
                    </a:lnTo>
                    <a:lnTo>
                      <a:pt x="442" y="232"/>
                    </a:lnTo>
                    <a:lnTo>
                      <a:pt x="440" y="232"/>
                    </a:lnTo>
                    <a:lnTo>
                      <a:pt x="446" y="220"/>
                    </a:lnTo>
                    <a:lnTo>
                      <a:pt x="444" y="206"/>
                    </a:lnTo>
                    <a:lnTo>
                      <a:pt x="442" y="202"/>
                    </a:lnTo>
                    <a:lnTo>
                      <a:pt x="442" y="206"/>
                    </a:lnTo>
                    <a:lnTo>
                      <a:pt x="440" y="212"/>
                    </a:lnTo>
                    <a:lnTo>
                      <a:pt x="440" y="210"/>
                    </a:lnTo>
                    <a:lnTo>
                      <a:pt x="438" y="210"/>
                    </a:lnTo>
                    <a:lnTo>
                      <a:pt x="438" y="208"/>
                    </a:lnTo>
                    <a:lnTo>
                      <a:pt x="436" y="200"/>
                    </a:lnTo>
                    <a:lnTo>
                      <a:pt x="438" y="196"/>
                    </a:lnTo>
                    <a:lnTo>
                      <a:pt x="436" y="194"/>
                    </a:lnTo>
                    <a:lnTo>
                      <a:pt x="434" y="188"/>
                    </a:lnTo>
                    <a:lnTo>
                      <a:pt x="432" y="188"/>
                    </a:lnTo>
                    <a:lnTo>
                      <a:pt x="430" y="192"/>
                    </a:lnTo>
                    <a:lnTo>
                      <a:pt x="430" y="194"/>
                    </a:lnTo>
                    <a:lnTo>
                      <a:pt x="430" y="196"/>
                    </a:lnTo>
                    <a:lnTo>
                      <a:pt x="430" y="198"/>
                    </a:lnTo>
                    <a:lnTo>
                      <a:pt x="430" y="200"/>
                    </a:lnTo>
                    <a:lnTo>
                      <a:pt x="432" y="204"/>
                    </a:lnTo>
                    <a:lnTo>
                      <a:pt x="432" y="206"/>
                    </a:lnTo>
                    <a:lnTo>
                      <a:pt x="432" y="208"/>
                    </a:lnTo>
                    <a:lnTo>
                      <a:pt x="430" y="210"/>
                    </a:lnTo>
                    <a:lnTo>
                      <a:pt x="430" y="212"/>
                    </a:lnTo>
                    <a:lnTo>
                      <a:pt x="428" y="214"/>
                    </a:lnTo>
                    <a:lnTo>
                      <a:pt x="426" y="214"/>
                    </a:lnTo>
                    <a:lnTo>
                      <a:pt x="426" y="212"/>
                    </a:lnTo>
                    <a:lnTo>
                      <a:pt x="424" y="212"/>
                    </a:lnTo>
                    <a:lnTo>
                      <a:pt x="422" y="212"/>
                    </a:lnTo>
                    <a:lnTo>
                      <a:pt x="422" y="210"/>
                    </a:lnTo>
                    <a:lnTo>
                      <a:pt x="420" y="210"/>
                    </a:lnTo>
                    <a:lnTo>
                      <a:pt x="420" y="208"/>
                    </a:lnTo>
                    <a:lnTo>
                      <a:pt x="418" y="206"/>
                    </a:lnTo>
                    <a:lnTo>
                      <a:pt x="418" y="204"/>
                    </a:lnTo>
                    <a:lnTo>
                      <a:pt x="416" y="204"/>
                    </a:lnTo>
                    <a:lnTo>
                      <a:pt x="416" y="202"/>
                    </a:lnTo>
                    <a:lnTo>
                      <a:pt x="416" y="200"/>
                    </a:lnTo>
                    <a:lnTo>
                      <a:pt x="416" y="198"/>
                    </a:lnTo>
                    <a:lnTo>
                      <a:pt x="416" y="196"/>
                    </a:lnTo>
                    <a:lnTo>
                      <a:pt x="416" y="194"/>
                    </a:lnTo>
                    <a:lnTo>
                      <a:pt x="414" y="194"/>
                    </a:lnTo>
                    <a:lnTo>
                      <a:pt x="414" y="192"/>
                    </a:lnTo>
                    <a:lnTo>
                      <a:pt x="414" y="190"/>
                    </a:lnTo>
                    <a:lnTo>
                      <a:pt x="416" y="190"/>
                    </a:lnTo>
                    <a:lnTo>
                      <a:pt x="414" y="190"/>
                    </a:lnTo>
                    <a:lnTo>
                      <a:pt x="412" y="188"/>
                    </a:lnTo>
                    <a:lnTo>
                      <a:pt x="410" y="188"/>
                    </a:lnTo>
                    <a:lnTo>
                      <a:pt x="412" y="184"/>
                    </a:lnTo>
                    <a:lnTo>
                      <a:pt x="410" y="180"/>
                    </a:lnTo>
                    <a:lnTo>
                      <a:pt x="410" y="178"/>
                    </a:lnTo>
                    <a:lnTo>
                      <a:pt x="412" y="178"/>
                    </a:lnTo>
                    <a:lnTo>
                      <a:pt x="412" y="176"/>
                    </a:lnTo>
                    <a:lnTo>
                      <a:pt x="412" y="174"/>
                    </a:lnTo>
                    <a:lnTo>
                      <a:pt x="414" y="172"/>
                    </a:lnTo>
                    <a:lnTo>
                      <a:pt x="414" y="170"/>
                    </a:lnTo>
                    <a:lnTo>
                      <a:pt x="416" y="170"/>
                    </a:lnTo>
                    <a:lnTo>
                      <a:pt x="416" y="168"/>
                    </a:lnTo>
                    <a:lnTo>
                      <a:pt x="418" y="168"/>
                    </a:lnTo>
                    <a:lnTo>
                      <a:pt x="420" y="168"/>
                    </a:lnTo>
                    <a:lnTo>
                      <a:pt x="420" y="166"/>
                    </a:lnTo>
                    <a:lnTo>
                      <a:pt x="416" y="164"/>
                    </a:lnTo>
                    <a:lnTo>
                      <a:pt x="414" y="162"/>
                    </a:lnTo>
                    <a:lnTo>
                      <a:pt x="414" y="160"/>
                    </a:lnTo>
                    <a:lnTo>
                      <a:pt x="416" y="158"/>
                    </a:lnTo>
                    <a:lnTo>
                      <a:pt x="418" y="158"/>
                    </a:lnTo>
                    <a:lnTo>
                      <a:pt x="420" y="158"/>
                    </a:lnTo>
                    <a:lnTo>
                      <a:pt x="422" y="158"/>
                    </a:lnTo>
                    <a:lnTo>
                      <a:pt x="424" y="158"/>
                    </a:lnTo>
                    <a:lnTo>
                      <a:pt x="426" y="158"/>
                    </a:lnTo>
                    <a:lnTo>
                      <a:pt x="426" y="160"/>
                    </a:lnTo>
                    <a:lnTo>
                      <a:pt x="428" y="160"/>
                    </a:lnTo>
                    <a:lnTo>
                      <a:pt x="430" y="164"/>
                    </a:lnTo>
                    <a:lnTo>
                      <a:pt x="434" y="166"/>
                    </a:lnTo>
                    <a:lnTo>
                      <a:pt x="434" y="162"/>
                    </a:lnTo>
                    <a:lnTo>
                      <a:pt x="436" y="162"/>
                    </a:lnTo>
                    <a:lnTo>
                      <a:pt x="436" y="160"/>
                    </a:lnTo>
                    <a:lnTo>
                      <a:pt x="432" y="158"/>
                    </a:lnTo>
                    <a:lnTo>
                      <a:pt x="430" y="156"/>
                    </a:lnTo>
                    <a:lnTo>
                      <a:pt x="428" y="156"/>
                    </a:lnTo>
                    <a:lnTo>
                      <a:pt x="426" y="156"/>
                    </a:lnTo>
                    <a:lnTo>
                      <a:pt x="424" y="156"/>
                    </a:lnTo>
                    <a:lnTo>
                      <a:pt x="424" y="154"/>
                    </a:lnTo>
                    <a:lnTo>
                      <a:pt x="424" y="152"/>
                    </a:lnTo>
                    <a:lnTo>
                      <a:pt x="422" y="150"/>
                    </a:lnTo>
                    <a:lnTo>
                      <a:pt x="422" y="148"/>
                    </a:lnTo>
                    <a:lnTo>
                      <a:pt x="422" y="144"/>
                    </a:lnTo>
                    <a:lnTo>
                      <a:pt x="420" y="142"/>
                    </a:lnTo>
                    <a:lnTo>
                      <a:pt x="420" y="140"/>
                    </a:lnTo>
                    <a:lnTo>
                      <a:pt x="418" y="138"/>
                    </a:lnTo>
                    <a:lnTo>
                      <a:pt x="416" y="136"/>
                    </a:lnTo>
                    <a:lnTo>
                      <a:pt x="416" y="134"/>
                    </a:lnTo>
                    <a:lnTo>
                      <a:pt x="418" y="134"/>
                    </a:lnTo>
                    <a:lnTo>
                      <a:pt x="418" y="132"/>
                    </a:lnTo>
                    <a:lnTo>
                      <a:pt x="418" y="130"/>
                    </a:lnTo>
                    <a:lnTo>
                      <a:pt x="416" y="130"/>
                    </a:lnTo>
                    <a:lnTo>
                      <a:pt x="416" y="128"/>
                    </a:lnTo>
                    <a:lnTo>
                      <a:pt x="414" y="126"/>
                    </a:lnTo>
                    <a:lnTo>
                      <a:pt x="412" y="124"/>
                    </a:lnTo>
                    <a:lnTo>
                      <a:pt x="410" y="122"/>
                    </a:lnTo>
                    <a:lnTo>
                      <a:pt x="410" y="120"/>
                    </a:lnTo>
                    <a:lnTo>
                      <a:pt x="410" y="118"/>
                    </a:lnTo>
                    <a:lnTo>
                      <a:pt x="408" y="116"/>
                    </a:lnTo>
                    <a:lnTo>
                      <a:pt x="406" y="110"/>
                    </a:lnTo>
                    <a:lnTo>
                      <a:pt x="402" y="108"/>
                    </a:lnTo>
                    <a:lnTo>
                      <a:pt x="402" y="104"/>
                    </a:lnTo>
                    <a:lnTo>
                      <a:pt x="400" y="102"/>
                    </a:lnTo>
                    <a:lnTo>
                      <a:pt x="402" y="100"/>
                    </a:lnTo>
                    <a:lnTo>
                      <a:pt x="396" y="98"/>
                    </a:lnTo>
                    <a:lnTo>
                      <a:pt x="394" y="94"/>
                    </a:lnTo>
                    <a:lnTo>
                      <a:pt x="392" y="90"/>
                    </a:lnTo>
                    <a:lnTo>
                      <a:pt x="390" y="88"/>
                    </a:lnTo>
                    <a:lnTo>
                      <a:pt x="392" y="84"/>
                    </a:lnTo>
                    <a:lnTo>
                      <a:pt x="390" y="80"/>
                    </a:lnTo>
                    <a:lnTo>
                      <a:pt x="388" y="78"/>
                    </a:lnTo>
                    <a:lnTo>
                      <a:pt x="388" y="76"/>
                    </a:lnTo>
                    <a:lnTo>
                      <a:pt x="386" y="76"/>
                    </a:lnTo>
                    <a:lnTo>
                      <a:pt x="386" y="74"/>
                    </a:lnTo>
                    <a:lnTo>
                      <a:pt x="384" y="74"/>
                    </a:lnTo>
                    <a:lnTo>
                      <a:pt x="382" y="72"/>
                    </a:lnTo>
                    <a:lnTo>
                      <a:pt x="380" y="72"/>
                    </a:lnTo>
                    <a:lnTo>
                      <a:pt x="378" y="72"/>
                    </a:lnTo>
                    <a:lnTo>
                      <a:pt x="376" y="74"/>
                    </a:lnTo>
                    <a:lnTo>
                      <a:pt x="374" y="72"/>
                    </a:lnTo>
                    <a:lnTo>
                      <a:pt x="376" y="70"/>
                    </a:lnTo>
                    <a:lnTo>
                      <a:pt x="378" y="70"/>
                    </a:lnTo>
                    <a:lnTo>
                      <a:pt x="382" y="70"/>
                    </a:lnTo>
                    <a:lnTo>
                      <a:pt x="380" y="68"/>
                    </a:lnTo>
                    <a:lnTo>
                      <a:pt x="380" y="66"/>
                    </a:lnTo>
                    <a:lnTo>
                      <a:pt x="374" y="60"/>
                    </a:lnTo>
                    <a:lnTo>
                      <a:pt x="372" y="60"/>
                    </a:lnTo>
                    <a:lnTo>
                      <a:pt x="372" y="58"/>
                    </a:lnTo>
                    <a:lnTo>
                      <a:pt x="370" y="58"/>
                    </a:lnTo>
                    <a:lnTo>
                      <a:pt x="368" y="58"/>
                    </a:lnTo>
                    <a:lnTo>
                      <a:pt x="366" y="58"/>
                    </a:lnTo>
                    <a:lnTo>
                      <a:pt x="366" y="56"/>
                    </a:lnTo>
                    <a:lnTo>
                      <a:pt x="364" y="56"/>
                    </a:lnTo>
                    <a:lnTo>
                      <a:pt x="362" y="54"/>
                    </a:lnTo>
                    <a:lnTo>
                      <a:pt x="360" y="54"/>
                    </a:lnTo>
                    <a:lnTo>
                      <a:pt x="358" y="54"/>
                    </a:lnTo>
                    <a:lnTo>
                      <a:pt x="356" y="54"/>
                    </a:lnTo>
                    <a:lnTo>
                      <a:pt x="354" y="54"/>
                    </a:lnTo>
                    <a:lnTo>
                      <a:pt x="352" y="54"/>
                    </a:lnTo>
                    <a:lnTo>
                      <a:pt x="350" y="54"/>
                    </a:lnTo>
                    <a:lnTo>
                      <a:pt x="348" y="52"/>
                    </a:lnTo>
                    <a:lnTo>
                      <a:pt x="344" y="50"/>
                    </a:lnTo>
                    <a:lnTo>
                      <a:pt x="342" y="50"/>
                    </a:lnTo>
                    <a:lnTo>
                      <a:pt x="342" y="54"/>
                    </a:lnTo>
                    <a:lnTo>
                      <a:pt x="340" y="52"/>
                    </a:lnTo>
                    <a:lnTo>
                      <a:pt x="338" y="56"/>
                    </a:lnTo>
                    <a:lnTo>
                      <a:pt x="336" y="56"/>
                    </a:lnTo>
                    <a:lnTo>
                      <a:pt x="330" y="56"/>
                    </a:lnTo>
                    <a:lnTo>
                      <a:pt x="336" y="58"/>
                    </a:lnTo>
                    <a:lnTo>
                      <a:pt x="336" y="60"/>
                    </a:lnTo>
                    <a:lnTo>
                      <a:pt x="338" y="64"/>
                    </a:lnTo>
                    <a:lnTo>
                      <a:pt x="340" y="62"/>
                    </a:lnTo>
                    <a:lnTo>
                      <a:pt x="344" y="64"/>
                    </a:lnTo>
                    <a:lnTo>
                      <a:pt x="346" y="66"/>
                    </a:lnTo>
                    <a:lnTo>
                      <a:pt x="352" y="66"/>
                    </a:lnTo>
                    <a:lnTo>
                      <a:pt x="352" y="70"/>
                    </a:lnTo>
                    <a:lnTo>
                      <a:pt x="356" y="68"/>
                    </a:lnTo>
                    <a:lnTo>
                      <a:pt x="360" y="72"/>
                    </a:lnTo>
                    <a:lnTo>
                      <a:pt x="356" y="72"/>
                    </a:lnTo>
                    <a:lnTo>
                      <a:pt x="356" y="74"/>
                    </a:lnTo>
                    <a:lnTo>
                      <a:pt x="354" y="76"/>
                    </a:lnTo>
                    <a:lnTo>
                      <a:pt x="360" y="76"/>
                    </a:lnTo>
                    <a:lnTo>
                      <a:pt x="360" y="78"/>
                    </a:lnTo>
                    <a:lnTo>
                      <a:pt x="364" y="78"/>
                    </a:lnTo>
                    <a:lnTo>
                      <a:pt x="366" y="80"/>
                    </a:lnTo>
                    <a:lnTo>
                      <a:pt x="370" y="82"/>
                    </a:lnTo>
                    <a:lnTo>
                      <a:pt x="370" y="84"/>
                    </a:lnTo>
                    <a:lnTo>
                      <a:pt x="372" y="86"/>
                    </a:lnTo>
                    <a:lnTo>
                      <a:pt x="370" y="88"/>
                    </a:lnTo>
                    <a:lnTo>
                      <a:pt x="368" y="86"/>
                    </a:lnTo>
                    <a:lnTo>
                      <a:pt x="364" y="82"/>
                    </a:lnTo>
                    <a:lnTo>
                      <a:pt x="356" y="80"/>
                    </a:lnTo>
                    <a:lnTo>
                      <a:pt x="356" y="82"/>
                    </a:lnTo>
                    <a:lnTo>
                      <a:pt x="354" y="82"/>
                    </a:lnTo>
                    <a:lnTo>
                      <a:pt x="352" y="80"/>
                    </a:lnTo>
                    <a:lnTo>
                      <a:pt x="350" y="80"/>
                    </a:lnTo>
                    <a:lnTo>
                      <a:pt x="350" y="82"/>
                    </a:lnTo>
                    <a:lnTo>
                      <a:pt x="346" y="82"/>
                    </a:lnTo>
                    <a:lnTo>
                      <a:pt x="346" y="84"/>
                    </a:lnTo>
                    <a:lnTo>
                      <a:pt x="344" y="86"/>
                    </a:lnTo>
                    <a:lnTo>
                      <a:pt x="344" y="84"/>
                    </a:lnTo>
                    <a:lnTo>
                      <a:pt x="342" y="82"/>
                    </a:lnTo>
                    <a:lnTo>
                      <a:pt x="340" y="82"/>
                    </a:lnTo>
                    <a:lnTo>
                      <a:pt x="338" y="82"/>
                    </a:lnTo>
                    <a:lnTo>
                      <a:pt x="338" y="84"/>
                    </a:lnTo>
                    <a:lnTo>
                      <a:pt x="336" y="84"/>
                    </a:lnTo>
                    <a:lnTo>
                      <a:pt x="336" y="82"/>
                    </a:lnTo>
                    <a:lnTo>
                      <a:pt x="334" y="80"/>
                    </a:lnTo>
                    <a:lnTo>
                      <a:pt x="332" y="78"/>
                    </a:lnTo>
                    <a:lnTo>
                      <a:pt x="328" y="76"/>
                    </a:lnTo>
                    <a:lnTo>
                      <a:pt x="328" y="72"/>
                    </a:lnTo>
                    <a:lnTo>
                      <a:pt x="326" y="72"/>
                    </a:lnTo>
                    <a:lnTo>
                      <a:pt x="324" y="68"/>
                    </a:lnTo>
                    <a:lnTo>
                      <a:pt x="322" y="68"/>
                    </a:lnTo>
                    <a:lnTo>
                      <a:pt x="324" y="68"/>
                    </a:lnTo>
                    <a:lnTo>
                      <a:pt x="324" y="66"/>
                    </a:lnTo>
                    <a:lnTo>
                      <a:pt x="322" y="66"/>
                    </a:lnTo>
                    <a:lnTo>
                      <a:pt x="322" y="64"/>
                    </a:lnTo>
                    <a:lnTo>
                      <a:pt x="322" y="62"/>
                    </a:lnTo>
                    <a:lnTo>
                      <a:pt x="320" y="62"/>
                    </a:lnTo>
                    <a:lnTo>
                      <a:pt x="318" y="64"/>
                    </a:lnTo>
                    <a:lnTo>
                      <a:pt x="318" y="60"/>
                    </a:lnTo>
                    <a:lnTo>
                      <a:pt x="318" y="58"/>
                    </a:lnTo>
                    <a:lnTo>
                      <a:pt x="312" y="56"/>
                    </a:lnTo>
                    <a:lnTo>
                      <a:pt x="308" y="56"/>
                    </a:lnTo>
                    <a:lnTo>
                      <a:pt x="308" y="60"/>
                    </a:lnTo>
                    <a:lnTo>
                      <a:pt x="304" y="60"/>
                    </a:lnTo>
                    <a:lnTo>
                      <a:pt x="302" y="62"/>
                    </a:lnTo>
                    <a:lnTo>
                      <a:pt x="304" y="62"/>
                    </a:lnTo>
                    <a:lnTo>
                      <a:pt x="304" y="66"/>
                    </a:lnTo>
                    <a:lnTo>
                      <a:pt x="300" y="66"/>
                    </a:lnTo>
                    <a:lnTo>
                      <a:pt x="296" y="64"/>
                    </a:lnTo>
                    <a:lnTo>
                      <a:pt x="296" y="68"/>
                    </a:lnTo>
                    <a:lnTo>
                      <a:pt x="300" y="72"/>
                    </a:lnTo>
                    <a:lnTo>
                      <a:pt x="296" y="70"/>
                    </a:lnTo>
                    <a:lnTo>
                      <a:pt x="294" y="70"/>
                    </a:lnTo>
                    <a:lnTo>
                      <a:pt x="292" y="74"/>
                    </a:lnTo>
                    <a:lnTo>
                      <a:pt x="288" y="74"/>
                    </a:lnTo>
                    <a:lnTo>
                      <a:pt x="284" y="74"/>
                    </a:lnTo>
                    <a:lnTo>
                      <a:pt x="280" y="72"/>
                    </a:lnTo>
                    <a:lnTo>
                      <a:pt x="278" y="74"/>
                    </a:lnTo>
                    <a:lnTo>
                      <a:pt x="276" y="72"/>
                    </a:lnTo>
                    <a:lnTo>
                      <a:pt x="268" y="72"/>
                    </a:lnTo>
                    <a:lnTo>
                      <a:pt x="266" y="72"/>
                    </a:lnTo>
                    <a:lnTo>
                      <a:pt x="264" y="74"/>
                    </a:lnTo>
                    <a:lnTo>
                      <a:pt x="264" y="76"/>
                    </a:lnTo>
                    <a:lnTo>
                      <a:pt x="264" y="74"/>
                    </a:lnTo>
                    <a:lnTo>
                      <a:pt x="262" y="74"/>
                    </a:lnTo>
                    <a:lnTo>
                      <a:pt x="260" y="74"/>
                    </a:lnTo>
                    <a:lnTo>
                      <a:pt x="258" y="74"/>
                    </a:lnTo>
                    <a:lnTo>
                      <a:pt x="256" y="74"/>
                    </a:lnTo>
                    <a:lnTo>
                      <a:pt x="254" y="74"/>
                    </a:lnTo>
                    <a:lnTo>
                      <a:pt x="252" y="74"/>
                    </a:lnTo>
                    <a:lnTo>
                      <a:pt x="252" y="76"/>
                    </a:lnTo>
                    <a:lnTo>
                      <a:pt x="246" y="76"/>
                    </a:lnTo>
                    <a:lnTo>
                      <a:pt x="244" y="74"/>
                    </a:lnTo>
                    <a:lnTo>
                      <a:pt x="242" y="74"/>
                    </a:lnTo>
                    <a:lnTo>
                      <a:pt x="240" y="74"/>
                    </a:lnTo>
                    <a:lnTo>
                      <a:pt x="240" y="72"/>
                    </a:lnTo>
                    <a:lnTo>
                      <a:pt x="238" y="72"/>
                    </a:lnTo>
                    <a:lnTo>
                      <a:pt x="238" y="74"/>
                    </a:lnTo>
                    <a:lnTo>
                      <a:pt x="238" y="76"/>
                    </a:lnTo>
                    <a:lnTo>
                      <a:pt x="238" y="78"/>
                    </a:lnTo>
                    <a:lnTo>
                      <a:pt x="236" y="80"/>
                    </a:lnTo>
                    <a:lnTo>
                      <a:pt x="234" y="80"/>
                    </a:lnTo>
                    <a:lnTo>
                      <a:pt x="232" y="80"/>
                    </a:lnTo>
                    <a:lnTo>
                      <a:pt x="230" y="80"/>
                    </a:lnTo>
                    <a:lnTo>
                      <a:pt x="228" y="82"/>
                    </a:lnTo>
                    <a:lnTo>
                      <a:pt x="230" y="84"/>
                    </a:lnTo>
                    <a:lnTo>
                      <a:pt x="234" y="88"/>
                    </a:lnTo>
                    <a:lnTo>
                      <a:pt x="236" y="88"/>
                    </a:lnTo>
                    <a:lnTo>
                      <a:pt x="232" y="88"/>
                    </a:lnTo>
                    <a:lnTo>
                      <a:pt x="230" y="92"/>
                    </a:lnTo>
                    <a:lnTo>
                      <a:pt x="226" y="92"/>
                    </a:lnTo>
                    <a:lnTo>
                      <a:pt x="222" y="90"/>
                    </a:lnTo>
                    <a:lnTo>
                      <a:pt x="220" y="94"/>
                    </a:lnTo>
                    <a:lnTo>
                      <a:pt x="220" y="96"/>
                    </a:lnTo>
                    <a:lnTo>
                      <a:pt x="224" y="96"/>
                    </a:lnTo>
                    <a:lnTo>
                      <a:pt x="228" y="94"/>
                    </a:lnTo>
                    <a:lnTo>
                      <a:pt x="230" y="96"/>
                    </a:lnTo>
                    <a:lnTo>
                      <a:pt x="234" y="96"/>
                    </a:lnTo>
                    <a:lnTo>
                      <a:pt x="236" y="96"/>
                    </a:lnTo>
                    <a:lnTo>
                      <a:pt x="234" y="98"/>
                    </a:lnTo>
                    <a:lnTo>
                      <a:pt x="232" y="98"/>
                    </a:lnTo>
                    <a:lnTo>
                      <a:pt x="230" y="98"/>
                    </a:lnTo>
                    <a:lnTo>
                      <a:pt x="228" y="98"/>
                    </a:lnTo>
                    <a:lnTo>
                      <a:pt x="228" y="100"/>
                    </a:lnTo>
                    <a:lnTo>
                      <a:pt x="228" y="102"/>
                    </a:lnTo>
                    <a:lnTo>
                      <a:pt x="228" y="104"/>
                    </a:lnTo>
                    <a:lnTo>
                      <a:pt x="228" y="106"/>
                    </a:lnTo>
                    <a:lnTo>
                      <a:pt x="230" y="108"/>
                    </a:lnTo>
                    <a:lnTo>
                      <a:pt x="230" y="110"/>
                    </a:lnTo>
                    <a:lnTo>
                      <a:pt x="232" y="110"/>
                    </a:lnTo>
                    <a:lnTo>
                      <a:pt x="236" y="112"/>
                    </a:lnTo>
                    <a:lnTo>
                      <a:pt x="238" y="114"/>
                    </a:lnTo>
                    <a:lnTo>
                      <a:pt x="242" y="116"/>
                    </a:lnTo>
                    <a:lnTo>
                      <a:pt x="242" y="118"/>
                    </a:lnTo>
                    <a:lnTo>
                      <a:pt x="242" y="120"/>
                    </a:lnTo>
                    <a:lnTo>
                      <a:pt x="240" y="120"/>
                    </a:lnTo>
                    <a:lnTo>
                      <a:pt x="238" y="122"/>
                    </a:lnTo>
                    <a:lnTo>
                      <a:pt x="236" y="122"/>
                    </a:lnTo>
                    <a:lnTo>
                      <a:pt x="236" y="124"/>
                    </a:lnTo>
                    <a:lnTo>
                      <a:pt x="234" y="124"/>
                    </a:lnTo>
                    <a:lnTo>
                      <a:pt x="232" y="124"/>
                    </a:lnTo>
                    <a:lnTo>
                      <a:pt x="230" y="126"/>
                    </a:lnTo>
                    <a:lnTo>
                      <a:pt x="228" y="126"/>
                    </a:lnTo>
                    <a:lnTo>
                      <a:pt x="228" y="128"/>
                    </a:lnTo>
                    <a:lnTo>
                      <a:pt x="228" y="130"/>
                    </a:lnTo>
                    <a:lnTo>
                      <a:pt x="226" y="130"/>
                    </a:lnTo>
                    <a:lnTo>
                      <a:pt x="226" y="132"/>
                    </a:lnTo>
                    <a:lnTo>
                      <a:pt x="224" y="132"/>
                    </a:lnTo>
                    <a:lnTo>
                      <a:pt x="226" y="132"/>
                    </a:lnTo>
                    <a:lnTo>
                      <a:pt x="228" y="132"/>
                    </a:lnTo>
                    <a:lnTo>
                      <a:pt x="228" y="130"/>
                    </a:lnTo>
                    <a:lnTo>
                      <a:pt x="230" y="130"/>
                    </a:lnTo>
                    <a:lnTo>
                      <a:pt x="232" y="128"/>
                    </a:lnTo>
                    <a:lnTo>
                      <a:pt x="234" y="128"/>
                    </a:lnTo>
                    <a:lnTo>
                      <a:pt x="236" y="128"/>
                    </a:lnTo>
                    <a:lnTo>
                      <a:pt x="236" y="130"/>
                    </a:lnTo>
                    <a:lnTo>
                      <a:pt x="238" y="130"/>
                    </a:lnTo>
                    <a:lnTo>
                      <a:pt x="238" y="128"/>
                    </a:lnTo>
                    <a:lnTo>
                      <a:pt x="238" y="126"/>
                    </a:lnTo>
                    <a:lnTo>
                      <a:pt x="240" y="124"/>
                    </a:lnTo>
                    <a:lnTo>
                      <a:pt x="242" y="124"/>
                    </a:lnTo>
                    <a:lnTo>
                      <a:pt x="242" y="122"/>
                    </a:lnTo>
                    <a:lnTo>
                      <a:pt x="244" y="120"/>
                    </a:lnTo>
                    <a:lnTo>
                      <a:pt x="246" y="120"/>
                    </a:lnTo>
                    <a:lnTo>
                      <a:pt x="248" y="120"/>
                    </a:lnTo>
                    <a:lnTo>
                      <a:pt x="250" y="120"/>
                    </a:lnTo>
                    <a:lnTo>
                      <a:pt x="250" y="118"/>
                    </a:lnTo>
                    <a:lnTo>
                      <a:pt x="250" y="116"/>
                    </a:lnTo>
                    <a:lnTo>
                      <a:pt x="250" y="112"/>
                    </a:lnTo>
                    <a:lnTo>
                      <a:pt x="250" y="110"/>
                    </a:lnTo>
                    <a:lnTo>
                      <a:pt x="252" y="110"/>
                    </a:lnTo>
                    <a:lnTo>
                      <a:pt x="254" y="110"/>
                    </a:lnTo>
                    <a:lnTo>
                      <a:pt x="256" y="108"/>
                    </a:lnTo>
                    <a:lnTo>
                      <a:pt x="262" y="108"/>
                    </a:lnTo>
                    <a:lnTo>
                      <a:pt x="264" y="110"/>
                    </a:lnTo>
                    <a:lnTo>
                      <a:pt x="266" y="110"/>
                    </a:lnTo>
                    <a:lnTo>
                      <a:pt x="268" y="112"/>
                    </a:lnTo>
                    <a:lnTo>
                      <a:pt x="270" y="112"/>
                    </a:lnTo>
                    <a:lnTo>
                      <a:pt x="272" y="112"/>
                    </a:lnTo>
                    <a:lnTo>
                      <a:pt x="274" y="112"/>
                    </a:lnTo>
                    <a:lnTo>
                      <a:pt x="276" y="114"/>
                    </a:lnTo>
                    <a:lnTo>
                      <a:pt x="278" y="114"/>
                    </a:lnTo>
                    <a:lnTo>
                      <a:pt x="280" y="114"/>
                    </a:lnTo>
                    <a:lnTo>
                      <a:pt x="282" y="116"/>
                    </a:lnTo>
                    <a:lnTo>
                      <a:pt x="284" y="116"/>
                    </a:lnTo>
                    <a:lnTo>
                      <a:pt x="282" y="118"/>
                    </a:lnTo>
                    <a:lnTo>
                      <a:pt x="284" y="120"/>
                    </a:lnTo>
                    <a:lnTo>
                      <a:pt x="286" y="122"/>
                    </a:lnTo>
                    <a:lnTo>
                      <a:pt x="288" y="128"/>
                    </a:lnTo>
                    <a:lnTo>
                      <a:pt x="288" y="124"/>
                    </a:lnTo>
                    <a:lnTo>
                      <a:pt x="292" y="124"/>
                    </a:lnTo>
                    <a:lnTo>
                      <a:pt x="292" y="126"/>
                    </a:lnTo>
                    <a:lnTo>
                      <a:pt x="292" y="130"/>
                    </a:lnTo>
                    <a:lnTo>
                      <a:pt x="294" y="132"/>
                    </a:lnTo>
                    <a:lnTo>
                      <a:pt x="296" y="132"/>
                    </a:lnTo>
                    <a:lnTo>
                      <a:pt x="296" y="130"/>
                    </a:lnTo>
                    <a:lnTo>
                      <a:pt x="296" y="128"/>
                    </a:lnTo>
                    <a:lnTo>
                      <a:pt x="300" y="130"/>
                    </a:lnTo>
                    <a:lnTo>
                      <a:pt x="302" y="132"/>
                    </a:lnTo>
                    <a:lnTo>
                      <a:pt x="306" y="134"/>
                    </a:lnTo>
                    <a:lnTo>
                      <a:pt x="308" y="132"/>
                    </a:lnTo>
                    <a:lnTo>
                      <a:pt x="310" y="132"/>
                    </a:lnTo>
                    <a:lnTo>
                      <a:pt x="310" y="134"/>
                    </a:lnTo>
                    <a:lnTo>
                      <a:pt x="308" y="134"/>
                    </a:lnTo>
                    <a:lnTo>
                      <a:pt x="308" y="138"/>
                    </a:lnTo>
                    <a:lnTo>
                      <a:pt x="310" y="140"/>
                    </a:lnTo>
                    <a:lnTo>
                      <a:pt x="312" y="138"/>
                    </a:lnTo>
                    <a:lnTo>
                      <a:pt x="314" y="138"/>
                    </a:lnTo>
                    <a:lnTo>
                      <a:pt x="318" y="140"/>
                    </a:lnTo>
                    <a:lnTo>
                      <a:pt x="322" y="140"/>
                    </a:lnTo>
                    <a:lnTo>
                      <a:pt x="324" y="142"/>
                    </a:lnTo>
                    <a:lnTo>
                      <a:pt x="322" y="142"/>
                    </a:lnTo>
                    <a:lnTo>
                      <a:pt x="320" y="142"/>
                    </a:lnTo>
                    <a:lnTo>
                      <a:pt x="318" y="142"/>
                    </a:lnTo>
                    <a:lnTo>
                      <a:pt x="316" y="142"/>
                    </a:lnTo>
                    <a:lnTo>
                      <a:pt x="314" y="142"/>
                    </a:lnTo>
                    <a:lnTo>
                      <a:pt x="314" y="144"/>
                    </a:lnTo>
                    <a:lnTo>
                      <a:pt x="316" y="144"/>
                    </a:lnTo>
                    <a:lnTo>
                      <a:pt x="316" y="146"/>
                    </a:lnTo>
                    <a:lnTo>
                      <a:pt x="318" y="146"/>
                    </a:lnTo>
                    <a:lnTo>
                      <a:pt x="320" y="148"/>
                    </a:lnTo>
                    <a:lnTo>
                      <a:pt x="322" y="148"/>
                    </a:lnTo>
                    <a:lnTo>
                      <a:pt x="322" y="150"/>
                    </a:lnTo>
                    <a:lnTo>
                      <a:pt x="326" y="156"/>
                    </a:lnTo>
                    <a:lnTo>
                      <a:pt x="324" y="162"/>
                    </a:lnTo>
                    <a:lnTo>
                      <a:pt x="328" y="162"/>
                    </a:lnTo>
                    <a:lnTo>
                      <a:pt x="328" y="168"/>
                    </a:lnTo>
                    <a:lnTo>
                      <a:pt x="328" y="166"/>
                    </a:lnTo>
                    <a:lnTo>
                      <a:pt x="330" y="166"/>
                    </a:lnTo>
                    <a:lnTo>
                      <a:pt x="332" y="168"/>
                    </a:lnTo>
                    <a:lnTo>
                      <a:pt x="332" y="170"/>
                    </a:lnTo>
                    <a:lnTo>
                      <a:pt x="332" y="172"/>
                    </a:lnTo>
                    <a:lnTo>
                      <a:pt x="332" y="174"/>
                    </a:lnTo>
                    <a:lnTo>
                      <a:pt x="334" y="176"/>
                    </a:lnTo>
                    <a:lnTo>
                      <a:pt x="336" y="178"/>
                    </a:lnTo>
                    <a:lnTo>
                      <a:pt x="338" y="180"/>
                    </a:lnTo>
                    <a:lnTo>
                      <a:pt x="340" y="180"/>
                    </a:lnTo>
                    <a:lnTo>
                      <a:pt x="342" y="182"/>
                    </a:lnTo>
                    <a:lnTo>
                      <a:pt x="342" y="184"/>
                    </a:lnTo>
                    <a:lnTo>
                      <a:pt x="342" y="186"/>
                    </a:lnTo>
                    <a:lnTo>
                      <a:pt x="344" y="186"/>
                    </a:lnTo>
                    <a:lnTo>
                      <a:pt x="346" y="188"/>
                    </a:lnTo>
                    <a:lnTo>
                      <a:pt x="348" y="188"/>
                    </a:lnTo>
                    <a:lnTo>
                      <a:pt x="348" y="190"/>
                    </a:lnTo>
                    <a:lnTo>
                      <a:pt x="350" y="190"/>
                    </a:lnTo>
                    <a:lnTo>
                      <a:pt x="350" y="192"/>
                    </a:lnTo>
                    <a:lnTo>
                      <a:pt x="352" y="192"/>
                    </a:lnTo>
                    <a:lnTo>
                      <a:pt x="354" y="192"/>
                    </a:lnTo>
                    <a:lnTo>
                      <a:pt x="354" y="194"/>
                    </a:lnTo>
                    <a:lnTo>
                      <a:pt x="356" y="194"/>
                    </a:lnTo>
                    <a:lnTo>
                      <a:pt x="358" y="194"/>
                    </a:lnTo>
                    <a:lnTo>
                      <a:pt x="360" y="196"/>
                    </a:lnTo>
                    <a:lnTo>
                      <a:pt x="364" y="196"/>
                    </a:lnTo>
                    <a:lnTo>
                      <a:pt x="366" y="200"/>
                    </a:lnTo>
                    <a:lnTo>
                      <a:pt x="368" y="202"/>
                    </a:lnTo>
                    <a:lnTo>
                      <a:pt x="370" y="206"/>
                    </a:lnTo>
                    <a:lnTo>
                      <a:pt x="374" y="206"/>
                    </a:lnTo>
                    <a:lnTo>
                      <a:pt x="374" y="210"/>
                    </a:lnTo>
                    <a:lnTo>
                      <a:pt x="376" y="210"/>
                    </a:lnTo>
                    <a:lnTo>
                      <a:pt x="376" y="214"/>
                    </a:lnTo>
                    <a:lnTo>
                      <a:pt x="378" y="214"/>
                    </a:lnTo>
                    <a:lnTo>
                      <a:pt x="380" y="214"/>
                    </a:lnTo>
                    <a:lnTo>
                      <a:pt x="382" y="214"/>
                    </a:lnTo>
                    <a:lnTo>
                      <a:pt x="384" y="216"/>
                    </a:lnTo>
                    <a:lnTo>
                      <a:pt x="384" y="218"/>
                    </a:lnTo>
                    <a:lnTo>
                      <a:pt x="386" y="218"/>
                    </a:lnTo>
                    <a:lnTo>
                      <a:pt x="386" y="220"/>
                    </a:lnTo>
                    <a:lnTo>
                      <a:pt x="392" y="222"/>
                    </a:lnTo>
                    <a:lnTo>
                      <a:pt x="394" y="222"/>
                    </a:lnTo>
                    <a:lnTo>
                      <a:pt x="392" y="218"/>
                    </a:lnTo>
                    <a:lnTo>
                      <a:pt x="390" y="218"/>
                    </a:lnTo>
                    <a:lnTo>
                      <a:pt x="388" y="218"/>
                    </a:lnTo>
                    <a:lnTo>
                      <a:pt x="386" y="216"/>
                    </a:lnTo>
                    <a:lnTo>
                      <a:pt x="386" y="214"/>
                    </a:lnTo>
                    <a:lnTo>
                      <a:pt x="386" y="212"/>
                    </a:lnTo>
                    <a:lnTo>
                      <a:pt x="384" y="210"/>
                    </a:lnTo>
                    <a:lnTo>
                      <a:pt x="382" y="210"/>
                    </a:lnTo>
                    <a:lnTo>
                      <a:pt x="382" y="208"/>
                    </a:lnTo>
                    <a:lnTo>
                      <a:pt x="380" y="208"/>
                    </a:lnTo>
                    <a:lnTo>
                      <a:pt x="380" y="206"/>
                    </a:lnTo>
                    <a:lnTo>
                      <a:pt x="378" y="206"/>
                    </a:lnTo>
                    <a:lnTo>
                      <a:pt x="376" y="204"/>
                    </a:lnTo>
                    <a:lnTo>
                      <a:pt x="374" y="202"/>
                    </a:lnTo>
                    <a:lnTo>
                      <a:pt x="370" y="198"/>
                    </a:lnTo>
                    <a:lnTo>
                      <a:pt x="368" y="196"/>
                    </a:lnTo>
                    <a:lnTo>
                      <a:pt x="370" y="196"/>
                    </a:lnTo>
                    <a:lnTo>
                      <a:pt x="370" y="194"/>
                    </a:lnTo>
                    <a:lnTo>
                      <a:pt x="372" y="194"/>
                    </a:lnTo>
                    <a:lnTo>
                      <a:pt x="372" y="196"/>
                    </a:lnTo>
                    <a:lnTo>
                      <a:pt x="374" y="196"/>
                    </a:lnTo>
                    <a:lnTo>
                      <a:pt x="376" y="198"/>
                    </a:lnTo>
                    <a:lnTo>
                      <a:pt x="376" y="200"/>
                    </a:lnTo>
                    <a:lnTo>
                      <a:pt x="376" y="202"/>
                    </a:lnTo>
                    <a:lnTo>
                      <a:pt x="378" y="202"/>
                    </a:lnTo>
                    <a:lnTo>
                      <a:pt x="380" y="202"/>
                    </a:lnTo>
                    <a:lnTo>
                      <a:pt x="382" y="202"/>
                    </a:lnTo>
                    <a:lnTo>
                      <a:pt x="384" y="204"/>
                    </a:lnTo>
                    <a:lnTo>
                      <a:pt x="384" y="206"/>
                    </a:lnTo>
                    <a:lnTo>
                      <a:pt x="386" y="208"/>
                    </a:lnTo>
                    <a:lnTo>
                      <a:pt x="388" y="208"/>
                    </a:lnTo>
                    <a:lnTo>
                      <a:pt x="388" y="210"/>
                    </a:lnTo>
                    <a:lnTo>
                      <a:pt x="390" y="210"/>
                    </a:lnTo>
                    <a:lnTo>
                      <a:pt x="392" y="212"/>
                    </a:lnTo>
                    <a:lnTo>
                      <a:pt x="396" y="212"/>
                    </a:lnTo>
                    <a:lnTo>
                      <a:pt x="398" y="214"/>
                    </a:lnTo>
                    <a:lnTo>
                      <a:pt x="404" y="216"/>
                    </a:lnTo>
                    <a:lnTo>
                      <a:pt x="408" y="222"/>
                    </a:lnTo>
                    <a:lnTo>
                      <a:pt x="406" y="222"/>
                    </a:lnTo>
                    <a:lnTo>
                      <a:pt x="404" y="222"/>
                    </a:lnTo>
                    <a:lnTo>
                      <a:pt x="404" y="224"/>
                    </a:lnTo>
                    <a:lnTo>
                      <a:pt x="402" y="224"/>
                    </a:lnTo>
                    <a:lnTo>
                      <a:pt x="404" y="224"/>
                    </a:lnTo>
                    <a:lnTo>
                      <a:pt x="404" y="226"/>
                    </a:lnTo>
                    <a:lnTo>
                      <a:pt x="406" y="226"/>
                    </a:lnTo>
                    <a:lnTo>
                      <a:pt x="406" y="228"/>
                    </a:lnTo>
                    <a:lnTo>
                      <a:pt x="408" y="228"/>
                    </a:lnTo>
                    <a:lnTo>
                      <a:pt x="408" y="230"/>
                    </a:lnTo>
                    <a:lnTo>
                      <a:pt x="410" y="230"/>
                    </a:lnTo>
                    <a:lnTo>
                      <a:pt x="412" y="230"/>
                    </a:lnTo>
                    <a:lnTo>
                      <a:pt x="414" y="230"/>
                    </a:lnTo>
                    <a:lnTo>
                      <a:pt x="416" y="228"/>
                    </a:lnTo>
                    <a:lnTo>
                      <a:pt x="422" y="228"/>
                    </a:lnTo>
                    <a:lnTo>
                      <a:pt x="426" y="228"/>
                    </a:lnTo>
                    <a:lnTo>
                      <a:pt x="428" y="224"/>
                    </a:lnTo>
                    <a:lnTo>
                      <a:pt x="430" y="220"/>
                    </a:lnTo>
                    <a:lnTo>
                      <a:pt x="432" y="220"/>
                    </a:lnTo>
                    <a:lnTo>
                      <a:pt x="432" y="222"/>
                    </a:lnTo>
                    <a:lnTo>
                      <a:pt x="434" y="222"/>
                    </a:lnTo>
                    <a:lnTo>
                      <a:pt x="434" y="224"/>
                    </a:lnTo>
                    <a:lnTo>
                      <a:pt x="442" y="220"/>
                    </a:lnTo>
                    <a:lnTo>
                      <a:pt x="442" y="222"/>
                    </a:lnTo>
                    <a:lnTo>
                      <a:pt x="442" y="224"/>
                    </a:lnTo>
                    <a:lnTo>
                      <a:pt x="440" y="226"/>
                    </a:lnTo>
                    <a:lnTo>
                      <a:pt x="438" y="234"/>
                    </a:lnTo>
                    <a:lnTo>
                      <a:pt x="442" y="242"/>
                    </a:lnTo>
                    <a:lnTo>
                      <a:pt x="442" y="240"/>
                    </a:lnTo>
                    <a:lnTo>
                      <a:pt x="442" y="238"/>
                    </a:lnTo>
                    <a:lnTo>
                      <a:pt x="442" y="234"/>
                    </a:lnTo>
                    <a:lnTo>
                      <a:pt x="444" y="232"/>
                    </a:lnTo>
                    <a:lnTo>
                      <a:pt x="444" y="230"/>
                    </a:lnTo>
                    <a:close/>
                    <a:moveTo>
                      <a:pt x="270" y="62"/>
                    </a:moveTo>
                    <a:lnTo>
                      <a:pt x="272" y="64"/>
                    </a:lnTo>
                    <a:lnTo>
                      <a:pt x="276" y="64"/>
                    </a:lnTo>
                    <a:lnTo>
                      <a:pt x="278" y="68"/>
                    </a:lnTo>
                    <a:lnTo>
                      <a:pt x="280" y="62"/>
                    </a:lnTo>
                    <a:lnTo>
                      <a:pt x="282" y="68"/>
                    </a:lnTo>
                    <a:lnTo>
                      <a:pt x="284" y="66"/>
                    </a:lnTo>
                    <a:lnTo>
                      <a:pt x="288" y="68"/>
                    </a:lnTo>
                    <a:lnTo>
                      <a:pt x="292" y="68"/>
                    </a:lnTo>
                    <a:lnTo>
                      <a:pt x="294" y="66"/>
                    </a:lnTo>
                    <a:lnTo>
                      <a:pt x="298" y="64"/>
                    </a:lnTo>
                    <a:lnTo>
                      <a:pt x="294" y="62"/>
                    </a:lnTo>
                    <a:lnTo>
                      <a:pt x="292" y="58"/>
                    </a:lnTo>
                    <a:lnTo>
                      <a:pt x="286" y="58"/>
                    </a:lnTo>
                    <a:lnTo>
                      <a:pt x="286" y="56"/>
                    </a:lnTo>
                    <a:lnTo>
                      <a:pt x="282" y="54"/>
                    </a:lnTo>
                    <a:lnTo>
                      <a:pt x="280" y="54"/>
                    </a:lnTo>
                    <a:lnTo>
                      <a:pt x="278" y="56"/>
                    </a:lnTo>
                    <a:lnTo>
                      <a:pt x="278" y="60"/>
                    </a:lnTo>
                    <a:lnTo>
                      <a:pt x="276" y="60"/>
                    </a:lnTo>
                    <a:lnTo>
                      <a:pt x="272" y="60"/>
                    </a:lnTo>
                    <a:lnTo>
                      <a:pt x="270" y="62"/>
                    </a:lnTo>
                    <a:close/>
                    <a:moveTo>
                      <a:pt x="264" y="54"/>
                    </a:moveTo>
                    <a:lnTo>
                      <a:pt x="264" y="56"/>
                    </a:lnTo>
                    <a:lnTo>
                      <a:pt x="262" y="56"/>
                    </a:lnTo>
                    <a:lnTo>
                      <a:pt x="262" y="58"/>
                    </a:lnTo>
                    <a:lnTo>
                      <a:pt x="264" y="58"/>
                    </a:lnTo>
                    <a:lnTo>
                      <a:pt x="264" y="60"/>
                    </a:lnTo>
                    <a:lnTo>
                      <a:pt x="262" y="62"/>
                    </a:lnTo>
                    <a:lnTo>
                      <a:pt x="264" y="62"/>
                    </a:lnTo>
                    <a:lnTo>
                      <a:pt x="264" y="66"/>
                    </a:lnTo>
                    <a:lnTo>
                      <a:pt x="268" y="68"/>
                    </a:lnTo>
                    <a:lnTo>
                      <a:pt x="268" y="64"/>
                    </a:lnTo>
                    <a:lnTo>
                      <a:pt x="270" y="64"/>
                    </a:lnTo>
                    <a:lnTo>
                      <a:pt x="268" y="60"/>
                    </a:lnTo>
                    <a:lnTo>
                      <a:pt x="268" y="58"/>
                    </a:lnTo>
                    <a:lnTo>
                      <a:pt x="268" y="56"/>
                    </a:lnTo>
                    <a:lnTo>
                      <a:pt x="266" y="54"/>
                    </a:lnTo>
                    <a:lnTo>
                      <a:pt x="264" y="54"/>
                    </a:lnTo>
                    <a:close/>
                    <a:moveTo>
                      <a:pt x="288" y="52"/>
                    </a:moveTo>
                    <a:lnTo>
                      <a:pt x="294" y="50"/>
                    </a:lnTo>
                    <a:lnTo>
                      <a:pt x="294" y="54"/>
                    </a:lnTo>
                    <a:lnTo>
                      <a:pt x="298" y="50"/>
                    </a:lnTo>
                    <a:lnTo>
                      <a:pt x="302" y="56"/>
                    </a:lnTo>
                    <a:lnTo>
                      <a:pt x="306" y="54"/>
                    </a:lnTo>
                    <a:lnTo>
                      <a:pt x="306" y="48"/>
                    </a:lnTo>
                    <a:lnTo>
                      <a:pt x="308" y="46"/>
                    </a:lnTo>
                    <a:lnTo>
                      <a:pt x="314" y="46"/>
                    </a:lnTo>
                    <a:lnTo>
                      <a:pt x="318" y="48"/>
                    </a:lnTo>
                    <a:lnTo>
                      <a:pt x="320" y="42"/>
                    </a:lnTo>
                    <a:lnTo>
                      <a:pt x="324" y="44"/>
                    </a:lnTo>
                    <a:lnTo>
                      <a:pt x="322" y="40"/>
                    </a:lnTo>
                    <a:lnTo>
                      <a:pt x="320" y="40"/>
                    </a:lnTo>
                    <a:lnTo>
                      <a:pt x="314" y="40"/>
                    </a:lnTo>
                    <a:lnTo>
                      <a:pt x="308" y="38"/>
                    </a:lnTo>
                    <a:lnTo>
                      <a:pt x="304" y="40"/>
                    </a:lnTo>
                    <a:lnTo>
                      <a:pt x="300" y="42"/>
                    </a:lnTo>
                    <a:lnTo>
                      <a:pt x="294" y="42"/>
                    </a:lnTo>
                    <a:lnTo>
                      <a:pt x="290" y="46"/>
                    </a:lnTo>
                    <a:lnTo>
                      <a:pt x="288" y="46"/>
                    </a:lnTo>
                    <a:lnTo>
                      <a:pt x="288" y="50"/>
                    </a:lnTo>
                    <a:lnTo>
                      <a:pt x="288" y="52"/>
                    </a:lnTo>
                    <a:close/>
                    <a:moveTo>
                      <a:pt x="324" y="48"/>
                    </a:moveTo>
                    <a:lnTo>
                      <a:pt x="322" y="48"/>
                    </a:lnTo>
                    <a:lnTo>
                      <a:pt x="322" y="50"/>
                    </a:lnTo>
                    <a:lnTo>
                      <a:pt x="324" y="52"/>
                    </a:lnTo>
                    <a:lnTo>
                      <a:pt x="326" y="52"/>
                    </a:lnTo>
                    <a:lnTo>
                      <a:pt x="328" y="52"/>
                    </a:lnTo>
                    <a:lnTo>
                      <a:pt x="332" y="54"/>
                    </a:lnTo>
                    <a:lnTo>
                      <a:pt x="332" y="50"/>
                    </a:lnTo>
                    <a:lnTo>
                      <a:pt x="334" y="50"/>
                    </a:lnTo>
                    <a:lnTo>
                      <a:pt x="336" y="50"/>
                    </a:lnTo>
                    <a:lnTo>
                      <a:pt x="338" y="50"/>
                    </a:lnTo>
                    <a:lnTo>
                      <a:pt x="338" y="48"/>
                    </a:lnTo>
                    <a:lnTo>
                      <a:pt x="336" y="48"/>
                    </a:lnTo>
                    <a:lnTo>
                      <a:pt x="334" y="48"/>
                    </a:lnTo>
                    <a:lnTo>
                      <a:pt x="332" y="48"/>
                    </a:lnTo>
                    <a:lnTo>
                      <a:pt x="332" y="46"/>
                    </a:lnTo>
                    <a:lnTo>
                      <a:pt x="328" y="44"/>
                    </a:lnTo>
                    <a:lnTo>
                      <a:pt x="324" y="48"/>
                    </a:lnTo>
                    <a:close/>
                    <a:moveTo>
                      <a:pt x="264" y="50"/>
                    </a:moveTo>
                    <a:lnTo>
                      <a:pt x="264" y="50"/>
                    </a:lnTo>
                    <a:lnTo>
                      <a:pt x="264" y="48"/>
                    </a:lnTo>
                    <a:lnTo>
                      <a:pt x="262" y="48"/>
                    </a:lnTo>
                    <a:lnTo>
                      <a:pt x="262" y="46"/>
                    </a:lnTo>
                    <a:lnTo>
                      <a:pt x="260" y="48"/>
                    </a:lnTo>
                    <a:lnTo>
                      <a:pt x="260" y="50"/>
                    </a:lnTo>
                    <a:lnTo>
                      <a:pt x="260" y="52"/>
                    </a:lnTo>
                    <a:lnTo>
                      <a:pt x="262" y="52"/>
                    </a:lnTo>
                    <a:lnTo>
                      <a:pt x="262" y="54"/>
                    </a:lnTo>
                    <a:lnTo>
                      <a:pt x="264" y="54"/>
                    </a:lnTo>
                    <a:lnTo>
                      <a:pt x="264" y="52"/>
                    </a:lnTo>
                    <a:lnTo>
                      <a:pt x="266" y="52"/>
                    </a:lnTo>
                    <a:lnTo>
                      <a:pt x="264" y="50"/>
                    </a:lnTo>
                    <a:close/>
                    <a:moveTo>
                      <a:pt x="254" y="32"/>
                    </a:moveTo>
                    <a:lnTo>
                      <a:pt x="254" y="32"/>
                    </a:lnTo>
                    <a:lnTo>
                      <a:pt x="256" y="36"/>
                    </a:lnTo>
                    <a:lnTo>
                      <a:pt x="256" y="38"/>
                    </a:lnTo>
                    <a:lnTo>
                      <a:pt x="260" y="38"/>
                    </a:lnTo>
                    <a:lnTo>
                      <a:pt x="262" y="38"/>
                    </a:lnTo>
                    <a:lnTo>
                      <a:pt x="262" y="36"/>
                    </a:lnTo>
                    <a:lnTo>
                      <a:pt x="260" y="36"/>
                    </a:lnTo>
                    <a:lnTo>
                      <a:pt x="258" y="34"/>
                    </a:lnTo>
                    <a:lnTo>
                      <a:pt x="260" y="34"/>
                    </a:lnTo>
                    <a:lnTo>
                      <a:pt x="256" y="32"/>
                    </a:lnTo>
                    <a:lnTo>
                      <a:pt x="256" y="30"/>
                    </a:lnTo>
                    <a:lnTo>
                      <a:pt x="254" y="28"/>
                    </a:lnTo>
                    <a:lnTo>
                      <a:pt x="254" y="30"/>
                    </a:lnTo>
                    <a:lnTo>
                      <a:pt x="254" y="32"/>
                    </a:lnTo>
                    <a:close/>
                    <a:moveTo>
                      <a:pt x="272" y="54"/>
                    </a:moveTo>
                    <a:lnTo>
                      <a:pt x="274" y="56"/>
                    </a:lnTo>
                    <a:lnTo>
                      <a:pt x="268" y="50"/>
                    </a:lnTo>
                    <a:lnTo>
                      <a:pt x="268" y="52"/>
                    </a:lnTo>
                    <a:lnTo>
                      <a:pt x="268" y="54"/>
                    </a:lnTo>
                    <a:lnTo>
                      <a:pt x="272" y="54"/>
                    </a:lnTo>
                    <a:close/>
                    <a:moveTo>
                      <a:pt x="284" y="38"/>
                    </a:moveTo>
                    <a:lnTo>
                      <a:pt x="284" y="38"/>
                    </a:lnTo>
                    <a:lnTo>
                      <a:pt x="284" y="36"/>
                    </a:lnTo>
                    <a:lnTo>
                      <a:pt x="280" y="36"/>
                    </a:lnTo>
                    <a:lnTo>
                      <a:pt x="280" y="38"/>
                    </a:lnTo>
                    <a:lnTo>
                      <a:pt x="282" y="38"/>
                    </a:lnTo>
                    <a:lnTo>
                      <a:pt x="284" y="38"/>
                    </a:lnTo>
                    <a:close/>
                    <a:moveTo>
                      <a:pt x="260" y="30"/>
                    </a:moveTo>
                    <a:lnTo>
                      <a:pt x="258" y="30"/>
                    </a:lnTo>
                    <a:lnTo>
                      <a:pt x="258" y="32"/>
                    </a:lnTo>
                    <a:lnTo>
                      <a:pt x="260" y="32"/>
                    </a:lnTo>
                    <a:lnTo>
                      <a:pt x="260" y="30"/>
                    </a:lnTo>
                    <a:close/>
                    <a:moveTo>
                      <a:pt x="254" y="32"/>
                    </a:moveTo>
                    <a:lnTo>
                      <a:pt x="254" y="32"/>
                    </a:lnTo>
                    <a:lnTo>
                      <a:pt x="252" y="32"/>
                    </a:lnTo>
                    <a:lnTo>
                      <a:pt x="254" y="32"/>
                    </a:lnTo>
                    <a:close/>
                    <a:moveTo>
                      <a:pt x="298" y="32"/>
                    </a:moveTo>
                    <a:lnTo>
                      <a:pt x="300" y="32"/>
                    </a:lnTo>
                    <a:lnTo>
                      <a:pt x="296" y="32"/>
                    </a:lnTo>
                    <a:lnTo>
                      <a:pt x="298" y="32"/>
                    </a:lnTo>
                    <a:close/>
                    <a:moveTo>
                      <a:pt x="104" y="178"/>
                    </a:moveTo>
                    <a:lnTo>
                      <a:pt x="104" y="178"/>
                    </a:lnTo>
                    <a:close/>
                    <a:moveTo>
                      <a:pt x="200" y="96"/>
                    </a:moveTo>
                    <a:lnTo>
                      <a:pt x="202" y="92"/>
                    </a:lnTo>
                    <a:lnTo>
                      <a:pt x="202" y="90"/>
                    </a:lnTo>
                    <a:lnTo>
                      <a:pt x="206" y="88"/>
                    </a:lnTo>
                    <a:lnTo>
                      <a:pt x="204" y="94"/>
                    </a:lnTo>
                    <a:lnTo>
                      <a:pt x="210" y="94"/>
                    </a:lnTo>
                    <a:lnTo>
                      <a:pt x="214" y="98"/>
                    </a:lnTo>
                    <a:lnTo>
                      <a:pt x="214" y="94"/>
                    </a:lnTo>
                    <a:lnTo>
                      <a:pt x="216" y="94"/>
                    </a:lnTo>
                    <a:lnTo>
                      <a:pt x="214" y="92"/>
                    </a:lnTo>
                    <a:lnTo>
                      <a:pt x="210" y="92"/>
                    </a:lnTo>
                    <a:lnTo>
                      <a:pt x="212" y="90"/>
                    </a:lnTo>
                    <a:lnTo>
                      <a:pt x="210" y="88"/>
                    </a:lnTo>
                    <a:lnTo>
                      <a:pt x="206" y="88"/>
                    </a:lnTo>
                    <a:lnTo>
                      <a:pt x="210" y="86"/>
                    </a:lnTo>
                    <a:lnTo>
                      <a:pt x="208" y="82"/>
                    </a:lnTo>
                    <a:lnTo>
                      <a:pt x="204" y="82"/>
                    </a:lnTo>
                    <a:lnTo>
                      <a:pt x="204" y="80"/>
                    </a:lnTo>
                    <a:lnTo>
                      <a:pt x="198" y="80"/>
                    </a:lnTo>
                    <a:lnTo>
                      <a:pt x="196" y="78"/>
                    </a:lnTo>
                    <a:lnTo>
                      <a:pt x="196" y="80"/>
                    </a:lnTo>
                    <a:lnTo>
                      <a:pt x="194" y="80"/>
                    </a:lnTo>
                    <a:lnTo>
                      <a:pt x="192" y="80"/>
                    </a:lnTo>
                    <a:lnTo>
                      <a:pt x="188" y="80"/>
                    </a:lnTo>
                    <a:lnTo>
                      <a:pt x="188" y="76"/>
                    </a:lnTo>
                    <a:lnTo>
                      <a:pt x="184" y="76"/>
                    </a:lnTo>
                    <a:lnTo>
                      <a:pt x="182" y="76"/>
                    </a:lnTo>
                    <a:lnTo>
                      <a:pt x="182" y="74"/>
                    </a:lnTo>
                    <a:lnTo>
                      <a:pt x="184" y="72"/>
                    </a:lnTo>
                    <a:lnTo>
                      <a:pt x="186" y="72"/>
                    </a:lnTo>
                    <a:lnTo>
                      <a:pt x="188" y="70"/>
                    </a:lnTo>
                    <a:lnTo>
                      <a:pt x="186" y="68"/>
                    </a:lnTo>
                    <a:lnTo>
                      <a:pt x="184" y="68"/>
                    </a:lnTo>
                    <a:lnTo>
                      <a:pt x="182" y="68"/>
                    </a:lnTo>
                    <a:lnTo>
                      <a:pt x="180" y="68"/>
                    </a:lnTo>
                    <a:lnTo>
                      <a:pt x="180" y="66"/>
                    </a:lnTo>
                    <a:lnTo>
                      <a:pt x="178" y="64"/>
                    </a:lnTo>
                    <a:lnTo>
                      <a:pt x="180" y="64"/>
                    </a:lnTo>
                    <a:lnTo>
                      <a:pt x="180" y="62"/>
                    </a:lnTo>
                    <a:lnTo>
                      <a:pt x="176" y="62"/>
                    </a:lnTo>
                    <a:lnTo>
                      <a:pt x="180" y="58"/>
                    </a:lnTo>
                    <a:lnTo>
                      <a:pt x="180" y="56"/>
                    </a:lnTo>
                    <a:lnTo>
                      <a:pt x="178" y="56"/>
                    </a:lnTo>
                    <a:lnTo>
                      <a:pt x="178" y="52"/>
                    </a:lnTo>
                    <a:lnTo>
                      <a:pt x="180" y="52"/>
                    </a:lnTo>
                    <a:lnTo>
                      <a:pt x="176" y="50"/>
                    </a:lnTo>
                    <a:lnTo>
                      <a:pt x="176" y="54"/>
                    </a:lnTo>
                    <a:lnTo>
                      <a:pt x="176" y="56"/>
                    </a:lnTo>
                    <a:lnTo>
                      <a:pt x="174" y="60"/>
                    </a:lnTo>
                    <a:lnTo>
                      <a:pt x="172" y="60"/>
                    </a:lnTo>
                    <a:lnTo>
                      <a:pt x="170" y="60"/>
                    </a:lnTo>
                    <a:lnTo>
                      <a:pt x="168" y="60"/>
                    </a:lnTo>
                    <a:lnTo>
                      <a:pt x="170" y="58"/>
                    </a:lnTo>
                    <a:lnTo>
                      <a:pt x="168" y="56"/>
                    </a:lnTo>
                    <a:lnTo>
                      <a:pt x="164" y="56"/>
                    </a:lnTo>
                    <a:lnTo>
                      <a:pt x="166" y="54"/>
                    </a:lnTo>
                    <a:lnTo>
                      <a:pt x="170" y="50"/>
                    </a:lnTo>
                    <a:lnTo>
                      <a:pt x="170" y="48"/>
                    </a:lnTo>
                    <a:lnTo>
                      <a:pt x="174" y="48"/>
                    </a:lnTo>
                    <a:lnTo>
                      <a:pt x="168" y="48"/>
                    </a:lnTo>
                    <a:lnTo>
                      <a:pt x="170" y="46"/>
                    </a:lnTo>
                    <a:lnTo>
                      <a:pt x="170" y="44"/>
                    </a:lnTo>
                    <a:lnTo>
                      <a:pt x="172" y="40"/>
                    </a:lnTo>
                    <a:lnTo>
                      <a:pt x="170" y="40"/>
                    </a:lnTo>
                    <a:lnTo>
                      <a:pt x="168" y="40"/>
                    </a:lnTo>
                    <a:lnTo>
                      <a:pt x="166" y="40"/>
                    </a:lnTo>
                    <a:lnTo>
                      <a:pt x="166" y="38"/>
                    </a:lnTo>
                    <a:lnTo>
                      <a:pt x="168" y="38"/>
                    </a:lnTo>
                    <a:lnTo>
                      <a:pt x="170" y="38"/>
                    </a:lnTo>
                    <a:lnTo>
                      <a:pt x="172" y="38"/>
                    </a:lnTo>
                    <a:lnTo>
                      <a:pt x="174" y="38"/>
                    </a:lnTo>
                    <a:lnTo>
                      <a:pt x="178" y="40"/>
                    </a:lnTo>
                    <a:lnTo>
                      <a:pt x="180" y="42"/>
                    </a:lnTo>
                    <a:lnTo>
                      <a:pt x="180" y="38"/>
                    </a:lnTo>
                    <a:lnTo>
                      <a:pt x="182" y="36"/>
                    </a:lnTo>
                    <a:lnTo>
                      <a:pt x="186" y="36"/>
                    </a:lnTo>
                    <a:lnTo>
                      <a:pt x="188" y="34"/>
                    </a:lnTo>
                    <a:lnTo>
                      <a:pt x="190" y="32"/>
                    </a:lnTo>
                    <a:lnTo>
                      <a:pt x="194" y="34"/>
                    </a:lnTo>
                    <a:lnTo>
                      <a:pt x="194" y="32"/>
                    </a:lnTo>
                    <a:lnTo>
                      <a:pt x="196" y="32"/>
                    </a:lnTo>
                    <a:lnTo>
                      <a:pt x="198" y="32"/>
                    </a:lnTo>
                    <a:lnTo>
                      <a:pt x="200" y="30"/>
                    </a:lnTo>
                    <a:lnTo>
                      <a:pt x="202" y="30"/>
                    </a:lnTo>
                    <a:lnTo>
                      <a:pt x="200" y="26"/>
                    </a:lnTo>
                    <a:lnTo>
                      <a:pt x="198" y="28"/>
                    </a:lnTo>
                    <a:lnTo>
                      <a:pt x="192" y="30"/>
                    </a:lnTo>
                    <a:lnTo>
                      <a:pt x="192" y="32"/>
                    </a:lnTo>
                    <a:lnTo>
                      <a:pt x="188" y="32"/>
                    </a:lnTo>
                    <a:lnTo>
                      <a:pt x="186" y="32"/>
                    </a:lnTo>
                    <a:lnTo>
                      <a:pt x="184" y="32"/>
                    </a:lnTo>
                    <a:lnTo>
                      <a:pt x="182" y="32"/>
                    </a:lnTo>
                    <a:lnTo>
                      <a:pt x="182" y="30"/>
                    </a:lnTo>
                    <a:lnTo>
                      <a:pt x="182" y="28"/>
                    </a:lnTo>
                    <a:lnTo>
                      <a:pt x="180" y="26"/>
                    </a:lnTo>
                    <a:lnTo>
                      <a:pt x="178" y="26"/>
                    </a:lnTo>
                    <a:lnTo>
                      <a:pt x="174" y="26"/>
                    </a:lnTo>
                    <a:lnTo>
                      <a:pt x="170" y="24"/>
                    </a:lnTo>
                    <a:lnTo>
                      <a:pt x="168" y="26"/>
                    </a:lnTo>
                    <a:lnTo>
                      <a:pt x="166" y="28"/>
                    </a:lnTo>
                    <a:lnTo>
                      <a:pt x="164" y="30"/>
                    </a:lnTo>
                    <a:lnTo>
                      <a:pt x="162" y="28"/>
                    </a:lnTo>
                    <a:lnTo>
                      <a:pt x="162" y="26"/>
                    </a:lnTo>
                    <a:lnTo>
                      <a:pt x="160" y="24"/>
                    </a:lnTo>
                    <a:lnTo>
                      <a:pt x="162" y="22"/>
                    </a:lnTo>
                    <a:lnTo>
                      <a:pt x="164" y="20"/>
                    </a:lnTo>
                    <a:lnTo>
                      <a:pt x="166" y="18"/>
                    </a:lnTo>
                    <a:lnTo>
                      <a:pt x="168" y="18"/>
                    </a:lnTo>
                    <a:lnTo>
                      <a:pt x="168" y="20"/>
                    </a:lnTo>
                    <a:lnTo>
                      <a:pt x="170" y="22"/>
                    </a:lnTo>
                    <a:lnTo>
                      <a:pt x="172" y="24"/>
                    </a:lnTo>
                    <a:lnTo>
                      <a:pt x="172" y="20"/>
                    </a:lnTo>
                    <a:lnTo>
                      <a:pt x="174" y="22"/>
                    </a:lnTo>
                    <a:lnTo>
                      <a:pt x="172" y="18"/>
                    </a:lnTo>
                    <a:lnTo>
                      <a:pt x="174" y="18"/>
                    </a:lnTo>
                    <a:lnTo>
                      <a:pt x="178" y="18"/>
                    </a:lnTo>
                    <a:lnTo>
                      <a:pt x="178" y="16"/>
                    </a:lnTo>
                    <a:lnTo>
                      <a:pt x="180" y="16"/>
                    </a:lnTo>
                    <a:lnTo>
                      <a:pt x="184" y="18"/>
                    </a:lnTo>
                    <a:lnTo>
                      <a:pt x="184" y="16"/>
                    </a:lnTo>
                    <a:lnTo>
                      <a:pt x="184" y="14"/>
                    </a:lnTo>
                    <a:lnTo>
                      <a:pt x="188" y="12"/>
                    </a:lnTo>
                    <a:lnTo>
                      <a:pt x="190" y="14"/>
                    </a:lnTo>
                    <a:lnTo>
                      <a:pt x="192" y="14"/>
                    </a:lnTo>
                    <a:lnTo>
                      <a:pt x="196" y="14"/>
                    </a:lnTo>
                    <a:lnTo>
                      <a:pt x="194" y="18"/>
                    </a:lnTo>
                    <a:lnTo>
                      <a:pt x="196" y="20"/>
                    </a:lnTo>
                    <a:lnTo>
                      <a:pt x="198" y="22"/>
                    </a:lnTo>
                    <a:lnTo>
                      <a:pt x="200" y="22"/>
                    </a:lnTo>
                    <a:lnTo>
                      <a:pt x="198" y="18"/>
                    </a:lnTo>
                    <a:lnTo>
                      <a:pt x="200" y="16"/>
                    </a:lnTo>
                    <a:lnTo>
                      <a:pt x="202" y="14"/>
                    </a:lnTo>
                    <a:lnTo>
                      <a:pt x="200" y="14"/>
                    </a:lnTo>
                    <a:lnTo>
                      <a:pt x="202" y="12"/>
                    </a:lnTo>
                    <a:lnTo>
                      <a:pt x="200" y="12"/>
                    </a:lnTo>
                    <a:lnTo>
                      <a:pt x="198" y="10"/>
                    </a:lnTo>
                    <a:lnTo>
                      <a:pt x="200" y="8"/>
                    </a:lnTo>
                    <a:lnTo>
                      <a:pt x="202" y="6"/>
                    </a:lnTo>
                    <a:lnTo>
                      <a:pt x="206" y="8"/>
                    </a:lnTo>
                    <a:lnTo>
                      <a:pt x="208" y="8"/>
                    </a:lnTo>
                    <a:lnTo>
                      <a:pt x="210" y="6"/>
                    </a:lnTo>
                    <a:lnTo>
                      <a:pt x="212" y="8"/>
                    </a:lnTo>
                    <a:lnTo>
                      <a:pt x="216" y="8"/>
                    </a:lnTo>
                    <a:lnTo>
                      <a:pt x="218" y="6"/>
                    </a:lnTo>
                    <a:lnTo>
                      <a:pt x="220" y="8"/>
                    </a:lnTo>
                    <a:lnTo>
                      <a:pt x="224" y="8"/>
                    </a:lnTo>
                    <a:lnTo>
                      <a:pt x="226" y="6"/>
                    </a:lnTo>
                    <a:lnTo>
                      <a:pt x="230" y="8"/>
                    </a:lnTo>
                    <a:lnTo>
                      <a:pt x="228" y="4"/>
                    </a:lnTo>
                    <a:lnTo>
                      <a:pt x="230" y="6"/>
                    </a:lnTo>
                    <a:lnTo>
                      <a:pt x="234" y="4"/>
                    </a:lnTo>
                    <a:lnTo>
                      <a:pt x="234" y="2"/>
                    </a:lnTo>
                    <a:lnTo>
                      <a:pt x="236" y="2"/>
                    </a:lnTo>
                    <a:lnTo>
                      <a:pt x="222" y="0"/>
                    </a:lnTo>
                    <a:lnTo>
                      <a:pt x="200" y="2"/>
                    </a:lnTo>
                    <a:lnTo>
                      <a:pt x="180" y="6"/>
                    </a:lnTo>
                    <a:lnTo>
                      <a:pt x="158" y="10"/>
                    </a:lnTo>
                    <a:lnTo>
                      <a:pt x="138" y="18"/>
                    </a:lnTo>
                    <a:lnTo>
                      <a:pt x="120" y="26"/>
                    </a:lnTo>
                    <a:lnTo>
                      <a:pt x="102" y="36"/>
                    </a:lnTo>
                    <a:lnTo>
                      <a:pt x="86" y="48"/>
                    </a:lnTo>
                    <a:lnTo>
                      <a:pt x="70" y="62"/>
                    </a:lnTo>
                    <a:lnTo>
                      <a:pt x="72" y="62"/>
                    </a:lnTo>
                    <a:lnTo>
                      <a:pt x="70" y="68"/>
                    </a:lnTo>
                    <a:lnTo>
                      <a:pt x="68" y="66"/>
                    </a:lnTo>
                    <a:lnTo>
                      <a:pt x="68" y="68"/>
                    </a:lnTo>
                    <a:lnTo>
                      <a:pt x="66" y="68"/>
                    </a:lnTo>
                    <a:lnTo>
                      <a:pt x="64" y="70"/>
                    </a:lnTo>
                    <a:lnTo>
                      <a:pt x="60" y="74"/>
                    </a:lnTo>
                    <a:lnTo>
                      <a:pt x="56" y="78"/>
                    </a:lnTo>
                    <a:lnTo>
                      <a:pt x="56" y="76"/>
                    </a:lnTo>
                    <a:lnTo>
                      <a:pt x="44" y="90"/>
                    </a:lnTo>
                    <a:lnTo>
                      <a:pt x="34" y="106"/>
                    </a:lnTo>
                    <a:lnTo>
                      <a:pt x="24" y="122"/>
                    </a:lnTo>
                    <a:lnTo>
                      <a:pt x="18" y="138"/>
                    </a:lnTo>
                    <a:lnTo>
                      <a:pt x="10" y="156"/>
                    </a:lnTo>
                    <a:lnTo>
                      <a:pt x="6" y="174"/>
                    </a:lnTo>
                    <a:lnTo>
                      <a:pt x="2" y="192"/>
                    </a:lnTo>
                    <a:lnTo>
                      <a:pt x="0" y="212"/>
                    </a:lnTo>
                    <a:lnTo>
                      <a:pt x="2" y="210"/>
                    </a:lnTo>
                    <a:lnTo>
                      <a:pt x="4" y="206"/>
                    </a:lnTo>
                    <a:lnTo>
                      <a:pt x="2" y="200"/>
                    </a:lnTo>
                    <a:lnTo>
                      <a:pt x="4" y="198"/>
                    </a:lnTo>
                    <a:lnTo>
                      <a:pt x="6" y="200"/>
                    </a:lnTo>
                    <a:lnTo>
                      <a:pt x="6" y="198"/>
                    </a:lnTo>
                    <a:lnTo>
                      <a:pt x="6" y="196"/>
                    </a:lnTo>
                    <a:lnTo>
                      <a:pt x="6" y="194"/>
                    </a:lnTo>
                    <a:lnTo>
                      <a:pt x="4" y="188"/>
                    </a:lnTo>
                    <a:lnTo>
                      <a:pt x="4" y="186"/>
                    </a:lnTo>
                    <a:lnTo>
                      <a:pt x="6" y="184"/>
                    </a:lnTo>
                    <a:lnTo>
                      <a:pt x="6" y="186"/>
                    </a:lnTo>
                    <a:lnTo>
                      <a:pt x="12" y="186"/>
                    </a:lnTo>
                    <a:lnTo>
                      <a:pt x="14" y="182"/>
                    </a:lnTo>
                    <a:lnTo>
                      <a:pt x="14" y="180"/>
                    </a:lnTo>
                    <a:lnTo>
                      <a:pt x="12" y="178"/>
                    </a:lnTo>
                    <a:lnTo>
                      <a:pt x="16" y="176"/>
                    </a:lnTo>
                    <a:lnTo>
                      <a:pt x="14" y="178"/>
                    </a:lnTo>
                    <a:lnTo>
                      <a:pt x="16" y="180"/>
                    </a:lnTo>
                    <a:lnTo>
                      <a:pt x="18" y="178"/>
                    </a:lnTo>
                    <a:lnTo>
                      <a:pt x="20" y="176"/>
                    </a:lnTo>
                    <a:lnTo>
                      <a:pt x="22" y="174"/>
                    </a:lnTo>
                    <a:lnTo>
                      <a:pt x="22" y="168"/>
                    </a:lnTo>
                    <a:lnTo>
                      <a:pt x="24" y="168"/>
                    </a:lnTo>
                    <a:lnTo>
                      <a:pt x="22" y="170"/>
                    </a:lnTo>
                    <a:lnTo>
                      <a:pt x="22" y="172"/>
                    </a:lnTo>
                    <a:lnTo>
                      <a:pt x="22" y="174"/>
                    </a:lnTo>
                    <a:lnTo>
                      <a:pt x="22" y="178"/>
                    </a:lnTo>
                    <a:lnTo>
                      <a:pt x="20" y="182"/>
                    </a:lnTo>
                    <a:lnTo>
                      <a:pt x="22" y="184"/>
                    </a:lnTo>
                    <a:lnTo>
                      <a:pt x="20" y="184"/>
                    </a:lnTo>
                    <a:lnTo>
                      <a:pt x="22" y="188"/>
                    </a:lnTo>
                    <a:lnTo>
                      <a:pt x="20" y="194"/>
                    </a:lnTo>
                    <a:lnTo>
                      <a:pt x="18" y="200"/>
                    </a:lnTo>
                    <a:lnTo>
                      <a:pt x="18" y="202"/>
                    </a:lnTo>
                    <a:lnTo>
                      <a:pt x="18" y="204"/>
                    </a:lnTo>
                    <a:lnTo>
                      <a:pt x="18" y="206"/>
                    </a:lnTo>
                    <a:lnTo>
                      <a:pt x="16" y="208"/>
                    </a:lnTo>
                    <a:lnTo>
                      <a:pt x="14" y="210"/>
                    </a:lnTo>
                    <a:lnTo>
                      <a:pt x="12" y="212"/>
                    </a:lnTo>
                    <a:lnTo>
                      <a:pt x="12" y="214"/>
                    </a:lnTo>
                    <a:lnTo>
                      <a:pt x="10" y="216"/>
                    </a:lnTo>
                    <a:lnTo>
                      <a:pt x="12" y="216"/>
                    </a:lnTo>
                    <a:lnTo>
                      <a:pt x="12" y="218"/>
                    </a:lnTo>
                    <a:lnTo>
                      <a:pt x="12" y="222"/>
                    </a:lnTo>
                    <a:lnTo>
                      <a:pt x="10" y="224"/>
                    </a:lnTo>
                    <a:lnTo>
                      <a:pt x="8" y="226"/>
                    </a:lnTo>
                    <a:lnTo>
                      <a:pt x="10" y="230"/>
                    </a:lnTo>
                    <a:lnTo>
                      <a:pt x="10" y="234"/>
                    </a:lnTo>
                    <a:lnTo>
                      <a:pt x="8" y="240"/>
                    </a:lnTo>
                    <a:lnTo>
                      <a:pt x="12" y="248"/>
                    </a:lnTo>
                    <a:lnTo>
                      <a:pt x="10" y="252"/>
                    </a:lnTo>
                    <a:lnTo>
                      <a:pt x="10" y="260"/>
                    </a:lnTo>
                    <a:lnTo>
                      <a:pt x="12" y="264"/>
                    </a:lnTo>
                    <a:lnTo>
                      <a:pt x="14" y="270"/>
                    </a:lnTo>
                    <a:lnTo>
                      <a:pt x="14" y="278"/>
                    </a:lnTo>
                    <a:lnTo>
                      <a:pt x="16" y="282"/>
                    </a:lnTo>
                    <a:lnTo>
                      <a:pt x="18" y="282"/>
                    </a:lnTo>
                    <a:lnTo>
                      <a:pt x="16" y="286"/>
                    </a:lnTo>
                    <a:lnTo>
                      <a:pt x="20" y="288"/>
                    </a:lnTo>
                    <a:lnTo>
                      <a:pt x="18" y="292"/>
                    </a:lnTo>
                    <a:lnTo>
                      <a:pt x="22" y="294"/>
                    </a:lnTo>
                    <a:lnTo>
                      <a:pt x="22" y="298"/>
                    </a:lnTo>
                    <a:lnTo>
                      <a:pt x="24" y="302"/>
                    </a:lnTo>
                    <a:lnTo>
                      <a:pt x="26" y="306"/>
                    </a:lnTo>
                    <a:lnTo>
                      <a:pt x="26" y="308"/>
                    </a:lnTo>
                    <a:lnTo>
                      <a:pt x="26" y="310"/>
                    </a:lnTo>
                    <a:lnTo>
                      <a:pt x="28" y="312"/>
                    </a:lnTo>
                    <a:lnTo>
                      <a:pt x="30" y="316"/>
                    </a:lnTo>
                    <a:lnTo>
                      <a:pt x="34" y="318"/>
                    </a:lnTo>
                    <a:lnTo>
                      <a:pt x="34" y="320"/>
                    </a:lnTo>
                    <a:lnTo>
                      <a:pt x="38" y="322"/>
                    </a:lnTo>
                    <a:lnTo>
                      <a:pt x="40" y="326"/>
                    </a:lnTo>
                    <a:lnTo>
                      <a:pt x="42" y="326"/>
                    </a:lnTo>
                    <a:lnTo>
                      <a:pt x="44" y="330"/>
                    </a:lnTo>
                    <a:lnTo>
                      <a:pt x="46" y="330"/>
                    </a:lnTo>
                    <a:lnTo>
                      <a:pt x="48" y="332"/>
                    </a:lnTo>
                    <a:lnTo>
                      <a:pt x="50" y="334"/>
                    </a:lnTo>
                    <a:lnTo>
                      <a:pt x="54" y="336"/>
                    </a:lnTo>
                    <a:lnTo>
                      <a:pt x="56" y="340"/>
                    </a:lnTo>
                    <a:lnTo>
                      <a:pt x="60" y="340"/>
                    </a:lnTo>
                    <a:lnTo>
                      <a:pt x="62" y="344"/>
                    </a:lnTo>
                    <a:lnTo>
                      <a:pt x="62" y="346"/>
                    </a:lnTo>
                    <a:lnTo>
                      <a:pt x="64" y="346"/>
                    </a:lnTo>
                    <a:lnTo>
                      <a:pt x="64" y="344"/>
                    </a:lnTo>
                    <a:lnTo>
                      <a:pt x="66" y="344"/>
                    </a:lnTo>
                    <a:lnTo>
                      <a:pt x="68" y="344"/>
                    </a:lnTo>
                    <a:lnTo>
                      <a:pt x="70" y="344"/>
                    </a:lnTo>
                    <a:lnTo>
                      <a:pt x="72" y="344"/>
                    </a:lnTo>
                    <a:lnTo>
                      <a:pt x="68" y="342"/>
                    </a:lnTo>
                    <a:lnTo>
                      <a:pt x="66" y="342"/>
                    </a:lnTo>
                    <a:lnTo>
                      <a:pt x="62" y="340"/>
                    </a:lnTo>
                    <a:lnTo>
                      <a:pt x="60" y="338"/>
                    </a:lnTo>
                    <a:lnTo>
                      <a:pt x="56" y="338"/>
                    </a:lnTo>
                    <a:lnTo>
                      <a:pt x="54" y="334"/>
                    </a:lnTo>
                    <a:lnTo>
                      <a:pt x="48" y="330"/>
                    </a:lnTo>
                    <a:lnTo>
                      <a:pt x="46" y="330"/>
                    </a:lnTo>
                    <a:lnTo>
                      <a:pt x="46" y="326"/>
                    </a:lnTo>
                    <a:lnTo>
                      <a:pt x="44" y="326"/>
                    </a:lnTo>
                    <a:lnTo>
                      <a:pt x="42" y="326"/>
                    </a:lnTo>
                    <a:lnTo>
                      <a:pt x="40" y="324"/>
                    </a:lnTo>
                    <a:lnTo>
                      <a:pt x="40" y="322"/>
                    </a:lnTo>
                    <a:lnTo>
                      <a:pt x="40" y="320"/>
                    </a:lnTo>
                    <a:lnTo>
                      <a:pt x="38" y="320"/>
                    </a:lnTo>
                    <a:lnTo>
                      <a:pt x="36" y="320"/>
                    </a:lnTo>
                    <a:lnTo>
                      <a:pt x="36" y="318"/>
                    </a:lnTo>
                    <a:lnTo>
                      <a:pt x="34" y="318"/>
                    </a:lnTo>
                    <a:lnTo>
                      <a:pt x="34" y="316"/>
                    </a:lnTo>
                    <a:lnTo>
                      <a:pt x="34" y="314"/>
                    </a:lnTo>
                    <a:lnTo>
                      <a:pt x="32" y="312"/>
                    </a:lnTo>
                    <a:lnTo>
                      <a:pt x="30" y="310"/>
                    </a:lnTo>
                    <a:lnTo>
                      <a:pt x="28" y="306"/>
                    </a:lnTo>
                    <a:lnTo>
                      <a:pt x="28" y="304"/>
                    </a:lnTo>
                    <a:lnTo>
                      <a:pt x="30" y="302"/>
                    </a:lnTo>
                    <a:lnTo>
                      <a:pt x="30" y="300"/>
                    </a:lnTo>
                    <a:lnTo>
                      <a:pt x="30" y="298"/>
                    </a:lnTo>
                    <a:lnTo>
                      <a:pt x="28" y="298"/>
                    </a:lnTo>
                    <a:lnTo>
                      <a:pt x="26" y="294"/>
                    </a:lnTo>
                    <a:lnTo>
                      <a:pt x="24" y="292"/>
                    </a:lnTo>
                    <a:lnTo>
                      <a:pt x="24" y="288"/>
                    </a:lnTo>
                    <a:lnTo>
                      <a:pt x="24" y="286"/>
                    </a:lnTo>
                    <a:lnTo>
                      <a:pt x="22" y="280"/>
                    </a:lnTo>
                    <a:lnTo>
                      <a:pt x="24" y="276"/>
                    </a:lnTo>
                    <a:lnTo>
                      <a:pt x="22" y="274"/>
                    </a:lnTo>
                    <a:lnTo>
                      <a:pt x="22" y="270"/>
                    </a:lnTo>
                    <a:lnTo>
                      <a:pt x="22" y="264"/>
                    </a:lnTo>
                    <a:lnTo>
                      <a:pt x="20" y="260"/>
                    </a:lnTo>
                    <a:lnTo>
                      <a:pt x="22" y="256"/>
                    </a:lnTo>
                    <a:lnTo>
                      <a:pt x="20" y="252"/>
                    </a:lnTo>
                    <a:lnTo>
                      <a:pt x="20" y="248"/>
                    </a:lnTo>
                    <a:lnTo>
                      <a:pt x="18" y="244"/>
                    </a:lnTo>
                    <a:lnTo>
                      <a:pt x="18" y="242"/>
                    </a:lnTo>
                    <a:lnTo>
                      <a:pt x="18" y="240"/>
                    </a:lnTo>
                    <a:lnTo>
                      <a:pt x="18" y="238"/>
                    </a:lnTo>
                    <a:lnTo>
                      <a:pt x="18" y="234"/>
                    </a:lnTo>
                    <a:lnTo>
                      <a:pt x="18" y="232"/>
                    </a:lnTo>
                    <a:lnTo>
                      <a:pt x="22" y="232"/>
                    </a:lnTo>
                    <a:lnTo>
                      <a:pt x="24" y="234"/>
                    </a:lnTo>
                    <a:lnTo>
                      <a:pt x="24" y="238"/>
                    </a:lnTo>
                    <a:lnTo>
                      <a:pt x="22" y="240"/>
                    </a:lnTo>
                    <a:lnTo>
                      <a:pt x="24" y="242"/>
                    </a:lnTo>
                    <a:lnTo>
                      <a:pt x="26" y="244"/>
                    </a:lnTo>
                    <a:lnTo>
                      <a:pt x="24" y="246"/>
                    </a:lnTo>
                    <a:lnTo>
                      <a:pt x="24" y="248"/>
                    </a:lnTo>
                    <a:lnTo>
                      <a:pt x="24" y="252"/>
                    </a:lnTo>
                    <a:lnTo>
                      <a:pt x="24" y="254"/>
                    </a:lnTo>
                    <a:lnTo>
                      <a:pt x="26" y="256"/>
                    </a:lnTo>
                    <a:lnTo>
                      <a:pt x="28" y="256"/>
                    </a:lnTo>
                    <a:lnTo>
                      <a:pt x="30" y="252"/>
                    </a:lnTo>
                    <a:lnTo>
                      <a:pt x="36" y="252"/>
                    </a:lnTo>
                    <a:lnTo>
                      <a:pt x="34" y="246"/>
                    </a:lnTo>
                    <a:lnTo>
                      <a:pt x="36" y="246"/>
                    </a:lnTo>
                    <a:lnTo>
                      <a:pt x="38" y="240"/>
                    </a:lnTo>
                    <a:lnTo>
                      <a:pt x="34" y="238"/>
                    </a:lnTo>
                    <a:lnTo>
                      <a:pt x="36" y="232"/>
                    </a:lnTo>
                    <a:lnTo>
                      <a:pt x="34" y="230"/>
                    </a:lnTo>
                    <a:lnTo>
                      <a:pt x="34" y="224"/>
                    </a:lnTo>
                    <a:lnTo>
                      <a:pt x="34" y="218"/>
                    </a:lnTo>
                    <a:lnTo>
                      <a:pt x="36" y="218"/>
                    </a:lnTo>
                    <a:lnTo>
                      <a:pt x="36" y="214"/>
                    </a:lnTo>
                    <a:lnTo>
                      <a:pt x="40" y="212"/>
                    </a:lnTo>
                    <a:lnTo>
                      <a:pt x="42" y="216"/>
                    </a:lnTo>
                    <a:lnTo>
                      <a:pt x="44" y="218"/>
                    </a:lnTo>
                    <a:lnTo>
                      <a:pt x="42" y="224"/>
                    </a:lnTo>
                    <a:lnTo>
                      <a:pt x="40" y="226"/>
                    </a:lnTo>
                    <a:lnTo>
                      <a:pt x="38" y="226"/>
                    </a:lnTo>
                    <a:lnTo>
                      <a:pt x="40" y="226"/>
                    </a:lnTo>
                    <a:lnTo>
                      <a:pt x="40" y="230"/>
                    </a:lnTo>
                    <a:lnTo>
                      <a:pt x="42" y="230"/>
                    </a:lnTo>
                    <a:lnTo>
                      <a:pt x="44" y="226"/>
                    </a:lnTo>
                    <a:lnTo>
                      <a:pt x="46" y="226"/>
                    </a:lnTo>
                    <a:lnTo>
                      <a:pt x="46" y="220"/>
                    </a:lnTo>
                    <a:lnTo>
                      <a:pt x="50" y="220"/>
                    </a:lnTo>
                    <a:lnTo>
                      <a:pt x="52" y="218"/>
                    </a:lnTo>
                    <a:lnTo>
                      <a:pt x="54" y="220"/>
                    </a:lnTo>
                    <a:lnTo>
                      <a:pt x="58" y="222"/>
                    </a:lnTo>
                    <a:lnTo>
                      <a:pt x="64" y="222"/>
                    </a:lnTo>
                    <a:lnTo>
                      <a:pt x="72" y="218"/>
                    </a:lnTo>
                    <a:lnTo>
                      <a:pt x="74" y="216"/>
                    </a:lnTo>
                    <a:lnTo>
                      <a:pt x="76" y="212"/>
                    </a:lnTo>
                    <a:lnTo>
                      <a:pt x="82" y="212"/>
                    </a:lnTo>
                    <a:lnTo>
                      <a:pt x="84" y="206"/>
                    </a:lnTo>
                    <a:lnTo>
                      <a:pt x="84" y="204"/>
                    </a:lnTo>
                    <a:lnTo>
                      <a:pt x="82" y="202"/>
                    </a:lnTo>
                    <a:lnTo>
                      <a:pt x="84" y="202"/>
                    </a:lnTo>
                    <a:lnTo>
                      <a:pt x="84" y="200"/>
                    </a:lnTo>
                    <a:lnTo>
                      <a:pt x="82" y="196"/>
                    </a:lnTo>
                    <a:lnTo>
                      <a:pt x="84" y="196"/>
                    </a:lnTo>
                    <a:lnTo>
                      <a:pt x="86" y="196"/>
                    </a:lnTo>
                    <a:lnTo>
                      <a:pt x="88" y="196"/>
                    </a:lnTo>
                    <a:lnTo>
                      <a:pt x="88" y="194"/>
                    </a:lnTo>
                    <a:lnTo>
                      <a:pt x="86" y="194"/>
                    </a:lnTo>
                    <a:lnTo>
                      <a:pt x="86" y="190"/>
                    </a:lnTo>
                    <a:lnTo>
                      <a:pt x="84" y="190"/>
                    </a:lnTo>
                    <a:lnTo>
                      <a:pt x="86" y="188"/>
                    </a:lnTo>
                    <a:lnTo>
                      <a:pt x="88" y="186"/>
                    </a:lnTo>
                    <a:lnTo>
                      <a:pt x="86" y="186"/>
                    </a:lnTo>
                    <a:lnTo>
                      <a:pt x="86" y="184"/>
                    </a:lnTo>
                    <a:lnTo>
                      <a:pt x="84" y="184"/>
                    </a:lnTo>
                    <a:lnTo>
                      <a:pt x="84" y="182"/>
                    </a:lnTo>
                    <a:lnTo>
                      <a:pt x="88" y="182"/>
                    </a:lnTo>
                    <a:lnTo>
                      <a:pt x="88" y="180"/>
                    </a:lnTo>
                    <a:lnTo>
                      <a:pt x="90" y="178"/>
                    </a:lnTo>
                    <a:lnTo>
                      <a:pt x="92" y="178"/>
                    </a:lnTo>
                    <a:lnTo>
                      <a:pt x="94" y="178"/>
                    </a:lnTo>
                    <a:lnTo>
                      <a:pt x="96" y="178"/>
                    </a:lnTo>
                    <a:lnTo>
                      <a:pt x="96" y="176"/>
                    </a:lnTo>
                    <a:lnTo>
                      <a:pt x="92" y="174"/>
                    </a:lnTo>
                    <a:lnTo>
                      <a:pt x="90" y="174"/>
                    </a:lnTo>
                    <a:lnTo>
                      <a:pt x="88" y="172"/>
                    </a:lnTo>
                    <a:lnTo>
                      <a:pt x="88" y="168"/>
                    </a:lnTo>
                    <a:lnTo>
                      <a:pt x="88" y="166"/>
                    </a:lnTo>
                    <a:lnTo>
                      <a:pt x="88" y="164"/>
                    </a:lnTo>
                    <a:lnTo>
                      <a:pt x="90" y="164"/>
                    </a:lnTo>
                    <a:lnTo>
                      <a:pt x="94" y="166"/>
                    </a:lnTo>
                    <a:lnTo>
                      <a:pt x="96" y="164"/>
                    </a:lnTo>
                    <a:lnTo>
                      <a:pt x="98" y="162"/>
                    </a:lnTo>
                    <a:lnTo>
                      <a:pt x="100" y="160"/>
                    </a:lnTo>
                    <a:lnTo>
                      <a:pt x="102" y="160"/>
                    </a:lnTo>
                    <a:lnTo>
                      <a:pt x="104" y="160"/>
                    </a:lnTo>
                    <a:lnTo>
                      <a:pt x="104" y="162"/>
                    </a:lnTo>
                    <a:lnTo>
                      <a:pt x="102" y="164"/>
                    </a:lnTo>
                    <a:lnTo>
                      <a:pt x="98" y="166"/>
                    </a:lnTo>
                    <a:lnTo>
                      <a:pt x="96" y="172"/>
                    </a:lnTo>
                    <a:lnTo>
                      <a:pt x="98" y="170"/>
                    </a:lnTo>
                    <a:lnTo>
                      <a:pt x="102" y="168"/>
                    </a:lnTo>
                    <a:lnTo>
                      <a:pt x="108" y="170"/>
                    </a:lnTo>
                    <a:lnTo>
                      <a:pt x="110" y="172"/>
                    </a:lnTo>
                    <a:lnTo>
                      <a:pt x="108" y="172"/>
                    </a:lnTo>
                    <a:lnTo>
                      <a:pt x="108" y="174"/>
                    </a:lnTo>
                    <a:lnTo>
                      <a:pt x="106" y="176"/>
                    </a:lnTo>
                    <a:lnTo>
                      <a:pt x="104" y="178"/>
                    </a:lnTo>
                    <a:lnTo>
                      <a:pt x="106" y="178"/>
                    </a:lnTo>
                    <a:lnTo>
                      <a:pt x="108" y="178"/>
                    </a:lnTo>
                    <a:lnTo>
                      <a:pt x="108" y="182"/>
                    </a:lnTo>
                    <a:lnTo>
                      <a:pt x="106" y="186"/>
                    </a:lnTo>
                    <a:lnTo>
                      <a:pt x="104" y="188"/>
                    </a:lnTo>
                    <a:lnTo>
                      <a:pt x="102" y="190"/>
                    </a:lnTo>
                    <a:lnTo>
                      <a:pt x="102" y="192"/>
                    </a:lnTo>
                    <a:lnTo>
                      <a:pt x="104" y="192"/>
                    </a:lnTo>
                    <a:lnTo>
                      <a:pt x="106" y="192"/>
                    </a:lnTo>
                    <a:lnTo>
                      <a:pt x="108" y="192"/>
                    </a:lnTo>
                    <a:lnTo>
                      <a:pt x="108" y="194"/>
                    </a:lnTo>
                    <a:lnTo>
                      <a:pt x="110" y="194"/>
                    </a:lnTo>
                    <a:lnTo>
                      <a:pt x="110" y="196"/>
                    </a:lnTo>
                    <a:lnTo>
                      <a:pt x="112" y="194"/>
                    </a:lnTo>
                    <a:lnTo>
                      <a:pt x="112" y="192"/>
                    </a:lnTo>
                    <a:lnTo>
                      <a:pt x="112" y="190"/>
                    </a:lnTo>
                    <a:lnTo>
                      <a:pt x="112" y="188"/>
                    </a:lnTo>
                    <a:lnTo>
                      <a:pt x="114" y="188"/>
                    </a:lnTo>
                    <a:lnTo>
                      <a:pt x="114" y="186"/>
                    </a:lnTo>
                    <a:lnTo>
                      <a:pt x="112" y="184"/>
                    </a:lnTo>
                    <a:lnTo>
                      <a:pt x="112" y="182"/>
                    </a:lnTo>
                    <a:lnTo>
                      <a:pt x="116" y="180"/>
                    </a:lnTo>
                    <a:lnTo>
                      <a:pt x="114" y="176"/>
                    </a:lnTo>
                    <a:lnTo>
                      <a:pt x="112" y="176"/>
                    </a:lnTo>
                    <a:lnTo>
                      <a:pt x="114" y="172"/>
                    </a:lnTo>
                    <a:lnTo>
                      <a:pt x="114" y="166"/>
                    </a:lnTo>
                    <a:lnTo>
                      <a:pt x="118" y="166"/>
                    </a:lnTo>
                    <a:lnTo>
                      <a:pt x="120" y="164"/>
                    </a:lnTo>
                    <a:lnTo>
                      <a:pt x="122" y="168"/>
                    </a:lnTo>
                    <a:lnTo>
                      <a:pt x="126" y="168"/>
                    </a:lnTo>
                    <a:lnTo>
                      <a:pt x="130" y="166"/>
                    </a:lnTo>
                    <a:lnTo>
                      <a:pt x="134" y="164"/>
                    </a:lnTo>
                    <a:lnTo>
                      <a:pt x="140" y="160"/>
                    </a:lnTo>
                    <a:lnTo>
                      <a:pt x="142" y="156"/>
                    </a:lnTo>
                    <a:lnTo>
                      <a:pt x="142" y="154"/>
                    </a:lnTo>
                    <a:lnTo>
                      <a:pt x="144" y="154"/>
                    </a:lnTo>
                    <a:lnTo>
                      <a:pt x="144" y="152"/>
                    </a:lnTo>
                    <a:lnTo>
                      <a:pt x="146" y="152"/>
                    </a:lnTo>
                    <a:lnTo>
                      <a:pt x="146" y="150"/>
                    </a:lnTo>
                    <a:lnTo>
                      <a:pt x="146" y="148"/>
                    </a:lnTo>
                    <a:lnTo>
                      <a:pt x="144" y="148"/>
                    </a:lnTo>
                    <a:lnTo>
                      <a:pt x="146" y="144"/>
                    </a:lnTo>
                    <a:lnTo>
                      <a:pt x="144" y="146"/>
                    </a:lnTo>
                    <a:lnTo>
                      <a:pt x="144" y="144"/>
                    </a:lnTo>
                    <a:lnTo>
                      <a:pt x="144" y="142"/>
                    </a:lnTo>
                    <a:lnTo>
                      <a:pt x="142" y="142"/>
                    </a:lnTo>
                    <a:lnTo>
                      <a:pt x="138" y="142"/>
                    </a:lnTo>
                    <a:lnTo>
                      <a:pt x="136" y="142"/>
                    </a:lnTo>
                    <a:lnTo>
                      <a:pt x="134" y="144"/>
                    </a:lnTo>
                    <a:lnTo>
                      <a:pt x="132" y="148"/>
                    </a:lnTo>
                    <a:lnTo>
                      <a:pt x="126" y="146"/>
                    </a:lnTo>
                    <a:lnTo>
                      <a:pt x="124" y="144"/>
                    </a:lnTo>
                    <a:lnTo>
                      <a:pt x="130" y="146"/>
                    </a:lnTo>
                    <a:lnTo>
                      <a:pt x="134" y="142"/>
                    </a:lnTo>
                    <a:lnTo>
                      <a:pt x="136" y="140"/>
                    </a:lnTo>
                    <a:lnTo>
                      <a:pt x="142" y="140"/>
                    </a:lnTo>
                    <a:lnTo>
                      <a:pt x="144" y="136"/>
                    </a:lnTo>
                    <a:lnTo>
                      <a:pt x="144" y="134"/>
                    </a:lnTo>
                    <a:lnTo>
                      <a:pt x="146" y="132"/>
                    </a:lnTo>
                    <a:lnTo>
                      <a:pt x="144" y="130"/>
                    </a:lnTo>
                    <a:lnTo>
                      <a:pt x="144" y="128"/>
                    </a:lnTo>
                    <a:lnTo>
                      <a:pt x="144" y="126"/>
                    </a:lnTo>
                    <a:lnTo>
                      <a:pt x="142" y="126"/>
                    </a:lnTo>
                    <a:lnTo>
                      <a:pt x="144" y="124"/>
                    </a:lnTo>
                    <a:lnTo>
                      <a:pt x="146" y="124"/>
                    </a:lnTo>
                    <a:lnTo>
                      <a:pt x="148" y="124"/>
                    </a:lnTo>
                    <a:lnTo>
                      <a:pt x="150" y="124"/>
                    </a:lnTo>
                    <a:lnTo>
                      <a:pt x="152" y="122"/>
                    </a:lnTo>
                    <a:lnTo>
                      <a:pt x="152" y="120"/>
                    </a:lnTo>
                    <a:lnTo>
                      <a:pt x="154" y="120"/>
                    </a:lnTo>
                    <a:lnTo>
                      <a:pt x="156" y="118"/>
                    </a:lnTo>
                    <a:lnTo>
                      <a:pt x="160" y="116"/>
                    </a:lnTo>
                    <a:lnTo>
                      <a:pt x="162" y="116"/>
                    </a:lnTo>
                    <a:lnTo>
                      <a:pt x="164" y="116"/>
                    </a:lnTo>
                    <a:lnTo>
                      <a:pt x="166" y="116"/>
                    </a:lnTo>
                    <a:lnTo>
                      <a:pt x="170" y="120"/>
                    </a:lnTo>
                    <a:lnTo>
                      <a:pt x="172" y="116"/>
                    </a:lnTo>
                    <a:lnTo>
                      <a:pt x="174" y="112"/>
                    </a:lnTo>
                    <a:lnTo>
                      <a:pt x="176" y="112"/>
                    </a:lnTo>
                    <a:lnTo>
                      <a:pt x="180" y="114"/>
                    </a:lnTo>
                    <a:lnTo>
                      <a:pt x="184" y="112"/>
                    </a:lnTo>
                    <a:lnTo>
                      <a:pt x="184" y="116"/>
                    </a:lnTo>
                    <a:lnTo>
                      <a:pt x="176" y="120"/>
                    </a:lnTo>
                    <a:lnTo>
                      <a:pt x="172" y="124"/>
                    </a:lnTo>
                    <a:lnTo>
                      <a:pt x="172" y="126"/>
                    </a:lnTo>
                    <a:lnTo>
                      <a:pt x="172" y="128"/>
                    </a:lnTo>
                    <a:lnTo>
                      <a:pt x="172" y="130"/>
                    </a:lnTo>
                    <a:lnTo>
                      <a:pt x="170" y="130"/>
                    </a:lnTo>
                    <a:lnTo>
                      <a:pt x="170" y="132"/>
                    </a:lnTo>
                    <a:lnTo>
                      <a:pt x="170" y="134"/>
                    </a:lnTo>
                    <a:lnTo>
                      <a:pt x="172" y="134"/>
                    </a:lnTo>
                    <a:lnTo>
                      <a:pt x="172" y="136"/>
                    </a:lnTo>
                    <a:lnTo>
                      <a:pt x="172" y="140"/>
                    </a:lnTo>
                    <a:lnTo>
                      <a:pt x="172" y="142"/>
                    </a:lnTo>
                    <a:lnTo>
                      <a:pt x="168" y="146"/>
                    </a:lnTo>
                    <a:lnTo>
                      <a:pt x="168" y="148"/>
                    </a:lnTo>
                    <a:lnTo>
                      <a:pt x="168" y="152"/>
                    </a:lnTo>
                    <a:lnTo>
                      <a:pt x="168" y="150"/>
                    </a:lnTo>
                    <a:lnTo>
                      <a:pt x="170" y="150"/>
                    </a:lnTo>
                    <a:lnTo>
                      <a:pt x="170" y="148"/>
                    </a:lnTo>
                    <a:lnTo>
                      <a:pt x="170" y="146"/>
                    </a:lnTo>
                    <a:lnTo>
                      <a:pt x="172" y="146"/>
                    </a:lnTo>
                    <a:lnTo>
                      <a:pt x="172" y="144"/>
                    </a:lnTo>
                    <a:lnTo>
                      <a:pt x="174" y="144"/>
                    </a:lnTo>
                    <a:lnTo>
                      <a:pt x="174" y="142"/>
                    </a:lnTo>
                    <a:lnTo>
                      <a:pt x="176" y="142"/>
                    </a:lnTo>
                    <a:lnTo>
                      <a:pt x="178" y="142"/>
                    </a:lnTo>
                    <a:lnTo>
                      <a:pt x="178" y="136"/>
                    </a:lnTo>
                    <a:lnTo>
                      <a:pt x="182" y="134"/>
                    </a:lnTo>
                    <a:lnTo>
                      <a:pt x="184" y="132"/>
                    </a:lnTo>
                    <a:lnTo>
                      <a:pt x="184" y="134"/>
                    </a:lnTo>
                    <a:lnTo>
                      <a:pt x="186" y="134"/>
                    </a:lnTo>
                    <a:lnTo>
                      <a:pt x="188" y="134"/>
                    </a:lnTo>
                    <a:lnTo>
                      <a:pt x="188" y="132"/>
                    </a:lnTo>
                    <a:lnTo>
                      <a:pt x="188" y="130"/>
                    </a:lnTo>
                    <a:lnTo>
                      <a:pt x="188" y="128"/>
                    </a:lnTo>
                    <a:lnTo>
                      <a:pt x="188" y="126"/>
                    </a:lnTo>
                    <a:lnTo>
                      <a:pt x="192" y="126"/>
                    </a:lnTo>
                    <a:lnTo>
                      <a:pt x="188" y="122"/>
                    </a:lnTo>
                    <a:lnTo>
                      <a:pt x="192" y="118"/>
                    </a:lnTo>
                    <a:lnTo>
                      <a:pt x="192" y="114"/>
                    </a:lnTo>
                    <a:lnTo>
                      <a:pt x="194" y="112"/>
                    </a:lnTo>
                    <a:lnTo>
                      <a:pt x="194" y="110"/>
                    </a:lnTo>
                    <a:lnTo>
                      <a:pt x="190" y="106"/>
                    </a:lnTo>
                    <a:lnTo>
                      <a:pt x="188" y="102"/>
                    </a:lnTo>
                    <a:lnTo>
                      <a:pt x="192" y="100"/>
                    </a:lnTo>
                    <a:lnTo>
                      <a:pt x="194" y="100"/>
                    </a:lnTo>
                    <a:lnTo>
                      <a:pt x="196" y="100"/>
                    </a:lnTo>
                    <a:lnTo>
                      <a:pt x="196" y="104"/>
                    </a:lnTo>
                    <a:lnTo>
                      <a:pt x="198" y="104"/>
                    </a:lnTo>
                    <a:lnTo>
                      <a:pt x="200" y="102"/>
                    </a:lnTo>
                    <a:lnTo>
                      <a:pt x="198" y="98"/>
                    </a:lnTo>
                    <a:lnTo>
                      <a:pt x="194" y="96"/>
                    </a:lnTo>
                    <a:lnTo>
                      <a:pt x="196" y="92"/>
                    </a:lnTo>
                    <a:lnTo>
                      <a:pt x="200" y="96"/>
                    </a:lnTo>
                    <a:close/>
                    <a:moveTo>
                      <a:pt x="78" y="222"/>
                    </a:moveTo>
                    <a:lnTo>
                      <a:pt x="76" y="222"/>
                    </a:lnTo>
                    <a:lnTo>
                      <a:pt x="74" y="222"/>
                    </a:lnTo>
                    <a:lnTo>
                      <a:pt x="72" y="224"/>
                    </a:lnTo>
                    <a:lnTo>
                      <a:pt x="72" y="226"/>
                    </a:lnTo>
                    <a:lnTo>
                      <a:pt x="70" y="228"/>
                    </a:lnTo>
                    <a:lnTo>
                      <a:pt x="70" y="230"/>
                    </a:lnTo>
                    <a:lnTo>
                      <a:pt x="70" y="232"/>
                    </a:lnTo>
                    <a:lnTo>
                      <a:pt x="72" y="232"/>
                    </a:lnTo>
                    <a:lnTo>
                      <a:pt x="74" y="230"/>
                    </a:lnTo>
                    <a:lnTo>
                      <a:pt x="74" y="228"/>
                    </a:lnTo>
                    <a:lnTo>
                      <a:pt x="76" y="228"/>
                    </a:lnTo>
                    <a:lnTo>
                      <a:pt x="78" y="228"/>
                    </a:lnTo>
                    <a:lnTo>
                      <a:pt x="80" y="228"/>
                    </a:lnTo>
                    <a:lnTo>
                      <a:pt x="80" y="226"/>
                    </a:lnTo>
                    <a:lnTo>
                      <a:pt x="78" y="224"/>
                    </a:lnTo>
                    <a:lnTo>
                      <a:pt x="78" y="222"/>
                    </a:lnTo>
                    <a:close/>
                    <a:moveTo>
                      <a:pt x="68" y="246"/>
                    </a:moveTo>
                    <a:lnTo>
                      <a:pt x="68" y="246"/>
                    </a:lnTo>
                    <a:lnTo>
                      <a:pt x="66" y="248"/>
                    </a:lnTo>
                    <a:lnTo>
                      <a:pt x="66" y="250"/>
                    </a:lnTo>
                    <a:lnTo>
                      <a:pt x="66" y="252"/>
                    </a:lnTo>
                    <a:lnTo>
                      <a:pt x="64" y="252"/>
                    </a:lnTo>
                    <a:lnTo>
                      <a:pt x="64" y="254"/>
                    </a:lnTo>
                    <a:lnTo>
                      <a:pt x="64" y="256"/>
                    </a:lnTo>
                    <a:lnTo>
                      <a:pt x="64" y="258"/>
                    </a:lnTo>
                    <a:lnTo>
                      <a:pt x="66" y="258"/>
                    </a:lnTo>
                    <a:lnTo>
                      <a:pt x="68" y="258"/>
                    </a:lnTo>
                    <a:lnTo>
                      <a:pt x="70" y="258"/>
                    </a:lnTo>
                    <a:lnTo>
                      <a:pt x="70" y="256"/>
                    </a:lnTo>
                    <a:lnTo>
                      <a:pt x="70" y="254"/>
                    </a:lnTo>
                    <a:lnTo>
                      <a:pt x="68" y="252"/>
                    </a:lnTo>
                    <a:lnTo>
                      <a:pt x="72" y="252"/>
                    </a:lnTo>
                    <a:lnTo>
                      <a:pt x="76" y="248"/>
                    </a:lnTo>
                    <a:lnTo>
                      <a:pt x="74" y="246"/>
                    </a:lnTo>
                    <a:lnTo>
                      <a:pt x="72" y="244"/>
                    </a:lnTo>
                    <a:lnTo>
                      <a:pt x="70" y="242"/>
                    </a:lnTo>
                    <a:lnTo>
                      <a:pt x="68" y="246"/>
                    </a:lnTo>
                    <a:close/>
                    <a:moveTo>
                      <a:pt x="52" y="280"/>
                    </a:moveTo>
                    <a:lnTo>
                      <a:pt x="54" y="278"/>
                    </a:lnTo>
                    <a:lnTo>
                      <a:pt x="56" y="278"/>
                    </a:lnTo>
                    <a:lnTo>
                      <a:pt x="58" y="274"/>
                    </a:lnTo>
                    <a:lnTo>
                      <a:pt x="62" y="274"/>
                    </a:lnTo>
                    <a:lnTo>
                      <a:pt x="60" y="268"/>
                    </a:lnTo>
                    <a:lnTo>
                      <a:pt x="58" y="270"/>
                    </a:lnTo>
                    <a:lnTo>
                      <a:pt x="54" y="272"/>
                    </a:lnTo>
                    <a:lnTo>
                      <a:pt x="52" y="274"/>
                    </a:lnTo>
                    <a:lnTo>
                      <a:pt x="52" y="276"/>
                    </a:lnTo>
                    <a:lnTo>
                      <a:pt x="52" y="278"/>
                    </a:lnTo>
                    <a:lnTo>
                      <a:pt x="52" y="280"/>
                    </a:lnTo>
                    <a:close/>
                    <a:moveTo>
                      <a:pt x="56" y="306"/>
                    </a:moveTo>
                    <a:lnTo>
                      <a:pt x="56" y="304"/>
                    </a:lnTo>
                    <a:lnTo>
                      <a:pt x="56" y="300"/>
                    </a:lnTo>
                    <a:lnTo>
                      <a:pt x="52" y="298"/>
                    </a:lnTo>
                    <a:lnTo>
                      <a:pt x="56" y="296"/>
                    </a:lnTo>
                    <a:lnTo>
                      <a:pt x="54" y="292"/>
                    </a:lnTo>
                    <a:lnTo>
                      <a:pt x="58" y="292"/>
                    </a:lnTo>
                    <a:lnTo>
                      <a:pt x="58" y="288"/>
                    </a:lnTo>
                    <a:lnTo>
                      <a:pt x="54" y="288"/>
                    </a:lnTo>
                    <a:lnTo>
                      <a:pt x="52" y="282"/>
                    </a:lnTo>
                    <a:lnTo>
                      <a:pt x="48" y="282"/>
                    </a:lnTo>
                    <a:lnTo>
                      <a:pt x="46" y="286"/>
                    </a:lnTo>
                    <a:lnTo>
                      <a:pt x="44" y="286"/>
                    </a:lnTo>
                    <a:lnTo>
                      <a:pt x="42" y="288"/>
                    </a:lnTo>
                    <a:lnTo>
                      <a:pt x="40" y="288"/>
                    </a:lnTo>
                    <a:lnTo>
                      <a:pt x="38" y="286"/>
                    </a:lnTo>
                    <a:lnTo>
                      <a:pt x="36" y="286"/>
                    </a:lnTo>
                    <a:lnTo>
                      <a:pt x="34" y="288"/>
                    </a:lnTo>
                    <a:lnTo>
                      <a:pt x="32" y="288"/>
                    </a:lnTo>
                    <a:lnTo>
                      <a:pt x="32" y="290"/>
                    </a:lnTo>
                    <a:lnTo>
                      <a:pt x="34" y="290"/>
                    </a:lnTo>
                    <a:lnTo>
                      <a:pt x="34" y="292"/>
                    </a:lnTo>
                    <a:lnTo>
                      <a:pt x="32" y="294"/>
                    </a:lnTo>
                    <a:lnTo>
                      <a:pt x="32" y="296"/>
                    </a:lnTo>
                    <a:lnTo>
                      <a:pt x="34" y="302"/>
                    </a:lnTo>
                    <a:lnTo>
                      <a:pt x="38" y="306"/>
                    </a:lnTo>
                    <a:lnTo>
                      <a:pt x="38" y="308"/>
                    </a:lnTo>
                    <a:lnTo>
                      <a:pt x="36" y="308"/>
                    </a:lnTo>
                    <a:lnTo>
                      <a:pt x="38" y="310"/>
                    </a:lnTo>
                    <a:lnTo>
                      <a:pt x="40" y="312"/>
                    </a:lnTo>
                    <a:lnTo>
                      <a:pt x="44" y="312"/>
                    </a:lnTo>
                    <a:lnTo>
                      <a:pt x="46" y="312"/>
                    </a:lnTo>
                    <a:lnTo>
                      <a:pt x="46" y="314"/>
                    </a:lnTo>
                    <a:lnTo>
                      <a:pt x="48" y="314"/>
                    </a:lnTo>
                    <a:lnTo>
                      <a:pt x="48" y="316"/>
                    </a:lnTo>
                    <a:lnTo>
                      <a:pt x="48" y="318"/>
                    </a:lnTo>
                    <a:lnTo>
                      <a:pt x="50" y="318"/>
                    </a:lnTo>
                    <a:lnTo>
                      <a:pt x="50" y="316"/>
                    </a:lnTo>
                    <a:lnTo>
                      <a:pt x="52" y="316"/>
                    </a:lnTo>
                    <a:lnTo>
                      <a:pt x="52" y="314"/>
                    </a:lnTo>
                    <a:lnTo>
                      <a:pt x="52" y="312"/>
                    </a:lnTo>
                    <a:lnTo>
                      <a:pt x="52" y="310"/>
                    </a:lnTo>
                    <a:lnTo>
                      <a:pt x="52" y="308"/>
                    </a:lnTo>
                    <a:lnTo>
                      <a:pt x="56" y="306"/>
                    </a:lnTo>
                    <a:close/>
                    <a:moveTo>
                      <a:pt x="68" y="334"/>
                    </a:moveTo>
                    <a:lnTo>
                      <a:pt x="68" y="334"/>
                    </a:lnTo>
                    <a:lnTo>
                      <a:pt x="70" y="334"/>
                    </a:lnTo>
                    <a:lnTo>
                      <a:pt x="72" y="334"/>
                    </a:lnTo>
                    <a:lnTo>
                      <a:pt x="70" y="330"/>
                    </a:lnTo>
                    <a:lnTo>
                      <a:pt x="72" y="328"/>
                    </a:lnTo>
                    <a:lnTo>
                      <a:pt x="72" y="326"/>
                    </a:lnTo>
                    <a:lnTo>
                      <a:pt x="70" y="326"/>
                    </a:lnTo>
                    <a:lnTo>
                      <a:pt x="68" y="326"/>
                    </a:lnTo>
                    <a:lnTo>
                      <a:pt x="68" y="324"/>
                    </a:lnTo>
                    <a:lnTo>
                      <a:pt x="66" y="324"/>
                    </a:lnTo>
                    <a:lnTo>
                      <a:pt x="64" y="324"/>
                    </a:lnTo>
                    <a:lnTo>
                      <a:pt x="64" y="326"/>
                    </a:lnTo>
                    <a:lnTo>
                      <a:pt x="64" y="324"/>
                    </a:lnTo>
                    <a:lnTo>
                      <a:pt x="64" y="322"/>
                    </a:lnTo>
                    <a:lnTo>
                      <a:pt x="60" y="320"/>
                    </a:lnTo>
                    <a:lnTo>
                      <a:pt x="68" y="320"/>
                    </a:lnTo>
                    <a:lnTo>
                      <a:pt x="70" y="316"/>
                    </a:lnTo>
                    <a:lnTo>
                      <a:pt x="68" y="316"/>
                    </a:lnTo>
                    <a:lnTo>
                      <a:pt x="66" y="316"/>
                    </a:lnTo>
                    <a:lnTo>
                      <a:pt x="68" y="316"/>
                    </a:lnTo>
                    <a:lnTo>
                      <a:pt x="68" y="314"/>
                    </a:lnTo>
                    <a:lnTo>
                      <a:pt x="74" y="314"/>
                    </a:lnTo>
                    <a:lnTo>
                      <a:pt x="72" y="312"/>
                    </a:lnTo>
                    <a:lnTo>
                      <a:pt x="68" y="310"/>
                    </a:lnTo>
                    <a:lnTo>
                      <a:pt x="62" y="306"/>
                    </a:lnTo>
                    <a:lnTo>
                      <a:pt x="60" y="308"/>
                    </a:lnTo>
                    <a:lnTo>
                      <a:pt x="58" y="310"/>
                    </a:lnTo>
                    <a:lnTo>
                      <a:pt x="58" y="316"/>
                    </a:lnTo>
                    <a:lnTo>
                      <a:pt x="56" y="324"/>
                    </a:lnTo>
                    <a:lnTo>
                      <a:pt x="60" y="326"/>
                    </a:lnTo>
                    <a:lnTo>
                      <a:pt x="60" y="330"/>
                    </a:lnTo>
                    <a:lnTo>
                      <a:pt x="62" y="332"/>
                    </a:lnTo>
                    <a:lnTo>
                      <a:pt x="62" y="328"/>
                    </a:lnTo>
                    <a:lnTo>
                      <a:pt x="68" y="330"/>
                    </a:lnTo>
                    <a:lnTo>
                      <a:pt x="68" y="332"/>
                    </a:lnTo>
                    <a:lnTo>
                      <a:pt x="68" y="334"/>
                    </a:lnTo>
                    <a:close/>
                    <a:moveTo>
                      <a:pt x="72" y="352"/>
                    </a:moveTo>
                    <a:lnTo>
                      <a:pt x="74" y="352"/>
                    </a:lnTo>
                    <a:lnTo>
                      <a:pt x="74" y="354"/>
                    </a:lnTo>
                    <a:lnTo>
                      <a:pt x="76" y="354"/>
                    </a:lnTo>
                    <a:lnTo>
                      <a:pt x="78" y="354"/>
                    </a:lnTo>
                    <a:lnTo>
                      <a:pt x="80" y="354"/>
                    </a:lnTo>
                    <a:lnTo>
                      <a:pt x="80" y="352"/>
                    </a:lnTo>
                    <a:lnTo>
                      <a:pt x="82" y="352"/>
                    </a:lnTo>
                    <a:lnTo>
                      <a:pt x="86" y="350"/>
                    </a:lnTo>
                    <a:lnTo>
                      <a:pt x="80" y="346"/>
                    </a:lnTo>
                    <a:lnTo>
                      <a:pt x="76" y="344"/>
                    </a:lnTo>
                    <a:lnTo>
                      <a:pt x="72" y="344"/>
                    </a:lnTo>
                    <a:lnTo>
                      <a:pt x="74" y="348"/>
                    </a:lnTo>
                    <a:lnTo>
                      <a:pt x="72" y="352"/>
                    </a:lnTo>
                    <a:close/>
                    <a:moveTo>
                      <a:pt x="82" y="320"/>
                    </a:moveTo>
                    <a:lnTo>
                      <a:pt x="82" y="316"/>
                    </a:lnTo>
                    <a:lnTo>
                      <a:pt x="80" y="320"/>
                    </a:lnTo>
                    <a:lnTo>
                      <a:pt x="80" y="326"/>
                    </a:lnTo>
                    <a:lnTo>
                      <a:pt x="78" y="324"/>
                    </a:lnTo>
                    <a:lnTo>
                      <a:pt x="76" y="324"/>
                    </a:lnTo>
                    <a:lnTo>
                      <a:pt x="74" y="324"/>
                    </a:lnTo>
                    <a:lnTo>
                      <a:pt x="72" y="324"/>
                    </a:lnTo>
                    <a:lnTo>
                      <a:pt x="72" y="326"/>
                    </a:lnTo>
                    <a:lnTo>
                      <a:pt x="74" y="326"/>
                    </a:lnTo>
                    <a:lnTo>
                      <a:pt x="74" y="328"/>
                    </a:lnTo>
                    <a:lnTo>
                      <a:pt x="78" y="328"/>
                    </a:lnTo>
                    <a:lnTo>
                      <a:pt x="82" y="328"/>
                    </a:lnTo>
                    <a:lnTo>
                      <a:pt x="86" y="330"/>
                    </a:lnTo>
                    <a:lnTo>
                      <a:pt x="86" y="326"/>
                    </a:lnTo>
                    <a:lnTo>
                      <a:pt x="86" y="322"/>
                    </a:lnTo>
                    <a:lnTo>
                      <a:pt x="82" y="320"/>
                    </a:lnTo>
                    <a:close/>
                    <a:moveTo>
                      <a:pt x="174" y="362"/>
                    </a:moveTo>
                    <a:lnTo>
                      <a:pt x="176" y="362"/>
                    </a:lnTo>
                    <a:lnTo>
                      <a:pt x="178" y="362"/>
                    </a:lnTo>
                    <a:lnTo>
                      <a:pt x="176" y="362"/>
                    </a:lnTo>
                    <a:lnTo>
                      <a:pt x="176" y="360"/>
                    </a:lnTo>
                    <a:lnTo>
                      <a:pt x="174" y="360"/>
                    </a:lnTo>
                    <a:lnTo>
                      <a:pt x="172" y="358"/>
                    </a:lnTo>
                    <a:lnTo>
                      <a:pt x="170" y="356"/>
                    </a:lnTo>
                    <a:lnTo>
                      <a:pt x="168" y="354"/>
                    </a:lnTo>
                    <a:lnTo>
                      <a:pt x="166" y="356"/>
                    </a:lnTo>
                    <a:lnTo>
                      <a:pt x="170" y="358"/>
                    </a:lnTo>
                    <a:lnTo>
                      <a:pt x="172" y="360"/>
                    </a:lnTo>
                    <a:lnTo>
                      <a:pt x="170" y="360"/>
                    </a:lnTo>
                    <a:lnTo>
                      <a:pt x="168" y="364"/>
                    </a:lnTo>
                    <a:lnTo>
                      <a:pt x="164" y="364"/>
                    </a:lnTo>
                    <a:lnTo>
                      <a:pt x="160" y="364"/>
                    </a:lnTo>
                    <a:lnTo>
                      <a:pt x="156" y="364"/>
                    </a:lnTo>
                    <a:lnTo>
                      <a:pt x="156" y="366"/>
                    </a:lnTo>
                    <a:lnTo>
                      <a:pt x="154" y="366"/>
                    </a:lnTo>
                    <a:lnTo>
                      <a:pt x="152" y="366"/>
                    </a:lnTo>
                    <a:lnTo>
                      <a:pt x="152" y="364"/>
                    </a:lnTo>
                    <a:lnTo>
                      <a:pt x="150" y="364"/>
                    </a:lnTo>
                    <a:lnTo>
                      <a:pt x="150" y="362"/>
                    </a:lnTo>
                    <a:lnTo>
                      <a:pt x="150" y="360"/>
                    </a:lnTo>
                    <a:lnTo>
                      <a:pt x="148" y="360"/>
                    </a:lnTo>
                    <a:lnTo>
                      <a:pt x="146" y="360"/>
                    </a:lnTo>
                    <a:lnTo>
                      <a:pt x="146" y="358"/>
                    </a:lnTo>
                    <a:lnTo>
                      <a:pt x="146" y="356"/>
                    </a:lnTo>
                    <a:lnTo>
                      <a:pt x="146" y="354"/>
                    </a:lnTo>
                    <a:lnTo>
                      <a:pt x="144" y="354"/>
                    </a:lnTo>
                    <a:lnTo>
                      <a:pt x="142" y="354"/>
                    </a:lnTo>
                    <a:lnTo>
                      <a:pt x="140" y="354"/>
                    </a:lnTo>
                    <a:lnTo>
                      <a:pt x="138" y="352"/>
                    </a:lnTo>
                    <a:lnTo>
                      <a:pt x="136" y="350"/>
                    </a:lnTo>
                    <a:lnTo>
                      <a:pt x="130" y="348"/>
                    </a:lnTo>
                    <a:lnTo>
                      <a:pt x="124" y="344"/>
                    </a:lnTo>
                    <a:lnTo>
                      <a:pt x="120" y="342"/>
                    </a:lnTo>
                    <a:lnTo>
                      <a:pt x="120" y="340"/>
                    </a:lnTo>
                    <a:lnTo>
                      <a:pt x="112" y="338"/>
                    </a:lnTo>
                    <a:lnTo>
                      <a:pt x="110" y="338"/>
                    </a:lnTo>
                    <a:lnTo>
                      <a:pt x="110" y="336"/>
                    </a:lnTo>
                    <a:lnTo>
                      <a:pt x="110" y="334"/>
                    </a:lnTo>
                    <a:lnTo>
                      <a:pt x="108" y="334"/>
                    </a:lnTo>
                    <a:lnTo>
                      <a:pt x="108" y="336"/>
                    </a:lnTo>
                    <a:lnTo>
                      <a:pt x="108" y="340"/>
                    </a:lnTo>
                    <a:lnTo>
                      <a:pt x="110" y="342"/>
                    </a:lnTo>
                    <a:lnTo>
                      <a:pt x="108" y="344"/>
                    </a:lnTo>
                    <a:lnTo>
                      <a:pt x="108" y="346"/>
                    </a:lnTo>
                    <a:lnTo>
                      <a:pt x="110" y="350"/>
                    </a:lnTo>
                    <a:lnTo>
                      <a:pt x="112" y="350"/>
                    </a:lnTo>
                    <a:lnTo>
                      <a:pt x="114" y="350"/>
                    </a:lnTo>
                    <a:lnTo>
                      <a:pt x="116" y="350"/>
                    </a:lnTo>
                    <a:lnTo>
                      <a:pt x="118" y="350"/>
                    </a:lnTo>
                    <a:lnTo>
                      <a:pt x="118" y="352"/>
                    </a:lnTo>
                    <a:lnTo>
                      <a:pt x="118" y="354"/>
                    </a:lnTo>
                    <a:lnTo>
                      <a:pt x="118" y="356"/>
                    </a:lnTo>
                    <a:lnTo>
                      <a:pt x="120" y="358"/>
                    </a:lnTo>
                    <a:lnTo>
                      <a:pt x="122" y="358"/>
                    </a:lnTo>
                    <a:lnTo>
                      <a:pt x="122" y="360"/>
                    </a:lnTo>
                    <a:lnTo>
                      <a:pt x="122" y="362"/>
                    </a:lnTo>
                    <a:lnTo>
                      <a:pt x="120" y="362"/>
                    </a:lnTo>
                    <a:lnTo>
                      <a:pt x="120" y="364"/>
                    </a:lnTo>
                    <a:lnTo>
                      <a:pt x="122" y="364"/>
                    </a:lnTo>
                    <a:lnTo>
                      <a:pt x="124" y="364"/>
                    </a:lnTo>
                    <a:lnTo>
                      <a:pt x="130" y="370"/>
                    </a:lnTo>
                    <a:lnTo>
                      <a:pt x="136" y="370"/>
                    </a:lnTo>
                    <a:lnTo>
                      <a:pt x="138" y="370"/>
                    </a:lnTo>
                    <a:lnTo>
                      <a:pt x="138" y="368"/>
                    </a:lnTo>
                    <a:lnTo>
                      <a:pt x="136" y="368"/>
                    </a:lnTo>
                    <a:lnTo>
                      <a:pt x="134" y="366"/>
                    </a:lnTo>
                    <a:lnTo>
                      <a:pt x="132" y="366"/>
                    </a:lnTo>
                    <a:lnTo>
                      <a:pt x="132" y="364"/>
                    </a:lnTo>
                    <a:lnTo>
                      <a:pt x="138" y="364"/>
                    </a:lnTo>
                    <a:lnTo>
                      <a:pt x="146" y="368"/>
                    </a:lnTo>
                    <a:lnTo>
                      <a:pt x="148" y="372"/>
                    </a:lnTo>
                    <a:lnTo>
                      <a:pt x="154" y="376"/>
                    </a:lnTo>
                    <a:lnTo>
                      <a:pt x="160" y="378"/>
                    </a:lnTo>
                    <a:lnTo>
                      <a:pt x="168" y="382"/>
                    </a:lnTo>
                    <a:lnTo>
                      <a:pt x="166" y="380"/>
                    </a:lnTo>
                    <a:lnTo>
                      <a:pt x="170" y="380"/>
                    </a:lnTo>
                    <a:lnTo>
                      <a:pt x="170" y="378"/>
                    </a:lnTo>
                    <a:lnTo>
                      <a:pt x="170" y="376"/>
                    </a:lnTo>
                    <a:lnTo>
                      <a:pt x="168" y="376"/>
                    </a:lnTo>
                    <a:lnTo>
                      <a:pt x="166" y="376"/>
                    </a:lnTo>
                    <a:lnTo>
                      <a:pt x="164" y="374"/>
                    </a:lnTo>
                    <a:lnTo>
                      <a:pt x="162" y="374"/>
                    </a:lnTo>
                    <a:lnTo>
                      <a:pt x="160" y="374"/>
                    </a:lnTo>
                    <a:lnTo>
                      <a:pt x="158" y="374"/>
                    </a:lnTo>
                    <a:lnTo>
                      <a:pt x="158" y="372"/>
                    </a:lnTo>
                    <a:lnTo>
                      <a:pt x="156" y="370"/>
                    </a:lnTo>
                    <a:lnTo>
                      <a:pt x="154" y="368"/>
                    </a:lnTo>
                    <a:lnTo>
                      <a:pt x="156" y="364"/>
                    </a:lnTo>
                    <a:lnTo>
                      <a:pt x="162" y="364"/>
                    </a:lnTo>
                    <a:lnTo>
                      <a:pt x="166" y="366"/>
                    </a:lnTo>
                    <a:lnTo>
                      <a:pt x="168" y="366"/>
                    </a:lnTo>
                    <a:lnTo>
                      <a:pt x="168" y="364"/>
                    </a:lnTo>
                    <a:lnTo>
                      <a:pt x="170" y="364"/>
                    </a:lnTo>
                    <a:lnTo>
                      <a:pt x="172" y="362"/>
                    </a:lnTo>
                    <a:lnTo>
                      <a:pt x="174" y="362"/>
                    </a:lnTo>
                    <a:close/>
                    <a:moveTo>
                      <a:pt x="182" y="426"/>
                    </a:moveTo>
                    <a:lnTo>
                      <a:pt x="182" y="424"/>
                    </a:lnTo>
                    <a:lnTo>
                      <a:pt x="180" y="424"/>
                    </a:lnTo>
                    <a:lnTo>
                      <a:pt x="180" y="422"/>
                    </a:lnTo>
                    <a:lnTo>
                      <a:pt x="182" y="420"/>
                    </a:lnTo>
                    <a:lnTo>
                      <a:pt x="176" y="416"/>
                    </a:lnTo>
                    <a:lnTo>
                      <a:pt x="170" y="410"/>
                    </a:lnTo>
                    <a:lnTo>
                      <a:pt x="162" y="404"/>
                    </a:lnTo>
                    <a:lnTo>
                      <a:pt x="156" y="404"/>
                    </a:lnTo>
                    <a:lnTo>
                      <a:pt x="154" y="400"/>
                    </a:lnTo>
                    <a:lnTo>
                      <a:pt x="152" y="394"/>
                    </a:lnTo>
                    <a:lnTo>
                      <a:pt x="148" y="390"/>
                    </a:lnTo>
                    <a:lnTo>
                      <a:pt x="142" y="382"/>
                    </a:lnTo>
                    <a:lnTo>
                      <a:pt x="138" y="380"/>
                    </a:lnTo>
                    <a:lnTo>
                      <a:pt x="138" y="378"/>
                    </a:lnTo>
                    <a:lnTo>
                      <a:pt x="138" y="376"/>
                    </a:lnTo>
                    <a:lnTo>
                      <a:pt x="136" y="376"/>
                    </a:lnTo>
                    <a:lnTo>
                      <a:pt x="134" y="376"/>
                    </a:lnTo>
                    <a:lnTo>
                      <a:pt x="134" y="378"/>
                    </a:lnTo>
                    <a:lnTo>
                      <a:pt x="134" y="384"/>
                    </a:lnTo>
                    <a:lnTo>
                      <a:pt x="136" y="388"/>
                    </a:lnTo>
                    <a:lnTo>
                      <a:pt x="134" y="390"/>
                    </a:lnTo>
                    <a:lnTo>
                      <a:pt x="134" y="392"/>
                    </a:lnTo>
                    <a:lnTo>
                      <a:pt x="132" y="392"/>
                    </a:lnTo>
                    <a:lnTo>
                      <a:pt x="130" y="392"/>
                    </a:lnTo>
                    <a:lnTo>
                      <a:pt x="128" y="392"/>
                    </a:lnTo>
                    <a:lnTo>
                      <a:pt x="126" y="392"/>
                    </a:lnTo>
                    <a:lnTo>
                      <a:pt x="126" y="390"/>
                    </a:lnTo>
                    <a:lnTo>
                      <a:pt x="124" y="388"/>
                    </a:lnTo>
                    <a:lnTo>
                      <a:pt x="122" y="386"/>
                    </a:lnTo>
                    <a:lnTo>
                      <a:pt x="120" y="388"/>
                    </a:lnTo>
                    <a:lnTo>
                      <a:pt x="114" y="380"/>
                    </a:lnTo>
                    <a:lnTo>
                      <a:pt x="112" y="378"/>
                    </a:lnTo>
                    <a:lnTo>
                      <a:pt x="114" y="376"/>
                    </a:lnTo>
                    <a:lnTo>
                      <a:pt x="118" y="376"/>
                    </a:lnTo>
                    <a:lnTo>
                      <a:pt x="118" y="374"/>
                    </a:lnTo>
                    <a:lnTo>
                      <a:pt x="118" y="372"/>
                    </a:lnTo>
                    <a:lnTo>
                      <a:pt x="116" y="372"/>
                    </a:lnTo>
                    <a:lnTo>
                      <a:pt x="114" y="372"/>
                    </a:lnTo>
                    <a:lnTo>
                      <a:pt x="112" y="372"/>
                    </a:lnTo>
                    <a:lnTo>
                      <a:pt x="110" y="372"/>
                    </a:lnTo>
                    <a:lnTo>
                      <a:pt x="110" y="374"/>
                    </a:lnTo>
                    <a:lnTo>
                      <a:pt x="106" y="370"/>
                    </a:lnTo>
                    <a:lnTo>
                      <a:pt x="104" y="364"/>
                    </a:lnTo>
                    <a:lnTo>
                      <a:pt x="98" y="362"/>
                    </a:lnTo>
                    <a:lnTo>
                      <a:pt x="94" y="364"/>
                    </a:lnTo>
                    <a:lnTo>
                      <a:pt x="98" y="366"/>
                    </a:lnTo>
                    <a:lnTo>
                      <a:pt x="100" y="368"/>
                    </a:lnTo>
                    <a:lnTo>
                      <a:pt x="98" y="370"/>
                    </a:lnTo>
                    <a:lnTo>
                      <a:pt x="94" y="368"/>
                    </a:lnTo>
                    <a:lnTo>
                      <a:pt x="94" y="370"/>
                    </a:lnTo>
                    <a:lnTo>
                      <a:pt x="96" y="374"/>
                    </a:lnTo>
                    <a:lnTo>
                      <a:pt x="94" y="376"/>
                    </a:lnTo>
                    <a:lnTo>
                      <a:pt x="92" y="372"/>
                    </a:lnTo>
                    <a:lnTo>
                      <a:pt x="88" y="368"/>
                    </a:lnTo>
                    <a:lnTo>
                      <a:pt x="86" y="368"/>
                    </a:lnTo>
                    <a:lnTo>
                      <a:pt x="86" y="366"/>
                    </a:lnTo>
                    <a:lnTo>
                      <a:pt x="84" y="366"/>
                    </a:lnTo>
                    <a:lnTo>
                      <a:pt x="82" y="366"/>
                    </a:lnTo>
                    <a:lnTo>
                      <a:pt x="82" y="368"/>
                    </a:lnTo>
                    <a:lnTo>
                      <a:pt x="80" y="370"/>
                    </a:lnTo>
                    <a:lnTo>
                      <a:pt x="78" y="370"/>
                    </a:lnTo>
                    <a:lnTo>
                      <a:pt x="76" y="370"/>
                    </a:lnTo>
                    <a:lnTo>
                      <a:pt x="72" y="374"/>
                    </a:lnTo>
                    <a:lnTo>
                      <a:pt x="68" y="370"/>
                    </a:lnTo>
                    <a:lnTo>
                      <a:pt x="64" y="372"/>
                    </a:lnTo>
                    <a:lnTo>
                      <a:pt x="62" y="370"/>
                    </a:lnTo>
                    <a:lnTo>
                      <a:pt x="58" y="368"/>
                    </a:lnTo>
                    <a:lnTo>
                      <a:pt x="58" y="370"/>
                    </a:lnTo>
                    <a:lnTo>
                      <a:pt x="60" y="370"/>
                    </a:lnTo>
                    <a:lnTo>
                      <a:pt x="60" y="372"/>
                    </a:lnTo>
                    <a:lnTo>
                      <a:pt x="62" y="374"/>
                    </a:lnTo>
                    <a:lnTo>
                      <a:pt x="62" y="376"/>
                    </a:lnTo>
                    <a:lnTo>
                      <a:pt x="66" y="382"/>
                    </a:lnTo>
                    <a:lnTo>
                      <a:pt x="84" y="398"/>
                    </a:lnTo>
                    <a:lnTo>
                      <a:pt x="104" y="412"/>
                    </a:lnTo>
                    <a:lnTo>
                      <a:pt x="106" y="412"/>
                    </a:lnTo>
                    <a:lnTo>
                      <a:pt x="106" y="410"/>
                    </a:lnTo>
                    <a:lnTo>
                      <a:pt x="112" y="414"/>
                    </a:lnTo>
                    <a:lnTo>
                      <a:pt x="120" y="414"/>
                    </a:lnTo>
                    <a:lnTo>
                      <a:pt x="124" y="420"/>
                    </a:lnTo>
                    <a:lnTo>
                      <a:pt x="132" y="424"/>
                    </a:lnTo>
                    <a:lnTo>
                      <a:pt x="138" y="426"/>
                    </a:lnTo>
                    <a:lnTo>
                      <a:pt x="142" y="430"/>
                    </a:lnTo>
                    <a:lnTo>
                      <a:pt x="148" y="432"/>
                    </a:lnTo>
                    <a:lnTo>
                      <a:pt x="148" y="434"/>
                    </a:lnTo>
                    <a:lnTo>
                      <a:pt x="154" y="434"/>
                    </a:lnTo>
                    <a:lnTo>
                      <a:pt x="156" y="434"/>
                    </a:lnTo>
                    <a:lnTo>
                      <a:pt x="160" y="436"/>
                    </a:lnTo>
                    <a:lnTo>
                      <a:pt x="176" y="440"/>
                    </a:lnTo>
                    <a:lnTo>
                      <a:pt x="176" y="438"/>
                    </a:lnTo>
                    <a:lnTo>
                      <a:pt x="174" y="438"/>
                    </a:lnTo>
                    <a:lnTo>
                      <a:pt x="172" y="436"/>
                    </a:lnTo>
                    <a:lnTo>
                      <a:pt x="174" y="436"/>
                    </a:lnTo>
                    <a:lnTo>
                      <a:pt x="174" y="438"/>
                    </a:lnTo>
                    <a:lnTo>
                      <a:pt x="176" y="438"/>
                    </a:lnTo>
                    <a:lnTo>
                      <a:pt x="178" y="436"/>
                    </a:lnTo>
                    <a:lnTo>
                      <a:pt x="180" y="434"/>
                    </a:lnTo>
                    <a:lnTo>
                      <a:pt x="182" y="432"/>
                    </a:lnTo>
                    <a:lnTo>
                      <a:pt x="184" y="430"/>
                    </a:lnTo>
                    <a:lnTo>
                      <a:pt x="186" y="428"/>
                    </a:lnTo>
                    <a:lnTo>
                      <a:pt x="184" y="426"/>
                    </a:lnTo>
                    <a:lnTo>
                      <a:pt x="182" y="426"/>
                    </a:lnTo>
                    <a:close/>
                    <a:moveTo>
                      <a:pt x="202" y="138"/>
                    </a:moveTo>
                    <a:lnTo>
                      <a:pt x="202" y="138"/>
                    </a:lnTo>
                    <a:lnTo>
                      <a:pt x="202" y="140"/>
                    </a:lnTo>
                    <a:lnTo>
                      <a:pt x="204" y="140"/>
                    </a:lnTo>
                    <a:lnTo>
                      <a:pt x="206" y="140"/>
                    </a:lnTo>
                    <a:lnTo>
                      <a:pt x="206" y="138"/>
                    </a:lnTo>
                    <a:lnTo>
                      <a:pt x="204" y="138"/>
                    </a:lnTo>
                    <a:lnTo>
                      <a:pt x="202" y="138"/>
                    </a:lnTo>
                    <a:close/>
                    <a:moveTo>
                      <a:pt x="208" y="140"/>
                    </a:moveTo>
                    <a:lnTo>
                      <a:pt x="208" y="140"/>
                    </a:lnTo>
                    <a:lnTo>
                      <a:pt x="210" y="140"/>
                    </a:lnTo>
                    <a:lnTo>
                      <a:pt x="208" y="140"/>
                    </a:lnTo>
                    <a:close/>
                    <a:moveTo>
                      <a:pt x="192" y="128"/>
                    </a:moveTo>
                    <a:lnTo>
                      <a:pt x="192" y="128"/>
                    </a:lnTo>
                    <a:lnTo>
                      <a:pt x="192" y="130"/>
                    </a:lnTo>
                    <a:lnTo>
                      <a:pt x="194" y="130"/>
                    </a:lnTo>
                    <a:lnTo>
                      <a:pt x="194" y="128"/>
                    </a:lnTo>
                    <a:lnTo>
                      <a:pt x="192" y="128"/>
                    </a:lnTo>
                    <a:close/>
                    <a:moveTo>
                      <a:pt x="214" y="140"/>
                    </a:moveTo>
                    <a:lnTo>
                      <a:pt x="214" y="140"/>
                    </a:lnTo>
                    <a:close/>
                    <a:moveTo>
                      <a:pt x="218" y="136"/>
                    </a:moveTo>
                    <a:lnTo>
                      <a:pt x="216" y="136"/>
                    </a:lnTo>
                    <a:lnTo>
                      <a:pt x="216" y="138"/>
                    </a:lnTo>
                    <a:lnTo>
                      <a:pt x="218" y="138"/>
                    </a:lnTo>
                    <a:lnTo>
                      <a:pt x="220" y="138"/>
                    </a:lnTo>
                    <a:lnTo>
                      <a:pt x="220" y="136"/>
                    </a:lnTo>
                    <a:lnTo>
                      <a:pt x="218" y="136"/>
                    </a:lnTo>
                    <a:close/>
                    <a:moveTo>
                      <a:pt x="98" y="326"/>
                    </a:moveTo>
                    <a:lnTo>
                      <a:pt x="96" y="324"/>
                    </a:lnTo>
                    <a:lnTo>
                      <a:pt x="94" y="326"/>
                    </a:lnTo>
                    <a:lnTo>
                      <a:pt x="96" y="328"/>
                    </a:lnTo>
                    <a:lnTo>
                      <a:pt x="94" y="330"/>
                    </a:lnTo>
                    <a:lnTo>
                      <a:pt x="96" y="332"/>
                    </a:lnTo>
                    <a:lnTo>
                      <a:pt x="98" y="334"/>
                    </a:lnTo>
                    <a:lnTo>
                      <a:pt x="96" y="338"/>
                    </a:lnTo>
                    <a:lnTo>
                      <a:pt x="98" y="338"/>
                    </a:lnTo>
                    <a:lnTo>
                      <a:pt x="98" y="336"/>
                    </a:lnTo>
                    <a:lnTo>
                      <a:pt x="98" y="334"/>
                    </a:lnTo>
                    <a:lnTo>
                      <a:pt x="100" y="334"/>
                    </a:lnTo>
                    <a:lnTo>
                      <a:pt x="100" y="336"/>
                    </a:lnTo>
                    <a:lnTo>
                      <a:pt x="100" y="338"/>
                    </a:lnTo>
                    <a:lnTo>
                      <a:pt x="102" y="336"/>
                    </a:lnTo>
                    <a:lnTo>
                      <a:pt x="102" y="338"/>
                    </a:lnTo>
                    <a:lnTo>
                      <a:pt x="104" y="338"/>
                    </a:lnTo>
                    <a:lnTo>
                      <a:pt x="106" y="338"/>
                    </a:lnTo>
                    <a:lnTo>
                      <a:pt x="104" y="336"/>
                    </a:lnTo>
                    <a:lnTo>
                      <a:pt x="104" y="334"/>
                    </a:lnTo>
                    <a:lnTo>
                      <a:pt x="104" y="332"/>
                    </a:lnTo>
                    <a:lnTo>
                      <a:pt x="104" y="330"/>
                    </a:lnTo>
                    <a:lnTo>
                      <a:pt x="102" y="328"/>
                    </a:lnTo>
                    <a:lnTo>
                      <a:pt x="98" y="330"/>
                    </a:lnTo>
                    <a:lnTo>
                      <a:pt x="98" y="328"/>
                    </a:lnTo>
                    <a:lnTo>
                      <a:pt x="98" y="326"/>
                    </a:lnTo>
                    <a:close/>
                    <a:moveTo>
                      <a:pt x="96" y="338"/>
                    </a:moveTo>
                    <a:lnTo>
                      <a:pt x="96" y="338"/>
                    </a:lnTo>
                    <a:close/>
                    <a:moveTo>
                      <a:pt x="80" y="286"/>
                    </a:moveTo>
                    <a:lnTo>
                      <a:pt x="80" y="284"/>
                    </a:lnTo>
                    <a:lnTo>
                      <a:pt x="78" y="284"/>
                    </a:lnTo>
                    <a:lnTo>
                      <a:pt x="76" y="284"/>
                    </a:lnTo>
                    <a:lnTo>
                      <a:pt x="76" y="286"/>
                    </a:lnTo>
                    <a:lnTo>
                      <a:pt x="74" y="286"/>
                    </a:lnTo>
                    <a:lnTo>
                      <a:pt x="72" y="286"/>
                    </a:lnTo>
                    <a:lnTo>
                      <a:pt x="70" y="288"/>
                    </a:lnTo>
                    <a:lnTo>
                      <a:pt x="68" y="288"/>
                    </a:lnTo>
                    <a:lnTo>
                      <a:pt x="66" y="290"/>
                    </a:lnTo>
                    <a:lnTo>
                      <a:pt x="66" y="292"/>
                    </a:lnTo>
                    <a:lnTo>
                      <a:pt x="68" y="294"/>
                    </a:lnTo>
                    <a:lnTo>
                      <a:pt x="70" y="292"/>
                    </a:lnTo>
                    <a:lnTo>
                      <a:pt x="72" y="292"/>
                    </a:lnTo>
                    <a:lnTo>
                      <a:pt x="70" y="296"/>
                    </a:lnTo>
                    <a:lnTo>
                      <a:pt x="72" y="296"/>
                    </a:lnTo>
                    <a:lnTo>
                      <a:pt x="74" y="296"/>
                    </a:lnTo>
                    <a:lnTo>
                      <a:pt x="74" y="298"/>
                    </a:lnTo>
                    <a:lnTo>
                      <a:pt x="72" y="300"/>
                    </a:lnTo>
                    <a:lnTo>
                      <a:pt x="72" y="302"/>
                    </a:lnTo>
                    <a:lnTo>
                      <a:pt x="74" y="300"/>
                    </a:lnTo>
                    <a:lnTo>
                      <a:pt x="76" y="300"/>
                    </a:lnTo>
                    <a:lnTo>
                      <a:pt x="82" y="298"/>
                    </a:lnTo>
                    <a:lnTo>
                      <a:pt x="82" y="296"/>
                    </a:lnTo>
                    <a:lnTo>
                      <a:pt x="82" y="294"/>
                    </a:lnTo>
                    <a:lnTo>
                      <a:pt x="84" y="292"/>
                    </a:lnTo>
                    <a:lnTo>
                      <a:pt x="84" y="290"/>
                    </a:lnTo>
                    <a:lnTo>
                      <a:pt x="82" y="290"/>
                    </a:lnTo>
                    <a:lnTo>
                      <a:pt x="80" y="288"/>
                    </a:lnTo>
                    <a:lnTo>
                      <a:pt x="80" y="286"/>
                    </a:lnTo>
                    <a:close/>
                    <a:moveTo>
                      <a:pt x="166" y="170"/>
                    </a:moveTo>
                    <a:lnTo>
                      <a:pt x="166" y="170"/>
                    </a:lnTo>
                    <a:lnTo>
                      <a:pt x="166" y="164"/>
                    </a:lnTo>
                    <a:lnTo>
                      <a:pt x="164" y="164"/>
                    </a:lnTo>
                    <a:lnTo>
                      <a:pt x="164" y="168"/>
                    </a:lnTo>
                    <a:lnTo>
                      <a:pt x="164" y="170"/>
                    </a:lnTo>
                    <a:lnTo>
                      <a:pt x="166" y="170"/>
                    </a:lnTo>
                    <a:close/>
                    <a:moveTo>
                      <a:pt x="222" y="98"/>
                    </a:moveTo>
                    <a:lnTo>
                      <a:pt x="222" y="98"/>
                    </a:lnTo>
                    <a:lnTo>
                      <a:pt x="220" y="98"/>
                    </a:lnTo>
                    <a:lnTo>
                      <a:pt x="222" y="98"/>
                    </a:lnTo>
                    <a:close/>
                    <a:moveTo>
                      <a:pt x="226" y="86"/>
                    </a:moveTo>
                    <a:lnTo>
                      <a:pt x="226" y="88"/>
                    </a:lnTo>
                    <a:lnTo>
                      <a:pt x="228" y="88"/>
                    </a:lnTo>
                    <a:lnTo>
                      <a:pt x="228" y="86"/>
                    </a:lnTo>
                    <a:lnTo>
                      <a:pt x="226" y="86"/>
                    </a:lnTo>
                    <a:close/>
                    <a:moveTo>
                      <a:pt x="212" y="82"/>
                    </a:moveTo>
                    <a:lnTo>
                      <a:pt x="212" y="82"/>
                    </a:lnTo>
                    <a:lnTo>
                      <a:pt x="214" y="82"/>
                    </a:lnTo>
                    <a:lnTo>
                      <a:pt x="214" y="80"/>
                    </a:lnTo>
                    <a:lnTo>
                      <a:pt x="208" y="80"/>
                    </a:lnTo>
                    <a:lnTo>
                      <a:pt x="208" y="82"/>
                    </a:lnTo>
                    <a:lnTo>
                      <a:pt x="212" y="82"/>
                    </a:lnTo>
                    <a:close/>
                    <a:moveTo>
                      <a:pt x="230" y="264"/>
                    </a:moveTo>
                    <a:lnTo>
                      <a:pt x="228" y="264"/>
                    </a:lnTo>
                    <a:lnTo>
                      <a:pt x="228" y="266"/>
                    </a:lnTo>
                    <a:lnTo>
                      <a:pt x="230" y="266"/>
                    </a:lnTo>
                    <a:lnTo>
                      <a:pt x="230" y="264"/>
                    </a:lnTo>
                    <a:close/>
                  </a:path>
                </a:pathLst>
              </a:custGeom>
              <a:gradFill rotWithShape="1">
                <a:gsLst>
                  <a:gs pos="0">
                    <a:srgbClr val="C0FF4D"/>
                  </a:gs>
                  <a:gs pos="57001">
                    <a:srgbClr val="A1D129"/>
                  </a:gs>
                  <a:gs pos="100000">
                    <a:srgbClr val="A1D129"/>
                  </a:gs>
                </a:gsLst>
                <a:lin ang="5400000" scaled="1"/>
              </a:gradFill>
              <a:ln w="9525">
                <a:noFill/>
                <a:miter lim="800000"/>
                <a:headEnd/>
                <a:tailEnd/>
              </a:ln>
            </p:spPr>
            <p:txBody>
              <a:bodyPr anchor="ctr"/>
              <a:lstStyle/>
              <a:p>
                <a:pPr algn="ctr"/>
                <a:endParaRPr lang="en-US" u="sng">
                  <a:solidFill>
                    <a:srgbClr val="FFFFFF"/>
                  </a:solidFill>
                  <a:latin typeface="Calibri" pitchFamily="-65" charset="0"/>
                </a:endParaRPr>
              </a:p>
            </p:txBody>
          </p:sp>
        </p:grpSp>
        <p:sp>
          <p:nvSpPr>
            <p:cNvPr id="13408" name="Ellipse 45"/>
            <p:cNvSpPr>
              <a:spLocks noChangeArrowheads="1"/>
            </p:cNvSpPr>
            <p:nvPr/>
          </p:nvSpPr>
          <p:spPr bwMode="auto">
            <a:xfrm rot="21374326" flipH="1">
              <a:off x="2714385" y="1962182"/>
              <a:ext cx="1997696" cy="1633886"/>
            </a:xfrm>
            <a:prstGeom prst="ellipse">
              <a:avLst/>
            </a:prstGeom>
            <a:gradFill rotWithShape="1">
              <a:gsLst>
                <a:gs pos="0">
                  <a:srgbClr val="FFFCF9">
                    <a:alpha val="76999"/>
                  </a:srgbClr>
                </a:gs>
                <a:gs pos="100000">
                  <a:srgbClr val="FFFFFF">
                    <a:alpha val="0"/>
                  </a:srgbClr>
                </a:gs>
              </a:gsLst>
              <a:lin ang="5400000"/>
            </a:gradFill>
            <a:ln w="9525">
              <a:noFill/>
              <a:round/>
              <a:headEnd/>
              <a:tailEnd/>
            </a:ln>
          </p:spPr>
          <p:txBody>
            <a:bodyPr anchor="ctr"/>
            <a:lstStyle/>
            <a:p>
              <a:pPr algn="ctr"/>
              <a:endParaRPr lang="da-DK" u="sng">
                <a:solidFill>
                  <a:srgbClr val="FFFFFF"/>
                </a:solidFill>
                <a:latin typeface="Calibri" pitchFamily="-65" charset="0"/>
              </a:endParaRPr>
            </a:p>
          </p:txBody>
        </p:sp>
      </p:grpSp>
      <p:grpSp>
        <p:nvGrpSpPr>
          <p:cNvPr id="5" name="Gruppe 383"/>
          <p:cNvGrpSpPr>
            <a:grpSpLocks/>
          </p:cNvGrpSpPr>
          <p:nvPr/>
        </p:nvGrpSpPr>
        <p:grpSpPr bwMode="auto">
          <a:xfrm>
            <a:off x="1328738" y="2543175"/>
            <a:ext cx="1062037" cy="3106738"/>
            <a:chOff x="12787370" y="3362337"/>
            <a:chExt cx="2391678" cy="6991325"/>
          </a:xfrm>
        </p:grpSpPr>
        <p:grpSp>
          <p:nvGrpSpPr>
            <p:cNvPr id="6" name="Gruppe 1605"/>
            <p:cNvGrpSpPr>
              <a:grpSpLocks/>
            </p:cNvGrpSpPr>
            <p:nvPr/>
          </p:nvGrpSpPr>
          <p:grpSpPr bwMode="auto">
            <a:xfrm>
              <a:off x="12787357" y="3362367"/>
              <a:ext cx="2391683" cy="6991276"/>
              <a:chOff x="-9513501" y="-8286832"/>
              <a:chExt cx="3613597" cy="10563225"/>
            </a:xfrm>
          </p:grpSpPr>
          <p:sp>
            <p:nvSpPr>
              <p:cNvPr id="18" name="Freeform 1502"/>
              <p:cNvSpPr>
                <a:spLocks/>
              </p:cNvSpPr>
              <p:nvPr/>
            </p:nvSpPr>
            <p:spPr bwMode="auto">
              <a:xfrm>
                <a:off x="-6229379" y="-6289727"/>
                <a:ext cx="102626" cy="59376"/>
              </a:xfrm>
              <a:custGeom>
                <a:avLst/>
                <a:gdLst>
                  <a:gd name="T0" fmla="*/ 0 w 27"/>
                  <a:gd name="T1" fmla="*/ 11 h 16"/>
                  <a:gd name="T2" fmla="*/ 0 w 27"/>
                  <a:gd name="T3" fmla="*/ 11 h 16"/>
                  <a:gd name="T4" fmla="*/ 5 w 27"/>
                  <a:gd name="T5" fmla="*/ 5 h 16"/>
                  <a:gd name="T6" fmla="*/ 5 w 27"/>
                  <a:gd name="T7" fmla="*/ 0 h 16"/>
                  <a:gd name="T8" fmla="*/ 5 w 27"/>
                  <a:gd name="T9" fmla="*/ 0 h 16"/>
                  <a:gd name="T10" fmla="*/ 11 w 27"/>
                  <a:gd name="T11" fmla="*/ 5 h 16"/>
                  <a:gd name="T12" fmla="*/ 22 w 27"/>
                  <a:gd name="T13" fmla="*/ 11 h 16"/>
                  <a:gd name="T14" fmla="*/ 27 w 27"/>
                  <a:gd name="T15" fmla="*/ 11 h 16"/>
                  <a:gd name="T16" fmla="*/ 22 w 27"/>
                  <a:gd name="T17" fmla="*/ 16 h 16"/>
                  <a:gd name="T18" fmla="*/ 22 w 27"/>
                  <a:gd name="T19" fmla="*/ 16 h 16"/>
                  <a:gd name="T20" fmla="*/ 22 w 27"/>
                  <a:gd name="T21" fmla="*/ 11 h 16"/>
                  <a:gd name="T22" fmla="*/ 16 w 27"/>
                  <a:gd name="T23" fmla="*/ 11 h 16"/>
                  <a:gd name="T24" fmla="*/ 0 w 27"/>
                  <a:gd name="T25" fmla="*/ 11 h 16"/>
                  <a:gd name="T26" fmla="*/ 0 w 27"/>
                  <a:gd name="T27" fmla="*/ 11 h 1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7"/>
                  <a:gd name="T43" fmla="*/ 0 h 16"/>
                  <a:gd name="T44" fmla="*/ 27 w 27"/>
                  <a:gd name="T45" fmla="*/ 16 h 1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7" h="16">
                    <a:moveTo>
                      <a:pt x="0" y="11"/>
                    </a:moveTo>
                    <a:lnTo>
                      <a:pt x="0" y="11"/>
                    </a:lnTo>
                    <a:lnTo>
                      <a:pt x="5" y="5"/>
                    </a:lnTo>
                    <a:lnTo>
                      <a:pt x="5" y="0"/>
                    </a:lnTo>
                    <a:lnTo>
                      <a:pt x="11" y="5"/>
                    </a:lnTo>
                    <a:lnTo>
                      <a:pt x="22" y="11"/>
                    </a:lnTo>
                    <a:lnTo>
                      <a:pt x="27" y="11"/>
                    </a:lnTo>
                    <a:lnTo>
                      <a:pt x="22" y="16"/>
                    </a:lnTo>
                    <a:lnTo>
                      <a:pt x="22" y="11"/>
                    </a:lnTo>
                    <a:lnTo>
                      <a:pt x="16" y="11"/>
                    </a:lnTo>
                    <a:lnTo>
                      <a:pt x="0" y="11"/>
                    </a:lnTo>
                    <a:close/>
                  </a:path>
                </a:pathLst>
              </a:custGeom>
              <a:solidFill>
                <a:srgbClr val="FFFFFF"/>
              </a:solidFill>
              <a:ln w="9525">
                <a:noFill/>
                <a:round/>
                <a:headEnd/>
                <a:tailEnd/>
              </a:ln>
            </p:spPr>
            <p:txBody>
              <a:bodyPr/>
              <a:lstStyle/>
              <a:p>
                <a:endParaRPr lang="da-DK"/>
              </a:p>
            </p:txBody>
          </p:sp>
          <p:sp>
            <p:nvSpPr>
              <p:cNvPr id="19" name="Freeform 1503"/>
              <p:cNvSpPr>
                <a:spLocks/>
              </p:cNvSpPr>
              <p:nvPr/>
            </p:nvSpPr>
            <p:spPr bwMode="auto">
              <a:xfrm>
                <a:off x="-6369818" y="-6289727"/>
                <a:ext cx="59415" cy="59376"/>
              </a:xfrm>
              <a:custGeom>
                <a:avLst/>
                <a:gdLst>
                  <a:gd name="T0" fmla="*/ 5 w 16"/>
                  <a:gd name="T1" fmla="*/ 0 h 16"/>
                  <a:gd name="T2" fmla="*/ 5 w 16"/>
                  <a:gd name="T3" fmla="*/ 0 h 16"/>
                  <a:gd name="T4" fmla="*/ 5 w 16"/>
                  <a:gd name="T5" fmla="*/ 5 h 16"/>
                  <a:gd name="T6" fmla="*/ 5 w 16"/>
                  <a:gd name="T7" fmla="*/ 5 h 16"/>
                  <a:gd name="T8" fmla="*/ 16 w 16"/>
                  <a:gd name="T9" fmla="*/ 0 h 16"/>
                  <a:gd name="T10" fmla="*/ 16 w 16"/>
                  <a:gd name="T11" fmla="*/ 0 h 16"/>
                  <a:gd name="T12" fmla="*/ 16 w 16"/>
                  <a:gd name="T13" fmla="*/ 11 h 16"/>
                  <a:gd name="T14" fmla="*/ 16 w 16"/>
                  <a:gd name="T15" fmla="*/ 11 h 16"/>
                  <a:gd name="T16" fmla="*/ 5 w 16"/>
                  <a:gd name="T17" fmla="*/ 16 h 16"/>
                  <a:gd name="T18" fmla="*/ 0 w 16"/>
                  <a:gd name="T19" fmla="*/ 11 h 16"/>
                  <a:gd name="T20" fmla="*/ 0 w 16"/>
                  <a:gd name="T21" fmla="*/ 5 h 16"/>
                  <a:gd name="T22" fmla="*/ 5 w 16"/>
                  <a:gd name="T23" fmla="*/ 0 h 16"/>
                  <a:gd name="T24" fmla="*/ 5 w 16"/>
                  <a:gd name="T25" fmla="*/ 0 h 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
                  <a:gd name="T40" fmla="*/ 0 h 16"/>
                  <a:gd name="T41" fmla="*/ 16 w 16"/>
                  <a:gd name="T42" fmla="*/ 16 h 1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 h="16">
                    <a:moveTo>
                      <a:pt x="5" y="0"/>
                    </a:moveTo>
                    <a:lnTo>
                      <a:pt x="5" y="0"/>
                    </a:lnTo>
                    <a:lnTo>
                      <a:pt x="5" y="5"/>
                    </a:lnTo>
                    <a:lnTo>
                      <a:pt x="16" y="0"/>
                    </a:lnTo>
                    <a:lnTo>
                      <a:pt x="16" y="11"/>
                    </a:lnTo>
                    <a:lnTo>
                      <a:pt x="5" y="16"/>
                    </a:lnTo>
                    <a:lnTo>
                      <a:pt x="0" y="11"/>
                    </a:lnTo>
                    <a:lnTo>
                      <a:pt x="0" y="5"/>
                    </a:lnTo>
                    <a:lnTo>
                      <a:pt x="5" y="0"/>
                    </a:lnTo>
                    <a:close/>
                  </a:path>
                </a:pathLst>
              </a:custGeom>
              <a:solidFill>
                <a:srgbClr val="FFFFFF"/>
              </a:solidFill>
              <a:ln w="9525">
                <a:noFill/>
                <a:round/>
                <a:headEnd/>
                <a:tailEnd/>
              </a:ln>
            </p:spPr>
            <p:txBody>
              <a:bodyPr/>
              <a:lstStyle/>
              <a:p>
                <a:endParaRPr lang="da-DK"/>
              </a:p>
            </p:txBody>
          </p:sp>
          <p:sp>
            <p:nvSpPr>
              <p:cNvPr id="20" name="Freeform 1504"/>
              <p:cNvSpPr>
                <a:spLocks/>
              </p:cNvSpPr>
              <p:nvPr/>
            </p:nvSpPr>
            <p:spPr bwMode="auto">
              <a:xfrm>
                <a:off x="-6391424" y="-6230351"/>
                <a:ext cx="102626" cy="59373"/>
              </a:xfrm>
              <a:custGeom>
                <a:avLst/>
                <a:gdLst>
                  <a:gd name="T0" fmla="*/ 22 w 28"/>
                  <a:gd name="T1" fmla="*/ 16 h 16"/>
                  <a:gd name="T2" fmla="*/ 22 w 28"/>
                  <a:gd name="T3" fmla="*/ 16 h 16"/>
                  <a:gd name="T4" fmla="*/ 17 w 28"/>
                  <a:gd name="T5" fmla="*/ 11 h 16"/>
                  <a:gd name="T6" fmla="*/ 0 w 28"/>
                  <a:gd name="T7" fmla="*/ 11 h 16"/>
                  <a:gd name="T8" fmla="*/ 0 w 28"/>
                  <a:gd name="T9" fmla="*/ 11 h 16"/>
                  <a:gd name="T10" fmla="*/ 0 w 28"/>
                  <a:gd name="T11" fmla="*/ 6 h 16"/>
                  <a:gd name="T12" fmla="*/ 0 w 28"/>
                  <a:gd name="T13" fmla="*/ 0 h 16"/>
                  <a:gd name="T14" fmla="*/ 0 w 28"/>
                  <a:gd name="T15" fmla="*/ 0 h 16"/>
                  <a:gd name="T16" fmla="*/ 0 w 28"/>
                  <a:gd name="T17" fmla="*/ 11 h 16"/>
                  <a:gd name="T18" fmla="*/ 0 w 28"/>
                  <a:gd name="T19" fmla="*/ 11 h 16"/>
                  <a:gd name="T20" fmla="*/ 6 w 28"/>
                  <a:gd name="T21" fmla="*/ 6 h 16"/>
                  <a:gd name="T22" fmla="*/ 17 w 28"/>
                  <a:gd name="T23" fmla="*/ 6 h 16"/>
                  <a:gd name="T24" fmla="*/ 28 w 28"/>
                  <a:gd name="T25" fmla="*/ 6 h 16"/>
                  <a:gd name="T26" fmla="*/ 28 w 28"/>
                  <a:gd name="T27" fmla="*/ 6 h 16"/>
                  <a:gd name="T28" fmla="*/ 28 w 28"/>
                  <a:gd name="T29" fmla="*/ 11 h 16"/>
                  <a:gd name="T30" fmla="*/ 28 w 28"/>
                  <a:gd name="T31" fmla="*/ 11 h 16"/>
                  <a:gd name="T32" fmla="*/ 28 w 28"/>
                  <a:gd name="T33" fmla="*/ 16 h 16"/>
                  <a:gd name="T34" fmla="*/ 22 w 28"/>
                  <a:gd name="T35" fmla="*/ 16 h 16"/>
                  <a:gd name="T36" fmla="*/ 22 w 28"/>
                  <a:gd name="T37" fmla="*/ 16 h 1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
                  <a:gd name="T58" fmla="*/ 0 h 16"/>
                  <a:gd name="T59" fmla="*/ 28 w 28"/>
                  <a:gd name="T60" fmla="*/ 16 h 1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 h="16">
                    <a:moveTo>
                      <a:pt x="22" y="16"/>
                    </a:moveTo>
                    <a:lnTo>
                      <a:pt x="22" y="16"/>
                    </a:lnTo>
                    <a:lnTo>
                      <a:pt x="17" y="11"/>
                    </a:lnTo>
                    <a:lnTo>
                      <a:pt x="0" y="11"/>
                    </a:lnTo>
                    <a:lnTo>
                      <a:pt x="0" y="6"/>
                    </a:lnTo>
                    <a:lnTo>
                      <a:pt x="0" y="0"/>
                    </a:lnTo>
                    <a:lnTo>
                      <a:pt x="0" y="11"/>
                    </a:lnTo>
                    <a:lnTo>
                      <a:pt x="6" y="6"/>
                    </a:lnTo>
                    <a:lnTo>
                      <a:pt x="17" y="6"/>
                    </a:lnTo>
                    <a:lnTo>
                      <a:pt x="28" y="6"/>
                    </a:lnTo>
                    <a:lnTo>
                      <a:pt x="28" y="11"/>
                    </a:lnTo>
                    <a:lnTo>
                      <a:pt x="28" y="16"/>
                    </a:lnTo>
                    <a:lnTo>
                      <a:pt x="22" y="16"/>
                    </a:lnTo>
                    <a:close/>
                  </a:path>
                </a:pathLst>
              </a:custGeom>
              <a:solidFill>
                <a:srgbClr val="FFFFFF"/>
              </a:solidFill>
              <a:ln w="9525">
                <a:noFill/>
                <a:round/>
                <a:headEnd/>
                <a:tailEnd/>
              </a:ln>
            </p:spPr>
            <p:txBody>
              <a:bodyPr/>
              <a:lstStyle/>
              <a:p>
                <a:endParaRPr lang="da-DK"/>
              </a:p>
            </p:txBody>
          </p:sp>
          <p:sp>
            <p:nvSpPr>
              <p:cNvPr id="21" name="Freeform 1505"/>
              <p:cNvSpPr>
                <a:spLocks/>
              </p:cNvSpPr>
              <p:nvPr/>
            </p:nvSpPr>
            <p:spPr bwMode="auto">
              <a:xfrm>
                <a:off x="-6250985" y="-6149387"/>
                <a:ext cx="145838" cy="43182"/>
              </a:xfrm>
              <a:custGeom>
                <a:avLst/>
                <a:gdLst>
                  <a:gd name="T0" fmla="*/ 0 w 39"/>
                  <a:gd name="T1" fmla="*/ 0 h 11"/>
                  <a:gd name="T2" fmla="*/ 0 w 39"/>
                  <a:gd name="T3" fmla="*/ 0 h 11"/>
                  <a:gd name="T4" fmla="*/ 17 w 39"/>
                  <a:gd name="T5" fmla="*/ 0 h 11"/>
                  <a:gd name="T6" fmla="*/ 28 w 39"/>
                  <a:gd name="T7" fmla="*/ 0 h 11"/>
                  <a:gd name="T8" fmla="*/ 39 w 39"/>
                  <a:gd name="T9" fmla="*/ 11 h 11"/>
                  <a:gd name="T10" fmla="*/ 39 w 39"/>
                  <a:gd name="T11" fmla="*/ 11 h 11"/>
                  <a:gd name="T12" fmla="*/ 11 w 39"/>
                  <a:gd name="T13" fmla="*/ 5 h 11"/>
                  <a:gd name="T14" fmla="*/ 6 w 39"/>
                  <a:gd name="T15" fmla="*/ 5 h 11"/>
                  <a:gd name="T16" fmla="*/ 0 w 39"/>
                  <a:gd name="T17" fmla="*/ 0 h 11"/>
                  <a:gd name="T18" fmla="*/ 0 w 39"/>
                  <a:gd name="T19" fmla="*/ 0 h 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11"/>
                  <a:gd name="T32" fmla="*/ 39 w 39"/>
                  <a:gd name="T33" fmla="*/ 11 h 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11">
                    <a:moveTo>
                      <a:pt x="0" y="0"/>
                    </a:moveTo>
                    <a:lnTo>
                      <a:pt x="0" y="0"/>
                    </a:lnTo>
                    <a:lnTo>
                      <a:pt x="17" y="0"/>
                    </a:lnTo>
                    <a:lnTo>
                      <a:pt x="28" y="0"/>
                    </a:lnTo>
                    <a:lnTo>
                      <a:pt x="39" y="11"/>
                    </a:lnTo>
                    <a:lnTo>
                      <a:pt x="11" y="5"/>
                    </a:lnTo>
                    <a:lnTo>
                      <a:pt x="6" y="5"/>
                    </a:lnTo>
                    <a:lnTo>
                      <a:pt x="0" y="0"/>
                    </a:lnTo>
                    <a:close/>
                  </a:path>
                </a:pathLst>
              </a:custGeom>
              <a:solidFill>
                <a:srgbClr val="FFFFFF"/>
              </a:solidFill>
              <a:ln w="9525">
                <a:noFill/>
                <a:round/>
                <a:headEnd/>
                <a:tailEnd/>
              </a:ln>
            </p:spPr>
            <p:txBody>
              <a:bodyPr/>
              <a:lstStyle/>
              <a:p>
                <a:endParaRPr lang="da-DK"/>
              </a:p>
            </p:txBody>
          </p:sp>
          <p:sp>
            <p:nvSpPr>
              <p:cNvPr id="22" name="Freeform 1506"/>
              <p:cNvSpPr>
                <a:spLocks/>
              </p:cNvSpPr>
              <p:nvPr/>
            </p:nvSpPr>
            <p:spPr bwMode="auto">
              <a:xfrm>
                <a:off x="-6391424" y="-6170978"/>
                <a:ext cx="102626" cy="64772"/>
              </a:xfrm>
              <a:custGeom>
                <a:avLst/>
                <a:gdLst>
                  <a:gd name="T0" fmla="*/ 22 w 28"/>
                  <a:gd name="T1" fmla="*/ 17 h 17"/>
                  <a:gd name="T2" fmla="*/ 22 w 28"/>
                  <a:gd name="T3" fmla="*/ 17 h 17"/>
                  <a:gd name="T4" fmla="*/ 22 w 28"/>
                  <a:gd name="T5" fmla="*/ 11 h 17"/>
                  <a:gd name="T6" fmla="*/ 11 w 28"/>
                  <a:gd name="T7" fmla="*/ 11 h 17"/>
                  <a:gd name="T8" fmla="*/ 0 w 28"/>
                  <a:gd name="T9" fmla="*/ 11 h 17"/>
                  <a:gd name="T10" fmla="*/ 0 w 28"/>
                  <a:gd name="T11" fmla="*/ 11 h 17"/>
                  <a:gd name="T12" fmla="*/ 0 w 28"/>
                  <a:gd name="T13" fmla="*/ 6 h 17"/>
                  <a:gd name="T14" fmla="*/ 11 w 28"/>
                  <a:gd name="T15" fmla="*/ 0 h 17"/>
                  <a:gd name="T16" fmla="*/ 28 w 28"/>
                  <a:gd name="T17" fmla="*/ 6 h 17"/>
                  <a:gd name="T18" fmla="*/ 28 w 28"/>
                  <a:gd name="T19" fmla="*/ 6 h 17"/>
                  <a:gd name="T20" fmla="*/ 28 w 28"/>
                  <a:gd name="T21" fmla="*/ 11 h 17"/>
                  <a:gd name="T22" fmla="*/ 28 w 28"/>
                  <a:gd name="T23" fmla="*/ 11 h 17"/>
                  <a:gd name="T24" fmla="*/ 28 w 28"/>
                  <a:gd name="T25" fmla="*/ 11 h 17"/>
                  <a:gd name="T26" fmla="*/ 22 w 28"/>
                  <a:gd name="T27" fmla="*/ 17 h 17"/>
                  <a:gd name="T28" fmla="*/ 22 w 28"/>
                  <a:gd name="T29" fmla="*/ 17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
                  <a:gd name="T46" fmla="*/ 0 h 17"/>
                  <a:gd name="T47" fmla="*/ 28 w 28"/>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 h="17">
                    <a:moveTo>
                      <a:pt x="22" y="17"/>
                    </a:moveTo>
                    <a:lnTo>
                      <a:pt x="22" y="17"/>
                    </a:lnTo>
                    <a:lnTo>
                      <a:pt x="22" y="11"/>
                    </a:lnTo>
                    <a:lnTo>
                      <a:pt x="11" y="11"/>
                    </a:lnTo>
                    <a:lnTo>
                      <a:pt x="0" y="11"/>
                    </a:lnTo>
                    <a:lnTo>
                      <a:pt x="0" y="6"/>
                    </a:lnTo>
                    <a:lnTo>
                      <a:pt x="11" y="0"/>
                    </a:lnTo>
                    <a:lnTo>
                      <a:pt x="28" y="6"/>
                    </a:lnTo>
                    <a:lnTo>
                      <a:pt x="28" y="11"/>
                    </a:lnTo>
                    <a:lnTo>
                      <a:pt x="22" y="17"/>
                    </a:lnTo>
                    <a:close/>
                  </a:path>
                </a:pathLst>
              </a:custGeom>
              <a:solidFill>
                <a:srgbClr val="FFFFFF"/>
              </a:solidFill>
              <a:ln w="9525">
                <a:noFill/>
                <a:round/>
                <a:headEnd/>
                <a:tailEnd/>
              </a:ln>
            </p:spPr>
            <p:txBody>
              <a:bodyPr/>
              <a:lstStyle/>
              <a:p>
                <a:endParaRPr lang="da-DK"/>
              </a:p>
            </p:txBody>
          </p:sp>
          <p:sp>
            <p:nvSpPr>
              <p:cNvPr id="23" name="Freeform 1507"/>
              <p:cNvSpPr>
                <a:spLocks/>
              </p:cNvSpPr>
              <p:nvPr/>
            </p:nvSpPr>
            <p:spPr bwMode="auto">
              <a:xfrm>
                <a:off x="-6229379" y="-6106206"/>
                <a:ext cx="124232" cy="37786"/>
              </a:xfrm>
              <a:custGeom>
                <a:avLst/>
                <a:gdLst>
                  <a:gd name="T0" fmla="*/ 27 w 33"/>
                  <a:gd name="T1" fmla="*/ 11 h 11"/>
                  <a:gd name="T2" fmla="*/ 27 w 33"/>
                  <a:gd name="T3" fmla="*/ 11 h 11"/>
                  <a:gd name="T4" fmla="*/ 16 w 33"/>
                  <a:gd name="T5" fmla="*/ 11 h 11"/>
                  <a:gd name="T6" fmla="*/ 0 w 33"/>
                  <a:gd name="T7" fmla="*/ 11 h 11"/>
                  <a:gd name="T8" fmla="*/ 0 w 33"/>
                  <a:gd name="T9" fmla="*/ 11 h 11"/>
                  <a:gd name="T10" fmla="*/ 0 w 33"/>
                  <a:gd name="T11" fmla="*/ 5 h 11"/>
                  <a:gd name="T12" fmla="*/ 0 w 33"/>
                  <a:gd name="T13" fmla="*/ 5 h 11"/>
                  <a:gd name="T14" fmla="*/ 5 w 33"/>
                  <a:gd name="T15" fmla="*/ 0 h 11"/>
                  <a:gd name="T16" fmla="*/ 5 w 33"/>
                  <a:gd name="T17" fmla="*/ 0 h 11"/>
                  <a:gd name="T18" fmla="*/ 5 w 33"/>
                  <a:gd name="T19" fmla="*/ 0 h 11"/>
                  <a:gd name="T20" fmla="*/ 11 w 33"/>
                  <a:gd name="T21" fmla="*/ 5 h 11"/>
                  <a:gd name="T22" fmla="*/ 22 w 33"/>
                  <a:gd name="T23" fmla="*/ 5 h 11"/>
                  <a:gd name="T24" fmla="*/ 33 w 33"/>
                  <a:gd name="T25" fmla="*/ 5 h 11"/>
                  <a:gd name="T26" fmla="*/ 27 w 33"/>
                  <a:gd name="T27" fmla="*/ 11 h 11"/>
                  <a:gd name="T28" fmla="*/ 27 w 33"/>
                  <a:gd name="T29" fmla="*/ 11 h 1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3"/>
                  <a:gd name="T46" fmla="*/ 0 h 11"/>
                  <a:gd name="T47" fmla="*/ 33 w 33"/>
                  <a:gd name="T48" fmla="*/ 11 h 1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3" h="11">
                    <a:moveTo>
                      <a:pt x="27" y="11"/>
                    </a:moveTo>
                    <a:lnTo>
                      <a:pt x="27" y="11"/>
                    </a:lnTo>
                    <a:lnTo>
                      <a:pt x="16" y="11"/>
                    </a:lnTo>
                    <a:lnTo>
                      <a:pt x="0" y="11"/>
                    </a:lnTo>
                    <a:lnTo>
                      <a:pt x="0" y="5"/>
                    </a:lnTo>
                    <a:lnTo>
                      <a:pt x="5" y="0"/>
                    </a:lnTo>
                    <a:lnTo>
                      <a:pt x="11" y="5"/>
                    </a:lnTo>
                    <a:lnTo>
                      <a:pt x="22" y="5"/>
                    </a:lnTo>
                    <a:lnTo>
                      <a:pt x="33" y="5"/>
                    </a:lnTo>
                    <a:lnTo>
                      <a:pt x="27" y="11"/>
                    </a:lnTo>
                    <a:close/>
                  </a:path>
                </a:pathLst>
              </a:custGeom>
              <a:solidFill>
                <a:srgbClr val="FFFFFF"/>
              </a:solidFill>
              <a:ln w="9525">
                <a:noFill/>
                <a:round/>
                <a:headEnd/>
                <a:tailEnd/>
              </a:ln>
            </p:spPr>
            <p:txBody>
              <a:bodyPr/>
              <a:lstStyle/>
              <a:p>
                <a:endParaRPr lang="da-DK"/>
              </a:p>
            </p:txBody>
          </p:sp>
          <p:sp>
            <p:nvSpPr>
              <p:cNvPr id="24" name="Freeform 1508"/>
              <p:cNvSpPr>
                <a:spLocks/>
              </p:cNvSpPr>
              <p:nvPr/>
            </p:nvSpPr>
            <p:spPr bwMode="auto">
              <a:xfrm>
                <a:off x="-6391424" y="-6106206"/>
                <a:ext cx="124232" cy="37786"/>
              </a:xfrm>
              <a:custGeom>
                <a:avLst/>
                <a:gdLst>
                  <a:gd name="T0" fmla="*/ 0 w 33"/>
                  <a:gd name="T1" fmla="*/ 11 h 11"/>
                  <a:gd name="T2" fmla="*/ 0 w 33"/>
                  <a:gd name="T3" fmla="*/ 11 h 11"/>
                  <a:gd name="T4" fmla="*/ 0 w 33"/>
                  <a:gd name="T5" fmla="*/ 0 h 11"/>
                  <a:gd name="T6" fmla="*/ 11 w 33"/>
                  <a:gd name="T7" fmla="*/ 0 h 11"/>
                  <a:gd name="T8" fmla="*/ 33 w 33"/>
                  <a:gd name="T9" fmla="*/ 0 h 11"/>
                  <a:gd name="T10" fmla="*/ 33 w 33"/>
                  <a:gd name="T11" fmla="*/ 0 h 11"/>
                  <a:gd name="T12" fmla="*/ 33 w 33"/>
                  <a:gd name="T13" fmla="*/ 11 h 11"/>
                  <a:gd name="T14" fmla="*/ 22 w 33"/>
                  <a:gd name="T15" fmla="*/ 11 h 11"/>
                  <a:gd name="T16" fmla="*/ 11 w 33"/>
                  <a:gd name="T17" fmla="*/ 5 h 11"/>
                  <a:gd name="T18" fmla="*/ 0 w 33"/>
                  <a:gd name="T19" fmla="*/ 11 h 11"/>
                  <a:gd name="T20" fmla="*/ 0 w 33"/>
                  <a:gd name="T21" fmla="*/ 11 h 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1"/>
                  <a:gd name="T35" fmla="*/ 33 w 33"/>
                  <a:gd name="T36" fmla="*/ 11 h 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1">
                    <a:moveTo>
                      <a:pt x="0" y="11"/>
                    </a:moveTo>
                    <a:lnTo>
                      <a:pt x="0" y="11"/>
                    </a:lnTo>
                    <a:lnTo>
                      <a:pt x="0" y="0"/>
                    </a:lnTo>
                    <a:lnTo>
                      <a:pt x="11" y="0"/>
                    </a:lnTo>
                    <a:lnTo>
                      <a:pt x="33" y="0"/>
                    </a:lnTo>
                    <a:lnTo>
                      <a:pt x="33" y="11"/>
                    </a:lnTo>
                    <a:lnTo>
                      <a:pt x="22" y="11"/>
                    </a:lnTo>
                    <a:lnTo>
                      <a:pt x="11" y="5"/>
                    </a:lnTo>
                    <a:lnTo>
                      <a:pt x="0" y="11"/>
                    </a:lnTo>
                    <a:close/>
                  </a:path>
                </a:pathLst>
              </a:custGeom>
              <a:solidFill>
                <a:srgbClr val="FFFFFF"/>
              </a:solidFill>
              <a:ln w="9525">
                <a:noFill/>
                <a:round/>
                <a:headEnd/>
                <a:tailEnd/>
              </a:ln>
            </p:spPr>
            <p:txBody>
              <a:bodyPr/>
              <a:lstStyle/>
              <a:p>
                <a:endParaRPr lang="da-DK"/>
              </a:p>
            </p:txBody>
          </p:sp>
          <p:sp>
            <p:nvSpPr>
              <p:cNvPr id="25" name="Freeform 1509"/>
              <p:cNvSpPr>
                <a:spLocks/>
              </p:cNvSpPr>
              <p:nvPr/>
            </p:nvSpPr>
            <p:spPr bwMode="auto">
              <a:xfrm>
                <a:off x="-6186167" y="-6046829"/>
                <a:ext cx="102626" cy="37782"/>
              </a:xfrm>
              <a:custGeom>
                <a:avLst/>
                <a:gdLst>
                  <a:gd name="T0" fmla="*/ 0 w 27"/>
                  <a:gd name="T1" fmla="*/ 6 h 11"/>
                  <a:gd name="T2" fmla="*/ 0 w 27"/>
                  <a:gd name="T3" fmla="*/ 6 h 11"/>
                  <a:gd name="T4" fmla="*/ 5 w 27"/>
                  <a:gd name="T5" fmla="*/ 0 h 11"/>
                  <a:gd name="T6" fmla="*/ 16 w 27"/>
                  <a:gd name="T7" fmla="*/ 0 h 11"/>
                  <a:gd name="T8" fmla="*/ 27 w 27"/>
                  <a:gd name="T9" fmla="*/ 6 h 11"/>
                  <a:gd name="T10" fmla="*/ 27 w 27"/>
                  <a:gd name="T11" fmla="*/ 6 h 11"/>
                  <a:gd name="T12" fmla="*/ 27 w 27"/>
                  <a:gd name="T13" fmla="*/ 11 h 11"/>
                  <a:gd name="T14" fmla="*/ 16 w 27"/>
                  <a:gd name="T15" fmla="*/ 11 h 11"/>
                  <a:gd name="T16" fmla="*/ 5 w 27"/>
                  <a:gd name="T17" fmla="*/ 11 h 11"/>
                  <a:gd name="T18" fmla="*/ 0 w 27"/>
                  <a:gd name="T19" fmla="*/ 6 h 11"/>
                  <a:gd name="T20" fmla="*/ 0 w 27"/>
                  <a:gd name="T21" fmla="*/ 6 h 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7"/>
                  <a:gd name="T34" fmla="*/ 0 h 11"/>
                  <a:gd name="T35" fmla="*/ 27 w 27"/>
                  <a:gd name="T36" fmla="*/ 11 h 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7" h="11">
                    <a:moveTo>
                      <a:pt x="0" y="6"/>
                    </a:moveTo>
                    <a:lnTo>
                      <a:pt x="0" y="6"/>
                    </a:lnTo>
                    <a:lnTo>
                      <a:pt x="5" y="0"/>
                    </a:lnTo>
                    <a:lnTo>
                      <a:pt x="16" y="0"/>
                    </a:lnTo>
                    <a:lnTo>
                      <a:pt x="27" y="6"/>
                    </a:lnTo>
                    <a:lnTo>
                      <a:pt x="27" y="11"/>
                    </a:lnTo>
                    <a:lnTo>
                      <a:pt x="16" y="11"/>
                    </a:lnTo>
                    <a:lnTo>
                      <a:pt x="5" y="11"/>
                    </a:lnTo>
                    <a:lnTo>
                      <a:pt x="0" y="6"/>
                    </a:lnTo>
                    <a:close/>
                  </a:path>
                </a:pathLst>
              </a:custGeom>
              <a:solidFill>
                <a:srgbClr val="FFFFFF"/>
              </a:solidFill>
              <a:ln w="9525">
                <a:noFill/>
                <a:round/>
                <a:headEnd/>
                <a:tailEnd/>
              </a:ln>
            </p:spPr>
            <p:txBody>
              <a:bodyPr/>
              <a:lstStyle/>
              <a:p>
                <a:endParaRPr lang="da-DK"/>
              </a:p>
            </p:txBody>
          </p:sp>
          <p:sp>
            <p:nvSpPr>
              <p:cNvPr id="26" name="Freeform 1510"/>
              <p:cNvSpPr>
                <a:spLocks/>
              </p:cNvSpPr>
              <p:nvPr/>
            </p:nvSpPr>
            <p:spPr bwMode="auto">
              <a:xfrm>
                <a:off x="-6391424" y="-6046829"/>
                <a:ext cx="124232" cy="37782"/>
              </a:xfrm>
              <a:custGeom>
                <a:avLst/>
                <a:gdLst>
                  <a:gd name="T0" fmla="*/ 33 w 33"/>
                  <a:gd name="T1" fmla="*/ 11 h 11"/>
                  <a:gd name="T2" fmla="*/ 33 w 33"/>
                  <a:gd name="T3" fmla="*/ 11 h 11"/>
                  <a:gd name="T4" fmla="*/ 28 w 33"/>
                  <a:gd name="T5" fmla="*/ 6 h 11"/>
                  <a:gd name="T6" fmla="*/ 17 w 33"/>
                  <a:gd name="T7" fmla="*/ 6 h 11"/>
                  <a:gd name="T8" fmla="*/ 0 w 33"/>
                  <a:gd name="T9" fmla="*/ 6 h 11"/>
                  <a:gd name="T10" fmla="*/ 0 w 33"/>
                  <a:gd name="T11" fmla="*/ 6 h 11"/>
                  <a:gd name="T12" fmla="*/ 0 w 33"/>
                  <a:gd name="T13" fmla="*/ 0 h 11"/>
                  <a:gd name="T14" fmla="*/ 11 w 33"/>
                  <a:gd name="T15" fmla="*/ 0 h 11"/>
                  <a:gd name="T16" fmla="*/ 33 w 33"/>
                  <a:gd name="T17" fmla="*/ 0 h 11"/>
                  <a:gd name="T18" fmla="*/ 33 w 33"/>
                  <a:gd name="T19" fmla="*/ 0 h 11"/>
                  <a:gd name="T20" fmla="*/ 33 w 33"/>
                  <a:gd name="T21" fmla="*/ 6 h 11"/>
                  <a:gd name="T22" fmla="*/ 33 w 33"/>
                  <a:gd name="T23" fmla="*/ 6 h 11"/>
                  <a:gd name="T24" fmla="*/ 33 w 33"/>
                  <a:gd name="T25" fmla="*/ 11 h 11"/>
                  <a:gd name="T26" fmla="*/ 33 w 33"/>
                  <a:gd name="T27" fmla="*/ 11 h 11"/>
                  <a:gd name="T28" fmla="*/ 33 w 33"/>
                  <a:gd name="T29" fmla="*/ 11 h 1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3"/>
                  <a:gd name="T46" fmla="*/ 0 h 11"/>
                  <a:gd name="T47" fmla="*/ 33 w 33"/>
                  <a:gd name="T48" fmla="*/ 11 h 1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3" h="11">
                    <a:moveTo>
                      <a:pt x="33" y="11"/>
                    </a:moveTo>
                    <a:lnTo>
                      <a:pt x="33" y="11"/>
                    </a:lnTo>
                    <a:lnTo>
                      <a:pt x="28" y="6"/>
                    </a:lnTo>
                    <a:lnTo>
                      <a:pt x="17" y="6"/>
                    </a:lnTo>
                    <a:lnTo>
                      <a:pt x="0" y="6"/>
                    </a:lnTo>
                    <a:lnTo>
                      <a:pt x="0" y="0"/>
                    </a:lnTo>
                    <a:lnTo>
                      <a:pt x="11" y="0"/>
                    </a:lnTo>
                    <a:lnTo>
                      <a:pt x="33" y="0"/>
                    </a:lnTo>
                    <a:lnTo>
                      <a:pt x="33" y="6"/>
                    </a:lnTo>
                    <a:lnTo>
                      <a:pt x="33" y="11"/>
                    </a:lnTo>
                    <a:close/>
                  </a:path>
                </a:pathLst>
              </a:custGeom>
              <a:solidFill>
                <a:srgbClr val="FFFFFF"/>
              </a:solidFill>
              <a:ln w="9525">
                <a:noFill/>
                <a:round/>
                <a:headEnd/>
                <a:tailEnd/>
              </a:ln>
            </p:spPr>
            <p:txBody>
              <a:bodyPr/>
              <a:lstStyle/>
              <a:p>
                <a:endParaRPr lang="da-DK"/>
              </a:p>
            </p:txBody>
          </p:sp>
          <p:sp>
            <p:nvSpPr>
              <p:cNvPr id="27" name="Freeform 1511"/>
              <p:cNvSpPr>
                <a:spLocks/>
              </p:cNvSpPr>
              <p:nvPr/>
            </p:nvSpPr>
            <p:spPr bwMode="auto">
              <a:xfrm>
                <a:off x="-6250985" y="-5982057"/>
                <a:ext cx="145838" cy="37782"/>
              </a:xfrm>
              <a:custGeom>
                <a:avLst/>
                <a:gdLst>
                  <a:gd name="T0" fmla="*/ 39 w 39"/>
                  <a:gd name="T1" fmla="*/ 0 h 11"/>
                  <a:gd name="T2" fmla="*/ 39 w 39"/>
                  <a:gd name="T3" fmla="*/ 0 h 11"/>
                  <a:gd name="T4" fmla="*/ 33 w 39"/>
                  <a:gd name="T5" fmla="*/ 5 h 11"/>
                  <a:gd name="T6" fmla="*/ 22 w 39"/>
                  <a:gd name="T7" fmla="*/ 5 h 11"/>
                  <a:gd name="T8" fmla="*/ 11 w 39"/>
                  <a:gd name="T9" fmla="*/ 5 h 11"/>
                  <a:gd name="T10" fmla="*/ 0 w 39"/>
                  <a:gd name="T11" fmla="*/ 11 h 11"/>
                  <a:gd name="T12" fmla="*/ 0 w 39"/>
                  <a:gd name="T13" fmla="*/ 11 h 11"/>
                  <a:gd name="T14" fmla="*/ 0 w 39"/>
                  <a:gd name="T15" fmla="*/ 0 h 11"/>
                  <a:gd name="T16" fmla="*/ 6 w 39"/>
                  <a:gd name="T17" fmla="*/ 0 h 11"/>
                  <a:gd name="T18" fmla="*/ 17 w 39"/>
                  <a:gd name="T19" fmla="*/ 0 h 11"/>
                  <a:gd name="T20" fmla="*/ 28 w 39"/>
                  <a:gd name="T21" fmla="*/ 0 h 11"/>
                  <a:gd name="T22" fmla="*/ 39 w 39"/>
                  <a:gd name="T23" fmla="*/ 0 h 11"/>
                  <a:gd name="T24" fmla="*/ 39 w 39"/>
                  <a:gd name="T25" fmla="*/ 0 h 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
                  <a:gd name="T40" fmla="*/ 0 h 11"/>
                  <a:gd name="T41" fmla="*/ 39 w 39"/>
                  <a:gd name="T42" fmla="*/ 11 h 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 h="11">
                    <a:moveTo>
                      <a:pt x="39" y="0"/>
                    </a:moveTo>
                    <a:lnTo>
                      <a:pt x="39" y="0"/>
                    </a:lnTo>
                    <a:lnTo>
                      <a:pt x="33" y="5"/>
                    </a:lnTo>
                    <a:lnTo>
                      <a:pt x="22" y="5"/>
                    </a:lnTo>
                    <a:lnTo>
                      <a:pt x="11" y="5"/>
                    </a:lnTo>
                    <a:lnTo>
                      <a:pt x="0" y="11"/>
                    </a:lnTo>
                    <a:lnTo>
                      <a:pt x="0" y="0"/>
                    </a:lnTo>
                    <a:lnTo>
                      <a:pt x="6" y="0"/>
                    </a:lnTo>
                    <a:lnTo>
                      <a:pt x="17" y="0"/>
                    </a:lnTo>
                    <a:lnTo>
                      <a:pt x="28" y="0"/>
                    </a:lnTo>
                    <a:lnTo>
                      <a:pt x="39" y="0"/>
                    </a:lnTo>
                    <a:close/>
                  </a:path>
                </a:pathLst>
              </a:custGeom>
              <a:solidFill>
                <a:srgbClr val="FFFFFF"/>
              </a:solidFill>
              <a:ln w="9525">
                <a:noFill/>
                <a:round/>
                <a:headEnd/>
                <a:tailEnd/>
              </a:ln>
            </p:spPr>
            <p:txBody>
              <a:bodyPr/>
              <a:lstStyle/>
              <a:p>
                <a:endParaRPr lang="da-DK"/>
              </a:p>
            </p:txBody>
          </p:sp>
          <p:sp>
            <p:nvSpPr>
              <p:cNvPr id="28" name="Freeform 1512"/>
              <p:cNvSpPr>
                <a:spLocks/>
              </p:cNvSpPr>
              <p:nvPr/>
            </p:nvSpPr>
            <p:spPr bwMode="auto">
              <a:xfrm>
                <a:off x="-6391424" y="-5944275"/>
                <a:ext cx="124232" cy="43182"/>
              </a:xfrm>
              <a:custGeom>
                <a:avLst/>
                <a:gdLst>
                  <a:gd name="T0" fmla="*/ 0 w 33"/>
                  <a:gd name="T1" fmla="*/ 0 h 11"/>
                  <a:gd name="T2" fmla="*/ 0 w 33"/>
                  <a:gd name="T3" fmla="*/ 0 h 11"/>
                  <a:gd name="T4" fmla="*/ 6 w 33"/>
                  <a:gd name="T5" fmla="*/ 0 h 11"/>
                  <a:gd name="T6" fmla="*/ 22 w 33"/>
                  <a:gd name="T7" fmla="*/ 0 h 11"/>
                  <a:gd name="T8" fmla="*/ 33 w 33"/>
                  <a:gd name="T9" fmla="*/ 5 h 11"/>
                  <a:gd name="T10" fmla="*/ 33 w 33"/>
                  <a:gd name="T11" fmla="*/ 5 h 11"/>
                  <a:gd name="T12" fmla="*/ 33 w 33"/>
                  <a:gd name="T13" fmla="*/ 11 h 11"/>
                  <a:gd name="T14" fmla="*/ 33 w 33"/>
                  <a:gd name="T15" fmla="*/ 11 h 11"/>
                  <a:gd name="T16" fmla="*/ 28 w 33"/>
                  <a:gd name="T17" fmla="*/ 5 h 11"/>
                  <a:gd name="T18" fmla="*/ 17 w 33"/>
                  <a:gd name="T19" fmla="*/ 11 h 11"/>
                  <a:gd name="T20" fmla="*/ 6 w 33"/>
                  <a:gd name="T21" fmla="*/ 11 h 11"/>
                  <a:gd name="T22" fmla="*/ 0 w 33"/>
                  <a:gd name="T23" fmla="*/ 5 h 11"/>
                  <a:gd name="T24" fmla="*/ 0 w 33"/>
                  <a:gd name="T25" fmla="*/ 0 h 11"/>
                  <a:gd name="T26" fmla="*/ 0 w 33"/>
                  <a:gd name="T27" fmla="*/ 0 h 1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
                  <a:gd name="T43" fmla="*/ 0 h 11"/>
                  <a:gd name="T44" fmla="*/ 33 w 33"/>
                  <a:gd name="T45" fmla="*/ 11 h 1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 h="11">
                    <a:moveTo>
                      <a:pt x="0" y="0"/>
                    </a:moveTo>
                    <a:lnTo>
                      <a:pt x="0" y="0"/>
                    </a:lnTo>
                    <a:lnTo>
                      <a:pt x="6" y="0"/>
                    </a:lnTo>
                    <a:lnTo>
                      <a:pt x="22" y="0"/>
                    </a:lnTo>
                    <a:lnTo>
                      <a:pt x="33" y="5"/>
                    </a:lnTo>
                    <a:lnTo>
                      <a:pt x="33" y="11"/>
                    </a:lnTo>
                    <a:lnTo>
                      <a:pt x="28" y="5"/>
                    </a:lnTo>
                    <a:lnTo>
                      <a:pt x="17" y="11"/>
                    </a:lnTo>
                    <a:lnTo>
                      <a:pt x="6" y="11"/>
                    </a:lnTo>
                    <a:lnTo>
                      <a:pt x="0" y="5"/>
                    </a:lnTo>
                    <a:lnTo>
                      <a:pt x="0" y="0"/>
                    </a:lnTo>
                    <a:close/>
                  </a:path>
                </a:pathLst>
              </a:custGeom>
              <a:solidFill>
                <a:srgbClr val="FFFFFF"/>
              </a:solidFill>
              <a:ln w="9525">
                <a:noFill/>
                <a:round/>
                <a:headEnd/>
                <a:tailEnd/>
              </a:ln>
            </p:spPr>
            <p:txBody>
              <a:bodyPr/>
              <a:lstStyle/>
              <a:p>
                <a:endParaRPr lang="da-DK"/>
              </a:p>
            </p:txBody>
          </p:sp>
          <p:sp>
            <p:nvSpPr>
              <p:cNvPr id="29" name="Freeform 1513"/>
              <p:cNvSpPr>
                <a:spLocks/>
              </p:cNvSpPr>
              <p:nvPr/>
            </p:nvSpPr>
            <p:spPr bwMode="auto">
              <a:xfrm>
                <a:off x="-6250985" y="-5944275"/>
                <a:ext cx="108030" cy="43182"/>
              </a:xfrm>
              <a:custGeom>
                <a:avLst/>
                <a:gdLst>
                  <a:gd name="T0" fmla="*/ 28 w 28"/>
                  <a:gd name="T1" fmla="*/ 0 h 11"/>
                  <a:gd name="T2" fmla="*/ 28 w 28"/>
                  <a:gd name="T3" fmla="*/ 0 h 11"/>
                  <a:gd name="T4" fmla="*/ 28 w 28"/>
                  <a:gd name="T5" fmla="*/ 11 h 11"/>
                  <a:gd name="T6" fmla="*/ 28 w 28"/>
                  <a:gd name="T7" fmla="*/ 11 h 11"/>
                  <a:gd name="T8" fmla="*/ 11 w 28"/>
                  <a:gd name="T9" fmla="*/ 11 h 11"/>
                  <a:gd name="T10" fmla="*/ 0 w 28"/>
                  <a:gd name="T11" fmla="*/ 11 h 11"/>
                  <a:gd name="T12" fmla="*/ 0 w 28"/>
                  <a:gd name="T13" fmla="*/ 11 h 11"/>
                  <a:gd name="T14" fmla="*/ 0 w 28"/>
                  <a:gd name="T15" fmla="*/ 0 h 11"/>
                  <a:gd name="T16" fmla="*/ 11 w 28"/>
                  <a:gd name="T17" fmla="*/ 0 h 11"/>
                  <a:gd name="T18" fmla="*/ 28 w 28"/>
                  <a:gd name="T19" fmla="*/ 0 h 11"/>
                  <a:gd name="T20" fmla="*/ 28 w 28"/>
                  <a:gd name="T21" fmla="*/ 0 h 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
                  <a:gd name="T34" fmla="*/ 0 h 11"/>
                  <a:gd name="T35" fmla="*/ 28 w 28"/>
                  <a:gd name="T36" fmla="*/ 11 h 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 h="11">
                    <a:moveTo>
                      <a:pt x="28" y="0"/>
                    </a:moveTo>
                    <a:lnTo>
                      <a:pt x="28" y="0"/>
                    </a:lnTo>
                    <a:lnTo>
                      <a:pt x="28" y="11"/>
                    </a:lnTo>
                    <a:lnTo>
                      <a:pt x="11" y="11"/>
                    </a:lnTo>
                    <a:lnTo>
                      <a:pt x="0" y="11"/>
                    </a:lnTo>
                    <a:lnTo>
                      <a:pt x="0" y="0"/>
                    </a:lnTo>
                    <a:lnTo>
                      <a:pt x="11" y="0"/>
                    </a:lnTo>
                    <a:lnTo>
                      <a:pt x="28" y="0"/>
                    </a:lnTo>
                    <a:close/>
                  </a:path>
                </a:pathLst>
              </a:custGeom>
              <a:solidFill>
                <a:srgbClr val="FFFFFF"/>
              </a:solidFill>
              <a:ln w="9525">
                <a:noFill/>
                <a:round/>
                <a:headEnd/>
                <a:tailEnd/>
              </a:ln>
            </p:spPr>
            <p:txBody>
              <a:bodyPr/>
              <a:lstStyle/>
              <a:p>
                <a:endParaRPr lang="da-DK"/>
              </a:p>
            </p:txBody>
          </p:sp>
          <p:sp>
            <p:nvSpPr>
              <p:cNvPr id="30" name="Freeform 1514"/>
              <p:cNvSpPr>
                <a:spLocks/>
              </p:cNvSpPr>
              <p:nvPr/>
            </p:nvSpPr>
            <p:spPr bwMode="auto">
              <a:xfrm>
                <a:off x="-6434635" y="-5884898"/>
                <a:ext cx="145838" cy="26987"/>
              </a:xfrm>
              <a:custGeom>
                <a:avLst/>
                <a:gdLst>
                  <a:gd name="T0" fmla="*/ 33 w 39"/>
                  <a:gd name="T1" fmla="*/ 6 h 6"/>
                  <a:gd name="T2" fmla="*/ 33 w 39"/>
                  <a:gd name="T3" fmla="*/ 6 h 6"/>
                  <a:gd name="T4" fmla="*/ 28 w 39"/>
                  <a:gd name="T5" fmla="*/ 6 h 6"/>
                  <a:gd name="T6" fmla="*/ 17 w 39"/>
                  <a:gd name="T7" fmla="*/ 6 h 6"/>
                  <a:gd name="T8" fmla="*/ 6 w 39"/>
                  <a:gd name="T9" fmla="*/ 6 h 6"/>
                  <a:gd name="T10" fmla="*/ 0 w 39"/>
                  <a:gd name="T11" fmla="*/ 0 h 6"/>
                  <a:gd name="T12" fmla="*/ 0 w 39"/>
                  <a:gd name="T13" fmla="*/ 0 h 6"/>
                  <a:gd name="T14" fmla="*/ 6 w 39"/>
                  <a:gd name="T15" fmla="*/ 0 h 6"/>
                  <a:gd name="T16" fmla="*/ 22 w 39"/>
                  <a:gd name="T17" fmla="*/ 0 h 6"/>
                  <a:gd name="T18" fmla="*/ 33 w 39"/>
                  <a:gd name="T19" fmla="*/ 0 h 6"/>
                  <a:gd name="T20" fmla="*/ 39 w 39"/>
                  <a:gd name="T21" fmla="*/ 6 h 6"/>
                  <a:gd name="T22" fmla="*/ 33 w 39"/>
                  <a:gd name="T23" fmla="*/ 6 h 6"/>
                  <a:gd name="T24" fmla="*/ 33 w 39"/>
                  <a:gd name="T25" fmla="*/ 6 h 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
                  <a:gd name="T40" fmla="*/ 0 h 6"/>
                  <a:gd name="T41" fmla="*/ 39 w 39"/>
                  <a:gd name="T42" fmla="*/ 6 h 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 h="6">
                    <a:moveTo>
                      <a:pt x="33" y="6"/>
                    </a:moveTo>
                    <a:lnTo>
                      <a:pt x="33" y="6"/>
                    </a:lnTo>
                    <a:lnTo>
                      <a:pt x="28" y="6"/>
                    </a:lnTo>
                    <a:lnTo>
                      <a:pt x="17" y="6"/>
                    </a:lnTo>
                    <a:lnTo>
                      <a:pt x="6" y="6"/>
                    </a:lnTo>
                    <a:lnTo>
                      <a:pt x="0" y="0"/>
                    </a:lnTo>
                    <a:lnTo>
                      <a:pt x="6" y="0"/>
                    </a:lnTo>
                    <a:lnTo>
                      <a:pt x="22" y="0"/>
                    </a:lnTo>
                    <a:lnTo>
                      <a:pt x="33" y="0"/>
                    </a:lnTo>
                    <a:lnTo>
                      <a:pt x="39" y="6"/>
                    </a:lnTo>
                    <a:lnTo>
                      <a:pt x="33" y="6"/>
                    </a:lnTo>
                    <a:close/>
                  </a:path>
                </a:pathLst>
              </a:custGeom>
              <a:solidFill>
                <a:srgbClr val="FFFFFF"/>
              </a:solidFill>
              <a:ln w="9525">
                <a:noFill/>
                <a:round/>
                <a:headEnd/>
                <a:tailEnd/>
              </a:ln>
            </p:spPr>
            <p:txBody>
              <a:bodyPr/>
              <a:lstStyle/>
              <a:p>
                <a:endParaRPr lang="da-DK"/>
              </a:p>
            </p:txBody>
          </p:sp>
          <p:sp>
            <p:nvSpPr>
              <p:cNvPr id="31" name="Freeform 1515"/>
              <p:cNvSpPr>
                <a:spLocks/>
              </p:cNvSpPr>
              <p:nvPr/>
            </p:nvSpPr>
            <p:spPr bwMode="auto">
              <a:xfrm>
                <a:off x="-6229379" y="-5884898"/>
                <a:ext cx="124232" cy="43182"/>
              </a:xfrm>
              <a:custGeom>
                <a:avLst/>
                <a:gdLst>
                  <a:gd name="T0" fmla="*/ 0 w 33"/>
                  <a:gd name="T1" fmla="*/ 6 h 11"/>
                  <a:gd name="T2" fmla="*/ 0 w 33"/>
                  <a:gd name="T3" fmla="*/ 6 h 11"/>
                  <a:gd name="T4" fmla="*/ 0 w 33"/>
                  <a:gd name="T5" fmla="*/ 6 h 11"/>
                  <a:gd name="T6" fmla="*/ 5 w 33"/>
                  <a:gd name="T7" fmla="*/ 0 h 11"/>
                  <a:gd name="T8" fmla="*/ 16 w 33"/>
                  <a:gd name="T9" fmla="*/ 0 h 11"/>
                  <a:gd name="T10" fmla="*/ 27 w 33"/>
                  <a:gd name="T11" fmla="*/ 0 h 11"/>
                  <a:gd name="T12" fmla="*/ 33 w 33"/>
                  <a:gd name="T13" fmla="*/ 6 h 11"/>
                  <a:gd name="T14" fmla="*/ 33 w 33"/>
                  <a:gd name="T15" fmla="*/ 6 h 11"/>
                  <a:gd name="T16" fmla="*/ 33 w 33"/>
                  <a:gd name="T17" fmla="*/ 6 h 11"/>
                  <a:gd name="T18" fmla="*/ 27 w 33"/>
                  <a:gd name="T19" fmla="*/ 11 h 11"/>
                  <a:gd name="T20" fmla="*/ 16 w 33"/>
                  <a:gd name="T21" fmla="*/ 6 h 11"/>
                  <a:gd name="T22" fmla="*/ 11 w 33"/>
                  <a:gd name="T23" fmla="*/ 6 h 11"/>
                  <a:gd name="T24" fmla="*/ 0 w 33"/>
                  <a:gd name="T25" fmla="*/ 6 h 11"/>
                  <a:gd name="T26" fmla="*/ 0 w 33"/>
                  <a:gd name="T27" fmla="*/ 6 h 1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
                  <a:gd name="T43" fmla="*/ 0 h 11"/>
                  <a:gd name="T44" fmla="*/ 33 w 33"/>
                  <a:gd name="T45" fmla="*/ 11 h 1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 h="11">
                    <a:moveTo>
                      <a:pt x="0" y="6"/>
                    </a:moveTo>
                    <a:lnTo>
                      <a:pt x="0" y="6"/>
                    </a:lnTo>
                    <a:lnTo>
                      <a:pt x="5" y="0"/>
                    </a:lnTo>
                    <a:lnTo>
                      <a:pt x="16" y="0"/>
                    </a:lnTo>
                    <a:lnTo>
                      <a:pt x="27" y="0"/>
                    </a:lnTo>
                    <a:lnTo>
                      <a:pt x="33" y="6"/>
                    </a:lnTo>
                    <a:lnTo>
                      <a:pt x="27" y="11"/>
                    </a:lnTo>
                    <a:lnTo>
                      <a:pt x="16" y="6"/>
                    </a:lnTo>
                    <a:lnTo>
                      <a:pt x="11" y="6"/>
                    </a:lnTo>
                    <a:lnTo>
                      <a:pt x="0" y="6"/>
                    </a:lnTo>
                    <a:close/>
                  </a:path>
                </a:pathLst>
              </a:custGeom>
              <a:solidFill>
                <a:srgbClr val="FFFFFF"/>
              </a:solidFill>
              <a:ln w="9525">
                <a:noFill/>
                <a:round/>
                <a:headEnd/>
                <a:tailEnd/>
              </a:ln>
            </p:spPr>
            <p:txBody>
              <a:bodyPr/>
              <a:lstStyle/>
              <a:p>
                <a:endParaRPr lang="da-DK"/>
              </a:p>
            </p:txBody>
          </p:sp>
          <p:sp>
            <p:nvSpPr>
              <p:cNvPr id="32" name="Freeform 1516"/>
              <p:cNvSpPr>
                <a:spLocks/>
              </p:cNvSpPr>
              <p:nvPr/>
            </p:nvSpPr>
            <p:spPr bwMode="auto">
              <a:xfrm>
                <a:off x="-6250985" y="-5820126"/>
                <a:ext cx="210656" cy="21591"/>
              </a:xfrm>
              <a:custGeom>
                <a:avLst/>
                <a:gdLst>
                  <a:gd name="T0" fmla="*/ 55 w 55"/>
                  <a:gd name="T1" fmla="*/ 6 h 6"/>
                  <a:gd name="T2" fmla="*/ 55 w 55"/>
                  <a:gd name="T3" fmla="*/ 6 h 6"/>
                  <a:gd name="T4" fmla="*/ 28 w 55"/>
                  <a:gd name="T5" fmla="*/ 6 h 6"/>
                  <a:gd name="T6" fmla="*/ 11 w 55"/>
                  <a:gd name="T7" fmla="*/ 6 h 6"/>
                  <a:gd name="T8" fmla="*/ 0 w 55"/>
                  <a:gd name="T9" fmla="*/ 0 h 6"/>
                  <a:gd name="T10" fmla="*/ 0 w 55"/>
                  <a:gd name="T11" fmla="*/ 0 h 6"/>
                  <a:gd name="T12" fmla="*/ 28 w 55"/>
                  <a:gd name="T13" fmla="*/ 0 h 6"/>
                  <a:gd name="T14" fmla="*/ 44 w 55"/>
                  <a:gd name="T15" fmla="*/ 0 h 6"/>
                  <a:gd name="T16" fmla="*/ 50 w 55"/>
                  <a:gd name="T17" fmla="*/ 0 h 6"/>
                  <a:gd name="T18" fmla="*/ 55 w 55"/>
                  <a:gd name="T19" fmla="*/ 6 h 6"/>
                  <a:gd name="T20" fmla="*/ 55 w 55"/>
                  <a:gd name="T21" fmla="*/ 6 h 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6"/>
                  <a:gd name="T35" fmla="*/ 55 w 55"/>
                  <a:gd name="T36" fmla="*/ 6 h 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6">
                    <a:moveTo>
                      <a:pt x="55" y="6"/>
                    </a:moveTo>
                    <a:lnTo>
                      <a:pt x="55" y="6"/>
                    </a:lnTo>
                    <a:lnTo>
                      <a:pt x="28" y="6"/>
                    </a:lnTo>
                    <a:lnTo>
                      <a:pt x="11" y="6"/>
                    </a:lnTo>
                    <a:lnTo>
                      <a:pt x="0" y="0"/>
                    </a:lnTo>
                    <a:lnTo>
                      <a:pt x="28" y="0"/>
                    </a:lnTo>
                    <a:lnTo>
                      <a:pt x="44" y="0"/>
                    </a:lnTo>
                    <a:lnTo>
                      <a:pt x="50" y="0"/>
                    </a:lnTo>
                    <a:lnTo>
                      <a:pt x="55" y="6"/>
                    </a:lnTo>
                    <a:close/>
                  </a:path>
                </a:pathLst>
              </a:custGeom>
              <a:solidFill>
                <a:srgbClr val="FFFFFF"/>
              </a:solidFill>
              <a:ln w="9525">
                <a:noFill/>
                <a:round/>
                <a:headEnd/>
                <a:tailEnd/>
              </a:ln>
            </p:spPr>
            <p:txBody>
              <a:bodyPr/>
              <a:lstStyle/>
              <a:p>
                <a:endParaRPr lang="da-DK"/>
              </a:p>
            </p:txBody>
          </p:sp>
          <p:sp>
            <p:nvSpPr>
              <p:cNvPr id="33" name="Freeform 1517"/>
              <p:cNvSpPr>
                <a:spLocks/>
              </p:cNvSpPr>
              <p:nvPr/>
            </p:nvSpPr>
            <p:spPr bwMode="auto">
              <a:xfrm>
                <a:off x="-6391424" y="-5841717"/>
                <a:ext cx="124232" cy="43182"/>
              </a:xfrm>
              <a:custGeom>
                <a:avLst/>
                <a:gdLst>
                  <a:gd name="T0" fmla="*/ 0 w 33"/>
                  <a:gd name="T1" fmla="*/ 5 h 11"/>
                  <a:gd name="T2" fmla="*/ 0 w 33"/>
                  <a:gd name="T3" fmla="*/ 5 h 11"/>
                  <a:gd name="T4" fmla="*/ 11 w 33"/>
                  <a:gd name="T5" fmla="*/ 0 h 11"/>
                  <a:gd name="T6" fmla="*/ 17 w 33"/>
                  <a:gd name="T7" fmla="*/ 0 h 11"/>
                  <a:gd name="T8" fmla="*/ 28 w 33"/>
                  <a:gd name="T9" fmla="*/ 5 h 11"/>
                  <a:gd name="T10" fmla="*/ 33 w 33"/>
                  <a:gd name="T11" fmla="*/ 0 h 11"/>
                  <a:gd name="T12" fmla="*/ 33 w 33"/>
                  <a:gd name="T13" fmla="*/ 0 h 11"/>
                  <a:gd name="T14" fmla="*/ 33 w 33"/>
                  <a:gd name="T15" fmla="*/ 5 h 11"/>
                  <a:gd name="T16" fmla="*/ 33 w 33"/>
                  <a:gd name="T17" fmla="*/ 11 h 11"/>
                  <a:gd name="T18" fmla="*/ 17 w 33"/>
                  <a:gd name="T19" fmla="*/ 11 h 11"/>
                  <a:gd name="T20" fmla="*/ 6 w 33"/>
                  <a:gd name="T21" fmla="*/ 11 h 11"/>
                  <a:gd name="T22" fmla="*/ 0 w 33"/>
                  <a:gd name="T23" fmla="*/ 5 h 11"/>
                  <a:gd name="T24" fmla="*/ 0 w 33"/>
                  <a:gd name="T25" fmla="*/ 5 h 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11"/>
                  <a:gd name="T41" fmla="*/ 33 w 33"/>
                  <a:gd name="T42" fmla="*/ 11 h 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11">
                    <a:moveTo>
                      <a:pt x="0" y="5"/>
                    </a:moveTo>
                    <a:lnTo>
                      <a:pt x="0" y="5"/>
                    </a:lnTo>
                    <a:lnTo>
                      <a:pt x="11" y="0"/>
                    </a:lnTo>
                    <a:lnTo>
                      <a:pt x="17" y="0"/>
                    </a:lnTo>
                    <a:lnTo>
                      <a:pt x="28" y="5"/>
                    </a:lnTo>
                    <a:lnTo>
                      <a:pt x="33" y="0"/>
                    </a:lnTo>
                    <a:lnTo>
                      <a:pt x="33" y="5"/>
                    </a:lnTo>
                    <a:lnTo>
                      <a:pt x="33" y="11"/>
                    </a:lnTo>
                    <a:lnTo>
                      <a:pt x="17" y="11"/>
                    </a:lnTo>
                    <a:lnTo>
                      <a:pt x="6" y="11"/>
                    </a:lnTo>
                    <a:lnTo>
                      <a:pt x="0" y="5"/>
                    </a:lnTo>
                    <a:close/>
                  </a:path>
                </a:pathLst>
              </a:custGeom>
              <a:solidFill>
                <a:srgbClr val="FFFFFF"/>
              </a:solidFill>
              <a:ln w="9525">
                <a:noFill/>
                <a:round/>
                <a:headEnd/>
                <a:tailEnd/>
              </a:ln>
            </p:spPr>
            <p:txBody>
              <a:bodyPr/>
              <a:lstStyle/>
              <a:p>
                <a:endParaRPr lang="da-DK"/>
              </a:p>
            </p:txBody>
          </p:sp>
          <p:sp>
            <p:nvSpPr>
              <p:cNvPr id="34" name="Freeform 1518"/>
              <p:cNvSpPr>
                <a:spLocks/>
              </p:cNvSpPr>
              <p:nvPr/>
            </p:nvSpPr>
            <p:spPr bwMode="auto">
              <a:xfrm>
                <a:off x="-6250985" y="-5782344"/>
                <a:ext cx="210656" cy="43182"/>
              </a:xfrm>
              <a:custGeom>
                <a:avLst/>
                <a:gdLst>
                  <a:gd name="T0" fmla="*/ 55 w 55"/>
                  <a:gd name="T1" fmla="*/ 11 h 11"/>
                  <a:gd name="T2" fmla="*/ 55 w 55"/>
                  <a:gd name="T3" fmla="*/ 11 h 11"/>
                  <a:gd name="T4" fmla="*/ 39 w 55"/>
                  <a:gd name="T5" fmla="*/ 11 h 11"/>
                  <a:gd name="T6" fmla="*/ 22 w 55"/>
                  <a:gd name="T7" fmla="*/ 11 h 11"/>
                  <a:gd name="T8" fmla="*/ 6 w 55"/>
                  <a:gd name="T9" fmla="*/ 11 h 11"/>
                  <a:gd name="T10" fmla="*/ 0 w 55"/>
                  <a:gd name="T11" fmla="*/ 6 h 11"/>
                  <a:gd name="T12" fmla="*/ 0 w 55"/>
                  <a:gd name="T13" fmla="*/ 6 h 11"/>
                  <a:gd name="T14" fmla="*/ 22 w 55"/>
                  <a:gd name="T15" fmla="*/ 0 h 11"/>
                  <a:gd name="T16" fmla="*/ 44 w 55"/>
                  <a:gd name="T17" fmla="*/ 6 h 11"/>
                  <a:gd name="T18" fmla="*/ 55 w 55"/>
                  <a:gd name="T19" fmla="*/ 11 h 11"/>
                  <a:gd name="T20" fmla="*/ 55 w 55"/>
                  <a:gd name="T21" fmla="*/ 11 h 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11"/>
                  <a:gd name="T35" fmla="*/ 55 w 55"/>
                  <a:gd name="T36" fmla="*/ 11 h 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11">
                    <a:moveTo>
                      <a:pt x="55" y="11"/>
                    </a:moveTo>
                    <a:lnTo>
                      <a:pt x="55" y="11"/>
                    </a:lnTo>
                    <a:lnTo>
                      <a:pt x="39" y="11"/>
                    </a:lnTo>
                    <a:lnTo>
                      <a:pt x="22" y="11"/>
                    </a:lnTo>
                    <a:lnTo>
                      <a:pt x="6" y="11"/>
                    </a:lnTo>
                    <a:lnTo>
                      <a:pt x="0" y="6"/>
                    </a:lnTo>
                    <a:lnTo>
                      <a:pt x="22" y="0"/>
                    </a:lnTo>
                    <a:lnTo>
                      <a:pt x="44" y="6"/>
                    </a:lnTo>
                    <a:lnTo>
                      <a:pt x="55" y="11"/>
                    </a:lnTo>
                    <a:close/>
                  </a:path>
                </a:pathLst>
              </a:custGeom>
              <a:solidFill>
                <a:srgbClr val="FFFFFF"/>
              </a:solidFill>
              <a:ln w="9525">
                <a:noFill/>
                <a:round/>
                <a:headEnd/>
                <a:tailEnd/>
              </a:ln>
            </p:spPr>
            <p:txBody>
              <a:bodyPr/>
              <a:lstStyle/>
              <a:p>
                <a:endParaRPr lang="da-DK"/>
              </a:p>
            </p:txBody>
          </p:sp>
          <p:sp>
            <p:nvSpPr>
              <p:cNvPr id="35" name="Freeform 1519"/>
              <p:cNvSpPr>
                <a:spLocks/>
              </p:cNvSpPr>
              <p:nvPr/>
            </p:nvSpPr>
            <p:spPr bwMode="auto">
              <a:xfrm>
                <a:off x="-6391424" y="-5782344"/>
                <a:ext cx="102626" cy="43182"/>
              </a:xfrm>
              <a:custGeom>
                <a:avLst/>
                <a:gdLst>
                  <a:gd name="T0" fmla="*/ 28 w 28"/>
                  <a:gd name="T1" fmla="*/ 0 h 11"/>
                  <a:gd name="T2" fmla="*/ 28 w 28"/>
                  <a:gd name="T3" fmla="*/ 0 h 11"/>
                  <a:gd name="T4" fmla="*/ 28 w 28"/>
                  <a:gd name="T5" fmla="*/ 6 h 11"/>
                  <a:gd name="T6" fmla="*/ 28 w 28"/>
                  <a:gd name="T7" fmla="*/ 6 h 11"/>
                  <a:gd name="T8" fmla="*/ 28 w 28"/>
                  <a:gd name="T9" fmla="*/ 11 h 11"/>
                  <a:gd name="T10" fmla="*/ 22 w 28"/>
                  <a:gd name="T11" fmla="*/ 11 h 11"/>
                  <a:gd name="T12" fmla="*/ 22 w 28"/>
                  <a:gd name="T13" fmla="*/ 11 h 11"/>
                  <a:gd name="T14" fmla="*/ 22 w 28"/>
                  <a:gd name="T15" fmla="*/ 6 h 11"/>
                  <a:gd name="T16" fmla="*/ 11 w 28"/>
                  <a:gd name="T17" fmla="*/ 11 h 11"/>
                  <a:gd name="T18" fmla="*/ 6 w 28"/>
                  <a:gd name="T19" fmla="*/ 6 h 11"/>
                  <a:gd name="T20" fmla="*/ 0 w 28"/>
                  <a:gd name="T21" fmla="*/ 6 h 11"/>
                  <a:gd name="T22" fmla="*/ 0 w 28"/>
                  <a:gd name="T23" fmla="*/ 6 h 11"/>
                  <a:gd name="T24" fmla="*/ 0 w 28"/>
                  <a:gd name="T25" fmla="*/ 6 h 11"/>
                  <a:gd name="T26" fmla="*/ 0 w 28"/>
                  <a:gd name="T27" fmla="*/ 11 h 11"/>
                  <a:gd name="T28" fmla="*/ 0 w 28"/>
                  <a:gd name="T29" fmla="*/ 11 h 11"/>
                  <a:gd name="T30" fmla="*/ 0 w 28"/>
                  <a:gd name="T31" fmla="*/ 0 h 11"/>
                  <a:gd name="T32" fmla="*/ 0 w 28"/>
                  <a:gd name="T33" fmla="*/ 0 h 11"/>
                  <a:gd name="T34" fmla="*/ 17 w 28"/>
                  <a:gd name="T35" fmla="*/ 0 h 11"/>
                  <a:gd name="T36" fmla="*/ 22 w 28"/>
                  <a:gd name="T37" fmla="*/ 0 h 11"/>
                  <a:gd name="T38" fmla="*/ 28 w 28"/>
                  <a:gd name="T39" fmla="*/ 0 h 11"/>
                  <a:gd name="T40" fmla="*/ 28 w 28"/>
                  <a:gd name="T41" fmla="*/ 0 h 1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8"/>
                  <a:gd name="T64" fmla="*/ 0 h 11"/>
                  <a:gd name="T65" fmla="*/ 28 w 28"/>
                  <a:gd name="T66" fmla="*/ 11 h 1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8" h="11">
                    <a:moveTo>
                      <a:pt x="28" y="0"/>
                    </a:moveTo>
                    <a:lnTo>
                      <a:pt x="28" y="0"/>
                    </a:lnTo>
                    <a:lnTo>
                      <a:pt x="28" y="6"/>
                    </a:lnTo>
                    <a:lnTo>
                      <a:pt x="28" y="11"/>
                    </a:lnTo>
                    <a:lnTo>
                      <a:pt x="22" y="11"/>
                    </a:lnTo>
                    <a:lnTo>
                      <a:pt x="22" y="6"/>
                    </a:lnTo>
                    <a:lnTo>
                      <a:pt x="11" y="11"/>
                    </a:lnTo>
                    <a:lnTo>
                      <a:pt x="6" y="6"/>
                    </a:lnTo>
                    <a:lnTo>
                      <a:pt x="0" y="6"/>
                    </a:lnTo>
                    <a:lnTo>
                      <a:pt x="0" y="11"/>
                    </a:lnTo>
                    <a:lnTo>
                      <a:pt x="0" y="0"/>
                    </a:lnTo>
                    <a:lnTo>
                      <a:pt x="17" y="0"/>
                    </a:lnTo>
                    <a:lnTo>
                      <a:pt x="22" y="0"/>
                    </a:lnTo>
                    <a:lnTo>
                      <a:pt x="28" y="0"/>
                    </a:lnTo>
                    <a:close/>
                  </a:path>
                </a:pathLst>
              </a:custGeom>
              <a:solidFill>
                <a:srgbClr val="FFFFFF"/>
              </a:solidFill>
              <a:ln w="9525">
                <a:noFill/>
                <a:round/>
                <a:headEnd/>
                <a:tailEnd/>
              </a:ln>
            </p:spPr>
            <p:txBody>
              <a:bodyPr/>
              <a:lstStyle/>
              <a:p>
                <a:endParaRPr lang="da-DK"/>
              </a:p>
            </p:txBody>
          </p:sp>
          <p:sp>
            <p:nvSpPr>
              <p:cNvPr id="36" name="Freeform 1520"/>
              <p:cNvSpPr>
                <a:spLocks/>
              </p:cNvSpPr>
              <p:nvPr/>
            </p:nvSpPr>
            <p:spPr bwMode="auto">
              <a:xfrm>
                <a:off x="-6229379" y="-6208760"/>
                <a:ext cx="124232" cy="37782"/>
              </a:xfrm>
              <a:custGeom>
                <a:avLst/>
                <a:gdLst>
                  <a:gd name="T0" fmla="*/ 5 w 33"/>
                  <a:gd name="T1" fmla="*/ 0 h 10"/>
                  <a:gd name="T2" fmla="*/ 5 w 33"/>
                  <a:gd name="T3" fmla="*/ 0 h 10"/>
                  <a:gd name="T4" fmla="*/ 5 w 33"/>
                  <a:gd name="T5" fmla="*/ 0 h 10"/>
                  <a:gd name="T6" fmla="*/ 11 w 33"/>
                  <a:gd name="T7" fmla="*/ 5 h 10"/>
                  <a:gd name="T8" fmla="*/ 16 w 33"/>
                  <a:gd name="T9" fmla="*/ 0 h 10"/>
                  <a:gd name="T10" fmla="*/ 27 w 33"/>
                  <a:gd name="T11" fmla="*/ 0 h 10"/>
                  <a:gd name="T12" fmla="*/ 33 w 33"/>
                  <a:gd name="T13" fmla="*/ 5 h 10"/>
                  <a:gd name="T14" fmla="*/ 33 w 33"/>
                  <a:gd name="T15" fmla="*/ 10 h 10"/>
                  <a:gd name="T16" fmla="*/ 33 w 33"/>
                  <a:gd name="T17" fmla="*/ 10 h 10"/>
                  <a:gd name="T18" fmla="*/ 11 w 33"/>
                  <a:gd name="T19" fmla="*/ 10 h 10"/>
                  <a:gd name="T20" fmla="*/ 0 w 33"/>
                  <a:gd name="T21" fmla="*/ 5 h 10"/>
                  <a:gd name="T22" fmla="*/ 5 w 33"/>
                  <a:gd name="T23" fmla="*/ 0 h 10"/>
                  <a:gd name="T24" fmla="*/ 5 w 33"/>
                  <a:gd name="T25" fmla="*/ 0 h 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10"/>
                  <a:gd name="T41" fmla="*/ 33 w 33"/>
                  <a:gd name="T42" fmla="*/ 10 h 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10">
                    <a:moveTo>
                      <a:pt x="5" y="0"/>
                    </a:moveTo>
                    <a:lnTo>
                      <a:pt x="5" y="0"/>
                    </a:lnTo>
                    <a:lnTo>
                      <a:pt x="11" y="5"/>
                    </a:lnTo>
                    <a:lnTo>
                      <a:pt x="16" y="0"/>
                    </a:lnTo>
                    <a:lnTo>
                      <a:pt x="27" y="0"/>
                    </a:lnTo>
                    <a:lnTo>
                      <a:pt x="33" y="5"/>
                    </a:lnTo>
                    <a:lnTo>
                      <a:pt x="33" y="10"/>
                    </a:lnTo>
                    <a:lnTo>
                      <a:pt x="11" y="10"/>
                    </a:lnTo>
                    <a:lnTo>
                      <a:pt x="0" y="5"/>
                    </a:lnTo>
                    <a:lnTo>
                      <a:pt x="5" y="0"/>
                    </a:lnTo>
                    <a:close/>
                  </a:path>
                </a:pathLst>
              </a:custGeom>
              <a:solidFill>
                <a:srgbClr val="FFFFFF"/>
              </a:solidFill>
              <a:ln w="9525">
                <a:noFill/>
                <a:round/>
                <a:headEnd/>
                <a:tailEnd/>
              </a:ln>
            </p:spPr>
            <p:txBody>
              <a:bodyPr/>
              <a:lstStyle/>
              <a:p>
                <a:endParaRPr lang="da-DK"/>
              </a:p>
            </p:txBody>
          </p:sp>
          <p:sp>
            <p:nvSpPr>
              <p:cNvPr id="37" name="Freeform 1521"/>
              <p:cNvSpPr>
                <a:spLocks/>
              </p:cNvSpPr>
              <p:nvPr/>
            </p:nvSpPr>
            <p:spPr bwMode="auto">
              <a:xfrm>
                <a:off x="-6229379" y="-6289727"/>
                <a:ext cx="102626" cy="59376"/>
              </a:xfrm>
              <a:custGeom>
                <a:avLst/>
                <a:gdLst>
                  <a:gd name="T0" fmla="*/ 0 w 27"/>
                  <a:gd name="T1" fmla="*/ 11 h 16"/>
                  <a:gd name="T2" fmla="*/ 0 w 27"/>
                  <a:gd name="T3" fmla="*/ 11 h 16"/>
                  <a:gd name="T4" fmla="*/ 5 w 27"/>
                  <a:gd name="T5" fmla="*/ 5 h 16"/>
                  <a:gd name="T6" fmla="*/ 5 w 27"/>
                  <a:gd name="T7" fmla="*/ 0 h 16"/>
                  <a:gd name="T8" fmla="*/ 5 w 27"/>
                  <a:gd name="T9" fmla="*/ 0 h 16"/>
                  <a:gd name="T10" fmla="*/ 11 w 27"/>
                  <a:gd name="T11" fmla="*/ 5 h 16"/>
                  <a:gd name="T12" fmla="*/ 22 w 27"/>
                  <a:gd name="T13" fmla="*/ 11 h 16"/>
                  <a:gd name="T14" fmla="*/ 27 w 27"/>
                  <a:gd name="T15" fmla="*/ 11 h 16"/>
                  <a:gd name="T16" fmla="*/ 22 w 27"/>
                  <a:gd name="T17" fmla="*/ 16 h 16"/>
                  <a:gd name="T18" fmla="*/ 22 w 27"/>
                  <a:gd name="T19" fmla="*/ 16 h 16"/>
                  <a:gd name="T20" fmla="*/ 22 w 27"/>
                  <a:gd name="T21" fmla="*/ 11 h 16"/>
                  <a:gd name="T22" fmla="*/ 16 w 27"/>
                  <a:gd name="T23" fmla="*/ 11 h 16"/>
                  <a:gd name="T24" fmla="*/ 0 w 27"/>
                  <a:gd name="T25" fmla="*/ 11 h 16"/>
                  <a:gd name="T26" fmla="*/ 0 w 27"/>
                  <a:gd name="T27" fmla="*/ 11 h 1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7"/>
                  <a:gd name="T43" fmla="*/ 0 h 16"/>
                  <a:gd name="T44" fmla="*/ 27 w 27"/>
                  <a:gd name="T45" fmla="*/ 16 h 1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7" h="16">
                    <a:moveTo>
                      <a:pt x="0" y="11"/>
                    </a:moveTo>
                    <a:lnTo>
                      <a:pt x="0" y="11"/>
                    </a:lnTo>
                    <a:lnTo>
                      <a:pt x="5" y="5"/>
                    </a:lnTo>
                    <a:lnTo>
                      <a:pt x="5" y="0"/>
                    </a:lnTo>
                    <a:lnTo>
                      <a:pt x="11" y="5"/>
                    </a:lnTo>
                    <a:lnTo>
                      <a:pt x="22" y="11"/>
                    </a:lnTo>
                    <a:lnTo>
                      <a:pt x="27" y="11"/>
                    </a:lnTo>
                    <a:lnTo>
                      <a:pt x="22" y="16"/>
                    </a:lnTo>
                    <a:lnTo>
                      <a:pt x="22" y="11"/>
                    </a:lnTo>
                    <a:lnTo>
                      <a:pt x="16" y="11"/>
                    </a:lnTo>
                    <a:lnTo>
                      <a:pt x="0" y="11"/>
                    </a:lnTo>
                    <a:close/>
                  </a:path>
                </a:pathLst>
              </a:custGeom>
              <a:solidFill>
                <a:srgbClr val="FFFFFF"/>
              </a:solidFill>
              <a:ln w="9525">
                <a:noFill/>
                <a:round/>
                <a:headEnd/>
                <a:tailEnd/>
              </a:ln>
            </p:spPr>
            <p:txBody>
              <a:bodyPr/>
              <a:lstStyle/>
              <a:p>
                <a:endParaRPr lang="da-DK"/>
              </a:p>
            </p:txBody>
          </p:sp>
          <p:sp>
            <p:nvSpPr>
              <p:cNvPr id="38" name="Freeform 1522"/>
              <p:cNvSpPr>
                <a:spLocks/>
              </p:cNvSpPr>
              <p:nvPr/>
            </p:nvSpPr>
            <p:spPr bwMode="auto">
              <a:xfrm>
                <a:off x="-6369818" y="-6289727"/>
                <a:ext cx="59415" cy="59376"/>
              </a:xfrm>
              <a:custGeom>
                <a:avLst/>
                <a:gdLst>
                  <a:gd name="T0" fmla="*/ 5 w 16"/>
                  <a:gd name="T1" fmla="*/ 0 h 16"/>
                  <a:gd name="T2" fmla="*/ 5 w 16"/>
                  <a:gd name="T3" fmla="*/ 0 h 16"/>
                  <a:gd name="T4" fmla="*/ 5 w 16"/>
                  <a:gd name="T5" fmla="*/ 5 h 16"/>
                  <a:gd name="T6" fmla="*/ 5 w 16"/>
                  <a:gd name="T7" fmla="*/ 5 h 16"/>
                  <a:gd name="T8" fmla="*/ 16 w 16"/>
                  <a:gd name="T9" fmla="*/ 0 h 16"/>
                  <a:gd name="T10" fmla="*/ 16 w 16"/>
                  <a:gd name="T11" fmla="*/ 0 h 16"/>
                  <a:gd name="T12" fmla="*/ 16 w 16"/>
                  <a:gd name="T13" fmla="*/ 11 h 16"/>
                  <a:gd name="T14" fmla="*/ 16 w 16"/>
                  <a:gd name="T15" fmla="*/ 11 h 16"/>
                  <a:gd name="T16" fmla="*/ 5 w 16"/>
                  <a:gd name="T17" fmla="*/ 16 h 16"/>
                  <a:gd name="T18" fmla="*/ 0 w 16"/>
                  <a:gd name="T19" fmla="*/ 11 h 16"/>
                  <a:gd name="T20" fmla="*/ 0 w 16"/>
                  <a:gd name="T21" fmla="*/ 5 h 16"/>
                  <a:gd name="T22" fmla="*/ 5 w 16"/>
                  <a:gd name="T23" fmla="*/ 0 h 16"/>
                  <a:gd name="T24" fmla="*/ 5 w 16"/>
                  <a:gd name="T25" fmla="*/ 0 h 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
                  <a:gd name="T40" fmla="*/ 0 h 16"/>
                  <a:gd name="T41" fmla="*/ 16 w 16"/>
                  <a:gd name="T42" fmla="*/ 16 h 1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 h="16">
                    <a:moveTo>
                      <a:pt x="5" y="0"/>
                    </a:moveTo>
                    <a:lnTo>
                      <a:pt x="5" y="0"/>
                    </a:lnTo>
                    <a:lnTo>
                      <a:pt x="5" y="5"/>
                    </a:lnTo>
                    <a:lnTo>
                      <a:pt x="16" y="0"/>
                    </a:lnTo>
                    <a:lnTo>
                      <a:pt x="16" y="11"/>
                    </a:lnTo>
                    <a:lnTo>
                      <a:pt x="5" y="16"/>
                    </a:lnTo>
                    <a:lnTo>
                      <a:pt x="0" y="11"/>
                    </a:lnTo>
                    <a:lnTo>
                      <a:pt x="0" y="5"/>
                    </a:lnTo>
                    <a:lnTo>
                      <a:pt x="5" y="0"/>
                    </a:lnTo>
                    <a:close/>
                  </a:path>
                </a:pathLst>
              </a:custGeom>
              <a:solidFill>
                <a:srgbClr val="FFFFFF"/>
              </a:solidFill>
              <a:ln w="9525">
                <a:noFill/>
                <a:round/>
                <a:headEnd/>
                <a:tailEnd/>
              </a:ln>
            </p:spPr>
            <p:txBody>
              <a:bodyPr/>
              <a:lstStyle/>
              <a:p>
                <a:endParaRPr lang="da-DK"/>
              </a:p>
            </p:txBody>
          </p:sp>
          <p:sp>
            <p:nvSpPr>
              <p:cNvPr id="39" name="Freeform 1523"/>
              <p:cNvSpPr>
                <a:spLocks/>
              </p:cNvSpPr>
              <p:nvPr/>
            </p:nvSpPr>
            <p:spPr bwMode="auto">
              <a:xfrm>
                <a:off x="-6391424" y="-6230351"/>
                <a:ext cx="102626" cy="59373"/>
              </a:xfrm>
              <a:custGeom>
                <a:avLst/>
                <a:gdLst>
                  <a:gd name="T0" fmla="*/ 22 w 28"/>
                  <a:gd name="T1" fmla="*/ 16 h 16"/>
                  <a:gd name="T2" fmla="*/ 22 w 28"/>
                  <a:gd name="T3" fmla="*/ 16 h 16"/>
                  <a:gd name="T4" fmla="*/ 17 w 28"/>
                  <a:gd name="T5" fmla="*/ 11 h 16"/>
                  <a:gd name="T6" fmla="*/ 0 w 28"/>
                  <a:gd name="T7" fmla="*/ 11 h 16"/>
                  <a:gd name="T8" fmla="*/ 0 w 28"/>
                  <a:gd name="T9" fmla="*/ 11 h 16"/>
                  <a:gd name="T10" fmla="*/ 0 w 28"/>
                  <a:gd name="T11" fmla="*/ 6 h 16"/>
                  <a:gd name="T12" fmla="*/ 0 w 28"/>
                  <a:gd name="T13" fmla="*/ 0 h 16"/>
                  <a:gd name="T14" fmla="*/ 0 w 28"/>
                  <a:gd name="T15" fmla="*/ 0 h 16"/>
                  <a:gd name="T16" fmla="*/ 0 w 28"/>
                  <a:gd name="T17" fmla="*/ 11 h 16"/>
                  <a:gd name="T18" fmla="*/ 0 w 28"/>
                  <a:gd name="T19" fmla="*/ 11 h 16"/>
                  <a:gd name="T20" fmla="*/ 6 w 28"/>
                  <a:gd name="T21" fmla="*/ 6 h 16"/>
                  <a:gd name="T22" fmla="*/ 17 w 28"/>
                  <a:gd name="T23" fmla="*/ 6 h 16"/>
                  <a:gd name="T24" fmla="*/ 28 w 28"/>
                  <a:gd name="T25" fmla="*/ 6 h 16"/>
                  <a:gd name="T26" fmla="*/ 28 w 28"/>
                  <a:gd name="T27" fmla="*/ 6 h 16"/>
                  <a:gd name="T28" fmla="*/ 28 w 28"/>
                  <a:gd name="T29" fmla="*/ 11 h 16"/>
                  <a:gd name="T30" fmla="*/ 28 w 28"/>
                  <a:gd name="T31" fmla="*/ 11 h 16"/>
                  <a:gd name="T32" fmla="*/ 28 w 28"/>
                  <a:gd name="T33" fmla="*/ 16 h 16"/>
                  <a:gd name="T34" fmla="*/ 22 w 28"/>
                  <a:gd name="T35" fmla="*/ 16 h 16"/>
                  <a:gd name="T36" fmla="*/ 22 w 28"/>
                  <a:gd name="T37" fmla="*/ 16 h 1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
                  <a:gd name="T58" fmla="*/ 0 h 16"/>
                  <a:gd name="T59" fmla="*/ 28 w 28"/>
                  <a:gd name="T60" fmla="*/ 16 h 1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 h="16">
                    <a:moveTo>
                      <a:pt x="22" y="16"/>
                    </a:moveTo>
                    <a:lnTo>
                      <a:pt x="22" y="16"/>
                    </a:lnTo>
                    <a:lnTo>
                      <a:pt x="17" y="11"/>
                    </a:lnTo>
                    <a:lnTo>
                      <a:pt x="0" y="11"/>
                    </a:lnTo>
                    <a:lnTo>
                      <a:pt x="0" y="6"/>
                    </a:lnTo>
                    <a:lnTo>
                      <a:pt x="0" y="0"/>
                    </a:lnTo>
                    <a:lnTo>
                      <a:pt x="0" y="11"/>
                    </a:lnTo>
                    <a:lnTo>
                      <a:pt x="6" y="6"/>
                    </a:lnTo>
                    <a:lnTo>
                      <a:pt x="17" y="6"/>
                    </a:lnTo>
                    <a:lnTo>
                      <a:pt x="28" y="6"/>
                    </a:lnTo>
                    <a:lnTo>
                      <a:pt x="28" y="11"/>
                    </a:lnTo>
                    <a:lnTo>
                      <a:pt x="28" y="16"/>
                    </a:lnTo>
                    <a:lnTo>
                      <a:pt x="22" y="16"/>
                    </a:lnTo>
                    <a:close/>
                  </a:path>
                </a:pathLst>
              </a:custGeom>
              <a:solidFill>
                <a:srgbClr val="FFFFFF"/>
              </a:solidFill>
              <a:ln w="9525">
                <a:noFill/>
                <a:round/>
                <a:headEnd/>
                <a:tailEnd/>
              </a:ln>
            </p:spPr>
            <p:txBody>
              <a:bodyPr/>
              <a:lstStyle/>
              <a:p>
                <a:endParaRPr lang="da-DK"/>
              </a:p>
            </p:txBody>
          </p:sp>
          <p:sp>
            <p:nvSpPr>
              <p:cNvPr id="40" name="Freeform 1524"/>
              <p:cNvSpPr>
                <a:spLocks/>
              </p:cNvSpPr>
              <p:nvPr/>
            </p:nvSpPr>
            <p:spPr bwMode="auto">
              <a:xfrm>
                <a:off x="-6250985" y="-6149387"/>
                <a:ext cx="145838" cy="43182"/>
              </a:xfrm>
              <a:custGeom>
                <a:avLst/>
                <a:gdLst>
                  <a:gd name="T0" fmla="*/ 0 w 39"/>
                  <a:gd name="T1" fmla="*/ 0 h 11"/>
                  <a:gd name="T2" fmla="*/ 0 w 39"/>
                  <a:gd name="T3" fmla="*/ 0 h 11"/>
                  <a:gd name="T4" fmla="*/ 17 w 39"/>
                  <a:gd name="T5" fmla="*/ 0 h 11"/>
                  <a:gd name="T6" fmla="*/ 28 w 39"/>
                  <a:gd name="T7" fmla="*/ 0 h 11"/>
                  <a:gd name="T8" fmla="*/ 39 w 39"/>
                  <a:gd name="T9" fmla="*/ 11 h 11"/>
                  <a:gd name="T10" fmla="*/ 39 w 39"/>
                  <a:gd name="T11" fmla="*/ 11 h 11"/>
                  <a:gd name="T12" fmla="*/ 11 w 39"/>
                  <a:gd name="T13" fmla="*/ 5 h 11"/>
                  <a:gd name="T14" fmla="*/ 6 w 39"/>
                  <a:gd name="T15" fmla="*/ 5 h 11"/>
                  <a:gd name="T16" fmla="*/ 0 w 39"/>
                  <a:gd name="T17" fmla="*/ 0 h 11"/>
                  <a:gd name="T18" fmla="*/ 0 w 39"/>
                  <a:gd name="T19" fmla="*/ 0 h 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11"/>
                  <a:gd name="T32" fmla="*/ 39 w 39"/>
                  <a:gd name="T33" fmla="*/ 11 h 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11">
                    <a:moveTo>
                      <a:pt x="0" y="0"/>
                    </a:moveTo>
                    <a:lnTo>
                      <a:pt x="0" y="0"/>
                    </a:lnTo>
                    <a:lnTo>
                      <a:pt x="17" y="0"/>
                    </a:lnTo>
                    <a:lnTo>
                      <a:pt x="28" y="0"/>
                    </a:lnTo>
                    <a:lnTo>
                      <a:pt x="39" y="11"/>
                    </a:lnTo>
                    <a:lnTo>
                      <a:pt x="11" y="5"/>
                    </a:lnTo>
                    <a:lnTo>
                      <a:pt x="6" y="5"/>
                    </a:lnTo>
                    <a:lnTo>
                      <a:pt x="0" y="0"/>
                    </a:lnTo>
                    <a:close/>
                  </a:path>
                </a:pathLst>
              </a:custGeom>
              <a:solidFill>
                <a:srgbClr val="FFFFFF"/>
              </a:solidFill>
              <a:ln w="9525">
                <a:noFill/>
                <a:round/>
                <a:headEnd/>
                <a:tailEnd/>
              </a:ln>
            </p:spPr>
            <p:txBody>
              <a:bodyPr/>
              <a:lstStyle/>
              <a:p>
                <a:endParaRPr lang="da-DK"/>
              </a:p>
            </p:txBody>
          </p:sp>
          <p:sp>
            <p:nvSpPr>
              <p:cNvPr id="41" name="Freeform 1525"/>
              <p:cNvSpPr>
                <a:spLocks/>
              </p:cNvSpPr>
              <p:nvPr/>
            </p:nvSpPr>
            <p:spPr bwMode="auto">
              <a:xfrm>
                <a:off x="-6391424" y="-6170978"/>
                <a:ext cx="102626" cy="64772"/>
              </a:xfrm>
              <a:custGeom>
                <a:avLst/>
                <a:gdLst>
                  <a:gd name="T0" fmla="*/ 22 w 28"/>
                  <a:gd name="T1" fmla="*/ 17 h 17"/>
                  <a:gd name="T2" fmla="*/ 22 w 28"/>
                  <a:gd name="T3" fmla="*/ 17 h 17"/>
                  <a:gd name="T4" fmla="*/ 22 w 28"/>
                  <a:gd name="T5" fmla="*/ 11 h 17"/>
                  <a:gd name="T6" fmla="*/ 11 w 28"/>
                  <a:gd name="T7" fmla="*/ 11 h 17"/>
                  <a:gd name="T8" fmla="*/ 0 w 28"/>
                  <a:gd name="T9" fmla="*/ 11 h 17"/>
                  <a:gd name="T10" fmla="*/ 0 w 28"/>
                  <a:gd name="T11" fmla="*/ 11 h 17"/>
                  <a:gd name="T12" fmla="*/ 0 w 28"/>
                  <a:gd name="T13" fmla="*/ 6 h 17"/>
                  <a:gd name="T14" fmla="*/ 11 w 28"/>
                  <a:gd name="T15" fmla="*/ 0 h 17"/>
                  <a:gd name="T16" fmla="*/ 28 w 28"/>
                  <a:gd name="T17" fmla="*/ 6 h 17"/>
                  <a:gd name="T18" fmla="*/ 28 w 28"/>
                  <a:gd name="T19" fmla="*/ 6 h 17"/>
                  <a:gd name="T20" fmla="*/ 28 w 28"/>
                  <a:gd name="T21" fmla="*/ 11 h 17"/>
                  <a:gd name="T22" fmla="*/ 28 w 28"/>
                  <a:gd name="T23" fmla="*/ 11 h 17"/>
                  <a:gd name="T24" fmla="*/ 28 w 28"/>
                  <a:gd name="T25" fmla="*/ 11 h 17"/>
                  <a:gd name="T26" fmla="*/ 22 w 28"/>
                  <a:gd name="T27" fmla="*/ 17 h 17"/>
                  <a:gd name="T28" fmla="*/ 22 w 28"/>
                  <a:gd name="T29" fmla="*/ 17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
                  <a:gd name="T46" fmla="*/ 0 h 17"/>
                  <a:gd name="T47" fmla="*/ 28 w 28"/>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 h="17">
                    <a:moveTo>
                      <a:pt x="22" y="17"/>
                    </a:moveTo>
                    <a:lnTo>
                      <a:pt x="22" y="17"/>
                    </a:lnTo>
                    <a:lnTo>
                      <a:pt x="22" y="11"/>
                    </a:lnTo>
                    <a:lnTo>
                      <a:pt x="11" y="11"/>
                    </a:lnTo>
                    <a:lnTo>
                      <a:pt x="0" y="11"/>
                    </a:lnTo>
                    <a:lnTo>
                      <a:pt x="0" y="6"/>
                    </a:lnTo>
                    <a:lnTo>
                      <a:pt x="11" y="0"/>
                    </a:lnTo>
                    <a:lnTo>
                      <a:pt x="28" y="6"/>
                    </a:lnTo>
                    <a:lnTo>
                      <a:pt x="28" y="11"/>
                    </a:lnTo>
                    <a:lnTo>
                      <a:pt x="22" y="17"/>
                    </a:lnTo>
                    <a:close/>
                  </a:path>
                </a:pathLst>
              </a:custGeom>
              <a:solidFill>
                <a:srgbClr val="FFFFFF"/>
              </a:solidFill>
              <a:ln w="9525">
                <a:noFill/>
                <a:round/>
                <a:headEnd/>
                <a:tailEnd/>
              </a:ln>
            </p:spPr>
            <p:txBody>
              <a:bodyPr/>
              <a:lstStyle/>
              <a:p>
                <a:endParaRPr lang="da-DK"/>
              </a:p>
            </p:txBody>
          </p:sp>
          <p:sp>
            <p:nvSpPr>
              <p:cNvPr id="42" name="Freeform 1526"/>
              <p:cNvSpPr>
                <a:spLocks/>
              </p:cNvSpPr>
              <p:nvPr/>
            </p:nvSpPr>
            <p:spPr bwMode="auto">
              <a:xfrm>
                <a:off x="-6229379" y="-6106206"/>
                <a:ext cx="124232" cy="37786"/>
              </a:xfrm>
              <a:custGeom>
                <a:avLst/>
                <a:gdLst>
                  <a:gd name="T0" fmla="*/ 27 w 33"/>
                  <a:gd name="T1" fmla="*/ 11 h 11"/>
                  <a:gd name="T2" fmla="*/ 27 w 33"/>
                  <a:gd name="T3" fmla="*/ 11 h 11"/>
                  <a:gd name="T4" fmla="*/ 16 w 33"/>
                  <a:gd name="T5" fmla="*/ 11 h 11"/>
                  <a:gd name="T6" fmla="*/ 0 w 33"/>
                  <a:gd name="T7" fmla="*/ 11 h 11"/>
                  <a:gd name="T8" fmla="*/ 0 w 33"/>
                  <a:gd name="T9" fmla="*/ 11 h 11"/>
                  <a:gd name="T10" fmla="*/ 0 w 33"/>
                  <a:gd name="T11" fmla="*/ 5 h 11"/>
                  <a:gd name="T12" fmla="*/ 0 w 33"/>
                  <a:gd name="T13" fmla="*/ 5 h 11"/>
                  <a:gd name="T14" fmla="*/ 5 w 33"/>
                  <a:gd name="T15" fmla="*/ 0 h 11"/>
                  <a:gd name="T16" fmla="*/ 5 w 33"/>
                  <a:gd name="T17" fmla="*/ 0 h 11"/>
                  <a:gd name="T18" fmla="*/ 5 w 33"/>
                  <a:gd name="T19" fmla="*/ 0 h 11"/>
                  <a:gd name="T20" fmla="*/ 11 w 33"/>
                  <a:gd name="T21" fmla="*/ 5 h 11"/>
                  <a:gd name="T22" fmla="*/ 22 w 33"/>
                  <a:gd name="T23" fmla="*/ 5 h 11"/>
                  <a:gd name="T24" fmla="*/ 33 w 33"/>
                  <a:gd name="T25" fmla="*/ 5 h 11"/>
                  <a:gd name="T26" fmla="*/ 27 w 33"/>
                  <a:gd name="T27" fmla="*/ 11 h 11"/>
                  <a:gd name="T28" fmla="*/ 27 w 33"/>
                  <a:gd name="T29" fmla="*/ 11 h 1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3"/>
                  <a:gd name="T46" fmla="*/ 0 h 11"/>
                  <a:gd name="T47" fmla="*/ 33 w 33"/>
                  <a:gd name="T48" fmla="*/ 11 h 1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3" h="11">
                    <a:moveTo>
                      <a:pt x="27" y="11"/>
                    </a:moveTo>
                    <a:lnTo>
                      <a:pt x="27" y="11"/>
                    </a:lnTo>
                    <a:lnTo>
                      <a:pt x="16" y="11"/>
                    </a:lnTo>
                    <a:lnTo>
                      <a:pt x="0" y="11"/>
                    </a:lnTo>
                    <a:lnTo>
                      <a:pt x="0" y="5"/>
                    </a:lnTo>
                    <a:lnTo>
                      <a:pt x="5" y="0"/>
                    </a:lnTo>
                    <a:lnTo>
                      <a:pt x="11" y="5"/>
                    </a:lnTo>
                    <a:lnTo>
                      <a:pt x="22" y="5"/>
                    </a:lnTo>
                    <a:lnTo>
                      <a:pt x="33" y="5"/>
                    </a:lnTo>
                    <a:lnTo>
                      <a:pt x="27" y="11"/>
                    </a:lnTo>
                    <a:close/>
                  </a:path>
                </a:pathLst>
              </a:custGeom>
              <a:solidFill>
                <a:srgbClr val="FFFFFF"/>
              </a:solidFill>
              <a:ln w="9525">
                <a:noFill/>
                <a:round/>
                <a:headEnd/>
                <a:tailEnd/>
              </a:ln>
            </p:spPr>
            <p:txBody>
              <a:bodyPr/>
              <a:lstStyle/>
              <a:p>
                <a:endParaRPr lang="da-DK"/>
              </a:p>
            </p:txBody>
          </p:sp>
          <p:sp>
            <p:nvSpPr>
              <p:cNvPr id="43" name="Freeform 1527"/>
              <p:cNvSpPr>
                <a:spLocks/>
              </p:cNvSpPr>
              <p:nvPr/>
            </p:nvSpPr>
            <p:spPr bwMode="auto">
              <a:xfrm>
                <a:off x="-6391424" y="-6106206"/>
                <a:ext cx="124232" cy="37786"/>
              </a:xfrm>
              <a:custGeom>
                <a:avLst/>
                <a:gdLst>
                  <a:gd name="T0" fmla="*/ 0 w 33"/>
                  <a:gd name="T1" fmla="*/ 11 h 11"/>
                  <a:gd name="T2" fmla="*/ 0 w 33"/>
                  <a:gd name="T3" fmla="*/ 11 h 11"/>
                  <a:gd name="T4" fmla="*/ 0 w 33"/>
                  <a:gd name="T5" fmla="*/ 0 h 11"/>
                  <a:gd name="T6" fmla="*/ 11 w 33"/>
                  <a:gd name="T7" fmla="*/ 0 h 11"/>
                  <a:gd name="T8" fmla="*/ 33 w 33"/>
                  <a:gd name="T9" fmla="*/ 0 h 11"/>
                  <a:gd name="T10" fmla="*/ 33 w 33"/>
                  <a:gd name="T11" fmla="*/ 0 h 11"/>
                  <a:gd name="T12" fmla="*/ 33 w 33"/>
                  <a:gd name="T13" fmla="*/ 11 h 11"/>
                  <a:gd name="T14" fmla="*/ 22 w 33"/>
                  <a:gd name="T15" fmla="*/ 11 h 11"/>
                  <a:gd name="T16" fmla="*/ 11 w 33"/>
                  <a:gd name="T17" fmla="*/ 5 h 11"/>
                  <a:gd name="T18" fmla="*/ 0 w 33"/>
                  <a:gd name="T19" fmla="*/ 11 h 11"/>
                  <a:gd name="T20" fmla="*/ 0 w 33"/>
                  <a:gd name="T21" fmla="*/ 11 h 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1"/>
                  <a:gd name="T35" fmla="*/ 33 w 33"/>
                  <a:gd name="T36" fmla="*/ 11 h 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1">
                    <a:moveTo>
                      <a:pt x="0" y="11"/>
                    </a:moveTo>
                    <a:lnTo>
                      <a:pt x="0" y="11"/>
                    </a:lnTo>
                    <a:lnTo>
                      <a:pt x="0" y="0"/>
                    </a:lnTo>
                    <a:lnTo>
                      <a:pt x="11" y="0"/>
                    </a:lnTo>
                    <a:lnTo>
                      <a:pt x="33" y="0"/>
                    </a:lnTo>
                    <a:lnTo>
                      <a:pt x="33" y="11"/>
                    </a:lnTo>
                    <a:lnTo>
                      <a:pt x="22" y="11"/>
                    </a:lnTo>
                    <a:lnTo>
                      <a:pt x="11" y="5"/>
                    </a:lnTo>
                    <a:lnTo>
                      <a:pt x="0" y="11"/>
                    </a:lnTo>
                    <a:close/>
                  </a:path>
                </a:pathLst>
              </a:custGeom>
              <a:solidFill>
                <a:srgbClr val="FFFFFF"/>
              </a:solidFill>
              <a:ln w="9525">
                <a:noFill/>
                <a:round/>
                <a:headEnd/>
                <a:tailEnd/>
              </a:ln>
            </p:spPr>
            <p:txBody>
              <a:bodyPr/>
              <a:lstStyle/>
              <a:p>
                <a:endParaRPr lang="da-DK"/>
              </a:p>
            </p:txBody>
          </p:sp>
          <p:sp>
            <p:nvSpPr>
              <p:cNvPr id="44" name="Freeform 1528"/>
              <p:cNvSpPr>
                <a:spLocks/>
              </p:cNvSpPr>
              <p:nvPr/>
            </p:nvSpPr>
            <p:spPr bwMode="auto">
              <a:xfrm>
                <a:off x="-6186167" y="-6046829"/>
                <a:ext cx="102626" cy="37782"/>
              </a:xfrm>
              <a:custGeom>
                <a:avLst/>
                <a:gdLst>
                  <a:gd name="T0" fmla="*/ 0 w 27"/>
                  <a:gd name="T1" fmla="*/ 6 h 11"/>
                  <a:gd name="T2" fmla="*/ 0 w 27"/>
                  <a:gd name="T3" fmla="*/ 6 h 11"/>
                  <a:gd name="T4" fmla="*/ 5 w 27"/>
                  <a:gd name="T5" fmla="*/ 0 h 11"/>
                  <a:gd name="T6" fmla="*/ 16 w 27"/>
                  <a:gd name="T7" fmla="*/ 0 h 11"/>
                  <a:gd name="T8" fmla="*/ 27 w 27"/>
                  <a:gd name="T9" fmla="*/ 6 h 11"/>
                  <a:gd name="T10" fmla="*/ 27 w 27"/>
                  <a:gd name="T11" fmla="*/ 6 h 11"/>
                  <a:gd name="T12" fmla="*/ 27 w 27"/>
                  <a:gd name="T13" fmla="*/ 11 h 11"/>
                  <a:gd name="T14" fmla="*/ 16 w 27"/>
                  <a:gd name="T15" fmla="*/ 11 h 11"/>
                  <a:gd name="T16" fmla="*/ 5 w 27"/>
                  <a:gd name="T17" fmla="*/ 11 h 11"/>
                  <a:gd name="T18" fmla="*/ 0 w 27"/>
                  <a:gd name="T19" fmla="*/ 6 h 11"/>
                  <a:gd name="T20" fmla="*/ 0 w 27"/>
                  <a:gd name="T21" fmla="*/ 6 h 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7"/>
                  <a:gd name="T34" fmla="*/ 0 h 11"/>
                  <a:gd name="T35" fmla="*/ 27 w 27"/>
                  <a:gd name="T36" fmla="*/ 11 h 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7" h="11">
                    <a:moveTo>
                      <a:pt x="0" y="6"/>
                    </a:moveTo>
                    <a:lnTo>
                      <a:pt x="0" y="6"/>
                    </a:lnTo>
                    <a:lnTo>
                      <a:pt x="5" y="0"/>
                    </a:lnTo>
                    <a:lnTo>
                      <a:pt x="16" y="0"/>
                    </a:lnTo>
                    <a:lnTo>
                      <a:pt x="27" y="6"/>
                    </a:lnTo>
                    <a:lnTo>
                      <a:pt x="27" y="11"/>
                    </a:lnTo>
                    <a:lnTo>
                      <a:pt x="16" y="11"/>
                    </a:lnTo>
                    <a:lnTo>
                      <a:pt x="5" y="11"/>
                    </a:lnTo>
                    <a:lnTo>
                      <a:pt x="0" y="6"/>
                    </a:lnTo>
                    <a:close/>
                  </a:path>
                </a:pathLst>
              </a:custGeom>
              <a:solidFill>
                <a:srgbClr val="FFFFFF"/>
              </a:solidFill>
              <a:ln w="9525">
                <a:noFill/>
                <a:round/>
                <a:headEnd/>
                <a:tailEnd/>
              </a:ln>
            </p:spPr>
            <p:txBody>
              <a:bodyPr/>
              <a:lstStyle/>
              <a:p>
                <a:endParaRPr lang="da-DK"/>
              </a:p>
            </p:txBody>
          </p:sp>
          <p:sp>
            <p:nvSpPr>
              <p:cNvPr id="45" name="Freeform 1529"/>
              <p:cNvSpPr>
                <a:spLocks/>
              </p:cNvSpPr>
              <p:nvPr/>
            </p:nvSpPr>
            <p:spPr bwMode="auto">
              <a:xfrm>
                <a:off x="-6391424" y="-6046829"/>
                <a:ext cx="124232" cy="37782"/>
              </a:xfrm>
              <a:custGeom>
                <a:avLst/>
                <a:gdLst>
                  <a:gd name="T0" fmla="*/ 33 w 33"/>
                  <a:gd name="T1" fmla="*/ 11 h 11"/>
                  <a:gd name="T2" fmla="*/ 33 w 33"/>
                  <a:gd name="T3" fmla="*/ 11 h 11"/>
                  <a:gd name="T4" fmla="*/ 28 w 33"/>
                  <a:gd name="T5" fmla="*/ 6 h 11"/>
                  <a:gd name="T6" fmla="*/ 17 w 33"/>
                  <a:gd name="T7" fmla="*/ 6 h 11"/>
                  <a:gd name="T8" fmla="*/ 0 w 33"/>
                  <a:gd name="T9" fmla="*/ 6 h 11"/>
                  <a:gd name="T10" fmla="*/ 0 w 33"/>
                  <a:gd name="T11" fmla="*/ 6 h 11"/>
                  <a:gd name="T12" fmla="*/ 0 w 33"/>
                  <a:gd name="T13" fmla="*/ 0 h 11"/>
                  <a:gd name="T14" fmla="*/ 11 w 33"/>
                  <a:gd name="T15" fmla="*/ 0 h 11"/>
                  <a:gd name="T16" fmla="*/ 33 w 33"/>
                  <a:gd name="T17" fmla="*/ 0 h 11"/>
                  <a:gd name="T18" fmla="*/ 33 w 33"/>
                  <a:gd name="T19" fmla="*/ 0 h 11"/>
                  <a:gd name="T20" fmla="*/ 33 w 33"/>
                  <a:gd name="T21" fmla="*/ 6 h 11"/>
                  <a:gd name="T22" fmla="*/ 33 w 33"/>
                  <a:gd name="T23" fmla="*/ 6 h 11"/>
                  <a:gd name="T24" fmla="*/ 33 w 33"/>
                  <a:gd name="T25" fmla="*/ 11 h 11"/>
                  <a:gd name="T26" fmla="*/ 33 w 33"/>
                  <a:gd name="T27" fmla="*/ 11 h 11"/>
                  <a:gd name="T28" fmla="*/ 33 w 33"/>
                  <a:gd name="T29" fmla="*/ 11 h 1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3"/>
                  <a:gd name="T46" fmla="*/ 0 h 11"/>
                  <a:gd name="T47" fmla="*/ 33 w 33"/>
                  <a:gd name="T48" fmla="*/ 11 h 1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3" h="11">
                    <a:moveTo>
                      <a:pt x="33" y="11"/>
                    </a:moveTo>
                    <a:lnTo>
                      <a:pt x="33" y="11"/>
                    </a:lnTo>
                    <a:lnTo>
                      <a:pt x="28" y="6"/>
                    </a:lnTo>
                    <a:lnTo>
                      <a:pt x="17" y="6"/>
                    </a:lnTo>
                    <a:lnTo>
                      <a:pt x="0" y="6"/>
                    </a:lnTo>
                    <a:lnTo>
                      <a:pt x="0" y="0"/>
                    </a:lnTo>
                    <a:lnTo>
                      <a:pt x="11" y="0"/>
                    </a:lnTo>
                    <a:lnTo>
                      <a:pt x="33" y="0"/>
                    </a:lnTo>
                    <a:lnTo>
                      <a:pt x="33" y="6"/>
                    </a:lnTo>
                    <a:lnTo>
                      <a:pt x="33" y="11"/>
                    </a:lnTo>
                    <a:close/>
                  </a:path>
                </a:pathLst>
              </a:custGeom>
              <a:solidFill>
                <a:srgbClr val="FFFFFF"/>
              </a:solidFill>
              <a:ln w="9525">
                <a:noFill/>
                <a:round/>
                <a:headEnd/>
                <a:tailEnd/>
              </a:ln>
            </p:spPr>
            <p:txBody>
              <a:bodyPr/>
              <a:lstStyle/>
              <a:p>
                <a:endParaRPr lang="da-DK"/>
              </a:p>
            </p:txBody>
          </p:sp>
          <p:sp>
            <p:nvSpPr>
              <p:cNvPr id="46" name="Freeform 1530"/>
              <p:cNvSpPr>
                <a:spLocks/>
              </p:cNvSpPr>
              <p:nvPr/>
            </p:nvSpPr>
            <p:spPr bwMode="auto">
              <a:xfrm>
                <a:off x="-6250985" y="-5982057"/>
                <a:ext cx="145838" cy="37782"/>
              </a:xfrm>
              <a:custGeom>
                <a:avLst/>
                <a:gdLst>
                  <a:gd name="T0" fmla="*/ 39 w 39"/>
                  <a:gd name="T1" fmla="*/ 0 h 11"/>
                  <a:gd name="T2" fmla="*/ 39 w 39"/>
                  <a:gd name="T3" fmla="*/ 0 h 11"/>
                  <a:gd name="T4" fmla="*/ 33 w 39"/>
                  <a:gd name="T5" fmla="*/ 5 h 11"/>
                  <a:gd name="T6" fmla="*/ 22 w 39"/>
                  <a:gd name="T7" fmla="*/ 5 h 11"/>
                  <a:gd name="T8" fmla="*/ 11 w 39"/>
                  <a:gd name="T9" fmla="*/ 5 h 11"/>
                  <a:gd name="T10" fmla="*/ 0 w 39"/>
                  <a:gd name="T11" fmla="*/ 11 h 11"/>
                  <a:gd name="T12" fmla="*/ 0 w 39"/>
                  <a:gd name="T13" fmla="*/ 11 h 11"/>
                  <a:gd name="T14" fmla="*/ 0 w 39"/>
                  <a:gd name="T15" fmla="*/ 0 h 11"/>
                  <a:gd name="T16" fmla="*/ 6 w 39"/>
                  <a:gd name="T17" fmla="*/ 0 h 11"/>
                  <a:gd name="T18" fmla="*/ 17 w 39"/>
                  <a:gd name="T19" fmla="*/ 0 h 11"/>
                  <a:gd name="T20" fmla="*/ 28 w 39"/>
                  <a:gd name="T21" fmla="*/ 0 h 11"/>
                  <a:gd name="T22" fmla="*/ 39 w 39"/>
                  <a:gd name="T23" fmla="*/ 0 h 11"/>
                  <a:gd name="T24" fmla="*/ 39 w 39"/>
                  <a:gd name="T25" fmla="*/ 0 h 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
                  <a:gd name="T40" fmla="*/ 0 h 11"/>
                  <a:gd name="T41" fmla="*/ 39 w 39"/>
                  <a:gd name="T42" fmla="*/ 11 h 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 h="11">
                    <a:moveTo>
                      <a:pt x="39" y="0"/>
                    </a:moveTo>
                    <a:lnTo>
                      <a:pt x="39" y="0"/>
                    </a:lnTo>
                    <a:lnTo>
                      <a:pt x="33" y="5"/>
                    </a:lnTo>
                    <a:lnTo>
                      <a:pt x="22" y="5"/>
                    </a:lnTo>
                    <a:lnTo>
                      <a:pt x="11" y="5"/>
                    </a:lnTo>
                    <a:lnTo>
                      <a:pt x="0" y="11"/>
                    </a:lnTo>
                    <a:lnTo>
                      <a:pt x="0" y="0"/>
                    </a:lnTo>
                    <a:lnTo>
                      <a:pt x="6" y="0"/>
                    </a:lnTo>
                    <a:lnTo>
                      <a:pt x="17" y="0"/>
                    </a:lnTo>
                    <a:lnTo>
                      <a:pt x="28" y="0"/>
                    </a:lnTo>
                    <a:lnTo>
                      <a:pt x="39" y="0"/>
                    </a:lnTo>
                    <a:close/>
                  </a:path>
                </a:pathLst>
              </a:custGeom>
              <a:solidFill>
                <a:srgbClr val="FFFFFF"/>
              </a:solidFill>
              <a:ln w="9525">
                <a:noFill/>
                <a:round/>
                <a:headEnd/>
                <a:tailEnd/>
              </a:ln>
            </p:spPr>
            <p:txBody>
              <a:bodyPr/>
              <a:lstStyle/>
              <a:p>
                <a:endParaRPr lang="da-DK"/>
              </a:p>
            </p:txBody>
          </p:sp>
          <p:sp>
            <p:nvSpPr>
              <p:cNvPr id="47" name="Freeform 1531"/>
              <p:cNvSpPr>
                <a:spLocks/>
              </p:cNvSpPr>
              <p:nvPr/>
            </p:nvSpPr>
            <p:spPr bwMode="auto">
              <a:xfrm>
                <a:off x="-6391424" y="-5944275"/>
                <a:ext cx="124232" cy="43182"/>
              </a:xfrm>
              <a:custGeom>
                <a:avLst/>
                <a:gdLst>
                  <a:gd name="T0" fmla="*/ 0 w 33"/>
                  <a:gd name="T1" fmla="*/ 0 h 11"/>
                  <a:gd name="T2" fmla="*/ 0 w 33"/>
                  <a:gd name="T3" fmla="*/ 0 h 11"/>
                  <a:gd name="T4" fmla="*/ 6 w 33"/>
                  <a:gd name="T5" fmla="*/ 0 h 11"/>
                  <a:gd name="T6" fmla="*/ 22 w 33"/>
                  <a:gd name="T7" fmla="*/ 0 h 11"/>
                  <a:gd name="T8" fmla="*/ 33 w 33"/>
                  <a:gd name="T9" fmla="*/ 5 h 11"/>
                  <a:gd name="T10" fmla="*/ 33 w 33"/>
                  <a:gd name="T11" fmla="*/ 5 h 11"/>
                  <a:gd name="T12" fmla="*/ 33 w 33"/>
                  <a:gd name="T13" fmla="*/ 11 h 11"/>
                  <a:gd name="T14" fmla="*/ 33 w 33"/>
                  <a:gd name="T15" fmla="*/ 11 h 11"/>
                  <a:gd name="T16" fmla="*/ 28 w 33"/>
                  <a:gd name="T17" fmla="*/ 5 h 11"/>
                  <a:gd name="T18" fmla="*/ 17 w 33"/>
                  <a:gd name="T19" fmla="*/ 11 h 11"/>
                  <a:gd name="T20" fmla="*/ 6 w 33"/>
                  <a:gd name="T21" fmla="*/ 11 h 11"/>
                  <a:gd name="T22" fmla="*/ 0 w 33"/>
                  <a:gd name="T23" fmla="*/ 5 h 11"/>
                  <a:gd name="T24" fmla="*/ 0 w 33"/>
                  <a:gd name="T25" fmla="*/ 0 h 11"/>
                  <a:gd name="T26" fmla="*/ 0 w 33"/>
                  <a:gd name="T27" fmla="*/ 0 h 1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
                  <a:gd name="T43" fmla="*/ 0 h 11"/>
                  <a:gd name="T44" fmla="*/ 33 w 33"/>
                  <a:gd name="T45" fmla="*/ 11 h 1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 h="11">
                    <a:moveTo>
                      <a:pt x="0" y="0"/>
                    </a:moveTo>
                    <a:lnTo>
                      <a:pt x="0" y="0"/>
                    </a:lnTo>
                    <a:lnTo>
                      <a:pt x="6" y="0"/>
                    </a:lnTo>
                    <a:lnTo>
                      <a:pt x="22" y="0"/>
                    </a:lnTo>
                    <a:lnTo>
                      <a:pt x="33" y="5"/>
                    </a:lnTo>
                    <a:lnTo>
                      <a:pt x="33" y="11"/>
                    </a:lnTo>
                    <a:lnTo>
                      <a:pt x="28" y="5"/>
                    </a:lnTo>
                    <a:lnTo>
                      <a:pt x="17" y="11"/>
                    </a:lnTo>
                    <a:lnTo>
                      <a:pt x="6" y="11"/>
                    </a:lnTo>
                    <a:lnTo>
                      <a:pt x="0" y="5"/>
                    </a:lnTo>
                    <a:lnTo>
                      <a:pt x="0" y="0"/>
                    </a:lnTo>
                    <a:close/>
                  </a:path>
                </a:pathLst>
              </a:custGeom>
              <a:solidFill>
                <a:srgbClr val="FFFFFF"/>
              </a:solidFill>
              <a:ln w="9525">
                <a:noFill/>
                <a:round/>
                <a:headEnd/>
                <a:tailEnd/>
              </a:ln>
            </p:spPr>
            <p:txBody>
              <a:bodyPr/>
              <a:lstStyle/>
              <a:p>
                <a:endParaRPr lang="da-DK"/>
              </a:p>
            </p:txBody>
          </p:sp>
          <p:sp>
            <p:nvSpPr>
              <p:cNvPr id="48" name="Freeform 1532"/>
              <p:cNvSpPr>
                <a:spLocks/>
              </p:cNvSpPr>
              <p:nvPr/>
            </p:nvSpPr>
            <p:spPr bwMode="auto">
              <a:xfrm>
                <a:off x="-6250985" y="-5944275"/>
                <a:ext cx="108030" cy="43182"/>
              </a:xfrm>
              <a:custGeom>
                <a:avLst/>
                <a:gdLst>
                  <a:gd name="T0" fmla="*/ 28 w 28"/>
                  <a:gd name="T1" fmla="*/ 0 h 11"/>
                  <a:gd name="T2" fmla="*/ 28 w 28"/>
                  <a:gd name="T3" fmla="*/ 0 h 11"/>
                  <a:gd name="T4" fmla="*/ 28 w 28"/>
                  <a:gd name="T5" fmla="*/ 11 h 11"/>
                  <a:gd name="T6" fmla="*/ 28 w 28"/>
                  <a:gd name="T7" fmla="*/ 11 h 11"/>
                  <a:gd name="T8" fmla="*/ 11 w 28"/>
                  <a:gd name="T9" fmla="*/ 11 h 11"/>
                  <a:gd name="T10" fmla="*/ 0 w 28"/>
                  <a:gd name="T11" fmla="*/ 11 h 11"/>
                  <a:gd name="T12" fmla="*/ 0 w 28"/>
                  <a:gd name="T13" fmla="*/ 11 h 11"/>
                  <a:gd name="T14" fmla="*/ 0 w 28"/>
                  <a:gd name="T15" fmla="*/ 0 h 11"/>
                  <a:gd name="T16" fmla="*/ 11 w 28"/>
                  <a:gd name="T17" fmla="*/ 0 h 11"/>
                  <a:gd name="T18" fmla="*/ 28 w 28"/>
                  <a:gd name="T19" fmla="*/ 0 h 11"/>
                  <a:gd name="T20" fmla="*/ 28 w 28"/>
                  <a:gd name="T21" fmla="*/ 0 h 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
                  <a:gd name="T34" fmla="*/ 0 h 11"/>
                  <a:gd name="T35" fmla="*/ 28 w 28"/>
                  <a:gd name="T36" fmla="*/ 11 h 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 h="11">
                    <a:moveTo>
                      <a:pt x="28" y="0"/>
                    </a:moveTo>
                    <a:lnTo>
                      <a:pt x="28" y="0"/>
                    </a:lnTo>
                    <a:lnTo>
                      <a:pt x="28" y="11"/>
                    </a:lnTo>
                    <a:lnTo>
                      <a:pt x="11" y="11"/>
                    </a:lnTo>
                    <a:lnTo>
                      <a:pt x="0" y="11"/>
                    </a:lnTo>
                    <a:lnTo>
                      <a:pt x="0" y="0"/>
                    </a:lnTo>
                    <a:lnTo>
                      <a:pt x="11" y="0"/>
                    </a:lnTo>
                    <a:lnTo>
                      <a:pt x="28" y="0"/>
                    </a:lnTo>
                    <a:close/>
                  </a:path>
                </a:pathLst>
              </a:custGeom>
              <a:solidFill>
                <a:srgbClr val="FFFFFF"/>
              </a:solidFill>
              <a:ln w="9525">
                <a:noFill/>
                <a:round/>
                <a:headEnd/>
                <a:tailEnd/>
              </a:ln>
            </p:spPr>
            <p:txBody>
              <a:bodyPr/>
              <a:lstStyle/>
              <a:p>
                <a:endParaRPr lang="da-DK"/>
              </a:p>
            </p:txBody>
          </p:sp>
          <p:sp>
            <p:nvSpPr>
              <p:cNvPr id="49" name="Freeform 1533"/>
              <p:cNvSpPr>
                <a:spLocks/>
              </p:cNvSpPr>
              <p:nvPr/>
            </p:nvSpPr>
            <p:spPr bwMode="auto">
              <a:xfrm>
                <a:off x="-6434635" y="-5884898"/>
                <a:ext cx="145838" cy="26987"/>
              </a:xfrm>
              <a:custGeom>
                <a:avLst/>
                <a:gdLst>
                  <a:gd name="T0" fmla="*/ 33 w 39"/>
                  <a:gd name="T1" fmla="*/ 6 h 6"/>
                  <a:gd name="T2" fmla="*/ 33 w 39"/>
                  <a:gd name="T3" fmla="*/ 6 h 6"/>
                  <a:gd name="T4" fmla="*/ 28 w 39"/>
                  <a:gd name="T5" fmla="*/ 6 h 6"/>
                  <a:gd name="T6" fmla="*/ 17 w 39"/>
                  <a:gd name="T7" fmla="*/ 6 h 6"/>
                  <a:gd name="T8" fmla="*/ 6 w 39"/>
                  <a:gd name="T9" fmla="*/ 6 h 6"/>
                  <a:gd name="T10" fmla="*/ 0 w 39"/>
                  <a:gd name="T11" fmla="*/ 0 h 6"/>
                  <a:gd name="T12" fmla="*/ 0 w 39"/>
                  <a:gd name="T13" fmla="*/ 0 h 6"/>
                  <a:gd name="T14" fmla="*/ 6 w 39"/>
                  <a:gd name="T15" fmla="*/ 0 h 6"/>
                  <a:gd name="T16" fmla="*/ 22 w 39"/>
                  <a:gd name="T17" fmla="*/ 0 h 6"/>
                  <a:gd name="T18" fmla="*/ 33 w 39"/>
                  <a:gd name="T19" fmla="*/ 0 h 6"/>
                  <a:gd name="T20" fmla="*/ 39 w 39"/>
                  <a:gd name="T21" fmla="*/ 6 h 6"/>
                  <a:gd name="T22" fmla="*/ 33 w 39"/>
                  <a:gd name="T23" fmla="*/ 6 h 6"/>
                  <a:gd name="T24" fmla="*/ 33 w 39"/>
                  <a:gd name="T25" fmla="*/ 6 h 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
                  <a:gd name="T40" fmla="*/ 0 h 6"/>
                  <a:gd name="T41" fmla="*/ 39 w 39"/>
                  <a:gd name="T42" fmla="*/ 6 h 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 h="6">
                    <a:moveTo>
                      <a:pt x="33" y="6"/>
                    </a:moveTo>
                    <a:lnTo>
                      <a:pt x="33" y="6"/>
                    </a:lnTo>
                    <a:lnTo>
                      <a:pt x="28" y="6"/>
                    </a:lnTo>
                    <a:lnTo>
                      <a:pt x="17" y="6"/>
                    </a:lnTo>
                    <a:lnTo>
                      <a:pt x="6" y="6"/>
                    </a:lnTo>
                    <a:lnTo>
                      <a:pt x="0" y="0"/>
                    </a:lnTo>
                    <a:lnTo>
                      <a:pt x="6" y="0"/>
                    </a:lnTo>
                    <a:lnTo>
                      <a:pt x="22" y="0"/>
                    </a:lnTo>
                    <a:lnTo>
                      <a:pt x="33" y="0"/>
                    </a:lnTo>
                    <a:lnTo>
                      <a:pt x="39" y="6"/>
                    </a:lnTo>
                    <a:lnTo>
                      <a:pt x="33" y="6"/>
                    </a:lnTo>
                    <a:close/>
                  </a:path>
                </a:pathLst>
              </a:custGeom>
              <a:solidFill>
                <a:srgbClr val="FFFFFF"/>
              </a:solidFill>
              <a:ln w="9525">
                <a:noFill/>
                <a:round/>
                <a:headEnd/>
                <a:tailEnd/>
              </a:ln>
            </p:spPr>
            <p:txBody>
              <a:bodyPr/>
              <a:lstStyle/>
              <a:p>
                <a:endParaRPr lang="da-DK"/>
              </a:p>
            </p:txBody>
          </p:sp>
          <p:sp>
            <p:nvSpPr>
              <p:cNvPr id="50" name="Freeform 1534"/>
              <p:cNvSpPr>
                <a:spLocks/>
              </p:cNvSpPr>
              <p:nvPr/>
            </p:nvSpPr>
            <p:spPr bwMode="auto">
              <a:xfrm>
                <a:off x="-6229379" y="-5884898"/>
                <a:ext cx="124232" cy="43182"/>
              </a:xfrm>
              <a:custGeom>
                <a:avLst/>
                <a:gdLst>
                  <a:gd name="T0" fmla="*/ 0 w 33"/>
                  <a:gd name="T1" fmla="*/ 6 h 11"/>
                  <a:gd name="T2" fmla="*/ 0 w 33"/>
                  <a:gd name="T3" fmla="*/ 6 h 11"/>
                  <a:gd name="T4" fmla="*/ 0 w 33"/>
                  <a:gd name="T5" fmla="*/ 6 h 11"/>
                  <a:gd name="T6" fmla="*/ 5 w 33"/>
                  <a:gd name="T7" fmla="*/ 0 h 11"/>
                  <a:gd name="T8" fmla="*/ 16 w 33"/>
                  <a:gd name="T9" fmla="*/ 0 h 11"/>
                  <a:gd name="T10" fmla="*/ 27 w 33"/>
                  <a:gd name="T11" fmla="*/ 0 h 11"/>
                  <a:gd name="T12" fmla="*/ 33 w 33"/>
                  <a:gd name="T13" fmla="*/ 6 h 11"/>
                  <a:gd name="T14" fmla="*/ 33 w 33"/>
                  <a:gd name="T15" fmla="*/ 6 h 11"/>
                  <a:gd name="T16" fmla="*/ 33 w 33"/>
                  <a:gd name="T17" fmla="*/ 6 h 11"/>
                  <a:gd name="T18" fmla="*/ 27 w 33"/>
                  <a:gd name="T19" fmla="*/ 11 h 11"/>
                  <a:gd name="T20" fmla="*/ 16 w 33"/>
                  <a:gd name="T21" fmla="*/ 6 h 11"/>
                  <a:gd name="T22" fmla="*/ 11 w 33"/>
                  <a:gd name="T23" fmla="*/ 6 h 11"/>
                  <a:gd name="T24" fmla="*/ 0 w 33"/>
                  <a:gd name="T25" fmla="*/ 6 h 11"/>
                  <a:gd name="T26" fmla="*/ 0 w 33"/>
                  <a:gd name="T27" fmla="*/ 6 h 1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
                  <a:gd name="T43" fmla="*/ 0 h 11"/>
                  <a:gd name="T44" fmla="*/ 33 w 33"/>
                  <a:gd name="T45" fmla="*/ 11 h 1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 h="11">
                    <a:moveTo>
                      <a:pt x="0" y="6"/>
                    </a:moveTo>
                    <a:lnTo>
                      <a:pt x="0" y="6"/>
                    </a:lnTo>
                    <a:lnTo>
                      <a:pt x="5" y="0"/>
                    </a:lnTo>
                    <a:lnTo>
                      <a:pt x="16" y="0"/>
                    </a:lnTo>
                    <a:lnTo>
                      <a:pt x="27" y="0"/>
                    </a:lnTo>
                    <a:lnTo>
                      <a:pt x="33" y="6"/>
                    </a:lnTo>
                    <a:lnTo>
                      <a:pt x="27" y="11"/>
                    </a:lnTo>
                    <a:lnTo>
                      <a:pt x="16" y="6"/>
                    </a:lnTo>
                    <a:lnTo>
                      <a:pt x="11" y="6"/>
                    </a:lnTo>
                    <a:lnTo>
                      <a:pt x="0" y="6"/>
                    </a:lnTo>
                    <a:close/>
                  </a:path>
                </a:pathLst>
              </a:custGeom>
              <a:solidFill>
                <a:srgbClr val="FFFFFF"/>
              </a:solidFill>
              <a:ln w="9525">
                <a:noFill/>
                <a:round/>
                <a:headEnd/>
                <a:tailEnd/>
              </a:ln>
            </p:spPr>
            <p:txBody>
              <a:bodyPr/>
              <a:lstStyle/>
              <a:p>
                <a:endParaRPr lang="da-DK"/>
              </a:p>
            </p:txBody>
          </p:sp>
          <p:sp>
            <p:nvSpPr>
              <p:cNvPr id="51" name="Freeform 1535"/>
              <p:cNvSpPr>
                <a:spLocks/>
              </p:cNvSpPr>
              <p:nvPr/>
            </p:nvSpPr>
            <p:spPr bwMode="auto">
              <a:xfrm>
                <a:off x="-6250985" y="-5820126"/>
                <a:ext cx="210656" cy="21591"/>
              </a:xfrm>
              <a:custGeom>
                <a:avLst/>
                <a:gdLst>
                  <a:gd name="T0" fmla="*/ 55 w 55"/>
                  <a:gd name="T1" fmla="*/ 6 h 6"/>
                  <a:gd name="T2" fmla="*/ 55 w 55"/>
                  <a:gd name="T3" fmla="*/ 6 h 6"/>
                  <a:gd name="T4" fmla="*/ 28 w 55"/>
                  <a:gd name="T5" fmla="*/ 6 h 6"/>
                  <a:gd name="T6" fmla="*/ 11 w 55"/>
                  <a:gd name="T7" fmla="*/ 6 h 6"/>
                  <a:gd name="T8" fmla="*/ 0 w 55"/>
                  <a:gd name="T9" fmla="*/ 0 h 6"/>
                  <a:gd name="T10" fmla="*/ 0 w 55"/>
                  <a:gd name="T11" fmla="*/ 0 h 6"/>
                  <a:gd name="T12" fmla="*/ 28 w 55"/>
                  <a:gd name="T13" fmla="*/ 0 h 6"/>
                  <a:gd name="T14" fmla="*/ 44 w 55"/>
                  <a:gd name="T15" fmla="*/ 0 h 6"/>
                  <a:gd name="T16" fmla="*/ 50 w 55"/>
                  <a:gd name="T17" fmla="*/ 0 h 6"/>
                  <a:gd name="T18" fmla="*/ 55 w 55"/>
                  <a:gd name="T19" fmla="*/ 6 h 6"/>
                  <a:gd name="T20" fmla="*/ 55 w 55"/>
                  <a:gd name="T21" fmla="*/ 6 h 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6"/>
                  <a:gd name="T35" fmla="*/ 55 w 55"/>
                  <a:gd name="T36" fmla="*/ 6 h 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6">
                    <a:moveTo>
                      <a:pt x="55" y="6"/>
                    </a:moveTo>
                    <a:lnTo>
                      <a:pt x="55" y="6"/>
                    </a:lnTo>
                    <a:lnTo>
                      <a:pt x="28" y="6"/>
                    </a:lnTo>
                    <a:lnTo>
                      <a:pt x="11" y="6"/>
                    </a:lnTo>
                    <a:lnTo>
                      <a:pt x="0" y="0"/>
                    </a:lnTo>
                    <a:lnTo>
                      <a:pt x="28" y="0"/>
                    </a:lnTo>
                    <a:lnTo>
                      <a:pt x="44" y="0"/>
                    </a:lnTo>
                    <a:lnTo>
                      <a:pt x="50" y="0"/>
                    </a:lnTo>
                    <a:lnTo>
                      <a:pt x="55" y="6"/>
                    </a:lnTo>
                    <a:close/>
                  </a:path>
                </a:pathLst>
              </a:custGeom>
              <a:solidFill>
                <a:srgbClr val="FFFFFF"/>
              </a:solidFill>
              <a:ln w="9525">
                <a:noFill/>
                <a:round/>
                <a:headEnd/>
                <a:tailEnd/>
              </a:ln>
            </p:spPr>
            <p:txBody>
              <a:bodyPr/>
              <a:lstStyle/>
              <a:p>
                <a:endParaRPr lang="da-DK"/>
              </a:p>
            </p:txBody>
          </p:sp>
          <p:sp>
            <p:nvSpPr>
              <p:cNvPr id="52" name="Freeform 1536"/>
              <p:cNvSpPr>
                <a:spLocks/>
              </p:cNvSpPr>
              <p:nvPr/>
            </p:nvSpPr>
            <p:spPr bwMode="auto">
              <a:xfrm>
                <a:off x="-6391424" y="-5841717"/>
                <a:ext cx="124232" cy="43182"/>
              </a:xfrm>
              <a:custGeom>
                <a:avLst/>
                <a:gdLst>
                  <a:gd name="T0" fmla="*/ 0 w 33"/>
                  <a:gd name="T1" fmla="*/ 5 h 11"/>
                  <a:gd name="T2" fmla="*/ 0 w 33"/>
                  <a:gd name="T3" fmla="*/ 5 h 11"/>
                  <a:gd name="T4" fmla="*/ 11 w 33"/>
                  <a:gd name="T5" fmla="*/ 0 h 11"/>
                  <a:gd name="T6" fmla="*/ 17 w 33"/>
                  <a:gd name="T7" fmla="*/ 0 h 11"/>
                  <a:gd name="T8" fmla="*/ 28 w 33"/>
                  <a:gd name="T9" fmla="*/ 5 h 11"/>
                  <a:gd name="T10" fmla="*/ 33 w 33"/>
                  <a:gd name="T11" fmla="*/ 0 h 11"/>
                  <a:gd name="T12" fmla="*/ 33 w 33"/>
                  <a:gd name="T13" fmla="*/ 0 h 11"/>
                  <a:gd name="T14" fmla="*/ 33 w 33"/>
                  <a:gd name="T15" fmla="*/ 5 h 11"/>
                  <a:gd name="T16" fmla="*/ 33 w 33"/>
                  <a:gd name="T17" fmla="*/ 11 h 11"/>
                  <a:gd name="T18" fmla="*/ 17 w 33"/>
                  <a:gd name="T19" fmla="*/ 11 h 11"/>
                  <a:gd name="T20" fmla="*/ 6 w 33"/>
                  <a:gd name="T21" fmla="*/ 11 h 11"/>
                  <a:gd name="T22" fmla="*/ 0 w 33"/>
                  <a:gd name="T23" fmla="*/ 5 h 11"/>
                  <a:gd name="T24" fmla="*/ 0 w 33"/>
                  <a:gd name="T25" fmla="*/ 5 h 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11"/>
                  <a:gd name="T41" fmla="*/ 33 w 33"/>
                  <a:gd name="T42" fmla="*/ 11 h 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11">
                    <a:moveTo>
                      <a:pt x="0" y="5"/>
                    </a:moveTo>
                    <a:lnTo>
                      <a:pt x="0" y="5"/>
                    </a:lnTo>
                    <a:lnTo>
                      <a:pt x="11" y="0"/>
                    </a:lnTo>
                    <a:lnTo>
                      <a:pt x="17" y="0"/>
                    </a:lnTo>
                    <a:lnTo>
                      <a:pt x="28" y="5"/>
                    </a:lnTo>
                    <a:lnTo>
                      <a:pt x="33" y="0"/>
                    </a:lnTo>
                    <a:lnTo>
                      <a:pt x="33" y="5"/>
                    </a:lnTo>
                    <a:lnTo>
                      <a:pt x="33" y="11"/>
                    </a:lnTo>
                    <a:lnTo>
                      <a:pt x="17" y="11"/>
                    </a:lnTo>
                    <a:lnTo>
                      <a:pt x="6" y="11"/>
                    </a:lnTo>
                    <a:lnTo>
                      <a:pt x="0" y="5"/>
                    </a:lnTo>
                    <a:close/>
                  </a:path>
                </a:pathLst>
              </a:custGeom>
              <a:solidFill>
                <a:srgbClr val="FFFFFF"/>
              </a:solidFill>
              <a:ln w="9525">
                <a:noFill/>
                <a:round/>
                <a:headEnd/>
                <a:tailEnd/>
              </a:ln>
            </p:spPr>
            <p:txBody>
              <a:bodyPr/>
              <a:lstStyle/>
              <a:p>
                <a:endParaRPr lang="da-DK"/>
              </a:p>
            </p:txBody>
          </p:sp>
          <p:sp>
            <p:nvSpPr>
              <p:cNvPr id="53" name="Freeform 1537"/>
              <p:cNvSpPr>
                <a:spLocks/>
              </p:cNvSpPr>
              <p:nvPr/>
            </p:nvSpPr>
            <p:spPr bwMode="auto">
              <a:xfrm>
                <a:off x="-6250985" y="-5782344"/>
                <a:ext cx="210656" cy="43182"/>
              </a:xfrm>
              <a:custGeom>
                <a:avLst/>
                <a:gdLst>
                  <a:gd name="T0" fmla="*/ 55 w 55"/>
                  <a:gd name="T1" fmla="*/ 11 h 11"/>
                  <a:gd name="T2" fmla="*/ 55 w 55"/>
                  <a:gd name="T3" fmla="*/ 11 h 11"/>
                  <a:gd name="T4" fmla="*/ 39 w 55"/>
                  <a:gd name="T5" fmla="*/ 11 h 11"/>
                  <a:gd name="T6" fmla="*/ 22 w 55"/>
                  <a:gd name="T7" fmla="*/ 11 h 11"/>
                  <a:gd name="T8" fmla="*/ 6 w 55"/>
                  <a:gd name="T9" fmla="*/ 11 h 11"/>
                  <a:gd name="T10" fmla="*/ 0 w 55"/>
                  <a:gd name="T11" fmla="*/ 6 h 11"/>
                  <a:gd name="T12" fmla="*/ 0 w 55"/>
                  <a:gd name="T13" fmla="*/ 6 h 11"/>
                  <a:gd name="T14" fmla="*/ 22 w 55"/>
                  <a:gd name="T15" fmla="*/ 0 h 11"/>
                  <a:gd name="T16" fmla="*/ 44 w 55"/>
                  <a:gd name="T17" fmla="*/ 6 h 11"/>
                  <a:gd name="T18" fmla="*/ 55 w 55"/>
                  <a:gd name="T19" fmla="*/ 11 h 11"/>
                  <a:gd name="T20" fmla="*/ 55 w 55"/>
                  <a:gd name="T21" fmla="*/ 11 h 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11"/>
                  <a:gd name="T35" fmla="*/ 55 w 55"/>
                  <a:gd name="T36" fmla="*/ 11 h 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11">
                    <a:moveTo>
                      <a:pt x="55" y="11"/>
                    </a:moveTo>
                    <a:lnTo>
                      <a:pt x="55" y="11"/>
                    </a:lnTo>
                    <a:lnTo>
                      <a:pt x="39" y="11"/>
                    </a:lnTo>
                    <a:lnTo>
                      <a:pt x="22" y="11"/>
                    </a:lnTo>
                    <a:lnTo>
                      <a:pt x="6" y="11"/>
                    </a:lnTo>
                    <a:lnTo>
                      <a:pt x="0" y="6"/>
                    </a:lnTo>
                    <a:lnTo>
                      <a:pt x="22" y="0"/>
                    </a:lnTo>
                    <a:lnTo>
                      <a:pt x="44" y="6"/>
                    </a:lnTo>
                    <a:lnTo>
                      <a:pt x="55" y="11"/>
                    </a:lnTo>
                    <a:close/>
                  </a:path>
                </a:pathLst>
              </a:custGeom>
              <a:solidFill>
                <a:srgbClr val="FFFFFF"/>
              </a:solidFill>
              <a:ln w="9525">
                <a:noFill/>
                <a:round/>
                <a:headEnd/>
                <a:tailEnd/>
              </a:ln>
            </p:spPr>
            <p:txBody>
              <a:bodyPr/>
              <a:lstStyle/>
              <a:p>
                <a:endParaRPr lang="da-DK"/>
              </a:p>
            </p:txBody>
          </p:sp>
          <p:sp>
            <p:nvSpPr>
              <p:cNvPr id="54" name="Freeform 1538"/>
              <p:cNvSpPr>
                <a:spLocks/>
              </p:cNvSpPr>
              <p:nvPr/>
            </p:nvSpPr>
            <p:spPr bwMode="auto">
              <a:xfrm>
                <a:off x="-6391424" y="-5782344"/>
                <a:ext cx="102626" cy="43182"/>
              </a:xfrm>
              <a:custGeom>
                <a:avLst/>
                <a:gdLst>
                  <a:gd name="T0" fmla="*/ 28 w 28"/>
                  <a:gd name="T1" fmla="*/ 0 h 11"/>
                  <a:gd name="T2" fmla="*/ 28 w 28"/>
                  <a:gd name="T3" fmla="*/ 0 h 11"/>
                  <a:gd name="T4" fmla="*/ 28 w 28"/>
                  <a:gd name="T5" fmla="*/ 6 h 11"/>
                  <a:gd name="T6" fmla="*/ 28 w 28"/>
                  <a:gd name="T7" fmla="*/ 6 h 11"/>
                  <a:gd name="T8" fmla="*/ 28 w 28"/>
                  <a:gd name="T9" fmla="*/ 11 h 11"/>
                  <a:gd name="T10" fmla="*/ 22 w 28"/>
                  <a:gd name="T11" fmla="*/ 11 h 11"/>
                  <a:gd name="T12" fmla="*/ 22 w 28"/>
                  <a:gd name="T13" fmla="*/ 11 h 11"/>
                  <a:gd name="T14" fmla="*/ 22 w 28"/>
                  <a:gd name="T15" fmla="*/ 6 h 11"/>
                  <a:gd name="T16" fmla="*/ 11 w 28"/>
                  <a:gd name="T17" fmla="*/ 11 h 11"/>
                  <a:gd name="T18" fmla="*/ 6 w 28"/>
                  <a:gd name="T19" fmla="*/ 6 h 11"/>
                  <a:gd name="T20" fmla="*/ 0 w 28"/>
                  <a:gd name="T21" fmla="*/ 6 h 11"/>
                  <a:gd name="T22" fmla="*/ 0 w 28"/>
                  <a:gd name="T23" fmla="*/ 6 h 11"/>
                  <a:gd name="T24" fmla="*/ 0 w 28"/>
                  <a:gd name="T25" fmla="*/ 6 h 11"/>
                  <a:gd name="T26" fmla="*/ 0 w 28"/>
                  <a:gd name="T27" fmla="*/ 11 h 11"/>
                  <a:gd name="T28" fmla="*/ 0 w 28"/>
                  <a:gd name="T29" fmla="*/ 11 h 11"/>
                  <a:gd name="T30" fmla="*/ 0 w 28"/>
                  <a:gd name="T31" fmla="*/ 0 h 11"/>
                  <a:gd name="T32" fmla="*/ 0 w 28"/>
                  <a:gd name="T33" fmla="*/ 0 h 11"/>
                  <a:gd name="T34" fmla="*/ 17 w 28"/>
                  <a:gd name="T35" fmla="*/ 0 h 11"/>
                  <a:gd name="T36" fmla="*/ 22 w 28"/>
                  <a:gd name="T37" fmla="*/ 0 h 11"/>
                  <a:gd name="T38" fmla="*/ 28 w 28"/>
                  <a:gd name="T39" fmla="*/ 0 h 11"/>
                  <a:gd name="T40" fmla="*/ 28 w 28"/>
                  <a:gd name="T41" fmla="*/ 0 h 1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8"/>
                  <a:gd name="T64" fmla="*/ 0 h 11"/>
                  <a:gd name="T65" fmla="*/ 28 w 28"/>
                  <a:gd name="T66" fmla="*/ 11 h 1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8" h="11">
                    <a:moveTo>
                      <a:pt x="28" y="0"/>
                    </a:moveTo>
                    <a:lnTo>
                      <a:pt x="28" y="0"/>
                    </a:lnTo>
                    <a:lnTo>
                      <a:pt x="28" y="6"/>
                    </a:lnTo>
                    <a:lnTo>
                      <a:pt x="28" y="11"/>
                    </a:lnTo>
                    <a:lnTo>
                      <a:pt x="22" y="11"/>
                    </a:lnTo>
                    <a:lnTo>
                      <a:pt x="22" y="6"/>
                    </a:lnTo>
                    <a:lnTo>
                      <a:pt x="11" y="11"/>
                    </a:lnTo>
                    <a:lnTo>
                      <a:pt x="6" y="6"/>
                    </a:lnTo>
                    <a:lnTo>
                      <a:pt x="0" y="6"/>
                    </a:lnTo>
                    <a:lnTo>
                      <a:pt x="0" y="11"/>
                    </a:lnTo>
                    <a:lnTo>
                      <a:pt x="0" y="0"/>
                    </a:lnTo>
                    <a:lnTo>
                      <a:pt x="17" y="0"/>
                    </a:lnTo>
                    <a:lnTo>
                      <a:pt x="22" y="0"/>
                    </a:lnTo>
                    <a:lnTo>
                      <a:pt x="28" y="0"/>
                    </a:lnTo>
                    <a:close/>
                  </a:path>
                </a:pathLst>
              </a:custGeom>
              <a:solidFill>
                <a:srgbClr val="FFFFFF"/>
              </a:solidFill>
              <a:ln w="9525">
                <a:noFill/>
                <a:round/>
                <a:headEnd/>
                <a:tailEnd/>
              </a:ln>
            </p:spPr>
            <p:txBody>
              <a:bodyPr/>
              <a:lstStyle/>
              <a:p>
                <a:endParaRPr lang="da-DK"/>
              </a:p>
            </p:txBody>
          </p:sp>
          <p:sp>
            <p:nvSpPr>
              <p:cNvPr id="55" name="Freeform 1539"/>
              <p:cNvSpPr>
                <a:spLocks/>
              </p:cNvSpPr>
              <p:nvPr/>
            </p:nvSpPr>
            <p:spPr bwMode="auto">
              <a:xfrm>
                <a:off x="-6229379" y="-6208760"/>
                <a:ext cx="124232" cy="37782"/>
              </a:xfrm>
              <a:custGeom>
                <a:avLst/>
                <a:gdLst>
                  <a:gd name="T0" fmla="*/ 5 w 33"/>
                  <a:gd name="T1" fmla="*/ 0 h 10"/>
                  <a:gd name="T2" fmla="*/ 5 w 33"/>
                  <a:gd name="T3" fmla="*/ 0 h 10"/>
                  <a:gd name="T4" fmla="*/ 5 w 33"/>
                  <a:gd name="T5" fmla="*/ 0 h 10"/>
                  <a:gd name="T6" fmla="*/ 11 w 33"/>
                  <a:gd name="T7" fmla="*/ 5 h 10"/>
                  <a:gd name="T8" fmla="*/ 16 w 33"/>
                  <a:gd name="T9" fmla="*/ 0 h 10"/>
                  <a:gd name="T10" fmla="*/ 27 w 33"/>
                  <a:gd name="T11" fmla="*/ 0 h 10"/>
                  <a:gd name="T12" fmla="*/ 33 w 33"/>
                  <a:gd name="T13" fmla="*/ 5 h 10"/>
                  <a:gd name="T14" fmla="*/ 33 w 33"/>
                  <a:gd name="T15" fmla="*/ 10 h 10"/>
                  <a:gd name="T16" fmla="*/ 33 w 33"/>
                  <a:gd name="T17" fmla="*/ 10 h 10"/>
                  <a:gd name="T18" fmla="*/ 11 w 33"/>
                  <a:gd name="T19" fmla="*/ 10 h 10"/>
                  <a:gd name="T20" fmla="*/ 0 w 33"/>
                  <a:gd name="T21" fmla="*/ 5 h 10"/>
                  <a:gd name="T22" fmla="*/ 5 w 33"/>
                  <a:gd name="T23" fmla="*/ 0 h 10"/>
                  <a:gd name="T24" fmla="*/ 5 w 33"/>
                  <a:gd name="T25" fmla="*/ 0 h 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10"/>
                  <a:gd name="T41" fmla="*/ 33 w 33"/>
                  <a:gd name="T42" fmla="*/ 10 h 1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10">
                    <a:moveTo>
                      <a:pt x="5" y="0"/>
                    </a:moveTo>
                    <a:lnTo>
                      <a:pt x="5" y="0"/>
                    </a:lnTo>
                    <a:lnTo>
                      <a:pt x="11" y="5"/>
                    </a:lnTo>
                    <a:lnTo>
                      <a:pt x="16" y="0"/>
                    </a:lnTo>
                    <a:lnTo>
                      <a:pt x="27" y="0"/>
                    </a:lnTo>
                    <a:lnTo>
                      <a:pt x="33" y="5"/>
                    </a:lnTo>
                    <a:lnTo>
                      <a:pt x="33" y="10"/>
                    </a:lnTo>
                    <a:lnTo>
                      <a:pt x="11" y="10"/>
                    </a:lnTo>
                    <a:lnTo>
                      <a:pt x="0" y="5"/>
                    </a:lnTo>
                    <a:lnTo>
                      <a:pt x="5" y="0"/>
                    </a:lnTo>
                    <a:close/>
                  </a:path>
                </a:pathLst>
              </a:custGeom>
              <a:solidFill>
                <a:srgbClr val="FFFFFF"/>
              </a:solidFill>
              <a:ln w="9525">
                <a:noFill/>
                <a:round/>
                <a:headEnd/>
                <a:tailEnd/>
              </a:ln>
            </p:spPr>
            <p:txBody>
              <a:bodyPr/>
              <a:lstStyle/>
              <a:p>
                <a:endParaRPr lang="da-DK"/>
              </a:p>
            </p:txBody>
          </p:sp>
          <p:sp>
            <p:nvSpPr>
              <p:cNvPr id="56" name="Freeform 1540"/>
              <p:cNvSpPr>
                <a:spLocks/>
              </p:cNvSpPr>
              <p:nvPr/>
            </p:nvSpPr>
            <p:spPr bwMode="auto">
              <a:xfrm>
                <a:off x="-6229379" y="-5658195"/>
                <a:ext cx="102626" cy="64772"/>
              </a:xfrm>
              <a:custGeom>
                <a:avLst/>
                <a:gdLst>
                  <a:gd name="T0" fmla="*/ 0 w 27"/>
                  <a:gd name="T1" fmla="*/ 11 h 17"/>
                  <a:gd name="T2" fmla="*/ 0 w 27"/>
                  <a:gd name="T3" fmla="*/ 11 h 17"/>
                  <a:gd name="T4" fmla="*/ 5 w 27"/>
                  <a:gd name="T5" fmla="*/ 6 h 17"/>
                  <a:gd name="T6" fmla="*/ 5 w 27"/>
                  <a:gd name="T7" fmla="*/ 0 h 17"/>
                  <a:gd name="T8" fmla="*/ 5 w 27"/>
                  <a:gd name="T9" fmla="*/ 0 h 17"/>
                  <a:gd name="T10" fmla="*/ 11 w 27"/>
                  <a:gd name="T11" fmla="*/ 6 h 17"/>
                  <a:gd name="T12" fmla="*/ 22 w 27"/>
                  <a:gd name="T13" fmla="*/ 6 h 17"/>
                  <a:gd name="T14" fmla="*/ 27 w 27"/>
                  <a:gd name="T15" fmla="*/ 6 h 17"/>
                  <a:gd name="T16" fmla="*/ 22 w 27"/>
                  <a:gd name="T17" fmla="*/ 17 h 17"/>
                  <a:gd name="T18" fmla="*/ 22 w 27"/>
                  <a:gd name="T19" fmla="*/ 17 h 17"/>
                  <a:gd name="T20" fmla="*/ 22 w 27"/>
                  <a:gd name="T21" fmla="*/ 11 h 17"/>
                  <a:gd name="T22" fmla="*/ 16 w 27"/>
                  <a:gd name="T23" fmla="*/ 11 h 17"/>
                  <a:gd name="T24" fmla="*/ 0 w 27"/>
                  <a:gd name="T25" fmla="*/ 11 h 17"/>
                  <a:gd name="T26" fmla="*/ 0 w 27"/>
                  <a:gd name="T27" fmla="*/ 11 h 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7"/>
                  <a:gd name="T43" fmla="*/ 0 h 17"/>
                  <a:gd name="T44" fmla="*/ 27 w 27"/>
                  <a:gd name="T45" fmla="*/ 17 h 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7" h="17">
                    <a:moveTo>
                      <a:pt x="0" y="11"/>
                    </a:moveTo>
                    <a:lnTo>
                      <a:pt x="0" y="11"/>
                    </a:lnTo>
                    <a:lnTo>
                      <a:pt x="5" y="6"/>
                    </a:lnTo>
                    <a:lnTo>
                      <a:pt x="5" y="0"/>
                    </a:lnTo>
                    <a:lnTo>
                      <a:pt x="11" y="6"/>
                    </a:lnTo>
                    <a:lnTo>
                      <a:pt x="22" y="6"/>
                    </a:lnTo>
                    <a:lnTo>
                      <a:pt x="27" y="6"/>
                    </a:lnTo>
                    <a:lnTo>
                      <a:pt x="22" y="17"/>
                    </a:lnTo>
                    <a:lnTo>
                      <a:pt x="22" y="11"/>
                    </a:lnTo>
                    <a:lnTo>
                      <a:pt x="16" y="11"/>
                    </a:lnTo>
                    <a:lnTo>
                      <a:pt x="0" y="11"/>
                    </a:lnTo>
                    <a:close/>
                  </a:path>
                </a:pathLst>
              </a:custGeom>
              <a:solidFill>
                <a:srgbClr val="FFFFFF"/>
              </a:solidFill>
              <a:ln w="9525">
                <a:noFill/>
                <a:round/>
                <a:headEnd/>
                <a:tailEnd/>
              </a:ln>
            </p:spPr>
            <p:txBody>
              <a:bodyPr/>
              <a:lstStyle/>
              <a:p>
                <a:endParaRPr lang="da-DK"/>
              </a:p>
            </p:txBody>
          </p:sp>
          <p:sp>
            <p:nvSpPr>
              <p:cNvPr id="57" name="Freeform 1541"/>
              <p:cNvSpPr>
                <a:spLocks/>
              </p:cNvSpPr>
              <p:nvPr/>
            </p:nvSpPr>
            <p:spPr bwMode="auto">
              <a:xfrm>
                <a:off x="-6369818" y="-5658195"/>
                <a:ext cx="59415" cy="43182"/>
              </a:xfrm>
              <a:custGeom>
                <a:avLst/>
                <a:gdLst>
                  <a:gd name="T0" fmla="*/ 5 w 16"/>
                  <a:gd name="T1" fmla="*/ 0 h 11"/>
                  <a:gd name="T2" fmla="*/ 5 w 16"/>
                  <a:gd name="T3" fmla="*/ 0 h 11"/>
                  <a:gd name="T4" fmla="*/ 5 w 16"/>
                  <a:gd name="T5" fmla="*/ 0 h 11"/>
                  <a:gd name="T6" fmla="*/ 5 w 16"/>
                  <a:gd name="T7" fmla="*/ 0 h 11"/>
                  <a:gd name="T8" fmla="*/ 16 w 16"/>
                  <a:gd name="T9" fmla="*/ 0 h 11"/>
                  <a:gd name="T10" fmla="*/ 16 w 16"/>
                  <a:gd name="T11" fmla="*/ 0 h 11"/>
                  <a:gd name="T12" fmla="*/ 16 w 16"/>
                  <a:gd name="T13" fmla="*/ 11 h 11"/>
                  <a:gd name="T14" fmla="*/ 16 w 16"/>
                  <a:gd name="T15" fmla="*/ 11 h 11"/>
                  <a:gd name="T16" fmla="*/ 5 w 16"/>
                  <a:gd name="T17" fmla="*/ 11 h 11"/>
                  <a:gd name="T18" fmla="*/ 0 w 16"/>
                  <a:gd name="T19" fmla="*/ 11 h 11"/>
                  <a:gd name="T20" fmla="*/ 0 w 16"/>
                  <a:gd name="T21" fmla="*/ 6 h 11"/>
                  <a:gd name="T22" fmla="*/ 5 w 16"/>
                  <a:gd name="T23" fmla="*/ 0 h 11"/>
                  <a:gd name="T24" fmla="*/ 5 w 16"/>
                  <a:gd name="T25" fmla="*/ 0 h 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
                  <a:gd name="T40" fmla="*/ 0 h 11"/>
                  <a:gd name="T41" fmla="*/ 16 w 16"/>
                  <a:gd name="T42" fmla="*/ 11 h 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 h="11">
                    <a:moveTo>
                      <a:pt x="5" y="0"/>
                    </a:moveTo>
                    <a:lnTo>
                      <a:pt x="5" y="0"/>
                    </a:lnTo>
                    <a:lnTo>
                      <a:pt x="16" y="0"/>
                    </a:lnTo>
                    <a:lnTo>
                      <a:pt x="16" y="11"/>
                    </a:lnTo>
                    <a:lnTo>
                      <a:pt x="5" y="11"/>
                    </a:lnTo>
                    <a:lnTo>
                      <a:pt x="0" y="11"/>
                    </a:lnTo>
                    <a:lnTo>
                      <a:pt x="0" y="6"/>
                    </a:lnTo>
                    <a:lnTo>
                      <a:pt x="5" y="0"/>
                    </a:lnTo>
                    <a:close/>
                  </a:path>
                </a:pathLst>
              </a:custGeom>
              <a:solidFill>
                <a:srgbClr val="FFFFFF"/>
              </a:solidFill>
              <a:ln w="9525">
                <a:noFill/>
                <a:round/>
                <a:headEnd/>
                <a:tailEnd/>
              </a:ln>
            </p:spPr>
            <p:txBody>
              <a:bodyPr/>
              <a:lstStyle/>
              <a:p>
                <a:endParaRPr lang="da-DK"/>
              </a:p>
            </p:txBody>
          </p:sp>
          <p:sp>
            <p:nvSpPr>
              <p:cNvPr id="58" name="Freeform 1542"/>
              <p:cNvSpPr>
                <a:spLocks/>
              </p:cNvSpPr>
              <p:nvPr/>
            </p:nvSpPr>
            <p:spPr bwMode="auto">
              <a:xfrm>
                <a:off x="-6391424" y="-5593422"/>
                <a:ext cx="102626" cy="43182"/>
              </a:xfrm>
              <a:custGeom>
                <a:avLst/>
                <a:gdLst>
                  <a:gd name="T0" fmla="*/ 22 w 28"/>
                  <a:gd name="T1" fmla="*/ 11 h 11"/>
                  <a:gd name="T2" fmla="*/ 22 w 28"/>
                  <a:gd name="T3" fmla="*/ 11 h 11"/>
                  <a:gd name="T4" fmla="*/ 17 w 28"/>
                  <a:gd name="T5" fmla="*/ 11 h 11"/>
                  <a:gd name="T6" fmla="*/ 0 w 28"/>
                  <a:gd name="T7" fmla="*/ 11 h 11"/>
                  <a:gd name="T8" fmla="*/ 0 w 28"/>
                  <a:gd name="T9" fmla="*/ 11 h 11"/>
                  <a:gd name="T10" fmla="*/ 0 w 28"/>
                  <a:gd name="T11" fmla="*/ 0 h 11"/>
                  <a:gd name="T12" fmla="*/ 0 w 28"/>
                  <a:gd name="T13" fmla="*/ 0 h 11"/>
                  <a:gd name="T14" fmla="*/ 0 w 28"/>
                  <a:gd name="T15" fmla="*/ 0 h 11"/>
                  <a:gd name="T16" fmla="*/ 0 w 28"/>
                  <a:gd name="T17" fmla="*/ 5 h 11"/>
                  <a:gd name="T18" fmla="*/ 0 w 28"/>
                  <a:gd name="T19" fmla="*/ 5 h 11"/>
                  <a:gd name="T20" fmla="*/ 6 w 28"/>
                  <a:gd name="T21" fmla="*/ 5 h 11"/>
                  <a:gd name="T22" fmla="*/ 17 w 28"/>
                  <a:gd name="T23" fmla="*/ 5 h 11"/>
                  <a:gd name="T24" fmla="*/ 28 w 28"/>
                  <a:gd name="T25" fmla="*/ 0 h 11"/>
                  <a:gd name="T26" fmla="*/ 28 w 28"/>
                  <a:gd name="T27" fmla="*/ 0 h 11"/>
                  <a:gd name="T28" fmla="*/ 28 w 28"/>
                  <a:gd name="T29" fmla="*/ 11 h 11"/>
                  <a:gd name="T30" fmla="*/ 28 w 28"/>
                  <a:gd name="T31" fmla="*/ 11 h 11"/>
                  <a:gd name="T32" fmla="*/ 28 w 28"/>
                  <a:gd name="T33" fmla="*/ 11 h 11"/>
                  <a:gd name="T34" fmla="*/ 22 w 28"/>
                  <a:gd name="T35" fmla="*/ 11 h 11"/>
                  <a:gd name="T36" fmla="*/ 22 w 28"/>
                  <a:gd name="T37" fmla="*/ 1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
                  <a:gd name="T58" fmla="*/ 0 h 11"/>
                  <a:gd name="T59" fmla="*/ 28 w 28"/>
                  <a:gd name="T60" fmla="*/ 11 h 1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 h="11">
                    <a:moveTo>
                      <a:pt x="22" y="11"/>
                    </a:moveTo>
                    <a:lnTo>
                      <a:pt x="22" y="11"/>
                    </a:lnTo>
                    <a:lnTo>
                      <a:pt x="17" y="11"/>
                    </a:lnTo>
                    <a:lnTo>
                      <a:pt x="0" y="11"/>
                    </a:lnTo>
                    <a:lnTo>
                      <a:pt x="0" y="0"/>
                    </a:lnTo>
                    <a:lnTo>
                      <a:pt x="0" y="5"/>
                    </a:lnTo>
                    <a:lnTo>
                      <a:pt x="6" y="5"/>
                    </a:lnTo>
                    <a:lnTo>
                      <a:pt x="17" y="5"/>
                    </a:lnTo>
                    <a:lnTo>
                      <a:pt x="28" y="0"/>
                    </a:lnTo>
                    <a:lnTo>
                      <a:pt x="28" y="11"/>
                    </a:lnTo>
                    <a:lnTo>
                      <a:pt x="22" y="11"/>
                    </a:lnTo>
                    <a:close/>
                  </a:path>
                </a:pathLst>
              </a:custGeom>
              <a:solidFill>
                <a:srgbClr val="FFFFFF"/>
              </a:solidFill>
              <a:ln w="9525">
                <a:noFill/>
                <a:round/>
                <a:headEnd/>
                <a:tailEnd/>
              </a:ln>
            </p:spPr>
            <p:txBody>
              <a:bodyPr/>
              <a:lstStyle/>
              <a:p>
                <a:endParaRPr lang="da-DK"/>
              </a:p>
            </p:txBody>
          </p:sp>
          <p:sp>
            <p:nvSpPr>
              <p:cNvPr id="59" name="Freeform 1543"/>
              <p:cNvSpPr>
                <a:spLocks/>
              </p:cNvSpPr>
              <p:nvPr/>
            </p:nvSpPr>
            <p:spPr bwMode="auto">
              <a:xfrm>
                <a:off x="-6250985" y="-5534049"/>
                <a:ext cx="145838" cy="43182"/>
              </a:xfrm>
              <a:custGeom>
                <a:avLst/>
                <a:gdLst>
                  <a:gd name="T0" fmla="*/ 0 w 39"/>
                  <a:gd name="T1" fmla="*/ 6 h 11"/>
                  <a:gd name="T2" fmla="*/ 0 w 39"/>
                  <a:gd name="T3" fmla="*/ 6 h 11"/>
                  <a:gd name="T4" fmla="*/ 17 w 39"/>
                  <a:gd name="T5" fmla="*/ 0 h 11"/>
                  <a:gd name="T6" fmla="*/ 28 w 39"/>
                  <a:gd name="T7" fmla="*/ 6 h 11"/>
                  <a:gd name="T8" fmla="*/ 39 w 39"/>
                  <a:gd name="T9" fmla="*/ 11 h 11"/>
                  <a:gd name="T10" fmla="*/ 39 w 39"/>
                  <a:gd name="T11" fmla="*/ 11 h 11"/>
                  <a:gd name="T12" fmla="*/ 11 w 39"/>
                  <a:gd name="T13" fmla="*/ 11 h 11"/>
                  <a:gd name="T14" fmla="*/ 6 w 39"/>
                  <a:gd name="T15" fmla="*/ 11 h 11"/>
                  <a:gd name="T16" fmla="*/ 0 w 39"/>
                  <a:gd name="T17" fmla="*/ 6 h 11"/>
                  <a:gd name="T18" fmla="*/ 0 w 39"/>
                  <a:gd name="T19" fmla="*/ 6 h 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11"/>
                  <a:gd name="T32" fmla="*/ 39 w 39"/>
                  <a:gd name="T33" fmla="*/ 11 h 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11">
                    <a:moveTo>
                      <a:pt x="0" y="6"/>
                    </a:moveTo>
                    <a:lnTo>
                      <a:pt x="0" y="6"/>
                    </a:lnTo>
                    <a:lnTo>
                      <a:pt x="17" y="0"/>
                    </a:lnTo>
                    <a:lnTo>
                      <a:pt x="28" y="6"/>
                    </a:lnTo>
                    <a:lnTo>
                      <a:pt x="39" y="11"/>
                    </a:lnTo>
                    <a:lnTo>
                      <a:pt x="11" y="11"/>
                    </a:lnTo>
                    <a:lnTo>
                      <a:pt x="6" y="11"/>
                    </a:lnTo>
                    <a:lnTo>
                      <a:pt x="0" y="6"/>
                    </a:lnTo>
                    <a:close/>
                  </a:path>
                </a:pathLst>
              </a:custGeom>
              <a:solidFill>
                <a:srgbClr val="FFFFFF"/>
              </a:solidFill>
              <a:ln w="9525">
                <a:noFill/>
                <a:round/>
                <a:headEnd/>
                <a:tailEnd/>
              </a:ln>
            </p:spPr>
            <p:txBody>
              <a:bodyPr/>
              <a:lstStyle/>
              <a:p>
                <a:endParaRPr lang="da-DK"/>
              </a:p>
            </p:txBody>
          </p:sp>
          <p:sp>
            <p:nvSpPr>
              <p:cNvPr id="60" name="Freeform 1544"/>
              <p:cNvSpPr>
                <a:spLocks/>
              </p:cNvSpPr>
              <p:nvPr/>
            </p:nvSpPr>
            <p:spPr bwMode="auto">
              <a:xfrm>
                <a:off x="-6391424" y="-5534049"/>
                <a:ext cx="102626" cy="43182"/>
              </a:xfrm>
              <a:custGeom>
                <a:avLst/>
                <a:gdLst>
                  <a:gd name="T0" fmla="*/ 22 w 28"/>
                  <a:gd name="T1" fmla="*/ 11 h 11"/>
                  <a:gd name="T2" fmla="*/ 22 w 28"/>
                  <a:gd name="T3" fmla="*/ 11 h 11"/>
                  <a:gd name="T4" fmla="*/ 22 w 28"/>
                  <a:gd name="T5" fmla="*/ 6 h 11"/>
                  <a:gd name="T6" fmla="*/ 11 w 28"/>
                  <a:gd name="T7" fmla="*/ 6 h 11"/>
                  <a:gd name="T8" fmla="*/ 0 w 28"/>
                  <a:gd name="T9" fmla="*/ 6 h 11"/>
                  <a:gd name="T10" fmla="*/ 0 w 28"/>
                  <a:gd name="T11" fmla="*/ 6 h 11"/>
                  <a:gd name="T12" fmla="*/ 0 w 28"/>
                  <a:gd name="T13" fmla="*/ 0 h 11"/>
                  <a:gd name="T14" fmla="*/ 11 w 28"/>
                  <a:gd name="T15" fmla="*/ 0 h 11"/>
                  <a:gd name="T16" fmla="*/ 28 w 28"/>
                  <a:gd name="T17" fmla="*/ 0 h 11"/>
                  <a:gd name="T18" fmla="*/ 28 w 28"/>
                  <a:gd name="T19" fmla="*/ 0 h 11"/>
                  <a:gd name="T20" fmla="*/ 28 w 28"/>
                  <a:gd name="T21" fmla="*/ 6 h 11"/>
                  <a:gd name="T22" fmla="*/ 28 w 28"/>
                  <a:gd name="T23" fmla="*/ 6 h 11"/>
                  <a:gd name="T24" fmla="*/ 28 w 28"/>
                  <a:gd name="T25" fmla="*/ 11 h 11"/>
                  <a:gd name="T26" fmla="*/ 22 w 28"/>
                  <a:gd name="T27" fmla="*/ 11 h 11"/>
                  <a:gd name="T28" fmla="*/ 22 w 28"/>
                  <a:gd name="T29" fmla="*/ 11 h 1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
                  <a:gd name="T46" fmla="*/ 0 h 11"/>
                  <a:gd name="T47" fmla="*/ 28 w 28"/>
                  <a:gd name="T48" fmla="*/ 11 h 1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 h="11">
                    <a:moveTo>
                      <a:pt x="22" y="11"/>
                    </a:moveTo>
                    <a:lnTo>
                      <a:pt x="22" y="11"/>
                    </a:lnTo>
                    <a:lnTo>
                      <a:pt x="22" y="6"/>
                    </a:lnTo>
                    <a:lnTo>
                      <a:pt x="11" y="6"/>
                    </a:lnTo>
                    <a:lnTo>
                      <a:pt x="0" y="6"/>
                    </a:lnTo>
                    <a:lnTo>
                      <a:pt x="0" y="0"/>
                    </a:lnTo>
                    <a:lnTo>
                      <a:pt x="11" y="0"/>
                    </a:lnTo>
                    <a:lnTo>
                      <a:pt x="28" y="0"/>
                    </a:lnTo>
                    <a:lnTo>
                      <a:pt x="28" y="6"/>
                    </a:lnTo>
                    <a:lnTo>
                      <a:pt x="28" y="11"/>
                    </a:lnTo>
                    <a:lnTo>
                      <a:pt x="22" y="11"/>
                    </a:lnTo>
                    <a:close/>
                  </a:path>
                </a:pathLst>
              </a:custGeom>
              <a:solidFill>
                <a:srgbClr val="FFFFFF"/>
              </a:solidFill>
              <a:ln w="9525">
                <a:noFill/>
                <a:round/>
                <a:headEnd/>
                <a:tailEnd/>
              </a:ln>
            </p:spPr>
            <p:txBody>
              <a:bodyPr/>
              <a:lstStyle/>
              <a:p>
                <a:endParaRPr lang="da-DK"/>
              </a:p>
            </p:txBody>
          </p:sp>
          <p:sp>
            <p:nvSpPr>
              <p:cNvPr id="61" name="Freeform 1545"/>
              <p:cNvSpPr>
                <a:spLocks/>
              </p:cNvSpPr>
              <p:nvPr/>
            </p:nvSpPr>
            <p:spPr bwMode="auto">
              <a:xfrm>
                <a:off x="-6229379" y="-5469277"/>
                <a:ext cx="124232" cy="37786"/>
              </a:xfrm>
              <a:custGeom>
                <a:avLst/>
                <a:gdLst>
                  <a:gd name="T0" fmla="*/ 27 w 33"/>
                  <a:gd name="T1" fmla="*/ 10 h 10"/>
                  <a:gd name="T2" fmla="*/ 27 w 33"/>
                  <a:gd name="T3" fmla="*/ 10 h 10"/>
                  <a:gd name="T4" fmla="*/ 16 w 33"/>
                  <a:gd name="T5" fmla="*/ 5 h 10"/>
                  <a:gd name="T6" fmla="*/ 0 w 33"/>
                  <a:gd name="T7" fmla="*/ 10 h 10"/>
                  <a:gd name="T8" fmla="*/ 0 w 33"/>
                  <a:gd name="T9" fmla="*/ 10 h 10"/>
                  <a:gd name="T10" fmla="*/ 0 w 33"/>
                  <a:gd name="T11" fmla="*/ 0 h 10"/>
                  <a:gd name="T12" fmla="*/ 0 w 33"/>
                  <a:gd name="T13" fmla="*/ 0 h 10"/>
                  <a:gd name="T14" fmla="*/ 5 w 33"/>
                  <a:gd name="T15" fmla="*/ 0 h 10"/>
                  <a:gd name="T16" fmla="*/ 5 w 33"/>
                  <a:gd name="T17" fmla="*/ 0 h 10"/>
                  <a:gd name="T18" fmla="*/ 5 w 33"/>
                  <a:gd name="T19" fmla="*/ 0 h 10"/>
                  <a:gd name="T20" fmla="*/ 11 w 33"/>
                  <a:gd name="T21" fmla="*/ 0 h 10"/>
                  <a:gd name="T22" fmla="*/ 22 w 33"/>
                  <a:gd name="T23" fmla="*/ 5 h 10"/>
                  <a:gd name="T24" fmla="*/ 33 w 33"/>
                  <a:gd name="T25" fmla="*/ 5 h 10"/>
                  <a:gd name="T26" fmla="*/ 27 w 33"/>
                  <a:gd name="T27" fmla="*/ 10 h 10"/>
                  <a:gd name="T28" fmla="*/ 27 w 33"/>
                  <a:gd name="T29" fmla="*/ 10 h 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3"/>
                  <a:gd name="T46" fmla="*/ 0 h 10"/>
                  <a:gd name="T47" fmla="*/ 33 w 33"/>
                  <a:gd name="T48" fmla="*/ 10 h 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3" h="10">
                    <a:moveTo>
                      <a:pt x="27" y="10"/>
                    </a:moveTo>
                    <a:lnTo>
                      <a:pt x="27" y="10"/>
                    </a:lnTo>
                    <a:lnTo>
                      <a:pt x="16" y="5"/>
                    </a:lnTo>
                    <a:lnTo>
                      <a:pt x="0" y="10"/>
                    </a:lnTo>
                    <a:lnTo>
                      <a:pt x="0" y="0"/>
                    </a:lnTo>
                    <a:lnTo>
                      <a:pt x="5" y="0"/>
                    </a:lnTo>
                    <a:lnTo>
                      <a:pt x="11" y="0"/>
                    </a:lnTo>
                    <a:lnTo>
                      <a:pt x="22" y="5"/>
                    </a:lnTo>
                    <a:lnTo>
                      <a:pt x="33" y="5"/>
                    </a:lnTo>
                    <a:lnTo>
                      <a:pt x="27" y="10"/>
                    </a:lnTo>
                    <a:close/>
                  </a:path>
                </a:pathLst>
              </a:custGeom>
              <a:solidFill>
                <a:srgbClr val="FFFFFF"/>
              </a:solidFill>
              <a:ln w="9525">
                <a:noFill/>
                <a:round/>
                <a:headEnd/>
                <a:tailEnd/>
              </a:ln>
            </p:spPr>
            <p:txBody>
              <a:bodyPr/>
              <a:lstStyle/>
              <a:p>
                <a:endParaRPr lang="da-DK"/>
              </a:p>
            </p:txBody>
          </p:sp>
          <p:sp>
            <p:nvSpPr>
              <p:cNvPr id="62" name="Freeform 1546"/>
              <p:cNvSpPr>
                <a:spLocks/>
              </p:cNvSpPr>
              <p:nvPr/>
            </p:nvSpPr>
            <p:spPr bwMode="auto">
              <a:xfrm>
                <a:off x="-6391424" y="-5469277"/>
                <a:ext cx="124232" cy="37786"/>
              </a:xfrm>
              <a:custGeom>
                <a:avLst/>
                <a:gdLst>
                  <a:gd name="T0" fmla="*/ 0 w 33"/>
                  <a:gd name="T1" fmla="*/ 5 h 10"/>
                  <a:gd name="T2" fmla="*/ 0 w 33"/>
                  <a:gd name="T3" fmla="*/ 5 h 10"/>
                  <a:gd name="T4" fmla="*/ 0 w 33"/>
                  <a:gd name="T5" fmla="*/ 0 h 10"/>
                  <a:gd name="T6" fmla="*/ 11 w 33"/>
                  <a:gd name="T7" fmla="*/ 0 h 10"/>
                  <a:gd name="T8" fmla="*/ 33 w 33"/>
                  <a:gd name="T9" fmla="*/ 0 h 10"/>
                  <a:gd name="T10" fmla="*/ 33 w 33"/>
                  <a:gd name="T11" fmla="*/ 0 h 10"/>
                  <a:gd name="T12" fmla="*/ 33 w 33"/>
                  <a:gd name="T13" fmla="*/ 10 h 10"/>
                  <a:gd name="T14" fmla="*/ 22 w 33"/>
                  <a:gd name="T15" fmla="*/ 5 h 10"/>
                  <a:gd name="T16" fmla="*/ 11 w 33"/>
                  <a:gd name="T17" fmla="*/ 5 h 10"/>
                  <a:gd name="T18" fmla="*/ 0 w 33"/>
                  <a:gd name="T19" fmla="*/ 5 h 10"/>
                  <a:gd name="T20" fmla="*/ 0 w 33"/>
                  <a:gd name="T21" fmla="*/ 5 h 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0"/>
                  <a:gd name="T35" fmla="*/ 33 w 33"/>
                  <a:gd name="T36" fmla="*/ 10 h 1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0">
                    <a:moveTo>
                      <a:pt x="0" y="5"/>
                    </a:moveTo>
                    <a:lnTo>
                      <a:pt x="0" y="5"/>
                    </a:lnTo>
                    <a:lnTo>
                      <a:pt x="0" y="0"/>
                    </a:lnTo>
                    <a:lnTo>
                      <a:pt x="11" y="0"/>
                    </a:lnTo>
                    <a:lnTo>
                      <a:pt x="33" y="0"/>
                    </a:lnTo>
                    <a:lnTo>
                      <a:pt x="33" y="10"/>
                    </a:lnTo>
                    <a:lnTo>
                      <a:pt x="22" y="5"/>
                    </a:lnTo>
                    <a:lnTo>
                      <a:pt x="11" y="5"/>
                    </a:lnTo>
                    <a:lnTo>
                      <a:pt x="0" y="5"/>
                    </a:lnTo>
                    <a:close/>
                  </a:path>
                </a:pathLst>
              </a:custGeom>
              <a:solidFill>
                <a:srgbClr val="FFFFFF"/>
              </a:solidFill>
              <a:ln w="9525">
                <a:noFill/>
                <a:round/>
                <a:headEnd/>
                <a:tailEnd/>
              </a:ln>
            </p:spPr>
            <p:txBody>
              <a:bodyPr/>
              <a:lstStyle/>
              <a:p>
                <a:endParaRPr lang="da-DK"/>
              </a:p>
            </p:txBody>
          </p:sp>
          <p:sp>
            <p:nvSpPr>
              <p:cNvPr id="63" name="Freeform 1547"/>
              <p:cNvSpPr>
                <a:spLocks/>
              </p:cNvSpPr>
              <p:nvPr/>
            </p:nvSpPr>
            <p:spPr bwMode="auto">
              <a:xfrm>
                <a:off x="-6186167" y="-5409901"/>
                <a:ext cx="102626" cy="43182"/>
              </a:xfrm>
              <a:custGeom>
                <a:avLst/>
                <a:gdLst>
                  <a:gd name="T0" fmla="*/ 0 w 27"/>
                  <a:gd name="T1" fmla="*/ 0 h 11"/>
                  <a:gd name="T2" fmla="*/ 0 w 27"/>
                  <a:gd name="T3" fmla="*/ 0 h 11"/>
                  <a:gd name="T4" fmla="*/ 5 w 27"/>
                  <a:gd name="T5" fmla="*/ 0 h 11"/>
                  <a:gd name="T6" fmla="*/ 16 w 27"/>
                  <a:gd name="T7" fmla="*/ 0 h 11"/>
                  <a:gd name="T8" fmla="*/ 27 w 27"/>
                  <a:gd name="T9" fmla="*/ 0 h 11"/>
                  <a:gd name="T10" fmla="*/ 27 w 27"/>
                  <a:gd name="T11" fmla="*/ 0 h 11"/>
                  <a:gd name="T12" fmla="*/ 27 w 27"/>
                  <a:gd name="T13" fmla="*/ 5 h 11"/>
                  <a:gd name="T14" fmla="*/ 16 w 27"/>
                  <a:gd name="T15" fmla="*/ 11 h 11"/>
                  <a:gd name="T16" fmla="*/ 5 w 27"/>
                  <a:gd name="T17" fmla="*/ 5 h 11"/>
                  <a:gd name="T18" fmla="*/ 0 w 27"/>
                  <a:gd name="T19" fmla="*/ 0 h 11"/>
                  <a:gd name="T20" fmla="*/ 0 w 27"/>
                  <a:gd name="T21" fmla="*/ 0 h 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7"/>
                  <a:gd name="T34" fmla="*/ 0 h 11"/>
                  <a:gd name="T35" fmla="*/ 27 w 27"/>
                  <a:gd name="T36" fmla="*/ 11 h 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7" h="11">
                    <a:moveTo>
                      <a:pt x="0" y="0"/>
                    </a:moveTo>
                    <a:lnTo>
                      <a:pt x="0" y="0"/>
                    </a:lnTo>
                    <a:lnTo>
                      <a:pt x="5" y="0"/>
                    </a:lnTo>
                    <a:lnTo>
                      <a:pt x="16" y="0"/>
                    </a:lnTo>
                    <a:lnTo>
                      <a:pt x="27" y="0"/>
                    </a:lnTo>
                    <a:lnTo>
                      <a:pt x="27" y="5"/>
                    </a:lnTo>
                    <a:lnTo>
                      <a:pt x="16" y="11"/>
                    </a:lnTo>
                    <a:lnTo>
                      <a:pt x="5" y="5"/>
                    </a:lnTo>
                    <a:lnTo>
                      <a:pt x="0" y="0"/>
                    </a:lnTo>
                    <a:close/>
                  </a:path>
                </a:pathLst>
              </a:custGeom>
              <a:solidFill>
                <a:srgbClr val="FFFFFF"/>
              </a:solidFill>
              <a:ln w="9525">
                <a:noFill/>
                <a:round/>
                <a:headEnd/>
                <a:tailEnd/>
              </a:ln>
            </p:spPr>
            <p:txBody>
              <a:bodyPr/>
              <a:lstStyle/>
              <a:p>
                <a:endParaRPr lang="da-DK"/>
              </a:p>
            </p:txBody>
          </p:sp>
          <p:sp>
            <p:nvSpPr>
              <p:cNvPr id="64" name="Freeform 1548"/>
              <p:cNvSpPr>
                <a:spLocks/>
              </p:cNvSpPr>
              <p:nvPr/>
            </p:nvSpPr>
            <p:spPr bwMode="auto">
              <a:xfrm>
                <a:off x="-6391424" y="-5431491"/>
                <a:ext cx="124232" cy="64772"/>
              </a:xfrm>
              <a:custGeom>
                <a:avLst/>
                <a:gdLst>
                  <a:gd name="T0" fmla="*/ 33 w 33"/>
                  <a:gd name="T1" fmla="*/ 17 h 17"/>
                  <a:gd name="T2" fmla="*/ 33 w 33"/>
                  <a:gd name="T3" fmla="*/ 17 h 17"/>
                  <a:gd name="T4" fmla="*/ 28 w 33"/>
                  <a:gd name="T5" fmla="*/ 11 h 17"/>
                  <a:gd name="T6" fmla="*/ 17 w 33"/>
                  <a:gd name="T7" fmla="*/ 6 h 17"/>
                  <a:gd name="T8" fmla="*/ 0 w 33"/>
                  <a:gd name="T9" fmla="*/ 11 h 17"/>
                  <a:gd name="T10" fmla="*/ 0 w 33"/>
                  <a:gd name="T11" fmla="*/ 11 h 17"/>
                  <a:gd name="T12" fmla="*/ 0 w 33"/>
                  <a:gd name="T13" fmla="*/ 6 h 17"/>
                  <a:gd name="T14" fmla="*/ 11 w 33"/>
                  <a:gd name="T15" fmla="*/ 0 h 17"/>
                  <a:gd name="T16" fmla="*/ 33 w 33"/>
                  <a:gd name="T17" fmla="*/ 6 h 17"/>
                  <a:gd name="T18" fmla="*/ 33 w 33"/>
                  <a:gd name="T19" fmla="*/ 6 h 17"/>
                  <a:gd name="T20" fmla="*/ 33 w 33"/>
                  <a:gd name="T21" fmla="*/ 11 h 17"/>
                  <a:gd name="T22" fmla="*/ 33 w 33"/>
                  <a:gd name="T23" fmla="*/ 11 h 17"/>
                  <a:gd name="T24" fmla="*/ 33 w 33"/>
                  <a:gd name="T25" fmla="*/ 11 h 17"/>
                  <a:gd name="T26" fmla="*/ 33 w 33"/>
                  <a:gd name="T27" fmla="*/ 17 h 17"/>
                  <a:gd name="T28" fmla="*/ 33 w 33"/>
                  <a:gd name="T29" fmla="*/ 17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3"/>
                  <a:gd name="T46" fmla="*/ 0 h 17"/>
                  <a:gd name="T47" fmla="*/ 33 w 33"/>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3" h="17">
                    <a:moveTo>
                      <a:pt x="33" y="17"/>
                    </a:moveTo>
                    <a:lnTo>
                      <a:pt x="33" y="17"/>
                    </a:lnTo>
                    <a:lnTo>
                      <a:pt x="28" y="11"/>
                    </a:lnTo>
                    <a:lnTo>
                      <a:pt x="17" y="6"/>
                    </a:lnTo>
                    <a:lnTo>
                      <a:pt x="0" y="11"/>
                    </a:lnTo>
                    <a:lnTo>
                      <a:pt x="0" y="6"/>
                    </a:lnTo>
                    <a:lnTo>
                      <a:pt x="11" y="0"/>
                    </a:lnTo>
                    <a:lnTo>
                      <a:pt x="33" y="6"/>
                    </a:lnTo>
                    <a:lnTo>
                      <a:pt x="33" y="11"/>
                    </a:lnTo>
                    <a:lnTo>
                      <a:pt x="33" y="17"/>
                    </a:lnTo>
                    <a:close/>
                  </a:path>
                </a:pathLst>
              </a:custGeom>
              <a:solidFill>
                <a:srgbClr val="FFFFFF"/>
              </a:solidFill>
              <a:ln w="9525">
                <a:noFill/>
                <a:round/>
                <a:headEnd/>
                <a:tailEnd/>
              </a:ln>
            </p:spPr>
            <p:txBody>
              <a:bodyPr/>
              <a:lstStyle/>
              <a:p>
                <a:endParaRPr lang="da-DK"/>
              </a:p>
            </p:txBody>
          </p:sp>
          <p:sp>
            <p:nvSpPr>
              <p:cNvPr id="65" name="Freeform 1549"/>
              <p:cNvSpPr>
                <a:spLocks/>
              </p:cNvSpPr>
              <p:nvPr/>
            </p:nvSpPr>
            <p:spPr bwMode="auto">
              <a:xfrm>
                <a:off x="-6250985" y="-5366719"/>
                <a:ext cx="145838" cy="37782"/>
              </a:xfrm>
              <a:custGeom>
                <a:avLst/>
                <a:gdLst>
                  <a:gd name="T0" fmla="*/ 39 w 39"/>
                  <a:gd name="T1" fmla="*/ 0 h 11"/>
                  <a:gd name="T2" fmla="*/ 39 w 39"/>
                  <a:gd name="T3" fmla="*/ 0 h 11"/>
                  <a:gd name="T4" fmla="*/ 33 w 39"/>
                  <a:gd name="T5" fmla="*/ 11 h 11"/>
                  <a:gd name="T6" fmla="*/ 22 w 39"/>
                  <a:gd name="T7" fmla="*/ 11 h 11"/>
                  <a:gd name="T8" fmla="*/ 11 w 39"/>
                  <a:gd name="T9" fmla="*/ 11 h 11"/>
                  <a:gd name="T10" fmla="*/ 0 w 39"/>
                  <a:gd name="T11" fmla="*/ 11 h 11"/>
                  <a:gd name="T12" fmla="*/ 0 w 39"/>
                  <a:gd name="T13" fmla="*/ 11 h 11"/>
                  <a:gd name="T14" fmla="*/ 0 w 39"/>
                  <a:gd name="T15" fmla="*/ 5 h 11"/>
                  <a:gd name="T16" fmla="*/ 6 w 39"/>
                  <a:gd name="T17" fmla="*/ 0 h 11"/>
                  <a:gd name="T18" fmla="*/ 17 w 39"/>
                  <a:gd name="T19" fmla="*/ 0 h 11"/>
                  <a:gd name="T20" fmla="*/ 28 w 39"/>
                  <a:gd name="T21" fmla="*/ 5 h 11"/>
                  <a:gd name="T22" fmla="*/ 39 w 39"/>
                  <a:gd name="T23" fmla="*/ 0 h 11"/>
                  <a:gd name="T24" fmla="*/ 39 w 39"/>
                  <a:gd name="T25" fmla="*/ 0 h 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
                  <a:gd name="T40" fmla="*/ 0 h 11"/>
                  <a:gd name="T41" fmla="*/ 39 w 39"/>
                  <a:gd name="T42" fmla="*/ 11 h 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 h="11">
                    <a:moveTo>
                      <a:pt x="39" y="0"/>
                    </a:moveTo>
                    <a:lnTo>
                      <a:pt x="39" y="0"/>
                    </a:lnTo>
                    <a:lnTo>
                      <a:pt x="33" y="11"/>
                    </a:lnTo>
                    <a:lnTo>
                      <a:pt x="22" y="11"/>
                    </a:lnTo>
                    <a:lnTo>
                      <a:pt x="11" y="11"/>
                    </a:lnTo>
                    <a:lnTo>
                      <a:pt x="0" y="11"/>
                    </a:lnTo>
                    <a:lnTo>
                      <a:pt x="0" y="5"/>
                    </a:lnTo>
                    <a:lnTo>
                      <a:pt x="6" y="0"/>
                    </a:lnTo>
                    <a:lnTo>
                      <a:pt x="17" y="0"/>
                    </a:lnTo>
                    <a:lnTo>
                      <a:pt x="28" y="5"/>
                    </a:lnTo>
                    <a:lnTo>
                      <a:pt x="39" y="0"/>
                    </a:lnTo>
                    <a:close/>
                  </a:path>
                </a:pathLst>
              </a:custGeom>
              <a:solidFill>
                <a:srgbClr val="FFFFFF"/>
              </a:solidFill>
              <a:ln w="9525">
                <a:noFill/>
                <a:round/>
                <a:headEnd/>
                <a:tailEnd/>
              </a:ln>
            </p:spPr>
            <p:txBody>
              <a:bodyPr/>
              <a:lstStyle/>
              <a:p>
                <a:endParaRPr lang="da-DK"/>
              </a:p>
            </p:txBody>
          </p:sp>
          <p:sp>
            <p:nvSpPr>
              <p:cNvPr id="66" name="Freeform 1550"/>
              <p:cNvSpPr>
                <a:spLocks/>
              </p:cNvSpPr>
              <p:nvPr/>
            </p:nvSpPr>
            <p:spPr bwMode="auto">
              <a:xfrm>
                <a:off x="-6391424" y="-5307346"/>
                <a:ext cx="124232" cy="21591"/>
              </a:xfrm>
              <a:custGeom>
                <a:avLst/>
                <a:gdLst>
                  <a:gd name="T0" fmla="*/ 0 w 33"/>
                  <a:gd name="T1" fmla="*/ 0 h 6"/>
                  <a:gd name="T2" fmla="*/ 0 w 33"/>
                  <a:gd name="T3" fmla="*/ 0 h 6"/>
                  <a:gd name="T4" fmla="*/ 6 w 33"/>
                  <a:gd name="T5" fmla="*/ 0 h 6"/>
                  <a:gd name="T6" fmla="*/ 22 w 33"/>
                  <a:gd name="T7" fmla="*/ 0 h 6"/>
                  <a:gd name="T8" fmla="*/ 33 w 33"/>
                  <a:gd name="T9" fmla="*/ 0 h 6"/>
                  <a:gd name="T10" fmla="*/ 33 w 33"/>
                  <a:gd name="T11" fmla="*/ 6 h 6"/>
                  <a:gd name="T12" fmla="*/ 33 w 33"/>
                  <a:gd name="T13" fmla="*/ 6 h 6"/>
                  <a:gd name="T14" fmla="*/ 33 w 33"/>
                  <a:gd name="T15" fmla="*/ 6 h 6"/>
                  <a:gd name="T16" fmla="*/ 28 w 33"/>
                  <a:gd name="T17" fmla="*/ 6 h 6"/>
                  <a:gd name="T18" fmla="*/ 17 w 33"/>
                  <a:gd name="T19" fmla="*/ 6 h 6"/>
                  <a:gd name="T20" fmla="*/ 6 w 33"/>
                  <a:gd name="T21" fmla="*/ 6 h 6"/>
                  <a:gd name="T22" fmla="*/ 0 w 33"/>
                  <a:gd name="T23" fmla="*/ 6 h 6"/>
                  <a:gd name="T24" fmla="*/ 0 w 33"/>
                  <a:gd name="T25" fmla="*/ 0 h 6"/>
                  <a:gd name="T26" fmla="*/ 0 w 33"/>
                  <a:gd name="T27" fmla="*/ 0 h 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
                  <a:gd name="T43" fmla="*/ 0 h 6"/>
                  <a:gd name="T44" fmla="*/ 33 w 33"/>
                  <a:gd name="T45" fmla="*/ 6 h 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 h="6">
                    <a:moveTo>
                      <a:pt x="0" y="0"/>
                    </a:moveTo>
                    <a:lnTo>
                      <a:pt x="0" y="0"/>
                    </a:lnTo>
                    <a:lnTo>
                      <a:pt x="6" y="0"/>
                    </a:lnTo>
                    <a:lnTo>
                      <a:pt x="22" y="0"/>
                    </a:lnTo>
                    <a:lnTo>
                      <a:pt x="33" y="0"/>
                    </a:lnTo>
                    <a:lnTo>
                      <a:pt x="33" y="6"/>
                    </a:lnTo>
                    <a:lnTo>
                      <a:pt x="28" y="6"/>
                    </a:lnTo>
                    <a:lnTo>
                      <a:pt x="17" y="6"/>
                    </a:lnTo>
                    <a:lnTo>
                      <a:pt x="6" y="6"/>
                    </a:lnTo>
                    <a:lnTo>
                      <a:pt x="0" y="6"/>
                    </a:lnTo>
                    <a:lnTo>
                      <a:pt x="0" y="0"/>
                    </a:lnTo>
                    <a:close/>
                  </a:path>
                </a:pathLst>
              </a:custGeom>
              <a:solidFill>
                <a:srgbClr val="FFFFFF"/>
              </a:solidFill>
              <a:ln w="9525">
                <a:noFill/>
                <a:round/>
                <a:headEnd/>
                <a:tailEnd/>
              </a:ln>
            </p:spPr>
            <p:txBody>
              <a:bodyPr/>
              <a:lstStyle/>
              <a:p>
                <a:endParaRPr lang="da-DK"/>
              </a:p>
            </p:txBody>
          </p:sp>
          <p:sp>
            <p:nvSpPr>
              <p:cNvPr id="67" name="Freeform 1551"/>
              <p:cNvSpPr>
                <a:spLocks/>
              </p:cNvSpPr>
              <p:nvPr/>
            </p:nvSpPr>
            <p:spPr bwMode="auto">
              <a:xfrm>
                <a:off x="-6250985" y="-5307346"/>
                <a:ext cx="108030" cy="43182"/>
              </a:xfrm>
              <a:custGeom>
                <a:avLst/>
                <a:gdLst>
                  <a:gd name="T0" fmla="*/ 28 w 28"/>
                  <a:gd name="T1" fmla="*/ 0 h 11"/>
                  <a:gd name="T2" fmla="*/ 28 w 28"/>
                  <a:gd name="T3" fmla="*/ 0 h 11"/>
                  <a:gd name="T4" fmla="*/ 28 w 28"/>
                  <a:gd name="T5" fmla="*/ 11 h 11"/>
                  <a:gd name="T6" fmla="*/ 28 w 28"/>
                  <a:gd name="T7" fmla="*/ 11 h 11"/>
                  <a:gd name="T8" fmla="*/ 11 w 28"/>
                  <a:gd name="T9" fmla="*/ 6 h 11"/>
                  <a:gd name="T10" fmla="*/ 0 w 28"/>
                  <a:gd name="T11" fmla="*/ 6 h 11"/>
                  <a:gd name="T12" fmla="*/ 0 w 28"/>
                  <a:gd name="T13" fmla="*/ 6 h 11"/>
                  <a:gd name="T14" fmla="*/ 0 w 28"/>
                  <a:gd name="T15" fmla="*/ 0 h 11"/>
                  <a:gd name="T16" fmla="*/ 11 w 28"/>
                  <a:gd name="T17" fmla="*/ 0 h 11"/>
                  <a:gd name="T18" fmla="*/ 28 w 28"/>
                  <a:gd name="T19" fmla="*/ 0 h 11"/>
                  <a:gd name="T20" fmla="*/ 28 w 28"/>
                  <a:gd name="T21" fmla="*/ 0 h 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
                  <a:gd name="T34" fmla="*/ 0 h 11"/>
                  <a:gd name="T35" fmla="*/ 28 w 28"/>
                  <a:gd name="T36" fmla="*/ 11 h 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 h="11">
                    <a:moveTo>
                      <a:pt x="28" y="0"/>
                    </a:moveTo>
                    <a:lnTo>
                      <a:pt x="28" y="0"/>
                    </a:lnTo>
                    <a:lnTo>
                      <a:pt x="28" y="11"/>
                    </a:lnTo>
                    <a:lnTo>
                      <a:pt x="11" y="6"/>
                    </a:lnTo>
                    <a:lnTo>
                      <a:pt x="0" y="6"/>
                    </a:lnTo>
                    <a:lnTo>
                      <a:pt x="0" y="0"/>
                    </a:lnTo>
                    <a:lnTo>
                      <a:pt x="11" y="0"/>
                    </a:lnTo>
                    <a:lnTo>
                      <a:pt x="28" y="0"/>
                    </a:lnTo>
                    <a:close/>
                  </a:path>
                </a:pathLst>
              </a:custGeom>
              <a:solidFill>
                <a:srgbClr val="FFFFFF"/>
              </a:solidFill>
              <a:ln w="9525">
                <a:noFill/>
                <a:round/>
                <a:headEnd/>
                <a:tailEnd/>
              </a:ln>
            </p:spPr>
            <p:txBody>
              <a:bodyPr/>
              <a:lstStyle/>
              <a:p>
                <a:endParaRPr lang="da-DK"/>
              </a:p>
            </p:txBody>
          </p:sp>
          <p:sp>
            <p:nvSpPr>
              <p:cNvPr id="68" name="Freeform 1552"/>
              <p:cNvSpPr>
                <a:spLocks/>
              </p:cNvSpPr>
              <p:nvPr/>
            </p:nvSpPr>
            <p:spPr bwMode="auto">
              <a:xfrm>
                <a:off x="-6434635" y="-5264164"/>
                <a:ext cx="145838" cy="37786"/>
              </a:xfrm>
              <a:custGeom>
                <a:avLst/>
                <a:gdLst>
                  <a:gd name="T0" fmla="*/ 33 w 39"/>
                  <a:gd name="T1" fmla="*/ 11 h 11"/>
                  <a:gd name="T2" fmla="*/ 33 w 39"/>
                  <a:gd name="T3" fmla="*/ 11 h 11"/>
                  <a:gd name="T4" fmla="*/ 28 w 39"/>
                  <a:gd name="T5" fmla="*/ 11 h 11"/>
                  <a:gd name="T6" fmla="*/ 17 w 39"/>
                  <a:gd name="T7" fmla="*/ 11 h 11"/>
                  <a:gd name="T8" fmla="*/ 6 w 39"/>
                  <a:gd name="T9" fmla="*/ 11 h 11"/>
                  <a:gd name="T10" fmla="*/ 0 w 39"/>
                  <a:gd name="T11" fmla="*/ 6 h 11"/>
                  <a:gd name="T12" fmla="*/ 0 w 39"/>
                  <a:gd name="T13" fmla="*/ 6 h 11"/>
                  <a:gd name="T14" fmla="*/ 6 w 39"/>
                  <a:gd name="T15" fmla="*/ 0 h 11"/>
                  <a:gd name="T16" fmla="*/ 22 w 39"/>
                  <a:gd name="T17" fmla="*/ 0 h 11"/>
                  <a:gd name="T18" fmla="*/ 33 w 39"/>
                  <a:gd name="T19" fmla="*/ 6 h 11"/>
                  <a:gd name="T20" fmla="*/ 39 w 39"/>
                  <a:gd name="T21" fmla="*/ 6 h 11"/>
                  <a:gd name="T22" fmla="*/ 33 w 39"/>
                  <a:gd name="T23" fmla="*/ 11 h 11"/>
                  <a:gd name="T24" fmla="*/ 33 w 39"/>
                  <a:gd name="T25" fmla="*/ 11 h 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
                  <a:gd name="T40" fmla="*/ 0 h 11"/>
                  <a:gd name="T41" fmla="*/ 39 w 39"/>
                  <a:gd name="T42" fmla="*/ 11 h 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 h="11">
                    <a:moveTo>
                      <a:pt x="33" y="11"/>
                    </a:moveTo>
                    <a:lnTo>
                      <a:pt x="33" y="11"/>
                    </a:lnTo>
                    <a:lnTo>
                      <a:pt x="28" y="11"/>
                    </a:lnTo>
                    <a:lnTo>
                      <a:pt x="17" y="11"/>
                    </a:lnTo>
                    <a:lnTo>
                      <a:pt x="6" y="11"/>
                    </a:lnTo>
                    <a:lnTo>
                      <a:pt x="0" y="6"/>
                    </a:lnTo>
                    <a:lnTo>
                      <a:pt x="6" y="0"/>
                    </a:lnTo>
                    <a:lnTo>
                      <a:pt x="22" y="0"/>
                    </a:lnTo>
                    <a:lnTo>
                      <a:pt x="33" y="6"/>
                    </a:lnTo>
                    <a:lnTo>
                      <a:pt x="39" y="6"/>
                    </a:lnTo>
                    <a:lnTo>
                      <a:pt x="33" y="11"/>
                    </a:lnTo>
                    <a:close/>
                  </a:path>
                </a:pathLst>
              </a:custGeom>
              <a:solidFill>
                <a:srgbClr val="FFFFFF"/>
              </a:solidFill>
              <a:ln w="9525">
                <a:noFill/>
                <a:round/>
                <a:headEnd/>
                <a:tailEnd/>
              </a:ln>
            </p:spPr>
            <p:txBody>
              <a:bodyPr/>
              <a:lstStyle/>
              <a:p>
                <a:endParaRPr lang="da-DK"/>
              </a:p>
            </p:txBody>
          </p:sp>
          <p:sp>
            <p:nvSpPr>
              <p:cNvPr id="69" name="Freeform 1553"/>
              <p:cNvSpPr>
                <a:spLocks/>
              </p:cNvSpPr>
              <p:nvPr/>
            </p:nvSpPr>
            <p:spPr bwMode="auto">
              <a:xfrm>
                <a:off x="-6229379" y="-5264164"/>
                <a:ext cx="124232" cy="37786"/>
              </a:xfrm>
              <a:custGeom>
                <a:avLst/>
                <a:gdLst>
                  <a:gd name="T0" fmla="*/ 0 w 33"/>
                  <a:gd name="T1" fmla="*/ 11 h 11"/>
                  <a:gd name="T2" fmla="*/ 0 w 33"/>
                  <a:gd name="T3" fmla="*/ 11 h 11"/>
                  <a:gd name="T4" fmla="*/ 0 w 33"/>
                  <a:gd name="T5" fmla="*/ 6 h 11"/>
                  <a:gd name="T6" fmla="*/ 5 w 33"/>
                  <a:gd name="T7" fmla="*/ 6 h 11"/>
                  <a:gd name="T8" fmla="*/ 16 w 33"/>
                  <a:gd name="T9" fmla="*/ 0 h 11"/>
                  <a:gd name="T10" fmla="*/ 27 w 33"/>
                  <a:gd name="T11" fmla="*/ 6 h 11"/>
                  <a:gd name="T12" fmla="*/ 33 w 33"/>
                  <a:gd name="T13" fmla="*/ 6 h 11"/>
                  <a:gd name="T14" fmla="*/ 33 w 33"/>
                  <a:gd name="T15" fmla="*/ 11 h 11"/>
                  <a:gd name="T16" fmla="*/ 33 w 33"/>
                  <a:gd name="T17" fmla="*/ 11 h 11"/>
                  <a:gd name="T18" fmla="*/ 27 w 33"/>
                  <a:gd name="T19" fmla="*/ 11 h 11"/>
                  <a:gd name="T20" fmla="*/ 16 w 33"/>
                  <a:gd name="T21" fmla="*/ 11 h 11"/>
                  <a:gd name="T22" fmla="*/ 11 w 33"/>
                  <a:gd name="T23" fmla="*/ 11 h 11"/>
                  <a:gd name="T24" fmla="*/ 0 w 33"/>
                  <a:gd name="T25" fmla="*/ 11 h 11"/>
                  <a:gd name="T26" fmla="*/ 0 w 33"/>
                  <a:gd name="T27" fmla="*/ 11 h 1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
                  <a:gd name="T43" fmla="*/ 0 h 11"/>
                  <a:gd name="T44" fmla="*/ 33 w 33"/>
                  <a:gd name="T45" fmla="*/ 11 h 1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 h="11">
                    <a:moveTo>
                      <a:pt x="0" y="11"/>
                    </a:moveTo>
                    <a:lnTo>
                      <a:pt x="0" y="11"/>
                    </a:lnTo>
                    <a:lnTo>
                      <a:pt x="0" y="6"/>
                    </a:lnTo>
                    <a:lnTo>
                      <a:pt x="5" y="6"/>
                    </a:lnTo>
                    <a:lnTo>
                      <a:pt x="16" y="0"/>
                    </a:lnTo>
                    <a:lnTo>
                      <a:pt x="27" y="6"/>
                    </a:lnTo>
                    <a:lnTo>
                      <a:pt x="33" y="6"/>
                    </a:lnTo>
                    <a:lnTo>
                      <a:pt x="33" y="11"/>
                    </a:lnTo>
                    <a:lnTo>
                      <a:pt x="27" y="11"/>
                    </a:lnTo>
                    <a:lnTo>
                      <a:pt x="16" y="11"/>
                    </a:lnTo>
                    <a:lnTo>
                      <a:pt x="11" y="11"/>
                    </a:lnTo>
                    <a:lnTo>
                      <a:pt x="0" y="11"/>
                    </a:lnTo>
                    <a:close/>
                  </a:path>
                </a:pathLst>
              </a:custGeom>
              <a:solidFill>
                <a:srgbClr val="FFFFFF"/>
              </a:solidFill>
              <a:ln w="9525">
                <a:noFill/>
                <a:round/>
                <a:headEnd/>
                <a:tailEnd/>
              </a:ln>
            </p:spPr>
            <p:txBody>
              <a:bodyPr/>
              <a:lstStyle/>
              <a:p>
                <a:endParaRPr lang="da-DK"/>
              </a:p>
            </p:txBody>
          </p:sp>
          <p:sp>
            <p:nvSpPr>
              <p:cNvPr id="70" name="Freeform 1554"/>
              <p:cNvSpPr>
                <a:spLocks/>
              </p:cNvSpPr>
              <p:nvPr/>
            </p:nvSpPr>
            <p:spPr bwMode="auto">
              <a:xfrm>
                <a:off x="-6250985" y="-5204788"/>
                <a:ext cx="210656" cy="43182"/>
              </a:xfrm>
              <a:custGeom>
                <a:avLst/>
                <a:gdLst>
                  <a:gd name="T0" fmla="*/ 55 w 55"/>
                  <a:gd name="T1" fmla="*/ 11 h 11"/>
                  <a:gd name="T2" fmla="*/ 55 w 55"/>
                  <a:gd name="T3" fmla="*/ 11 h 11"/>
                  <a:gd name="T4" fmla="*/ 28 w 55"/>
                  <a:gd name="T5" fmla="*/ 11 h 11"/>
                  <a:gd name="T6" fmla="*/ 11 w 55"/>
                  <a:gd name="T7" fmla="*/ 11 h 11"/>
                  <a:gd name="T8" fmla="*/ 0 w 55"/>
                  <a:gd name="T9" fmla="*/ 0 h 11"/>
                  <a:gd name="T10" fmla="*/ 0 w 55"/>
                  <a:gd name="T11" fmla="*/ 0 h 11"/>
                  <a:gd name="T12" fmla="*/ 28 w 55"/>
                  <a:gd name="T13" fmla="*/ 0 h 11"/>
                  <a:gd name="T14" fmla="*/ 44 w 55"/>
                  <a:gd name="T15" fmla="*/ 5 h 11"/>
                  <a:gd name="T16" fmla="*/ 50 w 55"/>
                  <a:gd name="T17" fmla="*/ 5 h 11"/>
                  <a:gd name="T18" fmla="*/ 55 w 55"/>
                  <a:gd name="T19" fmla="*/ 11 h 11"/>
                  <a:gd name="T20" fmla="*/ 55 w 55"/>
                  <a:gd name="T21" fmla="*/ 11 h 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11"/>
                  <a:gd name="T35" fmla="*/ 55 w 55"/>
                  <a:gd name="T36" fmla="*/ 11 h 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11">
                    <a:moveTo>
                      <a:pt x="55" y="11"/>
                    </a:moveTo>
                    <a:lnTo>
                      <a:pt x="55" y="11"/>
                    </a:lnTo>
                    <a:lnTo>
                      <a:pt x="28" y="11"/>
                    </a:lnTo>
                    <a:lnTo>
                      <a:pt x="11" y="11"/>
                    </a:lnTo>
                    <a:lnTo>
                      <a:pt x="0" y="0"/>
                    </a:lnTo>
                    <a:lnTo>
                      <a:pt x="28" y="0"/>
                    </a:lnTo>
                    <a:lnTo>
                      <a:pt x="44" y="5"/>
                    </a:lnTo>
                    <a:lnTo>
                      <a:pt x="50" y="5"/>
                    </a:lnTo>
                    <a:lnTo>
                      <a:pt x="55" y="11"/>
                    </a:lnTo>
                    <a:close/>
                  </a:path>
                </a:pathLst>
              </a:custGeom>
              <a:solidFill>
                <a:srgbClr val="FFFFFF"/>
              </a:solidFill>
              <a:ln w="9525">
                <a:noFill/>
                <a:round/>
                <a:headEnd/>
                <a:tailEnd/>
              </a:ln>
            </p:spPr>
            <p:txBody>
              <a:bodyPr/>
              <a:lstStyle/>
              <a:p>
                <a:endParaRPr lang="da-DK"/>
              </a:p>
            </p:txBody>
          </p:sp>
          <p:sp>
            <p:nvSpPr>
              <p:cNvPr id="71" name="Freeform 1555"/>
              <p:cNvSpPr>
                <a:spLocks/>
              </p:cNvSpPr>
              <p:nvPr/>
            </p:nvSpPr>
            <p:spPr bwMode="auto">
              <a:xfrm>
                <a:off x="-6391424" y="-5204788"/>
                <a:ext cx="124232" cy="43182"/>
              </a:xfrm>
              <a:custGeom>
                <a:avLst/>
                <a:gdLst>
                  <a:gd name="T0" fmla="*/ 0 w 33"/>
                  <a:gd name="T1" fmla="*/ 0 h 11"/>
                  <a:gd name="T2" fmla="*/ 0 w 33"/>
                  <a:gd name="T3" fmla="*/ 0 h 11"/>
                  <a:gd name="T4" fmla="*/ 11 w 33"/>
                  <a:gd name="T5" fmla="*/ 0 h 11"/>
                  <a:gd name="T6" fmla="*/ 17 w 33"/>
                  <a:gd name="T7" fmla="*/ 0 h 11"/>
                  <a:gd name="T8" fmla="*/ 28 w 33"/>
                  <a:gd name="T9" fmla="*/ 0 h 11"/>
                  <a:gd name="T10" fmla="*/ 33 w 33"/>
                  <a:gd name="T11" fmla="*/ 0 h 11"/>
                  <a:gd name="T12" fmla="*/ 33 w 33"/>
                  <a:gd name="T13" fmla="*/ 0 h 11"/>
                  <a:gd name="T14" fmla="*/ 33 w 33"/>
                  <a:gd name="T15" fmla="*/ 5 h 11"/>
                  <a:gd name="T16" fmla="*/ 33 w 33"/>
                  <a:gd name="T17" fmla="*/ 5 h 11"/>
                  <a:gd name="T18" fmla="*/ 17 w 33"/>
                  <a:gd name="T19" fmla="*/ 11 h 11"/>
                  <a:gd name="T20" fmla="*/ 6 w 33"/>
                  <a:gd name="T21" fmla="*/ 5 h 11"/>
                  <a:gd name="T22" fmla="*/ 0 w 33"/>
                  <a:gd name="T23" fmla="*/ 0 h 11"/>
                  <a:gd name="T24" fmla="*/ 0 w 33"/>
                  <a:gd name="T25" fmla="*/ 0 h 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11"/>
                  <a:gd name="T41" fmla="*/ 33 w 33"/>
                  <a:gd name="T42" fmla="*/ 11 h 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11">
                    <a:moveTo>
                      <a:pt x="0" y="0"/>
                    </a:moveTo>
                    <a:lnTo>
                      <a:pt x="0" y="0"/>
                    </a:lnTo>
                    <a:lnTo>
                      <a:pt x="11" y="0"/>
                    </a:lnTo>
                    <a:lnTo>
                      <a:pt x="17" y="0"/>
                    </a:lnTo>
                    <a:lnTo>
                      <a:pt x="28" y="0"/>
                    </a:lnTo>
                    <a:lnTo>
                      <a:pt x="33" y="0"/>
                    </a:lnTo>
                    <a:lnTo>
                      <a:pt x="33" y="5"/>
                    </a:lnTo>
                    <a:lnTo>
                      <a:pt x="17" y="11"/>
                    </a:lnTo>
                    <a:lnTo>
                      <a:pt x="6" y="5"/>
                    </a:lnTo>
                    <a:lnTo>
                      <a:pt x="0" y="0"/>
                    </a:lnTo>
                    <a:close/>
                  </a:path>
                </a:pathLst>
              </a:custGeom>
              <a:solidFill>
                <a:srgbClr val="FFFFFF"/>
              </a:solidFill>
              <a:ln w="9525">
                <a:noFill/>
                <a:round/>
                <a:headEnd/>
                <a:tailEnd/>
              </a:ln>
            </p:spPr>
            <p:txBody>
              <a:bodyPr/>
              <a:lstStyle/>
              <a:p>
                <a:endParaRPr lang="da-DK"/>
              </a:p>
            </p:txBody>
          </p:sp>
          <p:sp>
            <p:nvSpPr>
              <p:cNvPr id="72" name="Freeform 1556"/>
              <p:cNvSpPr>
                <a:spLocks/>
              </p:cNvSpPr>
              <p:nvPr/>
            </p:nvSpPr>
            <p:spPr bwMode="auto">
              <a:xfrm>
                <a:off x="-6250985" y="-5140016"/>
                <a:ext cx="210656" cy="21591"/>
              </a:xfrm>
              <a:custGeom>
                <a:avLst/>
                <a:gdLst>
                  <a:gd name="T0" fmla="*/ 55 w 55"/>
                  <a:gd name="T1" fmla="*/ 6 h 6"/>
                  <a:gd name="T2" fmla="*/ 55 w 55"/>
                  <a:gd name="T3" fmla="*/ 6 h 6"/>
                  <a:gd name="T4" fmla="*/ 39 w 55"/>
                  <a:gd name="T5" fmla="*/ 6 h 6"/>
                  <a:gd name="T6" fmla="*/ 22 w 55"/>
                  <a:gd name="T7" fmla="*/ 6 h 6"/>
                  <a:gd name="T8" fmla="*/ 6 w 55"/>
                  <a:gd name="T9" fmla="*/ 6 h 6"/>
                  <a:gd name="T10" fmla="*/ 0 w 55"/>
                  <a:gd name="T11" fmla="*/ 0 h 6"/>
                  <a:gd name="T12" fmla="*/ 0 w 55"/>
                  <a:gd name="T13" fmla="*/ 0 h 6"/>
                  <a:gd name="T14" fmla="*/ 22 w 55"/>
                  <a:gd name="T15" fmla="*/ 0 h 6"/>
                  <a:gd name="T16" fmla="*/ 44 w 55"/>
                  <a:gd name="T17" fmla="*/ 0 h 6"/>
                  <a:gd name="T18" fmla="*/ 55 w 55"/>
                  <a:gd name="T19" fmla="*/ 6 h 6"/>
                  <a:gd name="T20" fmla="*/ 55 w 55"/>
                  <a:gd name="T21" fmla="*/ 6 h 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6"/>
                  <a:gd name="T35" fmla="*/ 55 w 55"/>
                  <a:gd name="T36" fmla="*/ 6 h 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6">
                    <a:moveTo>
                      <a:pt x="55" y="6"/>
                    </a:moveTo>
                    <a:lnTo>
                      <a:pt x="55" y="6"/>
                    </a:lnTo>
                    <a:lnTo>
                      <a:pt x="39" y="6"/>
                    </a:lnTo>
                    <a:lnTo>
                      <a:pt x="22" y="6"/>
                    </a:lnTo>
                    <a:lnTo>
                      <a:pt x="6" y="6"/>
                    </a:lnTo>
                    <a:lnTo>
                      <a:pt x="0" y="0"/>
                    </a:lnTo>
                    <a:lnTo>
                      <a:pt x="22" y="0"/>
                    </a:lnTo>
                    <a:lnTo>
                      <a:pt x="44" y="0"/>
                    </a:lnTo>
                    <a:lnTo>
                      <a:pt x="55" y="6"/>
                    </a:lnTo>
                    <a:close/>
                  </a:path>
                </a:pathLst>
              </a:custGeom>
              <a:solidFill>
                <a:srgbClr val="FFFFFF"/>
              </a:solidFill>
              <a:ln w="9525">
                <a:noFill/>
                <a:round/>
                <a:headEnd/>
                <a:tailEnd/>
              </a:ln>
            </p:spPr>
            <p:txBody>
              <a:bodyPr/>
              <a:lstStyle/>
              <a:p>
                <a:endParaRPr lang="da-DK"/>
              </a:p>
            </p:txBody>
          </p:sp>
          <p:sp>
            <p:nvSpPr>
              <p:cNvPr id="73" name="Freeform 1557"/>
              <p:cNvSpPr>
                <a:spLocks/>
              </p:cNvSpPr>
              <p:nvPr/>
            </p:nvSpPr>
            <p:spPr bwMode="auto">
              <a:xfrm>
                <a:off x="-6391424" y="-5161606"/>
                <a:ext cx="102626" cy="43182"/>
              </a:xfrm>
              <a:custGeom>
                <a:avLst/>
                <a:gdLst>
                  <a:gd name="T0" fmla="*/ 28 w 28"/>
                  <a:gd name="T1" fmla="*/ 0 h 11"/>
                  <a:gd name="T2" fmla="*/ 28 w 28"/>
                  <a:gd name="T3" fmla="*/ 0 h 11"/>
                  <a:gd name="T4" fmla="*/ 28 w 28"/>
                  <a:gd name="T5" fmla="*/ 11 h 11"/>
                  <a:gd name="T6" fmla="*/ 28 w 28"/>
                  <a:gd name="T7" fmla="*/ 11 h 11"/>
                  <a:gd name="T8" fmla="*/ 28 w 28"/>
                  <a:gd name="T9" fmla="*/ 11 h 11"/>
                  <a:gd name="T10" fmla="*/ 22 w 28"/>
                  <a:gd name="T11" fmla="*/ 11 h 11"/>
                  <a:gd name="T12" fmla="*/ 22 w 28"/>
                  <a:gd name="T13" fmla="*/ 11 h 11"/>
                  <a:gd name="T14" fmla="*/ 22 w 28"/>
                  <a:gd name="T15" fmla="*/ 11 h 11"/>
                  <a:gd name="T16" fmla="*/ 11 w 28"/>
                  <a:gd name="T17" fmla="*/ 11 h 11"/>
                  <a:gd name="T18" fmla="*/ 6 w 28"/>
                  <a:gd name="T19" fmla="*/ 11 h 11"/>
                  <a:gd name="T20" fmla="*/ 0 w 28"/>
                  <a:gd name="T21" fmla="*/ 5 h 11"/>
                  <a:gd name="T22" fmla="*/ 0 w 28"/>
                  <a:gd name="T23" fmla="*/ 5 h 11"/>
                  <a:gd name="T24" fmla="*/ 0 w 28"/>
                  <a:gd name="T25" fmla="*/ 11 h 11"/>
                  <a:gd name="T26" fmla="*/ 0 w 28"/>
                  <a:gd name="T27" fmla="*/ 11 h 11"/>
                  <a:gd name="T28" fmla="*/ 0 w 28"/>
                  <a:gd name="T29" fmla="*/ 11 h 11"/>
                  <a:gd name="T30" fmla="*/ 0 w 28"/>
                  <a:gd name="T31" fmla="*/ 0 h 11"/>
                  <a:gd name="T32" fmla="*/ 0 w 28"/>
                  <a:gd name="T33" fmla="*/ 0 h 11"/>
                  <a:gd name="T34" fmla="*/ 17 w 28"/>
                  <a:gd name="T35" fmla="*/ 5 h 11"/>
                  <a:gd name="T36" fmla="*/ 22 w 28"/>
                  <a:gd name="T37" fmla="*/ 5 h 11"/>
                  <a:gd name="T38" fmla="*/ 28 w 28"/>
                  <a:gd name="T39" fmla="*/ 0 h 11"/>
                  <a:gd name="T40" fmla="*/ 28 w 28"/>
                  <a:gd name="T41" fmla="*/ 0 h 1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8"/>
                  <a:gd name="T64" fmla="*/ 0 h 11"/>
                  <a:gd name="T65" fmla="*/ 28 w 28"/>
                  <a:gd name="T66" fmla="*/ 11 h 1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8" h="11">
                    <a:moveTo>
                      <a:pt x="28" y="0"/>
                    </a:moveTo>
                    <a:lnTo>
                      <a:pt x="28" y="0"/>
                    </a:lnTo>
                    <a:lnTo>
                      <a:pt x="28" y="11"/>
                    </a:lnTo>
                    <a:lnTo>
                      <a:pt x="22" y="11"/>
                    </a:lnTo>
                    <a:lnTo>
                      <a:pt x="11" y="11"/>
                    </a:lnTo>
                    <a:lnTo>
                      <a:pt x="6" y="11"/>
                    </a:lnTo>
                    <a:lnTo>
                      <a:pt x="0" y="5"/>
                    </a:lnTo>
                    <a:lnTo>
                      <a:pt x="0" y="11"/>
                    </a:lnTo>
                    <a:lnTo>
                      <a:pt x="0" y="0"/>
                    </a:lnTo>
                    <a:lnTo>
                      <a:pt x="17" y="5"/>
                    </a:lnTo>
                    <a:lnTo>
                      <a:pt x="22" y="5"/>
                    </a:lnTo>
                    <a:lnTo>
                      <a:pt x="28" y="0"/>
                    </a:lnTo>
                    <a:close/>
                  </a:path>
                </a:pathLst>
              </a:custGeom>
              <a:solidFill>
                <a:srgbClr val="FFFFFF"/>
              </a:solidFill>
              <a:ln w="9525">
                <a:noFill/>
                <a:round/>
                <a:headEnd/>
                <a:tailEnd/>
              </a:ln>
            </p:spPr>
            <p:txBody>
              <a:bodyPr/>
              <a:lstStyle/>
              <a:p>
                <a:endParaRPr lang="da-DK"/>
              </a:p>
            </p:txBody>
          </p:sp>
          <p:sp>
            <p:nvSpPr>
              <p:cNvPr id="74" name="Freeform 1558"/>
              <p:cNvSpPr>
                <a:spLocks/>
              </p:cNvSpPr>
              <p:nvPr/>
            </p:nvSpPr>
            <p:spPr bwMode="auto">
              <a:xfrm>
                <a:off x="-6229379" y="-5593422"/>
                <a:ext cx="124232" cy="43182"/>
              </a:xfrm>
              <a:custGeom>
                <a:avLst/>
                <a:gdLst>
                  <a:gd name="T0" fmla="*/ 5 w 33"/>
                  <a:gd name="T1" fmla="*/ 0 h 11"/>
                  <a:gd name="T2" fmla="*/ 5 w 33"/>
                  <a:gd name="T3" fmla="*/ 0 h 11"/>
                  <a:gd name="T4" fmla="*/ 5 w 33"/>
                  <a:gd name="T5" fmla="*/ 5 h 11"/>
                  <a:gd name="T6" fmla="*/ 11 w 33"/>
                  <a:gd name="T7" fmla="*/ 5 h 11"/>
                  <a:gd name="T8" fmla="*/ 16 w 33"/>
                  <a:gd name="T9" fmla="*/ 5 h 11"/>
                  <a:gd name="T10" fmla="*/ 27 w 33"/>
                  <a:gd name="T11" fmla="*/ 5 h 11"/>
                  <a:gd name="T12" fmla="*/ 33 w 33"/>
                  <a:gd name="T13" fmla="*/ 5 h 11"/>
                  <a:gd name="T14" fmla="*/ 33 w 33"/>
                  <a:gd name="T15" fmla="*/ 11 h 11"/>
                  <a:gd name="T16" fmla="*/ 33 w 33"/>
                  <a:gd name="T17" fmla="*/ 11 h 11"/>
                  <a:gd name="T18" fmla="*/ 11 w 33"/>
                  <a:gd name="T19" fmla="*/ 11 h 11"/>
                  <a:gd name="T20" fmla="*/ 0 w 33"/>
                  <a:gd name="T21" fmla="*/ 11 h 11"/>
                  <a:gd name="T22" fmla="*/ 5 w 33"/>
                  <a:gd name="T23" fmla="*/ 0 h 11"/>
                  <a:gd name="T24" fmla="*/ 5 w 33"/>
                  <a:gd name="T25" fmla="*/ 0 h 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11"/>
                  <a:gd name="T41" fmla="*/ 33 w 33"/>
                  <a:gd name="T42" fmla="*/ 11 h 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11">
                    <a:moveTo>
                      <a:pt x="5" y="0"/>
                    </a:moveTo>
                    <a:lnTo>
                      <a:pt x="5" y="0"/>
                    </a:lnTo>
                    <a:lnTo>
                      <a:pt x="5" y="5"/>
                    </a:lnTo>
                    <a:lnTo>
                      <a:pt x="11" y="5"/>
                    </a:lnTo>
                    <a:lnTo>
                      <a:pt x="16" y="5"/>
                    </a:lnTo>
                    <a:lnTo>
                      <a:pt x="27" y="5"/>
                    </a:lnTo>
                    <a:lnTo>
                      <a:pt x="33" y="5"/>
                    </a:lnTo>
                    <a:lnTo>
                      <a:pt x="33" y="11"/>
                    </a:lnTo>
                    <a:lnTo>
                      <a:pt x="11" y="11"/>
                    </a:lnTo>
                    <a:lnTo>
                      <a:pt x="0" y="11"/>
                    </a:lnTo>
                    <a:lnTo>
                      <a:pt x="5" y="0"/>
                    </a:lnTo>
                    <a:close/>
                  </a:path>
                </a:pathLst>
              </a:custGeom>
              <a:solidFill>
                <a:srgbClr val="FFFFFF"/>
              </a:solidFill>
              <a:ln w="9525">
                <a:noFill/>
                <a:round/>
                <a:headEnd/>
                <a:tailEnd/>
              </a:ln>
            </p:spPr>
            <p:txBody>
              <a:bodyPr/>
              <a:lstStyle/>
              <a:p>
                <a:endParaRPr lang="da-DK"/>
              </a:p>
            </p:txBody>
          </p:sp>
          <p:sp>
            <p:nvSpPr>
              <p:cNvPr id="75" name="Freeform 1559"/>
              <p:cNvSpPr>
                <a:spLocks/>
              </p:cNvSpPr>
              <p:nvPr/>
            </p:nvSpPr>
            <p:spPr bwMode="auto">
              <a:xfrm>
                <a:off x="-6229379" y="-5658195"/>
                <a:ext cx="102626" cy="64772"/>
              </a:xfrm>
              <a:custGeom>
                <a:avLst/>
                <a:gdLst>
                  <a:gd name="T0" fmla="*/ 0 w 27"/>
                  <a:gd name="T1" fmla="*/ 11 h 17"/>
                  <a:gd name="T2" fmla="*/ 0 w 27"/>
                  <a:gd name="T3" fmla="*/ 11 h 17"/>
                  <a:gd name="T4" fmla="*/ 5 w 27"/>
                  <a:gd name="T5" fmla="*/ 6 h 17"/>
                  <a:gd name="T6" fmla="*/ 5 w 27"/>
                  <a:gd name="T7" fmla="*/ 0 h 17"/>
                  <a:gd name="T8" fmla="*/ 5 w 27"/>
                  <a:gd name="T9" fmla="*/ 0 h 17"/>
                  <a:gd name="T10" fmla="*/ 11 w 27"/>
                  <a:gd name="T11" fmla="*/ 6 h 17"/>
                  <a:gd name="T12" fmla="*/ 22 w 27"/>
                  <a:gd name="T13" fmla="*/ 6 h 17"/>
                  <a:gd name="T14" fmla="*/ 27 w 27"/>
                  <a:gd name="T15" fmla="*/ 6 h 17"/>
                  <a:gd name="T16" fmla="*/ 22 w 27"/>
                  <a:gd name="T17" fmla="*/ 17 h 17"/>
                  <a:gd name="T18" fmla="*/ 22 w 27"/>
                  <a:gd name="T19" fmla="*/ 17 h 17"/>
                  <a:gd name="T20" fmla="*/ 22 w 27"/>
                  <a:gd name="T21" fmla="*/ 11 h 17"/>
                  <a:gd name="T22" fmla="*/ 16 w 27"/>
                  <a:gd name="T23" fmla="*/ 11 h 17"/>
                  <a:gd name="T24" fmla="*/ 0 w 27"/>
                  <a:gd name="T25" fmla="*/ 11 h 17"/>
                  <a:gd name="T26" fmla="*/ 0 w 27"/>
                  <a:gd name="T27" fmla="*/ 11 h 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7"/>
                  <a:gd name="T43" fmla="*/ 0 h 17"/>
                  <a:gd name="T44" fmla="*/ 27 w 27"/>
                  <a:gd name="T45" fmla="*/ 17 h 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7" h="17">
                    <a:moveTo>
                      <a:pt x="0" y="11"/>
                    </a:moveTo>
                    <a:lnTo>
                      <a:pt x="0" y="11"/>
                    </a:lnTo>
                    <a:lnTo>
                      <a:pt x="5" y="6"/>
                    </a:lnTo>
                    <a:lnTo>
                      <a:pt x="5" y="0"/>
                    </a:lnTo>
                    <a:lnTo>
                      <a:pt x="11" y="6"/>
                    </a:lnTo>
                    <a:lnTo>
                      <a:pt x="22" y="6"/>
                    </a:lnTo>
                    <a:lnTo>
                      <a:pt x="27" y="6"/>
                    </a:lnTo>
                    <a:lnTo>
                      <a:pt x="22" y="17"/>
                    </a:lnTo>
                    <a:lnTo>
                      <a:pt x="22" y="11"/>
                    </a:lnTo>
                    <a:lnTo>
                      <a:pt x="16" y="11"/>
                    </a:lnTo>
                    <a:lnTo>
                      <a:pt x="0" y="11"/>
                    </a:lnTo>
                    <a:close/>
                  </a:path>
                </a:pathLst>
              </a:custGeom>
              <a:solidFill>
                <a:srgbClr val="FFFFFF"/>
              </a:solidFill>
              <a:ln w="9525">
                <a:noFill/>
                <a:round/>
                <a:headEnd/>
                <a:tailEnd/>
              </a:ln>
            </p:spPr>
            <p:txBody>
              <a:bodyPr/>
              <a:lstStyle/>
              <a:p>
                <a:endParaRPr lang="da-DK"/>
              </a:p>
            </p:txBody>
          </p:sp>
          <p:sp>
            <p:nvSpPr>
              <p:cNvPr id="76" name="Freeform 1560"/>
              <p:cNvSpPr>
                <a:spLocks/>
              </p:cNvSpPr>
              <p:nvPr/>
            </p:nvSpPr>
            <p:spPr bwMode="auto">
              <a:xfrm>
                <a:off x="-6369818" y="-5658195"/>
                <a:ext cx="59415" cy="43182"/>
              </a:xfrm>
              <a:custGeom>
                <a:avLst/>
                <a:gdLst>
                  <a:gd name="T0" fmla="*/ 5 w 16"/>
                  <a:gd name="T1" fmla="*/ 0 h 11"/>
                  <a:gd name="T2" fmla="*/ 5 w 16"/>
                  <a:gd name="T3" fmla="*/ 0 h 11"/>
                  <a:gd name="T4" fmla="*/ 5 w 16"/>
                  <a:gd name="T5" fmla="*/ 0 h 11"/>
                  <a:gd name="T6" fmla="*/ 5 w 16"/>
                  <a:gd name="T7" fmla="*/ 0 h 11"/>
                  <a:gd name="T8" fmla="*/ 16 w 16"/>
                  <a:gd name="T9" fmla="*/ 0 h 11"/>
                  <a:gd name="T10" fmla="*/ 16 w 16"/>
                  <a:gd name="T11" fmla="*/ 0 h 11"/>
                  <a:gd name="T12" fmla="*/ 16 w 16"/>
                  <a:gd name="T13" fmla="*/ 11 h 11"/>
                  <a:gd name="T14" fmla="*/ 16 w 16"/>
                  <a:gd name="T15" fmla="*/ 11 h 11"/>
                  <a:gd name="T16" fmla="*/ 5 w 16"/>
                  <a:gd name="T17" fmla="*/ 11 h 11"/>
                  <a:gd name="T18" fmla="*/ 0 w 16"/>
                  <a:gd name="T19" fmla="*/ 11 h 11"/>
                  <a:gd name="T20" fmla="*/ 0 w 16"/>
                  <a:gd name="T21" fmla="*/ 6 h 11"/>
                  <a:gd name="T22" fmla="*/ 5 w 16"/>
                  <a:gd name="T23" fmla="*/ 0 h 11"/>
                  <a:gd name="T24" fmla="*/ 5 w 16"/>
                  <a:gd name="T25" fmla="*/ 0 h 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
                  <a:gd name="T40" fmla="*/ 0 h 11"/>
                  <a:gd name="T41" fmla="*/ 16 w 16"/>
                  <a:gd name="T42" fmla="*/ 11 h 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 h="11">
                    <a:moveTo>
                      <a:pt x="5" y="0"/>
                    </a:moveTo>
                    <a:lnTo>
                      <a:pt x="5" y="0"/>
                    </a:lnTo>
                    <a:lnTo>
                      <a:pt x="16" y="0"/>
                    </a:lnTo>
                    <a:lnTo>
                      <a:pt x="16" y="11"/>
                    </a:lnTo>
                    <a:lnTo>
                      <a:pt x="5" y="11"/>
                    </a:lnTo>
                    <a:lnTo>
                      <a:pt x="0" y="11"/>
                    </a:lnTo>
                    <a:lnTo>
                      <a:pt x="0" y="6"/>
                    </a:lnTo>
                    <a:lnTo>
                      <a:pt x="5" y="0"/>
                    </a:lnTo>
                    <a:close/>
                  </a:path>
                </a:pathLst>
              </a:custGeom>
              <a:solidFill>
                <a:srgbClr val="FFFFFF"/>
              </a:solidFill>
              <a:ln w="9525">
                <a:noFill/>
                <a:round/>
                <a:headEnd/>
                <a:tailEnd/>
              </a:ln>
            </p:spPr>
            <p:txBody>
              <a:bodyPr/>
              <a:lstStyle/>
              <a:p>
                <a:endParaRPr lang="da-DK"/>
              </a:p>
            </p:txBody>
          </p:sp>
          <p:sp>
            <p:nvSpPr>
              <p:cNvPr id="77" name="Freeform 1561"/>
              <p:cNvSpPr>
                <a:spLocks/>
              </p:cNvSpPr>
              <p:nvPr/>
            </p:nvSpPr>
            <p:spPr bwMode="auto">
              <a:xfrm>
                <a:off x="-6391424" y="-5593422"/>
                <a:ext cx="102626" cy="43182"/>
              </a:xfrm>
              <a:custGeom>
                <a:avLst/>
                <a:gdLst>
                  <a:gd name="T0" fmla="*/ 22 w 28"/>
                  <a:gd name="T1" fmla="*/ 11 h 11"/>
                  <a:gd name="T2" fmla="*/ 22 w 28"/>
                  <a:gd name="T3" fmla="*/ 11 h 11"/>
                  <a:gd name="T4" fmla="*/ 17 w 28"/>
                  <a:gd name="T5" fmla="*/ 11 h 11"/>
                  <a:gd name="T6" fmla="*/ 0 w 28"/>
                  <a:gd name="T7" fmla="*/ 11 h 11"/>
                  <a:gd name="T8" fmla="*/ 0 w 28"/>
                  <a:gd name="T9" fmla="*/ 11 h 11"/>
                  <a:gd name="T10" fmla="*/ 0 w 28"/>
                  <a:gd name="T11" fmla="*/ 0 h 11"/>
                  <a:gd name="T12" fmla="*/ 0 w 28"/>
                  <a:gd name="T13" fmla="*/ 0 h 11"/>
                  <a:gd name="T14" fmla="*/ 0 w 28"/>
                  <a:gd name="T15" fmla="*/ 0 h 11"/>
                  <a:gd name="T16" fmla="*/ 0 w 28"/>
                  <a:gd name="T17" fmla="*/ 5 h 11"/>
                  <a:gd name="T18" fmla="*/ 0 w 28"/>
                  <a:gd name="T19" fmla="*/ 5 h 11"/>
                  <a:gd name="T20" fmla="*/ 6 w 28"/>
                  <a:gd name="T21" fmla="*/ 5 h 11"/>
                  <a:gd name="T22" fmla="*/ 17 w 28"/>
                  <a:gd name="T23" fmla="*/ 5 h 11"/>
                  <a:gd name="T24" fmla="*/ 28 w 28"/>
                  <a:gd name="T25" fmla="*/ 0 h 11"/>
                  <a:gd name="T26" fmla="*/ 28 w 28"/>
                  <a:gd name="T27" fmla="*/ 0 h 11"/>
                  <a:gd name="T28" fmla="*/ 28 w 28"/>
                  <a:gd name="T29" fmla="*/ 11 h 11"/>
                  <a:gd name="T30" fmla="*/ 28 w 28"/>
                  <a:gd name="T31" fmla="*/ 11 h 11"/>
                  <a:gd name="T32" fmla="*/ 28 w 28"/>
                  <a:gd name="T33" fmla="*/ 11 h 11"/>
                  <a:gd name="T34" fmla="*/ 22 w 28"/>
                  <a:gd name="T35" fmla="*/ 11 h 11"/>
                  <a:gd name="T36" fmla="*/ 22 w 28"/>
                  <a:gd name="T37" fmla="*/ 11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
                  <a:gd name="T58" fmla="*/ 0 h 11"/>
                  <a:gd name="T59" fmla="*/ 28 w 28"/>
                  <a:gd name="T60" fmla="*/ 11 h 1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 h="11">
                    <a:moveTo>
                      <a:pt x="22" y="11"/>
                    </a:moveTo>
                    <a:lnTo>
                      <a:pt x="22" y="11"/>
                    </a:lnTo>
                    <a:lnTo>
                      <a:pt x="17" y="11"/>
                    </a:lnTo>
                    <a:lnTo>
                      <a:pt x="0" y="11"/>
                    </a:lnTo>
                    <a:lnTo>
                      <a:pt x="0" y="0"/>
                    </a:lnTo>
                    <a:lnTo>
                      <a:pt x="0" y="5"/>
                    </a:lnTo>
                    <a:lnTo>
                      <a:pt x="6" y="5"/>
                    </a:lnTo>
                    <a:lnTo>
                      <a:pt x="17" y="5"/>
                    </a:lnTo>
                    <a:lnTo>
                      <a:pt x="28" y="0"/>
                    </a:lnTo>
                    <a:lnTo>
                      <a:pt x="28" y="11"/>
                    </a:lnTo>
                    <a:lnTo>
                      <a:pt x="22" y="11"/>
                    </a:lnTo>
                    <a:close/>
                  </a:path>
                </a:pathLst>
              </a:custGeom>
              <a:solidFill>
                <a:srgbClr val="FFFFFF"/>
              </a:solidFill>
              <a:ln w="9525">
                <a:noFill/>
                <a:round/>
                <a:headEnd/>
                <a:tailEnd/>
              </a:ln>
            </p:spPr>
            <p:txBody>
              <a:bodyPr/>
              <a:lstStyle/>
              <a:p>
                <a:endParaRPr lang="da-DK"/>
              </a:p>
            </p:txBody>
          </p:sp>
          <p:sp>
            <p:nvSpPr>
              <p:cNvPr id="78" name="Freeform 1562"/>
              <p:cNvSpPr>
                <a:spLocks/>
              </p:cNvSpPr>
              <p:nvPr/>
            </p:nvSpPr>
            <p:spPr bwMode="auto">
              <a:xfrm>
                <a:off x="-6250985" y="-5534049"/>
                <a:ext cx="145838" cy="43182"/>
              </a:xfrm>
              <a:custGeom>
                <a:avLst/>
                <a:gdLst>
                  <a:gd name="T0" fmla="*/ 0 w 39"/>
                  <a:gd name="T1" fmla="*/ 6 h 11"/>
                  <a:gd name="T2" fmla="*/ 0 w 39"/>
                  <a:gd name="T3" fmla="*/ 6 h 11"/>
                  <a:gd name="T4" fmla="*/ 17 w 39"/>
                  <a:gd name="T5" fmla="*/ 0 h 11"/>
                  <a:gd name="T6" fmla="*/ 28 w 39"/>
                  <a:gd name="T7" fmla="*/ 6 h 11"/>
                  <a:gd name="T8" fmla="*/ 39 w 39"/>
                  <a:gd name="T9" fmla="*/ 11 h 11"/>
                  <a:gd name="T10" fmla="*/ 39 w 39"/>
                  <a:gd name="T11" fmla="*/ 11 h 11"/>
                  <a:gd name="T12" fmla="*/ 11 w 39"/>
                  <a:gd name="T13" fmla="*/ 11 h 11"/>
                  <a:gd name="T14" fmla="*/ 6 w 39"/>
                  <a:gd name="T15" fmla="*/ 11 h 11"/>
                  <a:gd name="T16" fmla="*/ 0 w 39"/>
                  <a:gd name="T17" fmla="*/ 6 h 11"/>
                  <a:gd name="T18" fmla="*/ 0 w 39"/>
                  <a:gd name="T19" fmla="*/ 6 h 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11"/>
                  <a:gd name="T32" fmla="*/ 39 w 39"/>
                  <a:gd name="T33" fmla="*/ 11 h 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11">
                    <a:moveTo>
                      <a:pt x="0" y="6"/>
                    </a:moveTo>
                    <a:lnTo>
                      <a:pt x="0" y="6"/>
                    </a:lnTo>
                    <a:lnTo>
                      <a:pt x="17" y="0"/>
                    </a:lnTo>
                    <a:lnTo>
                      <a:pt x="28" y="6"/>
                    </a:lnTo>
                    <a:lnTo>
                      <a:pt x="39" y="11"/>
                    </a:lnTo>
                    <a:lnTo>
                      <a:pt x="11" y="11"/>
                    </a:lnTo>
                    <a:lnTo>
                      <a:pt x="6" y="11"/>
                    </a:lnTo>
                    <a:lnTo>
                      <a:pt x="0" y="6"/>
                    </a:lnTo>
                    <a:close/>
                  </a:path>
                </a:pathLst>
              </a:custGeom>
              <a:solidFill>
                <a:srgbClr val="FFFFFF"/>
              </a:solidFill>
              <a:ln w="9525">
                <a:noFill/>
                <a:round/>
                <a:headEnd/>
                <a:tailEnd/>
              </a:ln>
            </p:spPr>
            <p:txBody>
              <a:bodyPr/>
              <a:lstStyle/>
              <a:p>
                <a:endParaRPr lang="da-DK"/>
              </a:p>
            </p:txBody>
          </p:sp>
          <p:sp>
            <p:nvSpPr>
              <p:cNvPr id="79" name="Freeform 1563"/>
              <p:cNvSpPr>
                <a:spLocks/>
              </p:cNvSpPr>
              <p:nvPr/>
            </p:nvSpPr>
            <p:spPr bwMode="auto">
              <a:xfrm>
                <a:off x="-6391424" y="-5534049"/>
                <a:ext cx="102626" cy="43182"/>
              </a:xfrm>
              <a:custGeom>
                <a:avLst/>
                <a:gdLst>
                  <a:gd name="T0" fmla="*/ 22 w 28"/>
                  <a:gd name="T1" fmla="*/ 11 h 11"/>
                  <a:gd name="T2" fmla="*/ 22 w 28"/>
                  <a:gd name="T3" fmla="*/ 11 h 11"/>
                  <a:gd name="T4" fmla="*/ 22 w 28"/>
                  <a:gd name="T5" fmla="*/ 6 h 11"/>
                  <a:gd name="T6" fmla="*/ 11 w 28"/>
                  <a:gd name="T7" fmla="*/ 6 h 11"/>
                  <a:gd name="T8" fmla="*/ 0 w 28"/>
                  <a:gd name="T9" fmla="*/ 6 h 11"/>
                  <a:gd name="T10" fmla="*/ 0 w 28"/>
                  <a:gd name="T11" fmla="*/ 6 h 11"/>
                  <a:gd name="T12" fmla="*/ 0 w 28"/>
                  <a:gd name="T13" fmla="*/ 0 h 11"/>
                  <a:gd name="T14" fmla="*/ 11 w 28"/>
                  <a:gd name="T15" fmla="*/ 0 h 11"/>
                  <a:gd name="T16" fmla="*/ 28 w 28"/>
                  <a:gd name="T17" fmla="*/ 0 h 11"/>
                  <a:gd name="T18" fmla="*/ 28 w 28"/>
                  <a:gd name="T19" fmla="*/ 0 h 11"/>
                  <a:gd name="T20" fmla="*/ 28 w 28"/>
                  <a:gd name="T21" fmla="*/ 6 h 11"/>
                  <a:gd name="T22" fmla="*/ 28 w 28"/>
                  <a:gd name="T23" fmla="*/ 6 h 11"/>
                  <a:gd name="T24" fmla="*/ 28 w 28"/>
                  <a:gd name="T25" fmla="*/ 11 h 11"/>
                  <a:gd name="T26" fmla="*/ 22 w 28"/>
                  <a:gd name="T27" fmla="*/ 11 h 11"/>
                  <a:gd name="T28" fmla="*/ 22 w 28"/>
                  <a:gd name="T29" fmla="*/ 11 h 1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
                  <a:gd name="T46" fmla="*/ 0 h 11"/>
                  <a:gd name="T47" fmla="*/ 28 w 28"/>
                  <a:gd name="T48" fmla="*/ 11 h 1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 h="11">
                    <a:moveTo>
                      <a:pt x="22" y="11"/>
                    </a:moveTo>
                    <a:lnTo>
                      <a:pt x="22" y="11"/>
                    </a:lnTo>
                    <a:lnTo>
                      <a:pt x="22" y="6"/>
                    </a:lnTo>
                    <a:lnTo>
                      <a:pt x="11" y="6"/>
                    </a:lnTo>
                    <a:lnTo>
                      <a:pt x="0" y="6"/>
                    </a:lnTo>
                    <a:lnTo>
                      <a:pt x="0" y="0"/>
                    </a:lnTo>
                    <a:lnTo>
                      <a:pt x="11" y="0"/>
                    </a:lnTo>
                    <a:lnTo>
                      <a:pt x="28" y="0"/>
                    </a:lnTo>
                    <a:lnTo>
                      <a:pt x="28" y="6"/>
                    </a:lnTo>
                    <a:lnTo>
                      <a:pt x="28" y="11"/>
                    </a:lnTo>
                    <a:lnTo>
                      <a:pt x="22" y="11"/>
                    </a:lnTo>
                    <a:close/>
                  </a:path>
                </a:pathLst>
              </a:custGeom>
              <a:solidFill>
                <a:srgbClr val="FFFFFF"/>
              </a:solidFill>
              <a:ln w="9525">
                <a:noFill/>
                <a:round/>
                <a:headEnd/>
                <a:tailEnd/>
              </a:ln>
            </p:spPr>
            <p:txBody>
              <a:bodyPr/>
              <a:lstStyle/>
              <a:p>
                <a:endParaRPr lang="da-DK"/>
              </a:p>
            </p:txBody>
          </p:sp>
          <p:sp>
            <p:nvSpPr>
              <p:cNvPr id="80" name="Freeform 1564"/>
              <p:cNvSpPr>
                <a:spLocks/>
              </p:cNvSpPr>
              <p:nvPr/>
            </p:nvSpPr>
            <p:spPr bwMode="auto">
              <a:xfrm>
                <a:off x="-6229379" y="-5469277"/>
                <a:ext cx="124232" cy="37786"/>
              </a:xfrm>
              <a:custGeom>
                <a:avLst/>
                <a:gdLst>
                  <a:gd name="T0" fmla="*/ 27 w 33"/>
                  <a:gd name="T1" fmla="*/ 10 h 10"/>
                  <a:gd name="T2" fmla="*/ 27 w 33"/>
                  <a:gd name="T3" fmla="*/ 10 h 10"/>
                  <a:gd name="T4" fmla="*/ 16 w 33"/>
                  <a:gd name="T5" fmla="*/ 5 h 10"/>
                  <a:gd name="T6" fmla="*/ 0 w 33"/>
                  <a:gd name="T7" fmla="*/ 10 h 10"/>
                  <a:gd name="T8" fmla="*/ 0 w 33"/>
                  <a:gd name="T9" fmla="*/ 10 h 10"/>
                  <a:gd name="T10" fmla="*/ 0 w 33"/>
                  <a:gd name="T11" fmla="*/ 0 h 10"/>
                  <a:gd name="T12" fmla="*/ 0 w 33"/>
                  <a:gd name="T13" fmla="*/ 0 h 10"/>
                  <a:gd name="T14" fmla="*/ 5 w 33"/>
                  <a:gd name="T15" fmla="*/ 0 h 10"/>
                  <a:gd name="T16" fmla="*/ 5 w 33"/>
                  <a:gd name="T17" fmla="*/ 0 h 10"/>
                  <a:gd name="T18" fmla="*/ 5 w 33"/>
                  <a:gd name="T19" fmla="*/ 0 h 10"/>
                  <a:gd name="T20" fmla="*/ 11 w 33"/>
                  <a:gd name="T21" fmla="*/ 0 h 10"/>
                  <a:gd name="T22" fmla="*/ 22 w 33"/>
                  <a:gd name="T23" fmla="*/ 5 h 10"/>
                  <a:gd name="T24" fmla="*/ 33 w 33"/>
                  <a:gd name="T25" fmla="*/ 5 h 10"/>
                  <a:gd name="T26" fmla="*/ 27 w 33"/>
                  <a:gd name="T27" fmla="*/ 10 h 10"/>
                  <a:gd name="T28" fmla="*/ 27 w 33"/>
                  <a:gd name="T29" fmla="*/ 10 h 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3"/>
                  <a:gd name="T46" fmla="*/ 0 h 10"/>
                  <a:gd name="T47" fmla="*/ 33 w 33"/>
                  <a:gd name="T48" fmla="*/ 10 h 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3" h="10">
                    <a:moveTo>
                      <a:pt x="27" y="10"/>
                    </a:moveTo>
                    <a:lnTo>
                      <a:pt x="27" y="10"/>
                    </a:lnTo>
                    <a:lnTo>
                      <a:pt x="16" y="5"/>
                    </a:lnTo>
                    <a:lnTo>
                      <a:pt x="0" y="10"/>
                    </a:lnTo>
                    <a:lnTo>
                      <a:pt x="0" y="0"/>
                    </a:lnTo>
                    <a:lnTo>
                      <a:pt x="5" y="0"/>
                    </a:lnTo>
                    <a:lnTo>
                      <a:pt x="11" y="0"/>
                    </a:lnTo>
                    <a:lnTo>
                      <a:pt x="22" y="5"/>
                    </a:lnTo>
                    <a:lnTo>
                      <a:pt x="33" y="5"/>
                    </a:lnTo>
                    <a:lnTo>
                      <a:pt x="27" y="10"/>
                    </a:lnTo>
                    <a:close/>
                  </a:path>
                </a:pathLst>
              </a:custGeom>
              <a:solidFill>
                <a:srgbClr val="FFFFFF"/>
              </a:solidFill>
              <a:ln w="9525">
                <a:noFill/>
                <a:round/>
                <a:headEnd/>
                <a:tailEnd/>
              </a:ln>
            </p:spPr>
            <p:txBody>
              <a:bodyPr/>
              <a:lstStyle/>
              <a:p>
                <a:endParaRPr lang="da-DK"/>
              </a:p>
            </p:txBody>
          </p:sp>
          <p:sp>
            <p:nvSpPr>
              <p:cNvPr id="81" name="Freeform 1565"/>
              <p:cNvSpPr>
                <a:spLocks/>
              </p:cNvSpPr>
              <p:nvPr/>
            </p:nvSpPr>
            <p:spPr bwMode="auto">
              <a:xfrm>
                <a:off x="-6391424" y="-5469277"/>
                <a:ext cx="124232" cy="37786"/>
              </a:xfrm>
              <a:custGeom>
                <a:avLst/>
                <a:gdLst>
                  <a:gd name="T0" fmla="*/ 0 w 33"/>
                  <a:gd name="T1" fmla="*/ 5 h 10"/>
                  <a:gd name="T2" fmla="*/ 0 w 33"/>
                  <a:gd name="T3" fmla="*/ 5 h 10"/>
                  <a:gd name="T4" fmla="*/ 0 w 33"/>
                  <a:gd name="T5" fmla="*/ 0 h 10"/>
                  <a:gd name="T6" fmla="*/ 11 w 33"/>
                  <a:gd name="T7" fmla="*/ 0 h 10"/>
                  <a:gd name="T8" fmla="*/ 33 w 33"/>
                  <a:gd name="T9" fmla="*/ 0 h 10"/>
                  <a:gd name="T10" fmla="*/ 33 w 33"/>
                  <a:gd name="T11" fmla="*/ 0 h 10"/>
                  <a:gd name="T12" fmla="*/ 33 w 33"/>
                  <a:gd name="T13" fmla="*/ 10 h 10"/>
                  <a:gd name="T14" fmla="*/ 22 w 33"/>
                  <a:gd name="T15" fmla="*/ 5 h 10"/>
                  <a:gd name="T16" fmla="*/ 11 w 33"/>
                  <a:gd name="T17" fmla="*/ 5 h 10"/>
                  <a:gd name="T18" fmla="*/ 0 w 33"/>
                  <a:gd name="T19" fmla="*/ 5 h 10"/>
                  <a:gd name="T20" fmla="*/ 0 w 33"/>
                  <a:gd name="T21" fmla="*/ 5 h 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
                  <a:gd name="T34" fmla="*/ 0 h 10"/>
                  <a:gd name="T35" fmla="*/ 33 w 33"/>
                  <a:gd name="T36" fmla="*/ 10 h 1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 h="10">
                    <a:moveTo>
                      <a:pt x="0" y="5"/>
                    </a:moveTo>
                    <a:lnTo>
                      <a:pt x="0" y="5"/>
                    </a:lnTo>
                    <a:lnTo>
                      <a:pt x="0" y="0"/>
                    </a:lnTo>
                    <a:lnTo>
                      <a:pt x="11" y="0"/>
                    </a:lnTo>
                    <a:lnTo>
                      <a:pt x="33" y="0"/>
                    </a:lnTo>
                    <a:lnTo>
                      <a:pt x="33" y="10"/>
                    </a:lnTo>
                    <a:lnTo>
                      <a:pt x="22" y="5"/>
                    </a:lnTo>
                    <a:lnTo>
                      <a:pt x="11" y="5"/>
                    </a:lnTo>
                    <a:lnTo>
                      <a:pt x="0" y="5"/>
                    </a:lnTo>
                    <a:close/>
                  </a:path>
                </a:pathLst>
              </a:custGeom>
              <a:solidFill>
                <a:srgbClr val="FFFFFF"/>
              </a:solidFill>
              <a:ln w="9525">
                <a:noFill/>
                <a:round/>
                <a:headEnd/>
                <a:tailEnd/>
              </a:ln>
            </p:spPr>
            <p:txBody>
              <a:bodyPr/>
              <a:lstStyle/>
              <a:p>
                <a:endParaRPr lang="da-DK"/>
              </a:p>
            </p:txBody>
          </p:sp>
          <p:sp>
            <p:nvSpPr>
              <p:cNvPr id="82" name="Freeform 1566"/>
              <p:cNvSpPr>
                <a:spLocks/>
              </p:cNvSpPr>
              <p:nvPr/>
            </p:nvSpPr>
            <p:spPr bwMode="auto">
              <a:xfrm>
                <a:off x="-6186167" y="-5409901"/>
                <a:ext cx="102626" cy="43182"/>
              </a:xfrm>
              <a:custGeom>
                <a:avLst/>
                <a:gdLst>
                  <a:gd name="T0" fmla="*/ 0 w 27"/>
                  <a:gd name="T1" fmla="*/ 0 h 11"/>
                  <a:gd name="T2" fmla="*/ 0 w 27"/>
                  <a:gd name="T3" fmla="*/ 0 h 11"/>
                  <a:gd name="T4" fmla="*/ 5 w 27"/>
                  <a:gd name="T5" fmla="*/ 0 h 11"/>
                  <a:gd name="T6" fmla="*/ 16 w 27"/>
                  <a:gd name="T7" fmla="*/ 0 h 11"/>
                  <a:gd name="T8" fmla="*/ 27 w 27"/>
                  <a:gd name="T9" fmla="*/ 0 h 11"/>
                  <a:gd name="T10" fmla="*/ 27 w 27"/>
                  <a:gd name="T11" fmla="*/ 0 h 11"/>
                  <a:gd name="T12" fmla="*/ 27 w 27"/>
                  <a:gd name="T13" fmla="*/ 5 h 11"/>
                  <a:gd name="T14" fmla="*/ 16 w 27"/>
                  <a:gd name="T15" fmla="*/ 11 h 11"/>
                  <a:gd name="T16" fmla="*/ 5 w 27"/>
                  <a:gd name="T17" fmla="*/ 5 h 11"/>
                  <a:gd name="T18" fmla="*/ 0 w 27"/>
                  <a:gd name="T19" fmla="*/ 0 h 11"/>
                  <a:gd name="T20" fmla="*/ 0 w 27"/>
                  <a:gd name="T21" fmla="*/ 0 h 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7"/>
                  <a:gd name="T34" fmla="*/ 0 h 11"/>
                  <a:gd name="T35" fmla="*/ 27 w 27"/>
                  <a:gd name="T36" fmla="*/ 11 h 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7" h="11">
                    <a:moveTo>
                      <a:pt x="0" y="0"/>
                    </a:moveTo>
                    <a:lnTo>
                      <a:pt x="0" y="0"/>
                    </a:lnTo>
                    <a:lnTo>
                      <a:pt x="5" y="0"/>
                    </a:lnTo>
                    <a:lnTo>
                      <a:pt x="16" y="0"/>
                    </a:lnTo>
                    <a:lnTo>
                      <a:pt x="27" y="0"/>
                    </a:lnTo>
                    <a:lnTo>
                      <a:pt x="27" y="5"/>
                    </a:lnTo>
                    <a:lnTo>
                      <a:pt x="16" y="11"/>
                    </a:lnTo>
                    <a:lnTo>
                      <a:pt x="5" y="5"/>
                    </a:lnTo>
                    <a:lnTo>
                      <a:pt x="0" y="0"/>
                    </a:lnTo>
                    <a:close/>
                  </a:path>
                </a:pathLst>
              </a:custGeom>
              <a:solidFill>
                <a:srgbClr val="FFFFFF"/>
              </a:solidFill>
              <a:ln w="9525">
                <a:noFill/>
                <a:round/>
                <a:headEnd/>
                <a:tailEnd/>
              </a:ln>
            </p:spPr>
            <p:txBody>
              <a:bodyPr/>
              <a:lstStyle/>
              <a:p>
                <a:endParaRPr lang="da-DK"/>
              </a:p>
            </p:txBody>
          </p:sp>
          <p:sp>
            <p:nvSpPr>
              <p:cNvPr id="83" name="Freeform 1567"/>
              <p:cNvSpPr>
                <a:spLocks/>
              </p:cNvSpPr>
              <p:nvPr/>
            </p:nvSpPr>
            <p:spPr bwMode="auto">
              <a:xfrm>
                <a:off x="-6391424" y="-5431491"/>
                <a:ext cx="124232" cy="64772"/>
              </a:xfrm>
              <a:custGeom>
                <a:avLst/>
                <a:gdLst>
                  <a:gd name="T0" fmla="*/ 33 w 33"/>
                  <a:gd name="T1" fmla="*/ 17 h 17"/>
                  <a:gd name="T2" fmla="*/ 33 w 33"/>
                  <a:gd name="T3" fmla="*/ 17 h 17"/>
                  <a:gd name="T4" fmla="*/ 28 w 33"/>
                  <a:gd name="T5" fmla="*/ 11 h 17"/>
                  <a:gd name="T6" fmla="*/ 17 w 33"/>
                  <a:gd name="T7" fmla="*/ 6 h 17"/>
                  <a:gd name="T8" fmla="*/ 0 w 33"/>
                  <a:gd name="T9" fmla="*/ 11 h 17"/>
                  <a:gd name="T10" fmla="*/ 0 w 33"/>
                  <a:gd name="T11" fmla="*/ 11 h 17"/>
                  <a:gd name="T12" fmla="*/ 0 w 33"/>
                  <a:gd name="T13" fmla="*/ 6 h 17"/>
                  <a:gd name="T14" fmla="*/ 11 w 33"/>
                  <a:gd name="T15" fmla="*/ 0 h 17"/>
                  <a:gd name="T16" fmla="*/ 33 w 33"/>
                  <a:gd name="T17" fmla="*/ 6 h 17"/>
                  <a:gd name="T18" fmla="*/ 33 w 33"/>
                  <a:gd name="T19" fmla="*/ 6 h 17"/>
                  <a:gd name="T20" fmla="*/ 33 w 33"/>
                  <a:gd name="T21" fmla="*/ 11 h 17"/>
                  <a:gd name="T22" fmla="*/ 33 w 33"/>
                  <a:gd name="T23" fmla="*/ 11 h 17"/>
                  <a:gd name="T24" fmla="*/ 33 w 33"/>
                  <a:gd name="T25" fmla="*/ 11 h 17"/>
                  <a:gd name="T26" fmla="*/ 33 w 33"/>
                  <a:gd name="T27" fmla="*/ 17 h 17"/>
                  <a:gd name="T28" fmla="*/ 33 w 33"/>
                  <a:gd name="T29" fmla="*/ 17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3"/>
                  <a:gd name="T46" fmla="*/ 0 h 17"/>
                  <a:gd name="T47" fmla="*/ 33 w 33"/>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3" h="17">
                    <a:moveTo>
                      <a:pt x="33" y="17"/>
                    </a:moveTo>
                    <a:lnTo>
                      <a:pt x="33" y="17"/>
                    </a:lnTo>
                    <a:lnTo>
                      <a:pt x="28" y="11"/>
                    </a:lnTo>
                    <a:lnTo>
                      <a:pt x="17" y="6"/>
                    </a:lnTo>
                    <a:lnTo>
                      <a:pt x="0" y="11"/>
                    </a:lnTo>
                    <a:lnTo>
                      <a:pt x="0" y="6"/>
                    </a:lnTo>
                    <a:lnTo>
                      <a:pt x="11" y="0"/>
                    </a:lnTo>
                    <a:lnTo>
                      <a:pt x="33" y="6"/>
                    </a:lnTo>
                    <a:lnTo>
                      <a:pt x="33" y="11"/>
                    </a:lnTo>
                    <a:lnTo>
                      <a:pt x="33" y="17"/>
                    </a:lnTo>
                    <a:close/>
                  </a:path>
                </a:pathLst>
              </a:custGeom>
              <a:solidFill>
                <a:srgbClr val="FFFFFF"/>
              </a:solidFill>
              <a:ln w="9525">
                <a:noFill/>
                <a:round/>
                <a:headEnd/>
                <a:tailEnd/>
              </a:ln>
            </p:spPr>
            <p:txBody>
              <a:bodyPr/>
              <a:lstStyle/>
              <a:p>
                <a:endParaRPr lang="da-DK"/>
              </a:p>
            </p:txBody>
          </p:sp>
          <p:sp>
            <p:nvSpPr>
              <p:cNvPr id="84" name="Freeform 1568"/>
              <p:cNvSpPr>
                <a:spLocks/>
              </p:cNvSpPr>
              <p:nvPr/>
            </p:nvSpPr>
            <p:spPr bwMode="auto">
              <a:xfrm>
                <a:off x="-6250985" y="-5366719"/>
                <a:ext cx="145838" cy="37782"/>
              </a:xfrm>
              <a:custGeom>
                <a:avLst/>
                <a:gdLst>
                  <a:gd name="T0" fmla="*/ 39 w 39"/>
                  <a:gd name="T1" fmla="*/ 0 h 11"/>
                  <a:gd name="T2" fmla="*/ 39 w 39"/>
                  <a:gd name="T3" fmla="*/ 0 h 11"/>
                  <a:gd name="T4" fmla="*/ 33 w 39"/>
                  <a:gd name="T5" fmla="*/ 11 h 11"/>
                  <a:gd name="T6" fmla="*/ 22 w 39"/>
                  <a:gd name="T7" fmla="*/ 11 h 11"/>
                  <a:gd name="T8" fmla="*/ 11 w 39"/>
                  <a:gd name="T9" fmla="*/ 11 h 11"/>
                  <a:gd name="T10" fmla="*/ 0 w 39"/>
                  <a:gd name="T11" fmla="*/ 11 h 11"/>
                  <a:gd name="T12" fmla="*/ 0 w 39"/>
                  <a:gd name="T13" fmla="*/ 11 h 11"/>
                  <a:gd name="T14" fmla="*/ 0 w 39"/>
                  <a:gd name="T15" fmla="*/ 5 h 11"/>
                  <a:gd name="T16" fmla="*/ 6 w 39"/>
                  <a:gd name="T17" fmla="*/ 0 h 11"/>
                  <a:gd name="T18" fmla="*/ 17 w 39"/>
                  <a:gd name="T19" fmla="*/ 0 h 11"/>
                  <a:gd name="T20" fmla="*/ 28 w 39"/>
                  <a:gd name="T21" fmla="*/ 5 h 11"/>
                  <a:gd name="T22" fmla="*/ 39 w 39"/>
                  <a:gd name="T23" fmla="*/ 0 h 11"/>
                  <a:gd name="T24" fmla="*/ 39 w 39"/>
                  <a:gd name="T25" fmla="*/ 0 h 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
                  <a:gd name="T40" fmla="*/ 0 h 11"/>
                  <a:gd name="T41" fmla="*/ 39 w 39"/>
                  <a:gd name="T42" fmla="*/ 11 h 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 h="11">
                    <a:moveTo>
                      <a:pt x="39" y="0"/>
                    </a:moveTo>
                    <a:lnTo>
                      <a:pt x="39" y="0"/>
                    </a:lnTo>
                    <a:lnTo>
                      <a:pt x="33" y="11"/>
                    </a:lnTo>
                    <a:lnTo>
                      <a:pt x="22" y="11"/>
                    </a:lnTo>
                    <a:lnTo>
                      <a:pt x="11" y="11"/>
                    </a:lnTo>
                    <a:lnTo>
                      <a:pt x="0" y="11"/>
                    </a:lnTo>
                    <a:lnTo>
                      <a:pt x="0" y="5"/>
                    </a:lnTo>
                    <a:lnTo>
                      <a:pt x="6" y="0"/>
                    </a:lnTo>
                    <a:lnTo>
                      <a:pt x="17" y="0"/>
                    </a:lnTo>
                    <a:lnTo>
                      <a:pt x="28" y="5"/>
                    </a:lnTo>
                    <a:lnTo>
                      <a:pt x="39" y="0"/>
                    </a:lnTo>
                    <a:close/>
                  </a:path>
                </a:pathLst>
              </a:custGeom>
              <a:solidFill>
                <a:srgbClr val="FFFFFF"/>
              </a:solidFill>
              <a:ln w="9525">
                <a:noFill/>
                <a:round/>
                <a:headEnd/>
                <a:tailEnd/>
              </a:ln>
            </p:spPr>
            <p:txBody>
              <a:bodyPr/>
              <a:lstStyle/>
              <a:p>
                <a:endParaRPr lang="da-DK"/>
              </a:p>
            </p:txBody>
          </p:sp>
          <p:sp>
            <p:nvSpPr>
              <p:cNvPr id="85" name="Freeform 1570"/>
              <p:cNvSpPr>
                <a:spLocks/>
              </p:cNvSpPr>
              <p:nvPr/>
            </p:nvSpPr>
            <p:spPr bwMode="auto">
              <a:xfrm>
                <a:off x="-6250985" y="-5307346"/>
                <a:ext cx="108030" cy="43182"/>
              </a:xfrm>
              <a:custGeom>
                <a:avLst/>
                <a:gdLst>
                  <a:gd name="T0" fmla="*/ 28 w 28"/>
                  <a:gd name="T1" fmla="*/ 0 h 11"/>
                  <a:gd name="T2" fmla="*/ 28 w 28"/>
                  <a:gd name="T3" fmla="*/ 0 h 11"/>
                  <a:gd name="T4" fmla="*/ 28 w 28"/>
                  <a:gd name="T5" fmla="*/ 11 h 11"/>
                  <a:gd name="T6" fmla="*/ 28 w 28"/>
                  <a:gd name="T7" fmla="*/ 11 h 11"/>
                  <a:gd name="T8" fmla="*/ 11 w 28"/>
                  <a:gd name="T9" fmla="*/ 6 h 11"/>
                  <a:gd name="T10" fmla="*/ 0 w 28"/>
                  <a:gd name="T11" fmla="*/ 6 h 11"/>
                  <a:gd name="T12" fmla="*/ 0 w 28"/>
                  <a:gd name="T13" fmla="*/ 6 h 11"/>
                  <a:gd name="T14" fmla="*/ 0 w 28"/>
                  <a:gd name="T15" fmla="*/ 0 h 11"/>
                  <a:gd name="T16" fmla="*/ 11 w 28"/>
                  <a:gd name="T17" fmla="*/ 0 h 11"/>
                  <a:gd name="T18" fmla="*/ 28 w 28"/>
                  <a:gd name="T19" fmla="*/ 0 h 11"/>
                  <a:gd name="T20" fmla="*/ 28 w 28"/>
                  <a:gd name="T21" fmla="*/ 0 h 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
                  <a:gd name="T34" fmla="*/ 0 h 11"/>
                  <a:gd name="T35" fmla="*/ 28 w 28"/>
                  <a:gd name="T36" fmla="*/ 11 h 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 h="11">
                    <a:moveTo>
                      <a:pt x="28" y="0"/>
                    </a:moveTo>
                    <a:lnTo>
                      <a:pt x="28" y="0"/>
                    </a:lnTo>
                    <a:lnTo>
                      <a:pt x="28" y="11"/>
                    </a:lnTo>
                    <a:lnTo>
                      <a:pt x="11" y="6"/>
                    </a:lnTo>
                    <a:lnTo>
                      <a:pt x="0" y="6"/>
                    </a:lnTo>
                    <a:lnTo>
                      <a:pt x="0" y="0"/>
                    </a:lnTo>
                    <a:lnTo>
                      <a:pt x="11" y="0"/>
                    </a:lnTo>
                    <a:lnTo>
                      <a:pt x="28" y="0"/>
                    </a:lnTo>
                    <a:close/>
                  </a:path>
                </a:pathLst>
              </a:custGeom>
              <a:solidFill>
                <a:srgbClr val="FFFFFF"/>
              </a:solidFill>
              <a:ln w="9525">
                <a:noFill/>
                <a:round/>
                <a:headEnd/>
                <a:tailEnd/>
              </a:ln>
            </p:spPr>
            <p:txBody>
              <a:bodyPr/>
              <a:lstStyle/>
              <a:p>
                <a:endParaRPr lang="da-DK"/>
              </a:p>
            </p:txBody>
          </p:sp>
          <p:sp>
            <p:nvSpPr>
              <p:cNvPr id="86" name="Freeform 1571"/>
              <p:cNvSpPr>
                <a:spLocks/>
              </p:cNvSpPr>
              <p:nvPr/>
            </p:nvSpPr>
            <p:spPr bwMode="auto">
              <a:xfrm>
                <a:off x="-6434635" y="-5264164"/>
                <a:ext cx="145838" cy="37786"/>
              </a:xfrm>
              <a:custGeom>
                <a:avLst/>
                <a:gdLst>
                  <a:gd name="T0" fmla="*/ 33 w 39"/>
                  <a:gd name="T1" fmla="*/ 11 h 11"/>
                  <a:gd name="T2" fmla="*/ 33 w 39"/>
                  <a:gd name="T3" fmla="*/ 11 h 11"/>
                  <a:gd name="T4" fmla="*/ 28 w 39"/>
                  <a:gd name="T5" fmla="*/ 11 h 11"/>
                  <a:gd name="T6" fmla="*/ 17 w 39"/>
                  <a:gd name="T7" fmla="*/ 11 h 11"/>
                  <a:gd name="T8" fmla="*/ 6 w 39"/>
                  <a:gd name="T9" fmla="*/ 11 h 11"/>
                  <a:gd name="T10" fmla="*/ 0 w 39"/>
                  <a:gd name="T11" fmla="*/ 6 h 11"/>
                  <a:gd name="T12" fmla="*/ 0 w 39"/>
                  <a:gd name="T13" fmla="*/ 6 h 11"/>
                  <a:gd name="T14" fmla="*/ 6 w 39"/>
                  <a:gd name="T15" fmla="*/ 0 h 11"/>
                  <a:gd name="T16" fmla="*/ 22 w 39"/>
                  <a:gd name="T17" fmla="*/ 0 h 11"/>
                  <a:gd name="T18" fmla="*/ 33 w 39"/>
                  <a:gd name="T19" fmla="*/ 6 h 11"/>
                  <a:gd name="T20" fmla="*/ 39 w 39"/>
                  <a:gd name="T21" fmla="*/ 6 h 11"/>
                  <a:gd name="T22" fmla="*/ 33 w 39"/>
                  <a:gd name="T23" fmla="*/ 11 h 11"/>
                  <a:gd name="T24" fmla="*/ 33 w 39"/>
                  <a:gd name="T25" fmla="*/ 11 h 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
                  <a:gd name="T40" fmla="*/ 0 h 11"/>
                  <a:gd name="T41" fmla="*/ 39 w 39"/>
                  <a:gd name="T42" fmla="*/ 11 h 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 h="11">
                    <a:moveTo>
                      <a:pt x="33" y="11"/>
                    </a:moveTo>
                    <a:lnTo>
                      <a:pt x="33" y="11"/>
                    </a:lnTo>
                    <a:lnTo>
                      <a:pt x="28" y="11"/>
                    </a:lnTo>
                    <a:lnTo>
                      <a:pt x="17" y="11"/>
                    </a:lnTo>
                    <a:lnTo>
                      <a:pt x="6" y="11"/>
                    </a:lnTo>
                    <a:lnTo>
                      <a:pt x="0" y="6"/>
                    </a:lnTo>
                    <a:lnTo>
                      <a:pt x="6" y="0"/>
                    </a:lnTo>
                    <a:lnTo>
                      <a:pt x="22" y="0"/>
                    </a:lnTo>
                    <a:lnTo>
                      <a:pt x="33" y="6"/>
                    </a:lnTo>
                    <a:lnTo>
                      <a:pt x="39" y="6"/>
                    </a:lnTo>
                    <a:lnTo>
                      <a:pt x="33" y="11"/>
                    </a:lnTo>
                    <a:close/>
                  </a:path>
                </a:pathLst>
              </a:custGeom>
              <a:solidFill>
                <a:srgbClr val="FFFFFF"/>
              </a:solidFill>
              <a:ln w="9525">
                <a:noFill/>
                <a:round/>
                <a:headEnd/>
                <a:tailEnd/>
              </a:ln>
            </p:spPr>
            <p:txBody>
              <a:bodyPr/>
              <a:lstStyle/>
              <a:p>
                <a:endParaRPr lang="da-DK"/>
              </a:p>
            </p:txBody>
          </p:sp>
          <p:sp>
            <p:nvSpPr>
              <p:cNvPr id="87" name="Freeform 1572"/>
              <p:cNvSpPr>
                <a:spLocks/>
              </p:cNvSpPr>
              <p:nvPr/>
            </p:nvSpPr>
            <p:spPr bwMode="auto">
              <a:xfrm>
                <a:off x="-6229379" y="-5264164"/>
                <a:ext cx="124232" cy="37786"/>
              </a:xfrm>
              <a:custGeom>
                <a:avLst/>
                <a:gdLst>
                  <a:gd name="T0" fmla="*/ 0 w 33"/>
                  <a:gd name="T1" fmla="*/ 11 h 11"/>
                  <a:gd name="T2" fmla="*/ 0 w 33"/>
                  <a:gd name="T3" fmla="*/ 11 h 11"/>
                  <a:gd name="T4" fmla="*/ 0 w 33"/>
                  <a:gd name="T5" fmla="*/ 6 h 11"/>
                  <a:gd name="T6" fmla="*/ 5 w 33"/>
                  <a:gd name="T7" fmla="*/ 6 h 11"/>
                  <a:gd name="T8" fmla="*/ 16 w 33"/>
                  <a:gd name="T9" fmla="*/ 0 h 11"/>
                  <a:gd name="T10" fmla="*/ 27 w 33"/>
                  <a:gd name="T11" fmla="*/ 6 h 11"/>
                  <a:gd name="T12" fmla="*/ 33 w 33"/>
                  <a:gd name="T13" fmla="*/ 6 h 11"/>
                  <a:gd name="T14" fmla="*/ 33 w 33"/>
                  <a:gd name="T15" fmla="*/ 11 h 11"/>
                  <a:gd name="T16" fmla="*/ 33 w 33"/>
                  <a:gd name="T17" fmla="*/ 11 h 11"/>
                  <a:gd name="T18" fmla="*/ 27 w 33"/>
                  <a:gd name="T19" fmla="*/ 11 h 11"/>
                  <a:gd name="T20" fmla="*/ 16 w 33"/>
                  <a:gd name="T21" fmla="*/ 11 h 11"/>
                  <a:gd name="T22" fmla="*/ 11 w 33"/>
                  <a:gd name="T23" fmla="*/ 11 h 11"/>
                  <a:gd name="T24" fmla="*/ 0 w 33"/>
                  <a:gd name="T25" fmla="*/ 11 h 11"/>
                  <a:gd name="T26" fmla="*/ 0 w 33"/>
                  <a:gd name="T27" fmla="*/ 11 h 1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
                  <a:gd name="T43" fmla="*/ 0 h 11"/>
                  <a:gd name="T44" fmla="*/ 33 w 33"/>
                  <a:gd name="T45" fmla="*/ 11 h 1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 h="11">
                    <a:moveTo>
                      <a:pt x="0" y="11"/>
                    </a:moveTo>
                    <a:lnTo>
                      <a:pt x="0" y="11"/>
                    </a:lnTo>
                    <a:lnTo>
                      <a:pt x="0" y="6"/>
                    </a:lnTo>
                    <a:lnTo>
                      <a:pt x="5" y="6"/>
                    </a:lnTo>
                    <a:lnTo>
                      <a:pt x="16" y="0"/>
                    </a:lnTo>
                    <a:lnTo>
                      <a:pt x="27" y="6"/>
                    </a:lnTo>
                    <a:lnTo>
                      <a:pt x="33" y="6"/>
                    </a:lnTo>
                    <a:lnTo>
                      <a:pt x="33" y="11"/>
                    </a:lnTo>
                    <a:lnTo>
                      <a:pt x="27" y="11"/>
                    </a:lnTo>
                    <a:lnTo>
                      <a:pt x="16" y="11"/>
                    </a:lnTo>
                    <a:lnTo>
                      <a:pt x="11" y="11"/>
                    </a:lnTo>
                    <a:lnTo>
                      <a:pt x="0" y="11"/>
                    </a:lnTo>
                    <a:close/>
                  </a:path>
                </a:pathLst>
              </a:custGeom>
              <a:solidFill>
                <a:srgbClr val="FFFFFF"/>
              </a:solidFill>
              <a:ln w="9525">
                <a:noFill/>
                <a:round/>
                <a:headEnd/>
                <a:tailEnd/>
              </a:ln>
            </p:spPr>
            <p:txBody>
              <a:bodyPr/>
              <a:lstStyle/>
              <a:p>
                <a:endParaRPr lang="da-DK"/>
              </a:p>
            </p:txBody>
          </p:sp>
          <p:sp>
            <p:nvSpPr>
              <p:cNvPr id="88" name="Freeform 1573"/>
              <p:cNvSpPr>
                <a:spLocks/>
              </p:cNvSpPr>
              <p:nvPr/>
            </p:nvSpPr>
            <p:spPr bwMode="auto">
              <a:xfrm>
                <a:off x="-6250985" y="-5204788"/>
                <a:ext cx="210656" cy="43182"/>
              </a:xfrm>
              <a:custGeom>
                <a:avLst/>
                <a:gdLst>
                  <a:gd name="T0" fmla="*/ 55 w 55"/>
                  <a:gd name="T1" fmla="*/ 11 h 11"/>
                  <a:gd name="T2" fmla="*/ 55 w 55"/>
                  <a:gd name="T3" fmla="*/ 11 h 11"/>
                  <a:gd name="T4" fmla="*/ 28 w 55"/>
                  <a:gd name="T5" fmla="*/ 11 h 11"/>
                  <a:gd name="T6" fmla="*/ 11 w 55"/>
                  <a:gd name="T7" fmla="*/ 11 h 11"/>
                  <a:gd name="T8" fmla="*/ 0 w 55"/>
                  <a:gd name="T9" fmla="*/ 0 h 11"/>
                  <a:gd name="T10" fmla="*/ 0 w 55"/>
                  <a:gd name="T11" fmla="*/ 0 h 11"/>
                  <a:gd name="T12" fmla="*/ 28 w 55"/>
                  <a:gd name="T13" fmla="*/ 0 h 11"/>
                  <a:gd name="T14" fmla="*/ 44 w 55"/>
                  <a:gd name="T15" fmla="*/ 5 h 11"/>
                  <a:gd name="T16" fmla="*/ 50 w 55"/>
                  <a:gd name="T17" fmla="*/ 5 h 11"/>
                  <a:gd name="T18" fmla="*/ 55 w 55"/>
                  <a:gd name="T19" fmla="*/ 11 h 11"/>
                  <a:gd name="T20" fmla="*/ 55 w 55"/>
                  <a:gd name="T21" fmla="*/ 11 h 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11"/>
                  <a:gd name="T35" fmla="*/ 55 w 55"/>
                  <a:gd name="T36" fmla="*/ 11 h 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11">
                    <a:moveTo>
                      <a:pt x="55" y="11"/>
                    </a:moveTo>
                    <a:lnTo>
                      <a:pt x="55" y="11"/>
                    </a:lnTo>
                    <a:lnTo>
                      <a:pt x="28" y="11"/>
                    </a:lnTo>
                    <a:lnTo>
                      <a:pt x="11" y="11"/>
                    </a:lnTo>
                    <a:lnTo>
                      <a:pt x="0" y="0"/>
                    </a:lnTo>
                    <a:lnTo>
                      <a:pt x="28" y="0"/>
                    </a:lnTo>
                    <a:lnTo>
                      <a:pt x="44" y="5"/>
                    </a:lnTo>
                    <a:lnTo>
                      <a:pt x="50" y="5"/>
                    </a:lnTo>
                    <a:lnTo>
                      <a:pt x="55" y="11"/>
                    </a:lnTo>
                    <a:close/>
                  </a:path>
                </a:pathLst>
              </a:custGeom>
              <a:solidFill>
                <a:srgbClr val="FFFFFF"/>
              </a:solidFill>
              <a:ln w="9525">
                <a:noFill/>
                <a:round/>
                <a:headEnd/>
                <a:tailEnd/>
              </a:ln>
            </p:spPr>
            <p:txBody>
              <a:bodyPr/>
              <a:lstStyle/>
              <a:p>
                <a:endParaRPr lang="da-DK"/>
              </a:p>
            </p:txBody>
          </p:sp>
          <p:sp>
            <p:nvSpPr>
              <p:cNvPr id="89" name="Freeform 1574"/>
              <p:cNvSpPr>
                <a:spLocks/>
              </p:cNvSpPr>
              <p:nvPr/>
            </p:nvSpPr>
            <p:spPr bwMode="auto">
              <a:xfrm>
                <a:off x="-6391424" y="-5204788"/>
                <a:ext cx="124232" cy="43182"/>
              </a:xfrm>
              <a:custGeom>
                <a:avLst/>
                <a:gdLst>
                  <a:gd name="T0" fmla="*/ 0 w 33"/>
                  <a:gd name="T1" fmla="*/ 0 h 11"/>
                  <a:gd name="T2" fmla="*/ 0 w 33"/>
                  <a:gd name="T3" fmla="*/ 0 h 11"/>
                  <a:gd name="T4" fmla="*/ 11 w 33"/>
                  <a:gd name="T5" fmla="*/ 0 h 11"/>
                  <a:gd name="T6" fmla="*/ 17 w 33"/>
                  <a:gd name="T7" fmla="*/ 0 h 11"/>
                  <a:gd name="T8" fmla="*/ 28 w 33"/>
                  <a:gd name="T9" fmla="*/ 0 h 11"/>
                  <a:gd name="T10" fmla="*/ 33 w 33"/>
                  <a:gd name="T11" fmla="*/ 0 h 11"/>
                  <a:gd name="T12" fmla="*/ 33 w 33"/>
                  <a:gd name="T13" fmla="*/ 0 h 11"/>
                  <a:gd name="T14" fmla="*/ 33 w 33"/>
                  <a:gd name="T15" fmla="*/ 5 h 11"/>
                  <a:gd name="T16" fmla="*/ 33 w 33"/>
                  <a:gd name="T17" fmla="*/ 5 h 11"/>
                  <a:gd name="T18" fmla="*/ 17 w 33"/>
                  <a:gd name="T19" fmla="*/ 11 h 11"/>
                  <a:gd name="T20" fmla="*/ 6 w 33"/>
                  <a:gd name="T21" fmla="*/ 5 h 11"/>
                  <a:gd name="T22" fmla="*/ 0 w 33"/>
                  <a:gd name="T23" fmla="*/ 0 h 11"/>
                  <a:gd name="T24" fmla="*/ 0 w 33"/>
                  <a:gd name="T25" fmla="*/ 0 h 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11"/>
                  <a:gd name="T41" fmla="*/ 33 w 33"/>
                  <a:gd name="T42" fmla="*/ 11 h 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11">
                    <a:moveTo>
                      <a:pt x="0" y="0"/>
                    </a:moveTo>
                    <a:lnTo>
                      <a:pt x="0" y="0"/>
                    </a:lnTo>
                    <a:lnTo>
                      <a:pt x="11" y="0"/>
                    </a:lnTo>
                    <a:lnTo>
                      <a:pt x="17" y="0"/>
                    </a:lnTo>
                    <a:lnTo>
                      <a:pt x="28" y="0"/>
                    </a:lnTo>
                    <a:lnTo>
                      <a:pt x="33" y="0"/>
                    </a:lnTo>
                    <a:lnTo>
                      <a:pt x="33" y="5"/>
                    </a:lnTo>
                    <a:lnTo>
                      <a:pt x="17" y="11"/>
                    </a:lnTo>
                    <a:lnTo>
                      <a:pt x="6" y="5"/>
                    </a:lnTo>
                    <a:lnTo>
                      <a:pt x="0" y="0"/>
                    </a:lnTo>
                    <a:close/>
                  </a:path>
                </a:pathLst>
              </a:custGeom>
              <a:solidFill>
                <a:srgbClr val="FFFFFF"/>
              </a:solidFill>
              <a:ln w="9525">
                <a:noFill/>
                <a:round/>
                <a:headEnd/>
                <a:tailEnd/>
              </a:ln>
            </p:spPr>
            <p:txBody>
              <a:bodyPr/>
              <a:lstStyle/>
              <a:p>
                <a:endParaRPr lang="da-DK"/>
              </a:p>
            </p:txBody>
          </p:sp>
          <p:sp>
            <p:nvSpPr>
              <p:cNvPr id="90" name="Freeform 1577"/>
              <p:cNvSpPr>
                <a:spLocks/>
              </p:cNvSpPr>
              <p:nvPr/>
            </p:nvSpPr>
            <p:spPr bwMode="auto">
              <a:xfrm>
                <a:off x="-6229379" y="-5593422"/>
                <a:ext cx="124232" cy="43182"/>
              </a:xfrm>
              <a:custGeom>
                <a:avLst/>
                <a:gdLst>
                  <a:gd name="T0" fmla="*/ 5 w 33"/>
                  <a:gd name="T1" fmla="*/ 0 h 11"/>
                  <a:gd name="T2" fmla="*/ 5 w 33"/>
                  <a:gd name="T3" fmla="*/ 0 h 11"/>
                  <a:gd name="T4" fmla="*/ 5 w 33"/>
                  <a:gd name="T5" fmla="*/ 5 h 11"/>
                  <a:gd name="T6" fmla="*/ 11 w 33"/>
                  <a:gd name="T7" fmla="*/ 5 h 11"/>
                  <a:gd name="T8" fmla="*/ 16 w 33"/>
                  <a:gd name="T9" fmla="*/ 5 h 11"/>
                  <a:gd name="T10" fmla="*/ 27 w 33"/>
                  <a:gd name="T11" fmla="*/ 5 h 11"/>
                  <a:gd name="T12" fmla="*/ 33 w 33"/>
                  <a:gd name="T13" fmla="*/ 5 h 11"/>
                  <a:gd name="T14" fmla="*/ 33 w 33"/>
                  <a:gd name="T15" fmla="*/ 11 h 11"/>
                  <a:gd name="T16" fmla="*/ 33 w 33"/>
                  <a:gd name="T17" fmla="*/ 11 h 11"/>
                  <a:gd name="T18" fmla="*/ 11 w 33"/>
                  <a:gd name="T19" fmla="*/ 11 h 11"/>
                  <a:gd name="T20" fmla="*/ 0 w 33"/>
                  <a:gd name="T21" fmla="*/ 11 h 11"/>
                  <a:gd name="T22" fmla="*/ 5 w 33"/>
                  <a:gd name="T23" fmla="*/ 0 h 11"/>
                  <a:gd name="T24" fmla="*/ 5 w 33"/>
                  <a:gd name="T25" fmla="*/ 0 h 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11"/>
                  <a:gd name="T41" fmla="*/ 33 w 33"/>
                  <a:gd name="T42" fmla="*/ 11 h 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11">
                    <a:moveTo>
                      <a:pt x="5" y="0"/>
                    </a:moveTo>
                    <a:lnTo>
                      <a:pt x="5" y="0"/>
                    </a:lnTo>
                    <a:lnTo>
                      <a:pt x="5" y="5"/>
                    </a:lnTo>
                    <a:lnTo>
                      <a:pt x="11" y="5"/>
                    </a:lnTo>
                    <a:lnTo>
                      <a:pt x="16" y="5"/>
                    </a:lnTo>
                    <a:lnTo>
                      <a:pt x="27" y="5"/>
                    </a:lnTo>
                    <a:lnTo>
                      <a:pt x="33" y="5"/>
                    </a:lnTo>
                    <a:lnTo>
                      <a:pt x="33" y="11"/>
                    </a:lnTo>
                    <a:lnTo>
                      <a:pt x="11" y="11"/>
                    </a:lnTo>
                    <a:lnTo>
                      <a:pt x="0" y="11"/>
                    </a:lnTo>
                    <a:lnTo>
                      <a:pt x="5" y="0"/>
                    </a:lnTo>
                    <a:close/>
                  </a:path>
                </a:pathLst>
              </a:custGeom>
              <a:solidFill>
                <a:srgbClr val="FFFFFF"/>
              </a:solidFill>
              <a:ln w="9525">
                <a:noFill/>
                <a:round/>
                <a:headEnd/>
                <a:tailEnd/>
              </a:ln>
            </p:spPr>
            <p:txBody>
              <a:bodyPr/>
              <a:lstStyle/>
              <a:p>
                <a:endParaRPr lang="da-DK"/>
              </a:p>
            </p:txBody>
          </p:sp>
          <p:sp>
            <p:nvSpPr>
              <p:cNvPr id="91" name="Freeform 1578"/>
              <p:cNvSpPr>
                <a:spLocks/>
              </p:cNvSpPr>
              <p:nvPr/>
            </p:nvSpPr>
            <p:spPr bwMode="auto">
              <a:xfrm>
                <a:off x="-7806612" y="1061939"/>
                <a:ext cx="1766283" cy="847441"/>
              </a:xfrm>
              <a:custGeom>
                <a:avLst/>
                <a:gdLst>
                  <a:gd name="T0" fmla="*/ 16 w 470"/>
                  <a:gd name="T1" fmla="*/ 0 h 225"/>
                  <a:gd name="T2" fmla="*/ 16 w 470"/>
                  <a:gd name="T3" fmla="*/ 0 h 225"/>
                  <a:gd name="T4" fmla="*/ 0 w 470"/>
                  <a:gd name="T5" fmla="*/ 77 h 225"/>
                  <a:gd name="T6" fmla="*/ 0 w 470"/>
                  <a:gd name="T7" fmla="*/ 115 h 225"/>
                  <a:gd name="T8" fmla="*/ 0 w 470"/>
                  <a:gd name="T9" fmla="*/ 126 h 225"/>
                  <a:gd name="T10" fmla="*/ 0 w 470"/>
                  <a:gd name="T11" fmla="*/ 137 h 225"/>
                  <a:gd name="T12" fmla="*/ 5 w 470"/>
                  <a:gd name="T13" fmla="*/ 186 h 225"/>
                  <a:gd name="T14" fmla="*/ 5 w 470"/>
                  <a:gd name="T15" fmla="*/ 186 h 225"/>
                  <a:gd name="T16" fmla="*/ 5 w 470"/>
                  <a:gd name="T17" fmla="*/ 197 h 225"/>
                  <a:gd name="T18" fmla="*/ 11 w 470"/>
                  <a:gd name="T19" fmla="*/ 203 h 225"/>
                  <a:gd name="T20" fmla="*/ 16 w 470"/>
                  <a:gd name="T21" fmla="*/ 208 h 225"/>
                  <a:gd name="T22" fmla="*/ 22 w 470"/>
                  <a:gd name="T23" fmla="*/ 208 h 225"/>
                  <a:gd name="T24" fmla="*/ 22 w 470"/>
                  <a:gd name="T25" fmla="*/ 208 h 225"/>
                  <a:gd name="T26" fmla="*/ 93 w 470"/>
                  <a:gd name="T27" fmla="*/ 214 h 225"/>
                  <a:gd name="T28" fmla="*/ 126 w 470"/>
                  <a:gd name="T29" fmla="*/ 208 h 225"/>
                  <a:gd name="T30" fmla="*/ 142 w 470"/>
                  <a:gd name="T31" fmla="*/ 203 h 225"/>
                  <a:gd name="T32" fmla="*/ 147 w 470"/>
                  <a:gd name="T33" fmla="*/ 197 h 225"/>
                  <a:gd name="T34" fmla="*/ 147 w 470"/>
                  <a:gd name="T35" fmla="*/ 186 h 225"/>
                  <a:gd name="T36" fmla="*/ 147 w 470"/>
                  <a:gd name="T37" fmla="*/ 186 h 225"/>
                  <a:gd name="T38" fmla="*/ 202 w 470"/>
                  <a:gd name="T39" fmla="*/ 203 h 225"/>
                  <a:gd name="T40" fmla="*/ 246 w 470"/>
                  <a:gd name="T41" fmla="*/ 219 h 225"/>
                  <a:gd name="T42" fmla="*/ 284 w 470"/>
                  <a:gd name="T43" fmla="*/ 225 h 225"/>
                  <a:gd name="T44" fmla="*/ 284 w 470"/>
                  <a:gd name="T45" fmla="*/ 225 h 225"/>
                  <a:gd name="T46" fmla="*/ 361 w 470"/>
                  <a:gd name="T47" fmla="*/ 225 h 225"/>
                  <a:gd name="T48" fmla="*/ 421 w 470"/>
                  <a:gd name="T49" fmla="*/ 225 h 225"/>
                  <a:gd name="T50" fmla="*/ 470 w 470"/>
                  <a:gd name="T51" fmla="*/ 214 h 225"/>
                  <a:gd name="T52" fmla="*/ 470 w 470"/>
                  <a:gd name="T53" fmla="*/ 214 h 225"/>
                  <a:gd name="T54" fmla="*/ 470 w 470"/>
                  <a:gd name="T55" fmla="*/ 208 h 225"/>
                  <a:gd name="T56" fmla="*/ 465 w 470"/>
                  <a:gd name="T57" fmla="*/ 192 h 225"/>
                  <a:gd name="T58" fmla="*/ 454 w 470"/>
                  <a:gd name="T59" fmla="*/ 181 h 225"/>
                  <a:gd name="T60" fmla="*/ 437 w 470"/>
                  <a:gd name="T61" fmla="*/ 170 h 225"/>
                  <a:gd name="T62" fmla="*/ 415 w 470"/>
                  <a:gd name="T63" fmla="*/ 159 h 225"/>
                  <a:gd name="T64" fmla="*/ 388 w 470"/>
                  <a:gd name="T65" fmla="*/ 153 h 225"/>
                  <a:gd name="T66" fmla="*/ 388 w 470"/>
                  <a:gd name="T67" fmla="*/ 153 h 225"/>
                  <a:gd name="T68" fmla="*/ 312 w 470"/>
                  <a:gd name="T69" fmla="*/ 137 h 225"/>
                  <a:gd name="T70" fmla="*/ 301 w 470"/>
                  <a:gd name="T71" fmla="*/ 132 h 225"/>
                  <a:gd name="T72" fmla="*/ 284 w 470"/>
                  <a:gd name="T73" fmla="*/ 121 h 225"/>
                  <a:gd name="T74" fmla="*/ 284 w 470"/>
                  <a:gd name="T75" fmla="*/ 121 h 225"/>
                  <a:gd name="T76" fmla="*/ 246 w 470"/>
                  <a:gd name="T77" fmla="*/ 82 h 225"/>
                  <a:gd name="T78" fmla="*/ 246 w 470"/>
                  <a:gd name="T79" fmla="*/ 82 h 225"/>
                  <a:gd name="T80" fmla="*/ 229 w 470"/>
                  <a:gd name="T81" fmla="*/ 39 h 225"/>
                  <a:gd name="T82" fmla="*/ 229 w 470"/>
                  <a:gd name="T83" fmla="*/ 39 h 225"/>
                  <a:gd name="T84" fmla="*/ 175 w 470"/>
                  <a:gd name="T85" fmla="*/ 39 h 225"/>
                  <a:gd name="T86" fmla="*/ 120 w 470"/>
                  <a:gd name="T87" fmla="*/ 33 h 225"/>
                  <a:gd name="T88" fmla="*/ 71 w 470"/>
                  <a:gd name="T89" fmla="*/ 22 h 225"/>
                  <a:gd name="T90" fmla="*/ 16 w 470"/>
                  <a:gd name="T91" fmla="*/ 0 h 225"/>
                  <a:gd name="T92" fmla="*/ 16 w 470"/>
                  <a:gd name="T93" fmla="*/ 0 h 22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470"/>
                  <a:gd name="T142" fmla="*/ 0 h 225"/>
                  <a:gd name="T143" fmla="*/ 470 w 470"/>
                  <a:gd name="T144" fmla="*/ 225 h 225"/>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470" h="225">
                    <a:moveTo>
                      <a:pt x="16" y="0"/>
                    </a:moveTo>
                    <a:lnTo>
                      <a:pt x="16" y="0"/>
                    </a:lnTo>
                    <a:lnTo>
                      <a:pt x="0" y="77"/>
                    </a:lnTo>
                    <a:lnTo>
                      <a:pt x="0" y="115"/>
                    </a:lnTo>
                    <a:lnTo>
                      <a:pt x="0" y="126"/>
                    </a:lnTo>
                    <a:lnTo>
                      <a:pt x="0" y="137"/>
                    </a:lnTo>
                    <a:lnTo>
                      <a:pt x="5" y="186"/>
                    </a:lnTo>
                    <a:lnTo>
                      <a:pt x="5" y="197"/>
                    </a:lnTo>
                    <a:lnTo>
                      <a:pt x="11" y="203"/>
                    </a:lnTo>
                    <a:lnTo>
                      <a:pt x="16" y="208"/>
                    </a:lnTo>
                    <a:lnTo>
                      <a:pt x="22" y="208"/>
                    </a:lnTo>
                    <a:lnTo>
                      <a:pt x="93" y="214"/>
                    </a:lnTo>
                    <a:lnTo>
                      <a:pt x="126" y="208"/>
                    </a:lnTo>
                    <a:lnTo>
                      <a:pt x="142" y="203"/>
                    </a:lnTo>
                    <a:lnTo>
                      <a:pt x="147" y="197"/>
                    </a:lnTo>
                    <a:lnTo>
                      <a:pt x="147" y="186"/>
                    </a:lnTo>
                    <a:lnTo>
                      <a:pt x="202" y="203"/>
                    </a:lnTo>
                    <a:lnTo>
                      <a:pt x="246" y="219"/>
                    </a:lnTo>
                    <a:lnTo>
                      <a:pt x="284" y="225"/>
                    </a:lnTo>
                    <a:lnTo>
                      <a:pt x="361" y="225"/>
                    </a:lnTo>
                    <a:lnTo>
                      <a:pt x="421" y="225"/>
                    </a:lnTo>
                    <a:lnTo>
                      <a:pt x="470" y="214"/>
                    </a:lnTo>
                    <a:lnTo>
                      <a:pt x="470" y="208"/>
                    </a:lnTo>
                    <a:lnTo>
                      <a:pt x="465" y="192"/>
                    </a:lnTo>
                    <a:lnTo>
                      <a:pt x="454" y="181"/>
                    </a:lnTo>
                    <a:lnTo>
                      <a:pt x="437" y="170"/>
                    </a:lnTo>
                    <a:lnTo>
                      <a:pt x="415" y="159"/>
                    </a:lnTo>
                    <a:lnTo>
                      <a:pt x="388" y="153"/>
                    </a:lnTo>
                    <a:lnTo>
                      <a:pt x="312" y="137"/>
                    </a:lnTo>
                    <a:lnTo>
                      <a:pt x="301" y="132"/>
                    </a:lnTo>
                    <a:lnTo>
                      <a:pt x="284" y="121"/>
                    </a:lnTo>
                    <a:lnTo>
                      <a:pt x="246" y="82"/>
                    </a:lnTo>
                    <a:lnTo>
                      <a:pt x="229" y="39"/>
                    </a:lnTo>
                    <a:lnTo>
                      <a:pt x="175" y="39"/>
                    </a:lnTo>
                    <a:lnTo>
                      <a:pt x="120" y="33"/>
                    </a:lnTo>
                    <a:lnTo>
                      <a:pt x="71" y="22"/>
                    </a:lnTo>
                    <a:lnTo>
                      <a:pt x="16" y="0"/>
                    </a:lnTo>
                    <a:close/>
                  </a:path>
                </a:pathLst>
              </a:custGeom>
              <a:solidFill>
                <a:srgbClr val="010101"/>
              </a:solidFill>
              <a:ln w="9525">
                <a:noFill/>
                <a:round/>
                <a:headEnd/>
                <a:tailEnd/>
              </a:ln>
            </p:spPr>
            <p:txBody>
              <a:bodyPr/>
              <a:lstStyle/>
              <a:p>
                <a:endParaRPr lang="da-DK"/>
              </a:p>
            </p:txBody>
          </p:sp>
          <p:sp>
            <p:nvSpPr>
              <p:cNvPr id="92" name="Freeform 1579"/>
              <p:cNvSpPr>
                <a:spLocks/>
              </p:cNvSpPr>
              <p:nvPr/>
            </p:nvSpPr>
            <p:spPr bwMode="auto">
              <a:xfrm>
                <a:off x="-8546617" y="-7239722"/>
                <a:ext cx="675187" cy="680110"/>
              </a:xfrm>
              <a:custGeom>
                <a:avLst/>
                <a:gdLst>
                  <a:gd name="T0" fmla="*/ 22 w 180"/>
                  <a:gd name="T1" fmla="*/ 0 h 181"/>
                  <a:gd name="T2" fmla="*/ 22 w 180"/>
                  <a:gd name="T3" fmla="*/ 0 h 181"/>
                  <a:gd name="T4" fmla="*/ 0 w 180"/>
                  <a:gd name="T5" fmla="*/ 49 h 181"/>
                  <a:gd name="T6" fmla="*/ 0 w 180"/>
                  <a:gd name="T7" fmla="*/ 49 h 181"/>
                  <a:gd name="T8" fmla="*/ 44 w 180"/>
                  <a:gd name="T9" fmla="*/ 109 h 181"/>
                  <a:gd name="T10" fmla="*/ 82 w 180"/>
                  <a:gd name="T11" fmla="*/ 153 h 181"/>
                  <a:gd name="T12" fmla="*/ 109 w 180"/>
                  <a:gd name="T13" fmla="*/ 181 h 181"/>
                  <a:gd name="T14" fmla="*/ 109 w 180"/>
                  <a:gd name="T15" fmla="*/ 181 h 181"/>
                  <a:gd name="T16" fmla="*/ 120 w 180"/>
                  <a:gd name="T17" fmla="*/ 181 h 181"/>
                  <a:gd name="T18" fmla="*/ 137 w 180"/>
                  <a:gd name="T19" fmla="*/ 175 h 181"/>
                  <a:gd name="T20" fmla="*/ 158 w 180"/>
                  <a:gd name="T21" fmla="*/ 153 h 181"/>
                  <a:gd name="T22" fmla="*/ 180 w 180"/>
                  <a:gd name="T23" fmla="*/ 115 h 181"/>
                  <a:gd name="T24" fmla="*/ 180 w 180"/>
                  <a:gd name="T25" fmla="*/ 115 h 181"/>
                  <a:gd name="T26" fmla="*/ 76 w 180"/>
                  <a:gd name="T27" fmla="*/ 27 h 181"/>
                  <a:gd name="T28" fmla="*/ 76 w 180"/>
                  <a:gd name="T29" fmla="*/ 27 h 181"/>
                  <a:gd name="T30" fmla="*/ 22 w 180"/>
                  <a:gd name="T31" fmla="*/ 0 h 181"/>
                  <a:gd name="T32" fmla="*/ 22 w 180"/>
                  <a:gd name="T33" fmla="*/ 0 h 18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80"/>
                  <a:gd name="T52" fmla="*/ 0 h 181"/>
                  <a:gd name="T53" fmla="*/ 180 w 180"/>
                  <a:gd name="T54" fmla="*/ 181 h 18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80" h="181">
                    <a:moveTo>
                      <a:pt x="22" y="0"/>
                    </a:moveTo>
                    <a:lnTo>
                      <a:pt x="22" y="0"/>
                    </a:lnTo>
                    <a:lnTo>
                      <a:pt x="0" y="49"/>
                    </a:lnTo>
                    <a:lnTo>
                      <a:pt x="44" y="109"/>
                    </a:lnTo>
                    <a:lnTo>
                      <a:pt x="82" y="153"/>
                    </a:lnTo>
                    <a:lnTo>
                      <a:pt x="109" y="181"/>
                    </a:lnTo>
                    <a:lnTo>
                      <a:pt x="120" y="181"/>
                    </a:lnTo>
                    <a:lnTo>
                      <a:pt x="137" y="175"/>
                    </a:lnTo>
                    <a:lnTo>
                      <a:pt x="158" y="153"/>
                    </a:lnTo>
                    <a:lnTo>
                      <a:pt x="180" y="115"/>
                    </a:lnTo>
                    <a:lnTo>
                      <a:pt x="76" y="27"/>
                    </a:lnTo>
                    <a:lnTo>
                      <a:pt x="22" y="0"/>
                    </a:lnTo>
                    <a:close/>
                  </a:path>
                </a:pathLst>
              </a:custGeom>
              <a:solidFill>
                <a:srgbClr val="FFFFFF"/>
              </a:solidFill>
              <a:ln w="9525">
                <a:noFill/>
                <a:round/>
                <a:headEnd/>
                <a:tailEnd/>
              </a:ln>
            </p:spPr>
            <p:txBody>
              <a:bodyPr/>
              <a:lstStyle/>
              <a:p>
                <a:endParaRPr lang="da-DK"/>
              </a:p>
            </p:txBody>
          </p:sp>
          <p:sp>
            <p:nvSpPr>
              <p:cNvPr id="93" name="Freeform 1580"/>
              <p:cNvSpPr>
                <a:spLocks noEditPoints="1"/>
              </p:cNvSpPr>
              <p:nvPr/>
            </p:nvSpPr>
            <p:spPr bwMode="auto">
              <a:xfrm>
                <a:off x="-9513481" y="-8286876"/>
                <a:ext cx="3613590" cy="10563300"/>
              </a:xfrm>
              <a:custGeom>
                <a:avLst/>
                <a:gdLst>
                  <a:gd name="T0" fmla="*/ 809 w 962"/>
                  <a:gd name="T1" fmla="*/ 323 h 2812"/>
                  <a:gd name="T2" fmla="*/ 755 w 962"/>
                  <a:gd name="T3" fmla="*/ 208 h 2812"/>
                  <a:gd name="T4" fmla="*/ 700 w 962"/>
                  <a:gd name="T5" fmla="*/ 186 h 2812"/>
                  <a:gd name="T6" fmla="*/ 634 w 962"/>
                  <a:gd name="T7" fmla="*/ 186 h 2812"/>
                  <a:gd name="T8" fmla="*/ 585 w 962"/>
                  <a:gd name="T9" fmla="*/ 197 h 2812"/>
                  <a:gd name="T10" fmla="*/ 574 w 962"/>
                  <a:gd name="T11" fmla="*/ 268 h 2812"/>
                  <a:gd name="T12" fmla="*/ 667 w 962"/>
                  <a:gd name="T13" fmla="*/ 345 h 2812"/>
                  <a:gd name="T14" fmla="*/ 722 w 962"/>
                  <a:gd name="T15" fmla="*/ 421 h 2812"/>
                  <a:gd name="T16" fmla="*/ 667 w 962"/>
                  <a:gd name="T17" fmla="*/ 503 h 2812"/>
                  <a:gd name="T18" fmla="*/ 574 w 962"/>
                  <a:gd name="T19" fmla="*/ 427 h 2812"/>
                  <a:gd name="T20" fmla="*/ 465 w 962"/>
                  <a:gd name="T21" fmla="*/ 405 h 2812"/>
                  <a:gd name="T22" fmla="*/ 497 w 962"/>
                  <a:gd name="T23" fmla="*/ 394 h 2812"/>
                  <a:gd name="T24" fmla="*/ 519 w 962"/>
                  <a:gd name="T25" fmla="*/ 356 h 2812"/>
                  <a:gd name="T26" fmla="*/ 519 w 962"/>
                  <a:gd name="T27" fmla="*/ 339 h 2812"/>
                  <a:gd name="T28" fmla="*/ 530 w 962"/>
                  <a:gd name="T29" fmla="*/ 312 h 2812"/>
                  <a:gd name="T30" fmla="*/ 563 w 962"/>
                  <a:gd name="T31" fmla="*/ 257 h 2812"/>
                  <a:gd name="T32" fmla="*/ 574 w 962"/>
                  <a:gd name="T33" fmla="*/ 213 h 2812"/>
                  <a:gd name="T34" fmla="*/ 585 w 962"/>
                  <a:gd name="T35" fmla="*/ 131 h 2812"/>
                  <a:gd name="T36" fmla="*/ 569 w 962"/>
                  <a:gd name="T37" fmla="*/ 55 h 2812"/>
                  <a:gd name="T38" fmla="*/ 377 w 962"/>
                  <a:gd name="T39" fmla="*/ 5 h 2812"/>
                  <a:gd name="T40" fmla="*/ 290 w 962"/>
                  <a:gd name="T41" fmla="*/ 186 h 2812"/>
                  <a:gd name="T42" fmla="*/ 426 w 962"/>
                  <a:gd name="T43" fmla="*/ 394 h 2812"/>
                  <a:gd name="T44" fmla="*/ 257 w 962"/>
                  <a:gd name="T45" fmla="*/ 328 h 2812"/>
                  <a:gd name="T46" fmla="*/ 93 w 962"/>
                  <a:gd name="T47" fmla="*/ 454 h 2812"/>
                  <a:gd name="T48" fmla="*/ 38 w 962"/>
                  <a:gd name="T49" fmla="*/ 580 h 2812"/>
                  <a:gd name="T50" fmla="*/ 5 w 962"/>
                  <a:gd name="T51" fmla="*/ 782 h 2812"/>
                  <a:gd name="T52" fmla="*/ 16 w 962"/>
                  <a:gd name="T53" fmla="*/ 1050 h 2812"/>
                  <a:gd name="T54" fmla="*/ 125 w 962"/>
                  <a:gd name="T55" fmla="*/ 1264 h 2812"/>
                  <a:gd name="T56" fmla="*/ 180 w 962"/>
                  <a:gd name="T57" fmla="*/ 1444 h 2812"/>
                  <a:gd name="T58" fmla="*/ 240 w 962"/>
                  <a:gd name="T59" fmla="*/ 1504 h 2812"/>
                  <a:gd name="T60" fmla="*/ 224 w 962"/>
                  <a:gd name="T61" fmla="*/ 1696 h 2812"/>
                  <a:gd name="T62" fmla="*/ 191 w 962"/>
                  <a:gd name="T63" fmla="*/ 2101 h 2812"/>
                  <a:gd name="T64" fmla="*/ 213 w 962"/>
                  <a:gd name="T65" fmla="*/ 2555 h 2812"/>
                  <a:gd name="T66" fmla="*/ 207 w 962"/>
                  <a:gd name="T67" fmla="*/ 2730 h 2812"/>
                  <a:gd name="T68" fmla="*/ 372 w 962"/>
                  <a:gd name="T69" fmla="*/ 2801 h 2812"/>
                  <a:gd name="T70" fmla="*/ 552 w 962"/>
                  <a:gd name="T71" fmla="*/ 2796 h 2812"/>
                  <a:gd name="T72" fmla="*/ 432 w 962"/>
                  <a:gd name="T73" fmla="*/ 2648 h 2812"/>
                  <a:gd name="T74" fmla="*/ 394 w 962"/>
                  <a:gd name="T75" fmla="*/ 2566 h 2812"/>
                  <a:gd name="T76" fmla="*/ 399 w 962"/>
                  <a:gd name="T77" fmla="*/ 2424 h 2812"/>
                  <a:gd name="T78" fmla="*/ 404 w 962"/>
                  <a:gd name="T79" fmla="*/ 2095 h 2812"/>
                  <a:gd name="T80" fmla="*/ 476 w 962"/>
                  <a:gd name="T81" fmla="*/ 1827 h 2812"/>
                  <a:gd name="T82" fmla="*/ 558 w 962"/>
                  <a:gd name="T83" fmla="*/ 1893 h 2812"/>
                  <a:gd name="T84" fmla="*/ 541 w 962"/>
                  <a:gd name="T85" fmla="*/ 2084 h 2812"/>
                  <a:gd name="T86" fmla="*/ 481 w 962"/>
                  <a:gd name="T87" fmla="*/ 2445 h 2812"/>
                  <a:gd name="T88" fmla="*/ 640 w 962"/>
                  <a:gd name="T89" fmla="*/ 2555 h 2812"/>
                  <a:gd name="T90" fmla="*/ 738 w 962"/>
                  <a:gd name="T91" fmla="*/ 2396 h 2812"/>
                  <a:gd name="T92" fmla="*/ 787 w 962"/>
                  <a:gd name="T93" fmla="*/ 1991 h 2812"/>
                  <a:gd name="T94" fmla="*/ 798 w 962"/>
                  <a:gd name="T95" fmla="*/ 1805 h 2812"/>
                  <a:gd name="T96" fmla="*/ 744 w 962"/>
                  <a:gd name="T97" fmla="*/ 1368 h 2812"/>
                  <a:gd name="T98" fmla="*/ 656 w 962"/>
                  <a:gd name="T99" fmla="*/ 957 h 2812"/>
                  <a:gd name="T100" fmla="*/ 634 w 962"/>
                  <a:gd name="T101" fmla="*/ 739 h 2812"/>
                  <a:gd name="T102" fmla="*/ 913 w 962"/>
                  <a:gd name="T103" fmla="*/ 722 h 2812"/>
                  <a:gd name="T104" fmla="*/ 880 w 962"/>
                  <a:gd name="T105" fmla="*/ 377 h 2812"/>
                  <a:gd name="T106" fmla="*/ 607 w 962"/>
                  <a:gd name="T107" fmla="*/ 263 h 2812"/>
                  <a:gd name="T108" fmla="*/ 596 w 962"/>
                  <a:gd name="T109" fmla="*/ 224 h 2812"/>
                  <a:gd name="T110" fmla="*/ 623 w 962"/>
                  <a:gd name="T111" fmla="*/ 252 h 2812"/>
                  <a:gd name="T112" fmla="*/ 645 w 962"/>
                  <a:gd name="T113" fmla="*/ 268 h 2812"/>
                  <a:gd name="T114" fmla="*/ 229 w 962"/>
                  <a:gd name="T115" fmla="*/ 1067 h 2812"/>
                  <a:gd name="T116" fmla="*/ 207 w 962"/>
                  <a:gd name="T117" fmla="*/ 1056 h 2812"/>
                  <a:gd name="T118" fmla="*/ 197 w 962"/>
                  <a:gd name="T119" fmla="*/ 1001 h 2812"/>
                  <a:gd name="T120" fmla="*/ 207 w 962"/>
                  <a:gd name="T121" fmla="*/ 946 h 2812"/>
                  <a:gd name="T122" fmla="*/ 235 w 962"/>
                  <a:gd name="T123" fmla="*/ 990 h 281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62"/>
                  <a:gd name="T187" fmla="*/ 0 h 2812"/>
                  <a:gd name="T188" fmla="*/ 962 w 962"/>
                  <a:gd name="T189" fmla="*/ 2812 h 281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62" h="2812">
                    <a:moveTo>
                      <a:pt x="880" y="377"/>
                    </a:moveTo>
                    <a:lnTo>
                      <a:pt x="880" y="377"/>
                    </a:lnTo>
                    <a:lnTo>
                      <a:pt x="864" y="372"/>
                    </a:lnTo>
                    <a:lnTo>
                      <a:pt x="842" y="356"/>
                    </a:lnTo>
                    <a:lnTo>
                      <a:pt x="809" y="323"/>
                    </a:lnTo>
                    <a:lnTo>
                      <a:pt x="804" y="312"/>
                    </a:lnTo>
                    <a:lnTo>
                      <a:pt x="798" y="301"/>
                    </a:lnTo>
                    <a:lnTo>
                      <a:pt x="776" y="290"/>
                    </a:lnTo>
                    <a:lnTo>
                      <a:pt x="776" y="279"/>
                    </a:lnTo>
                    <a:lnTo>
                      <a:pt x="766" y="241"/>
                    </a:lnTo>
                    <a:lnTo>
                      <a:pt x="755" y="208"/>
                    </a:lnTo>
                    <a:lnTo>
                      <a:pt x="744" y="191"/>
                    </a:lnTo>
                    <a:lnTo>
                      <a:pt x="727" y="186"/>
                    </a:lnTo>
                    <a:lnTo>
                      <a:pt x="716" y="186"/>
                    </a:lnTo>
                    <a:lnTo>
                      <a:pt x="711" y="186"/>
                    </a:lnTo>
                    <a:lnTo>
                      <a:pt x="700" y="186"/>
                    </a:lnTo>
                    <a:lnTo>
                      <a:pt x="683" y="181"/>
                    </a:lnTo>
                    <a:lnTo>
                      <a:pt x="673" y="181"/>
                    </a:lnTo>
                    <a:lnTo>
                      <a:pt x="667" y="186"/>
                    </a:lnTo>
                    <a:lnTo>
                      <a:pt x="667" y="191"/>
                    </a:lnTo>
                    <a:lnTo>
                      <a:pt x="645" y="186"/>
                    </a:lnTo>
                    <a:lnTo>
                      <a:pt x="634" y="186"/>
                    </a:lnTo>
                    <a:lnTo>
                      <a:pt x="629" y="191"/>
                    </a:lnTo>
                    <a:lnTo>
                      <a:pt x="623" y="197"/>
                    </a:lnTo>
                    <a:lnTo>
                      <a:pt x="612" y="191"/>
                    </a:lnTo>
                    <a:lnTo>
                      <a:pt x="596" y="191"/>
                    </a:lnTo>
                    <a:lnTo>
                      <a:pt x="585" y="197"/>
                    </a:lnTo>
                    <a:lnTo>
                      <a:pt x="574" y="213"/>
                    </a:lnTo>
                    <a:lnTo>
                      <a:pt x="563" y="252"/>
                    </a:lnTo>
                    <a:lnTo>
                      <a:pt x="563" y="257"/>
                    </a:lnTo>
                    <a:lnTo>
                      <a:pt x="574" y="268"/>
                    </a:lnTo>
                    <a:lnTo>
                      <a:pt x="590" y="290"/>
                    </a:lnTo>
                    <a:lnTo>
                      <a:pt x="618" y="312"/>
                    </a:lnTo>
                    <a:lnTo>
                      <a:pt x="623" y="323"/>
                    </a:lnTo>
                    <a:lnTo>
                      <a:pt x="640" y="334"/>
                    </a:lnTo>
                    <a:lnTo>
                      <a:pt x="667" y="345"/>
                    </a:lnTo>
                    <a:lnTo>
                      <a:pt x="705" y="356"/>
                    </a:lnTo>
                    <a:lnTo>
                      <a:pt x="711" y="372"/>
                    </a:lnTo>
                    <a:lnTo>
                      <a:pt x="716" y="377"/>
                    </a:lnTo>
                    <a:lnTo>
                      <a:pt x="716" y="388"/>
                    </a:lnTo>
                    <a:lnTo>
                      <a:pt x="722" y="421"/>
                    </a:lnTo>
                    <a:lnTo>
                      <a:pt x="744" y="465"/>
                    </a:lnTo>
                    <a:lnTo>
                      <a:pt x="771" y="520"/>
                    </a:lnTo>
                    <a:lnTo>
                      <a:pt x="771" y="547"/>
                    </a:lnTo>
                    <a:lnTo>
                      <a:pt x="755" y="536"/>
                    </a:lnTo>
                    <a:lnTo>
                      <a:pt x="722" y="520"/>
                    </a:lnTo>
                    <a:lnTo>
                      <a:pt x="667" y="503"/>
                    </a:lnTo>
                    <a:lnTo>
                      <a:pt x="645" y="481"/>
                    </a:lnTo>
                    <a:lnTo>
                      <a:pt x="607" y="449"/>
                    </a:lnTo>
                    <a:lnTo>
                      <a:pt x="596" y="438"/>
                    </a:lnTo>
                    <a:lnTo>
                      <a:pt x="585" y="432"/>
                    </a:lnTo>
                    <a:lnTo>
                      <a:pt x="574" y="427"/>
                    </a:lnTo>
                    <a:lnTo>
                      <a:pt x="558" y="421"/>
                    </a:lnTo>
                    <a:lnTo>
                      <a:pt x="519" y="421"/>
                    </a:lnTo>
                    <a:lnTo>
                      <a:pt x="497" y="416"/>
                    </a:lnTo>
                    <a:lnTo>
                      <a:pt x="481" y="410"/>
                    </a:lnTo>
                    <a:lnTo>
                      <a:pt x="465" y="405"/>
                    </a:lnTo>
                    <a:lnTo>
                      <a:pt x="459" y="399"/>
                    </a:lnTo>
                    <a:lnTo>
                      <a:pt x="454" y="394"/>
                    </a:lnTo>
                    <a:lnTo>
                      <a:pt x="465" y="399"/>
                    </a:lnTo>
                    <a:lnTo>
                      <a:pt x="487" y="399"/>
                    </a:lnTo>
                    <a:lnTo>
                      <a:pt x="497" y="394"/>
                    </a:lnTo>
                    <a:lnTo>
                      <a:pt x="503" y="383"/>
                    </a:lnTo>
                    <a:lnTo>
                      <a:pt x="508" y="372"/>
                    </a:lnTo>
                    <a:lnTo>
                      <a:pt x="508" y="361"/>
                    </a:lnTo>
                    <a:lnTo>
                      <a:pt x="514" y="356"/>
                    </a:lnTo>
                    <a:lnTo>
                      <a:pt x="519" y="356"/>
                    </a:lnTo>
                    <a:lnTo>
                      <a:pt x="519" y="350"/>
                    </a:lnTo>
                    <a:lnTo>
                      <a:pt x="525" y="345"/>
                    </a:lnTo>
                    <a:lnTo>
                      <a:pt x="519" y="345"/>
                    </a:lnTo>
                    <a:lnTo>
                      <a:pt x="519" y="339"/>
                    </a:lnTo>
                    <a:lnTo>
                      <a:pt x="525" y="339"/>
                    </a:lnTo>
                    <a:lnTo>
                      <a:pt x="530" y="334"/>
                    </a:lnTo>
                    <a:lnTo>
                      <a:pt x="530" y="328"/>
                    </a:lnTo>
                    <a:lnTo>
                      <a:pt x="530" y="317"/>
                    </a:lnTo>
                    <a:lnTo>
                      <a:pt x="530" y="312"/>
                    </a:lnTo>
                    <a:lnTo>
                      <a:pt x="552" y="312"/>
                    </a:lnTo>
                    <a:lnTo>
                      <a:pt x="563" y="312"/>
                    </a:lnTo>
                    <a:lnTo>
                      <a:pt x="563" y="284"/>
                    </a:lnTo>
                    <a:lnTo>
                      <a:pt x="563" y="257"/>
                    </a:lnTo>
                    <a:lnTo>
                      <a:pt x="563" y="252"/>
                    </a:lnTo>
                    <a:lnTo>
                      <a:pt x="563" y="235"/>
                    </a:lnTo>
                    <a:lnTo>
                      <a:pt x="563" y="224"/>
                    </a:lnTo>
                    <a:lnTo>
                      <a:pt x="574" y="213"/>
                    </a:lnTo>
                    <a:lnTo>
                      <a:pt x="574" y="208"/>
                    </a:lnTo>
                    <a:lnTo>
                      <a:pt x="580" y="186"/>
                    </a:lnTo>
                    <a:lnTo>
                      <a:pt x="585" y="164"/>
                    </a:lnTo>
                    <a:lnTo>
                      <a:pt x="580" y="137"/>
                    </a:lnTo>
                    <a:lnTo>
                      <a:pt x="585" y="131"/>
                    </a:lnTo>
                    <a:lnTo>
                      <a:pt x="590" y="126"/>
                    </a:lnTo>
                    <a:lnTo>
                      <a:pt x="601" y="115"/>
                    </a:lnTo>
                    <a:lnTo>
                      <a:pt x="601" y="104"/>
                    </a:lnTo>
                    <a:lnTo>
                      <a:pt x="580" y="77"/>
                    </a:lnTo>
                    <a:lnTo>
                      <a:pt x="580" y="66"/>
                    </a:lnTo>
                    <a:lnTo>
                      <a:pt x="569" y="55"/>
                    </a:lnTo>
                    <a:lnTo>
                      <a:pt x="552" y="44"/>
                    </a:lnTo>
                    <a:lnTo>
                      <a:pt x="530" y="27"/>
                    </a:lnTo>
                    <a:lnTo>
                      <a:pt x="497" y="16"/>
                    </a:lnTo>
                    <a:lnTo>
                      <a:pt x="454" y="5"/>
                    </a:lnTo>
                    <a:lnTo>
                      <a:pt x="394" y="0"/>
                    </a:lnTo>
                    <a:lnTo>
                      <a:pt x="377" y="5"/>
                    </a:lnTo>
                    <a:lnTo>
                      <a:pt x="355" y="11"/>
                    </a:lnTo>
                    <a:lnTo>
                      <a:pt x="333" y="27"/>
                    </a:lnTo>
                    <a:lnTo>
                      <a:pt x="311" y="49"/>
                    </a:lnTo>
                    <a:lnTo>
                      <a:pt x="295" y="82"/>
                    </a:lnTo>
                    <a:lnTo>
                      <a:pt x="290" y="126"/>
                    </a:lnTo>
                    <a:lnTo>
                      <a:pt x="290" y="186"/>
                    </a:lnTo>
                    <a:lnTo>
                      <a:pt x="295" y="191"/>
                    </a:lnTo>
                    <a:lnTo>
                      <a:pt x="301" y="219"/>
                    </a:lnTo>
                    <a:lnTo>
                      <a:pt x="295" y="252"/>
                    </a:lnTo>
                    <a:lnTo>
                      <a:pt x="290" y="268"/>
                    </a:lnTo>
                    <a:lnTo>
                      <a:pt x="284" y="284"/>
                    </a:lnTo>
                    <a:lnTo>
                      <a:pt x="426" y="394"/>
                    </a:lnTo>
                    <a:lnTo>
                      <a:pt x="394" y="427"/>
                    </a:lnTo>
                    <a:lnTo>
                      <a:pt x="366" y="454"/>
                    </a:lnTo>
                    <a:lnTo>
                      <a:pt x="311" y="394"/>
                    </a:lnTo>
                    <a:lnTo>
                      <a:pt x="262" y="339"/>
                    </a:lnTo>
                    <a:lnTo>
                      <a:pt x="257" y="328"/>
                    </a:lnTo>
                    <a:lnTo>
                      <a:pt x="218" y="388"/>
                    </a:lnTo>
                    <a:lnTo>
                      <a:pt x="175" y="421"/>
                    </a:lnTo>
                    <a:lnTo>
                      <a:pt x="136" y="443"/>
                    </a:lnTo>
                    <a:lnTo>
                      <a:pt x="114" y="454"/>
                    </a:lnTo>
                    <a:lnTo>
                      <a:pt x="93" y="454"/>
                    </a:lnTo>
                    <a:lnTo>
                      <a:pt x="82" y="460"/>
                    </a:lnTo>
                    <a:lnTo>
                      <a:pt x="60" y="476"/>
                    </a:lnTo>
                    <a:lnTo>
                      <a:pt x="49" y="492"/>
                    </a:lnTo>
                    <a:lnTo>
                      <a:pt x="43" y="514"/>
                    </a:lnTo>
                    <a:lnTo>
                      <a:pt x="38" y="542"/>
                    </a:lnTo>
                    <a:lnTo>
                      <a:pt x="38" y="580"/>
                    </a:lnTo>
                    <a:lnTo>
                      <a:pt x="38" y="624"/>
                    </a:lnTo>
                    <a:lnTo>
                      <a:pt x="27" y="673"/>
                    </a:lnTo>
                    <a:lnTo>
                      <a:pt x="11" y="733"/>
                    </a:lnTo>
                    <a:lnTo>
                      <a:pt x="11" y="739"/>
                    </a:lnTo>
                    <a:lnTo>
                      <a:pt x="5" y="782"/>
                    </a:lnTo>
                    <a:lnTo>
                      <a:pt x="0" y="903"/>
                    </a:lnTo>
                    <a:lnTo>
                      <a:pt x="0" y="963"/>
                    </a:lnTo>
                    <a:lnTo>
                      <a:pt x="5" y="1018"/>
                    </a:lnTo>
                    <a:lnTo>
                      <a:pt x="16" y="1050"/>
                    </a:lnTo>
                    <a:lnTo>
                      <a:pt x="27" y="1083"/>
                    </a:lnTo>
                    <a:lnTo>
                      <a:pt x="60" y="1143"/>
                    </a:lnTo>
                    <a:lnTo>
                      <a:pt x="93" y="1204"/>
                    </a:lnTo>
                    <a:lnTo>
                      <a:pt x="120" y="1264"/>
                    </a:lnTo>
                    <a:lnTo>
                      <a:pt x="125" y="1264"/>
                    </a:lnTo>
                    <a:lnTo>
                      <a:pt x="136" y="1297"/>
                    </a:lnTo>
                    <a:lnTo>
                      <a:pt x="142" y="1318"/>
                    </a:lnTo>
                    <a:lnTo>
                      <a:pt x="153" y="1346"/>
                    </a:lnTo>
                    <a:lnTo>
                      <a:pt x="175" y="1384"/>
                    </a:lnTo>
                    <a:lnTo>
                      <a:pt x="180" y="1444"/>
                    </a:lnTo>
                    <a:lnTo>
                      <a:pt x="180" y="1483"/>
                    </a:lnTo>
                    <a:lnTo>
                      <a:pt x="180" y="1504"/>
                    </a:lnTo>
                    <a:lnTo>
                      <a:pt x="207" y="1504"/>
                    </a:lnTo>
                    <a:lnTo>
                      <a:pt x="229" y="1504"/>
                    </a:lnTo>
                    <a:lnTo>
                      <a:pt x="240" y="1504"/>
                    </a:lnTo>
                    <a:lnTo>
                      <a:pt x="235" y="1515"/>
                    </a:lnTo>
                    <a:lnTo>
                      <a:pt x="224" y="1548"/>
                    </a:lnTo>
                    <a:lnTo>
                      <a:pt x="213" y="1592"/>
                    </a:lnTo>
                    <a:lnTo>
                      <a:pt x="213" y="1614"/>
                    </a:lnTo>
                    <a:lnTo>
                      <a:pt x="218" y="1641"/>
                    </a:lnTo>
                    <a:lnTo>
                      <a:pt x="224" y="1696"/>
                    </a:lnTo>
                    <a:lnTo>
                      <a:pt x="229" y="1773"/>
                    </a:lnTo>
                    <a:lnTo>
                      <a:pt x="229" y="1882"/>
                    </a:lnTo>
                    <a:lnTo>
                      <a:pt x="224" y="1937"/>
                    </a:lnTo>
                    <a:lnTo>
                      <a:pt x="213" y="1986"/>
                    </a:lnTo>
                    <a:lnTo>
                      <a:pt x="197" y="2062"/>
                    </a:lnTo>
                    <a:lnTo>
                      <a:pt x="191" y="2101"/>
                    </a:lnTo>
                    <a:lnTo>
                      <a:pt x="186" y="2145"/>
                    </a:lnTo>
                    <a:lnTo>
                      <a:pt x="186" y="2205"/>
                    </a:lnTo>
                    <a:lnTo>
                      <a:pt x="186" y="2276"/>
                    </a:lnTo>
                    <a:lnTo>
                      <a:pt x="197" y="2407"/>
                    </a:lnTo>
                    <a:lnTo>
                      <a:pt x="207" y="2495"/>
                    </a:lnTo>
                    <a:lnTo>
                      <a:pt x="213" y="2555"/>
                    </a:lnTo>
                    <a:lnTo>
                      <a:pt x="213" y="2599"/>
                    </a:lnTo>
                    <a:lnTo>
                      <a:pt x="207" y="2631"/>
                    </a:lnTo>
                    <a:lnTo>
                      <a:pt x="207" y="2653"/>
                    </a:lnTo>
                    <a:lnTo>
                      <a:pt x="207" y="2670"/>
                    </a:lnTo>
                    <a:lnTo>
                      <a:pt x="207" y="2730"/>
                    </a:lnTo>
                    <a:lnTo>
                      <a:pt x="268" y="2752"/>
                    </a:lnTo>
                    <a:lnTo>
                      <a:pt x="301" y="2752"/>
                    </a:lnTo>
                    <a:lnTo>
                      <a:pt x="306" y="2763"/>
                    </a:lnTo>
                    <a:lnTo>
                      <a:pt x="328" y="2779"/>
                    </a:lnTo>
                    <a:lnTo>
                      <a:pt x="350" y="2790"/>
                    </a:lnTo>
                    <a:lnTo>
                      <a:pt x="372" y="2801"/>
                    </a:lnTo>
                    <a:lnTo>
                      <a:pt x="399" y="2807"/>
                    </a:lnTo>
                    <a:lnTo>
                      <a:pt x="437" y="2812"/>
                    </a:lnTo>
                    <a:lnTo>
                      <a:pt x="508" y="2807"/>
                    </a:lnTo>
                    <a:lnTo>
                      <a:pt x="541" y="2801"/>
                    </a:lnTo>
                    <a:lnTo>
                      <a:pt x="552" y="2801"/>
                    </a:lnTo>
                    <a:lnTo>
                      <a:pt x="552" y="2796"/>
                    </a:lnTo>
                    <a:lnTo>
                      <a:pt x="552" y="2785"/>
                    </a:lnTo>
                    <a:lnTo>
                      <a:pt x="547" y="2768"/>
                    </a:lnTo>
                    <a:lnTo>
                      <a:pt x="536" y="2752"/>
                    </a:lnTo>
                    <a:lnTo>
                      <a:pt x="470" y="2692"/>
                    </a:lnTo>
                    <a:lnTo>
                      <a:pt x="432" y="2648"/>
                    </a:lnTo>
                    <a:lnTo>
                      <a:pt x="415" y="2631"/>
                    </a:lnTo>
                    <a:lnTo>
                      <a:pt x="404" y="2615"/>
                    </a:lnTo>
                    <a:lnTo>
                      <a:pt x="404" y="2599"/>
                    </a:lnTo>
                    <a:lnTo>
                      <a:pt x="399" y="2588"/>
                    </a:lnTo>
                    <a:lnTo>
                      <a:pt x="394" y="2566"/>
                    </a:lnTo>
                    <a:lnTo>
                      <a:pt x="388" y="2555"/>
                    </a:lnTo>
                    <a:lnTo>
                      <a:pt x="388" y="2528"/>
                    </a:lnTo>
                    <a:lnTo>
                      <a:pt x="394" y="2467"/>
                    </a:lnTo>
                    <a:lnTo>
                      <a:pt x="399" y="2424"/>
                    </a:lnTo>
                    <a:lnTo>
                      <a:pt x="394" y="2402"/>
                    </a:lnTo>
                    <a:lnTo>
                      <a:pt x="383" y="2374"/>
                    </a:lnTo>
                    <a:lnTo>
                      <a:pt x="394" y="2238"/>
                    </a:lnTo>
                    <a:lnTo>
                      <a:pt x="399" y="2145"/>
                    </a:lnTo>
                    <a:lnTo>
                      <a:pt x="404" y="2095"/>
                    </a:lnTo>
                    <a:lnTo>
                      <a:pt x="415" y="2062"/>
                    </a:lnTo>
                    <a:lnTo>
                      <a:pt x="421" y="2013"/>
                    </a:lnTo>
                    <a:lnTo>
                      <a:pt x="432" y="1948"/>
                    </a:lnTo>
                    <a:lnTo>
                      <a:pt x="437" y="1931"/>
                    </a:lnTo>
                    <a:lnTo>
                      <a:pt x="454" y="1893"/>
                    </a:lnTo>
                    <a:lnTo>
                      <a:pt x="476" y="1827"/>
                    </a:lnTo>
                    <a:lnTo>
                      <a:pt x="492" y="1729"/>
                    </a:lnTo>
                    <a:lnTo>
                      <a:pt x="497" y="1723"/>
                    </a:lnTo>
                    <a:lnTo>
                      <a:pt x="503" y="1718"/>
                    </a:lnTo>
                    <a:lnTo>
                      <a:pt x="503" y="1729"/>
                    </a:lnTo>
                    <a:lnTo>
                      <a:pt x="558" y="1893"/>
                    </a:lnTo>
                    <a:lnTo>
                      <a:pt x="569" y="1920"/>
                    </a:lnTo>
                    <a:lnTo>
                      <a:pt x="569" y="1948"/>
                    </a:lnTo>
                    <a:lnTo>
                      <a:pt x="563" y="1980"/>
                    </a:lnTo>
                    <a:lnTo>
                      <a:pt x="547" y="2035"/>
                    </a:lnTo>
                    <a:lnTo>
                      <a:pt x="541" y="2084"/>
                    </a:lnTo>
                    <a:lnTo>
                      <a:pt x="536" y="2145"/>
                    </a:lnTo>
                    <a:lnTo>
                      <a:pt x="519" y="2287"/>
                    </a:lnTo>
                    <a:lnTo>
                      <a:pt x="503" y="2380"/>
                    </a:lnTo>
                    <a:lnTo>
                      <a:pt x="497" y="2429"/>
                    </a:lnTo>
                    <a:lnTo>
                      <a:pt x="481" y="2445"/>
                    </a:lnTo>
                    <a:lnTo>
                      <a:pt x="476" y="2462"/>
                    </a:lnTo>
                    <a:lnTo>
                      <a:pt x="470" y="2506"/>
                    </a:lnTo>
                    <a:lnTo>
                      <a:pt x="519" y="2528"/>
                    </a:lnTo>
                    <a:lnTo>
                      <a:pt x="580" y="2544"/>
                    </a:lnTo>
                    <a:lnTo>
                      <a:pt x="640" y="2555"/>
                    </a:lnTo>
                    <a:lnTo>
                      <a:pt x="694" y="2555"/>
                    </a:lnTo>
                    <a:lnTo>
                      <a:pt x="689" y="2517"/>
                    </a:lnTo>
                    <a:lnTo>
                      <a:pt x="705" y="2484"/>
                    </a:lnTo>
                    <a:lnTo>
                      <a:pt x="716" y="2445"/>
                    </a:lnTo>
                    <a:lnTo>
                      <a:pt x="738" y="2396"/>
                    </a:lnTo>
                    <a:lnTo>
                      <a:pt x="755" y="2331"/>
                    </a:lnTo>
                    <a:lnTo>
                      <a:pt x="771" y="2249"/>
                    </a:lnTo>
                    <a:lnTo>
                      <a:pt x="782" y="2156"/>
                    </a:lnTo>
                    <a:lnTo>
                      <a:pt x="787" y="2041"/>
                    </a:lnTo>
                    <a:lnTo>
                      <a:pt x="787" y="2013"/>
                    </a:lnTo>
                    <a:lnTo>
                      <a:pt x="787" y="1991"/>
                    </a:lnTo>
                    <a:lnTo>
                      <a:pt x="787" y="1980"/>
                    </a:lnTo>
                    <a:lnTo>
                      <a:pt x="793" y="1969"/>
                    </a:lnTo>
                    <a:lnTo>
                      <a:pt x="798" y="1937"/>
                    </a:lnTo>
                    <a:lnTo>
                      <a:pt x="798" y="1882"/>
                    </a:lnTo>
                    <a:lnTo>
                      <a:pt x="798" y="1805"/>
                    </a:lnTo>
                    <a:lnTo>
                      <a:pt x="782" y="1690"/>
                    </a:lnTo>
                    <a:lnTo>
                      <a:pt x="755" y="1559"/>
                    </a:lnTo>
                    <a:lnTo>
                      <a:pt x="722" y="1411"/>
                    </a:lnTo>
                    <a:lnTo>
                      <a:pt x="733" y="1401"/>
                    </a:lnTo>
                    <a:lnTo>
                      <a:pt x="738" y="1390"/>
                    </a:lnTo>
                    <a:lnTo>
                      <a:pt x="744" y="1368"/>
                    </a:lnTo>
                    <a:lnTo>
                      <a:pt x="733" y="1313"/>
                    </a:lnTo>
                    <a:lnTo>
                      <a:pt x="711" y="1220"/>
                    </a:lnTo>
                    <a:lnTo>
                      <a:pt x="683" y="1083"/>
                    </a:lnTo>
                    <a:lnTo>
                      <a:pt x="673" y="1018"/>
                    </a:lnTo>
                    <a:lnTo>
                      <a:pt x="656" y="957"/>
                    </a:lnTo>
                    <a:lnTo>
                      <a:pt x="645" y="914"/>
                    </a:lnTo>
                    <a:lnTo>
                      <a:pt x="634" y="870"/>
                    </a:lnTo>
                    <a:lnTo>
                      <a:pt x="634" y="821"/>
                    </a:lnTo>
                    <a:lnTo>
                      <a:pt x="640" y="777"/>
                    </a:lnTo>
                    <a:lnTo>
                      <a:pt x="634" y="739"/>
                    </a:lnTo>
                    <a:lnTo>
                      <a:pt x="634" y="706"/>
                    </a:lnTo>
                    <a:lnTo>
                      <a:pt x="678" y="717"/>
                    </a:lnTo>
                    <a:lnTo>
                      <a:pt x="776" y="728"/>
                    </a:lnTo>
                    <a:lnTo>
                      <a:pt x="837" y="733"/>
                    </a:lnTo>
                    <a:lnTo>
                      <a:pt x="891" y="728"/>
                    </a:lnTo>
                    <a:lnTo>
                      <a:pt x="913" y="722"/>
                    </a:lnTo>
                    <a:lnTo>
                      <a:pt x="935" y="717"/>
                    </a:lnTo>
                    <a:lnTo>
                      <a:pt x="952" y="706"/>
                    </a:lnTo>
                    <a:lnTo>
                      <a:pt x="962" y="689"/>
                    </a:lnTo>
                    <a:lnTo>
                      <a:pt x="946" y="618"/>
                    </a:lnTo>
                    <a:lnTo>
                      <a:pt x="924" y="520"/>
                    </a:lnTo>
                    <a:lnTo>
                      <a:pt x="880" y="377"/>
                    </a:lnTo>
                    <a:close/>
                    <a:moveTo>
                      <a:pt x="640" y="279"/>
                    </a:moveTo>
                    <a:lnTo>
                      <a:pt x="640" y="279"/>
                    </a:lnTo>
                    <a:lnTo>
                      <a:pt x="634" y="279"/>
                    </a:lnTo>
                    <a:lnTo>
                      <a:pt x="618" y="274"/>
                    </a:lnTo>
                    <a:lnTo>
                      <a:pt x="607" y="263"/>
                    </a:lnTo>
                    <a:lnTo>
                      <a:pt x="596" y="246"/>
                    </a:lnTo>
                    <a:lnTo>
                      <a:pt x="580" y="241"/>
                    </a:lnTo>
                    <a:lnTo>
                      <a:pt x="590" y="230"/>
                    </a:lnTo>
                    <a:lnTo>
                      <a:pt x="596" y="224"/>
                    </a:lnTo>
                    <a:lnTo>
                      <a:pt x="618" y="224"/>
                    </a:lnTo>
                    <a:lnTo>
                      <a:pt x="623" y="230"/>
                    </a:lnTo>
                    <a:lnTo>
                      <a:pt x="623" y="235"/>
                    </a:lnTo>
                    <a:lnTo>
                      <a:pt x="623" y="246"/>
                    </a:lnTo>
                    <a:lnTo>
                      <a:pt x="623" y="252"/>
                    </a:lnTo>
                    <a:lnTo>
                      <a:pt x="629" y="257"/>
                    </a:lnTo>
                    <a:lnTo>
                      <a:pt x="634" y="263"/>
                    </a:lnTo>
                    <a:lnTo>
                      <a:pt x="640" y="263"/>
                    </a:lnTo>
                    <a:lnTo>
                      <a:pt x="645" y="263"/>
                    </a:lnTo>
                    <a:lnTo>
                      <a:pt x="645" y="268"/>
                    </a:lnTo>
                    <a:lnTo>
                      <a:pt x="640" y="279"/>
                    </a:lnTo>
                    <a:close/>
                    <a:moveTo>
                      <a:pt x="235" y="990"/>
                    </a:moveTo>
                    <a:lnTo>
                      <a:pt x="235" y="990"/>
                    </a:lnTo>
                    <a:lnTo>
                      <a:pt x="235" y="1023"/>
                    </a:lnTo>
                    <a:lnTo>
                      <a:pt x="229" y="1067"/>
                    </a:lnTo>
                    <a:lnTo>
                      <a:pt x="224" y="1089"/>
                    </a:lnTo>
                    <a:lnTo>
                      <a:pt x="218" y="1089"/>
                    </a:lnTo>
                    <a:lnTo>
                      <a:pt x="213" y="1083"/>
                    </a:lnTo>
                    <a:lnTo>
                      <a:pt x="213" y="1072"/>
                    </a:lnTo>
                    <a:lnTo>
                      <a:pt x="207" y="1056"/>
                    </a:lnTo>
                    <a:lnTo>
                      <a:pt x="202" y="1045"/>
                    </a:lnTo>
                    <a:lnTo>
                      <a:pt x="191" y="1029"/>
                    </a:lnTo>
                    <a:lnTo>
                      <a:pt x="191" y="1012"/>
                    </a:lnTo>
                    <a:lnTo>
                      <a:pt x="197" y="1001"/>
                    </a:lnTo>
                    <a:lnTo>
                      <a:pt x="202" y="985"/>
                    </a:lnTo>
                    <a:lnTo>
                      <a:pt x="207" y="979"/>
                    </a:lnTo>
                    <a:lnTo>
                      <a:pt x="207" y="963"/>
                    </a:lnTo>
                    <a:lnTo>
                      <a:pt x="207" y="946"/>
                    </a:lnTo>
                    <a:lnTo>
                      <a:pt x="207" y="936"/>
                    </a:lnTo>
                    <a:lnTo>
                      <a:pt x="213" y="930"/>
                    </a:lnTo>
                    <a:lnTo>
                      <a:pt x="224" y="952"/>
                    </a:lnTo>
                    <a:lnTo>
                      <a:pt x="235" y="968"/>
                    </a:lnTo>
                    <a:lnTo>
                      <a:pt x="235" y="990"/>
                    </a:lnTo>
                    <a:close/>
                  </a:path>
                </a:pathLst>
              </a:custGeom>
              <a:solidFill>
                <a:srgbClr val="010101"/>
              </a:solidFill>
              <a:ln w="9525">
                <a:noFill/>
                <a:round/>
                <a:headEnd/>
                <a:tailEnd/>
              </a:ln>
            </p:spPr>
            <p:txBody>
              <a:bodyPr/>
              <a:lstStyle/>
              <a:p>
                <a:endParaRPr lang="da-DK"/>
              </a:p>
            </p:txBody>
          </p:sp>
          <p:sp>
            <p:nvSpPr>
              <p:cNvPr id="94" name="Freeform 1581"/>
              <p:cNvSpPr>
                <a:spLocks/>
              </p:cNvSpPr>
              <p:nvPr/>
            </p:nvSpPr>
            <p:spPr bwMode="auto">
              <a:xfrm>
                <a:off x="-7396099" y="-7488017"/>
                <a:ext cx="37809" cy="167330"/>
              </a:xfrm>
              <a:custGeom>
                <a:avLst/>
                <a:gdLst>
                  <a:gd name="T0" fmla="*/ 0 w 11"/>
                  <a:gd name="T1" fmla="*/ 39 h 44"/>
                  <a:gd name="T2" fmla="*/ 0 w 11"/>
                  <a:gd name="T3" fmla="*/ 39 h 44"/>
                  <a:gd name="T4" fmla="*/ 0 w 11"/>
                  <a:gd name="T5" fmla="*/ 44 h 44"/>
                  <a:gd name="T6" fmla="*/ 0 w 11"/>
                  <a:gd name="T7" fmla="*/ 44 h 44"/>
                  <a:gd name="T8" fmla="*/ 0 w 11"/>
                  <a:gd name="T9" fmla="*/ 39 h 44"/>
                  <a:gd name="T10" fmla="*/ 0 w 11"/>
                  <a:gd name="T11" fmla="*/ 39 h 44"/>
                  <a:gd name="T12" fmla="*/ 11 w 11"/>
                  <a:gd name="T13" fmla="*/ 0 h 44"/>
                  <a:gd name="T14" fmla="*/ 11 w 11"/>
                  <a:gd name="T15" fmla="*/ 0 h 44"/>
                  <a:gd name="T16" fmla="*/ 0 w 11"/>
                  <a:gd name="T17" fmla="*/ 11 h 44"/>
                  <a:gd name="T18" fmla="*/ 0 w 11"/>
                  <a:gd name="T19" fmla="*/ 11 h 44"/>
                  <a:gd name="T20" fmla="*/ 0 w 11"/>
                  <a:gd name="T21" fmla="*/ 22 h 44"/>
                  <a:gd name="T22" fmla="*/ 0 w 11"/>
                  <a:gd name="T23" fmla="*/ 39 h 44"/>
                  <a:gd name="T24" fmla="*/ 0 w 11"/>
                  <a:gd name="T25" fmla="*/ 39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
                  <a:gd name="T40" fmla="*/ 0 h 44"/>
                  <a:gd name="T41" fmla="*/ 11 w 11"/>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 h="44">
                    <a:moveTo>
                      <a:pt x="0" y="39"/>
                    </a:moveTo>
                    <a:lnTo>
                      <a:pt x="0" y="39"/>
                    </a:lnTo>
                    <a:lnTo>
                      <a:pt x="0" y="44"/>
                    </a:lnTo>
                    <a:lnTo>
                      <a:pt x="0" y="39"/>
                    </a:lnTo>
                    <a:lnTo>
                      <a:pt x="11" y="0"/>
                    </a:lnTo>
                    <a:lnTo>
                      <a:pt x="0" y="11"/>
                    </a:lnTo>
                    <a:lnTo>
                      <a:pt x="0" y="22"/>
                    </a:lnTo>
                    <a:lnTo>
                      <a:pt x="0" y="39"/>
                    </a:lnTo>
                    <a:close/>
                  </a:path>
                </a:pathLst>
              </a:custGeom>
              <a:solidFill>
                <a:srgbClr val="010101"/>
              </a:solidFill>
              <a:ln w="9525">
                <a:noFill/>
                <a:round/>
                <a:headEnd/>
                <a:tailEnd/>
              </a:ln>
            </p:spPr>
            <p:txBody>
              <a:bodyPr/>
              <a:lstStyle/>
              <a:p>
                <a:endParaRPr lang="da-DK"/>
              </a:p>
            </p:txBody>
          </p:sp>
          <p:sp>
            <p:nvSpPr>
              <p:cNvPr id="95" name="Freeform 1582"/>
              <p:cNvSpPr>
                <a:spLocks noEditPoints="1"/>
              </p:cNvSpPr>
              <p:nvPr/>
            </p:nvSpPr>
            <p:spPr bwMode="auto">
              <a:xfrm>
                <a:off x="-8017272" y="-7687730"/>
                <a:ext cx="761611" cy="410225"/>
              </a:xfrm>
              <a:custGeom>
                <a:avLst/>
                <a:gdLst>
                  <a:gd name="T0" fmla="*/ 202 w 202"/>
                  <a:gd name="T1" fmla="*/ 71 h 109"/>
                  <a:gd name="T2" fmla="*/ 202 w 202"/>
                  <a:gd name="T3" fmla="*/ 71 h 109"/>
                  <a:gd name="T4" fmla="*/ 202 w 202"/>
                  <a:gd name="T5" fmla="*/ 60 h 109"/>
                  <a:gd name="T6" fmla="*/ 197 w 202"/>
                  <a:gd name="T7" fmla="*/ 54 h 109"/>
                  <a:gd name="T8" fmla="*/ 197 w 202"/>
                  <a:gd name="T9" fmla="*/ 54 h 109"/>
                  <a:gd name="T10" fmla="*/ 175 w 202"/>
                  <a:gd name="T11" fmla="*/ 38 h 109"/>
                  <a:gd name="T12" fmla="*/ 175 w 202"/>
                  <a:gd name="T13" fmla="*/ 38 h 109"/>
                  <a:gd name="T14" fmla="*/ 148 w 202"/>
                  <a:gd name="T15" fmla="*/ 32 h 109"/>
                  <a:gd name="T16" fmla="*/ 137 w 202"/>
                  <a:gd name="T17" fmla="*/ 38 h 109"/>
                  <a:gd name="T18" fmla="*/ 131 w 202"/>
                  <a:gd name="T19" fmla="*/ 43 h 109"/>
                  <a:gd name="T20" fmla="*/ 126 w 202"/>
                  <a:gd name="T21" fmla="*/ 43 h 109"/>
                  <a:gd name="T22" fmla="*/ 126 w 202"/>
                  <a:gd name="T23" fmla="*/ 43 h 109"/>
                  <a:gd name="T24" fmla="*/ 115 w 202"/>
                  <a:gd name="T25" fmla="*/ 38 h 109"/>
                  <a:gd name="T26" fmla="*/ 55 w 202"/>
                  <a:gd name="T27" fmla="*/ 11 h 109"/>
                  <a:gd name="T28" fmla="*/ 55 w 202"/>
                  <a:gd name="T29" fmla="*/ 11 h 109"/>
                  <a:gd name="T30" fmla="*/ 16 w 202"/>
                  <a:gd name="T31" fmla="*/ 0 h 109"/>
                  <a:gd name="T32" fmla="*/ 0 w 202"/>
                  <a:gd name="T33" fmla="*/ 0 h 109"/>
                  <a:gd name="T34" fmla="*/ 0 w 202"/>
                  <a:gd name="T35" fmla="*/ 5 h 109"/>
                  <a:gd name="T36" fmla="*/ 0 w 202"/>
                  <a:gd name="T37" fmla="*/ 5 h 109"/>
                  <a:gd name="T38" fmla="*/ 0 w 202"/>
                  <a:gd name="T39" fmla="*/ 5 h 109"/>
                  <a:gd name="T40" fmla="*/ 11 w 202"/>
                  <a:gd name="T41" fmla="*/ 5 h 109"/>
                  <a:gd name="T42" fmla="*/ 11 w 202"/>
                  <a:gd name="T43" fmla="*/ 5 h 109"/>
                  <a:gd name="T44" fmla="*/ 49 w 202"/>
                  <a:gd name="T45" fmla="*/ 22 h 109"/>
                  <a:gd name="T46" fmla="*/ 82 w 202"/>
                  <a:gd name="T47" fmla="*/ 43 h 109"/>
                  <a:gd name="T48" fmla="*/ 120 w 202"/>
                  <a:gd name="T49" fmla="*/ 65 h 109"/>
                  <a:gd name="T50" fmla="*/ 120 w 202"/>
                  <a:gd name="T51" fmla="*/ 65 h 109"/>
                  <a:gd name="T52" fmla="*/ 115 w 202"/>
                  <a:gd name="T53" fmla="*/ 76 h 109"/>
                  <a:gd name="T54" fmla="*/ 120 w 202"/>
                  <a:gd name="T55" fmla="*/ 87 h 109"/>
                  <a:gd name="T56" fmla="*/ 126 w 202"/>
                  <a:gd name="T57" fmla="*/ 98 h 109"/>
                  <a:gd name="T58" fmla="*/ 142 w 202"/>
                  <a:gd name="T59" fmla="*/ 109 h 109"/>
                  <a:gd name="T60" fmla="*/ 142 w 202"/>
                  <a:gd name="T61" fmla="*/ 109 h 109"/>
                  <a:gd name="T62" fmla="*/ 159 w 202"/>
                  <a:gd name="T63" fmla="*/ 109 h 109"/>
                  <a:gd name="T64" fmla="*/ 175 w 202"/>
                  <a:gd name="T65" fmla="*/ 109 h 109"/>
                  <a:gd name="T66" fmla="*/ 181 w 202"/>
                  <a:gd name="T67" fmla="*/ 104 h 109"/>
                  <a:gd name="T68" fmla="*/ 191 w 202"/>
                  <a:gd name="T69" fmla="*/ 98 h 109"/>
                  <a:gd name="T70" fmla="*/ 191 w 202"/>
                  <a:gd name="T71" fmla="*/ 98 h 109"/>
                  <a:gd name="T72" fmla="*/ 202 w 202"/>
                  <a:gd name="T73" fmla="*/ 82 h 109"/>
                  <a:gd name="T74" fmla="*/ 202 w 202"/>
                  <a:gd name="T75" fmla="*/ 71 h 109"/>
                  <a:gd name="T76" fmla="*/ 202 w 202"/>
                  <a:gd name="T77" fmla="*/ 71 h 109"/>
                  <a:gd name="T78" fmla="*/ 77 w 202"/>
                  <a:gd name="T79" fmla="*/ 82 h 109"/>
                  <a:gd name="T80" fmla="*/ 77 w 202"/>
                  <a:gd name="T81" fmla="*/ 82 h 109"/>
                  <a:gd name="T82" fmla="*/ 60 w 202"/>
                  <a:gd name="T83" fmla="*/ 71 h 109"/>
                  <a:gd name="T84" fmla="*/ 55 w 202"/>
                  <a:gd name="T85" fmla="*/ 65 h 109"/>
                  <a:gd name="T86" fmla="*/ 55 w 202"/>
                  <a:gd name="T87" fmla="*/ 49 h 109"/>
                  <a:gd name="T88" fmla="*/ 60 w 202"/>
                  <a:gd name="T89" fmla="*/ 38 h 109"/>
                  <a:gd name="T90" fmla="*/ 60 w 202"/>
                  <a:gd name="T91" fmla="*/ 38 h 109"/>
                  <a:gd name="T92" fmla="*/ 66 w 202"/>
                  <a:gd name="T93" fmla="*/ 27 h 109"/>
                  <a:gd name="T94" fmla="*/ 77 w 202"/>
                  <a:gd name="T95" fmla="*/ 22 h 109"/>
                  <a:gd name="T96" fmla="*/ 82 w 202"/>
                  <a:gd name="T97" fmla="*/ 22 h 109"/>
                  <a:gd name="T98" fmla="*/ 93 w 202"/>
                  <a:gd name="T99" fmla="*/ 27 h 109"/>
                  <a:gd name="T100" fmla="*/ 93 w 202"/>
                  <a:gd name="T101" fmla="*/ 27 h 109"/>
                  <a:gd name="T102" fmla="*/ 115 w 202"/>
                  <a:gd name="T103" fmla="*/ 38 h 109"/>
                  <a:gd name="T104" fmla="*/ 120 w 202"/>
                  <a:gd name="T105" fmla="*/ 49 h 109"/>
                  <a:gd name="T106" fmla="*/ 115 w 202"/>
                  <a:gd name="T107" fmla="*/ 60 h 109"/>
                  <a:gd name="T108" fmla="*/ 115 w 202"/>
                  <a:gd name="T109" fmla="*/ 60 h 109"/>
                  <a:gd name="T110" fmla="*/ 109 w 202"/>
                  <a:gd name="T111" fmla="*/ 76 h 109"/>
                  <a:gd name="T112" fmla="*/ 98 w 202"/>
                  <a:gd name="T113" fmla="*/ 82 h 109"/>
                  <a:gd name="T114" fmla="*/ 77 w 202"/>
                  <a:gd name="T115" fmla="*/ 82 h 109"/>
                  <a:gd name="T116" fmla="*/ 77 w 202"/>
                  <a:gd name="T117" fmla="*/ 82 h 10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02"/>
                  <a:gd name="T178" fmla="*/ 0 h 109"/>
                  <a:gd name="T179" fmla="*/ 202 w 202"/>
                  <a:gd name="T180" fmla="*/ 109 h 10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02" h="109">
                    <a:moveTo>
                      <a:pt x="202" y="71"/>
                    </a:moveTo>
                    <a:lnTo>
                      <a:pt x="202" y="71"/>
                    </a:lnTo>
                    <a:lnTo>
                      <a:pt x="202" y="60"/>
                    </a:lnTo>
                    <a:lnTo>
                      <a:pt x="197" y="54"/>
                    </a:lnTo>
                    <a:lnTo>
                      <a:pt x="175" y="38"/>
                    </a:lnTo>
                    <a:lnTo>
                      <a:pt x="148" y="32"/>
                    </a:lnTo>
                    <a:lnTo>
                      <a:pt x="137" y="38"/>
                    </a:lnTo>
                    <a:lnTo>
                      <a:pt x="131" y="43"/>
                    </a:lnTo>
                    <a:lnTo>
                      <a:pt x="126" y="43"/>
                    </a:lnTo>
                    <a:lnTo>
                      <a:pt x="115" y="38"/>
                    </a:lnTo>
                    <a:lnTo>
                      <a:pt x="55" y="11"/>
                    </a:lnTo>
                    <a:lnTo>
                      <a:pt x="16" y="0"/>
                    </a:lnTo>
                    <a:lnTo>
                      <a:pt x="0" y="0"/>
                    </a:lnTo>
                    <a:lnTo>
                      <a:pt x="0" y="5"/>
                    </a:lnTo>
                    <a:lnTo>
                      <a:pt x="11" y="5"/>
                    </a:lnTo>
                    <a:lnTo>
                      <a:pt x="49" y="22"/>
                    </a:lnTo>
                    <a:lnTo>
                      <a:pt x="82" y="43"/>
                    </a:lnTo>
                    <a:lnTo>
                      <a:pt x="120" y="65"/>
                    </a:lnTo>
                    <a:lnTo>
                      <a:pt x="115" y="76"/>
                    </a:lnTo>
                    <a:lnTo>
                      <a:pt x="120" y="87"/>
                    </a:lnTo>
                    <a:lnTo>
                      <a:pt x="126" y="98"/>
                    </a:lnTo>
                    <a:lnTo>
                      <a:pt x="142" y="109"/>
                    </a:lnTo>
                    <a:lnTo>
                      <a:pt x="159" y="109"/>
                    </a:lnTo>
                    <a:lnTo>
                      <a:pt x="175" y="109"/>
                    </a:lnTo>
                    <a:lnTo>
                      <a:pt x="181" y="104"/>
                    </a:lnTo>
                    <a:lnTo>
                      <a:pt x="191" y="98"/>
                    </a:lnTo>
                    <a:lnTo>
                      <a:pt x="202" y="82"/>
                    </a:lnTo>
                    <a:lnTo>
                      <a:pt x="202" y="71"/>
                    </a:lnTo>
                    <a:close/>
                    <a:moveTo>
                      <a:pt x="77" y="82"/>
                    </a:moveTo>
                    <a:lnTo>
                      <a:pt x="77" y="82"/>
                    </a:lnTo>
                    <a:lnTo>
                      <a:pt x="60" y="71"/>
                    </a:lnTo>
                    <a:lnTo>
                      <a:pt x="55" y="65"/>
                    </a:lnTo>
                    <a:lnTo>
                      <a:pt x="55" y="49"/>
                    </a:lnTo>
                    <a:lnTo>
                      <a:pt x="60" y="38"/>
                    </a:lnTo>
                    <a:lnTo>
                      <a:pt x="66" y="27"/>
                    </a:lnTo>
                    <a:lnTo>
                      <a:pt x="77" y="22"/>
                    </a:lnTo>
                    <a:lnTo>
                      <a:pt x="82" y="22"/>
                    </a:lnTo>
                    <a:lnTo>
                      <a:pt x="93" y="27"/>
                    </a:lnTo>
                    <a:lnTo>
                      <a:pt x="115" y="38"/>
                    </a:lnTo>
                    <a:lnTo>
                      <a:pt x="120" y="49"/>
                    </a:lnTo>
                    <a:lnTo>
                      <a:pt x="115" y="60"/>
                    </a:lnTo>
                    <a:lnTo>
                      <a:pt x="109" y="76"/>
                    </a:lnTo>
                    <a:lnTo>
                      <a:pt x="98" y="82"/>
                    </a:lnTo>
                    <a:lnTo>
                      <a:pt x="77" y="82"/>
                    </a:lnTo>
                    <a:close/>
                  </a:path>
                </a:pathLst>
              </a:custGeom>
              <a:solidFill>
                <a:srgbClr val="010101"/>
              </a:solidFill>
              <a:ln w="9525">
                <a:noFill/>
                <a:round/>
                <a:headEnd/>
                <a:tailEnd/>
              </a:ln>
            </p:spPr>
            <p:txBody>
              <a:bodyPr/>
              <a:lstStyle/>
              <a:p>
                <a:endParaRPr lang="da-DK"/>
              </a:p>
            </p:txBody>
          </p:sp>
          <p:sp>
            <p:nvSpPr>
              <p:cNvPr id="96" name="Freeform 1583"/>
              <p:cNvSpPr>
                <a:spLocks/>
              </p:cNvSpPr>
              <p:nvPr/>
            </p:nvSpPr>
            <p:spPr bwMode="auto">
              <a:xfrm>
                <a:off x="-8076686" y="-6845689"/>
                <a:ext cx="491533" cy="1684082"/>
              </a:xfrm>
              <a:custGeom>
                <a:avLst/>
                <a:gdLst>
                  <a:gd name="T0" fmla="*/ 0 w 131"/>
                  <a:gd name="T1" fmla="*/ 55 h 449"/>
                  <a:gd name="T2" fmla="*/ 0 w 131"/>
                  <a:gd name="T3" fmla="*/ 55 h 449"/>
                  <a:gd name="T4" fmla="*/ 11 w 131"/>
                  <a:gd name="T5" fmla="*/ 60 h 449"/>
                  <a:gd name="T6" fmla="*/ 21 w 131"/>
                  <a:gd name="T7" fmla="*/ 77 h 449"/>
                  <a:gd name="T8" fmla="*/ 32 w 131"/>
                  <a:gd name="T9" fmla="*/ 104 h 449"/>
                  <a:gd name="T10" fmla="*/ 32 w 131"/>
                  <a:gd name="T11" fmla="*/ 104 h 449"/>
                  <a:gd name="T12" fmla="*/ 54 w 131"/>
                  <a:gd name="T13" fmla="*/ 186 h 449"/>
                  <a:gd name="T14" fmla="*/ 76 w 131"/>
                  <a:gd name="T15" fmla="*/ 273 h 449"/>
                  <a:gd name="T16" fmla="*/ 76 w 131"/>
                  <a:gd name="T17" fmla="*/ 273 h 449"/>
                  <a:gd name="T18" fmla="*/ 98 w 131"/>
                  <a:gd name="T19" fmla="*/ 323 h 449"/>
                  <a:gd name="T20" fmla="*/ 120 w 131"/>
                  <a:gd name="T21" fmla="*/ 372 h 449"/>
                  <a:gd name="T22" fmla="*/ 120 w 131"/>
                  <a:gd name="T23" fmla="*/ 372 h 449"/>
                  <a:gd name="T24" fmla="*/ 125 w 131"/>
                  <a:gd name="T25" fmla="*/ 410 h 449"/>
                  <a:gd name="T26" fmla="*/ 125 w 131"/>
                  <a:gd name="T27" fmla="*/ 449 h 449"/>
                  <a:gd name="T28" fmla="*/ 125 w 131"/>
                  <a:gd name="T29" fmla="*/ 449 h 449"/>
                  <a:gd name="T30" fmla="*/ 131 w 131"/>
                  <a:gd name="T31" fmla="*/ 399 h 449"/>
                  <a:gd name="T32" fmla="*/ 131 w 131"/>
                  <a:gd name="T33" fmla="*/ 350 h 449"/>
                  <a:gd name="T34" fmla="*/ 120 w 131"/>
                  <a:gd name="T35" fmla="*/ 235 h 449"/>
                  <a:gd name="T36" fmla="*/ 109 w 131"/>
                  <a:gd name="T37" fmla="*/ 126 h 449"/>
                  <a:gd name="T38" fmla="*/ 93 w 131"/>
                  <a:gd name="T39" fmla="*/ 27 h 449"/>
                  <a:gd name="T40" fmla="*/ 93 w 131"/>
                  <a:gd name="T41" fmla="*/ 27 h 449"/>
                  <a:gd name="T42" fmla="*/ 87 w 131"/>
                  <a:gd name="T43" fmla="*/ 22 h 449"/>
                  <a:gd name="T44" fmla="*/ 76 w 131"/>
                  <a:gd name="T45" fmla="*/ 22 h 449"/>
                  <a:gd name="T46" fmla="*/ 60 w 131"/>
                  <a:gd name="T47" fmla="*/ 22 h 449"/>
                  <a:gd name="T48" fmla="*/ 49 w 131"/>
                  <a:gd name="T49" fmla="*/ 16 h 449"/>
                  <a:gd name="T50" fmla="*/ 49 w 131"/>
                  <a:gd name="T51" fmla="*/ 16 h 449"/>
                  <a:gd name="T52" fmla="*/ 38 w 131"/>
                  <a:gd name="T53" fmla="*/ 5 h 449"/>
                  <a:gd name="T54" fmla="*/ 32 w 131"/>
                  <a:gd name="T55" fmla="*/ 5 h 449"/>
                  <a:gd name="T56" fmla="*/ 21 w 131"/>
                  <a:gd name="T57" fmla="*/ 0 h 449"/>
                  <a:gd name="T58" fmla="*/ 21 w 131"/>
                  <a:gd name="T59" fmla="*/ 0 h 449"/>
                  <a:gd name="T60" fmla="*/ 11 w 131"/>
                  <a:gd name="T61" fmla="*/ 16 h 449"/>
                  <a:gd name="T62" fmla="*/ 5 w 131"/>
                  <a:gd name="T63" fmla="*/ 44 h 449"/>
                  <a:gd name="T64" fmla="*/ 0 w 131"/>
                  <a:gd name="T65" fmla="*/ 55 h 44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31"/>
                  <a:gd name="T100" fmla="*/ 0 h 449"/>
                  <a:gd name="T101" fmla="*/ 131 w 131"/>
                  <a:gd name="T102" fmla="*/ 449 h 44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31" h="449">
                    <a:moveTo>
                      <a:pt x="0" y="55"/>
                    </a:moveTo>
                    <a:lnTo>
                      <a:pt x="0" y="55"/>
                    </a:lnTo>
                    <a:lnTo>
                      <a:pt x="11" y="60"/>
                    </a:lnTo>
                    <a:lnTo>
                      <a:pt x="21" y="77"/>
                    </a:lnTo>
                    <a:lnTo>
                      <a:pt x="32" y="104"/>
                    </a:lnTo>
                    <a:lnTo>
                      <a:pt x="54" y="186"/>
                    </a:lnTo>
                    <a:lnTo>
                      <a:pt x="76" y="273"/>
                    </a:lnTo>
                    <a:lnTo>
                      <a:pt x="98" y="323"/>
                    </a:lnTo>
                    <a:lnTo>
                      <a:pt x="120" y="372"/>
                    </a:lnTo>
                    <a:lnTo>
                      <a:pt x="125" y="410"/>
                    </a:lnTo>
                    <a:lnTo>
                      <a:pt x="125" y="449"/>
                    </a:lnTo>
                    <a:lnTo>
                      <a:pt x="131" y="399"/>
                    </a:lnTo>
                    <a:lnTo>
                      <a:pt x="131" y="350"/>
                    </a:lnTo>
                    <a:lnTo>
                      <a:pt x="120" y="235"/>
                    </a:lnTo>
                    <a:lnTo>
                      <a:pt x="109" y="126"/>
                    </a:lnTo>
                    <a:lnTo>
                      <a:pt x="93" y="27"/>
                    </a:lnTo>
                    <a:lnTo>
                      <a:pt x="87" y="22"/>
                    </a:lnTo>
                    <a:lnTo>
                      <a:pt x="76" y="22"/>
                    </a:lnTo>
                    <a:lnTo>
                      <a:pt x="60" y="22"/>
                    </a:lnTo>
                    <a:lnTo>
                      <a:pt x="49" y="16"/>
                    </a:lnTo>
                    <a:lnTo>
                      <a:pt x="38" y="5"/>
                    </a:lnTo>
                    <a:lnTo>
                      <a:pt x="32" y="5"/>
                    </a:lnTo>
                    <a:lnTo>
                      <a:pt x="21" y="0"/>
                    </a:lnTo>
                    <a:lnTo>
                      <a:pt x="11" y="16"/>
                    </a:lnTo>
                    <a:lnTo>
                      <a:pt x="5" y="44"/>
                    </a:lnTo>
                    <a:lnTo>
                      <a:pt x="0" y="55"/>
                    </a:lnTo>
                    <a:close/>
                  </a:path>
                </a:pathLst>
              </a:custGeom>
              <a:solidFill>
                <a:srgbClr val="FFFFFF"/>
              </a:solidFill>
              <a:ln w="9525">
                <a:noFill/>
                <a:round/>
                <a:headEnd/>
                <a:tailEnd/>
              </a:ln>
            </p:spPr>
            <p:txBody>
              <a:bodyPr/>
              <a:lstStyle/>
              <a:p>
                <a:endParaRPr lang="da-DK"/>
              </a:p>
            </p:txBody>
          </p:sp>
          <p:sp>
            <p:nvSpPr>
              <p:cNvPr id="97" name="Freeform 1584"/>
              <p:cNvSpPr>
                <a:spLocks/>
              </p:cNvSpPr>
              <p:nvPr/>
            </p:nvSpPr>
            <p:spPr bwMode="auto">
              <a:xfrm>
                <a:off x="-7952454" y="-6829497"/>
                <a:ext cx="469931" cy="1786640"/>
              </a:xfrm>
              <a:custGeom>
                <a:avLst/>
                <a:gdLst>
                  <a:gd name="T0" fmla="*/ 11 w 126"/>
                  <a:gd name="T1" fmla="*/ 6 h 476"/>
                  <a:gd name="T2" fmla="*/ 0 w 126"/>
                  <a:gd name="T3" fmla="*/ 17 h 476"/>
                  <a:gd name="T4" fmla="*/ 22 w 126"/>
                  <a:gd name="T5" fmla="*/ 55 h 476"/>
                  <a:gd name="T6" fmla="*/ 22 w 126"/>
                  <a:gd name="T7" fmla="*/ 55 h 476"/>
                  <a:gd name="T8" fmla="*/ 28 w 126"/>
                  <a:gd name="T9" fmla="*/ 88 h 476"/>
                  <a:gd name="T10" fmla="*/ 39 w 126"/>
                  <a:gd name="T11" fmla="*/ 121 h 476"/>
                  <a:gd name="T12" fmla="*/ 39 w 126"/>
                  <a:gd name="T13" fmla="*/ 121 h 476"/>
                  <a:gd name="T14" fmla="*/ 44 w 126"/>
                  <a:gd name="T15" fmla="*/ 214 h 476"/>
                  <a:gd name="T16" fmla="*/ 44 w 126"/>
                  <a:gd name="T17" fmla="*/ 214 h 476"/>
                  <a:gd name="T18" fmla="*/ 44 w 126"/>
                  <a:gd name="T19" fmla="*/ 323 h 476"/>
                  <a:gd name="T20" fmla="*/ 77 w 126"/>
                  <a:gd name="T21" fmla="*/ 444 h 476"/>
                  <a:gd name="T22" fmla="*/ 99 w 126"/>
                  <a:gd name="T23" fmla="*/ 476 h 476"/>
                  <a:gd name="T24" fmla="*/ 126 w 126"/>
                  <a:gd name="T25" fmla="*/ 372 h 476"/>
                  <a:gd name="T26" fmla="*/ 82 w 126"/>
                  <a:gd name="T27" fmla="*/ 148 h 476"/>
                  <a:gd name="T28" fmla="*/ 44 w 126"/>
                  <a:gd name="T29" fmla="*/ 50 h 476"/>
                  <a:gd name="T30" fmla="*/ 50 w 126"/>
                  <a:gd name="T31" fmla="*/ 17 h 476"/>
                  <a:gd name="T32" fmla="*/ 50 w 126"/>
                  <a:gd name="T33" fmla="*/ 17 h 476"/>
                  <a:gd name="T34" fmla="*/ 39 w 126"/>
                  <a:gd name="T35" fmla="*/ 6 h 476"/>
                  <a:gd name="T36" fmla="*/ 22 w 126"/>
                  <a:gd name="T37" fmla="*/ 0 h 476"/>
                  <a:gd name="T38" fmla="*/ 17 w 126"/>
                  <a:gd name="T39" fmla="*/ 0 h 476"/>
                  <a:gd name="T40" fmla="*/ 11 w 126"/>
                  <a:gd name="T41" fmla="*/ 6 h 476"/>
                  <a:gd name="T42" fmla="*/ 11 w 126"/>
                  <a:gd name="T43" fmla="*/ 6 h 47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6"/>
                  <a:gd name="T67" fmla="*/ 0 h 476"/>
                  <a:gd name="T68" fmla="*/ 126 w 126"/>
                  <a:gd name="T69" fmla="*/ 476 h 47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6" h="476">
                    <a:moveTo>
                      <a:pt x="11" y="6"/>
                    </a:moveTo>
                    <a:lnTo>
                      <a:pt x="0" y="17"/>
                    </a:lnTo>
                    <a:lnTo>
                      <a:pt x="22" y="55"/>
                    </a:lnTo>
                    <a:lnTo>
                      <a:pt x="28" y="88"/>
                    </a:lnTo>
                    <a:lnTo>
                      <a:pt x="39" y="121"/>
                    </a:lnTo>
                    <a:lnTo>
                      <a:pt x="44" y="214"/>
                    </a:lnTo>
                    <a:lnTo>
                      <a:pt x="44" y="323"/>
                    </a:lnTo>
                    <a:lnTo>
                      <a:pt x="77" y="444"/>
                    </a:lnTo>
                    <a:lnTo>
                      <a:pt x="99" y="476"/>
                    </a:lnTo>
                    <a:lnTo>
                      <a:pt x="126" y="372"/>
                    </a:lnTo>
                    <a:lnTo>
                      <a:pt x="82" y="148"/>
                    </a:lnTo>
                    <a:lnTo>
                      <a:pt x="44" y="50"/>
                    </a:lnTo>
                    <a:lnTo>
                      <a:pt x="50" y="17"/>
                    </a:lnTo>
                    <a:lnTo>
                      <a:pt x="39" y="6"/>
                    </a:lnTo>
                    <a:lnTo>
                      <a:pt x="22" y="0"/>
                    </a:lnTo>
                    <a:lnTo>
                      <a:pt x="17" y="0"/>
                    </a:lnTo>
                    <a:lnTo>
                      <a:pt x="11" y="6"/>
                    </a:lnTo>
                    <a:close/>
                  </a:path>
                </a:pathLst>
              </a:custGeom>
              <a:solidFill>
                <a:srgbClr val="010101"/>
              </a:solidFill>
              <a:ln w="9525">
                <a:noFill/>
                <a:round/>
                <a:headEnd/>
                <a:tailEnd/>
              </a:ln>
            </p:spPr>
            <p:txBody>
              <a:bodyPr/>
              <a:lstStyle/>
              <a:p>
                <a:endParaRPr lang="da-DK"/>
              </a:p>
            </p:txBody>
          </p:sp>
        </p:grpSp>
        <p:sp>
          <p:nvSpPr>
            <p:cNvPr id="17" name="Freeform 1584"/>
            <p:cNvSpPr>
              <a:spLocks/>
            </p:cNvSpPr>
            <p:nvPr/>
          </p:nvSpPr>
          <p:spPr bwMode="auto">
            <a:xfrm>
              <a:off x="13788372" y="4401927"/>
              <a:ext cx="364651" cy="1386118"/>
            </a:xfrm>
            <a:custGeom>
              <a:avLst/>
              <a:gdLst/>
              <a:ahLst/>
              <a:cxnLst>
                <a:cxn ang="0">
                  <a:pos x="11" y="6"/>
                </a:cxn>
                <a:cxn ang="0">
                  <a:pos x="0" y="17"/>
                </a:cxn>
                <a:cxn ang="0">
                  <a:pos x="22" y="55"/>
                </a:cxn>
                <a:cxn ang="0">
                  <a:pos x="22" y="55"/>
                </a:cxn>
                <a:cxn ang="0">
                  <a:pos x="28" y="88"/>
                </a:cxn>
                <a:cxn ang="0">
                  <a:pos x="39" y="121"/>
                </a:cxn>
                <a:cxn ang="0">
                  <a:pos x="39" y="121"/>
                </a:cxn>
                <a:cxn ang="0">
                  <a:pos x="44" y="214"/>
                </a:cxn>
                <a:cxn ang="0">
                  <a:pos x="44" y="214"/>
                </a:cxn>
                <a:cxn ang="0">
                  <a:pos x="44" y="323"/>
                </a:cxn>
                <a:cxn ang="0">
                  <a:pos x="77" y="444"/>
                </a:cxn>
                <a:cxn ang="0">
                  <a:pos x="99" y="476"/>
                </a:cxn>
                <a:cxn ang="0">
                  <a:pos x="126" y="372"/>
                </a:cxn>
                <a:cxn ang="0">
                  <a:pos x="82" y="148"/>
                </a:cxn>
                <a:cxn ang="0">
                  <a:pos x="44" y="50"/>
                </a:cxn>
                <a:cxn ang="0">
                  <a:pos x="50" y="17"/>
                </a:cxn>
                <a:cxn ang="0">
                  <a:pos x="50" y="17"/>
                </a:cxn>
                <a:cxn ang="0">
                  <a:pos x="39" y="6"/>
                </a:cxn>
                <a:cxn ang="0">
                  <a:pos x="22" y="0"/>
                </a:cxn>
                <a:cxn ang="0">
                  <a:pos x="17" y="0"/>
                </a:cxn>
                <a:cxn ang="0">
                  <a:pos x="11" y="6"/>
                </a:cxn>
                <a:cxn ang="0">
                  <a:pos x="11" y="6"/>
                </a:cxn>
              </a:cxnLst>
              <a:rect l="0" t="0" r="r" b="b"/>
              <a:pathLst>
                <a:path w="126" h="476">
                  <a:moveTo>
                    <a:pt x="11" y="6"/>
                  </a:moveTo>
                  <a:lnTo>
                    <a:pt x="0" y="17"/>
                  </a:lnTo>
                  <a:lnTo>
                    <a:pt x="22" y="55"/>
                  </a:lnTo>
                  <a:lnTo>
                    <a:pt x="22" y="55"/>
                  </a:lnTo>
                  <a:lnTo>
                    <a:pt x="28" y="88"/>
                  </a:lnTo>
                  <a:lnTo>
                    <a:pt x="39" y="121"/>
                  </a:lnTo>
                  <a:lnTo>
                    <a:pt x="39" y="121"/>
                  </a:lnTo>
                  <a:lnTo>
                    <a:pt x="44" y="214"/>
                  </a:lnTo>
                  <a:lnTo>
                    <a:pt x="44" y="214"/>
                  </a:lnTo>
                  <a:lnTo>
                    <a:pt x="44" y="323"/>
                  </a:lnTo>
                  <a:lnTo>
                    <a:pt x="77" y="444"/>
                  </a:lnTo>
                  <a:lnTo>
                    <a:pt x="99" y="476"/>
                  </a:lnTo>
                  <a:lnTo>
                    <a:pt x="126" y="372"/>
                  </a:lnTo>
                  <a:lnTo>
                    <a:pt x="82" y="148"/>
                  </a:lnTo>
                  <a:lnTo>
                    <a:pt x="44" y="50"/>
                  </a:lnTo>
                  <a:lnTo>
                    <a:pt x="50" y="17"/>
                  </a:lnTo>
                  <a:lnTo>
                    <a:pt x="50" y="17"/>
                  </a:lnTo>
                  <a:lnTo>
                    <a:pt x="39" y="6"/>
                  </a:lnTo>
                  <a:lnTo>
                    <a:pt x="22" y="0"/>
                  </a:lnTo>
                  <a:lnTo>
                    <a:pt x="17" y="0"/>
                  </a:lnTo>
                  <a:lnTo>
                    <a:pt x="11" y="6"/>
                  </a:lnTo>
                  <a:lnTo>
                    <a:pt x="11" y="6"/>
                  </a:lnTo>
                  <a:close/>
                </a:path>
              </a:pathLst>
            </a:custGeom>
            <a:solidFill>
              <a:schemeClr val="tx2">
                <a:lumMod val="40000"/>
                <a:lumOff val="60000"/>
              </a:schemeClr>
            </a:solidFill>
            <a:ln w="9525">
              <a:noFill/>
              <a:round/>
              <a:headEnd/>
              <a:tailEnd/>
            </a:ln>
          </p:spPr>
          <p:txBody>
            <a:bodyPr/>
            <a:lstStyle/>
            <a:p>
              <a:endParaRPr lang="da-DK"/>
            </a:p>
          </p:txBody>
        </p:sp>
      </p:grpSp>
      <p:grpSp>
        <p:nvGrpSpPr>
          <p:cNvPr id="7" name="Gruppe 291"/>
          <p:cNvGrpSpPr>
            <a:grpSpLocks/>
          </p:cNvGrpSpPr>
          <p:nvPr/>
        </p:nvGrpSpPr>
        <p:grpSpPr bwMode="auto">
          <a:xfrm>
            <a:off x="4456113" y="1960563"/>
            <a:ext cx="2459037" cy="4537075"/>
            <a:chOff x="38" y="-1241643"/>
            <a:chExt cx="5000643" cy="9231528"/>
          </a:xfrm>
        </p:grpSpPr>
        <p:grpSp>
          <p:nvGrpSpPr>
            <p:cNvPr id="8" name="Gruppe 111"/>
            <p:cNvGrpSpPr/>
            <p:nvPr/>
          </p:nvGrpSpPr>
          <p:grpSpPr>
            <a:xfrm>
              <a:off x="38" y="-1241643"/>
              <a:ext cx="5000643" cy="9231528"/>
              <a:chOff x="3295650" y="3451224"/>
              <a:chExt cx="1392238" cy="2570164"/>
            </a:xfrm>
            <a:solidFill>
              <a:schemeClr val="tx1"/>
            </a:solidFill>
          </p:grpSpPr>
          <p:sp>
            <p:nvSpPr>
              <p:cNvPr id="109" name="Freeform 207"/>
              <p:cNvSpPr>
                <a:spLocks/>
              </p:cNvSpPr>
              <p:nvPr/>
            </p:nvSpPr>
            <p:spPr bwMode="auto">
              <a:xfrm>
                <a:off x="4586288" y="4176711"/>
                <a:ext cx="30162" cy="30162"/>
              </a:xfrm>
              <a:custGeom>
                <a:avLst/>
                <a:gdLst>
                  <a:gd name="T0" fmla="*/ 20637 w 19"/>
                  <a:gd name="T1" fmla="*/ 0 h 19"/>
                  <a:gd name="T2" fmla="*/ 20637 w 19"/>
                  <a:gd name="T3" fmla="*/ 0 h 19"/>
                  <a:gd name="T4" fmla="*/ 20637 w 19"/>
                  <a:gd name="T5" fmla="*/ 9525 h 19"/>
                  <a:gd name="T6" fmla="*/ 9525 w 19"/>
                  <a:gd name="T7" fmla="*/ 9525 h 19"/>
                  <a:gd name="T8" fmla="*/ 0 w 19"/>
                  <a:gd name="T9" fmla="*/ 0 h 19"/>
                  <a:gd name="T10" fmla="*/ 0 w 19"/>
                  <a:gd name="T11" fmla="*/ 0 h 19"/>
                  <a:gd name="T12" fmla="*/ 0 w 19"/>
                  <a:gd name="T13" fmla="*/ 30162 h 19"/>
                  <a:gd name="T14" fmla="*/ 0 w 19"/>
                  <a:gd name="T15" fmla="*/ 30162 h 19"/>
                  <a:gd name="T16" fmla="*/ 9525 w 19"/>
                  <a:gd name="T17" fmla="*/ 30162 h 19"/>
                  <a:gd name="T18" fmla="*/ 30162 w 19"/>
                  <a:gd name="T19" fmla="*/ 20637 h 19"/>
                  <a:gd name="T20" fmla="*/ 30162 w 19"/>
                  <a:gd name="T21" fmla="*/ 9525 h 19"/>
                  <a:gd name="T22" fmla="*/ 20637 w 19"/>
                  <a:gd name="T23" fmla="*/ 0 h 19"/>
                  <a:gd name="T24" fmla="*/ 20637 w 19"/>
                  <a:gd name="T25" fmla="*/ 0 h 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
                  <a:gd name="T40" fmla="*/ 0 h 19"/>
                  <a:gd name="T41" fmla="*/ 19 w 19"/>
                  <a:gd name="T42" fmla="*/ 19 h 1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 h="19">
                    <a:moveTo>
                      <a:pt x="13" y="0"/>
                    </a:moveTo>
                    <a:lnTo>
                      <a:pt x="13" y="0"/>
                    </a:lnTo>
                    <a:lnTo>
                      <a:pt x="13" y="6"/>
                    </a:lnTo>
                    <a:lnTo>
                      <a:pt x="6" y="6"/>
                    </a:lnTo>
                    <a:lnTo>
                      <a:pt x="0" y="0"/>
                    </a:lnTo>
                    <a:lnTo>
                      <a:pt x="0" y="19"/>
                    </a:lnTo>
                    <a:lnTo>
                      <a:pt x="6" y="19"/>
                    </a:lnTo>
                    <a:lnTo>
                      <a:pt x="19" y="13"/>
                    </a:lnTo>
                    <a:lnTo>
                      <a:pt x="19" y="6"/>
                    </a:lnTo>
                    <a:lnTo>
                      <a:pt x="13" y="0"/>
                    </a:lnTo>
                    <a:close/>
                  </a:path>
                </a:pathLst>
              </a:custGeom>
              <a:grpFill/>
              <a:ln w="9525">
                <a:noFill/>
                <a:round/>
                <a:headEnd/>
                <a:tailEnd/>
              </a:ln>
            </p:spPr>
            <p:txBody>
              <a:bodyPr/>
              <a:lstStyle/>
              <a:p>
                <a:pPr>
                  <a:defRPr/>
                </a:pPr>
                <a:endParaRPr lang="da-DK">
                  <a:latin typeface="Arial" pitchFamily="34" charset="0"/>
                </a:endParaRPr>
              </a:p>
            </p:txBody>
          </p:sp>
          <p:sp>
            <p:nvSpPr>
              <p:cNvPr id="110" name="Freeform 212"/>
              <p:cNvSpPr>
                <a:spLocks/>
              </p:cNvSpPr>
              <p:nvPr/>
            </p:nvSpPr>
            <p:spPr bwMode="auto">
              <a:xfrm>
                <a:off x="4465638" y="4348161"/>
                <a:ext cx="80962" cy="20637"/>
              </a:xfrm>
              <a:custGeom>
                <a:avLst/>
                <a:gdLst>
                  <a:gd name="T0" fmla="*/ 0 w 51"/>
                  <a:gd name="T1" fmla="*/ 0 h 13"/>
                  <a:gd name="T2" fmla="*/ 0 w 51"/>
                  <a:gd name="T3" fmla="*/ 0 h 13"/>
                  <a:gd name="T4" fmla="*/ 0 w 51"/>
                  <a:gd name="T5" fmla="*/ 9525 h 13"/>
                  <a:gd name="T6" fmla="*/ 9525 w 51"/>
                  <a:gd name="T7" fmla="*/ 20637 h 13"/>
                  <a:gd name="T8" fmla="*/ 30162 w 51"/>
                  <a:gd name="T9" fmla="*/ 20637 h 13"/>
                  <a:gd name="T10" fmla="*/ 50800 w 51"/>
                  <a:gd name="T11" fmla="*/ 20637 h 13"/>
                  <a:gd name="T12" fmla="*/ 80962 w 51"/>
                  <a:gd name="T13" fmla="*/ 20637 h 13"/>
                  <a:gd name="T14" fmla="*/ 80962 w 51"/>
                  <a:gd name="T15" fmla="*/ 20637 h 13"/>
                  <a:gd name="T16" fmla="*/ 80962 w 51"/>
                  <a:gd name="T17" fmla="*/ 9525 h 13"/>
                  <a:gd name="T18" fmla="*/ 69850 w 51"/>
                  <a:gd name="T19" fmla="*/ 0 h 13"/>
                  <a:gd name="T20" fmla="*/ 39687 w 51"/>
                  <a:gd name="T21" fmla="*/ 0 h 13"/>
                  <a:gd name="T22" fmla="*/ 9525 w 51"/>
                  <a:gd name="T23" fmla="*/ 0 h 13"/>
                  <a:gd name="T24" fmla="*/ 0 w 51"/>
                  <a:gd name="T25" fmla="*/ 0 h 13"/>
                  <a:gd name="T26" fmla="*/ 0 w 51"/>
                  <a:gd name="T27" fmla="*/ 0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1"/>
                  <a:gd name="T43" fmla="*/ 0 h 13"/>
                  <a:gd name="T44" fmla="*/ 51 w 51"/>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1" h="13">
                    <a:moveTo>
                      <a:pt x="0" y="0"/>
                    </a:moveTo>
                    <a:lnTo>
                      <a:pt x="0" y="0"/>
                    </a:lnTo>
                    <a:lnTo>
                      <a:pt x="0" y="6"/>
                    </a:lnTo>
                    <a:lnTo>
                      <a:pt x="6" y="13"/>
                    </a:lnTo>
                    <a:lnTo>
                      <a:pt x="19" y="13"/>
                    </a:lnTo>
                    <a:lnTo>
                      <a:pt x="32" y="13"/>
                    </a:lnTo>
                    <a:lnTo>
                      <a:pt x="51" y="13"/>
                    </a:lnTo>
                    <a:lnTo>
                      <a:pt x="51" y="6"/>
                    </a:lnTo>
                    <a:lnTo>
                      <a:pt x="44" y="0"/>
                    </a:lnTo>
                    <a:lnTo>
                      <a:pt x="25" y="0"/>
                    </a:lnTo>
                    <a:lnTo>
                      <a:pt x="6" y="0"/>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11" name="Freeform 214"/>
              <p:cNvSpPr>
                <a:spLocks/>
              </p:cNvSpPr>
              <p:nvPr/>
            </p:nvSpPr>
            <p:spPr bwMode="auto">
              <a:xfrm>
                <a:off x="4475163" y="4378323"/>
                <a:ext cx="71437" cy="30163"/>
              </a:xfrm>
              <a:custGeom>
                <a:avLst/>
                <a:gdLst>
                  <a:gd name="T0" fmla="*/ 0 w 45"/>
                  <a:gd name="T1" fmla="*/ 0 h 19"/>
                  <a:gd name="T2" fmla="*/ 0 w 45"/>
                  <a:gd name="T3" fmla="*/ 0 h 19"/>
                  <a:gd name="T4" fmla="*/ 0 w 45"/>
                  <a:gd name="T5" fmla="*/ 30163 h 19"/>
                  <a:gd name="T6" fmla="*/ 0 w 45"/>
                  <a:gd name="T7" fmla="*/ 30163 h 19"/>
                  <a:gd name="T8" fmla="*/ 41275 w 45"/>
                  <a:gd name="T9" fmla="*/ 20638 h 19"/>
                  <a:gd name="T10" fmla="*/ 71437 w 45"/>
                  <a:gd name="T11" fmla="*/ 20638 h 19"/>
                  <a:gd name="T12" fmla="*/ 71437 w 45"/>
                  <a:gd name="T13" fmla="*/ 20638 h 19"/>
                  <a:gd name="T14" fmla="*/ 60325 w 45"/>
                  <a:gd name="T15" fmla="*/ 0 h 19"/>
                  <a:gd name="T16" fmla="*/ 41275 w 45"/>
                  <a:gd name="T17" fmla="*/ 0 h 19"/>
                  <a:gd name="T18" fmla="*/ 0 w 45"/>
                  <a:gd name="T19" fmla="*/ 0 h 19"/>
                  <a:gd name="T20" fmla="*/ 0 w 45"/>
                  <a:gd name="T21" fmla="*/ 0 h 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5"/>
                  <a:gd name="T34" fmla="*/ 0 h 19"/>
                  <a:gd name="T35" fmla="*/ 45 w 45"/>
                  <a:gd name="T36" fmla="*/ 19 h 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5" h="19">
                    <a:moveTo>
                      <a:pt x="0" y="0"/>
                    </a:moveTo>
                    <a:lnTo>
                      <a:pt x="0" y="0"/>
                    </a:lnTo>
                    <a:lnTo>
                      <a:pt x="0" y="19"/>
                    </a:lnTo>
                    <a:lnTo>
                      <a:pt x="26" y="13"/>
                    </a:lnTo>
                    <a:lnTo>
                      <a:pt x="45" y="13"/>
                    </a:lnTo>
                    <a:lnTo>
                      <a:pt x="38" y="0"/>
                    </a:lnTo>
                    <a:lnTo>
                      <a:pt x="26" y="0"/>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12" name="Freeform 216"/>
              <p:cNvSpPr>
                <a:spLocks/>
              </p:cNvSpPr>
              <p:nvPr/>
            </p:nvSpPr>
            <p:spPr bwMode="auto">
              <a:xfrm>
                <a:off x="4465638" y="4408486"/>
                <a:ext cx="60325" cy="20637"/>
              </a:xfrm>
              <a:custGeom>
                <a:avLst/>
                <a:gdLst>
                  <a:gd name="T0" fmla="*/ 60325 w 38"/>
                  <a:gd name="T1" fmla="*/ 20637 h 13"/>
                  <a:gd name="T2" fmla="*/ 60325 w 38"/>
                  <a:gd name="T3" fmla="*/ 20637 h 13"/>
                  <a:gd name="T4" fmla="*/ 60325 w 38"/>
                  <a:gd name="T5" fmla="*/ 11112 h 13"/>
                  <a:gd name="T6" fmla="*/ 50800 w 38"/>
                  <a:gd name="T7" fmla="*/ 0 h 13"/>
                  <a:gd name="T8" fmla="*/ 30163 w 38"/>
                  <a:gd name="T9" fmla="*/ 0 h 13"/>
                  <a:gd name="T10" fmla="*/ 0 w 38"/>
                  <a:gd name="T11" fmla="*/ 0 h 13"/>
                  <a:gd name="T12" fmla="*/ 0 w 38"/>
                  <a:gd name="T13" fmla="*/ 11112 h 13"/>
                  <a:gd name="T14" fmla="*/ 0 w 38"/>
                  <a:gd name="T15" fmla="*/ 20637 h 13"/>
                  <a:gd name="T16" fmla="*/ 0 w 38"/>
                  <a:gd name="T17" fmla="*/ 20637 h 13"/>
                  <a:gd name="T18" fmla="*/ 9525 w 38"/>
                  <a:gd name="T19" fmla="*/ 20637 h 13"/>
                  <a:gd name="T20" fmla="*/ 30163 w 38"/>
                  <a:gd name="T21" fmla="*/ 20637 h 13"/>
                  <a:gd name="T22" fmla="*/ 50800 w 38"/>
                  <a:gd name="T23" fmla="*/ 11112 h 13"/>
                  <a:gd name="T24" fmla="*/ 60325 w 38"/>
                  <a:gd name="T25" fmla="*/ 20637 h 13"/>
                  <a:gd name="T26" fmla="*/ 60325 w 38"/>
                  <a:gd name="T27" fmla="*/ 20637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13"/>
                  <a:gd name="T44" fmla="*/ 38 w 38"/>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13">
                    <a:moveTo>
                      <a:pt x="38" y="13"/>
                    </a:moveTo>
                    <a:lnTo>
                      <a:pt x="38" y="13"/>
                    </a:lnTo>
                    <a:lnTo>
                      <a:pt x="38" y="7"/>
                    </a:lnTo>
                    <a:lnTo>
                      <a:pt x="32" y="0"/>
                    </a:lnTo>
                    <a:lnTo>
                      <a:pt x="19" y="0"/>
                    </a:lnTo>
                    <a:lnTo>
                      <a:pt x="0" y="0"/>
                    </a:lnTo>
                    <a:lnTo>
                      <a:pt x="0" y="7"/>
                    </a:lnTo>
                    <a:lnTo>
                      <a:pt x="0" y="13"/>
                    </a:lnTo>
                    <a:lnTo>
                      <a:pt x="6" y="13"/>
                    </a:lnTo>
                    <a:lnTo>
                      <a:pt x="19" y="13"/>
                    </a:lnTo>
                    <a:lnTo>
                      <a:pt x="32" y="7"/>
                    </a:lnTo>
                    <a:lnTo>
                      <a:pt x="38" y="13"/>
                    </a:lnTo>
                    <a:close/>
                  </a:path>
                </a:pathLst>
              </a:custGeom>
              <a:grpFill/>
              <a:ln w="9525">
                <a:noFill/>
                <a:round/>
                <a:headEnd/>
                <a:tailEnd/>
              </a:ln>
            </p:spPr>
            <p:txBody>
              <a:bodyPr/>
              <a:lstStyle/>
              <a:p>
                <a:pPr>
                  <a:defRPr/>
                </a:pPr>
                <a:endParaRPr lang="da-DK">
                  <a:latin typeface="Arial" pitchFamily="34" charset="0"/>
                </a:endParaRPr>
              </a:p>
            </p:txBody>
          </p:sp>
          <p:sp>
            <p:nvSpPr>
              <p:cNvPr id="113" name="Freeform 219"/>
              <p:cNvSpPr>
                <a:spLocks/>
              </p:cNvSpPr>
              <p:nvPr/>
            </p:nvSpPr>
            <p:spPr bwMode="auto">
              <a:xfrm>
                <a:off x="4475163" y="4176711"/>
                <a:ext cx="50800" cy="30162"/>
              </a:xfrm>
              <a:custGeom>
                <a:avLst/>
                <a:gdLst>
                  <a:gd name="T0" fmla="*/ 50800 w 32"/>
                  <a:gd name="T1" fmla="*/ 30162 h 19"/>
                  <a:gd name="T2" fmla="*/ 50800 w 32"/>
                  <a:gd name="T3" fmla="*/ 30162 h 19"/>
                  <a:gd name="T4" fmla="*/ 50800 w 32"/>
                  <a:gd name="T5" fmla="*/ 9525 h 19"/>
                  <a:gd name="T6" fmla="*/ 41275 w 32"/>
                  <a:gd name="T7" fmla="*/ 0 h 19"/>
                  <a:gd name="T8" fmla="*/ 41275 w 32"/>
                  <a:gd name="T9" fmla="*/ 0 h 19"/>
                  <a:gd name="T10" fmla="*/ 30162 w 32"/>
                  <a:gd name="T11" fmla="*/ 9525 h 19"/>
                  <a:gd name="T12" fmla="*/ 11112 w 32"/>
                  <a:gd name="T13" fmla="*/ 20637 h 19"/>
                  <a:gd name="T14" fmla="*/ 0 w 32"/>
                  <a:gd name="T15" fmla="*/ 20637 h 19"/>
                  <a:gd name="T16" fmla="*/ 0 w 32"/>
                  <a:gd name="T17" fmla="*/ 30162 h 19"/>
                  <a:gd name="T18" fmla="*/ 0 w 32"/>
                  <a:gd name="T19" fmla="*/ 30162 h 19"/>
                  <a:gd name="T20" fmla="*/ 11112 w 32"/>
                  <a:gd name="T21" fmla="*/ 30162 h 19"/>
                  <a:gd name="T22" fmla="*/ 20637 w 32"/>
                  <a:gd name="T23" fmla="*/ 30162 h 19"/>
                  <a:gd name="T24" fmla="*/ 50800 w 32"/>
                  <a:gd name="T25" fmla="*/ 30162 h 19"/>
                  <a:gd name="T26" fmla="*/ 50800 w 32"/>
                  <a:gd name="T27" fmla="*/ 30162 h 1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2"/>
                  <a:gd name="T43" fmla="*/ 0 h 19"/>
                  <a:gd name="T44" fmla="*/ 32 w 32"/>
                  <a:gd name="T45" fmla="*/ 19 h 1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2" h="19">
                    <a:moveTo>
                      <a:pt x="32" y="19"/>
                    </a:moveTo>
                    <a:lnTo>
                      <a:pt x="32" y="19"/>
                    </a:lnTo>
                    <a:lnTo>
                      <a:pt x="32" y="6"/>
                    </a:lnTo>
                    <a:lnTo>
                      <a:pt x="26" y="0"/>
                    </a:lnTo>
                    <a:lnTo>
                      <a:pt x="19" y="6"/>
                    </a:lnTo>
                    <a:lnTo>
                      <a:pt x="7" y="13"/>
                    </a:lnTo>
                    <a:lnTo>
                      <a:pt x="0" y="13"/>
                    </a:lnTo>
                    <a:lnTo>
                      <a:pt x="0" y="19"/>
                    </a:lnTo>
                    <a:lnTo>
                      <a:pt x="7" y="19"/>
                    </a:lnTo>
                    <a:lnTo>
                      <a:pt x="13" y="19"/>
                    </a:lnTo>
                    <a:lnTo>
                      <a:pt x="32" y="19"/>
                    </a:lnTo>
                    <a:close/>
                  </a:path>
                </a:pathLst>
              </a:custGeom>
              <a:grpFill/>
              <a:ln w="9525">
                <a:noFill/>
                <a:round/>
                <a:headEnd/>
                <a:tailEnd/>
              </a:ln>
            </p:spPr>
            <p:txBody>
              <a:bodyPr/>
              <a:lstStyle/>
              <a:p>
                <a:pPr>
                  <a:defRPr/>
                </a:pPr>
                <a:endParaRPr lang="da-DK">
                  <a:latin typeface="Arial" pitchFamily="34" charset="0"/>
                </a:endParaRPr>
              </a:p>
            </p:txBody>
          </p:sp>
          <p:sp>
            <p:nvSpPr>
              <p:cNvPr id="114" name="Freeform 220"/>
              <p:cNvSpPr>
                <a:spLocks/>
              </p:cNvSpPr>
              <p:nvPr/>
            </p:nvSpPr>
            <p:spPr bwMode="auto">
              <a:xfrm>
                <a:off x="4586288" y="4176711"/>
                <a:ext cx="30162" cy="30162"/>
              </a:xfrm>
              <a:custGeom>
                <a:avLst/>
                <a:gdLst>
                  <a:gd name="T0" fmla="*/ 20637 w 19"/>
                  <a:gd name="T1" fmla="*/ 0 h 19"/>
                  <a:gd name="T2" fmla="*/ 20637 w 19"/>
                  <a:gd name="T3" fmla="*/ 0 h 19"/>
                  <a:gd name="T4" fmla="*/ 20637 w 19"/>
                  <a:gd name="T5" fmla="*/ 9525 h 19"/>
                  <a:gd name="T6" fmla="*/ 9525 w 19"/>
                  <a:gd name="T7" fmla="*/ 9525 h 19"/>
                  <a:gd name="T8" fmla="*/ 0 w 19"/>
                  <a:gd name="T9" fmla="*/ 0 h 19"/>
                  <a:gd name="T10" fmla="*/ 0 w 19"/>
                  <a:gd name="T11" fmla="*/ 0 h 19"/>
                  <a:gd name="T12" fmla="*/ 0 w 19"/>
                  <a:gd name="T13" fmla="*/ 30162 h 19"/>
                  <a:gd name="T14" fmla="*/ 0 w 19"/>
                  <a:gd name="T15" fmla="*/ 30162 h 19"/>
                  <a:gd name="T16" fmla="*/ 9525 w 19"/>
                  <a:gd name="T17" fmla="*/ 30162 h 19"/>
                  <a:gd name="T18" fmla="*/ 30162 w 19"/>
                  <a:gd name="T19" fmla="*/ 20637 h 19"/>
                  <a:gd name="T20" fmla="*/ 30162 w 19"/>
                  <a:gd name="T21" fmla="*/ 9525 h 19"/>
                  <a:gd name="T22" fmla="*/ 20637 w 19"/>
                  <a:gd name="T23" fmla="*/ 0 h 19"/>
                  <a:gd name="T24" fmla="*/ 20637 w 19"/>
                  <a:gd name="T25" fmla="*/ 0 h 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
                  <a:gd name="T40" fmla="*/ 0 h 19"/>
                  <a:gd name="T41" fmla="*/ 19 w 19"/>
                  <a:gd name="T42" fmla="*/ 19 h 1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 h="19">
                    <a:moveTo>
                      <a:pt x="13" y="0"/>
                    </a:moveTo>
                    <a:lnTo>
                      <a:pt x="13" y="0"/>
                    </a:lnTo>
                    <a:lnTo>
                      <a:pt x="13" y="6"/>
                    </a:lnTo>
                    <a:lnTo>
                      <a:pt x="6" y="6"/>
                    </a:lnTo>
                    <a:lnTo>
                      <a:pt x="0" y="0"/>
                    </a:lnTo>
                    <a:lnTo>
                      <a:pt x="0" y="19"/>
                    </a:lnTo>
                    <a:lnTo>
                      <a:pt x="6" y="19"/>
                    </a:lnTo>
                    <a:lnTo>
                      <a:pt x="19" y="13"/>
                    </a:lnTo>
                    <a:lnTo>
                      <a:pt x="19" y="6"/>
                    </a:lnTo>
                    <a:lnTo>
                      <a:pt x="13" y="0"/>
                    </a:lnTo>
                    <a:close/>
                  </a:path>
                </a:pathLst>
              </a:custGeom>
              <a:grpFill/>
              <a:ln w="9525">
                <a:noFill/>
                <a:round/>
                <a:headEnd/>
                <a:tailEnd/>
              </a:ln>
            </p:spPr>
            <p:txBody>
              <a:bodyPr/>
              <a:lstStyle/>
              <a:p>
                <a:pPr>
                  <a:defRPr/>
                </a:pPr>
                <a:endParaRPr lang="da-DK">
                  <a:latin typeface="Arial" pitchFamily="34" charset="0"/>
                </a:endParaRPr>
              </a:p>
            </p:txBody>
          </p:sp>
          <p:sp>
            <p:nvSpPr>
              <p:cNvPr id="115" name="Freeform 226"/>
              <p:cNvSpPr>
                <a:spLocks/>
              </p:cNvSpPr>
              <p:nvPr/>
            </p:nvSpPr>
            <p:spPr bwMode="auto">
              <a:xfrm>
                <a:off x="4465638" y="4348161"/>
                <a:ext cx="80962" cy="20637"/>
              </a:xfrm>
              <a:custGeom>
                <a:avLst/>
                <a:gdLst>
                  <a:gd name="T0" fmla="*/ 0 w 51"/>
                  <a:gd name="T1" fmla="*/ 0 h 13"/>
                  <a:gd name="T2" fmla="*/ 0 w 51"/>
                  <a:gd name="T3" fmla="*/ 0 h 13"/>
                  <a:gd name="T4" fmla="*/ 0 w 51"/>
                  <a:gd name="T5" fmla="*/ 9525 h 13"/>
                  <a:gd name="T6" fmla="*/ 9525 w 51"/>
                  <a:gd name="T7" fmla="*/ 20637 h 13"/>
                  <a:gd name="T8" fmla="*/ 30162 w 51"/>
                  <a:gd name="T9" fmla="*/ 20637 h 13"/>
                  <a:gd name="T10" fmla="*/ 50800 w 51"/>
                  <a:gd name="T11" fmla="*/ 20637 h 13"/>
                  <a:gd name="T12" fmla="*/ 80962 w 51"/>
                  <a:gd name="T13" fmla="*/ 20637 h 13"/>
                  <a:gd name="T14" fmla="*/ 80962 w 51"/>
                  <a:gd name="T15" fmla="*/ 20637 h 13"/>
                  <a:gd name="T16" fmla="*/ 80962 w 51"/>
                  <a:gd name="T17" fmla="*/ 9525 h 13"/>
                  <a:gd name="T18" fmla="*/ 69850 w 51"/>
                  <a:gd name="T19" fmla="*/ 0 h 13"/>
                  <a:gd name="T20" fmla="*/ 39687 w 51"/>
                  <a:gd name="T21" fmla="*/ 0 h 13"/>
                  <a:gd name="T22" fmla="*/ 9525 w 51"/>
                  <a:gd name="T23" fmla="*/ 0 h 13"/>
                  <a:gd name="T24" fmla="*/ 0 w 51"/>
                  <a:gd name="T25" fmla="*/ 0 h 13"/>
                  <a:gd name="T26" fmla="*/ 0 w 51"/>
                  <a:gd name="T27" fmla="*/ 0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1"/>
                  <a:gd name="T43" fmla="*/ 0 h 13"/>
                  <a:gd name="T44" fmla="*/ 51 w 51"/>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1" h="13">
                    <a:moveTo>
                      <a:pt x="0" y="0"/>
                    </a:moveTo>
                    <a:lnTo>
                      <a:pt x="0" y="0"/>
                    </a:lnTo>
                    <a:lnTo>
                      <a:pt x="0" y="6"/>
                    </a:lnTo>
                    <a:lnTo>
                      <a:pt x="6" y="13"/>
                    </a:lnTo>
                    <a:lnTo>
                      <a:pt x="19" y="13"/>
                    </a:lnTo>
                    <a:lnTo>
                      <a:pt x="32" y="13"/>
                    </a:lnTo>
                    <a:lnTo>
                      <a:pt x="51" y="13"/>
                    </a:lnTo>
                    <a:lnTo>
                      <a:pt x="51" y="6"/>
                    </a:lnTo>
                    <a:lnTo>
                      <a:pt x="44" y="0"/>
                    </a:lnTo>
                    <a:lnTo>
                      <a:pt x="25" y="0"/>
                    </a:lnTo>
                    <a:lnTo>
                      <a:pt x="6" y="0"/>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16" name="Freeform 228"/>
              <p:cNvSpPr>
                <a:spLocks/>
              </p:cNvSpPr>
              <p:nvPr/>
            </p:nvSpPr>
            <p:spPr bwMode="auto">
              <a:xfrm>
                <a:off x="4475163" y="4378323"/>
                <a:ext cx="71437" cy="30163"/>
              </a:xfrm>
              <a:custGeom>
                <a:avLst/>
                <a:gdLst>
                  <a:gd name="T0" fmla="*/ 0 w 45"/>
                  <a:gd name="T1" fmla="*/ 0 h 19"/>
                  <a:gd name="T2" fmla="*/ 0 w 45"/>
                  <a:gd name="T3" fmla="*/ 0 h 19"/>
                  <a:gd name="T4" fmla="*/ 0 w 45"/>
                  <a:gd name="T5" fmla="*/ 30163 h 19"/>
                  <a:gd name="T6" fmla="*/ 0 w 45"/>
                  <a:gd name="T7" fmla="*/ 30163 h 19"/>
                  <a:gd name="T8" fmla="*/ 41275 w 45"/>
                  <a:gd name="T9" fmla="*/ 20638 h 19"/>
                  <a:gd name="T10" fmla="*/ 71437 w 45"/>
                  <a:gd name="T11" fmla="*/ 20638 h 19"/>
                  <a:gd name="T12" fmla="*/ 71437 w 45"/>
                  <a:gd name="T13" fmla="*/ 20638 h 19"/>
                  <a:gd name="T14" fmla="*/ 60325 w 45"/>
                  <a:gd name="T15" fmla="*/ 0 h 19"/>
                  <a:gd name="T16" fmla="*/ 41275 w 45"/>
                  <a:gd name="T17" fmla="*/ 0 h 19"/>
                  <a:gd name="T18" fmla="*/ 0 w 45"/>
                  <a:gd name="T19" fmla="*/ 0 h 19"/>
                  <a:gd name="T20" fmla="*/ 0 w 45"/>
                  <a:gd name="T21" fmla="*/ 0 h 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5"/>
                  <a:gd name="T34" fmla="*/ 0 h 19"/>
                  <a:gd name="T35" fmla="*/ 45 w 45"/>
                  <a:gd name="T36" fmla="*/ 19 h 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5" h="19">
                    <a:moveTo>
                      <a:pt x="0" y="0"/>
                    </a:moveTo>
                    <a:lnTo>
                      <a:pt x="0" y="0"/>
                    </a:lnTo>
                    <a:lnTo>
                      <a:pt x="0" y="19"/>
                    </a:lnTo>
                    <a:lnTo>
                      <a:pt x="26" y="13"/>
                    </a:lnTo>
                    <a:lnTo>
                      <a:pt x="45" y="13"/>
                    </a:lnTo>
                    <a:lnTo>
                      <a:pt x="38" y="0"/>
                    </a:lnTo>
                    <a:lnTo>
                      <a:pt x="26" y="0"/>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17" name="Freeform 231"/>
              <p:cNvSpPr>
                <a:spLocks/>
              </p:cNvSpPr>
              <p:nvPr/>
            </p:nvSpPr>
            <p:spPr bwMode="auto">
              <a:xfrm>
                <a:off x="4475163" y="4498973"/>
                <a:ext cx="50800" cy="30163"/>
              </a:xfrm>
              <a:custGeom>
                <a:avLst/>
                <a:gdLst>
                  <a:gd name="T0" fmla="*/ 50800 w 32"/>
                  <a:gd name="T1" fmla="*/ 30163 h 19"/>
                  <a:gd name="T2" fmla="*/ 50800 w 32"/>
                  <a:gd name="T3" fmla="*/ 30163 h 19"/>
                  <a:gd name="T4" fmla="*/ 50800 w 32"/>
                  <a:gd name="T5" fmla="*/ 11113 h 19"/>
                  <a:gd name="T6" fmla="*/ 41275 w 32"/>
                  <a:gd name="T7" fmla="*/ 0 h 19"/>
                  <a:gd name="T8" fmla="*/ 41275 w 32"/>
                  <a:gd name="T9" fmla="*/ 0 h 19"/>
                  <a:gd name="T10" fmla="*/ 30162 w 32"/>
                  <a:gd name="T11" fmla="*/ 11113 h 19"/>
                  <a:gd name="T12" fmla="*/ 11112 w 32"/>
                  <a:gd name="T13" fmla="*/ 20638 h 19"/>
                  <a:gd name="T14" fmla="*/ 0 w 32"/>
                  <a:gd name="T15" fmla="*/ 20638 h 19"/>
                  <a:gd name="T16" fmla="*/ 0 w 32"/>
                  <a:gd name="T17" fmla="*/ 30163 h 19"/>
                  <a:gd name="T18" fmla="*/ 0 w 32"/>
                  <a:gd name="T19" fmla="*/ 30163 h 19"/>
                  <a:gd name="T20" fmla="*/ 11112 w 32"/>
                  <a:gd name="T21" fmla="*/ 30163 h 19"/>
                  <a:gd name="T22" fmla="*/ 20637 w 32"/>
                  <a:gd name="T23" fmla="*/ 30163 h 19"/>
                  <a:gd name="T24" fmla="*/ 50800 w 32"/>
                  <a:gd name="T25" fmla="*/ 30163 h 19"/>
                  <a:gd name="T26" fmla="*/ 50800 w 32"/>
                  <a:gd name="T27" fmla="*/ 30163 h 1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2"/>
                  <a:gd name="T43" fmla="*/ 0 h 19"/>
                  <a:gd name="T44" fmla="*/ 32 w 32"/>
                  <a:gd name="T45" fmla="*/ 19 h 1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2" h="19">
                    <a:moveTo>
                      <a:pt x="32" y="19"/>
                    </a:moveTo>
                    <a:lnTo>
                      <a:pt x="32" y="19"/>
                    </a:lnTo>
                    <a:lnTo>
                      <a:pt x="32" y="7"/>
                    </a:lnTo>
                    <a:lnTo>
                      <a:pt x="26" y="0"/>
                    </a:lnTo>
                    <a:lnTo>
                      <a:pt x="19" y="7"/>
                    </a:lnTo>
                    <a:lnTo>
                      <a:pt x="7" y="13"/>
                    </a:lnTo>
                    <a:lnTo>
                      <a:pt x="0" y="13"/>
                    </a:lnTo>
                    <a:lnTo>
                      <a:pt x="0" y="19"/>
                    </a:lnTo>
                    <a:lnTo>
                      <a:pt x="7" y="19"/>
                    </a:lnTo>
                    <a:lnTo>
                      <a:pt x="13" y="19"/>
                    </a:lnTo>
                    <a:lnTo>
                      <a:pt x="32" y="19"/>
                    </a:lnTo>
                    <a:close/>
                  </a:path>
                </a:pathLst>
              </a:custGeom>
              <a:grpFill/>
              <a:ln w="9525">
                <a:noFill/>
                <a:round/>
                <a:headEnd/>
                <a:tailEnd/>
              </a:ln>
            </p:spPr>
            <p:txBody>
              <a:bodyPr/>
              <a:lstStyle/>
              <a:p>
                <a:pPr>
                  <a:defRPr/>
                </a:pPr>
                <a:endParaRPr lang="da-DK">
                  <a:latin typeface="Arial" pitchFamily="34" charset="0"/>
                </a:endParaRPr>
              </a:p>
            </p:txBody>
          </p:sp>
          <p:sp>
            <p:nvSpPr>
              <p:cNvPr id="118" name="Freeform 234"/>
              <p:cNvSpPr>
                <a:spLocks/>
              </p:cNvSpPr>
              <p:nvPr/>
            </p:nvSpPr>
            <p:spPr bwMode="auto">
              <a:xfrm>
                <a:off x="4465638" y="4579936"/>
                <a:ext cx="80962" cy="20637"/>
              </a:xfrm>
              <a:custGeom>
                <a:avLst/>
                <a:gdLst>
                  <a:gd name="T0" fmla="*/ 80962 w 51"/>
                  <a:gd name="T1" fmla="*/ 0 h 13"/>
                  <a:gd name="T2" fmla="*/ 80962 w 51"/>
                  <a:gd name="T3" fmla="*/ 0 h 13"/>
                  <a:gd name="T4" fmla="*/ 39687 w 51"/>
                  <a:gd name="T5" fmla="*/ 0 h 13"/>
                  <a:gd name="T6" fmla="*/ 20637 w 51"/>
                  <a:gd name="T7" fmla="*/ 0 h 13"/>
                  <a:gd name="T8" fmla="*/ 0 w 51"/>
                  <a:gd name="T9" fmla="*/ 20637 h 13"/>
                  <a:gd name="T10" fmla="*/ 0 w 51"/>
                  <a:gd name="T11" fmla="*/ 20637 h 13"/>
                  <a:gd name="T12" fmla="*/ 50800 w 51"/>
                  <a:gd name="T13" fmla="*/ 20637 h 13"/>
                  <a:gd name="T14" fmla="*/ 69850 w 51"/>
                  <a:gd name="T15" fmla="*/ 9525 h 13"/>
                  <a:gd name="T16" fmla="*/ 80962 w 51"/>
                  <a:gd name="T17" fmla="*/ 0 h 13"/>
                  <a:gd name="T18" fmla="*/ 80962 w 51"/>
                  <a:gd name="T19" fmla="*/ 0 h 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
                  <a:gd name="T31" fmla="*/ 0 h 13"/>
                  <a:gd name="T32" fmla="*/ 51 w 51"/>
                  <a:gd name="T33" fmla="*/ 13 h 1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 h="13">
                    <a:moveTo>
                      <a:pt x="51" y="0"/>
                    </a:moveTo>
                    <a:lnTo>
                      <a:pt x="51" y="0"/>
                    </a:lnTo>
                    <a:lnTo>
                      <a:pt x="25" y="0"/>
                    </a:lnTo>
                    <a:lnTo>
                      <a:pt x="13" y="0"/>
                    </a:lnTo>
                    <a:lnTo>
                      <a:pt x="0" y="13"/>
                    </a:lnTo>
                    <a:lnTo>
                      <a:pt x="32" y="13"/>
                    </a:lnTo>
                    <a:lnTo>
                      <a:pt x="44" y="6"/>
                    </a:lnTo>
                    <a:lnTo>
                      <a:pt x="51" y="0"/>
                    </a:lnTo>
                    <a:close/>
                  </a:path>
                </a:pathLst>
              </a:custGeom>
              <a:grpFill/>
              <a:ln w="9525">
                <a:noFill/>
                <a:round/>
                <a:headEnd/>
                <a:tailEnd/>
              </a:ln>
            </p:spPr>
            <p:txBody>
              <a:bodyPr/>
              <a:lstStyle/>
              <a:p>
                <a:pPr>
                  <a:defRPr/>
                </a:pPr>
                <a:endParaRPr lang="da-DK">
                  <a:latin typeface="Arial" pitchFamily="34" charset="0"/>
                </a:endParaRPr>
              </a:p>
            </p:txBody>
          </p:sp>
          <p:sp>
            <p:nvSpPr>
              <p:cNvPr id="119" name="Freeform 236"/>
              <p:cNvSpPr>
                <a:spLocks/>
              </p:cNvSpPr>
              <p:nvPr/>
            </p:nvSpPr>
            <p:spPr bwMode="auto">
              <a:xfrm>
                <a:off x="4465638" y="4610098"/>
                <a:ext cx="60325" cy="20638"/>
              </a:xfrm>
              <a:custGeom>
                <a:avLst/>
                <a:gdLst>
                  <a:gd name="T0" fmla="*/ 9525 w 38"/>
                  <a:gd name="T1" fmla="*/ 20638 h 13"/>
                  <a:gd name="T2" fmla="*/ 9525 w 38"/>
                  <a:gd name="T3" fmla="*/ 20638 h 13"/>
                  <a:gd name="T4" fmla="*/ 30163 w 38"/>
                  <a:gd name="T5" fmla="*/ 20638 h 13"/>
                  <a:gd name="T6" fmla="*/ 60325 w 38"/>
                  <a:gd name="T7" fmla="*/ 20638 h 13"/>
                  <a:gd name="T8" fmla="*/ 60325 w 38"/>
                  <a:gd name="T9" fmla="*/ 20638 h 13"/>
                  <a:gd name="T10" fmla="*/ 60325 w 38"/>
                  <a:gd name="T11" fmla="*/ 0 h 13"/>
                  <a:gd name="T12" fmla="*/ 60325 w 38"/>
                  <a:gd name="T13" fmla="*/ 0 h 13"/>
                  <a:gd name="T14" fmla="*/ 60325 w 38"/>
                  <a:gd name="T15" fmla="*/ 0 h 13"/>
                  <a:gd name="T16" fmla="*/ 50800 w 38"/>
                  <a:gd name="T17" fmla="*/ 0 h 13"/>
                  <a:gd name="T18" fmla="*/ 50800 w 38"/>
                  <a:gd name="T19" fmla="*/ 0 h 13"/>
                  <a:gd name="T20" fmla="*/ 39687 w 38"/>
                  <a:gd name="T21" fmla="*/ 0 h 13"/>
                  <a:gd name="T22" fmla="*/ 20637 w 38"/>
                  <a:gd name="T23" fmla="*/ 11113 h 13"/>
                  <a:gd name="T24" fmla="*/ 0 w 38"/>
                  <a:gd name="T25" fmla="*/ 11113 h 13"/>
                  <a:gd name="T26" fmla="*/ 0 w 38"/>
                  <a:gd name="T27" fmla="*/ 11113 h 13"/>
                  <a:gd name="T28" fmla="*/ 9525 w 38"/>
                  <a:gd name="T29" fmla="*/ 20638 h 13"/>
                  <a:gd name="T30" fmla="*/ 9525 w 38"/>
                  <a:gd name="T31" fmla="*/ 20638 h 1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8"/>
                  <a:gd name="T49" fmla="*/ 0 h 13"/>
                  <a:gd name="T50" fmla="*/ 38 w 38"/>
                  <a:gd name="T51" fmla="*/ 13 h 1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8" h="13">
                    <a:moveTo>
                      <a:pt x="6" y="13"/>
                    </a:moveTo>
                    <a:lnTo>
                      <a:pt x="6" y="13"/>
                    </a:lnTo>
                    <a:lnTo>
                      <a:pt x="19" y="13"/>
                    </a:lnTo>
                    <a:lnTo>
                      <a:pt x="38" y="13"/>
                    </a:lnTo>
                    <a:lnTo>
                      <a:pt x="38" y="0"/>
                    </a:lnTo>
                    <a:lnTo>
                      <a:pt x="32" y="0"/>
                    </a:lnTo>
                    <a:lnTo>
                      <a:pt x="25" y="0"/>
                    </a:lnTo>
                    <a:lnTo>
                      <a:pt x="13" y="7"/>
                    </a:lnTo>
                    <a:lnTo>
                      <a:pt x="0" y="7"/>
                    </a:lnTo>
                    <a:lnTo>
                      <a:pt x="6" y="13"/>
                    </a:lnTo>
                    <a:close/>
                  </a:path>
                </a:pathLst>
              </a:custGeom>
              <a:grpFill/>
              <a:ln w="9525">
                <a:noFill/>
                <a:round/>
                <a:headEnd/>
                <a:tailEnd/>
              </a:ln>
            </p:spPr>
            <p:txBody>
              <a:bodyPr/>
              <a:lstStyle/>
              <a:p>
                <a:pPr>
                  <a:defRPr/>
                </a:pPr>
                <a:endParaRPr lang="da-DK">
                  <a:latin typeface="Arial" pitchFamily="34" charset="0"/>
                </a:endParaRPr>
              </a:p>
            </p:txBody>
          </p:sp>
          <p:sp>
            <p:nvSpPr>
              <p:cNvPr id="120" name="Freeform 238"/>
              <p:cNvSpPr>
                <a:spLocks/>
              </p:cNvSpPr>
              <p:nvPr/>
            </p:nvSpPr>
            <p:spPr bwMode="auto">
              <a:xfrm>
                <a:off x="4465638" y="4540248"/>
                <a:ext cx="60325" cy="30163"/>
              </a:xfrm>
              <a:custGeom>
                <a:avLst/>
                <a:gdLst>
                  <a:gd name="T0" fmla="*/ 50800 w 38"/>
                  <a:gd name="T1" fmla="*/ 0 h 19"/>
                  <a:gd name="T2" fmla="*/ 50800 w 38"/>
                  <a:gd name="T3" fmla="*/ 0 h 19"/>
                  <a:gd name="T4" fmla="*/ 50800 w 38"/>
                  <a:gd name="T5" fmla="*/ 9525 h 19"/>
                  <a:gd name="T6" fmla="*/ 50800 w 38"/>
                  <a:gd name="T7" fmla="*/ 9525 h 19"/>
                  <a:gd name="T8" fmla="*/ 30163 w 38"/>
                  <a:gd name="T9" fmla="*/ 9525 h 19"/>
                  <a:gd name="T10" fmla="*/ 9525 w 38"/>
                  <a:gd name="T11" fmla="*/ 9525 h 19"/>
                  <a:gd name="T12" fmla="*/ 0 w 38"/>
                  <a:gd name="T13" fmla="*/ 9525 h 19"/>
                  <a:gd name="T14" fmla="*/ 0 w 38"/>
                  <a:gd name="T15" fmla="*/ 30163 h 19"/>
                  <a:gd name="T16" fmla="*/ 0 w 38"/>
                  <a:gd name="T17" fmla="*/ 30163 h 19"/>
                  <a:gd name="T18" fmla="*/ 50800 w 38"/>
                  <a:gd name="T19" fmla="*/ 30163 h 19"/>
                  <a:gd name="T20" fmla="*/ 60325 w 38"/>
                  <a:gd name="T21" fmla="*/ 19050 h 19"/>
                  <a:gd name="T22" fmla="*/ 50800 w 38"/>
                  <a:gd name="T23" fmla="*/ 0 h 19"/>
                  <a:gd name="T24" fmla="*/ 50800 w 38"/>
                  <a:gd name="T25" fmla="*/ 0 h 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8"/>
                  <a:gd name="T40" fmla="*/ 0 h 19"/>
                  <a:gd name="T41" fmla="*/ 38 w 38"/>
                  <a:gd name="T42" fmla="*/ 19 h 1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8" h="19">
                    <a:moveTo>
                      <a:pt x="32" y="0"/>
                    </a:moveTo>
                    <a:lnTo>
                      <a:pt x="32" y="0"/>
                    </a:lnTo>
                    <a:lnTo>
                      <a:pt x="32" y="6"/>
                    </a:lnTo>
                    <a:lnTo>
                      <a:pt x="19" y="6"/>
                    </a:lnTo>
                    <a:lnTo>
                      <a:pt x="6" y="6"/>
                    </a:lnTo>
                    <a:lnTo>
                      <a:pt x="0" y="6"/>
                    </a:lnTo>
                    <a:lnTo>
                      <a:pt x="0" y="19"/>
                    </a:lnTo>
                    <a:lnTo>
                      <a:pt x="32" y="19"/>
                    </a:lnTo>
                    <a:lnTo>
                      <a:pt x="38" y="12"/>
                    </a:lnTo>
                    <a:lnTo>
                      <a:pt x="32" y="0"/>
                    </a:lnTo>
                    <a:close/>
                  </a:path>
                </a:pathLst>
              </a:custGeom>
              <a:grpFill/>
              <a:ln w="9525">
                <a:noFill/>
                <a:round/>
                <a:headEnd/>
                <a:tailEnd/>
              </a:ln>
            </p:spPr>
            <p:txBody>
              <a:bodyPr/>
              <a:lstStyle/>
              <a:p>
                <a:pPr>
                  <a:defRPr/>
                </a:pPr>
                <a:endParaRPr lang="da-DK">
                  <a:latin typeface="Arial" pitchFamily="34" charset="0"/>
                </a:endParaRPr>
              </a:p>
            </p:txBody>
          </p:sp>
          <p:sp>
            <p:nvSpPr>
              <p:cNvPr id="121" name="Freeform 241"/>
              <p:cNvSpPr>
                <a:spLocks/>
              </p:cNvSpPr>
              <p:nvPr/>
            </p:nvSpPr>
            <p:spPr bwMode="auto">
              <a:xfrm>
                <a:off x="4465638" y="4579936"/>
                <a:ext cx="80962" cy="20637"/>
              </a:xfrm>
              <a:custGeom>
                <a:avLst/>
                <a:gdLst>
                  <a:gd name="T0" fmla="*/ 80962 w 51"/>
                  <a:gd name="T1" fmla="*/ 0 h 13"/>
                  <a:gd name="T2" fmla="*/ 80962 w 51"/>
                  <a:gd name="T3" fmla="*/ 0 h 13"/>
                  <a:gd name="T4" fmla="*/ 39687 w 51"/>
                  <a:gd name="T5" fmla="*/ 0 h 13"/>
                  <a:gd name="T6" fmla="*/ 20637 w 51"/>
                  <a:gd name="T7" fmla="*/ 0 h 13"/>
                  <a:gd name="T8" fmla="*/ 0 w 51"/>
                  <a:gd name="T9" fmla="*/ 20637 h 13"/>
                  <a:gd name="T10" fmla="*/ 0 w 51"/>
                  <a:gd name="T11" fmla="*/ 20637 h 13"/>
                  <a:gd name="T12" fmla="*/ 50800 w 51"/>
                  <a:gd name="T13" fmla="*/ 20637 h 13"/>
                  <a:gd name="T14" fmla="*/ 69850 w 51"/>
                  <a:gd name="T15" fmla="*/ 9525 h 13"/>
                  <a:gd name="T16" fmla="*/ 80962 w 51"/>
                  <a:gd name="T17" fmla="*/ 0 h 13"/>
                  <a:gd name="T18" fmla="*/ 80962 w 51"/>
                  <a:gd name="T19" fmla="*/ 0 h 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
                  <a:gd name="T31" fmla="*/ 0 h 13"/>
                  <a:gd name="T32" fmla="*/ 51 w 51"/>
                  <a:gd name="T33" fmla="*/ 13 h 1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 h="13">
                    <a:moveTo>
                      <a:pt x="51" y="0"/>
                    </a:moveTo>
                    <a:lnTo>
                      <a:pt x="51" y="0"/>
                    </a:lnTo>
                    <a:lnTo>
                      <a:pt x="25" y="0"/>
                    </a:lnTo>
                    <a:lnTo>
                      <a:pt x="13" y="0"/>
                    </a:lnTo>
                    <a:lnTo>
                      <a:pt x="0" y="13"/>
                    </a:lnTo>
                    <a:lnTo>
                      <a:pt x="32" y="13"/>
                    </a:lnTo>
                    <a:lnTo>
                      <a:pt x="44" y="6"/>
                    </a:lnTo>
                    <a:lnTo>
                      <a:pt x="51" y="0"/>
                    </a:lnTo>
                    <a:close/>
                  </a:path>
                </a:pathLst>
              </a:custGeom>
              <a:grpFill/>
              <a:ln w="9525">
                <a:noFill/>
                <a:round/>
                <a:headEnd/>
                <a:tailEnd/>
              </a:ln>
            </p:spPr>
            <p:txBody>
              <a:bodyPr/>
              <a:lstStyle/>
              <a:p>
                <a:pPr>
                  <a:defRPr/>
                </a:pPr>
                <a:endParaRPr lang="da-DK">
                  <a:latin typeface="Arial" pitchFamily="34" charset="0"/>
                </a:endParaRPr>
              </a:p>
            </p:txBody>
          </p:sp>
          <p:sp>
            <p:nvSpPr>
              <p:cNvPr id="122" name="Freeform 243"/>
              <p:cNvSpPr>
                <a:spLocks/>
              </p:cNvSpPr>
              <p:nvPr/>
            </p:nvSpPr>
            <p:spPr bwMode="auto">
              <a:xfrm>
                <a:off x="4465638" y="4610098"/>
                <a:ext cx="60325" cy="20638"/>
              </a:xfrm>
              <a:custGeom>
                <a:avLst/>
                <a:gdLst>
                  <a:gd name="T0" fmla="*/ 9525 w 38"/>
                  <a:gd name="T1" fmla="*/ 20638 h 13"/>
                  <a:gd name="T2" fmla="*/ 9525 w 38"/>
                  <a:gd name="T3" fmla="*/ 20638 h 13"/>
                  <a:gd name="T4" fmla="*/ 30163 w 38"/>
                  <a:gd name="T5" fmla="*/ 20638 h 13"/>
                  <a:gd name="T6" fmla="*/ 60325 w 38"/>
                  <a:gd name="T7" fmla="*/ 20638 h 13"/>
                  <a:gd name="T8" fmla="*/ 60325 w 38"/>
                  <a:gd name="T9" fmla="*/ 20638 h 13"/>
                  <a:gd name="T10" fmla="*/ 60325 w 38"/>
                  <a:gd name="T11" fmla="*/ 0 h 13"/>
                  <a:gd name="T12" fmla="*/ 60325 w 38"/>
                  <a:gd name="T13" fmla="*/ 0 h 13"/>
                  <a:gd name="T14" fmla="*/ 60325 w 38"/>
                  <a:gd name="T15" fmla="*/ 0 h 13"/>
                  <a:gd name="T16" fmla="*/ 50800 w 38"/>
                  <a:gd name="T17" fmla="*/ 0 h 13"/>
                  <a:gd name="T18" fmla="*/ 50800 w 38"/>
                  <a:gd name="T19" fmla="*/ 0 h 13"/>
                  <a:gd name="T20" fmla="*/ 39687 w 38"/>
                  <a:gd name="T21" fmla="*/ 0 h 13"/>
                  <a:gd name="T22" fmla="*/ 20637 w 38"/>
                  <a:gd name="T23" fmla="*/ 11113 h 13"/>
                  <a:gd name="T24" fmla="*/ 0 w 38"/>
                  <a:gd name="T25" fmla="*/ 11113 h 13"/>
                  <a:gd name="T26" fmla="*/ 0 w 38"/>
                  <a:gd name="T27" fmla="*/ 11113 h 13"/>
                  <a:gd name="T28" fmla="*/ 9525 w 38"/>
                  <a:gd name="T29" fmla="*/ 20638 h 13"/>
                  <a:gd name="T30" fmla="*/ 9525 w 38"/>
                  <a:gd name="T31" fmla="*/ 20638 h 1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8"/>
                  <a:gd name="T49" fmla="*/ 0 h 13"/>
                  <a:gd name="T50" fmla="*/ 38 w 38"/>
                  <a:gd name="T51" fmla="*/ 13 h 1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8" h="13">
                    <a:moveTo>
                      <a:pt x="6" y="13"/>
                    </a:moveTo>
                    <a:lnTo>
                      <a:pt x="6" y="13"/>
                    </a:lnTo>
                    <a:lnTo>
                      <a:pt x="19" y="13"/>
                    </a:lnTo>
                    <a:lnTo>
                      <a:pt x="38" y="13"/>
                    </a:lnTo>
                    <a:lnTo>
                      <a:pt x="38" y="0"/>
                    </a:lnTo>
                    <a:lnTo>
                      <a:pt x="32" y="0"/>
                    </a:lnTo>
                    <a:lnTo>
                      <a:pt x="25" y="0"/>
                    </a:lnTo>
                    <a:lnTo>
                      <a:pt x="13" y="7"/>
                    </a:lnTo>
                    <a:lnTo>
                      <a:pt x="0" y="7"/>
                    </a:lnTo>
                    <a:lnTo>
                      <a:pt x="6" y="13"/>
                    </a:lnTo>
                    <a:close/>
                  </a:path>
                </a:pathLst>
              </a:custGeom>
              <a:grpFill/>
              <a:ln w="9525">
                <a:noFill/>
                <a:round/>
                <a:headEnd/>
                <a:tailEnd/>
              </a:ln>
            </p:spPr>
            <p:txBody>
              <a:bodyPr/>
              <a:lstStyle/>
              <a:p>
                <a:pPr>
                  <a:defRPr/>
                </a:pPr>
                <a:endParaRPr lang="da-DK">
                  <a:latin typeface="Arial" pitchFamily="34" charset="0"/>
                </a:endParaRPr>
              </a:p>
            </p:txBody>
          </p:sp>
          <p:sp>
            <p:nvSpPr>
              <p:cNvPr id="123" name="Freeform 245"/>
              <p:cNvSpPr>
                <a:spLocks/>
              </p:cNvSpPr>
              <p:nvPr/>
            </p:nvSpPr>
            <p:spPr bwMode="auto">
              <a:xfrm>
                <a:off x="4465638" y="4540248"/>
                <a:ext cx="60325" cy="30163"/>
              </a:xfrm>
              <a:custGeom>
                <a:avLst/>
                <a:gdLst>
                  <a:gd name="T0" fmla="*/ 50800 w 38"/>
                  <a:gd name="T1" fmla="*/ 0 h 19"/>
                  <a:gd name="T2" fmla="*/ 50800 w 38"/>
                  <a:gd name="T3" fmla="*/ 0 h 19"/>
                  <a:gd name="T4" fmla="*/ 50800 w 38"/>
                  <a:gd name="T5" fmla="*/ 9525 h 19"/>
                  <a:gd name="T6" fmla="*/ 50800 w 38"/>
                  <a:gd name="T7" fmla="*/ 9525 h 19"/>
                  <a:gd name="T8" fmla="*/ 30163 w 38"/>
                  <a:gd name="T9" fmla="*/ 9525 h 19"/>
                  <a:gd name="T10" fmla="*/ 9525 w 38"/>
                  <a:gd name="T11" fmla="*/ 9525 h 19"/>
                  <a:gd name="T12" fmla="*/ 0 w 38"/>
                  <a:gd name="T13" fmla="*/ 9525 h 19"/>
                  <a:gd name="T14" fmla="*/ 0 w 38"/>
                  <a:gd name="T15" fmla="*/ 30163 h 19"/>
                  <a:gd name="T16" fmla="*/ 0 w 38"/>
                  <a:gd name="T17" fmla="*/ 30163 h 19"/>
                  <a:gd name="T18" fmla="*/ 50800 w 38"/>
                  <a:gd name="T19" fmla="*/ 30163 h 19"/>
                  <a:gd name="T20" fmla="*/ 60325 w 38"/>
                  <a:gd name="T21" fmla="*/ 19050 h 19"/>
                  <a:gd name="T22" fmla="*/ 50800 w 38"/>
                  <a:gd name="T23" fmla="*/ 0 h 19"/>
                  <a:gd name="T24" fmla="*/ 50800 w 38"/>
                  <a:gd name="T25" fmla="*/ 0 h 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8"/>
                  <a:gd name="T40" fmla="*/ 0 h 19"/>
                  <a:gd name="T41" fmla="*/ 38 w 38"/>
                  <a:gd name="T42" fmla="*/ 19 h 1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8" h="19">
                    <a:moveTo>
                      <a:pt x="32" y="0"/>
                    </a:moveTo>
                    <a:lnTo>
                      <a:pt x="32" y="0"/>
                    </a:lnTo>
                    <a:lnTo>
                      <a:pt x="32" y="6"/>
                    </a:lnTo>
                    <a:lnTo>
                      <a:pt x="19" y="6"/>
                    </a:lnTo>
                    <a:lnTo>
                      <a:pt x="6" y="6"/>
                    </a:lnTo>
                    <a:lnTo>
                      <a:pt x="0" y="6"/>
                    </a:lnTo>
                    <a:lnTo>
                      <a:pt x="0" y="19"/>
                    </a:lnTo>
                    <a:lnTo>
                      <a:pt x="32" y="19"/>
                    </a:lnTo>
                    <a:lnTo>
                      <a:pt x="38" y="12"/>
                    </a:lnTo>
                    <a:lnTo>
                      <a:pt x="32" y="0"/>
                    </a:lnTo>
                    <a:close/>
                  </a:path>
                </a:pathLst>
              </a:custGeom>
              <a:grpFill/>
              <a:ln w="9525">
                <a:noFill/>
                <a:round/>
                <a:headEnd/>
                <a:tailEnd/>
              </a:ln>
            </p:spPr>
            <p:txBody>
              <a:bodyPr/>
              <a:lstStyle/>
              <a:p>
                <a:pPr>
                  <a:defRPr/>
                </a:pPr>
                <a:endParaRPr lang="da-DK">
                  <a:latin typeface="Arial" pitchFamily="34" charset="0"/>
                </a:endParaRPr>
              </a:p>
            </p:txBody>
          </p:sp>
          <p:sp>
            <p:nvSpPr>
              <p:cNvPr id="124" name="Freeform 281"/>
              <p:cNvSpPr>
                <a:spLocks/>
              </p:cNvSpPr>
              <p:nvPr/>
            </p:nvSpPr>
            <p:spPr bwMode="auto">
              <a:xfrm>
                <a:off x="3629025" y="3451224"/>
                <a:ext cx="1588" cy="1588"/>
              </a:xfrm>
              <a:custGeom>
                <a:avLst/>
                <a:gdLst>
                  <a:gd name="T0" fmla="*/ 0 w 1588"/>
                  <a:gd name="T1" fmla="*/ 0 h 1588"/>
                  <a:gd name="T2" fmla="*/ 0 w 1588"/>
                  <a:gd name="T3" fmla="*/ 0 h 1588"/>
                  <a:gd name="T4" fmla="*/ 0 w 1588"/>
                  <a:gd name="T5" fmla="*/ 0 h 1588"/>
                  <a:gd name="T6" fmla="*/ 0 w 1588"/>
                  <a:gd name="T7" fmla="*/ 0 h 1588"/>
                  <a:gd name="T8" fmla="*/ 0 w 1588"/>
                  <a:gd name="T9" fmla="*/ 0 h 1588"/>
                  <a:gd name="T10" fmla="*/ 0 w 1588"/>
                  <a:gd name="T11" fmla="*/ 0 h 1588"/>
                  <a:gd name="T12" fmla="*/ 0 60000 65536"/>
                  <a:gd name="T13" fmla="*/ 0 60000 65536"/>
                  <a:gd name="T14" fmla="*/ 0 60000 65536"/>
                  <a:gd name="T15" fmla="*/ 0 60000 65536"/>
                  <a:gd name="T16" fmla="*/ 0 60000 65536"/>
                  <a:gd name="T17" fmla="*/ 0 60000 65536"/>
                  <a:gd name="T18" fmla="*/ 0 w 1588"/>
                  <a:gd name="T19" fmla="*/ 0 h 1588"/>
                  <a:gd name="T20" fmla="*/ 1588 w 1588"/>
                  <a:gd name="T21" fmla="*/ 1588 h 1588"/>
                </a:gdLst>
                <a:ahLst/>
                <a:cxnLst>
                  <a:cxn ang="T12">
                    <a:pos x="T0" y="T1"/>
                  </a:cxn>
                  <a:cxn ang="T13">
                    <a:pos x="T2" y="T3"/>
                  </a:cxn>
                  <a:cxn ang="T14">
                    <a:pos x="T4" y="T5"/>
                  </a:cxn>
                  <a:cxn ang="T15">
                    <a:pos x="T6" y="T7"/>
                  </a:cxn>
                  <a:cxn ang="T16">
                    <a:pos x="T8" y="T9"/>
                  </a:cxn>
                  <a:cxn ang="T17">
                    <a:pos x="T10" y="T11"/>
                  </a:cxn>
                </a:cxnLst>
                <a:rect l="T18" t="T19" r="T20" b="T21"/>
                <a:pathLst>
                  <a:path w="1588" h="1588">
                    <a:moveTo>
                      <a:pt x="0" y="0"/>
                    </a:move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25" name="Freeform 282"/>
              <p:cNvSpPr>
                <a:spLocks/>
              </p:cNvSpPr>
              <p:nvPr/>
            </p:nvSpPr>
            <p:spPr bwMode="auto">
              <a:xfrm>
                <a:off x="3629025" y="3511549"/>
                <a:ext cx="1588" cy="1588"/>
              </a:xfrm>
              <a:custGeom>
                <a:avLst/>
                <a:gdLst>
                  <a:gd name="T0" fmla="*/ 0 w 1588"/>
                  <a:gd name="T1" fmla="*/ 0 h 1588"/>
                  <a:gd name="T2" fmla="*/ 0 w 1588"/>
                  <a:gd name="T3" fmla="*/ 0 h 1588"/>
                  <a:gd name="T4" fmla="*/ 0 w 1588"/>
                  <a:gd name="T5" fmla="*/ 0 h 1588"/>
                  <a:gd name="T6" fmla="*/ 0 w 1588"/>
                  <a:gd name="T7" fmla="*/ 0 h 1588"/>
                  <a:gd name="T8" fmla="*/ 0 w 1588"/>
                  <a:gd name="T9" fmla="*/ 0 h 1588"/>
                  <a:gd name="T10" fmla="*/ 0 w 1588"/>
                  <a:gd name="T11" fmla="*/ 0 h 1588"/>
                  <a:gd name="T12" fmla="*/ 0 w 1588"/>
                  <a:gd name="T13" fmla="*/ 0 h 1588"/>
                  <a:gd name="T14" fmla="*/ 0 w 1588"/>
                  <a:gd name="T15" fmla="*/ 0 h 1588"/>
                  <a:gd name="T16" fmla="*/ 0 w 1588"/>
                  <a:gd name="T17" fmla="*/ 0 h 1588"/>
                  <a:gd name="T18" fmla="*/ 0 w 1588"/>
                  <a:gd name="T19" fmla="*/ 0 h 15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88"/>
                  <a:gd name="T31" fmla="*/ 0 h 1588"/>
                  <a:gd name="T32" fmla="*/ 1588 w 1588"/>
                  <a:gd name="T33" fmla="*/ 1588 h 15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88" h="1588">
                    <a:moveTo>
                      <a:pt x="0" y="0"/>
                    </a:move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26" name="Freeform 283"/>
              <p:cNvSpPr>
                <a:spLocks/>
              </p:cNvSpPr>
              <p:nvPr/>
            </p:nvSpPr>
            <p:spPr bwMode="auto">
              <a:xfrm>
                <a:off x="3629025" y="3511550"/>
                <a:ext cx="1588" cy="9525"/>
              </a:xfrm>
              <a:custGeom>
                <a:avLst/>
                <a:gdLst>
                  <a:gd name="T0" fmla="*/ 0 w 1588"/>
                  <a:gd name="T1" fmla="*/ 9525 h 6"/>
                  <a:gd name="T2" fmla="*/ 0 w 1588"/>
                  <a:gd name="T3" fmla="*/ 9525 h 6"/>
                  <a:gd name="T4" fmla="*/ 0 w 1588"/>
                  <a:gd name="T5" fmla="*/ 0 h 6"/>
                  <a:gd name="T6" fmla="*/ 0 w 1588"/>
                  <a:gd name="T7" fmla="*/ 0 h 6"/>
                  <a:gd name="T8" fmla="*/ 0 w 1588"/>
                  <a:gd name="T9" fmla="*/ 9525 h 6"/>
                  <a:gd name="T10" fmla="*/ 0 w 1588"/>
                  <a:gd name="T11" fmla="*/ 9525 h 6"/>
                  <a:gd name="T12" fmla="*/ 0 60000 65536"/>
                  <a:gd name="T13" fmla="*/ 0 60000 65536"/>
                  <a:gd name="T14" fmla="*/ 0 60000 65536"/>
                  <a:gd name="T15" fmla="*/ 0 60000 65536"/>
                  <a:gd name="T16" fmla="*/ 0 60000 65536"/>
                  <a:gd name="T17" fmla="*/ 0 60000 65536"/>
                  <a:gd name="T18" fmla="*/ 0 w 1588"/>
                  <a:gd name="T19" fmla="*/ 0 h 6"/>
                  <a:gd name="T20" fmla="*/ 1588 w 1588"/>
                  <a:gd name="T21" fmla="*/ 6 h 6"/>
                </a:gdLst>
                <a:ahLst/>
                <a:cxnLst>
                  <a:cxn ang="T12">
                    <a:pos x="T0" y="T1"/>
                  </a:cxn>
                  <a:cxn ang="T13">
                    <a:pos x="T2" y="T3"/>
                  </a:cxn>
                  <a:cxn ang="T14">
                    <a:pos x="T4" y="T5"/>
                  </a:cxn>
                  <a:cxn ang="T15">
                    <a:pos x="T6" y="T7"/>
                  </a:cxn>
                  <a:cxn ang="T16">
                    <a:pos x="T8" y="T9"/>
                  </a:cxn>
                  <a:cxn ang="T17">
                    <a:pos x="T10" y="T11"/>
                  </a:cxn>
                </a:cxnLst>
                <a:rect l="T18" t="T19" r="T20" b="T21"/>
                <a:pathLst>
                  <a:path w="1588" h="6">
                    <a:moveTo>
                      <a:pt x="0" y="6"/>
                    </a:moveTo>
                    <a:lnTo>
                      <a:pt x="0" y="6"/>
                    </a:lnTo>
                    <a:lnTo>
                      <a:pt x="0" y="0"/>
                    </a:lnTo>
                    <a:lnTo>
                      <a:pt x="0" y="6"/>
                    </a:lnTo>
                    <a:close/>
                  </a:path>
                </a:pathLst>
              </a:custGeom>
              <a:grpFill/>
              <a:ln w="9525">
                <a:noFill/>
                <a:round/>
                <a:headEnd/>
                <a:tailEnd/>
              </a:ln>
            </p:spPr>
            <p:txBody>
              <a:bodyPr/>
              <a:lstStyle/>
              <a:p>
                <a:pPr>
                  <a:defRPr/>
                </a:pPr>
                <a:endParaRPr lang="da-DK">
                  <a:latin typeface="Arial" pitchFamily="34" charset="0"/>
                </a:endParaRPr>
              </a:p>
            </p:txBody>
          </p:sp>
          <p:sp>
            <p:nvSpPr>
              <p:cNvPr id="127" name="Rectangle 284"/>
              <p:cNvSpPr>
                <a:spLocks noChangeArrowheads="1"/>
              </p:cNvSpPr>
              <p:nvPr/>
            </p:nvSpPr>
            <p:spPr bwMode="auto">
              <a:xfrm>
                <a:off x="3629025" y="3521075"/>
                <a:ext cx="1588" cy="1588"/>
              </a:xfrm>
              <a:prstGeom prst="rect">
                <a:avLst/>
              </a:prstGeom>
              <a:grpFill/>
              <a:ln w="9525">
                <a:noFill/>
                <a:miter lim="800000"/>
                <a:headEnd/>
                <a:tailEnd/>
              </a:ln>
            </p:spPr>
            <p:txBody>
              <a:bodyPr/>
              <a:lstStyle/>
              <a:p>
                <a:pPr>
                  <a:defRPr/>
                </a:pPr>
                <a:endParaRPr lang="da-DK">
                  <a:latin typeface="Arial" pitchFamily="34" charset="0"/>
                </a:endParaRPr>
              </a:p>
            </p:txBody>
          </p:sp>
          <p:sp>
            <p:nvSpPr>
              <p:cNvPr id="128" name="Freeform 285"/>
              <p:cNvSpPr>
                <a:spLocks/>
              </p:cNvSpPr>
              <p:nvPr/>
            </p:nvSpPr>
            <p:spPr bwMode="auto">
              <a:xfrm>
                <a:off x="3608388" y="3532188"/>
                <a:ext cx="1587" cy="1587"/>
              </a:xfrm>
              <a:custGeom>
                <a:avLst/>
                <a:gdLst>
                  <a:gd name="T0" fmla="*/ 0 w 1588"/>
                  <a:gd name="T1" fmla="*/ 0 h 1588"/>
                  <a:gd name="T2" fmla="*/ 0 w 1588"/>
                  <a:gd name="T3" fmla="*/ 0 h 1588"/>
                  <a:gd name="T4" fmla="*/ 0 w 1588"/>
                  <a:gd name="T5" fmla="*/ 0 h 1588"/>
                  <a:gd name="T6" fmla="*/ 0 w 1588"/>
                  <a:gd name="T7" fmla="*/ 0 h 1588"/>
                  <a:gd name="T8" fmla="*/ 0 w 1588"/>
                  <a:gd name="T9" fmla="*/ 0 h 1588"/>
                  <a:gd name="T10" fmla="*/ 0 w 1588"/>
                  <a:gd name="T11" fmla="*/ 0 h 1588"/>
                  <a:gd name="T12" fmla="*/ 0 60000 65536"/>
                  <a:gd name="T13" fmla="*/ 0 60000 65536"/>
                  <a:gd name="T14" fmla="*/ 0 60000 65536"/>
                  <a:gd name="T15" fmla="*/ 0 60000 65536"/>
                  <a:gd name="T16" fmla="*/ 0 60000 65536"/>
                  <a:gd name="T17" fmla="*/ 0 60000 65536"/>
                  <a:gd name="T18" fmla="*/ 0 w 1588"/>
                  <a:gd name="T19" fmla="*/ 0 h 1588"/>
                  <a:gd name="T20" fmla="*/ 1588 w 1588"/>
                  <a:gd name="T21" fmla="*/ 1588 h 1588"/>
                </a:gdLst>
                <a:ahLst/>
                <a:cxnLst>
                  <a:cxn ang="T12">
                    <a:pos x="T0" y="T1"/>
                  </a:cxn>
                  <a:cxn ang="T13">
                    <a:pos x="T2" y="T3"/>
                  </a:cxn>
                  <a:cxn ang="T14">
                    <a:pos x="T4" y="T5"/>
                  </a:cxn>
                  <a:cxn ang="T15">
                    <a:pos x="T6" y="T7"/>
                  </a:cxn>
                  <a:cxn ang="T16">
                    <a:pos x="T8" y="T9"/>
                  </a:cxn>
                  <a:cxn ang="T17">
                    <a:pos x="T10" y="T11"/>
                  </a:cxn>
                </a:cxnLst>
                <a:rect l="T18" t="T19" r="T20" b="T21"/>
                <a:pathLst>
                  <a:path w="1588" h="1588">
                    <a:moveTo>
                      <a:pt x="0" y="0"/>
                    </a:move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29" name="Freeform 286"/>
              <p:cNvSpPr>
                <a:spLocks/>
              </p:cNvSpPr>
              <p:nvPr/>
            </p:nvSpPr>
            <p:spPr bwMode="auto">
              <a:xfrm>
                <a:off x="3629025" y="3532188"/>
                <a:ext cx="1588" cy="9525"/>
              </a:xfrm>
              <a:custGeom>
                <a:avLst/>
                <a:gdLst>
                  <a:gd name="T0" fmla="*/ 0 w 1588"/>
                  <a:gd name="T1" fmla="*/ 0 h 6"/>
                  <a:gd name="T2" fmla="*/ 0 w 1588"/>
                  <a:gd name="T3" fmla="*/ 0 h 6"/>
                  <a:gd name="T4" fmla="*/ 0 w 1588"/>
                  <a:gd name="T5" fmla="*/ 9525 h 6"/>
                  <a:gd name="T6" fmla="*/ 0 w 1588"/>
                  <a:gd name="T7" fmla="*/ 9525 h 6"/>
                  <a:gd name="T8" fmla="*/ 0 w 1588"/>
                  <a:gd name="T9" fmla="*/ 0 h 6"/>
                  <a:gd name="T10" fmla="*/ 0 w 1588"/>
                  <a:gd name="T11" fmla="*/ 0 h 6"/>
                  <a:gd name="T12" fmla="*/ 0 60000 65536"/>
                  <a:gd name="T13" fmla="*/ 0 60000 65536"/>
                  <a:gd name="T14" fmla="*/ 0 60000 65536"/>
                  <a:gd name="T15" fmla="*/ 0 60000 65536"/>
                  <a:gd name="T16" fmla="*/ 0 60000 65536"/>
                  <a:gd name="T17" fmla="*/ 0 60000 65536"/>
                  <a:gd name="T18" fmla="*/ 0 w 1588"/>
                  <a:gd name="T19" fmla="*/ 0 h 6"/>
                  <a:gd name="T20" fmla="*/ 1588 w 1588"/>
                  <a:gd name="T21" fmla="*/ 6 h 6"/>
                </a:gdLst>
                <a:ahLst/>
                <a:cxnLst>
                  <a:cxn ang="T12">
                    <a:pos x="T0" y="T1"/>
                  </a:cxn>
                  <a:cxn ang="T13">
                    <a:pos x="T2" y="T3"/>
                  </a:cxn>
                  <a:cxn ang="T14">
                    <a:pos x="T4" y="T5"/>
                  </a:cxn>
                  <a:cxn ang="T15">
                    <a:pos x="T6" y="T7"/>
                  </a:cxn>
                  <a:cxn ang="T16">
                    <a:pos x="T8" y="T9"/>
                  </a:cxn>
                  <a:cxn ang="T17">
                    <a:pos x="T10" y="T11"/>
                  </a:cxn>
                </a:cxnLst>
                <a:rect l="T18" t="T19" r="T20" b="T21"/>
                <a:pathLst>
                  <a:path w="1588" h="6">
                    <a:moveTo>
                      <a:pt x="0" y="0"/>
                    </a:moveTo>
                    <a:lnTo>
                      <a:pt x="0" y="0"/>
                    </a:lnTo>
                    <a:lnTo>
                      <a:pt x="0" y="6"/>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30" name="Freeform 287"/>
              <p:cNvSpPr>
                <a:spLocks/>
              </p:cNvSpPr>
              <p:nvPr/>
            </p:nvSpPr>
            <p:spPr bwMode="auto">
              <a:xfrm>
                <a:off x="3648075" y="3551238"/>
                <a:ext cx="1588" cy="1587"/>
              </a:xfrm>
              <a:custGeom>
                <a:avLst/>
                <a:gdLst>
                  <a:gd name="T0" fmla="*/ 0 w 1588"/>
                  <a:gd name="T1" fmla="*/ 0 h 1588"/>
                  <a:gd name="T2" fmla="*/ 0 w 1588"/>
                  <a:gd name="T3" fmla="*/ 0 h 1588"/>
                  <a:gd name="T4" fmla="*/ 0 w 1588"/>
                  <a:gd name="T5" fmla="*/ 0 h 1588"/>
                  <a:gd name="T6" fmla="*/ 0 w 1588"/>
                  <a:gd name="T7" fmla="*/ 0 h 1588"/>
                  <a:gd name="T8" fmla="*/ 0 w 1588"/>
                  <a:gd name="T9" fmla="*/ 0 h 1588"/>
                  <a:gd name="T10" fmla="*/ 0 w 1588"/>
                  <a:gd name="T11" fmla="*/ 0 h 1588"/>
                  <a:gd name="T12" fmla="*/ 0 w 1588"/>
                  <a:gd name="T13" fmla="*/ 0 h 1588"/>
                  <a:gd name="T14" fmla="*/ 0 w 1588"/>
                  <a:gd name="T15" fmla="*/ 0 h 1588"/>
                  <a:gd name="T16" fmla="*/ 0 w 1588"/>
                  <a:gd name="T17" fmla="*/ 0 h 15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88"/>
                  <a:gd name="T28" fmla="*/ 0 h 1588"/>
                  <a:gd name="T29" fmla="*/ 1588 w 1588"/>
                  <a:gd name="T30" fmla="*/ 1588 h 15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88" h="1588">
                    <a:moveTo>
                      <a:pt x="0" y="0"/>
                    </a:move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31" name="Rectangle 290"/>
              <p:cNvSpPr>
                <a:spLocks noChangeArrowheads="1"/>
              </p:cNvSpPr>
              <p:nvPr/>
            </p:nvSpPr>
            <p:spPr bwMode="auto">
              <a:xfrm>
                <a:off x="3648075" y="3833813"/>
                <a:ext cx="1588" cy="1587"/>
              </a:xfrm>
              <a:prstGeom prst="rect">
                <a:avLst/>
              </a:prstGeom>
              <a:grpFill/>
              <a:ln w="9525">
                <a:noFill/>
                <a:miter lim="800000"/>
                <a:headEnd/>
                <a:tailEnd/>
              </a:ln>
            </p:spPr>
            <p:txBody>
              <a:bodyPr/>
              <a:lstStyle/>
              <a:p>
                <a:pPr>
                  <a:defRPr/>
                </a:pPr>
                <a:endParaRPr lang="da-DK">
                  <a:latin typeface="Arial" pitchFamily="34" charset="0"/>
                </a:endParaRPr>
              </a:p>
            </p:txBody>
          </p:sp>
          <p:sp>
            <p:nvSpPr>
              <p:cNvPr id="132" name="Freeform 291"/>
              <p:cNvSpPr>
                <a:spLocks/>
              </p:cNvSpPr>
              <p:nvPr/>
            </p:nvSpPr>
            <p:spPr bwMode="auto">
              <a:xfrm>
                <a:off x="3659188" y="3833813"/>
                <a:ext cx="1587" cy="11112"/>
              </a:xfrm>
              <a:custGeom>
                <a:avLst/>
                <a:gdLst>
                  <a:gd name="T0" fmla="*/ 0 w 1588"/>
                  <a:gd name="T1" fmla="*/ 11112 h 7"/>
                  <a:gd name="T2" fmla="*/ 0 w 1588"/>
                  <a:gd name="T3" fmla="*/ 11112 h 7"/>
                  <a:gd name="T4" fmla="*/ 0 w 1588"/>
                  <a:gd name="T5" fmla="*/ 0 h 7"/>
                  <a:gd name="T6" fmla="*/ 0 w 1588"/>
                  <a:gd name="T7" fmla="*/ 11112 h 7"/>
                  <a:gd name="T8" fmla="*/ 0 w 1588"/>
                  <a:gd name="T9" fmla="*/ 11112 h 7"/>
                  <a:gd name="T10" fmla="*/ 0 60000 65536"/>
                  <a:gd name="T11" fmla="*/ 0 60000 65536"/>
                  <a:gd name="T12" fmla="*/ 0 60000 65536"/>
                  <a:gd name="T13" fmla="*/ 0 60000 65536"/>
                  <a:gd name="T14" fmla="*/ 0 60000 65536"/>
                  <a:gd name="T15" fmla="*/ 0 w 1588"/>
                  <a:gd name="T16" fmla="*/ 0 h 7"/>
                  <a:gd name="T17" fmla="*/ 1588 w 1588"/>
                  <a:gd name="T18" fmla="*/ 7 h 7"/>
                </a:gdLst>
                <a:ahLst/>
                <a:cxnLst>
                  <a:cxn ang="T10">
                    <a:pos x="T0" y="T1"/>
                  </a:cxn>
                  <a:cxn ang="T11">
                    <a:pos x="T2" y="T3"/>
                  </a:cxn>
                  <a:cxn ang="T12">
                    <a:pos x="T4" y="T5"/>
                  </a:cxn>
                  <a:cxn ang="T13">
                    <a:pos x="T6" y="T7"/>
                  </a:cxn>
                  <a:cxn ang="T14">
                    <a:pos x="T8" y="T9"/>
                  </a:cxn>
                </a:cxnLst>
                <a:rect l="T15" t="T16" r="T17" b="T18"/>
                <a:pathLst>
                  <a:path w="1588" h="7">
                    <a:moveTo>
                      <a:pt x="0" y="7"/>
                    </a:moveTo>
                    <a:lnTo>
                      <a:pt x="0" y="7"/>
                    </a:lnTo>
                    <a:lnTo>
                      <a:pt x="0" y="0"/>
                    </a:lnTo>
                    <a:lnTo>
                      <a:pt x="0" y="7"/>
                    </a:lnTo>
                    <a:close/>
                  </a:path>
                </a:pathLst>
              </a:custGeom>
              <a:grpFill/>
              <a:ln w="9525">
                <a:noFill/>
                <a:round/>
                <a:headEnd/>
                <a:tailEnd/>
              </a:ln>
            </p:spPr>
            <p:txBody>
              <a:bodyPr/>
              <a:lstStyle/>
              <a:p>
                <a:pPr>
                  <a:defRPr/>
                </a:pPr>
                <a:endParaRPr lang="da-DK">
                  <a:latin typeface="Arial" pitchFamily="34" charset="0"/>
                </a:endParaRPr>
              </a:p>
            </p:txBody>
          </p:sp>
          <p:sp>
            <p:nvSpPr>
              <p:cNvPr id="133" name="Rectangle 292"/>
              <p:cNvSpPr>
                <a:spLocks noChangeArrowheads="1"/>
              </p:cNvSpPr>
              <p:nvPr/>
            </p:nvSpPr>
            <p:spPr bwMode="auto">
              <a:xfrm>
                <a:off x="3538538" y="3844925"/>
                <a:ext cx="1587" cy="1588"/>
              </a:xfrm>
              <a:prstGeom prst="rect">
                <a:avLst/>
              </a:prstGeom>
              <a:grpFill/>
              <a:ln w="9525">
                <a:noFill/>
                <a:miter lim="800000"/>
                <a:headEnd/>
                <a:tailEnd/>
              </a:ln>
            </p:spPr>
            <p:txBody>
              <a:bodyPr/>
              <a:lstStyle/>
              <a:p>
                <a:pPr>
                  <a:defRPr/>
                </a:pPr>
                <a:endParaRPr lang="da-DK">
                  <a:latin typeface="Arial" pitchFamily="34" charset="0"/>
                </a:endParaRPr>
              </a:p>
            </p:txBody>
          </p:sp>
          <p:sp>
            <p:nvSpPr>
              <p:cNvPr id="134" name="Rectangle 293"/>
              <p:cNvSpPr>
                <a:spLocks noChangeArrowheads="1"/>
              </p:cNvSpPr>
              <p:nvPr/>
            </p:nvSpPr>
            <p:spPr bwMode="auto">
              <a:xfrm>
                <a:off x="3659188" y="3844925"/>
                <a:ext cx="1587" cy="1588"/>
              </a:xfrm>
              <a:prstGeom prst="rect">
                <a:avLst/>
              </a:prstGeom>
              <a:grpFill/>
              <a:ln w="9525">
                <a:noFill/>
                <a:miter lim="800000"/>
                <a:headEnd/>
                <a:tailEnd/>
              </a:ln>
            </p:spPr>
            <p:txBody>
              <a:bodyPr/>
              <a:lstStyle/>
              <a:p>
                <a:pPr>
                  <a:defRPr/>
                </a:pPr>
                <a:endParaRPr lang="da-DK">
                  <a:latin typeface="Arial" pitchFamily="34" charset="0"/>
                </a:endParaRPr>
              </a:p>
            </p:txBody>
          </p:sp>
          <p:sp>
            <p:nvSpPr>
              <p:cNvPr id="135" name="Freeform 294"/>
              <p:cNvSpPr>
                <a:spLocks/>
              </p:cNvSpPr>
              <p:nvPr/>
            </p:nvSpPr>
            <p:spPr bwMode="auto">
              <a:xfrm>
                <a:off x="3648075" y="3844925"/>
                <a:ext cx="1588" cy="1588"/>
              </a:xfrm>
              <a:custGeom>
                <a:avLst/>
                <a:gdLst>
                  <a:gd name="T0" fmla="*/ 0 w 1588"/>
                  <a:gd name="T1" fmla="*/ 0 h 1588"/>
                  <a:gd name="T2" fmla="*/ 0 w 1588"/>
                  <a:gd name="T3" fmla="*/ 0 h 1588"/>
                  <a:gd name="T4" fmla="*/ 0 w 1588"/>
                  <a:gd name="T5" fmla="*/ 0 h 1588"/>
                  <a:gd name="T6" fmla="*/ 0 w 1588"/>
                  <a:gd name="T7" fmla="*/ 0 h 1588"/>
                  <a:gd name="T8" fmla="*/ 0 w 1588"/>
                  <a:gd name="T9" fmla="*/ 0 h 1588"/>
                  <a:gd name="T10" fmla="*/ 0 w 1588"/>
                  <a:gd name="T11" fmla="*/ 0 h 1588"/>
                  <a:gd name="T12" fmla="*/ 0 w 1588"/>
                  <a:gd name="T13" fmla="*/ 0 h 1588"/>
                  <a:gd name="T14" fmla="*/ 0 60000 65536"/>
                  <a:gd name="T15" fmla="*/ 0 60000 65536"/>
                  <a:gd name="T16" fmla="*/ 0 60000 65536"/>
                  <a:gd name="T17" fmla="*/ 0 60000 65536"/>
                  <a:gd name="T18" fmla="*/ 0 60000 65536"/>
                  <a:gd name="T19" fmla="*/ 0 60000 65536"/>
                  <a:gd name="T20" fmla="*/ 0 60000 65536"/>
                  <a:gd name="T21" fmla="*/ 0 w 1588"/>
                  <a:gd name="T22" fmla="*/ 0 h 1588"/>
                  <a:gd name="T23" fmla="*/ 1588 w 1588"/>
                  <a:gd name="T24" fmla="*/ 1588 h 15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8" h="1588">
                    <a:moveTo>
                      <a:pt x="0" y="0"/>
                    </a:move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36" name="Freeform 295"/>
              <p:cNvSpPr>
                <a:spLocks/>
              </p:cNvSpPr>
              <p:nvPr/>
            </p:nvSpPr>
            <p:spPr bwMode="auto">
              <a:xfrm>
                <a:off x="3648075" y="3844925"/>
                <a:ext cx="1588" cy="1588"/>
              </a:xfrm>
              <a:custGeom>
                <a:avLst/>
                <a:gdLst>
                  <a:gd name="T0" fmla="*/ 0 w 1588"/>
                  <a:gd name="T1" fmla="*/ 0 h 1588"/>
                  <a:gd name="T2" fmla="*/ 0 w 1588"/>
                  <a:gd name="T3" fmla="*/ 0 h 1588"/>
                  <a:gd name="T4" fmla="*/ 0 w 1588"/>
                  <a:gd name="T5" fmla="*/ 0 h 1588"/>
                  <a:gd name="T6" fmla="*/ 0 w 1588"/>
                  <a:gd name="T7" fmla="*/ 0 h 1588"/>
                  <a:gd name="T8" fmla="*/ 0 w 1588"/>
                  <a:gd name="T9" fmla="*/ 0 h 1588"/>
                  <a:gd name="T10" fmla="*/ 0 w 1588"/>
                  <a:gd name="T11" fmla="*/ 0 h 1588"/>
                  <a:gd name="T12" fmla="*/ 0 60000 65536"/>
                  <a:gd name="T13" fmla="*/ 0 60000 65536"/>
                  <a:gd name="T14" fmla="*/ 0 60000 65536"/>
                  <a:gd name="T15" fmla="*/ 0 60000 65536"/>
                  <a:gd name="T16" fmla="*/ 0 60000 65536"/>
                  <a:gd name="T17" fmla="*/ 0 60000 65536"/>
                  <a:gd name="T18" fmla="*/ 0 w 1588"/>
                  <a:gd name="T19" fmla="*/ 0 h 1588"/>
                  <a:gd name="T20" fmla="*/ 1588 w 1588"/>
                  <a:gd name="T21" fmla="*/ 1588 h 1588"/>
                </a:gdLst>
                <a:ahLst/>
                <a:cxnLst>
                  <a:cxn ang="T12">
                    <a:pos x="T0" y="T1"/>
                  </a:cxn>
                  <a:cxn ang="T13">
                    <a:pos x="T2" y="T3"/>
                  </a:cxn>
                  <a:cxn ang="T14">
                    <a:pos x="T4" y="T5"/>
                  </a:cxn>
                  <a:cxn ang="T15">
                    <a:pos x="T6" y="T7"/>
                  </a:cxn>
                  <a:cxn ang="T16">
                    <a:pos x="T8" y="T9"/>
                  </a:cxn>
                  <a:cxn ang="T17">
                    <a:pos x="T10" y="T11"/>
                  </a:cxn>
                </a:cxnLst>
                <a:rect l="T18" t="T19" r="T20" b="T21"/>
                <a:pathLst>
                  <a:path w="1588" h="1588">
                    <a:moveTo>
                      <a:pt x="0" y="0"/>
                    </a:move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37" name="Rectangle 296"/>
              <p:cNvSpPr>
                <a:spLocks noChangeArrowheads="1"/>
              </p:cNvSpPr>
              <p:nvPr/>
            </p:nvSpPr>
            <p:spPr bwMode="auto">
              <a:xfrm>
                <a:off x="3659188" y="3914775"/>
                <a:ext cx="1587" cy="1588"/>
              </a:xfrm>
              <a:prstGeom prst="rect">
                <a:avLst/>
              </a:prstGeom>
              <a:grpFill/>
              <a:ln w="9525">
                <a:noFill/>
                <a:miter lim="800000"/>
                <a:headEnd/>
                <a:tailEnd/>
              </a:ln>
            </p:spPr>
            <p:txBody>
              <a:bodyPr/>
              <a:lstStyle/>
              <a:p>
                <a:pPr>
                  <a:defRPr/>
                </a:pPr>
                <a:endParaRPr lang="da-DK">
                  <a:latin typeface="Arial" pitchFamily="34" charset="0"/>
                </a:endParaRPr>
              </a:p>
            </p:txBody>
          </p:sp>
          <p:sp>
            <p:nvSpPr>
              <p:cNvPr id="138" name="Freeform 297"/>
              <p:cNvSpPr>
                <a:spLocks/>
              </p:cNvSpPr>
              <p:nvPr/>
            </p:nvSpPr>
            <p:spPr bwMode="auto">
              <a:xfrm>
                <a:off x="3638550" y="3914775"/>
                <a:ext cx="1588" cy="1588"/>
              </a:xfrm>
              <a:custGeom>
                <a:avLst/>
                <a:gdLst>
                  <a:gd name="T0" fmla="*/ 0 w 1588"/>
                  <a:gd name="T1" fmla="*/ 0 h 1588"/>
                  <a:gd name="T2" fmla="*/ 0 w 1588"/>
                  <a:gd name="T3" fmla="*/ 0 h 1588"/>
                  <a:gd name="T4" fmla="*/ 0 w 1588"/>
                  <a:gd name="T5" fmla="*/ 0 h 1588"/>
                  <a:gd name="T6" fmla="*/ 0 w 1588"/>
                  <a:gd name="T7" fmla="*/ 0 h 1588"/>
                  <a:gd name="T8" fmla="*/ 0 w 1588"/>
                  <a:gd name="T9" fmla="*/ 0 h 1588"/>
                  <a:gd name="T10" fmla="*/ 0 w 1588"/>
                  <a:gd name="T11" fmla="*/ 0 h 1588"/>
                  <a:gd name="T12" fmla="*/ 0 60000 65536"/>
                  <a:gd name="T13" fmla="*/ 0 60000 65536"/>
                  <a:gd name="T14" fmla="*/ 0 60000 65536"/>
                  <a:gd name="T15" fmla="*/ 0 60000 65536"/>
                  <a:gd name="T16" fmla="*/ 0 60000 65536"/>
                  <a:gd name="T17" fmla="*/ 0 60000 65536"/>
                  <a:gd name="T18" fmla="*/ 0 w 1588"/>
                  <a:gd name="T19" fmla="*/ 0 h 1588"/>
                  <a:gd name="T20" fmla="*/ 1588 w 1588"/>
                  <a:gd name="T21" fmla="*/ 1588 h 1588"/>
                </a:gdLst>
                <a:ahLst/>
                <a:cxnLst>
                  <a:cxn ang="T12">
                    <a:pos x="T0" y="T1"/>
                  </a:cxn>
                  <a:cxn ang="T13">
                    <a:pos x="T2" y="T3"/>
                  </a:cxn>
                  <a:cxn ang="T14">
                    <a:pos x="T4" y="T5"/>
                  </a:cxn>
                  <a:cxn ang="T15">
                    <a:pos x="T6" y="T7"/>
                  </a:cxn>
                  <a:cxn ang="T16">
                    <a:pos x="T8" y="T9"/>
                  </a:cxn>
                  <a:cxn ang="T17">
                    <a:pos x="T10" y="T11"/>
                  </a:cxn>
                </a:cxnLst>
                <a:rect l="T18" t="T19" r="T20" b="T21"/>
                <a:pathLst>
                  <a:path w="1588" h="1588">
                    <a:moveTo>
                      <a:pt x="0" y="0"/>
                    </a:move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39" name="Rectangle 298"/>
              <p:cNvSpPr>
                <a:spLocks noChangeArrowheads="1"/>
              </p:cNvSpPr>
              <p:nvPr/>
            </p:nvSpPr>
            <p:spPr bwMode="auto">
              <a:xfrm>
                <a:off x="3668713" y="3914775"/>
                <a:ext cx="1587" cy="1588"/>
              </a:xfrm>
              <a:prstGeom prst="rect">
                <a:avLst/>
              </a:prstGeom>
              <a:grpFill/>
              <a:ln w="9525">
                <a:noFill/>
                <a:miter lim="800000"/>
                <a:headEnd/>
                <a:tailEnd/>
              </a:ln>
            </p:spPr>
            <p:txBody>
              <a:bodyPr/>
              <a:lstStyle/>
              <a:p>
                <a:pPr>
                  <a:defRPr/>
                </a:pPr>
                <a:endParaRPr lang="da-DK">
                  <a:latin typeface="Arial" pitchFamily="34" charset="0"/>
                </a:endParaRPr>
              </a:p>
            </p:txBody>
          </p:sp>
          <p:sp>
            <p:nvSpPr>
              <p:cNvPr id="140" name="Freeform 299"/>
              <p:cNvSpPr>
                <a:spLocks/>
              </p:cNvSpPr>
              <p:nvPr/>
            </p:nvSpPr>
            <p:spPr bwMode="auto">
              <a:xfrm>
                <a:off x="3679825" y="3914775"/>
                <a:ext cx="1588" cy="9525"/>
              </a:xfrm>
              <a:custGeom>
                <a:avLst/>
                <a:gdLst>
                  <a:gd name="T0" fmla="*/ 0 w 1588"/>
                  <a:gd name="T1" fmla="*/ 0 h 6"/>
                  <a:gd name="T2" fmla="*/ 0 w 1588"/>
                  <a:gd name="T3" fmla="*/ 0 h 6"/>
                  <a:gd name="T4" fmla="*/ 0 w 1588"/>
                  <a:gd name="T5" fmla="*/ 9525 h 6"/>
                  <a:gd name="T6" fmla="*/ 0 w 1588"/>
                  <a:gd name="T7" fmla="*/ 9525 h 6"/>
                  <a:gd name="T8" fmla="*/ 0 w 1588"/>
                  <a:gd name="T9" fmla="*/ 0 h 6"/>
                  <a:gd name="T10" fmla="*/ 0 w 1588"/>
                  <a:gd name="T11" fmla="*/ 0 h 6"/>
                  <a:gd name="T12" fmla="*/ 0 60000 65536"/>
                  <a:gd name="T13" fmla="*/ 0 60000 65536"/>
                  <a:gd name="T14" fmla="*/ 0 60000 65536"/>
                  <a:gd name="T15" fmla="*/ 0 60000 65536"/>
                  <a:gd name="T16" fmla="*/ 0 60000 65536"/>
                  <a:gd name="T17" fmla="*/ 0 60000 65536"/>
                  <a:gd name="T18" fmla="*/ 0 w 1588"/>
                  <a:gd name="T19" fmla="*/ 0 h 6"/>
                  <a:gd name="T20" fmla="*/ 1588 w 1588"/>
                  <a:gd name="T21" fmla="*/ 6 h 6"/>
                </a:gdLst>
                <a:ahLst/>
                <a:cxnLst>
                  <a:cxn ang="T12">
                    <a:pos x="T0" y="T1"/>
                  </a:cxn>
                  <a:cxn ang="T13">
                    <a:pos x="T2" y="T3"/>
                  </a:cxn>
                  <a:cxn ang="T14">
                    <a:pos x="T4" y="T5"/>
                  </a:cxn>
                  <a:cxn ang="T15">
                    <a:pos x="T6" y="T7"/>
                  </a:cxn>
                  <a:cxn ang="T16">
                    <a:pos x="T8" y="T9"/>
                  </a:cxn>
                  <a:cxn ang="T17">
                    <a:pos x="T10" y="T11"/>
                  </a:cxn>
                </a:cxnLst>
                <a:rect l="T18" t="T19" r="T20" b="T21"/>
                <a:pathLst>
                  <a:path w="1588" h="6">
                    <a:moveTo>
                      <a:pt x="0" y="0"/>
                    </a:moveTo>
                    <a:lnTo>
                      <a:pt x="0" y="0"/>
                    </a:lnTo>
                    <a:lnTo>
                      <a:pt x="0" y="6"/>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41" name="Rectangle 300"/>
              <p:cNvSpPr>
                <a:spLocks noChangeArrowheads="1"/>
              </p:cNvSpPr>
              <p:nvPr/>
            </p:nvSpPr>
            <p:spPr bwMode="auto">
              <a:xfrm>
                <a:off x="3709988" y="3914775"/>
                <a:ext cx="1587" cy="1588"/>
              </a:xfrm>
              <a:prstGeom prst="rect">
                <a:avLst/>
              </a:prstGeom>
              <a:grpFill/>
              <a:ln w="9525">
                <a:noFill/>
                <a:miter lim="800000"/>
                <a:headEnd/>
                <a:tailEnd/>
              </a:ln>
            </p:spPr>
            <p:txBody>
              <a:bodyPr/>
              <a:lstStyle/>
              <a:p>
                <a:pPr>
                  <a:defRPr/>
                </a:pPr>
                <a:endParaRPr lang="da-DK">
                  <a:latin typeface="Arial" pitchFamily="34" charset="0"/>
                </a:endParaRPr>
              </a:p>
            </p:txBody>
          </p:sp>
          <p:sp>
            <p:nvSpPr>
              <p:cNvPr id="142" name="Freeform 301"/>
              <p:cNvSpPr>
                <a:spLocks/>
              </p:cNvSpPr>
              <p:nvPr/>
            </p:nvSpPr>
            <p:spPr bwMode="auto">
              <a:xfrm>
                <a:off x="3587750" y="3914775"/>
                <a:ext cx="1588" cy="30163"/>
              </a:xfrm>
              <a:custGeom>
                <a:avLst/>
                <a:gdLst>
                  <a:gd name="T0" fmla="*/ 0 w 1588"/>
                  <a:gd name="T1" fmla="*/ 30163 h 19"/>
                  <a:gd name="T2" fmla="*/ 0 w 1588"/>
                  <a:gd name="T3" fmla="*/ 30163 h 19"/>
                  <a:gd name="T4" fmla="*/ 0 w 1588"/>
                  <a:gd name="T5" fmla="*/ 0 h 19"/>
                  <a:gd name="T6" fmla="*/ 0 w 1588"/>
                  <a:gd name="T7" fmla="*/ 0 h 19"/>
                  <a:gd name="T8" fmla="*/ 0 w 1588"/>
                  <a:gd name="T9" fmla="*/ 30163 h 19"/>
                  <a:gd name="T10" fmla="*/ 0 w 1588"/>
                  <a:gd name="T11" fmla="*/ 30163 h 19"/>
                  <a:gd name="T12" fmla="*/ 0 60000 65536"/>
                  <a:gd name="T13" fmla="*/ 0 60000 65536"/>
                  <a:gd name="T14" fmla="*/ 0 60000 65536"/>
                  <a:gd name="T15" fmla="*/ 0 60000 65536"/>
                  <a:gd name="T16" fmla="*/ 0 60000 65536"/>
                  <a:gd name="T17" fmla="*/ 0 60000 65536"/>
                  <a:gd name="T18" fmla="*/ 0 w 1588"/>
                  <a:gd name="T19" fmla="*/ 0 h 19"/>
                  <a:gd name="T20" fmla="*/ 1588 w 1588"/>
                  <a:gd name="T21" fmla="*/ 19 h 19"/>
                </a:gdLst>
                <a:ahLst/>
                <a:cxnLst>
                  <a:cxn ang="T12">
                    <a:pos x="T0" y="T1"/>
                  </a:cxn>
                  <a:cxn ang="T13">
                    <a:pos x="T2" y="T3"/>
                  </a:cxn>
                  <a:cxn ang="T14">
                    <a:pos x="T4" y="T5"/>
                  </a:cxn>
                  <a:cxn ang="T15">
                    <a:pos x="T6" y="T7"/>
                  </a:cxn>
                  <a:cxn ang="T16">
                    <a:pos x="T8" y="T9"/>
                  </a:cxn>
                  <a:cxn ang="T17">
                    <a:pos x="T10" y="T11"/>
                  </a:cxn>
                </a:cxnLst>
                <a:rect l="T18" t="T19" r="T20" b="T21"/>
                <a:pathLst>
                  <a:path w="1588" h="19">
                    <a:moveTo>
                      <a:pt x="0" y="19"/>
                    </a:moveTo>
                    <a:lnTo>
                      <a:pt x="0" y="19"/>
                    </a:lnTo>
                    <a:lnTo>
                      <a:pt x="0" y="0"/>
                    </a:lnTo>
                    <a:lnTo>
                      <a:pt x="0" y="19"/>
                    </a:lnTo>
                    <a:close/>
                  </a:path>
                </a:pathLst>
              </a:custGeom>
              <a:grpFill/>
              <a:ln w="9525">
                <a:noFill/>
                <a:round/>
                <a:headEnd/>
                <a:tailEnd/>
              </a:ln>
            </p:spPr>
            <p:txBody>
              <a:bodyPr/>
              <a:lstStyle/>
              <a:p>
                <a:pPr>
                  <a:defRPr/>
                </a:pPr>
                <a:endParaRPr lang="da-DK">
                  <a:latin typeface="Arial" pitchFamily="34" charset="0"/>
                </a:endParaRPr>
              </a:p>
            </p:txBody>
          </p:sp>
          <p:sp>
            <p:nvSpPr>
              <p:cNvPr id="143" name="Freeform 302"/>
              <p:cNvSpPr>
                <a:spLocks/>
              </p:cNvSpPr>
              <p:nvPr/>
            </p:nvSpPr>
            <p:spPr bwMode="auto">
              <a:xfrm>
                <a:off x="3698875" y="3914775"/>
                <a:ext cx="1588" cy="9525"/>
              </a:xfrm>
              <a:custGeom>
                <a:avLst/>
                <a:gdLst>
                  <a:gd name="T0" fmla="*/ 0 w 1588"/>
                  <a:gd name="T1" fmla="*/ 0 h 6"/>
                  <a:gd name="T2" fmla="*/ 0 w 1588"/>
                  <a:gd name="T3" fmla="*/ 0 h 6"/>
                  <a:gd name="T4" fmla="*/ 0 w 1588"/>
                  <a:gd name="T5" fmla="*/ 9525 h 6"/>
                  <a:gd name="T6" fmla="*/ 0 w 1588"/>
                  <a:gd name="T7" fmla="*/ 9525 h 6"/>
                  <a:gd name="T8" fmla="*/ 0 w 1588"/>
                  <a:gd name="T9" fmla="*/ 9525 h 6"/>
                  <a:gd name="T10" fmla="*/ 0 w 1588"/>
                  <a:gd name="T11" fmla="*/ 9525 h 6"/>
                  <a:gd name="T12" fmla="*/ 0 w 1588"/>
                  <a:gd name="T13" fmla="*/ 0 h 6"/>
                  <a:gd name="T14" fmla="*/ 0 w 1588"/>
                  <a:gd name="T15" fmla="*/ 0 h 6"/>
                  <a:gd name="T16" fmla="*/ 0 60000 65536"/>
                  <a:gd name="T17" fmla="*/ 0 60000 65536"/>
                  <a:gd name="T18" fmla="*/ 0 60000 65536"/>
                  <a:gd name="T19" fmla="*/ 0 60000 65536"/>
                  <a:gd name="T20" fmla="*/ 0 60000 65536"/>
                  <a:gd name="T21" fmla="*/ 0 60000 65536"/>
                  <a:gd name="T22" fmla="*/ 0 60000 65536"/>
                  <a:gd name="T23" fmla="*/ 0 60000 65536"/>
                  <a:gd name="T24" fmla="*/ 0 w 1588"/>
                  <a:gd name="T25" fmla="*/ 0 h 6"/>
                  <a:gd name="T26" fmla="*/ 1588 w 1588"/>
                  <a:gd name="T27" fmla="*/ 6 h 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88" h="6">
                    <a:moveTo>
                      <a:pt x="0" y="0"/>
                    </a:moveTo>
                    <a:lnTo>
                      <a:pt x="0" y="0"/>
                    </a:lnTo>
                    <a:lnTo>
                      <a:pt x="0" y="6"/>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44" name="Freeform 303"/>
              <p:cNvSpPr>
                <a:spLocks/>
              </p:cNvSpPr>
              <p:nvPr/>
            </p:nvSpPr>
            <p:spPr bwMode="auto">
              <a:xfrm>
                <a:off x="3587750" y="3924301"/>
                <a:ext cx="1588" cy="20638"/>
              </a:xfrm>
              <a:custGeom>
                <a:avLst/>
                <a:gdLst>
                  <a:gd name="T0" fmla="*/ 0 w 1588"/>
                  <a:gd name="T1" fmla="*/ 20638 h 13"/>
                  <a:gd name="T2" fmla="*/ 0 w 1588"/>
                  <a:gd name="T3" fmla="*/ 20638 h 13"/>
                  <a:gd name="T4" fmla="*/ 0 w 1588"/>
                  <a:gd name="T5" fmla="*/ 0 h 13"/>
                  <a:gd name="T6" fmla="*/ 0 w 1588"/>
                  <a:gd name="T7" fmla="*/ 0 h 13"/>
                  <a:gd name="T8" fmla="*/ 0 w 1588"/>
                  <a:gd name="T9" fmla="*/ 11113 h 13"/>
                  <a:gd name="T10" fmla="*/ 0 w 1588"/>
                  <a:gd name="T11" fmla="*/ 20638 h 13"/>
                  <a:gd name="T12" fmla="*/ 0 w 1588"/>
                  <a:gd name="T13" fmla="*/ 20638 h 13"/>
                  <a:gd name="T14" fmla="*/ 0 60000 65536"/>
                  <a:gd name="T15" fmla="*/ 0 60000 65536"/>
                  <a:gd name="T16" fmla="*/ 0 60000 65536"/>
                  <a:gd name="T17" fmla="*/ 0 60000 65536"/>
                  <a:gd name="T18" fmla="*/ 0 60000 65536"/>
                  <a:gd name="T19" fmla="*/ 0 60000 65536"/>
                  <a:gd name="T20" fmla="*/ 0 60000 65536"/>
                  <a:gd name="T21" fmla="*/ 0 w 1588"/>
                  <a:gd name="T22" fmla="*/ 0 h 13"/>
                  <a:gd name="T23" fmla="*/ 1588 w 1588"/>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8" h="13">
                    <a:moveTo>
                      <a:pt x="0" y="13"/>
                    </a:moveTo>
                    <a:lnTo>
                      <a:pt x="0" y="13"/>
                    </a:lnTo>
                    <a:lnTo>
                      <a:pt x="0" y="0"/>
                    </a:lnTo>
                    <a:lnTo>
                      <a:pt x="0" y="7"/>
                    </a:lnTo>
                    <a:lnTo>
                      <a:pt x="0" y="13"/>
                    </a:lnTo>
                    <a:close/>
                  </a:path>
                </a:pathLst>
              </a:custGeom>
              <a:grpFill/>
              <a:ln w="9525">
                <a:noFill/>
                <a:round/>
                <a:headEnd/>
                <a:tailEnd/>
              </a:ln>
            </p:spPr>
            <p:txBody>
              <a:bodyPr/>
              <a:lstStyle/>
              <a:p>
                <a:pPr>
                  <a:defRPr/>
                </a:pPr>
                <a:endParaRPr lang="da-DK">
                  <a:latin typeface="Arial" pitchFamily="34" charset="0"/>
                </a:endParaRPr>
              </a:p>
            </p:txBody>
          </p:sp>
          <p:sp>
            <p:nvSpPr>
              <p:cNvPr id="145" name="Rectangle 304"/>
              <p:cNvSpPr>
                <a:spLocks noChangeArrowheads="1"/>
              </p:cNvSpPr>
              <p:nvPr/>
            </p:nvSpPr>
            <p:spPr bwMode="auto">
              <a:xfrm>
                <a:off x="3659188" y="3924301"/>
                <a:ext cx="1587" cy="1588"/>
              </a:xfrm>
              <a:prstGeom prst="rect">
                <a:avLst/>
              </a:prstGeom>
              <a:grpFill/>
              <a:ln w="9525">
                <a:noFill/>
                <a:miter lim="800000"/>
                <a:headEnd/>
                <a:tailEnd/>
              </a:ln>
            </p:spPr>
            <p:txBody>
              <a:bodyPr/>
              <a:lstStyle/>
              <a:p>
                <a:pPr>
                  <a:defRPr/>
                </a:pPr>
                <a:endParaRPr lang="da-DK">
                  <a:latin typeface="Arial" pitchFamily="34" charset="0"/>
                </a:endParaRPr>
              </a:p>
            </p:txBody>
          </p:sp>
          <p:sp>
            <p:nvSpPr>
              <p:cNvPr id="146" name="Freeform 305"/>
              <p:cNvSpPr>
                <a:spLocks/>
              </p:cNvSpPr>
              <p:nvPr/>
            </p:nvSpPr>
            <p:spPr bwMode="auto">
              <a:xfrm>
                <a:off x="3578225" y="3924301"/>
                <a:ext cx="1588" cy="30163"/>
              </a:xfrm>
              <a:custGeom>
                <a:avLst/>
                <a:gdLst>
                  <a:gd name="T0" fmla="*/ 0 w 1588"/>
                  <a:gd name="T1" fmla="*/ 30163 h 19"/>
                  <a:gd name="T2" fmla="*/ 0 w 1588"/>
                  <a:gd name="T3" fmla="*/ 30163 h 19"/>
                  <a:gd name="T4" fmla="*/ 0 w 1588"/>
                  <a:gd name="T5" fmla="*/ 0 h 19"/>
                  <a:gd name="T6" fmla="*/ 0 w 1588"/>
                  <a:gd name="T7" fmla="*/ 0 h 19"/>
                  <a:gd name="T8" fmla="*/ 0 w 1588"/>
                  <a:gd name="T9" fmla="*/ 20638 h 19"/>
                  <a:gd name="T10" fmla="*/ 0 w 1588"/>
                  <a:gd name="T11" fmla="*/ 30163 h 19"/>
                  <a:gd name="T12" fmla="*/ 0 w 1588"/>
                  <a:gd name="T13" fmla="*/ 30163 h 19"/>
                  <a:gd name="T14" fmla="*/ 0 60000 65536"/>
                  <a:gd name="T15" fmla="*/ 0 60000 65536"/>
                  <a:gd name="T16" fmla="*/ 0 60000 65536"/>
                  <a:gd name="T17" fmla="*/ 0 60000 65536"/>
                  <a:gd name="T18" fmla="*/ 0 60000 65536"/>
                  <a:gd name="T19" fmla="*/ 0 60000 65536"/>
                  <a:gd name="T20" fmla="*/ 0 60000 65536"/>
                  <a:gd name="T21" fmla="*/ 0 w 1588"/>
                  <a:gd name="T22" fmla="*/ 0 h 19"/>
                  <a:gd name="T23" fmla="*/ 1588 w 1588"/>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8" h="19">
                    <a:moveTo>
                      <a:pt x="0" y="19"/>
                    </a:moveTo>
                    <a:lnTo>
                      <a:pt x="0" y="19"/>
                    </a:lnTo>
                    <a:lnTo>
                      <a:pt x="0" y="0"/>
                    </a:lnTo>
                    <a:lnTo>
                      <a:pt x="0" y="13"/>
                    </a:lnTo>
                    <a:lnTo>
                      <a:pt x="0" y="19"/>
                    </a:lnTo>
                    <a:close/>
                  </a:path>
                </a:pathLst>
              </a:custGeom>
              <a:grpFill/>
              <a:ln w="9525">
                <a:noFill/>
                <a:round/>
                <a:headEnd/>
                <a:tailEnd/>
              </a:ln>
            </p:spPr>
            <p:txBody>
              <a:bodyPr/>
              <a:lstStyle/>
              <a:p>
                <a:pPr>
                  <a:defRPr/>
                </a:pPr>
                <a:endParaRPr lang="da-DK">
                  <a:latin typeface="Arial" pitchFamily="34" charset="0"/>
                </a:endParaRPr>
              </a:p>
            </p:txBody>
          </p:sp>
          <p:sp>
            <p:nvSpPr>
              <p:cNvPr id="147" name="Freeform 306"/>
              <p:cNvSpPr>
                <a:spLocks/>
              </p:cNvSpPr>
              <p:nvPr/>
            </p:nvSpPr>
            <p:spPr bwMode="auto">
              <a:xfrm>
                <a:off x="3568700" y="3924301"/>
                <a:ext cx="9525" cy="30163"/>
              </a:xfrm>
              <a:custGeom>
                <a:avLst/>
                <a:gdLst>
                  <a:gd name="T0" fmla="*/ 0 w 6"/>
                  <a:gd name="T1" fmla="*/ 0 h 19"/>
                  <a:gd name="T2" fmla="*/ 0 w 6"/>
                  <a:gd name="T3" fmla="*/ 0 h 19"/>
                  <a:gd name="T4" fmla="*/ 0 w 6"/>
                  <a:gd name="T5" fmla="*/ 20638 h 19"/>
                  <a:gd name="T6" fmla="*/ 9525 w 6"/>
                  <a:gd name="T7" fmla="*/ 30163 h 19"/>
                  <a:gd name="T8" fmla="*/ 9525 w 6"/>
                  <a:gd name="T9" fmla="*/ 30163 h 19"/>
                  <a:gd name="T10" fmla="*/ 0 w 6"/>
                  <a:gd name="T11" fmla="*/ 0 h 19"/>
                  <a:gd name="T12" fmla="*/ 0 w 6"/>
                  <a:gd name="T13" fmla="*/ 0 h 19"/>
                  <a:gd name="T14" fmla="*/ 0 60000 65536"/>
                  <a:gd name="T15" fmla="*/ 0 60000 65536"/>
                  <a:gd name="T16" fmla="*/ 0 60000 65536"/>
                  <a:gd name="T17" fmla="*/ 0 60000 65536"/>
                  <a:gd name="T18" fmla="*/ 0 60000 65536"/>
                  <a:gd name="T19" fmla="*/ 0 60000 65536"/>
                  <a:gd name="T20" fmla="*/ 0 60000 65536"/>
                  <a:gd name="T21" fmla="*/ 0 w 6"/>
                  <a:gd name="T22" fmla="*/ 0 h 19"/>
                  <a:gd name="T23" fmla="*/ 6 w 6"/>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19">
                    <a:moveTo>
                      <a:pt x="0" y="0"/>
                    </a:moveTo>
                    <a:lnTo>
                      <a:pt x="0" y="0"/>
                    </a:lnTo>
                    <a:lnTo>
                      <a:pt x="0" y="13"/>
                    </a:lnTo>
                    <a:lnTo>
                      <a:pt x="6" y="19"/>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48" name="Rectangle 307"/>
              <p:cNvSpPr>
                <a:spLocks noChangeArrowheads="1"/>
              </p:cNvSpPr>
              <p:nvPr/>
            </p:nvSpPr>
            <p:spPr bwMode="auto">
              <a:xfrm>
                <a:off x="3648075" y="3935413"/>
                <a:ext cx="1588" cy="1587"/>
              </a:xfrm>
              <a:prstGeom prst="rect">
                <a:avLst/>
              </a:prstGeom>
              <a:grpFill/>
              <a:ln w="9525">
                <a:noFill/>
                <a:miter lim="800000"/>
                <a:headEnd/>
                <a:tailEnd/>
              </a:ln>
            </p:spPr>
            <p:txBody>
              <a:bodyPr/>
              <a:lstStyle/>
              <a:p>
                <a:pPr>
                  <a:defRPr/>
                </a:pPr>
                <a:endParaRPr lang="da-DK">
                  <a:latin typeface="Arial" pitchFamily="34" charset="0"/>
                </a:endParaRPr>
              </a:p>
            </p:txBody>
          </p:sp>
          <p:sp>
            <p:nvSpPr>
              <p:cNvPr id="149" name="Rectangle 308"/>
              <p:cNvSpPr>
                <a:spLocks noChangeArrowheads="1"/>
              </p:cNvSpPr>
              <p:nvPr/>
            </p:nvSpPr>
            <p:spPr bwMode="auto">
              <a:xfrm>
                <a:off x="3648075" y="3935413"/>
                <a:ext cx="1588" cy="1587"/>
              </a:xfrm>
              <a:prstGeom prst="rect">
                <a:avLst/>
              </a:prstGeom>
              <a:grpFill/>
              <a:ln w="9525">
                <a:noFill/>
                <a:miter lim="800000"/>
                <a:headEnd/>
                <a:tailEnd/>
              </a:ln>
            </p:spPr>
            <p:txBody>
              <a:bodyPr/>
              <a:lstStyle/>
              <a:p>
                <a:pPr>
                  <a:defRPr/>
                </a:pPr>
                <a:endParaRPr lang="da-DK">
                  <a:latin typeface="Arial" pitchFamily="34" charset="0"/>
                </a:endParaRPr>
              </a:p>
            </p:txBody>
          </p:sp>
          <p:sp>
            <p:nvSpPr>
              <p:cNvPr id="150" name="Freeform 309"/>
              <p:cNvSpPr>
                <a:spLocks/>
              </p:cNvSpPr>
              <p:nvPr/>
            </p:nvSpPr>
            <p:spPr bwMode="auto">
              <a:xfrm>
                <a:off x="3557588" y="3944938"/>
                <a:ext cx="1587" cy="9525"/>
              </a:xfrm>
              <a:custGeom>
                <a:avLst/>
                <a:gdLst>
                  <a:gd name="T0" fmla="*/ 0 w 1588"/>
                  <a:gd name="T1" fmla="*/ 0 h 6"/>
                  <a:gd name="T2" fmla="*/ 0 w 1588"/>
                  <a:gd name="T3" fmla="*/ 0 h 6"/>
                  <a:gd name="T4" fmla="*/ 0 w 1588"/>
                  <a:gd name="T5" fmla="*/ 0 h 6"/>
                  <a:gd name="T6" fmla="*/ 0 w 1588"/>
                  <a:gd name="T7" fmla="*/ 0 h 6"/>
                  <a:gd name="T8" fmla="*/ 0 w 1588"/>
                  <a:gd name="T9" fmla="*/ 9525 h 6"/>
                  <a:gd name="T10" fmla="*/ 0 w 1588"/>
                  <a:gd name="T11" fmla="*/ 9525 h 6"/>
                  <a:gd name="T12" fmla="*/ 0 w 1588"/>
                  <a:gd name="T13" fmla="*/ 0 h 6"/>
                  <a:gd name="T14" fmla="*/ 0 w 1588"/>
                  <a:gd name="T15" fmla="*/ 0 h 6"/>
                  <a:gd name="T16" fmla="*/ 0 60000 65536"/>
                  <a:gd name="T17" fmla="*/ 0 60000 65536"/>
                  <a:gd name="T18" fmla="*/ 0 60000 65536"/>
                  <a:gd name="T19" fmla="*/ 0 60000 65536"/>
                  <a:gd name="T20" fmla="*/ 0 60000 65536"/>
                  <a:gd name="T21" fmla="*/ 0 60000 65536"/>
                  <a:gd name="T22" fmla="*/ 0 60000 65536"/>
                  <a:gd name="T23" fmla="*/ 0 60000 65536"/>
                  <a:gd name="T24" fmla="*/ 0 w 1588"/>
                  <a:gd name="T25" fmla="*/ 0 h 6"/>
                  <a:gd name="T26" fmla="*/ 1588 w 1588"/>
                  <a:gd name="T27" fmla="*/ 6 h 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88" h="6">
                    <a:moveTo>
                      <a:pt x="0" y="0"/>
                    </a:moveTo>
                    <a:lnTo>
                      <a:pt x="0" y="0"/>
                    </a:lnTo>
                    <a:lnTo>
                      <a:pt x="0" y="6"/>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51" name="Freeform 310"/>
              <p:cNvSpPr>
                <a:spLocks/>
              </p:cNvSpPr>
              <p:nvPr/>
            </p:nvSpPr>
            <p:spPr bwMode="auto">
              <a:xfrm>
                <a:off x="3557588" y="3954463"/>
                <a:ext cx="1587" cy="1587"/>
              </a:xfrm>
              <a:custGeom>
                <a:avLst/>
                <a:gdLst>
                  <a:gd name="T0" fmla="*/ 0 w 1588"/>
                  <a:gd name="T1" fmla="*/ 0 h 1588"/>
                  <a:gd name="T2" fmla="*/ 0 w 1588"/>
                  <a:gd name="T3" fmla="*/ 0 h 1588"/>
                  <a:gd name="T4" fmla="*/ 0 w 1588"/>
                  <a:gd name="T5" fmla="*/ 0 h 1588"/>
                  <a:gd name="T6" fmla="*/ 0 w 1588"/>
                  <a:gd name="T7" fmla="*/ 0 h 1588"/>
                  <a:gd name="T8" fmla="*/ 0 w 1588"/>
                  <a:gd name="T9" fmla="*/ 0 h 1588"/>
                  <a:gd name="T10" fmla="*/ 0 w 1588"/>
                  <a:gd name="T11" fmla="*/ 0 h 1588"/>
                  <a:gd name="T12" fmla="*/ 0 60000 65536"/>
                  <a:gd name="T13" fmla="*/ 0 60000 65536"/>
                  <a:gd name="T14" fmla="*/ 0 60000 65536"/>
                  <a:gd name="T15" fmla="*/ 0 60000 65536"/>
                  <a:gd name="T16" fmla="*/ 0 60000 65536"/>
                  <a:gd name="T17" fmla="*/ 0 60000 65536"/>
                  <a:gd name="T18" fmla="*/ 0 w 1588"/>
                  <a:gd name="T19" fmla="*/ 0 h 1588"/>
                  <a:gd name="T20" fmla="*/ 1588 w 1588"/>
                  <a:gd name="T21" fmla="*/ 1588 h 1588"/>
                </a:gdLst>
                <a:ahLst/>
                <a:cxnLst>
                  <a:cxn ang="T12">
                    <a:pos x="T0" y="T1"/>
                  </a:cxn>
                  <a:cxn ang="T13">
                    <a:pos x="T2" y="T3"/>
                  </a:cxn>
                  <a:cxn ang="T14">
                    <a:pos x="T4" y="T5"/>
                  </a:cxn>
                  <a:cxn ang="T15">
                    <a:pos x="T6" y="T7"/>
                  </a:cxn>
                  <a:cxn ang="T16">
                    <a:pos x="T8" y="T9"/>
                  </a:cxn>
                  <a:cxn ang="T17">
                    <a:pos x="T10" y="T11"/>
                  </a:cxn>
                </a:cxnLst>
                <a:rect l="T18" t="T19" r="T20" b="T21"/>
                <a:pathLst>
                  <a:path w="1588" h="1588">
                    <a:moveTo>
                      <a:pt x="0" y="0"/>
                    </a:move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52" name="Freeform 311"/>
              <p:cNvSpPr>
                <a:spLocks/>
              </p:cNvSpPr>
              <p:nvPr/>
            </p:nvSpPr>
            <p:spPr bwMode="auto">
              <a:xfrm>
                <a:off x="3557588" y="3954463"/>
                <a:ext cx="11112" cy="11112"/>
              </a:xfrm>
              <a:custGeom>
                <a:avLst/>
                <a:gdLst>
                  <a:gd name="T0" fmla="*/ 11112 w 7"/>
                  <a:gd name="T1" fmla="*/ 0 h 7"/>
                  <a:gd name="T2" fmla="*/ 11112 w 7"/>
                  <a:gd name="T3" fmla="*/ 0 h 7"/>
                  <a:gd name="T4" fmla="*/ 0 w 7"/>
                  <a:gd name="T5" fmla="*/ 0 h 7"/>
                  <a:gd name="T6" fmla="*/ 0 w 7"/>
                  <a:gd name="T7" fmla="*/ 11112 h 7"/>
                  <a:gd name="T8" fmla="*/ 0 w 7"/>
                  <a:gd name="T9" fmla="*/ 11112 h 7"/>
                  <a:gd name="T10" fmla="*/ 11112 w 7"/>
                  <a:gd name="T11" fmla="*/ 11112 h 7"/>
                  <a:gd name="T12" fmla="*/ 11112 w 7"/>
                  <a:gd name="T13" fmla="*/ 0 h 7"/>
                  <a:gd name="T14" fmla="*/ 11112 w 7"/>
                  <a:gd name="T15" fmla="*/ 0 h 7"/>
                  <a:gd name="T16" fmla="*/ 11112 w 7"/>
                  <a:gd name="T17" fmla="*/ 0 h 7"/>
                  <a:gd name="T18" fmla="*/ 11112 w 7"/>
                  <a:gd name="T19" fmla="*/ 0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
                  <a:gd name="T31" fmla="*/ 0 h 7"/>
                  <a:gd name="T32" fmla="*/ 7 w 7"/>
                  <a:gd name="T33" fmla="*/ 7 h 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 h="7">
                    <a:moveTo>
                      <a:pt x="7" y="0"/>
                    </a:moveTo>
                    <a:lnTo>
                      <a:pt x="7" y="0"/>
                    </a:lnTo>
                    <a:lnTo>
                      <a:pt x="0" y="0"/>
                    </a:lnTo>
                    <a:lnTo>
                      <a:pt x="0" y="7"/>
                    </a:lnTo>
                    <a:lnTo>
                      <a:pt x="7" y="7"/>
                    </a:lnTo>
                    <a:lnTo>
                      <a:pt x="7" y="0"/>
                    </a:lnTo>
                    <a:close/>
                  </a:path>
                </a:pathLst>
              </a:custGeom>
              <a:grpFill/>
              <a:ln w="9525">
                <a:noFill/>
                <a:round/>
                <a:headEnd/>
                <a:tailEnd/>
              </a:ln>
            </p:spPr>
            <p:txBody>
              <a:bodyPr/>
              <a:lstStyle/>
              <a:p>
                <a:pPr>
                  <a:defRPr/>
                </a:pPr>
                <a:endParaRPr lang="da-DK">
                  <a:latin typeface="Arial" pitchFamily="34" charset="0"/>
                </a:endParaRPr>
              </a:p>
            </p:txBody>
          </p:sp>
          <p:sp>
            <p:nvSpPr>
              <p:cNvPr id="153" name="Freeform 312"/>
              <p:cNvSpPr>
                <a:spLocks/>
              </p:cNvSpPr>
              <p:nvPr/>
            </p:nvSpPr>
            <p:spPr bwMode="auto">
              <a:xfrm>
                <a:off x="3587750" y="3954463"/>
                <a:ext cx="1588" cy="20637"/>
              </a:xfrm>
              <a:custGeom>
                <a:avLst/>
                <a:gdLst>
                  <a:gd name="T0" fmla="*/ 0 w 1588"/>
                  <a:gd name="T1" fmla="*/ 20637 h 13"/>
                  <a:gd name="T2" fmla="*/ 0 w 1588"/>
                  <a:gd name="T3" fmla="*/ 20637 h 13"/>
                  <a:gd name="T4" fmla="*/ 0 w 1588"/>
                  <a:gd name="T5" fmla="*/ 11112 h 13"/>
                  <a:gd name="T6" fmla="*/ 0 w 1588"/>
                  <a:gd name="T7" fmla="*/ 0 h 13"/>
                  <a:gd name="T8" fmla="*/ 0 w 1588"/>
                  <a:gd name="T9" fmla="*/ 0 h 13"/>
                  <a:gd name="T10" fmla="*/ 0 w 1588"/>
                  <a:gd name="T11" fmla="*/ 20637 h 13"/>
                  <a:gd name="T12" fmla="*/ 0 w 1588"/>
                  <a:gd name="T13" fmla="*/ 20637 h 13"/>
                  <a:gd name="T14" fmla="*/ 0 60000 65536"/>
                  <a:gd name="T15" fmla="*/ 0 60000 65536"/>
                  <a:gd name="T16" fmla="*/ 0 60000 65536"/>
                  <a:gd name="T17" fmla="*/ 0 60000 65536"/>
                  <a:gd name="T18" fmla="*/ 0 60000 65536"/>
                  <a:gd name="T19" fmla="*/ 0 60000 65536"/>
                  <a:gd name="T20" fmla="*/ 0 60000 65536"/>
                  <a:gd name="T21" fmla="*/ 0 w 1588"/>
                  <a:gd name="T22" fmla="*/ 0 h 13"/>
                  <a:gd name="T23" fmla="*/ 1588 w 1588"/>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8" h="13">
                    <a:moveTo>
                      <a:pt x="0" y="13"/>
                    </a:moveTo>
                    <a:lnTo>
                      <a:pt x="0" y="13"/>
                    </a:lnTo>
                    <a:lnTo>
                      <a:pt x="0" y="7"/>
                    </a:lnTo>
                    <a:lnTo>
                      <a:pt x="0" y="0"/>
                    </a:lnTo>
                    <a:lnTo>
                      <a:pt x="0" y="13"/>
                    </a:lnTo>
                    <a:close/>
                  </a:path>
                </a:pathLst>
              </a:custGeom>
              <a:grpFill/>
              <a:ln w="9525">
                <a:noFill/>
                <a:round/>
                <a:headEnd/>
                <a:tailEnd/>
              </a:ln>
            </p:spPr>
            <p:txBody>
              <a:bodyPr/>
              <a:lstStyle/>
              <a:p>
                <a:pPr>
                  <a:defRPr/>
                </a:pPr>
                <a:endParaRPr lang="da-DK">
                  <a:latin typeface="Arial" pitchFamily="34" charset="0"/>
                </a:endParaRPr>
              </a:p>
            </p:txBody>
          </p:sp>
          <p:sp>
            <p:nvSpPr>
              <p:cNvPr id="154" name="Freeform 313"/>
              <p:cNvSpPr>
                <a:spLocks/>
              </p:cNvSpPr>
              <p:nvPr/>
            </p:nvSpPr>
            <p:spPr bwMode="auto">
              <a:xfrm>
                <a:off x="3587750" y="3954463"/>
                <a:ext cx="1588" cy="30162"/>
              </a:xfrm>
              <a:custGeom>
                <a:avLst/>
                <a:gdLst>
                  <a:gd name="T0" fmla="*/ 0 w 1588"/>
                  <a:gd name="T1" fmla="*/ 30162 h 19"/>
                  <a:gd name="T2" fmla="*/ 0 w 1588"/>
                  <a:gd name="T3" fmla="*/ 30162 h 19"/>
                  <a:gd name="T4" fmla="*/ 0 w 1588"/>
                  <a:gd name="T5" fmla="*/ 11112 h 19"/>
                  <a:gd name="T6" fmla="*/ 0 w 1588"/>
                  <a:gd name="T7" fmla="*/ 0 h 19"/>
                  <a:gd name="T8" fmla="*/ 0 w 1588"/>
                  <a:gd name="T9" fmla="*/ 0 h 19"/>
                  <a:gd name="T10" fmla="*/ 0 w 1588"/>
                  <a:gd name="T11" fmla="*/ 30162 h 19"/>
                  <a:gd name="T12" fmla="*/ 0 w 1588"/>
                  <a:gd name="T13" fmla="*/ 30162 h 19"/>
                  <a:gd name="T14" fmla="*/ 0 60000 65536"/>
                  <a:gd name="T15" fmla="*/ 0 60000 65536"/>
                  <a:gd name="T16" fmla="*/ 0 60000 65536"/>
                  <a:gd name="T17" fmla="*/ 0 60000 65536"/>
                  <a:gd name="T18" fmla="*/ 0 60000 65536"/>
                  <a:gd name="T19" fmla="*/ 0 60000 65536"/>
                  <a:gd name="T20" fmla="*/ 0 60000 65536"/>
                  <a:gd name="T21" fmla="*/ 0 w 1588"/>
                  <a:gd name="T22" fmla="*/ 0 h 19"/>
                  <a:gd name="T23" fmla="*/ 1588 w 1588"/>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8" h="19">
                    <a:moveTo>
                      <a:pt x="0" y="19"/>
                    </a:moveTo>
                    <a:lnTo>
                      <a:pt x="0" y="19"/>
                    </a:lnTo>
                    <a:lnTo>
                      <a:pt x="0" y="7"/>
                    </a:lnTo>
                    <a:lnTo>
                      <a:pt x="0" y="0"/>
                    </a:lnTo>
                    <a:lnTo>
                      <a:pt x="0" y="19"/>
                    </a:lnTo>
                    <a:close/>
                  </a:path>
                </a:pathLst>
              </a:custGeom>
              <a:grpFill/>
              <a:ln w="9525">
                <a:noFill/>
                <a:round/>
                <a:headEnd/>
                <a:tailEnd/>
              </a:ln>
            </p:spPr>
            <p:txBody>
              <a:bodyPr/>
              <a:lstStyle/>
              <a:p>
                <a:pPr>
                  <a:defRPr/>
                </a:pPr>
                <a:endParaRPr lang="da-DK">
                  <a:latin typeface="Arial" pitchFamily="34" charset="0"/>
                </a:endParaRPr>
              </a:p>
            </p:txBody>
          </p:sp>
          <p:sp>
            <p:nvSpPr>
              <p:cNvPr id="155" name="Freeform 314"/>
              <p:cNvSpPr>
                <a:spLocks/>
              </p:cNvSpPr>
              <p:nvPr/>
            </p:nvSpPr>
            <p:spPr bwMode="auto">
              <a:xfrm>
                <a:off x="3578225" y="3965575"/>
                <a:ext cx="1588" cy="19050"/>
              </a:xfrm>
              <a:custGeom>
                <a:avLst/>
                <a:gdLst>
                  <a:gd name="T0" fmla="*/ 0 w 1588"/>
                  <a:gd name="T1" fmla="*/ 0 h 12"/>
                  <a:gd name="T2" fmla="*/ 0 w 1588"/>
                  <a:gd name="T3" fmla="*/ 0 h 12"/>
                  <a:gd name="T4" fmla="*/ 0 w 1588"/>
                  <a:gd name="T5" fmla="*/ 9525 h 12"/>
                  <a:gd name="T6" fmla="*/ 0 w 1588"/>
                  <a:gd name="T7" fmla="*/ 19050 h 12"/>
                  <a:gd name="T8" fmla="*/ 0 w 1588"/>
                  <a:gd name="T9" fmla="*/ 19050 h 12"/>
                  <a:gd name="T10" fmla="*/ 0 w 1588"/>
                  <a:gd name="T11" fmla="*/ 9525 h 12"/>
                  <a:gd name="T12" fmla="*/ 0 w 1588"/>
                  <a:gd name="T13" fmla="*/ 0 h 12"/>
                  <a:gd name="T14" fmla="*/ 0 w 1588"/>
                  <a:gd name="T15" fmla="*/ 0 h 12"/>
                  <a:gd name="T16" fmla="*/ 0 60000 65536"/>
                  <a:gd name="T17" fmla="*/ 0 60000 65536"/>
                  <a:gd name="T18" fmla="*/ 0 60000 65536"/>
                  <a:gd name="T19" fmla="*/ 0 60000 65536"/>
                  <a:gd name="T20" fmla="*/ 0 60000 65536"/>
                  <a:gd name="T21" fmla="*/ 0 60000 65536"/>
                  <a:gd name="T22" fmla="*/ 0 60000 65536"/>
                  <a:gd name="T23" fmla="*/ 0 60000 65536"/>
                  <a:gd name="T24" fmla="*/ 0 w 1588"/>
                  <a:gd name="T25" fmla="*/ 0 h 12"/>
                  <a:gd name="T26" fmla="*/ 1588 w 1588"/>
                  <a:gd name="T27" fmla="*/ 12 h 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88" h="12">
                    <a:moveTo>
                      <a:pt x="0" y="0"/>
                    </a:moveTo>
                    <a:lnTo>
                      <a:pt x="0" y="0"/>
                    </a:lnTo>
                    <a:lnTo>
                      <a:pt x="0" y="6"/>
                    </a:lnTo>
                    <a:lnTo>
                      <a:pt x="0" y="12"/>
                    </a:lnTo>
                    <a:lnTo>
                      <a:pt x="0" y="6"/>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56" name="Freeform 315"/>
              <p:cNvSpPr>
                <a:spLocks/>
              </p:cNvSpPr>
              <p:nvPr/>
            </p:nvSpPr>
            <p:spPr bwMode="auto">
              <a:xfrm>
                <a:off x="3568700" y="3965575"/>
                <a:ext cx="9525" cy="19050"/>
              </a:xfrm>
              <a:custGeom>
                <a:avLst/>
                <a:gdLst>
                  <a:gd name="T0" fmla="*/ 9525 w 6"/>
                  <a:gd name="T1" fmla="*/ 19050 h 12"/>
                  <a:gd name="T2" fmla="*/ 9525 w 6"/>
                  <a:gd name="T3" fmla="*/ 19050 h 12"/>
                  <a:gd name="T4" fmla="*/ 0 w 6"/>
                  <a:gd name="T5" fmla="*/ 0 h 12"/>
                  <a:gd name="T6" fmla="*/ 0 w 6"/>
                  <a:gd name="T7" fmla="*/ 0 h 12"/>
                  <a:gd name="T8" fmla="*/ 9525 w 6"/>
                  <a:gd name="T9" fmla="*/ 19050 h 12"/>
                  <a:gd name="T10" fmla="*/ 9525 w 6"/>
                  <a:gd name="T11" fmla="*/ 19050 h 12"/>
                  <a:gd name="T12" fmla="*/ 0 60000 65536"/>
                  <a:gd name="T13" fmla="*/ 0 60000 65536"/>
                  <a:gd name="T14" fmla="*/ 0 60000 65536"/>
                  <a:gd name="T15" fmla="*/ 0 60000 65536"/>
                  <a:gd name="T16" fmla="*/ 0 60000 65536"/>
                  <a:gd name="T17" fmla="*/ 0 60000 65536"/>
                  <a:gd name="T18" fmla="*/ 0 w 6"/>
                  <a:gd name="T19" fmla="*/ 0 h 12"/>
                  <a:gd name="T20" fmla="*/ 6 w 6"/>
                  <a:gd name="T21" fmla="*/ 12 h 12"/>
                </a:gdLst>
                <a:ahLst/>
                <a:cxnLst>
                  <a:cxn ang="T12">
                    <a:pos x="T0" y="T1"/>
                  </a:cxn>
                  <a:cxn ang="T13">
                    <a:pos x="T2" y="T3"/>
                  </a:cxn>
                  <a:cxn ang="T14">
                    <a:pos x="T4" y="T5"/>
                  </a:cxn>
                  <a:cxn ang="T15">
                    <a:pos x="T6" y="T7"/>
                  </a:cxn>
                  <a:cxn ang="T16">
                    <a:pos x="T8" y="T9"/>
                  </a:cxn>
                  <a:cxn ang="T17">
                    <a:pos x="T10" y="T11"/>
                  </a:cxn>
                </a:cxnLst>
                <a:rect l="T18" t="T19" r="T20" b="T21"/>
                <a:pathLst>
                  <a:path w="6" h="12">
                    <a:moveTo>
                      <a:pt x="6" y="12"/>
                    </a:moveTo>
                    <a:lnTo>
                      <a:pt x="6" y="12"/>
                    </a:lnTo>
                    <a:lnTo>
                      <a:pt x="0" y="0"/>
                    </a:lnTo>
                    <a:lnTo>
                      <a:pt x="6" y="12"/>
                    </a:lnTo>
                    <a:close/>
                  </a:path>
                </a:pathLst>
              </a:custGeom>
              <a:grpFill/>
              <a:ln w="9525">
                <a:noFill/>
                <a:round/>
                <a:headEnd/>
                <a:tailEnd/>
              </a:ln>
            </p:spPr>
            <p:txBody>
              <a:bodyPr/>
              <a:lstStyle/>
              <a:p>
                <a:pPr>
                  <a:defRPr/>
                </a:pPr>
                <a:endParaRPr lang="da-DK">
                  <a:latin typeface="Arial" pitchFamily="34" charset="0"/>
                </a:endParaRPr>
              </a:p>
            </p:txBody>
          </p:sp>
          <p:sp>
            <p:nvSpPr>
              <p:cNvPr id="157" name="Freeform 316"/>
              <p:cNvSpPr>
                <a:spLocks/>
              </p:cNvSpPr>
              <p:nvPr/>
            </p:nvSpPr>
            <p:spPr bwMode="auto">
              <a:xfrm>
                <a:off x="3648075" y="3965575"/>
                <a:ext cx="1588" cy="1588"/>
              </a:xfrm>
              <a:custGeom>
                <a:avLst/>
                <a:gdLst>
                  <a:gd name="T0" fmla="*/ 0 w 1588"/>
                  <a:gd name="T1" fmla="*/ 0 h 1588"/>
                  <a:gd name="T2" fmla="*/ 0 w 1588"/>
                  <a:gd name="T3" fmla="*/ 0 h 1588"/>
                  <a:gd name="T4" fmla="*/ 0 w 1588"/>
                  <a:gd name="T5" fmla="*/ 0 h 1588"/>
                  <a:gd name="T6" fmla="*/ 0 w 1588"/>
                  <a:gd name="T7" fmla="*/ 0 h 1588"/>
                  <a:gd name="T8" fmla="*/ 0 w 1588"/>
                  <a:gd name="T9" fmla="*/ 0 h 1588"/>
                  <a:gd name="T10" fmla="*/ 0 w 1588"/>
                  <a:gd name="T11" fmla="*/ 0 h 1588"/>
                  <a:gd name="T12" fmla="*/ 0 60000 65536"/>
                  <a:gd name="T13" fmla="*/ 0 60000 65536"/>
                  <a:gd name="T14" fmla="*/ 0 60000 65536"/>
                  <a:gd name="T15" fmla="*/ 0 60000 65536"/>
                  <a:gd name="T16" fmla="*/ 0 60000 65536"/>
                  <a:gd name="T17" fmla="*/ 0 60000 65536"/>
                  <a:gd name="T18" fmla="*/ 0 w 1588"/>
                  <a:gd name="T19" fmla="*/ 0 h 1588"/>
                  <a:gd name="T20" fmla="*/ 1588 w 1588"/>
                  <a:gd name="T21" fmla="*/ 1588 h 1588"/>
                </a:gdLst>
                <a:ahLst/>
                <a:cxnLst>
                  <a:cxn ang="T12">
                    <a:pos x="T0" y="T1"/>
                  </a:cxn>
                  <a:cxn ang="T13">
                    <a:pos x="T2" y="T3"/>
                  </a:cxn>
                  <a:cxn ang="T14">
                    <a:pos x="T4" y="T5"/>
                  </a:cxn>
                  <a:cxn ang="T15">
                    <a:pos x="T6" y="T7"/>
                  </a:cxn>
                  <a:cxn ang="T16">
                    <a:pos x="T8" y="T9"/>
                  </a:cxn>
                  <a:cxn ang="T17">
                    <a:pos x="T10" y="T11"/>
                  </a:cxn>
                </a:cxnLst>
                <a:rect l="T18" t="T19" r="T20" b="T21"/>
                <a:pathLst>
                  <a:path w="1588" h="1588">
                    <a:moveTo>
                      <a:pt x="0" y="0"/>
                    </a:move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58" name="Freeform 317"/>
              <p:cNvSpPr>
                <a:spLocks/>
              </p:cNvSpPr>
              <p:nvPr/>
            </p:nvSpPr>
            <p:spPr bwMode="auto">
              <a:xfrm>
                <a:off x="3568700" y="3965575"/>
                <a:ext cx="1588" cy="30163"/>
              </a:xfrm>
              <a:custGeom>
                <a:avLst/>
                <a:gdLst>
                  <a:gd name="T0" fmla="*/ 0 w 1588"/>
                  <a:gd name="T1" fmla="*/ 30163 h 19"/>
                  <a:gd name="T2" fmla="*/ 0 w 1588"/>
                  <a:gd name="T3" fmla="*/ 30163 h 19"/>
                  <a:gd name="T4" fmla="*/ 0 w 1588"/>
                  <a:gd name="T5" fmla="*/ 19050 h 19"/>
                  <a:gd name="T6" fmla="*/ 0 w 1588"/>
                  <a:gd name="T7" fmla="*/ 0 h 19"/>
                  <a:gd name="T8" fmla="*/ 0 w 1588"/>
                  <a:gd name="T9" fmla="*/ 0 h 19"/>
                  <a:gd name="T10" fmla="*/ 0 w 1588"/>
                  <a:gd name="T11" fmla="*/ 30163 h 19"/>
                  <a:gd name="T12" fmla="*/ 0 w 1588"/>
                  <a:gd name="T13" fmla="*/ 30163 h 19"/>
                  <a:gd name="T14" fmla="*/ 0 60000 65536"/>
                  <a:gd name="T15" fmla="*/ 0 60000 65536"/>
                  <a:gd name="T16" fmla="*/ 0 60000 65536"/>
                  <a:gd name="T17" fmla="*/ 0 60000 65536"/>
                  <a:gd name="T18" fmla="*/ 0 60000 65536"/>
                  <a:gd name="T19" fmla="*/ 0 60000 65536"/>
                  <a:gd name="T20" fmla="*/ 0 60000 65536"/>
                  <a:gd name="T21" fmla="*/ 0 w 1588"/>
                  <a:gd name="T22" fmla="*/ 0 h 19"/>
                  <a:gd name="T23" fmla="*/ 1588 w 1588"/>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8" h="19">
                    <a:moveTo>
                      <a:pt x="0" y="19"/>
                    </a:moveTo>
                    <a:lnTo>
                      <a:pt x="0" y="19"/>
                    </a:lnTo>
                    <a:lnTo>
                      <a:pt x="0" y="12"/>
                    </a:lnTo>
                    <a:lnTo>
                      <a:pt x="0" y="0"/>
                    </a:lnTo>
                    <a:lnTo>
                      <a:pt x="0" y="19"/>
                    </a:lnTo>
                    <a:close/>
                  </a:path>
                </a:pathLst>
              </a:custGeom>
              <a:grpFill/>
              <a:ln w="9525">
                <a:noFill/>
                <a:round/>
                <a:headEnd/>
                <a:tailEnd/>
              </a:ln>
            </p:spPr>
            <p:txBody>
              <a:bodyPr/>
              <a:lstStyle/>
              <a:p>
                <a:pPr>
                  <a:defRPr/>
                </a:pPr>
                <a:endParaRPr lang="da-DK">
                  <a:latin typeface="Arial" pitchFamily="34" charset="0"/>
                </a:endParaRPr>
              </a:p>
            </p:txBody>
          </p:sp>
          <p:sp>
            <p:nvSpPr>
              <p:cNvPr id="159" name="Freeform 318"/>
              <p:cNvSpPr>
                <a:spLocks/>
              </p:cNvSpPr>
              <p:nvPr/>
            </p:nvSpPr>
            <p:spPr bwMode="auto">
              <a:xfrm>
                <a:off x="3557588" y="3975101"/>
                <a:ext cx="1587" cy="20638"/>
              </a:xfrm>
              <a:custGeom>
                <a:avLst/>
                <a:gdLst>
                  <a:gd name="T0" fmla="*/ 0 w 1588"/>
                  <a:gd name="T1" fmla="*/ 20638 h 13"/>
                  <a:gd name="T2" fmla="*/ 0 w 1588"/>
                  <a:gd name="T3" fmla="*/ 20638 h 13"/>
                  <a:gd name="T4" fmla="*/ 0 w 1588"/>
                  <a:gd name="T5" fmla="*/ 0 h 13"/>
                  <a:gd name="T6" fmla="*/ 0 w 1588"/>
                  <a:gd name="T7" fmla="*/ 0 h 13"/>
                  <a:gd name="T8" fmla="*/ 0 w 1588"/>
                  <a:gd name="T9" fmla="*/ 9525 h 13"/>
                  <a:gd name="T10" fmla="*/ 0 w 1588"/>
                  <a:gd name="T11" fmla="*/ 20638 h 13"/>
                  <a:gd name="T12" fmla="*/ 0 w 1588"/>
                  <a:gd name="T13" fmla="*/ 20638 h 13"/>
                  <a:gd name="T14" fmla="*/ 0 60000 65536"/>
                  <a:gd name="T15" fmla="*/ 0 60000 65536"/>
                  <a:gd name="T16" fmla="*/ 0 60000 65536"/>
                  <a:gd name="T17" fmla="*/ 0 60000 65536"/>
                  <a:gd name="T18" fmla="*/ 0 60000 65536"/>
                  <a:gd name="T19" fmla="*/ 0 60000 65536"/>
                  <a:gd name="T20" fmla="*/ 0 60000 65536"/>
                  <a:gd name="T21" fmla="*/ 0 w 1588"/>
                  <a:gd name="T22" fmla="*/ 0 h 13"/>
                  <a:gd name="T23" fmla="*/ 1588 w 1588"/>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8" h="13">
                    <a:moveTo>
                      <a:pt x="0" y="13"/>
                    </a:moveTo>
                    <a:lnTo>
                      <a:pt x="0" y="13"/>
                    </a:lnTo>
                    <a:lnTo>
                      <a:pt x="0" y="0"/>
                    </a:lnTo>
                    <a:lnTo>
                      <a:pt x="0" y="6"/>
                    </a:lnTo>
                    <a:lnTo>
                      <a:pt x="0" y="13"/>
                    </a:lnTo>
                    <a:close/>
                  </a:path>
                </a:pathLst>
              </a:custGeom>
              <a:grpFill/>
              <a:ln w="9525">
                <a:noFill/>
                <a:round/>
                <a:headEnd/>
                <a:tailEnd/>
              </a:ln>
            </p:spPr>
            <p:txBody>
              <a:bodyPr/>
              <a:lstStyle/>
              <a:p>
                <a:pPr>
                  <a:defRPr/>
                </a:pPr>
                <a:endParaRPr lang="da-DK">
                  <a:latin typeface="Arial" pitchFamily="34" charset="0"/>
                </a:endParaRPr>
              </a:p>
            </p:txBody>
          </p:sp>
          <p:sp>
            <p:nvSpPr>
              <p:cNvPr id="160" name="Freeform 319"/>
              <p:cNvSpPr>
                <a:spLocks/>
              </p:cNvSpPr>
              <p:nvPr/>
            </p:nvSpPr>
            <p:spPr bwMode="auto">
              <a:xfrm>
                <a:off x="3659188" y="3984625"/>
                <a:ext cx="1587" cy="1588"/>
              </a:xfrm>
              <a:custGeom>
                <a:avLst/>
                <a:gdLst>
                  <a:gd name="T0" fmla="*/ 0 w 1588"/>
                  <a:gd name="T1" fmla="*/ 0 h 1588"/>
                  <a:gd name="T2" fmla="*/ 0 w 1588"/>
                  <a:gd name="T3" fmla="*/ 0 h 1588"/>
                  <a:gd name="T4" fmla="*/ 0 w 1588"/>
                  <a:gd name="T5" fmla="*/ 0 h 1588"/>
                  <a:gd name="T6" fmla="*/ 0 w 1588"/>
                  <a:gd name="T7" fmla="*/ 0 h 1588"/>
                  <a:gd name="T8" fmla="*/ 0 w 1588"/>
                  <a:gd name="T9" fmla="*/ 0 h 1588"/>
                  <a:gd name="T10" fmla="*/ 0 w 1588"/>
                  <a:gd name="T11" fmla="*/ 0 h 1588"/>
                  <a:gd name="T12" fmla="*/ 0 w 1588"/>
                  <a:gd name="T13" fmla="*/ 0 h 1588"/>
                  <a:gd name="T14" fmla="*/ 0 60000 65536"/>
                  <a:gd name="T15" fmla="*/ 0 60000 65536"/>
                  <a:gd name="T16" fmla="*/ 0 60000 65536"/>
                  <a:gd name="T17" fmla="*/ 0 60000 65536"/>
                  <a:gd name="T18" fmla="*/ 0 60000 65536"/>
                  <a:gd name="T19" fmla="*/ 0 60000 65536"/>
                  <a:gd name="T20" fmla="*/ 0 60000 65536"/>
                  <a:gd name="T21" fmla="*/ 0 w 1588"/>
                  <a:gd name="T22" fmla="*/ 0 h 1588"/>
                  <a:gd name="T23" fmla="*/ 1588 w 1588"/>
                  <a:gd name="T24" fmla="*/ 1588 h 15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8" h="1588">
                    <a:moveTo>
                      <a:pt x="0" y="0"/>
                    </a:move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61" name="Freeform 320"/>
              <p:cNvSpPr>
                <a:spLocks/>
              </p:cNvSpPr>
              <p:nvPr/>
            </p:nvSpPr>
            <p:spPr bwMode="auto">
              <a:xfrm>
                <a:off x="3729038" y="3984625"/>
                <a:ext cx="1587" cy="20638"/>
              </a:xfrm>
              <a:custGeom>
                <a:avLst/>
                <a:gdLst>
                  <a:gd name="T0" fmla="*/ 0 w 1588"/>
                  <a:gd name="T1" fmla="*/ 20638 h 13"/>
                  <a:gd name="T2" fmla="*/ 0 w 1588"/>
                  <a:gd name="T3" fmla="*/ 20638 h 13"/>
                  <a:gd name="T4" fmla="*/ 0 w 1588"/>
                  <a:gd name="T5" fmla="*/ 0 h 13"/>
                  <a:gd name="T6" fmla="*/ 0 w 1588"/>
                  <a:gd name="T7" fmla="*/ 0 h 13"/>
                  <a:gd name="T8" fmla="*/ 0 w 1588"/>
                  <a:gd name="T9" fmla="*/ 20638 h 13"/>
                  <a:gd name="T10" fmla="*/ 0 w 1588"/>
                  <a:gd name="T11" fmla="*/ 20638 h 13"/>
                  <a:gd name="T12" fmla="*/ 0 60000 65536"/>
                  <a:gd name="T13" fmla="*/ 0 60000 65536"/>
                  <a:gd name="T14" fmla="*/ 0 60000 65536"/>
                  <a:gd name="T15" fmla="*/ 0 60000 65536"/>
                  <a:gd name="T16" fmla="*/ 0 60000 65536"/>
                  <a:gd name="T17" fmla="*/ 0 60000 65536"/>
                  <a:gd name="T18" fmla="*/ 0 w 1588"/>
                  <a:gd name="T19" fmla="*/ 0 h 13"/>
                  <a:gd name="T20" fmla="*/ 1588 w 1588"/>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588" h="13">
                    <a:moveTo>
                      <a:pt x="0" y="13"/>
                    </a:moveTo>
                    <a:lnTo>
                      <a:pt x="0" y="13"/>
                    </a:lnTo>
                    <a:lnTo>
                      <a:pt x="0" y="0"/>
                    </a:lnTo>
                    <a:lnTo>
                      <a:pt x="0" y="13"/>
                    </a:lnTo>
                    <a:close/>
                  </a:path>
                </a:pathLst>
              </a:custGeom>
              <a:grpFill/>
              <a:ln w="9525">
                <a:noFill/>
                <a:round/>
                <a:headEnd/>
                <a:tailEnd/>
              </a:ln>
            </p:spPr>
            <p:txBody>
              <a:bodyPr/>
              <a:lstStyle/>
              <a:p>
                <a:pPr>
                  <a:defRPr/>
                </a:pPr>
                <a:endParaRPr lang="da-DK">
                  <a:latin typeface="Arial" pitchFamily="34" charset="0"/>
                </a:endParaRPr>
              </a:p>
            </p:txBody>
          </p:sp>
          <p:sp>
            <p:nvSpPr>
              <p:cNvPr id="162" name="Freeform 322"/>
              <p:cNvSpPr>
                <a:spLocks/>
              </p:cNvSpPr>
              <p:nvPr/>
            </p:nvSpPr>
            <p:spPr bwMode="auto">
              <a:xfrm>
                <a:off x="3659188" y="3995738"/>
                <a:ext cx="1587" cy="1587"/>
              </a:xfrm>
              <a:custGeom>
                <a:avLst/>
                <a:gdLst>
                  <a:gd name="T0" fmla="*/ 0 w 1588"/>
                  <a:gd name="T1" fmla="*/ 0 h 1588"/>
                  <a:gd name="T2" fmla="*/ 0 w 1588"/>
                  <a:gd name="T3" fmla="*/ 0 h 1588"/>
                  <a:gd name="T4" fmla="*/ 0 w 1588"/>
                  <a:gd name="T5" fmla="*/ 0 h 1588"/>
                  <a:gd name="T6" fmla="*/ 0 w 1588"/>
                  <a:gd name="T7" fmla="*/ 0 h 1588"/>
                  <a:gd name="T8" fmla="*/ 0 w 1588"/>
                  <a:gd name="T9" fmla="*/ 0 h 1588"/>
                  <a:gd name="T10" fmla="*/ 0 w 1588"/>
                  <a:gd name="T11" fmla="*/ 0 h 1588"/>
                  <a:gd name="T12" fmla="*/ 0 60000 65536"/>
                  <a:gd name="T13" fmla="*/ 0 60000 65536"/>
                  <a:gd name="T14" fmla="*/ 0 60000 65536"/>
                  <a:gd name="T15" fmla="*/ 0 60000 65536"/>
                  <a:gd name="T16" fmla="*/ 0 60000 65536"/>
                  <a:gd name="T17" fmla="*/ 0 60000 65536"/>
                  <a:gd name="T18" fmla="*/ 0 w 1588"/>
                  <a:gd name="T19" fmla="*/ 0 h 1588"/>
                  <a:gd name="T20" fmla="*/ 1588 w 1588"/>
                  <a:gd name="T21" fmla="*/ 1588 h 1588"/>
                </a:gdLst>
                <a:ahLst/>
                <a:cxnLst>
                  <a:cxn ang="T12">
                    <a:pos x="T0" y="T1"/>
                  </a:cxn>
                  <a:cxn ang="T13">
                    <a:pos x="T2" y="T3"/>
                  </a:cxn>
                  <a:cxn ang="T14">
                    <a:pos x="T4" y="T5"/>
                  </a:cxn>
                  <a:cxn ang="T15">
                    <a:pos x="T6" y="T7"/>
                  </a:cxn>
                  <a:cxn ang="T16">
                    <a:pos x="T8" y="T9"/>
                  </a:cxn>
                  <a:cxn ang="T17">
                    <a:pos x="T10" y="T11"/>
                  </a:cxn>
                </a:cxnLst>
                <a:rect l="T18" t="T19" r="T20" b="T21"/>
                <a:pathLst>
                  <a:path w="1588" h="1588">
                    <a:moveTo>
                      <a:pt x="0" y="0"/>
                    </a:move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63" name="Rectangle 323"/>
              <p:cNvSpPr>
                <a:spLocks noChangeArrowheads="1"/>
              </p:cNvSpPr>
              <p:nvPr/>
            </p:nvSpPr>
            <p:spPr bwMode="auto">
              <a:xfrm>
                <a:off x="3648075" y="3995738"/>
                <a:ext cx="1588" cy="1587"/>
              </a:xfrm>
              <a:prstGeom prst="rect">
                <a:avLst/>
              </a:prstGeom>
              <a:grpFill/>
              <a:ln w="9525">
                <a:noFill/>
                <a:miter lim="800000"/>
                <a:headEnd/>
                <a:tailEnd/>
              </a:ln>
            </p:spPr>
            <p:txBody>
              <a:bodyPr/>
              <a:lstStyle/>
              <a:p>
                <a:pPr>
                  <a:defRPr/>
                </a:pPr>
                <a:endParaRPr lang="da-DK">
                  <a:latin typeface="Arial" pitchFamily="34" charset="0"/>
                </a:endParaRPr>
              </a:p>
            </p:txBody>
          </p:sp>
          <p:sp>
            <p:nvSpPr>
              <p:cNvPr id="164" name="Freeform 324"/>
              <p:cNvSpPr>
                <a:spLocks/>
              </p:cNvSpPr>
              <p:nvPr/>
            </p:nvSpPr>
            <p:spPr bwMode="auto">
              <a:xfrm>
                <a:off x="3538538" y="3995738"/>
                <a:ext cx="1587" cy="1587"/>
              </a:xfrm>
              <a:custGeom>
                <a:avLst/>
                <a:gdLst>
                  <a:gd name="T0" fmla="*/ 0 w 1588"/>
                  <a:gd name="T1" fmla="*/ 0 h 1588"/>
                  <a:gd name="T2" fmla="*/ 0 w 1588"/>
                  <a:gd name="T3" fmla="*/ 0 h 1588"/>
                  <a:gd name="T4" fmla="*/ 0 w 1588"/>
                  <a:gd name="T5" fmla="*/ 0 h 1588"/>
                  <a:gd name="T6" fmla="*/ 0 w 1588"/>
                  <a:gd name="T7" fmla="*/ 0 h 1588"/>
                  <a:gd name="T8" fmla="*/ 0 w 1588"/>
                  <a:gd name="T9" fmla="*/ 0 h 1588"/>
                  <a:gd name="T10" fmla="*/ 0 w 1588"/>
                  <a:gd name="T11" fmla="*/ 0 h 1588"/>
                  <a:gd name="T12" fmla="*/ 0 60000 65536"/>
                  <a:gd name="T13" fmla="*/ 0 60000 65536"/>
                  <a:gd name="T14" fmla="*/ 0 60000 65536"/>
                  <a:gd name="T15" fmla="*/ 0 60000 65536"/>
                  <a:gd name="T16" fmla="*/ 0 60000 65536"/>
                  <a:gd name="T17" fmla="*/ 0 60000 65536"/>
                  <a:gd name="T18" fmla="*/ 0 w 1588"/>
                  <a:gd name="T19" fmla="*/ 0 h 1588"/>
                  <a:gd name="T20" fmla="*/ 1588 w 1588"/>
                  <a:gd name="T21" fmla="*/ 1588 h 1588"/>
                </a:gdLst>
                <a:ahLst/>
                <a:cxnLst>
                  <a:cxn ang="T12">
                    <a:pos x="T0" y="T1"/>
                  </a:cxn>
                  <a:cxn ang="T13">
                    <a:pos x="T2" y="T3"/>
                  </a:cxn>
                  <a:cxn ang="T14">
                    <a:pos x="T4" y="T5"/>
                  </a:cxn>
                  <a:cxn ang="T15">
                    <a:pos x="T6" y="T7"/>
                  </a:cxn>
                  <a:cxn ang="T16">
                    <a:pos x="T8" y="T9"/>
                  </a:cxn>
                  <a:cxn ang="T17">
                    <a:pos x="T10" y="T11"/>
                  </a:cxn>
                </a:cxnLst>
                <a:rect l="T18" t="T19" r="T20" b="T21"/>
                <a:pathLst>
                  <a:path w="1588" h="1588">
                    <a:moveTo>
                      <a:pt x="0" y="0"/>
                    </a:move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65" name="Freeform 325"/>
              <p:cNvSpPr>
                <a:spLocks/>
              </p:cNvSpPr>
              <p:nvPr/>
            </p:nvSpPr>
            <p:spPr bwMode="auto">
              <a:xfrm>
                <a:off x="3587750" y="3995738"/>
                <a:ext cx="1588" cy="20637"/>
              </a:xfrm>
              <a:custGeom>
                <a:avLst/>
                <a:gdLst>
                  <a:gd name="T0" fmla="*/ 0 w 1588"/>
                  <a:gd name="T1" fmla="*/ 20637 h 13"/>
                  <a:gd name="T2" fmla="*/ 0 w 1588"/>
                  <a:gd name="T3" fmla="*/ 20637 h 13"/>
                  <a:gd name="T4" fmla="*/ 0 w 1588"/>
                  <a:gd name="T5" fmla="*/ 0 h 13"/>
                  <a:gd name="T6" fmla="*/ 0 w 1588"/>
                  <a:gd name="T7" fmla="*/ 0 h 13"/>
                  <a:gd name="T8" fmla="*/ 0 w 1588"/>
                  <a:gd name="T9" fmla="*/ 9525 h 13"/>
                  <a:gd name="T10" fmla="*/ 0 w 1588"/>
                  <a:gd name="T11" fmla="*/ 20637 h 13"/>
                  <a:gd name="T12" fmla="*/ 0 w 1588"/>
                  <a:gd name="T13" fmla="*/ 20637 h 13"/>
                  <a:gd name="T14" fmla="*/ 0 60000 65536"/>
                  <a:gd name="T15" fmla="*/ 0 60000 65536"/>
                  <a:gd name="T16" fmla="*/ 0 60000 65536"/>
                  <a:gd name="T17" fmla="*/ 0 60000 65536"/>
                  <a:gd name="T18" fmla="*/ 0 60000 65536"/>
                  <a:gd name="T19" fmla="*/ 0 60000 65536"/>
                  <a:gd name="T20" fmla="*/ 0 60000 65536"/>
                  <a:gd name="T21" fmla="*/ 0 w 1588"/>
                  <a:gd name="T22" fmla="*/ 0 h 13"/>
                  <a:gd name="T23" fmla="*/ 1588 w 1588"/>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8" h="13">
                    <a:moveTo>
                      <a:pt x="0" y="13"/>
                    </a:moveTo>
                    <a:lnTo>
                      <a:pt x="0" y="13"/>
                    </a:lnTo>
                    <a:lnTo>
                      <a:pt x="0" y="0"/>
                    </a:lnTo>
                    <a:lnTo>
                      <a:pt x="0" y="6"/>
                    </a:lnTo>
                    <a:lnTo>
                      <a:pt x="0" y="13"/>
                    </a:lnTo>
                    <a:close/>
                  </a:path>
                </a:pathLst>
              </a:custGeom>
              <a:grpFill/>
              <a:ln w="9525">
                <a:noFill/>
                <a:round/>
                <a:headEnd/>
                <a:tailEnd/>
              </a:ln>
            </p:spPr>
            <p:txBody>
              <a:bodyPr/>
              <a:lstStyle/>
              <a:p>
                <a:pPr>
                  <a:defRPr/>
                </a:pPr>
                <a:endParaRPr lang="da-DK">
                  <a:latin typeface="Arial" pitchFamily="34" charset="0"/>
                </a:endParaRPr>
              </a:p>
            </p:txBody>
          </p:sp>
          <p:sp>
            <p:nvSpPr>
              <p:cNvPr id="166" name="Rectangle 326"/>
              <p:cNvSpPr>
                <a:spLocks noChangeArrowheads="1"/>
              </p:cNvSpPr>
              <p:nvPr/>
            </p:nvSpPr>
            <p:spPr bwMode="auto">
              <a:xfrm>
                <a:off x="3538538" y="3995738"/>
                <a:ext cx="1587" cy="1587"/>
              </a:xfrm>
              <a:prstGeom prst="rect">
                <a:avLst/>
              </a:prstGeom>
              <a:grpFill/>
              <a:ln w="9525">
                <a:noFill/>
                <a:miter lim="800000"/>
                <a:headEnd/>
                <a:tailEnd/>
              </a:ln>
            </p:spPr>
            <p:txBody>
              <a:bodyPr/>
              <a:lstStyle/>
              <a:p>
                <a:pPr>
                  <a:defRPr/>
                </a:pPr>
                <a:endParaRPr lang="da-DK">
                  <a:latin typeface="Arial" pitchFamily="34" charset="0"/>
                </a:endParaRPr>
              </a:p>
            </p:txBody>
          </p:sp>
          <p:sp>
            <p:nvSpPr>
              <p:cNvPr id="167" name="Freeform 327"/>
              <p:cNvSpPr>
                <a:spLocks/>
              </p:cNvSpPr>
              <p:nvPr/>
            </p:nvSpPr>
            <p:spPr bwMode="auto">
              <a:xfrm>
                <a:off x="3587750" y="4005263"/>
                <a:ext cx="11113" cy="11112"/>
              </a:xfrm>
              <a:custGeom>
                <a:avLst/>
                <a:gdLst>
                  <a:gd name="T0" fmla="*/ 0 w 7"/>
                  <a:gd name="T1" fmla="*/ 11112 h 7"/>
                  <a:gd name="T2" fmla="*/ 0 w 7"/>
                  <a:gd name="T3" fmla="*/ 11112 h 7"/>
                  <a:gd name="T4" fmla="*/ 11113 w 7"/>
                  <a:gd name="T5" fmla="*/ 0 h 7"/>
                  <a:gd name="T6" fmla="*/ 0 w 7"/>
                  <a:gd name="T7" fmla="*/ 0 h 7"/>
                  <a:gd name="T8" fmla="*/ 0 w 7"/>
                  <a:gd name="T9" fmla="*/ 0 h 7"/>
                  <a:gd name="T10" fmla="*/ 0 w 7"/>
                  <a:gd name="T11" fmla="*/ 11112 h 7"/>
                  <a:gd name="T12" fmla="*/ 0 w 7"/>
                  <a:gd name="T13" fmla="*/ 11112 h 7"/>
                  <a:gd name="T14" fmla="*/ 0 60000 65536"/>
                  <a:gd name="T15" fmla="*/ 0 60000 65536"/>
                  <a:gd name="T16" fmla="*/ 0 60000 65536"/>
                  <a:gd name="T17" fmla="*/ 0 60000 65536"/>
                  <a:gd name="T18" fmla="*/ 0 60000 65536"/>
                  <a:gd name="T19" fmla="*/ 0 60000 65536"/>
                  <a:gd name="T20" fmla="*/ 0 60000 65536"/>
                  <a:gd name="T21" fmla="*/ 0 w 7"/>
                  <a:gd name="T22" fmla="*/ 0 h 7"/>
                  <a:gd name="T23" fmla="*/ 7 w 7"/>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 h="7">
                    <a:moveTo>
                      <a:pt x="0" y="7"/>
                    </a:moveTo>
                    <a:lnTo>
                      <a:pt x="0" y="7"/>
                    </a:lnTo>
                    <a:lnTo>
                      <a:pt x="7" y="0"/>
                    </a:lnTo>
                    <a:lnTo>
                      <a:pt x="0" y="0"/>
                    </a:lnTo>
                    <a:lnTo>
                      <a:pt x="0" y="7"/>
                    </a:lnTo>
                    <a:close/>
                  </a:path>
                </a:pathLst>
              </a:custGeom>
              <a:grpFill/>
              <a:ln w="9525">
                <a:noFill/>
                <a:round/>
                <a:headEnd/>
                <a:tailEnd/>
              </a:ln>
            </p:spPr>
            <p:txBody>
              <a:bodyPr/>
              <a:lstStyle/>
              <a:p>
                <a:pPr>
                  <a:defRPr/>
                </a:pPr>
                <a:endParaRPr lang="da-DK">
                  <a:latin typeface="Arial" pitchFamily="34" charset="0"/>
                </a:endParaRPr>
              </a:p>
            </p:txBody>
          </p:sp>
          <p:sp>
            <p:nvSpPr>
              <p:cNvPr id="168" name="Rectangle 328"/>
              <p:cNvSpPr>
                <a:spLocks noChangeArrowheads="1"/>
              </p:cNvSpPr>
              <p:nvPr/>
            </p:nvSpPr>
            <p:spPr bwMode="auto">
              <a:xfrm>
                <a:off x="3527425" y="4005263"/>
                <a:ext cx="1588" cy="1587"/>
              </a:xfrm>
              <a:prstGeom prst="rect">
                <a:avLst/>
              </a:prstGeom>
              <a:grpFill/>
              <a:ln w="9525">
                <a:noFill/>
                <a:miter lim="800000"/>
                <a:headEnd/>
                <a:tailEnd/>
              </a:ln>
            </p:spPr>
            <p:txBody>
              <a:bodyPr/>
              <a:lstStyle/>
              <a:p>
                <a:pPr>
                  <a:defRPr/>
                </a:pPr>
                <a:endParaRPr lang="da-DK">
                  <a:latin typeface="Arial" pitchFamily="34" charset="0"/>
                </a:endParaRPr>
              </a:p>
            </p:txBody>
          </p:sp>
          <p:sp>
            <p:nvSpPr>
              <p:cNvPr id="169" name="Freeform 329"/>
              <p:cNvSpPr>
                <a:spLocks/>
              </p:cNvSpPr>
              <p:nvPr/>
            </p:nvSpPr>
            <p:spPr bwMode="auto">
              <a:xfrm>
                <a:off x="3578225" y="4005263"/>
                <a:ext cx="1588" cy="11112"/>
              </a:xfrm>
              <a:custGeom>
                <a:avLst/>
                <a:gdLst>
                  <a:gd name="T0" fmla="*/ 0 w 1588"/>
                  <a:gd name="T1" fmla="*/ 0 h 7"/>
                  <a:gd name="T2" fmla="*/ 0 w 1588"/>
                  <a:gd name="T3" fmla="*/ 0 h 7"/>
                  <a:gd name="T4" fmla="*/ 0 w 1588"/>
                  <a:gd name="T5" fmla="*/ 0 h 7"/>
                  <a:gd name="T6" fmla="*/ 0 w 1588"/>
                  <a:gd name="T7" fmla="*/ 11112 h 7"/>
                  <a:gd name="T8" fmla="*/ 0 w 1588"/>
                  <a:gd name="T9" fmla="*/ 11112 h 7"/>
                  <a:gd name="T10" fmla="*/ 0 w 1588"/>
                  <a:gd name="T11" fmla="*/ 0 h 7"/>
                  <a:gd name="T12" fmla="*/ 0 w 1588"/>
                  <a:gd name="T13" fmla="*/ 0 h 7"/>
                  <a:gd name="T14" fmla="*/ 0 60000 65536"/>
                  <a:gd name="T15" fmla="*/ 0 60000 65536"/>
                  <a:gd name="T16" fmla="*/ 0 60000 65536"/>
                  <a:gd name="T17" fmla="*/ 0 60000 65536"/>
                  <a:gd name="T18" fmla="*/ 0 60000 65536"/>
                  <a:gd name="T19" fmla="*/ 0 60000 65536"/>
                  <a:gd name="T20" fmla="*/ 0 60000 65536"/>
                  <a:gd name="T21" fmla="*/ 0 w 1588"/>
                  <a:gd name="T22" fmla="*/ 0 h 7"/>
                  <a:gd name="T23" fmla="*/ 1588 w 1588"/>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8" h="7">
                    <a:moveTo>
                      <a:pt x="0" y="0"/>
                    </a:moveTo>
                    <a:lnTo>
                      <a:pt x="0" y="0"/>
                    </a:lnTo>
                    <a:lnTo>
                      <a:pt x="0" y="7"/>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70" name="Freeform 330"/>
              <p:cNvSpPr>
                <a:spLocks/>
              </p:cNvSpPr>
              <p:nvPr/>
            </p:nvSpPr>
            <p:spPr bwMode="auto">
              <a:xfrm>
                <a:off x="3568700" y="4005263"/>
                <a:ext cx="9525" cy="20637"/>
              </a:xfrm>
              <a:custGeom>
                <a:avLst/>
                <a:gdLst>
                  <a:gd name="T0" fmla="*/ 9525 w 6"/>
                  <a:gd name="T1" fmla="*/ 0 h 13"/>
                  <a:gd name="T2" fmla="*/ 9525 w 6"/>
                  <a:gd name="T3" fmla="*/ 0 h 13"/>
                  <a:gd name="T4" fmla="*/ 0 w 6"/>
                  <a:gd name="T5" fmla="*/ 0 h 13"/>
                  <a:gd name="T6" fmla="*/ 9525 w 6"/>
                  <a:gd name="T7" fmla="*/ 20637 h 13"/>
                  <a:gd name="T8" fmla="*/ 9525 w 6"/>
                  <a:gd name="T9" fmla="*/ 20637 h 13"/>
                  <a:gd name="T10" fmla="*/ 9525 w 6"/>
                  <a:gd name="T11" fmla="*/ 0 h 13"/>
                  <a:gd name="T12" fmla="*/ 9525 w 6"/>
                  <a:gd name="T13" fmla="*/ 0 h 13"/>
                  <a:gd name="T14" fmla="*/ 0 60000 65536"/>
                  <a:gd name="T15" fmla="*/ 0 60000 65536"/>
                  <a:gd name="T16" fmla="*/ 0 60000 65536"/>
                  <a:gd name="T17" fmla="*/ 0 60000 65536"/>
                  <a:gd name="T18" fmla="*/ 0 60000 65536"/>
                  <a:gd name="T19" fmla="*/ 0 60000 65536"/>
                  <a:gd name="T20" fmla="*/ 0 60000 65536"/>
                  <a:gd name="T21" fmla="*/ 0 w 6"/>
                  <a:gd name="T22" fmla="*/ 0 h 13"/>
                  <a:gd name="T23" fmla="*/ 6 w 6"/>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 h="13">
                    <a:moveTo>
                      <a:pt x="6" y="0"/>
                    </a:moveTo>
                    <a:lnTo>
                      <a:pt x="6" y="0"/>
                    </a:lnTo>
                    <a:lnTo>
                      <a:pt x="0" y="0"/>
                    </a:lnTo>
                    <a:lnTo>
                      <a:pt x="6" y="13"/>
                    </a:lnTo>
                    <a:lnTo>
                      <a:pt x="6" y="0"/>
                    </a:lnTo>
                    <a:close/>
                  </a:path>
                </a:pathLst>
              </a:custGeom>
              <a:grpFill/>
              <a:ln w="9525">
                <a:noFill/>
                <a:round/>
                <a:headEnd/>
                <a:tailEnd/>
              </a:ln>
            </p:spPr>
            <p:txBody>
              <a:bodyPr/>
              <a:lstStyle/>
              <a:p>
                <a:pPr>
                  <a:defRPr/>
                </a:pPr>
                <a:endParaRPr lang="da-DK">
                  <a:latin typeface="Arial" pitchFamily="34" charset="0"/>
                </a:endParaRPr>
              </a:p>
            </p:txBody>
          </p:sp>
          <p:sp>
            <p:nvSpPr>
              <p:cNvPr id="171" name="Freeform 331"/>
              <p:cNvSpPr>
                <a:spLocks/>
              </p:cNvSpPr>
              <p:nvPr/>
            </p:nvSpPr>
            <p:spPr bwMode="auto">
              <a:xfrm>
                <a:off x="3648075" y="4005263"/>
                <a:ext cx="11113" cy="11112"/>
              </a:xfrm>
              <a:custGeom>
                <a:avLst/>
                <a:gdLst>
                  <a:gd name="T0" fmla="*/ 0 w 7"/>
                  <a:gd name="T1" fmla="*/ 0 h 7"/>
                  <a:gd name="T2" fmla="*/ 0 w 7"/>
                  <a:gd name="T3" fmla="*/ 0 h 7"/>
                  <a:gd name="T4" fmla="*/ 0 w 7"/>
                  <a:gd name="T5" fmla="*/ 11112 h 7"/>
                  <a:gd name="T6" fmla="*/ 0 w 7"/>
                  <a:gd name="T7" fmla="*/ 11112 h 7"/>
                  <a:gd name="T8" fmla="*/ 0 w 7"/>
                  <a:gd name="T9" fmla="*/ 0 h 7"/>
                  <a:gd name="T10" fmla="*/ 0 w 7"/>
                  <a:gd name="T11" fmla="*/ 0 h 7"/>
                  <a:gd name="T12" fmla="*/ 11113 w 7"/>
                  <a:gd name="T13" fmla="*/ 0 h 7"/>
                  <a:gd name="T14" fmla="*/ 11113 w 7"/>
                  <a:gd name="T15" fmla="*/ 0 h 7"/>
                  <a:gd name="T16" fmla="*/ 0 w 7"/>
                  <a:gd name="T17" fmla="*/ 0 h 7"/>
                  <a:gd name="T18" fmla="*/ 0 w 7"/>
                  <a:gd name="T19" fmla="*/ 0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
                  <a:gd name="T31" fmla="*/ 0 h 7"/>
                  <a:gd name="T32" fmla="*/ 7 w 7"/>
                  <a:gd name="T33" fmla="*/ 7 h 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 h="7">
                    <a:moveTo>
                      <a:pt x="0" y="0"/>
                    </a:moveTo>
                    <a:lnTo>
                      <a:pt x="0" y="0"/>
                    </a:lnTo>
                    <a:lnTo>
                      <a:pt x="0" y="7"/>
                    </a:lnTo>
                    <a:lnTo>
                      <a:pt x="0" y="0"/>
                    </a:lnTo>
                    <a:lnTo>
                      <a:pt x="7" y="0"/>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72" name="Rectangle 332"/>
              <p:cNvSpPr>
                <a:spLocks noChangeArrowheads="1"/>
              </p:cNvSpPr>
              <p:nvPr/>
            </p:nvSpPr>
            <p:spPr bwMode="auto">
              <a:xfrm>
                <a:off x="3648075" y="4005263"/>
                <a:ext cx="1588" cy="1587"/>
              </a:xfrm>
              <a:prstGeom prst="rect">
                <a:avLst/>
              </a:prstGeom>
              <a:grpFill/>
              <a:ln w="9525">
                <a:noFill/>
                <a:miter lim="800000"/>
                <a:headEnd/>
                <a:tailEnd/>
              </a:ln>
            </p:spPr>
            <p:txBody>
              <a:bodyPr/>
              <a:lstStyle/>
              <a:p>
                <a:pPr>
                  <a:defRPr/>
                </a:pPr>
                <a:endParaRPr lang="da-DK">
                  <a:latin typeface="Arial" pitchFamily="34" charset="0"/>
                </a:endParaRPr>
              </a:p>
            </p:txBody>
          </p:sp>
          <p:sp>
            <p:nvSpPr>
              <p:cNvPr id="173" name="Rectangle 333"/>
              <p:cNvSpPr>
                <a:spLocks noChangeArrowheads="1"/>
              </p:cNvSpPr>
              <p:nvPr/>
            </p:nvSpPr>
            <p:spPr bwMode="auto">
              <a:xfrm>
                <a:off x="3779838" y="4005263"/>
                <a:ext cx="1587" cy="1587"/>
              </a:xfrm>
              <a:prstGeom prst="rect">
                <a:avLst/>
              </a:prstGeom>
              <a:grpFill/>
              <a:ln w="9525">
                <a:noFill/>
                <a:miter lim="800000"/>
                <a:headEnd/>
                <a:tailEnd/>
              </a:ln>
            </p:spPr>
            <p:txBody>
              <a:bodyPr/>
              <a:lstStyle/>
              <a:p>
                <a:pPr>
                  <a:defRPr/>
                </a:pPr>
                <a:endParaRPr lang="da-DK">
                  <a:latin typeface="Arial" pitchFamily="34" charset="0"/>
                </a:endParaRPr>
              </a:p>
            </p:txBody>
          </p:sp>
          <p:sp>
            <p:nvSpPr>
              <p:cNvPr id="174" name="Freeform 334"/>
              <p:cNvSpPr>
                <a:spLocks/>
              </p:cNvSpPr>
              <p:nvPr/>
            </p:nvSpPr>
            <p:spPr bwMode="auto">
              <a:xfrm>
                <a:off x="3729038" y="4016375"/>
                <a:ext cx="1587" cy="9525"/>
              </a:xfrm>
              <a:custGeom>
                <a:avLst/>
                <a:gdLst>
                  <a:gd name="T0" fmla="*/ 0 w 1588"/>
                  <a:gd name="T1" fmla="*/ 9525 h 6"/>
                  <a:gd name="T2" fmla="*/ 0 w 1588"/>
                  <a:gd name="T3" fmla="*/ 9525 h 6"/>
                  <a:gd name="T4" fmla="*/ 0 w 1588"/>
                  <a:gd name="T5" fmla="*/ 0 h 6"/>
                  <a:gd name="T6" fmla="*/ 0 w 1588"/>
                  <a:gd name="T7" fmla="*/ 0 h 6"/>
                  <a:gd name="T8" fmla="*/ 0 w 1588"/>
                  <a:gd name="T9" fmla="*/ 9525 h 6"/>
                  <a:gd name="T10" fmla="*/ 0 w 1588"/>
                  <a:gd name="T11" fmla="*/ 9525 h 6"/>
                  <a:gd name="T12" fmla="*/ 0 w 1588"/>
                  <a:gd name="T13" fmla="*/ 9525 h 6"/>
                  <a:gd name="T14" fmla="*/ 0 60000 65536"/>
                  <a:gd name="T15" fmla="*/ 0 60000 65536"/>
                  <a:gd name="T16" fmla="*/ 0 60000 65536"/>
                  <a:gd name="T17" fmla="*/ 0 60000 65536"/>
                  <a:gd name="T18" fmla="*/ 0 60000 65536"/>
                  <a:gd name="T19" fmla="*/ 0 60000 65536"/>
                  <a:gd name="T20" fmla="*/ 0 60000 65536"/>
                  <a:gd name="T21" fmla="*/ 0 w 1588"/>
                  <a:gd name="T22" fmla="*/ 0 h 6"/>
                  <a:gd name="T23" fmla="*/ 1588 w 1588"/>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8" h="6">
                    <a:moveTo>
                      <a:pt x="0" y="6"/>
                    </a:moveTo>
                    <a:lnTo>
                      <a:pt x="0" y="6"/>
                    </a:lnTo>
                    <a:lnTo>
                      <a:pt x="0" y="0"/>
                    </a:lnTo>
                    <a:lnTo>
                      <a:pt x="0" y="6"/>
                    </a:lnTo>
                    <a:close/>
                  </a:path>
                </a:pathLst>
              </a:custGeom>
              <a:grpFill/>
              <a:ln w="9525">
                <a:noFill/>
                <a:round/>
                <a:headEnd/>
                <a:tailEnd/>
              </a:ln>
            </p:spPr>
            <p:txBody>
              <a:bodyPr/>
              <a:lstStyle/>
              <a:p>
                <a:pPr>
                  <a:defRPr/>
                </a:pPr>
                <a:endParaRPr lang="da-DK">
                  <a:latin typeface="Arial" pitchFamily="34" charset="0"/>
                </a:endParaRPr>
              </a:p>
            </p:txBody>
          </p:sp>
          <p:sp>
            <p:nvSpPr>
              <p:cNvPr id="175" name="Rectangle 335"/>
              <p:cNvSpPr>
                <a:spLocks noChangeArrowheads="1"/>
              </p:cNvSpPr>
              <p:nvPr/>
            </p:nvSpPr>
            <p:spPr bwMode="auto">
              <a:xfrm>
                <a:off x="3648075" y="4016375"/>
                <a:ext cx="1588" cy="1588"/>
              </a:xfrm>
              <a:prstGeom prst="rect">
                <a:avLst/>
              </a:prstGeom>
              <a:grpFill/>
              <a:ln w="9525">
                <a:noFill/>
                <a:miter lim="800000"/>
                <a:headEnd/>
                <a:tailEnd/>
              </a:ln>
            </p:spPr>
            <p:txBody>
              <a:bodyPr/>
              <a:lstStyle/>
              <a:p>
                <a:pPr>
                  <a:defRPr/>
                </a:pPr>
                <a:endParaRPr lang="da-DK">
                  <a:latin typeface="Arial" pitchFamily="34" charset="0"/>
                </a:endParaRPr>
              </a:p>
            </p:txBody>
          </p:sp>
          <p:sp>
            <p:nvSpPr>
              <p:cNvPr id="176" name="Freeform 336"/>
              <p:cNvSpPr>
                <a:spLocks/>
              </p:cNvSpPr>
              <p:nvPr/>
            </p:nvSpPr>
            <p:spPr bwMode="auto">
              <a:xfrm>
                <a:off x="3729038" y="4016375"/>
                <a:ext cx="1587" cy="9525"/>
              </a:xfrm>
              <a:custGeom>
                <a:avLst/>
                <a:gdLst>
                  <a:gd name="T0" fmla="*/ 0 w 1588"/>
                  <a:gd name="T1" fmla="*/ 0 h 6"/>
                  <a:gd name="T2" fmla="*/ 0 w 1588"/>
                  <a:gd name="T3" fmla="*/ 0 h 6"/>
                  <a:gd name="T4" fmla="*/ 0 w 1588"/>
                  <a:gd name="T5" fmla="*/ 9525 h 6"/>
                  <a:gd name="T6" fmla="*/ 0 w 1588"/>
                  <a:gd name="T7" fmla="*/ 9525 h 6"/>
                  <a:gd name="T8" fmla="*/ 0 w 1588"/>
                  <a:gd name="T9" fmla="*/ 0 h 6"/>
                  <a:gd name="T10" fmla="*/ 0 w 1588"/>
                  <a:gd name="T11" fmla="*/ 0 h 6"/>
                  <a:gd name="T12" fmla="*/ 0 60000 65536"/>
                  <a:gd name="T13" fmla="*/ 0 60000 65536"/>
                  <a:gd name="T14" fmla="*/ 0 60000 65536"/>
                  <a:gd name="T15" fmla="*/ 0 60000 65536"/>
                  <a:gd name="T16" fmla="*/ 0 60000 65536"/>
                  <a:gd name="T17" fmla="*/ 0 60000 65536"/>
                  <a:gd name="T18" fmla="*/ 0 w 1588"/>
                  <a:gd name="T19" fmla="*/ 0 h 6"/>
                  <a:gd name="T20" fmla="*/ 1588 w 1588"/>
                  <a:gd name="T21" fmla="*/ 6 h 6"/>
                </a:gdLst>
                <a:ahLst/>
                <a:cxnLst>
                  <a:cxn ang="T12">
                    <a:pos x="T0" y="T1"/>
                  </a:cxn>
                  <a:cxn ang="T13">
                    <a:pos x="T2" y="T3"/>
                  </a:cxn>
                  <a:cxn ang="T14">
                    <a:pos x="T4" y="T5"/>
                  </a:cxn>
                  <a:cxn ang="T15">
                    <a:pos x="T6" y="T7"/>
                  </a:cxn>
                  <a:cxn ang="T16">
                    <a:pos x="T8" y="T9"/>
                  </a:cxn>
                  <a:cxn ang="T17">
                    <a:pos x="T10" y="T11"/>
                  </a:cxn>
                </a:cxnLst>
                <a:rect l="T18" t="T19" r="T20" b="T21"/>
                <a:pathLst>
                  <a:path w="1588" h="6">
                    <a:moveTo>
                      <a:pt x="0" y="0"/>
                    </a:moveTo>
                    <a:lnTo>
                      <a:pt x="0" y="0"/>
                    </a:lnTo>
                    <a:lnTo>
                      <a:pt x="0" y="6"/>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77" name="Freeform 337"/>
              <p:cNvSpPr>
                <a:spLocks/>
              </p:cNvSpPr>
              <p:nvPr/>
            </p:nvSpPr>
            <p:spPr bwMode="auto">
              <a:xfrm>
                <a:off x="3648075" y="4016375"/>
                <a:ext cx="1588" cy="1588"/>
              </a:xfrm>
              <a:custGeom>
                <a:avLst/>
                <a:gdLst>
                  <a:gd name="T0" fmla="*/ 0 w 1588"/>
                  <a:gd name="T1" fmla="*/ 0 h 1588"/>
                  <a:gd name="T2" fmla="*/ 0 w 1588"/>
                  <a:gd name="T3" fmla="*/ 0 h 1588"/>
                  <a:gd name="T4" fmla="*/ 0 w 1588"/>
                  <a:gd name="T5" fmla="*/ 0 h 1588"/>
                  <a:gd name="T6" fmla="*/ 0 w 1588"/>
                  <a:gd name="T7" fmla="*/ 0 h 1588"/>
                  <a:gd name="T8" fmla="*/ 0 w 1588"/>
                  <a:gd name="T9" fmla="*/ 0 h 1588"/>
                  <a:gd name="T10" fmla="*/ 0 w 1588"/>
                  <a:gd name="T11" fmla="*/ 0 h 1588"/>
                  <a:gd name="T12" fmla="*/ 0 w 1588"/>
                  <a:gd name="T13" fmla="*/ 0 h 1588"/>
                  <a:gd name="T14" fmla="*/ 0 w 1588"/>
                  <a:gd name="T15" fmla="*/ 0 h 1588"/>
                  <a:gd name="T16" fmla="*/ 0 w 1588"/>
                  <a:gd name="T17" fmla="*/ 0 h 1588"/>
                  <a:gd name="T18" fmla="*/ 0 w 1588"/>
                  <a:gd name="T19" fmla="*/ 0 h 158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88"/>
                  <a:gd name="T31" fmla="*/ 0 h 1588"/>
                  <a:gd name="T32" fmla="*/ 1588 w 1588"/>
                  <a:gd name="T33" fmla="*/ 1588 h 158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88" h="1588">
                    <a:moveTo>
                      <a:pt x="0" y="0"/>
                    </a:move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78" name="Freeform 338"/>
              <p:cNvSpPr>
                <a:spLocks/>
              </p:cNvSpPr>
              <p:nvPr/>
            </p:nvSpPr>
            <p:spPr bwMode="auto">
              <a:xfrm>
                <a:off x="3648075" y="4016375"/>
                <a:ext cx="1588" cy="9525"/>
              </a:xfrm>
              <a:custGeom>
                <a:avLst/>
                <a:gdLst>
                  <a:gd name="T0" fmla="*/ 0 w 1588"/>
                  <a:gd name="T1" fmla="*/ 0 h 6"/>
                  <a:gd name="T2" fmla="*/ 0 w 1588"/>
                  <a:gd name="T3" fmla="*/ 0 h 6"/>
                  <a:gd name="T4" fmla="*/ 0 w 1588"/>
                  <a:gd name="T5" fmla="*/ 9525 h 6"/>
                  <a:gd name="T6" fmla="*/ 0 w 1588"/>
                  <a:gd name="T7" fmla="*/ 0 h 6"/>
                  <a:gd name="T8" fmla="*/ 0 w 1588"/>
                  <a:gd name="T9" fmla="*/ 0 h 6"/>
                  <a:gd name="T10" fmla="*/ 0 60000 65536"/>
                  <a:gd name="T11" fmla="*/ 0 60000 65536"/>
                  <a:gd name="T12" fmla="*/ 0 60000 65536"/>
                  <a:gd name="T13" fmla="*/ 0 60000 65536"/>
                  <a:gd name="T14" fmla="*/ 0 60000 65536"/>
                  <a:gd name="T15" fmla="*/ 0 w 1588"/>
                  <a:gd name="T16" fmla="*/ 0 h 6"/>
                  <a:gd name="T17" fmla="*/ 1588 w 1588"/>
                  <a:gd name="T18" fmla="*/ 6 h 6"/>
                </a:gdLst>
                <a:ahLst/>
                <a:cxnLst>
                  <a:cxn ang="T10">
                    <a:pos x="T0" y="T1"/>
                  </a:cxn>
                  <a:cxn ang="T11">
                    <a:pos x="T2" y="T3"/>
                  </a:cxn>
                  <a:cxn ang="T12">
                    <a:pos x="T4" y="T5"/>
                  </a:cxn>
                  <a:cxn ang="T13">
                    <a:pos x="T6" y="T7"/>
                  </a:cxn>
                  <a:cxn ang="T14">
                    <a:pos x="T8" y="T9"/>
                  </a:cxn>
                </a:cxnLst>
                <a:rect l="T15" t="T16" r="T17" b="T18"/>
                <a:pathLst>
                  <a:path w="1588" h="6">
                    <a:moveTo>
                      <a:pt x="0" y="0"/>
                    </a:moveTo>
                    <a:lnTo>
                      <a:pt x="0" y="0"/>
                    </a:lnTo>
                    <a:lnTo>
                      <a:pt x="0" y="6"/>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79" name="Rectangle 339"/>
              <p:cNvSpPr>
                <a:spLocks noChangeArrowheads="1"/>
              </p:cNvSpPr>
              <p:nvPr/>
            </p:nvSpPr>
            <p:spPr bwMode="auto">
              <a:xfrm>
                <a:off x="3587750" y="4025901"/>
                <a:ext cx="1588" cy="1588"/>
              </a:xfrm>
              <a:prstGeom prst="rect">
                <a:avLst/>
              </a:prstGeom>
              <a:grpFill/>
              <a:ln w="9525">
                <a:noFill/>
                <a:miter lim="800000"/>
                <a:headEnd/>
                <a:tailEnd/>
              </a:ln>
            </p:spPr>
            <p:txBody>
              <a:bodyPr/>
              <a:lstStyle/>
              <a:p>
                <a:pPr>
                  <a:defRPr/>
                </a:pPr>
                <a:endParaRPr lang="da-DK">
                  <a:latin typeface="Arial" pitchFamily="34" charset="0"/>
                </a:endParaRPr>
              </a:p>
            </p:txBody>
          </p:sp>
          <p:sp>
            <p:nvSpPr>
              <p:cNvPr id="180" name="Freeform 340"/>
              <p:cNvSpPr>
                <a:spLocks/>
              </p:cNvSpPr>
              <p:nvPr/>
            </p:nvSpPr>
            <p:spPr bwMode="auto">
              <a:xfrm>
                <a:off x="3587750" y="4025901"/>
                <a:ext cx="1588" cy="1588"/>
              </a:xfrm>
              <a:custGeom>
                <a:avLst/>
                <a:gdLst>
                  <a:gd name="T0" fmla="*/ 0 w 1588"/>
                  <a:gd name="T1" fmla="*/ 0 h 1588"/>
                  <a:gd name="T2" fmla="*/ 0 w 1588"/>
                  <a:gd name="T3" fmla="*/ 0 h 1588"/>
                  <a:gd name="T4" fmla="*/ 0 w 1588"/>
                  <a:gd name="T5" fmla="*/ 0 h 1588"/>
                  <a:gd name="T6" fmla="*/ 0 w 1588"/>
                  <a:gd name="T7" fmla="*/ 0 h 1588"/>
                  <a:gd name="T8" fmla="*/ 0 w 1588"/>
                  <a:gd name="T9" fmla="*/ 0 h 1588"/>
                  <a:gd name="T10" fmla="*/ 0 w 1588"/>
                  <a:gd name="T11" fmla="*/ 0 h 1588"/>
                  <a:gd name="T12" fmla="*/ 0 60000 65536"/>
                  <a:gd name="T13" fmla="*/ 0 60000 65536"/>
                  <a:gd name="T14" fmla="*/ 0 60000 65536"/>
                  <a:gd name="T15" fmla="*/ 0 60000 65536"/>
                  <a:gd name="T16" fmla="*/ 0 60000 65536"/>
                  <a:gd name="T17" fmla="*/ 0 60000 65536"/>
                  <a:gd name="T18" fmla="*/ 0 w 1588"/>
                  <a:gd name="T19" fmla="*/ 0 h 1588"/>
                  <a:gd name="T20" fmla="*/ 1588 w 1588"/>
                  <a:gd name="T21" fmla="*/ 1588 h 1588"/>
                </a:gdLst>
                <a:ahLst/>
                <a:cxnLst>
                  <a:cxn ang="T12">
                    <a:pos x="T0" y="T1"/>
                  </a:cxn>
                  <a:cxn ang="T13">
                    <a:pos x="T2" y="T3"/>
                  </a:cxn>
                  <a:cxn ang="T14">
                    <a:pos x="T4" y="T5"/>
                  </a:cxn>
                  <a:cxn ang="T15">
                    <a:pos x="T6" y="T7"/>
                  </a:cxn>
                  <a:cxn ang="T16">
                    <a:pos x="T8" y="T9"/>
                  </a:cxn>
                  <a:cxn ang="T17">
                    <a:pos x="T10" y="T11"/>
                  </a:cxn>
                </a:cxnLst>
                <a:rect l="T18" t="T19" r="T20" b="T21"/>
                <a:pathLst>
                  <a:path w="1588" h="1588">
                    <a:moveTo>
                      <a:pt x="0" y="0"/>
                    </a:move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81" name="Freeform 341"/>
              <p:cNvSpPr>
                <a:spLocks/>
              </p:cNvSpPr>
              <p:nvPr/>
            </p:nvSpPr>
            <p:spPr bwMode="auto">
              <a:xfrm>
                <a:off x="3587750" y="4025901"/>
                <a:ext cx="1588" cy="9525"/>
              </a:xfrm>
              <a:custGeom>
                <a:avLst/>
                <a:gdLst>
                  <a:gd name="T0" fmla="*/ 0 w 1588"/>
                  <a:gd name="T1" fmla="*/ 0 h 6"/>
                  <a:gd name="T2" fmla="*/ 0 w 1588"/>
                  <a:gd name="T3" fmla="*/ 0 h 6"/>
                  <a:gd name="T4" fmla="*/ 0 w 1588"/>
                  <a:gd name="T5" fmla="*/ 9525 h 6"/>
                  <a:gd name="T6" fmla="*/ 0 w 1588"/>
                  <a:gd name="T7" fmla="*/ 9525 h 6"/>
                  <a:gd name="T8" fmla="*/ 0 w 1588"/>
                  <a:gd name="T9" fmla="*/ 0 h 6"/>
                  <a:gd name="T10" fmla="*/ 0 w 1588"/>
                  <a:gd name="T11" fmla="*/ 0 h 6"/>
                  <a:gd name="T12" fmla="*/ 0 60000 65536"/>
                  <a:gd name="T13" fmla="*/ 0 60000 65536"/>
                  <a:gd name="T14" fmla="*/ 0 60000 65536"/>
                  <a:gd name="T15" fmla="*/ 0 60000 65536"/>
                  <a:gd name="T16" fmla="*/ 0 60000 65536"/>
                  <a:gd name="T17" fmla="*/ 0 60000 65536"/>
                  <a:gd name="T18" fmla="*/ 0 w 1588"/>
                  <a:gd name="T19" fmla="*/ 0 h 6"/>
                  <a:gd name="T20" fmla="*/ 1588 w 1588"/>
                  <a:gd name="T21" fmla="*/ 6 h 6"/>
                </a:gdLst>
                <a:ahLst/>
                <a:cxnLst>
                  <a:cxn ang="T12">
                    <a:pos x="T0" y="T1"/>
                  </a:cxn>
                  <a:cxn ang="T13">
                    <a:pos x="T2" y="T3"/>
                  </a:cxn>
                  <a:cxn ang="T14">
                    <a:pos x="T4" y="T5"/>
                  </a:cxn>
                  <a:cxn ang="T15">
                    <a:pos x="T6" y="T7"/>
                  </a:cxn>
                  <a:cxn ang="T16">
                    <a:pos x="T8" y="T9"/>
                  </a:cxn>
                  <a:cxn ang="T17">
                    <a:pos x="T10" y="T11"/>
                  </a:cxn>
                </a:cxnLst>
                <a:rect l="T18" t="T19" r="T20" b="T21"/>
                <a:pathLst>
                  <a:path w="1588" h="6">
                    <a:moveTo>
                      <a:pt x="0" y="0"/>
                    </a:moveTo>
                    <a:lnTo>
                      <a:pt x="0" y="0"/>
                    </a:lnTo>
                    <a:lnTo>
                      <a:pt x="0" y="6"/>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82" name="Rectangle 342"/>
              <p:cNvSpPr>
                <a:spLocks noChangeArrowheads="1"/>
              </p:cNvSpPr>
              <p:nvPr/>
            </p:nvSpPr>
            <p:spPr bwMode="auto">
              <a:xfrm>
                <a:off x="3578225" y="4025901"/>
                <a:ext cx="1588" cy="1588"/>
              </a:xfrm>
              <a:prstGeom prst="rect">
                <a:avLst/>
              </a:prstGeom>
              <a:grpFill/>
              <a:ln w="9525">
                <a:noFill/>
                <a:miter lim="800000"/>
                <a:headEnd/>
                <a:tailEnd/>
              </a:ln>
            </p:spPr>
            <p:txBody>
              <a:bodyPr/>
              <a:lstStyle/>
              <a:p>
                <a:pPr>
                  <a:defRPr/>
                </a:pPr>
                <a:endParaRPr lang="da-DK">
                  <a:latin typeface="Arial" pitchFamily="34" charset="0"/>
                </a:endParaRPr>
              </a:p>
            </p:txBody>
          </p:sp>
          <p:sp>
            <p:nvSpPr>
              <p:cNvPr id="183" name="Freeform 343"/>
              <p:cNvSpPr>
                <a:spLocks/>
              </p:cNvSpPr>
              <p:nvPr/>
            </p:nvSpPr>
            <p:spPr bwMode="auto">
              <a:xfrm>
                <a:off x="3578225" y="4025901"/>
                <a:ext cx="1588" cy="20638"/>
              </a:xfrm>
              <a:custGeom>
                <a:avLst/>
                <a:gdLst>
                  <a:gd name="T0" fmla="*/ 0 w 1588"/>
                  <a:gd name="T1" fmla="*/ 20638 h 13"/>
                  <a:gd name="T2" fmla="*/ 0 w 1588"/>
                  <a:gd name="T3" fmla="*/ 20638 h 13"/>
                  <a:gd name="T4" fmla="*/ 0 w 1588"/>
                  <a:gd name="T5" fmla="*/ 0 h 13"/>
                  <a:gd name="T6" fmla="*/ 0 w 1588"/>
                  <a:gd name="T7" fmla="*/ 0 h 13"/>
                  <a:gd name="T8" fmla="*/ 0 w 1588"/>
                  <a:gd name="T9" fmla="*/ 20638 h 13"/>
                  <a:gd name="T10" fmla="*/ 0 w 1588"/>
                  <a:gd name="T11" fmla="*/ 20638 h 13"/>
                  <a:gd name="T12" fmla="*/ 0 60000 65536"/>
                  <a:gd name="T13" fmla="*/ 0 60000 65536"/>
                  <a:gd name="T14" fmla="*/ 0 60000 65536"/>
                  <a:gd name="T15" fmla="*/ 0 60000 65536"/>
                  <a:gd name="T16" fmla="*/ 0 60000 65536"/>
                  <a:gd name="T17" fmla="*/ 0 60000 65536"/>
                  <a:gd name="T18" fmla="*/ 0 w 1588"/>
                  <a:gd name="T19" fmla="*/ 0 h 13"/>
                  <a:gd name="T20" fmla="*/ 1588 w 1588"/>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588" h="13">
                    <a:moveTo>
                      <a:pt x="0" y="13"/>
                    </a:moveTo>
                    <a:lnTo>
                      <a:pt x="0" y="13"/>
                    </a:lnTo>
                    <a:lnTo>
                      <a:pt x="0" y="0"/>
                    </a:lnTo>
                    <a:lnTo>
                      <a:pt x="0" y="13"/>
                    </a:lnTo>
                    <a:close/>
                  </a:path>
                </a:pathLst>
              </a:custGeom>
              <a:grpFill/>
              <a:ln w="9525">
                <a:noFill/>
                <a:round/>
                <a:headEnd/>
                <a:tailEnd/>
              </a:ln>
            </p:spPr>
            <p:txBody>
              <a:bodyPr/>
              <a:lstStyle/>
              <a:p>
                <a:pPr>
                  <a:defRPr/>
                </a:pPr>
                <a:endParaRPr lang="da-DK">
                  <a:latin typeface="Arial" pitchFamily="34" charset="0"/>
                </a:endParaRPr>
              </a:p>
            </p:txBody>
          </p:sp>
          <p:sp>
            <p:nvSpPr>
              <p:cNvPr id="184" name="Freeform 344"/>
              <p:cNvSpPr>
                <a:spLocks/>
              </p:cNvSpPr>
              <p:nvPr/>
            </p:nvSpPr>
            <p:spPr bwMode="auto">
              <a:xfrm>
                <a:off x="3648075" y="4025901"/>
                <a:ext cx="1588" cy="9525"/>
              </a:xfrm>
              <a:custGeom>
                <a:avLst/>
                <a:gdLst>
                  <a:gd name="T0" fmla="*/ 0 w 1588"/>
                  <a:gd name="T1" fmla="*/ 9525 h 6"/>
                  <a:gd name="T2" fmla="*/ 0 w 1588"/>
                  <a:gd name="T3" fmla="*/ 9525 h 6"/>
                  <a:gd name="T4" fmla="*/ 0 w 1588"/>
                  <a:gd name="T5" fmla="*/ 0 h 6"/>
                  <a:gd name="T6" fmla="*/ 0 w 1588"/>
                  <a:gd name="T7" fmla="*/ 0 h 6"/>
                  <a:gd name="T8" fmla="*/ 0 w 1588"/>
                  <a:gd name="T9" fmla="*/ 9525 h 6"/>
                  <a:gd name="T10" fmla="*/ 0 w 1588"/>
                  <a:gd name="T11" fmla="*/ 9525 h 6"/>
                  <a:gd name="T12" fmla="*/ 0 w 1588"/>
                  <a:gd name="T13" fmla="*/ 9525 h 6"/>
                  <a:gd name="T14" fmla="*/ 0 60000 65536"/>
                  <a:gd name="T15" fmla="*/ 0 60000 65536"/>
                  <a:gd name="T16" fmla="*/ 0 60000 65536"/>
                  <a:gd name="T17" fmla="*/ 0 60000 65536"/>
                  <a:gd name="T18" fmla="*/ 0 60000 65536"/>
                  <a:gd name="T19" fmla="*/ 0 60000 65536"/>
                  <a:gd name="T20" fmla="*/ 0 60000 65536"/>
                  <a:gd name="T21" fmla="*/ 0 w 1588"/>
                  <a:gd name="T22" fmla="*/ 0 h 6"/>
                  <a:gd name="T23" fmla="*/ 1588 w 1588"/>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8" h="6">
                    <a:moveTo>
                      <a:pt x="0" y="6"/>
                    </a:moveTo>
                    <a:lnTo>
                      <a:pt x="0" y="6"/>
                    </a:lnTo>
                    <a:lnTo>
                      <a:pt x="0" y="0"/>
                    </a:lnTo>
                    <a:lnTo>
                      <a:pt x="0" y="6"/>
                    </a:lnTo>
                    <a:close/>
                  </a:path>
                </a:pathLst>
              </a:custGeom>
              <a:grpFill/>
              <a:ln w="9525">
                <a:noFill/>
                <a:round/>
                <a:headEnd/>
                <a:tailEnd/>
              </a:ln>
            </p:spPr>
            <p:txBody>
              <a:bodyPr/>
              <a:lstStyle/>
              <a:p>
                <a:pPr>
                  <a:defRPr/>
                </a:pPr>
                <a:endParaRPr lang="da-DK">
                  <a:latin typeface="Arial" pitchFamily="34" charset="0"/>
                </a:endParaRPr>
              </a:p>
            </p:txBody>
          </p:sp>
          <p:sp>
            <p:nvSpPr>
              <p:cNvPr id="185" name="Freeform 345"/>
              <p:cNvSpPr>
                <a:spLocks/>
              </p:cNvSpPr>
              <p:nvPr/>
            </p:nvSpPr>
            <p:spPr bwMode="auto">
              <a:xfrm>
                <a:off x="3568700" y="4025901"/>
                <a:ext cx="9525" cy="20638"/>
              </a:xfrm>
              <a:custGeom>
                <a:avLst/>
                <a:gdLst>
                  <a:gd name="T0" fmla="*/ 0 w 6"/>
                  <a:gd name="T1" fmla="*/ 0 h 13"/>
                  <a:gd name="T2" fmla="*/ 0 w 6"/>
                  <a:gd name="T3" fmla="*/ 0 h 13"/>
                  <a:gd name="T4" fmla="*/ 0 w 6"/>
                  <a:gd name="T5" fmla="*/ 9525 h 13"/>
                  <a:gd name="T6" fmla="*/ 9525 w 6"/>
                  <a:gd name="T7" fmla="*/ 20638 h 13"/>
                  <a:gd name="T8" fmla="*/ 9525 w 6"/>
                  <a:gd name="T9" fmla="*/ 20638 h 13"/>
                  <a:gd name="T10" fmla="*/ 9525 w 6"/>
                  <a:gd name="T11" fmla="*/ 9525 h 13"/>
                  <a:gd name="T12" fmla="*/ 0 w 6"/>
                  <a:gd name="T13" fmla="*/ 0 h 13"/>
                  <a:gd name="T14" fmla="*/ 0 w 6"/>
                  <a:gd name="T15" fmla="*/ 0 h 13"/>
                  <a:gd name="T16" fmla="*/ 0 60000 65536"/>
                  <a:gd name="T17" fmla="*/ 0 60000 65536"/>
                  <a:gd name="T18" fmla="*/ 0 60000 65536"/>
                  <a:gd name="T19" fmla="*/ 0 60000 65536"/>
                  <a:gd name="T20" fmla="*/ 0 60000 65536"/>
                  <a:gd name="T21" fmla="*/ 0 60000 65536"/>
                  <a:gd name="T22" fmla="*/ 0 60000 65536"/>
                  <a:gd name="T23" fmla="*/ 0 60000 65536"/>
                  <a:gd name="T24" fmla="*/ 0 w 6"/>
                  <a:gd name="T25" fmla="*/ 0 h 13"/>
                  <a:gd name="T26" fmla="*/ 6 w 6"/>
                  <a:gd name="T27" fmla="*/ 13 h 1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 h="13">
                    <a:moveTo>
                      <a:pt x="0" y="0"/>
                    </a:moveTo>
                    <a:lnTo>
                      <a:pt x="0" y="0"/>
                    </a:lnTo>
                    <a:lnTo>
                      <a:pt x="0" y="6"/>
                    </a:lnTo>
                    <a:lnTo>
                      <a:pt x="6" y="13"/>
                    </a:lnTo>
                    <a:lnTo>
                      <a:pt x="6" y="6"/>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86" name="Freeform 346"/>
              <p:cNvSpPr>
                <a:spLocks/>
              </p:cNvSpPr>
              <p:nvPr/>
            </p:nvSpPr>
            <p:spPr bwMode="auto">
              <a:xfrm>
                <a:off x="3587750" y="4025901"/>
                <a:ext cx="1588" cy="9525"/>
              </a:xfrm>
              <a:custGeom>
                <a:avLst/>
                <a:gdLst>
                  <a:gd name="T0" fmla="*/ 0 w 1588"/>
                  <a:gd name="T1" fmla="*/ 9525 h 6"/>
                  <a:gd name="T2" fmla="*/ 0 w 1588"/>
                  <a:gd name="T3" fmla="*/ 9525 h 6"/>
                  <a:gd name="T4" fmla="*/ 0 w 1588"/>
                  <a:gd name="T5" fmla="*/ 0 h 6"/>
                  <a:gd name="T6" fmla="*/ 0 w 1588"/>
                  <a:gd name="T7" fmla="*/ 0 h 6"/>
                  <a:gd name="T8" fmla="*/ 0 w 1588"/>
                  <a:gd name="T9" fmla="*/ 9525 h 6"/>
                  <a:gd name="T10" fmla="*/ 0 w 1588"/>
                  <a:gd name="T11" fmla="*/ 9525 h 6"/>
                  <a:gd name="T12" fmla="*/ 0 60000 65536"/>
                  <a:gd name="T13" fmla="*/ 0 60000 65536"/>
                  <a:gd name="T14" fmla="*/ 0 60000 65536"/>
                  <a:gd name="T15" fmla="*/ 0 60000 65536"/>
                  <a:gd name="T16" fmla="*/ 0 60000 65536"/>
                  <a:gd name="T17" fmla="*/ 0 60000 65536"/>
                  <a:gd name="T18" fmla="*/ 0 w 1588"/>
                  <a:gd name="T19" fmla="*/ 0 h 6"/>
                  <a:gd name="T20" fmla="*/ 1588 w 1588"/>
                  <a:gd name="T21" fmla="*/ 6 h 6"/>
                </a:gdLst>
                <a:ahLst/>
                <a:cxnLst>
                  <a:cxn ang="T12">
                    <a:pos x="T0" y="T1"/>
                  </a:cxn>
                  <a:cxn ang="T13">
                    <a:pos x="T2" y="T3"/>
                  </a:cxn>
                  <a:cxn ang="T14">
                    <a:pos x="T4" y="T5"/>
                  </a:cxn>
                  <a:cxn ang="T15">
                    <a:pos x="T6" y="T7"/>
                  </a:cxn>
                  <a:cxn ang="T16">
                    <a:pos x="T8" y="T9"/>
                  </a:cxn>
                  <a:cxn ang="T17">
                    <a:pos x="T10" y="T11"/>
                  </a:cxn>
                </a:cxnLst>
                <a:rect l="T18" t="T19" r="T20" b="T21"/>
                <a:pathLst>
                  <a:path w="1588" h="6">
                    <a:moveTo>
                      <a:pt x="0" y="6"/>
                    </a:moveTo>
                    <a:lnTo>
                      <a:pt x="0" y="6"/>
                    </a:lnTo>
                    <a:lnTo>
                      <a:pt x="0" y="0"/>
                    </a:lnTo>
                    <a:lnTo>
                      <a:pt x="0" y="6"/>
                    </a:lnTo>
                    <a:close/>
                  </a:path>
                </a:pathLst>
              </a:custGeom>
              <a:grpFill/>
              <a:ln w="9525">
                <a:noFill/>
                <a:round/>
                <a:headEnd/>
                <a:tailEnd/>
              </a:ln>
            </p:spPr>
            <p:txBody>
              <a:bodyPr/>
              <a:lstStyle/>
              <a:p>
                <a:pPr>
                  <a:defRPr/>
                </a:pPr>
                <a:endParaRPr lang="da-DK">
                  <a:latin typeface="Arial" pitchFamily="34" charset="0"/>
                </a:endParaRPr>
              </a:p>
            </p:txBody>
          </p:sp>
          <p:sp>
            <p:nvSpPr>
              <p:cNvPr id="187" name="Freeform 347"/>
              <p:cNvSpPr>
                <a:spLocks/>
              </p:cNvSpPr>
              <p:nvPr/>
            </p:nvSpPr>
            <p:spPr bwMode="auto">
              <a:xfrm>
                <a:off x="3527425" y="4035425"/>
                <a:ext cx="11113" cy="11113"/>
              </a:xfrm>
              <a:custGeom>
                <a:avLst/>
                <a:gdLst>
                  <a:gd name="T0" fmla="*/ 11113 w 7"/>
                  <a:gd name="T1" fmla="*/ 11113 h 7"/>
                  <a:gd name="T2" fmla="*/ 11113 w 7"/>
                  <a:gd name="T3" fmla="*/ 11113 h 7"/>
                  <a:gd name="T4" fmla="*/ 11113 w 7"/>
                  <a:gd name="T5" fmla="*/ 0 h 7"/>
                  <a:gd name="T6" fmla="*/ 11113 w 7"/>
                  <a:gd name="T7" fmla="*/ 0 h 7"/>
                  <a:gd name="T8" fmla="*/ 0 w 7"/>
                  <a:gd name="T9" fmla="*/ 0 h 7"/>
                  <a:gd name="T10" fmla="*/ 0 w 7"/>
                  <a:gd name="T11" fmla="*/ 0 h 7"/>
                  <a:gd name="T12" fmla="*/ 0 w 7"/>
                  <a:gd name="T13" fmla="*/ 11113 h 7"/>
                  <a:gd name="T14" fmla="*/ 0 w 7"/>
                  <a:gd name="T15" fmla="*/ 11113 h 7"/>
                  <a:gd name="T16" fmla="*/ 11113 w 7"/>
                  <a:gd name="T17" fmla="*/ 11113 h 7"/>
                  <a:gd name="T18" fmla="*/ 11113 w 7"/>
                  <a:gd name="T19" fmla="*/ 11113 h 7"/>
                  <a:gd name="T20" fmla="*/ 11113 w 7"/>
                  <a:gd name="T21" fmla="*/ 11113 h 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
                  <a:gd name="T34" fmla="*/ 0 h 7"/>
                  <a:gd name="T35" fmla="*/ 7 w 7"/>
                  <a:gd name="T36" fmla="*/ 7 h 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 h="7">
                    <a:moveTo>
                      <a:pt x="7" y="7"/>
                    </a:moveTo>
                    <a:lnTo>
                      <a:pt x="7" y="7"/>
                    </a:lnTo>
                    <a:lnTo>
                      <a:pt x="7" y="0"/>
                    </a:lnTo>
                    <a:lnTo>
                      <a:pt x="0" y="0"/>
                    </a:lnTo>
                    <a:lnTo>
                      <a:pt x="0" y="7"/>
                    </a:lnTo>
                    <a:lnTo>
                      <a:pt x="7" y="7"/>
                    </a:lnTo>
                    <a:close/>
                  </a:path>
                </a:pathLst>
              </a:custGeom>
              <a:grpFill/>
              <a:ln w="9525">
                <a:noFill/>
                <a:round/>
                <a:headEnd/>
                <a:tailEnd/>
              </a:ln>
            </p:spPr>
            <p:txBody>
              <a:bodyPr/>
              <a:lstStyle/>
              <a:p>
                <a:pPr>
                  <a:defRPr/>
                </a:pPr>
                <a:endParaRPr lang="da-DK">
                  <a:latin typeface="Arial" pitchFamily="34" charset="0"/>
                </a:endParaRPr>
              </a:p>
            </p:txBody>
          </p:sp>
          <p:sp>
            <p:nvSpPr>
              <p:cNvPr id="188" name="Rectangle 348"/>
              <p:cNvSpPr>
                <a:spLocks noChangeArrowheads="1"/>
              </p:cNvSpPr>
              <p:nvPr/>
            </p:nvSpPr>
            <p:spPr bwMode="auto">
              <a:xfrm>
                <a:off x="3648075" y="4035425"/>
                <a:ext cx="1588" cy="1588"/>
              </a:xfrm>
              <a:prstGeom prst="rect">
                <a:avLst/>
              </a:prstGeom>
              <a:grpFill/>
              <a:ln w="9525">
                <a:noFill/>
                <a:miter lim="800000"/>
                <a:headEnd/>
                <a:tailEnd/>
              </a:ln>
            </p:spPr>
            <p:txBody>
              <a:bodyPr/>
              <a:lstStyle/>
              <a:p>
                <a:pPr>
                  <a:defRPr/>
                </a:pPr>
                <a:endParaRPr lang="da-DK">
                  <a:latin typeface="Arial" pitchFamily="34" charset="0"/>
                </a:endParaRPr>
              </a:p>
            </p:txBody>
          </p:sp>
          <p:sp>
            <p:nvSpPr>
              <p:cNvPr id="189" name="Freeform 349"/>
              <p:cNvSpPr>
                <a:spLocks/>
              </p:cNvSpPr>
              <p:nvPr/>
            </p:nvSpPr>
            <p:spPr bwMode="auto">
              <a:xfrm>
                <a:off x="3648075" y="4035425"/>
                <a:ext cx="1588" cy="1588"/>
              </a:xfrm>
              <a:custGeom>
                <a:avLst/>
                <a:gdLst>
                  <a:gd name="T0" fmla="*/ 0 w 1588"/>
                  <a:gd name="T1" fmla="*/ 0 h 1588"/>
                  <a:gd name="T2" fmla="*/ 0 w 1588"/>
                  <a:gd name="T3" fmla="*/ 0 h 1588"/>
                  <a:gd name="T4" fmla="*/ 0 w 1588"/>
                  <a:gd name="T5" fmla="*/ 0 h 1588"/>
                  <a:gd name="T6" fmla="*/ 0 w 1588"/>
                  <a:gd name="T7" fmla="*/ 0 h 1588"/>
                  <a:gd name="T8" fmla="*/ 0 w 1588"/>
                  <a:gd name="T9" fmla="*/ 0 h 1588"/>
                  <a:gd name="T10" fmla="*/ 0 w 1588"/>
                  <a:gd name="T11" fmla="*/ 0 h 1588"/>
                  <a:gd name="T12" fmla="*/ 0 60000 65536"/>
                  <a:gd name="T13" fmla="*/ 0 60000 65536"/>
                  <a:gd name="T14" fmla="*/ 0 60000 65536"/>
                  <a:gd name="T15" fmla="*/ 0 60000 65536"/>
                  <a:gd name="T16" fmla="*/ 0 60000 65536"/>
                  <a:gd name="T17" fmla="*/ 0 60000 65536"/>
                  <a:gd name="T18" fmla="*/ 0 w 1588"/>
                  <a:gd name="T19" fmla="*/ 0 h 1588"/>
                  <a:gd name="T20" fmla="*/ 1588 w 1588"/>
                  <a:gd name="T21" fmla="*/ 1588 h 1588"/>
                </a:gdLst>
                <a:ahLst/>
                <a:cxnLst>
                  <a:cxn ang="T12">
                    <a:pos x="T0" y="T1"/>
                  </a:cxn>
                  <a:cxn ang="T13">
                    <a:pos x="T2" y="T3"/>
                  </a:cxn>
                  <a:cxn ang="T14">
                    <a:pos x="T4" y="T5"/>
                  </a:cxn>
                  <a:cxn ang="T15">
                    <a:pos x="T6" y="T7"/>
                  </a:cxn>
                  <a:cxn ang="T16">
                    <a:pos x="T8" y="T9"/>
                  </a:cxn>
                  <a:cxn ang="T17">
                    <a:pos x="T10" y="T11"/>
                  </a:cxn>
                </a:cxnLst>
                <a:rect l="T18" t="T19" r="T20" b="T21"/>
                <a:pathLst>
                  <a:path w="1588" h="1588">
                    <a:moveTo>
                      <a:pt x="0" y="0"/>
                    </a:move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90" name="Freeform 350"/>
              <p:cNvSpPr>
                <a:spLocks/>
              </p:cNvSpPr>
              <p:nvPr/>
            </p:nvSpPr>
            <p:spPr bwMode="auto">
              <a:xfrm>
                <a:off x="3729038" y="4035425"/>
                <a:ext cx="1587" cy="1588"/>
              </a:xfrm>
              <a:custGeom>
                <a:avLst/>
                <a:gdLst>
                  <a:gd name="T0" fmla="*/ 0 w 1588"/>
                  <a:gd name="T1" fmla="*/ 0 h 1588"/>
                  <a:gd name="T2" fmla="*/ 0 w 1588"/>
                  <a:gd name="T3" fmla="*/ 0 h 1588"/>
                  <a:gd name="T4" fmla="*/ 0 w 1588"/>
                  <a:gd name="T5" fmla="*/ 0 h 1588"/>
                  <a:gd name="T6" fmla="*/ 0 w 1588"/>
                  <a:gd name="T7" fmla="*/ 0 h 1588"/>
                  <a:gd name="T8" fmla="*/ 0 w 1588"/>
                  <a:gd name="T9" fmla="*/ 0 h 1588"/>
                  <a:gd name="T10" fmla="*/ 0 w 1588"/>
                  <a:gd name="T11" fmla="*/ 0 h 1588"/>
                  <a:gd name="T12" fmla="*/ 0 60000 65536"/>
                  <a:gd name="T13" fmla="*/ 0 60000 65536"/>
                  <a:gd name="T14" fmla="*/ 0 60000 65536"/>
                  <a:gd name="T15" fmla="*/ 0 60000 65536"/>
                  <a:gd name="T16" fmla="*/ 0 60000 65536"/>
                  <a:gd name="T17" fmla="*/ 0 60000 65536"/>
                  <a:gd name="T18" fmla="*/ 0 w 1588"/>
                  <a:gd name="T19" fmla="*/ 0 h 1588"/>
                  <a:gd name="T20" fmla="*/ 1588 w 1588"/>
                  <a:gd name="T21" fmla="*/ 1588 h 1588"/>
                </a:gdLst>
                <a:ahLst/>
                <a:cxnLst>
                  <a:cxn ang="T12">
                    <a:pos x="T0" y="T1"/>
                  </a:cxn>
                  <a:cxn ang="T13">
                    <a:pos x="T2" y="T3"/>
                  </a:cxn>
                  <a:cxn ang="T14">
                    <a:pos x="T4" y="T5"/>
                  </a:cxn>
                  <a:cxn ang="T15">
                    <a:pos x="T6" y="T7"/>
                  </a:cxn>
                  <a:cxn ang="T16">
                    <a:pos x="T8" y="T9"/>
                  </a:cxn>
                  <a:cxn ang="T17">
                    <a:pos x="T10" y="T11"/>
                  </a:cxn>
                </a:cxnLst>
                <a:rect l="T18" t="T19" r="T20" b="T21"/>
                <a:pathLst>
                  <a:path w="1588" h="1588">
                    <a:moveTo>
                      <a:pt x="0" y="0"/>
                    </a:move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91" name="Freeform 351"/>
              <p:cNvSpPr>
                <a:spLocks/>
              </p:cNvSpPr>
              <p:nvPr/>
            </p:nvSpPr>
            <p:spPr bwMode="auto">
              <a:xfrm>
                <a:off x="3587750" y="4046539"/>
                <a:ext cx="11113" cy="19050"/>
              </a:xfrm>
              <a:custGeom>
                <a:avLst/>
                <a:gdLst>
                  <a:gd name="T0" fmla="*/ 0 w 7"/>
                  <a:gd name="T1" fmla="*/ 0 h 12"/>
                  <a:gd name="T2" fmla="*/ 0 w 7"/>
                  <a:gd name="T3" fmla="*/ 0 h 12"/>
                  <a:gd name="T4" fmla="*/ 0 w 7"/>
                  <a:gd name="T5" fmla="*/ 9525 h 12"/>
                  <a:gd name="T6" fmla="*/ 11113 w 7"/>
                  <a:gd name="T7" fmla="*/ 19050 h 12"/>
                  <a:gd name="T8" fmla="*/ 11113 w 7"/>
                  <a:gd name="T9" fmla="*/ 19050 h 12"/>
                  <a:gd name="T10" fmla="*/ 0 w 7"/>
                  <a:gd name="T11" fmla="*/ 0 h 12"/>
                  <a:gd name="T12" fmla="*/ 0 w 7"/>
                  <a:gd name="T13" fmla="*/ 0 h 12"/>
                  <a:gd name="T14" fmla="*/ 0 60000 65536"/>
                  <a:gd name="T15" fmla="*/ 0 60000 65536"/>
                  <a:gd name="T16" fmla="*/ 0 60000 65536"/>
                  <a:gd name="T17" fmla="*/ 0 60000 65536"/>
                  <a:gd name="T18" fmla="*/ 0 60000 65536"/>
                  <a:gd name="T19" fmla="*/ 0 60000 65536"/>
                  <a:gd name="T20" fmla="*/ 0 60000 65536"/>
                  <a:gd name="T21" fmla="*/ 0 w 7"/>
                  <a:gd name="T22" fmla="*/ 0 h 12"/>
                  <a:gd name="T23" fmla="*/ 7 w 7"/>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 h="12">
                    <a:moveTo>
                      <a:pt x="0" y="0"/>
                    </a:moveTo>
                    <a:lnTo>
                      <a:pt x="0" y="0"/>
                    </a:lnTo>
                    <a:lnTo>
                      <a:pt x="0" y="6"/>
                    </a:lnTo>
                    <a:lnTo>
                      <a:pt x="7" y="12"/>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92" name="Freeform 352"/>
              <p:cNvSpPr>
                <a:spLocks/>
              </p:cNvSpPr>
              <p:nvPr/>
            </p:nvSpPr>
            <p:spPr bwMode="auto">
              <a:xfrm>
                <a:off x="3729038" y="4046539"/>
                <a:ext cx="1587" cy="9525"/>
              </a:xfrm>
              <a:custGeom>
                <a:avLst/>
                <a:gdLst>
                  <a:gd name="T0" fmla="*/ 0 w 1588"/>
                  <a:gd name="T1" fmla="*/ 0 h 6"/>
                  <a:gd name="T2" fmla="*/ 0 w 1588"/>
                  <a:gd name="T3" fmla="*/ 0 h 6"/>
                  <a:gd name="T4" fmla="*/ 0 w 1588"/>
                  <a:gd name="T5" fmla="*/ 9525 h 6"/>
                  <a:gd name="T6" fmla="*/ 0 w 1588"/>
                  <a:gd name="T7" fmla="*/ 9525 h 6"/>
                  <a:gd name="T8" fmla="*/ 0 w 1588"/>
                  <a:gd name="T9" fmla="*/ 0 h 6"/>
                  <a:gd name="T10" fmla="*/ 0 w 1588"/>
                  <a:gd name="T11" fmla="*/ 0 h 6"/>
                  <a:gd name="T12" fmla="*/ 0 w 1588"/>
                  <a:gd name="T13" fmla="*/ 0 h 6"/>
                  <a:gd name="T14" fmla="*/ 0 60000 65536"/>
                  <a:gd name="T15" fmla="*/ 0 60000 65536"/>
                  <a:gd name="T16" fmla="*/ 0 60000 65536"/>
                  <a:gd name="T17" fmla="*/ 0 60000 65536"/>
                  <a:gd name="T18" fmla="*/ 0 60000 65536"/>
                  <a:gd name="T19" fmla="*/ 0 60000 65536"/>
                  <a:gd name="T20" fmla="*/ 0 60000 65536"/>
                  <a:gd name="T21" fmla="*/ 0 w 1588"/>
                  <a:gd name="T22" fmla="*/ 0 h 6"/>
                  <a:gd name="T23" fmla="*/ 1588 w 1588"/>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8" h="6">
                    <a:moveTo>
                      <a:pt x="0" y="0"/>
                    </a:moveTo>
                    <a:lnTo>
                      <a:pt x="0" y="0"/>
                    </a:lnTo>
                    <a:lnTo>
                      <a:pt x="0" y="6"/>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93" name="Freeform 353"/>
              <p:cNvSpPr>
                <a:spLocks/>
              </p:cNvSpPr>
              <p:nvPr/>
            </p:nvSpPr>
            <p:spPr bwMode="auto">
              <a:xfrm>
                <a:off x="3729038" y="4046539"/>
                <a:ext cx="1587" cy="9525"/>
              </a:xfrm>
              <a:custGeom>
                <a:avLst/>
                <a:gdLst>
                  <a:gd name="T0" fmla="*/ 0 w 1588"/>
                  <a:gd name="T1" fmla="*/ 0 h 6"/>
                  <a:gd name="T2" fmla="*/ 0 w 1588"/>
                  <a:gd name="T3" fmla="*/ 0 h 6"/>
                  <a:gd name="T4" fmla="*/ 0 w 1588"/>
                  <a:gd name="T5" fmla="*/ 9525 h 6"/>
                  <a:gd name="T6" fmla="*/ 0 w 1588"/>
                  <a:gd name="T7" fmla="*/ 9525 h 6"/>
                  <a:gd name="T8" fmla="*/ 0 w 1588"/>
                  <a:gd name="T9" fmla="*/ 0 h 6"/>
                  <a:gd name="T10" fmla="*/ 0 w 1588"/>
                  <a:gd name="T11" fmla="*/ 0 h 6"/>
                  <a:gd name="T12" fmla="*/ 0 60000 65536"/>
                  <a:gd name="T13" fmla="*/ 0 60000 65536"/>
                  <a:gd name="T14" fmla="*/ 0 60000 65536"/>
                  <a:gd name="T15" fmla="*/ 0 60000 65536"/>
                  <a:gd name="T16" fmla="*/ 0 60000 65536"/>
                  <a:gd name="T17" fmla="*/ 0 60000 65536"/>
                  <a:gd name="T18" fmla="*/ 0 w 1588"/>
                  <a:gd name="T19" fmla="*/ 0 h 6"/>
                  <a:gd name="T20" fmla="*/ 1588 w 1588"/>
                  <a:gd name="T21" fmla="*/ 6 h 6"/>
                </a:gdLst>
                <a:ahLst/>
                <a:cxnLst>
                  <a:cxn ang="T12">
                    <a:pos x="T0" y="T1"/>
                  </a:cxn>
                  <a:cxn ang="T13">
                    <a:pos x="T2" y="T3"/>
                  </a:cxn>
                  <a:cxn ang="T14">
                    <a:pos x="T4" y="T5"/>
                  </a:cxn>
                  <a:cxn ang="T15">
                    <a:pos x="T6" y="T7"/>
                  </a:cxn>
                  <a:cxn ang="T16">
                    <a:pos x="T8" y="T9"/>
                  </a:cxn>
                  <a:cxn ang="T17">
                    <a:pos x="T10" y="T11"/>
                  </a:cxn>
                </a:cxnLst>
                <a:rect l="T18" t="T19" r="T20" b="T21"/>
                <a:pathLst>
                  <a:path w="1588" h="6">
                    <a:moveTo>
                      <a:pt x="0" y="0"/>
                    </a:moveTo>
                    <a:lnTo>
                      <a:pt x="0" y="0"/>
                    </a:lnTo>
                    <a:lnTo>
                      <a:pt x="0" y="6"/>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94" name="Freeform 354"/>
              <p:cNvSpPr>
                <a:spLocks/>
              </p:cNvSpPr>
              <p:nvPr/>
            </p:nvSpPr>
            <p:spPr bwMode="auto">
              <a:xfrm>
                <a:off x="3578225" y="4056063"/>
                <a:ext cx="1588" cy="9525"/>
              </a:xfrm>
              <a:custGeom>
                <a:avLst/>
                <a:gdLst>
                  <a:gd name="T0" fmla="*/ 0 w 1588"/>
                  <a:gd name="T1" fmla="*/ 9525 h 6"/>
                  <a:gd name="T2" fmla="*/ 0 w 1588"/>
                  <a:gd name="T3" fmla="*/ 9525 h 6"/>
                  <a:gd name="T4" fmla="*/ 0 w 1588"/>
                  <a:gd name="T5" fmla="*/ 0 h 6"/>
                  <a:gd name="T6" fmla="*/ 0 w 1588"/>
                  <a:gd name="T7" fmla="*/ 0 h 6"/>
                  <a:gd name="T8" fmla="*/ 0 w 1588"/>
                  <a:gd name="T9" fmla="*/ 9525 h 6"/>
                  <a:gd name="T10" fmla="*/ 0 w 1588"/>
                  <a:gd name="T11" fmla="*/ 9525 h 6"/>
                  <a:gd name="T12" fmla="*/ 0 w 1588"/>
                  <a:gd name="T13" fmla="*/ 9525 h 6"/>
                  <a:gd name="T14" fmla="*/ 0 60000 65536"/>
                  <a:gd name="T15" fmla="*/ 0 60000 65536"/>
                  <a:gd name="T16" fmla="*/ 0 60000 65536"/>
                  <a:gd name="T17" fmla="*/ 0 60000 65536"/>
                  <a:gd name="T18" fmla="*/ 0 60000 65536"/>
                  <a:gd name="T19" fmla="*/ 0 60000 65536"/>
                  <a:gd name="T20" fmla="*/ 0 60000 65536"/>
                  <a:gd name="T21" fmla="*/ 0 w 1588"/>
                  <a:gd name="T22" fmla="*/ 0 h 6"/>
                  <a:gd name="T23" fmla="*/ 1588 w 1588"/>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8" h="6">
                    <a:moveTo>
                      <a:pt x="0" y="6"/>
                    </a:moveTo>
                    <a:lnTo>
                      <a:pt x="0" y="6"/>
                    </a:lnTo>
                    <a:lnTo>
                      <a:pt x="0" y="0"/>
                    </a:lnTo>
                    <a:lnTo>
                      <a:pt x="0" y="6"/>
                    </a:lnTo>
                    <a:close/>
                  </a:path>
                </a:pathLst>
              </a:custGeom>
              <a:grpFill/>
              <a:ln w="9525">
                <a:noFill/>
                <a:round/>
                <a:headEnd/>
                <a:tailEnd/>
              </a:ln>
            </p:spPr>
            <p:txBody>
              <a:bodyPr/>
              <a:lstStyle/>
              <a:p>
                <a:pPr>
                  <a:defRPr/>
                </a:pPr>
                <a:endParaRPr lang="da-DK">
                  <a:latin typeface="Arial" pitchFamily="34" charset="0"/>
                </a:endParaRPr>
              </a:p>
            </p:txBody>
          </p:sp>
          <p:sp>
            <p:nvSpPr>
              <p:cNvPr id="195" name="Freeform 355"/>
              <p:cNvSpPr>
                <a:spLocks/>
              </p:cNvSpPr>
              <p:nvPr/>
            </p:nvSpPr>
            <p:spPr bwMode="auto">
              <a:xfrm>
                <a:off x="3587750" y="4056063"/>
                <a:ext cx="1588" cy="9525"/>
              </a:xfrm>
              <a:custGeom>
                <a:avLst/>
                <a:gdLst>
                  <a:gd name="T0" fmla="*/ 0 w 1588"/>
                  <a:gd name="T1" fmla="*/ 9525 h 6"/>
                  <a:gd name="T2" fmla="*/ 0 w 1588"/>
                  <a:gd name="T3" fmla="*/ 9525 h 6"/>
                  <a:gd name="T4" fmla="*/ 0 w 1588"/>
                  <a:gd name="T5" fmla="*/ 0 h 6"/>
                  <a:gd name="T6" fmla="*/ 0 w 1588"/>
                  <a:gd name="T7" fmla="*/ 0 h 6"/>
                  <a:gd name="T8" fmla="*/ 0 w 1588"/>
                  <a:gd name="T9" fmla="*/ 9525 h 6"/>
                  <a:gd name="T10" fmla="*/ 0 w 1588"/>
                  <a:gd name="T11" fmla="*/ 9525 h 6"/>
                  <a:gd name="T12" fmla="*/ 0 60000 65536"/>
                  <a:gd name="T13" fmla="*/ 0 60000 65536"/>
                  <a:gd name="T14" fmla="*/ 0 60000 65536"/>
                  <a:gd name="T15" fmla="*/ 0 60000 65536"/>
                  <a:gd name="T16" fmla="*/ 0 60000 65536"/>
                  <a:gd name="T17" fmla="*/ 0 60000 65536"/>
                  <a:gd name="T18" fmla="*/ 0 w 1588"/>
                  <a:gd name="T19" fmla="*/ 0 h 6"/>
                  <a:gd name="T20" fmla="*/ 1588 w 1588"/>
                  <a:gd name="T21" fmla="*/ 6 h 6"/>
                </a:gdLst>
                <a:ahLst/>
                <a:cxnLst>
                  <a:cxn ang="T12">
                    <a:pos x="T0" y="T1"/>
                  </a:cxn>
                  <a:cxn ang="T13">
                    <a:pos x="T2" y="T3"/>
                  </a:cxn>
                  <a:cxn ang="T14">
                    <a:pos x="T4" y="T5"/>
                  </a:cxn>
                  <a:cxn ang="T15">
                    <a:pos x="T6" y="T7"/>
                  </a:cxn>
                  <a:cxn ang="T16">
                    <a:pos x="T8" y="T9"/>
                  </a:cxn>
                  <a:cxn ang="T17">
                    <a:pos x="T10" y="T11"/>
                  </a:cxn>
                </a:cxnLst>
                <a:rect l="T18" t="T19" r="T20" b="T21"/>
                <a:pathLst>
                  <a:path w="1588" h="6">
                    <a:moveTo>
                      <a:pt x="0" y="6"/>
                    </a:moveTo>
                    <a:lnTo>
                      <a:pt x="0" y="6"/>
                    </a:lnTo>
                    <a:lnTo>
                      <a:pt x="0" y="0"/>
                    </a:lnTo>
                    <a:lnTo>
                      <a:pt x="0" y="6"/>
                    </a:lnTo>
                    <a:close/>
                  </a:path>
                </a:pathLst>
              </a:custGeom>
              <a:grpFill/>
              <a:ln w="9525">
                <a:noFill/>
                <a:round/>
                <a:headEnd/>
                <a:tailEnd/>
              </a:ln>
            </p:spPr>
            <p:txBody>
              <a:bodyPr/>
              <a:lstStyle/>
              <a:p>
                <a:pPr>
                  <a:defRPr/>
                </a:pPr>
                <a:endParaRPr lang="da-DK">
                  <a:latin typeface="Arial" pitchFamily="34" charset="0"/>
                </a:endParaRPr>
              </a:p>
            </p:txBody>
          </p:sp>
          <p:sp>
            <p:nvSpPr>
              <p:cNvPr id="196" name="Freeform 356"/>
              <p:cNvSpPr>
                <a:spLocks/>
              </p:cNvSpPr>
              <p:nvPr/>
            </p:nvSpPr>
            <p:spPr bwMode="auto">
              <a:xfrm>
                <a:off x="3568700" y="4056063"/>
                <a:ext cx="9525" cy="9525"/>
              </a:xfrm>
              <a:custGeom>
                <a:avLst/>
                <a:gdLst>
                  <a:gd name="T0" fmla="*/ 0 w 6"/>
                  <a:gd name="T1" fmla="*/ 0 h 6"/>
                  <a:gd name="T2" fmla="*/ 0 w 6"/>
                  <a:gd name="T3" fmla="*/ 0 h 6"/>
                  <a:gd name="T4" fmla="*/ 0 w 6"/>
                  <a:gd name="T5" fmla="*/ 9525 h 6"/>
                  <a:gd name="T6" fmla="*/ 9525 w 6"/>
                  <a:gd name="T7" fmla="*/ 9525 h 6"/>
                  <a:gd name="T8" fmla="*/ 9525 w 6"/>
                  <a:gd name="T9" fmla="*/ 9525 h 6"/>
                  <a:gd name="T10" fmla="*/ 9525 w 6"/>
                  <a:gd name="T11" fmla="*/ 0 h 6"/>
                  <a:gd name="T12" fmla="*/ 0 w 6"/>
                  <a:gd name="T13" fmla="*/ 0 h 6"/>
                  <a:gd name="T14" fmla="*/ 0 w 6"/>
                  <a:gd name="T15" fmla="*/ 0 h 6"/>
                  <a:gd name="T16" fmla="*/ 0 60000 65536"/>
                  <a:gd name="T17" fmla="*/ 0 60000 65536"/>
                  <a:gd name="T18" fmla="*/ 0 60000 65536"/>
                  <a:gd name="T19" fmla="*/ 0 60000 65536"/>
                  <a:gd name="T20" fmla="*/ 0 60000 65536"/>
                  <a:gd name="T21" fmla="*/ 0 60000 65536"/>
                  <a:gd name="T22" fmla="*/ 0 60000 65536"/>
                  <a:gd name="T23" fmla="*/ 0 60000 65536"/>
                  <a:gd name="T24" fmla="*/ 0 w 6"/>
                  <a:gd name="T25" fmla="*/ 0 h 6"/>
                  <a:gd name="T26" fmla="*/ 6 w 6"/>
                  <a:gd name="T27" fmla="*/ 6 h 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 h="6">
                    <a:moveTo>
                      <a:pt x="0" y="0"/>
                    </a:moveTo>
                    <a:lnTo>
                      <a:pt x="0" y="0"/>
                    </a:lnTo>
                    <a:lnTo>
                      <a:pt x="0" y="6"/>
                    </a:lnTo>
                    <a:lnTo>
                      <a:pt x="6" y="6"/>
                    </a:lnTo>
                    <a:lnTo>
                      <a:pt x="6" y="0"/>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197" name="Freeform 357"/>
              <p:cNvSpPr>
                <a:spLocks/>
              </p:cNvSpPr>
              <p:nvPr/>
            </p:nvSpPr>
            <p:spPr bwMode="auto">
              <a:xfrm>
                <a:off x="3568700" y="4056063"/>
                <a:ext cx="1588" cy="20637"/>
              </a:xfrm>
              <a:custGeom>
                <a:avLst/>
                <a:gdLst>
                  <a:gd name="T0" fmla="*/ 0 w 1588"/>
                  <a:gd name="T1" fmla="*/ 20637 h 13"/>
                  <a:gd name="T2" fmla="*/ 0 w 1588"/>
                  <a:gd name="T3" fmla="*/ 20637 h 13"/>
                  <a:gd name="T4" fmla="*/ 0 w 1588"/>
                  <a:gd name="T5" fmla="*/ 9525 h 13"/>
                  <a:gd name="T6" fmla="*/ 0 w 1588"/>
                  <a:gd name="T7" fmla="*/ 0 h 13"/>
                  <a:gd name="T8" fmla="*/ 0 w 1588"/>
                  <a:gd name="T9" fmla="*/ 0 h 13"/>
                  <a:gd name="T10" fmla="*/ 0 w 1588"/>
                  <a:gd name="T11" fmla="*/ 9525 h 13"/>
                  <a:gd name="T12" fmla="*/ 0 w 1588"/>
                  <a:gd name="T13" fmla="*/ 20637 h 13"/>
                  <a:gd name="T14" fmla="*/ 0 w 1588"/>
                  <a:gd name="T15" fmla="*/ 20637 h 13"/>
                  <a:gd name="T16" fmla="*/ 0 60000 65536"/>
                  <a:gd name="T17" fmla="*/ 0 60000 65536"/>
                  <a:gd name="T18" fmla="*/ 0 60000 65536"/>
                  <a:gd name="T19" fmla="*/ 0 60000 65536"/>
                  <a:gd name="T20" fmla="*/ 0 60000 65536"/>
                  <a:gd name="T21" fmla="*/ 0 60000 65536"/>
                  <a:gd name="T22" fmla="*/ 0 60000 65536"/>
                  <a:gd name="T23" fmla="*/ 0 60000 65536"/>
                  <a:gd name="T24" fmla="*/ 0 w 1588"/>
                  <a:gd name="T25" fmla="*/ 0 h 13"/>
                  <a:gd name="T26" fmla="*/ 1588 w 1588"/>
                  <a:gd name="T27" fmla="*/ 13 h 1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88" h="13">
                    <a:moveTo>
                      <a:pt x="0" y="13"/>
                    </a:moveTo>
                    <a:lnTo>
                      <a:pt x="0" y="13"/>
                    </a:lnTo>
                    <a:lnTo>
                      <a:pt x="0" y="6"/>
                    </a:lnTo>
                    <a:lnTo>
                      <a:pt x="0" y="0"/>
                    </a:lnTo>
                    <a:lnTo>
                      <a:pt x="0" y="6"/>
                    </a:lnTo>
                    <a:lnTo>
                      <a:pt x="0" y="13"/>
                    </a:lnTo>
                    <a:close/>
                  </a:path>
                </a:pathLst>
              </a:custGeom>
              <a:grpFill/>
              <a:ln w="9525">
                <a:noFill/>
                <a:round/>
                <a:headEnd/>
                <a:tailEnd/>
              </a:ln>
            </p:spPr>
            <p:txBody>
              <a:bodyPr/>
              <a:lstStyle/>
              <a:p>
                <a:pPr>
                  <a:defRPr/>
                </a:pPr>
                <a:endParaRPr lang="da-DK">
                  <a:latin typeface="Arial" pitchFamily="34" charset="0"/>
                </a:endParaRPr>
              </a:p>
            </p:txBody>
          </p:sp>
          <p:sp>
            <p:nvSpPr>
              <p:cNvPr id="198" name="Freeform 358"/>
              <p:cNvSpPr>
                <a:spLocks/>
              </p:cNvSpPr>
              <p:nvPr/>
            </p:nvSpPr>
            <p:spPr bwMode="auto">
              <a:xfrm>
                <a:off x="3557588" y="4056063"/>
                <a:ext cx="1587" cy="20637"/>
              </a:xfrm>
              <a:custGeom>
                <a:avLst/>
                <a:gdLst>
                  <a:gd name="T0" fmla="*/ 0 w 1588"/>
                  <a:gd name="T1" fmla="*/ 20637 h 13"/>
                  <a:gd name="T2" fmla="*/ 0 w 1588"/>
                  <a:gd name="T3" fmla="*/ 20637 h 13"/>
                  <a:gd name="T4" fmla="*/ 0 w 1588"/>
                  <a:gd name="T5" fmla="*/ 9525 h 13"/>
                  <a:gd name="T6" fmla="*/ 0 w 1588"/>
                  <a:gd name="T7" fmla="*/ 0 h 13"/>
                  <a:gd name="T8" fmla="*/ 0 w 1588"/>
                  <a:gd name="T9" fmla="*/ 0 h 13"/>
                  <a:gd name="T10" fmla="*/ 0 w 1588"/>
                  <a:gd name="T11" fmla="*/ 20637 h 13"/>
                  <a:gd name="T12" fmla="*/ 0 w 1588"/>
                  <a:gd name="T13" fmla="*/ 20637 h 13"/>
                  <a:gd name="T14" fmla="*/ 0 60000 65536"/>
                  <a:gd name="T15" fmla="*/ 0 60000 65536"/>
                  <a:gd name="T16" fmla="*/ 0 60000 65536"/>
                  <a:gd name="T17" fmla="*/ 0 60000 65536"/>
                  <a:gd name="T18" fmla="*/ 0 60000 65536"/>
                  <a:gd name="T19" fmla="*/ 0 60000 65536"/>
                  <a:gd name="T20" fmla="*/ 0 60000 65536"/>
                  <a:gd name="T21" fmla="*/ 0 w 1588"/>
                  <a:gd name="T22" fmla="*/ 0 h 13"/>
                  <a:gd name="T23" fmla="*/ 1588 w 1588"/>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8" h="13">
                    <a:moveTo>
                      <a:pt x="0" y="13"/>
                    </a:moveTo>
                    <a:lnTo>
                      <a:pt x="0" y="13"/>
                    </a:lnTo>
                    <a:lnTo>
                      <a:pt x="0" y="6"/>
                    </a:lnTo>
                    <a:lnTo>
                      <a:pt x="0" y="0"/>
                    </a:lnTo>
                    <a:lnTo>
                      <a:pt x="0" y="13"/>
                    </a:lnTo>
                    <a:close/>
                  </a:path>
                </a:pathLst>
              </a:custGeom>
              <a:grpFill/>
              <a:ln w="9525">
                <a:noFill/>
                <a:round/>
                <a:headEnd/>
                <a:tailEnd/>
              </a:ln>
            </p:spPr>
            <p:txBody>
              <a:bodyPr/>
              <a:lstStyle/>
              <a:p>
                <a:pPr>
                  <a:defRPr/>
                </a:pPr>
                <a:endParaRPr lang="da-DK">
                  <a:latin typeface="Arial" pitchFamily="34" charset="0"/>
                </a:endParaRPr>
              </a:p>
            </p:txBody>
          </p:sp>
          <p:sp>
            <p:nvSpPr>
              <p:cNvPr id="199" name="Rectangle 359"/>
              <p:cNvSpPr>
                <a:spLocks noChangeArrowheads="1"/>
              </p:cNvSpPr>
              <p:nvPr/>
            </p:nvSpPr>
            <p:spPr bwMode="auto">
              <a:xfrm>
                <a:off x="3729038" y="4065588"/>
                <a:ext cx="1587" cy="1587"/>
              </a:xfrm>
              <a:prstGeom prst="rect">
                <a:avLst/>
              </a:prstGeom>
              <a:grpFill/>
              <a:ln w="9525">
                <a:noFill/>
                <a:miter lim="800000"/>
                <a:headEnd/>
                <a:tailEnd/>
              </a:ln>
            </p:spPr>
            <p:txBody>
              <a:bodyPr/>
              <a:lstStyle/>
              <a:p>
                <a:pPr>
                  <a:defRPr/>
                </a:pPr>
                <a:endParaRPr lang="da-DK">
                  <a:latin typeface="Arial" pitchFamily="34" charset="0"/>
                </a:endParaRPr>
              </a:p>
            </p:txBody>
          </p:sp>
          <p:sp>
            <p:nvSpPr>
              <p:cNvPr id="200" name="Freeform 360"/>
              <p:cNvSpPr>
                <a:spLocks/>
              </p:cNvSpPr>
              <p:nvPr/>
            </p:nvSpPr>
            <p:spPr bwMode="auto">
              <a:xfrm>
                <a:off x="3729038" y="4065588"/>
                <a:ext cx="1587" cy="11112"/>
              </a:xfrm>
              <a:custGeom>
                <a:avLst/>
                <a:gdLst>
                  <a:gd name="T0" fmla="*/ 0 w 1588"/>
                  <a:gd name="T1" fmla="*/ 0 h 7"/>
                  <a:gd name="T2" fmla="*/ 0 w 1588"/>
                  <a:gd name="T3" fmla="*/ 0 h 7"/>
                  <a:gd name="T4" fmla="*/ 0 w 1588"/>
                  <a:gd name="T5" fmla="*/ 11112 h 7"/>
                  <a:gd name="T6" fmla="*/ 0 w 1588"/>
                  <a:gd name="T7" fmla="*/ 11112 h 7"/>
                  <a:gd name="T8" fmla="*/ 0 w 1588"/>
                  <a:gd name="T9" fmla="*/ 0 h 7"/>
                  <a:gd name="T10" fmla="*/ 0 w 1588"/>
                  <a:gd name="T11" fmla="*/ 0 h 7"/>
                  <a:gd name="T12" fmla="*/ 0 60000 65536"/>
                  <a:gd name="T13" fmla="*/ 0 60000 65536"/>
                  <a:gd name="T14" fmla="*/ 0 60000 65536"/>
                  <a:gd name="T15" fmla="*/ 0 60000 65536"/>
                  <a:gd name="T16" fmla="*/ 0 60000 65536"/>
                  <a:gd name="T17" fmla="*/ 0 60000 65536"/>
                  <a:gd name="T18" fmla="*/ 0 w 1588"/>
                  <a:gd name="T19" fmla="*/ 0 h 7"/>
                  <a:gd name="T20" fmla="*/ 1588 w 1588"/>
                  <a:gd name="T21" fmla="*/ 7 h 7"/>
                </a:gdLst>
                <a:ahLst/>
                <a:cxnLst>
                  <a:cxn ang="T12">
                    <a:pos x="T0" y="T1"/>
                  </a:cxn>
                  <a:cxn ang="T13">
                    <a:pos x="T2" y="T3"/>
                  </a:cxn>
                  <a:cxn ang="T14">
                    <a:pos x="T4" y="T5"/>
                  </a:cxn>
                  <a:cxn ang="T15">
                    <a:pos x="T6" y="T7"/>
                  </a:cxn>
                  <a:cxn ang="T16">
                    <a:pos x="T8" y="T9"/>
                  </a:cxn>
                  <a:cxn ang="T17">
                    <a:pos x="T10" y="T11"/>
                  </a:cxn>
                </a:cxnLst>
                <a:rect l="T18" t="T19" r="T20" b="T21"/>
                <a:pathLst>
                  <a:path w="1588" h="7">
                    <a:moveTo>
                      <a:pt x="0" y="0"/>
                    </a:moveTo>
                    <a:lnTo>
                      <a:pt x="0" y="0"/>
                    </a:lnTo>
                    <a:lnTo>
                      <a:pt x="0" y="7"/>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201" name="Freeform 361"/>
              <p:cNvSpPr>
                <a:spLocks/>
              </p:cNvSpPr>
              <p:nvPr/>
            </p:nvSpPr>
            <p:spPr bwMode="auto">
              <a:xfrm>
                <a:off x="3729038" y="4076701"/>
                <a:ext cx="1587" cy="9525"/>
              </a:xfrm>
              <a:custGeom>
                <a:avLst/>
                <a:gdLst>
                  <a:gd name="T0" fmla="*/ 0 w 1588"/>
                  <a:gd name="T1" fmla="*/ 0 h 6"/>
                  <a:gd name="T2" fmla="*/ 0 w 1588"/>
                  <a:gd name="T3" fmla="*/ 0 h 6"/>
                  <a:gd name="T4" fmla="*/ 0 w 1588"/>
                  <a:gd name="T5" fmla="*/ 9525 h 6"/>
                  <a:gd name="T6" fmla="*/ 0 w 1588"/>
                  <a:gd name="T7" fmla="*/ 9525 h 6"/>
                  <a:gd name="T8" fmla="*/ 0 w 1588"/>
                  <a:gd name="T9" fmla="*/ 0 h 6"/>
                  <a:gd name="T10" fmla="*/ 0 w 1588"/>
                  <a:gd name="T11" fmla="*/ 0 h 6"/>
                  <a:gd name="T12" fmla="*/ 0 60000 65536"/>
                  <a:gd name="T13" fmla="*/ 0 60000 65536"/>
                  <a:gd name="T14" fmla="*/ 0 60000 65536"/>
                  <a:gd name="T15" fmla="*/ 0 60000 65536"/>
                  <a:gd name="T16" fmla="*/ 0 60000 65536"/>
                  <a:gd name="T17" fmla="*/ 0 60000 65536"/>
                  <a:gd name="T18" fmla="*/ 0 w 1588"/>
                  <a:gd name="T19" fmla="*/ 0 h 6"/>
                  <a:gd name="T20" fmla="*/ 1588 w 1588"/>
                  <a:gd name="T21" fmla="*/ 6 h 6"/>
                </a:gdLst>
                <a:ahLst/>
                <a:cxnLst>
                  <a:cxn ang="T12">
                    <a:pos x="T0" y="T1"/>
                  </a:cxn>
                  <a:cxn ang="T13">
                    <a:pos x="T2" y="T3"/>
                  </a:cxn>
                  <a:cxn ang="T14">
                    <a:pos x="T4" y="T5"/>
                  </a:cxn>
                  <a:cxn ang="T15">
                    <a:pos x="T6" y="T7"/>
                  </a:cxn>
                  <a:cxn ang="T16">
                    <a:pos x="T8" y="T9"/>
                  </a:cxn>
                  <a:cxn ang="T17">
                    <a:pos x="T10" y="T11"/>
                  </a:cxn>
                </a:cxnLst>
                <a:rect l="T18" t="T19" r="T20" b="T21"/>
                <a:pathLst>
                  <a:path w="1588" h="6">
                    <a:moveTo>
                      <a:pt x="0" y="0"/>
                    </a:moveTo>
                    <a:lnTo>
                      <a:pt x="0" y="0"/>
                    </a:lnTo>
                    <a:lnTo>
                      <a:pt x="0" y="6"/>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202" name="Freeform 362"/>
              <p:cNvSpPr>
                <a:spLocks/>
              </p:cNvSpPr>
              <p:nvPr/>
            </p:nvSpPr>
            <p:spPr bwMode="auto">
              <a:xfrm>
                <a:off x="3578225" y="4076701"/>
                <a:ext cx="1588" cy="19050"/>
              </a:xfrm>
              <a:custGeom>
                <a:avLst/>
                <a:gdLst>
                  <a:gd name="T0" fmla="*/ 0 w 1588"/>
                  <a:gd name="T1" fmla="*/ 0 h 12"/>
                  <a:gd name="T2" fmla="*/ 0 w 1588"/>
                  <a:gd name="T3" fmla="*/ 0 h 12"/>
                  <a:gd name="T4" fmla="*/ 0 w 1588"/>
                  <a:gd name="T5" fmla="*/ 19050 h 12"/>
                  <a:gd name="T6" fmla="*/ 0 w 1588"/>
                  <a:gd name="T7" fmla="*/ 19050 h 12"/>
                  <a:gd name="T8" fmla="*/ 0 w 1588"/>
                  <a:gd name="T9" fmla="*/ 9525 h 12"/>
                  <a:gd name="T10" fmla="*/ 0 w 1588"/>
                  <a:gd name="T11" fmla="*/ 0 h 12"/>
                  <a:gd name="T12" fmla="*/ 0 w 1588"/>
                  <a:gd name="T13" fmla="*/ 0 h 12"/>
                  <a:gd name="T14" fmla="*/ 0 60000 65536"/>
                  <a:gd name="T15" fmla="*/ 0 60000 65536"/>
                  <a:gd name="T16" fmla="*/ 0 60000 65536"/>
                  <a:gd name="T17" fmla="*/ 0 60000 65536"/>
                  <a:gd name="T18" fmla="*/ 0 60000 65536"/>
                  <a:gd name="T19" fmla="*/ 0 60000 65536"/>
                  <a:gd name="T20" fmla="*/ 0 60000 65536"/>
                  <a:gd name="T21" fmla="*/ 0 w 1588"/>
                  <a:gd name="T22" fmla="*/ 0 h 12"/>
                  <a:gd name="T23" fmla="*/ 1588 w 158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8" h="12">
                    <a:moveTo>
                      <a:pt x="0" y="0"/>
                    </a:moveTo>
                    <a:lnTo>
                      <a:pt x="0" y="0"/>
                    </a:lnTo>
                    <a:lnTo>
                      <a:pt x="0" y="12"/>
                    </a:lnTo>
                    <a:lnTo>
                      <a:pt x="0" y="6"/>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203" name="Rectangle 363"/>
              <p:cNvSpPr>
                <a:spLocks noChangeArrowheads="1"/>
              </p:cNvSpPr>
              <p:nvPr/>
            </p:nvSpPr>
            <p:spPr bwMode="auto">
              <a:xfrm>
                <a:off x="3568700" y="4076701"/>
                <a:ext cx="1588" cy="1588"/>
              </a:xfrm>
              <a:prstGeom prst="rect">
                <a:avLst/>
              </a:prstGeom>
              <a:grpFill/>
              <a:ln w="9525">
                <a:noFill/>
                <a:miter lim="800000"/>
                <a:headEnd/>
                <a:tailEnd/>
              </a:ln>
            </p:spPr>
            <p:txBody>
              <a:bodyPr/>
              <a:lstStyle/>
              <a:p>
                <a:pPr>
                  <a:defRPr/>
                </a:pPr>
                <a:endParaRPr lang="da-DK">
                  <a:latin typeface="Arial" pitchFamily="34" charset="0"/>
                </a:endParaRPr>
              </a:p>
            </p:txBody>
          </p:sp>
          <p:sp>
            <p:nvSpPr>
              <p:cNvPr id="204" name="Freeform 364"/>
              <p:cNvSpPr>
                <a:spLocks/>
              </p:cNvSpPr>
              <p:nvPr/>
            </p:nvSpPr>
            <p:spPr bwMode="auto">
              <a:xfrm>
                <a:off x="3578225" y="4076701"/>
                <a:ext cx="1588" cy="19050"/>
              </a:xfrm>
              <a:custGeom>
                <a:avLst/>
                <a:gdLst>
                  <a:gd name="T0" fmla="*/ 0 w 1588"/>
                  <a:gd name="T1" fmla="*/ 0 h 12"/>
                  <a:gd name="T2" fmla="*/ 0 w 1588"/>
                  <a:gd name="T3" fmla="*/ 0 h 12"/>
                  <a:gd name="T4" fmla="*/ 0 w 1588"/>
                  <a:gd name="T5" fmla="*/ 19050 h 12"/>
                  <a:gd name="T6" fmla="*/ 0 w 1588"/>
                  <a:gd name="T7" fmla="*/ 19050 h 12"/>
                  <a:gd name="T8" fmla="*/ 0 w 1588"/>
                  <a:gd name="T9" fmla="*/ 19050 h 12"/>
                  <a:gd name="T10" fmla="*/ 0 w 1588"/>
                  <a:gd name="T11" fmla="*/ 0 h 12"/>
                  <a:gd name="T12" fmla="*/ 0 w 1588"/>
                  <a:gd name="T13" fmla="*/ 0 h 12"/>
                  <a:gd name="T14" fmla="*/ 0 60000 65536"/>
                  <a:gd name="T15" fmla="*/ 0 60000 65536"/>
                  <a:gd name="T16" fmla="*/ 0 60000 65536"/>
                  <a:gd name="T17" fmla="*/ 0 60000 65536"/>
                  <a:gd name="T18" fmla="*/ 0 60000 65536"/>
                  <a:gd name="T19" fmla="*/ 0 60000 65536"/>
                  <a:gd name="T20" fmla="*/ 0 60000 65536"/>
                  <a:gd name="T21" fmla="*/ 0 w 1588"/>
                  <a:gd name="T22" fmla="*/ 0 h 12"/>
                  <a:gd name="T23" fmla="*/ 1588 w 1588"/>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8" h="12">
                    <a:moveTo>
                      <a:pt x="0" y="0"/>
                    </a:moveTo>
                    <a:lnTo>
                      <a:pt x="0" y="0"/>
                    </a:lnTo>
                    <a:lnTo>
                      <a:pt x="0" y="12"/>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205" name="Freeform 365"/>
              <p:cNvSpPr>
                <a:spLocks/>
              </p:cNvSpPr>
              <p:nvPr/>
            </p:nvSpPr>
            <p:spPr bwMode="auto">
              <a:xfrm>
                <a:off x="3527425" y="4076701"/>
                <a:ext cx="11113" cy="9525"/>
              </a:xfrm>
              <a:custGeom>
                <a:avLst/>
                <a:gdLst>
                  <a:gd name="T0" fmla="*/ 11113 w 7"/>
                  <a:gd name="T1" fmla="*/ 9525 h 6"/>
                  <a:gd name="T2" fmla="*/ 11113 w 7"/>
                  <a:gd name="T3" fmla="*/ 9525 h 6"/>
                  <a:gd name="T4" fmla="*/ 0 w 7"/>
                  <a:gd name="T5" fmla="*/ 9525 h 6"/>
                  <a:gd name="T6" fmla="*/ 0 w 7"/>
                  <a:gd name="T7" fmla="*/ 9525 h 6"/>
                  <a:gd name="T8" fmla="*/ 0 w 7"/>
                  <a:gd name="T9" fmla="*/ 9525 h 6"/>
                  <a:gd name="T10" fmla="*/ 0 w 7"/>
                  <a:gd name="T11" fmla="*/ 9525 h 6"/>
                  <a:gd name="T12" fmla="*/ 0 w 7"/>
                  <a:gd name="T13" fmla="*/ 9525 h 6"/>
                  <a:gd name="T14" fmla="*/ 11113 w 7"/>
                  <a:gd name="T15" fmla="*/ 9525 h 6"/>
                  <a:gd name="T16" fmla="*/ 11113 w 7"/>
                  <a:gd name="T17" fmla="*/ 9525 h 6"/>
                  <a:gd name="T18" fmla="*/ 11113 w 7"/>
                  <a:gd name="T19" fmla="*/ 0 h 6"/>
                  <a:gd name="T20" fmla="*/ 11113 w 7"/>
                  <a:gd name="T21" fmla="*/ 0 h 6"/>
                  <a:gd name="T22" fmla="*/ 11113 w 7"/>
                  <a:gd name="T23" fmla="*/ 9525 h 6"/>
                  <a:gd name="T24" fmla="*/ 11113 w 7"/>
                  <a:gd name="T25" fmla="*/ 9525 h 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
                  <a:gd name="T40" fmla="*/ 0 h 6"/>
                  <a:gd name="T41" fmla="*/ 7 w 7"/>
                  <a:gd name="T42" fmla="*/ 6 h 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 h="6">
                    <a:moveTo>
                      <a:pt x="7" y="6"/>
                    </a:moveTo>
                    <a:lnTo>
                      <a:pt x="7" y="6"/>
                    </a:lnTo>
                    <a:lnTo>
                      <a:pt x="0" y="6"/>
                    </a:lnTo>
                    <a:lnTo>
                      <a:pt x="7" y="6"/>
                    </a:lnTo>
                    <a:lnTo>
                      <a:pt x="7" y="0"/>
                    </a:lnTo>
                    <a:lnTo>
                      <a:pt x="7" y="6"/>
                    </a:lnTo>
                    <a:close/>
                  </a:path>
                </a:pathLst>
              </a:custGeom>
              <a:grpFill/>
              <a:ln w="9525">
                <a:noFill/>
                <a:round/>
                <a:headEnd/>
                <a:tailEnd/>
              </a:ln>
            </p:spPr>
            <p:txBody>
              <a:bodyPr/>
              <a:lstStyle/>
              <a:p>
                <a:pPr>
                  <a:defRPr/>
                </a:pPr>
                <a:endParaRPr lang="da-DK">
                  <a:latin typeface="Arial" pitchFamily="34" charset="0"/>
                </a:endParaRPr>
              </a:p>
            </p:txBody>
          </p:sp>
          <p:sp>
            <p:nvSpPr>
              <p:cNvPr id="206" name="Freeform 366"/>
              <p:cNvSpPr>
                <a:spLocks/>
              </p:cNvSpPr>
              <p:nvPr/>
            </p:nvSpPr>
            <p:spPr bwMode="auto">
              <a:xfrm>
                <a:off x="3587750" y="4076701"/>
                <a:ext cx="1588" cy="9525"/>
              </a:xfrm>
              <a:custGeom>
                <a:avLst/>
                <a:gdLst>
                  <a:gd name="T0" fmla="*/ 0 w 1588"/>
                  <a:gd name="T1" fmla="*/ 9525 h 6"/>
                  <a:gd name="T2" fmla="*/ 0 w 1588"/>
                  <a:gd name="T3" fmla="*/ 9525 h 6"/>
                  <a:gd name="T4" fmla="*/ 0 w 1588"/>
                  <a:gd name="T5" fmla="*/ 0 h 6"/>
                  <a:gd name="T6" fmla="*/ 0 w 1588"/>
                  <a:gd name="T7" fmla="*/ 0 h 6"/>
                  <a:gd name="T8" fmla="*/ 0 w 1588"/>
                  <a:gd name="T9" fmla="*/ 9525 h 6"/>
                  <a:gd name="T10" fmla="*/ 0 w 1588"/>
                  <a:gd name="T11" fmla="*/ 9525 h 6"/>
                  <a:gd name="T12" fmla="*/ 0 60000 65536"/>
                  <a:gd name="T13" fmla="*/ 0 60000 65536"/>
                  <a:gd name="T14" fmla="*/ 0 60000 65536"/>
                  <a:gd name="T15" fmla="*/ 0 60000 65536"/>
                  <a:gd name="T16" fmla="*/ 0 60000 65536"/>
                  <a:gd name="T17" fmla="*/ 0 60000 65536"/>
                  <a:gd name="T18" fmla="*/ 0 w 1588"/>
                  <a:gd name="T19" fmla="*/ 0 h 6"/>
                  <a:gd name="T20" fmla="*/ 1588 w 1588"/>
                  <a:gd name="T21" fmla="*/ 6 h 6"/>
                </a:gdLst>
                <a:ahLst/>
                <a:cxnLst>
                  <a:cxn ang="T12">
                    <a:pos x="T0" y="T1"/>
                  </a:cxn>
                  <a:cxn ang="T13">
                    <a:pos x="T2" y="T3"/>
                  </a:cxn>
                  <a:cxn ang="T14">
                    <a:pos x="T4" y="T5"/>
                  </a:cxn>
                  <a:cxn ang="T15">
                    <a:pos x="T6" y="T7"/>
                  </a:cxn>
                  <a:cxn ang="T16">
                    <a:pos x="T8" y="T9"/>
                  </a:cxn>
                  <a:cxn ang="T17">
                    <a:pos x="T10" y="T11"/>
                  </a:cxn>
                </a:cxnLst>
                <a:rect l="T18" t="T19" r="T20" b="T21"/>
                <a:pathLst>
                  <a:path w="1588" h="6">
                    <a:moveTo>
                      <a:pt x="0" y="6"/>
                    </a:moveTo>
                    <a:lnTo>
                      <a:pt x="0" y="6"/>
                    </a:lnTo>
                    <a:lnTo>
                      <a:pt x="0" y="0"/>
                    </a:lnTo>
                    <a:lnTo>
                      <a:pt x="0" y="6"/>
                    </a:lnTo>
                    <a:close/>
                  </a:path>
                </a:pathLst>
              </a:custGeom>
              <a:grpFill/>
              <a:ln w="9525">
                <a:noFill/>
                <a:round/>
                <a:headEnd/>
                <a:tailEnd/>
              </a:ln>
            </p:spPr>
            <p:txBody>
              <a:bodyPr/>
              <a:lstStyle/>
              <a:p>
                <a:pPr>
                  <a:defRPr/>
                </a:pPr>
                <a:endParaRPr lang="da-DK">
                  <a:latin typeface="Arial" pitchFamily="34" charset="0"/>
                </a:endParaRPr>
              </a:p>
            </p:txBody>
          </p:sp>
          <p:sp>
            <p:nvSpPr>
              <p:cNvPr id="207" name="Freeform 367"/>
              <p:cNvSpPr>
                <a:spLocks/>
              </p:cNvSpPr>
              <p:nvPr/>
            </p:nvSpPr>
            <p:spPr bwMode="auto">
              <a:xfrm>
                <a:off x="3587750" y="4076701"/>
                <a:ext cx="11113" cy="9525"/>
              </a:xfrm>
              <a:custGeom>
                <a:avLst/>
                <a:gdLst>
                  <a:gd name="T0" fmla="*/ 0 w 7"/>
                  <a:gd name="T1" fmla="*/ 0 h 6"/>
                  <a:gd name="T2" fmla="*/ 0 w 7"/>
                  <a:gd name="T3" fmla="*/ 0 h 6"/>
                  <a:gd name="T4" fmla="*/ 11113 w 7"/>
                  <a:gd name="T5" fmla="*/ 9525 h 6"/>
                  <a:gd name="T6" fmla="*/ 11113 w 7"/>
                  <a:gd name="T7" fmla="*/ 9525 h 6"/>
                  <a:gd name="T8" fmla="*/ 11113 w 7"/>
                  <a:gd name="T9" fmla="*/ 9525 h 6"/>
                  <a:gd name="T10" fmla="*/ 0 w 7"/>
                  <a:gd name="T11" fmla="*/ 0 h 6"/>
                  <a:gd name="T12" fmla="*/ 0 w 7"/>
                  <a:gd name="T13" fmla="*/ 0 h 6"/>
                  <a:gd name="T14" fmla="*/ 0 60000 65536"/>
                  <a:gd name="T15" fmla="*/ 0 60000 65536"/>
                  <a:gd name="T16" fmla="*/ 0 60000 65536"/>
                  <a:gd name="T17" fmla="*/ 0 60000 65536"/>
                  <a:gd name="T18" fmla="*/ 0 60000 65536"/>
                  <a:gd name="T19" fmla="*/ 0 60000 65536"/>
                  <a:gd name="T20" fmla="*/ 0 60000 65536"/>
                  <a:gd name="T21" fmla="*/ 0 w 7"/>
                  <a:gd name="T22" fmla="*/ 0 h 6"/>
                  <a:gd name="T23" fmla="*/ 7 w 7"/>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 h="6">
                    <a:moveTo>
                      <a:pt x="0" y="0"/>
                    </a:moveTo>
                    <a:lnTo>
                      <a:pt x="0" y="0"/>
                    </a:lnTo>
                    <a:lnTo>
                      <a:pt x="7" y="6"/>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208" name="Freeform 368"/>
              <p:cNvSpPr>
                <a:spLocks/>
              </p:cNvSpPr>
              <p:nvPr/>
            </p:nvSpPr>
            <p:spPr bwMode="auto">
              <a:xfrm>
                <a:off x="3557588" y="4086225"/>
                <a:ext cx="1587" cy="9525"/>
              </a:xfrm>
              <a:custGeom>
                <a:avLst/>
                <a:gdLst>
                  <a:gd name="T0" fmla="*/ 0 w 1588"/>
                  <a:gd name="T1" fmla="*/ 0 h 6"/>
                  <a:gd name="T2" fmla="*/ 0 w 1588"/>
                  <a:gd name="T3" fmla="*/ 0 h 6"/>
                  <a:gd name="T4" fmla="*/ 0 w 1588"/>
                  <a:gd name="T5" fmla="*/ 9525 h 6"/>
                  <a:gd name="T6" fmla="*/ 0 w 1588"/>
                  <a:gd name="T7" fmla="*/ 9525 h 6"/>
                  <a:gd name="T8" fmla="*/ 0 w 1588"/>
                  <a:gd name="T9" fmla="*/ 9525 h 6"/>
                  <a:gd name="T10" fmla="*/ 0 w 1588"/>
                  <a:gd name="T11" fmla="*/ 0 h 6"/>
                  <a:gd name="T12" fmla="*/ 0 w 1588"/>
                  <a:gd name="T13" fmla="*/ 0 h 6"/>
                  <a:gd name="T14" fmla="*/ 0 60000 65536"/>
                  <a:gd name="T15" fmla="*/ 0 60000 65536"/>
                  <a:gd name="T16" fmla="*/ 0 60000 65536"/>
                  <a:gd name="T17" fmla="*/ 0 60000 65536"/>
                  <a:gd name="T18" fmla="*/ 0 60000 65536"/>
                  <a:gd name="T19" fmla="*/ 0 60000 65536"/>
                  <a:gd name="T20" fmla="*/ 0 60000 65536"/>
                  <a:gd name="T21" fmla="*/ 0 w 1588"/>
                  <a:gd name="T22" fmla="*/ 0 h 6"/>
                  <a:gd name="T23" fmla="*/ 1588 w 1588"/>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8" h="6">
                    <a:moveTo>
                      <a:pt x="0" y="0"/>
                    </a:moveTo>
                    <a:lnTo>
                      <a:pt x="0" y="0"/>
                    </a:lnTo>
                    <a:lnTo>
                      <a:pt x="0" y="6"/>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209" name="Freeform 369"/>
              <p:cNvSpPr>
                <a:spLocks/>
              </p:cNvSpPr>
              <p:nvPr/>
            </p:nvSpPr>
            <p:spPr bwMode="auto">
              <a:xfrm>
                <a:off x="3568700" y="4086225"/>
                <a:ext cx="1588" cy="9525"/>
              </a:xfrm>
              <a:custGeom>
                <a:avLst/>
                <a:gdLst>
                  <a:gd name="T0" fmla="*/ 0 w 1588"/>
                  <a:gd name="T1" fmla="*/ 0 h 6"/>
                  <a:gd name="T2" fmla="*/ 0 w 1588"/>
                  <a:gd name="T3" fmla="*/ 0 h 6"/>
                  <a:gd name="T4" fmla="*/ 0 w 1588"/>
                  <a:gd name="T5" fmla="*/ 9525 h 6"/>
                  <a:gd name="T6" fmla="*/ 0 w 1588"/>
                  <a:gd name="T7" fmla="*/ 9525 h 6"/>
                  <a:gd name="T8" fmla="*/ 0 w 1588"/>
                  <a:gd name="T9" fmla="*/ 9525 h 6"/>
                  <a:gd name="T10" fmla="*/ 0 w 1588"/>
                  <a:gd name="T11" fmla="*/ 0 h 6"/>
                  <a:gd name="T12" fmla="*/ 0 w 1588"/>
                  <a:gd name="T13" fmla="*/ 0 h 6"/>
                  <a:gd name="T14" fmla="*/ 0 60000 65536"/>
                  <a:gd name="T15" fmla="*/ 0 60000 65536"/>
                  <a:gd name="T16" fmla="*/ 0 60000 65536"/>
                  <a:gd name="T17" fmla="*/ 0 60000 65536"/>
                  <a:gd name="T18" fmla="*/ 0 60000 65536"/>
                  <a:gd name="T19" fmla="*/ 0 60000 65536"/>
                  <a:gd name="T20" fmla="*/ 0 60000 65536"/>
                  <a:gd name="T21" fmla="*/ 0 w 1588"/>
                  <a:gd name="T22" fmla="*/ 0 h 6"/>
                  <a:gd name="T23" fmla="*/ 1588 w 1588"/>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8" h="6">
                    <a:moveTo>
                      <a:pt x="0" y="0"/>
                    </a:moveTo>
                    <a:lnTo>
                      <a:pt x="0" y="0"/>
                    </a:lnTo>
                    <a:lnTo>
                      <a:pt x="0" y="6"/>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210" name="Freeform 370"/>
              <p:cNvSpPr>
                <a:spLocks/>
              </p:cNvSpPr>
              <p:nvPr/>
            </p:nvSpPr>
            <p:spPr bwMode="auto">
              <a:xfrm>
                <a:off x="3729038" y="4086225"/>
                <a:ext cx="1587" cy="9525"/>
              </a:xfrm>
              <a:custGeom>
                <a:avLst/>
                <a:gdLst>
                  <a:gd name="T0" fmla="*/ 0 w 1588"/>
                  <a:gd name="T1" fmla="*/ 0 h 6"/>
                  <a:gd name="T2" fmla="*/ 0 w 1588"/>
                  <a:gd name="T3" fmla="*/ 0 h 6"/>
                  <a:gd name="T4" fmla="*/ 0 w 1588"/>
                  <a:gd name="T5" fmla="*/ 9525 h 6"/>
                  <a:gd name="T6" fmla="*/ 0 w 1588"/>
                  <a:gd name="T7" fmla="*/ 9525 h 6"/>
                  <a:gd name="T8" fmla="*/ 0 w 1588"/>
                  <a:gd name="T9" fmla="*/ 9525 h 6"/>
                  <a:gd name="T10" fmla="*/ 0 w 1588"/>
                  <a:gd name="T11" fmla="*/ 0 h 6"/>
                  <a:gd name="T12" fmla="*/ 0 w 1588"/>
                  <a:gd name="T13" fmla="*/ 0 h 6"/>
                  <a:gd name="T14" fmla="*/ 0 60000 65536"/>
                  <a:gd name="T15" fmla="*/ 0 60000 65536"/>
                  <a:gd name="T16" fmla="*/ 0 60000 65536"/>
                  <a:gd name="T17" fmla="*/ 0 60000 65536"/>
                  <a:gd name="T18" fmla="*/ 0 60000 65536"/>
                  <a:gd name="T19" fmla="*/ 0 60000 65536"/>
                  <a:gd name="T20" fmla="*/ 0 60000 65536"/>
                  <a:gd name="T21" fmla="*/ 0 w 1588"/>
                  <a:gd name="T22" fmla="*/ 0 h 6"/>
                  <a:gd name="T23" fmla="*/ 1588 w 1588"/>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8" h="6">
                    <a:moveTo>
                      <a:pt x="0" y="0"/>
                    </a:moveTo>
                    <a:lnTo>
                      <a:pt x="0" y="0"/>
                    </a:lnTo>
                    <a:lnTo>
                      <a:pt x="0" y="6"/>
                    </a:lnTo>
                    <a:lnTo>
                      <a:pt x="0" y="0"/>
                    </a:lnTo>
                    <a:close/>
                  </a:path>
                </a:pathLst>
              </a:custGeom>
              <a:grpFill/>
              <a:ln w="9525">
                <a:noFill/>
                <a:round/>
                <a:headEnd/>
                <a:tailEnd/>
              </a:ln>
            </p:spPr>
            <p:txBody>
              <a:bodyPr/>
              <a:lstStyle/>
              <a:p>
                <a:pPr>
                  <a:defRPr/>
                </a:pPr>
                <a:endParaRPr lang="da-DK">
                  <a:latin typeface="Arial" pitchFamily="34" charset="0"/>
                </a:endParaRPr>
              </a:p>
            </p:txBody>
          </p:sp>
          <p:sp>
            <p:nvSpPr>
              <p:cNvPr id="211" name="Oval 371"/>
              <p:cNvSpPr>
                <a:spLocks noChangeArrowheads="1"/>
              </p:cNvSpPr>
              <p:nvPr/>
            </p:nvSpPr>
            <p:spPr bwMode="auto">
              <a:xfrm>
                <a:off x="3538538" y="4086225"/>
                <a:ext cx="1587" cy="9525"/>
              </a:xfrm>
              <a:prstGeom prst="ellipse">
                <a:avLst/>
              </a:prstGeom>
              <a:grpFill/>
              <a:ln w="9525">
                <a:noFill/>
                <a:round/>
                <a:headEnd/>
                <a:tailEnd/>
              </a:ln>
            </p:spPr>
            <p:txBody>
              <a:bodyPr/>
              <a:lstStyle/>
              <a:p>
                <a:pPr>
                  <a:defRPr/>
                </a:pPr>
                <a:endParaRPr lang="da-DK">
                  <a:latin typeface="Arial" pitchFamily="34" charset="0"/>
                </a:endParaRPr>
              </a:p>
            </p:txBody>
          </p:sp>
          <p:sp>
            <p:nvSpPr>
              <p:cNvPr id="212" name="Freeform 372"/>
              <p:cNvSpPr>
                <a:spLocks/>
              </p:cNvSpPr>
              <p:nvPr/>
            </p:nvSpPr>
            <p:spPr bwMode="auto">
              <a:xfrm>
                <a:off x="3729038" y="4095751"/>
                <a:ext cx="1587" cy="1588"/>
              </a:xfrm>
              <a:custGeom>
                <a:avLst/>
                <a:gdLst>
                  <a:gd name="T0" fmla="*/ 0 w 1588"/>
                  <a:gd name="T1" fmla="*/ 0 h 1588"/>
                  <a:gd name="T2" fmla="*/ 0 w 1588"/>
                  <a:gd name="T3" fmla="*/ 0 h 1588"/>
                  <a:gd name="T4" fmla="*/ 0 w 1588"/>
                  <a:gd name="T5" fmla="*/ 0 h 1588"/>
                  <a:gd name="T6" fmla="*/ 0 w 1588"/>
                  <a:gd name="T7" fmla="*/ 0 h 1588"/>
                  <a:gd name="T8" fmla="*/ 0 w 1588"/>
                  <a:gd name="T9" fmla="*/ 0 h 1588"/>
                  <a:gd name="T10" fmla="*/ 0 w 1588"/>
                  <a:gd name="T11" fmla="*/ 0 h 1588"/>
                  <a:gd name="T12" fmla="*/ 0 w 1588"/>
                  <a:gd name="T13" fmla="*/ 0 h 1588"/>
                  <a:gd name="T14" fmla="*/ 0 60000 65536"/>
                  <a:gd name="T15" fmla="*/ 0 60000 65536"/>
                  <a:gd name="T16" fmla="*/ 0 60000 65536"/>
                  <a:gd name="T17" fmla="*/ 0 60000 65536"/>
                  <a:gd name="T18" fmla="*/ 0 60000 65536"/>
                  <a:gd name="T19" fmla="*/ 0 60000 65536"/>
                  <a:gd name="T20" fmla="*/ 0 60000 65536"/>
                  <a:gd name="T21" fmla="*/ 0 w 1588"/>
                  <a:gd name="T22" fmla="*/ 0 h 1588"/>
                  <a:gd name="T23" fmla="*/ 1588 w 1588"/>
                  <a:gd name="T24" fmla="*/ 1588 h 15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8" h="1588">
                    <a:moveTo>
                      <a:pt x="0" y="0"/>
                    </a:moveTo>
                    <a:lnTo>
                      <a:pt x="0" y="0"/>
                    </a:lnTo>
                    <a:close/>
                  </a:path>
                </a:pathLst>
              </a:custGeom>
              <a:grpFill/>
              <a:ln w="9525">
                <a:noFill/>
                <a:round/>
                <a:headEnd/>
                <a:tailEnd/>
              </a:ln>
            </p:spPr>
            <p:txBody>
              <a:bodyPr/>
              <a:lstStyle/>
              <a:p>
                <a:pPr>
                  <a:defRPr/>
                </a:pPr>
                <a:endParaRPr lang="da-DK">
                  <a:latin typeface="Arial" pitchFamily="34" charset="0"/>
                </a:endParaRPr>
              </a:p>
            </p:txBody>
          </p:sp>
          <p:sp>
            <p:nvSpPr>
              <p:cNvPr id="213" name="Rectangle 373"/>
              <p:cNvSpPr>
                <a:spLocks noChangeArrowheads="1"/>
              </p:cNvSpPr>
              <p:nvPr/>
            </p:nvSpPr>
            <p:spPr bwMode="auto">
              <a:xfrm>
                <a:off x="3598863" y="4095751"/>
                <a:ext cx="1587" cy="1588"/>
              </a:xfrm>
              <a:prstGeom prst="rect">
                <a:avLst/>
              </a:prstGeom>
              <a:grpFill/>
              <a:ln w="9525">
                <a:noFill/>
                <a:miter lim="800000"/>
                <a:headEnd/>
                <a:tailEnd/>
              </a:ln>
            </p:spPr>
            <p:txBody>
              <a:bodyPr/>
              <a:lstStyle/>
              <a:p>
                <a:pPr>
                  <a:defRPr/>
                </a:pPr>
                <a:endParaRPr lang="da-DK">
                  <a:latin typeface="Arial" pitchFamily="34" charset="0"/>
                </a:endParaRPr>
              </a:p>
            </p:txBody>
          </p:sp>
          <p:sp>
            <p:nvSpPr>
              <p:cNvPr id="214" name="Freeform 380"/>
              <p:cNvSpPr>
                <a:spLocks/>
              </p:cNvSpPr>
              <p:nvPr/>
            </p:nvSpPr>
            <p:spPr bwMode="auto">
              <a:xfrm>
                <a:off x="4264025" y="3824288"/>
                <a:ext cx="261938" cy="331787"/>
              </a:xfrm>
              <a:custGeom>
                <a:avLst/>
                <a:gdLst>
                  <a:gd name="T0" fmla="*/ 141288 w 165"/>
                  <a:gd name="T1" fmla="*/ 9525 h 209"/>
                  <a:gd name="T2" fmla="*/ 141288 w 165"/>
                  <a:gd name="T3" fmla="*/ 9525 h 209"/>
                  <a:gd name="T4" fmla="*/ 100013 w 165"/>
                  <a:gd name="T5" fmla="*/ 0 h 209"/>
                  <a:gd name="T6" fmla="*/ 100013 w 165"/>
                  <a:gd name="T7" fmla="*/ 0 h 209"/>
                  <a:gd name="T8" fmla="*/ 90488 w 165"/>
                  <a:gd name="T9" fmla="*/ 9525 h 209"/>
                  <a:gd name="T10" fmla="*/ 80963 w 165"/>
                  <a:gd name="T11" fmla="*/ 20637 h 209"/>
                  <a:gd name="T12" fmla="*/ 80963 w 165"/>
                  <a:gd name="T13" fmla="*/ 20637 h 209"/>
                  <a:gd name="T14" fmla="*/ 50800 w 165"/>
                  <a:gd name="T15" fmla="*/ 60325 h 209"/>
                  <a:gd name="T16" fmla="*/ 39688 w 165"/>
                  <a:gd name="T17" fmla="*/ 111125 h 209"/>
                  <a:gd name="T18" fmla="*/ 39688 w 165"/>
                  <a:gd name="T19" fmla="*/ 111125 h 209"/>
                  <a:gd name="T20" fmla="*/ 39688 w 165"/>
                  <a:gd name="T21" fmla="*/ 160337 h 209"/>
                  <a:gd name="T22" fmla="*/ 30163 w 165"/>
                  <a:gd name="T23" fmla="*/ 211137 h 209"/>
                  <a:gd name="T24" fmla="*/ 30163 w 165"/>
                  <a:gd name="T25" fmla="*/ 211137 h 209"/>
                  <a:gd name="T26" fmla="*/ 9525 w 165"/>
                  <a:gd name="T27" fmla="*/ 252412 h 209"/>
                  <a:gd name="T28" fmla="*/ 0 w 165"/>
                  <a:gd name="T29" fmla="*/ 282575 h 209"/>
                  <a:gd name="T30" fmla="*/ 9525 w 165"/>
                  <a:gd name="T31" fmla="*/ 312737 h 209"/>
                  <a:gd name="T32" fmla="*/ 9525 w 165"/>
                  <a:gd name="T33" fmla="*/ 312737 h 209"/>
                  <a:gd name="T34" fmla="*/ 39688 w 165"/>
                  <a:gd name="T35" fmla="*/ 331787 h 209"/>
                  <a:gd name="T36" fmla="*/ 39688 w 165"/>
                  <a:gd name="T37" fmla="*/ 331787 h 209"/>
                  <a:gd name="T38" fmla="*/ 60325 w 165"/>
                  <a:gd name="T39" fmla="*/ 331787 h 209"/>
                  <a:gd name="T40" fmla="*/ 80963 w 165"/>
                  <a:gd name="T41" fmla="*/ 322262 h 209"/>
                  <a:gd name="T42" fmla="*/ 80963 w 165"/>
                  <a:gd name="T43" fmla="*/ 322262 h 209"/>
                  <a:gd name="T44" fmla="*/ 160338 w 165"/>
                  <a:gd name="T45" fmla="*/ 322262 h 209"/>
                  <a:gd name="T46" fmla="*/ 241300 w 165"/>
                  <a:gd name="T47" fmla="*/ 322262 h 209"/>
                  <a:gd name="T48" fmla="*/ 241300 w 165"/>
                  <a:gd name="T49" fmla="*/ 322262 h 209"/>
                  <a:gd name="T50" fmla="*/ 261938 w 165"/>
                  <a:gd name="T51" fmla="*/ 312737 h 209"/>
                  <a:gd name="T52" fmla="*/ 261938 w 165"/>
                  <a:gd name="T53" fmla="*/ 312737 h 209"/>
                  <a:gd name="T54" fmla="*/ 261938 w 165"/>
                  <a:gd name="T55" fmla="*/ 282575 h 209"/>
                  <a:gd name="T56" fmla="*/ 261938 w 165"/>
                  <a:gd name="T57" fmla="*/ 282575 h 209"/>
                  <a:gd name="T58" fmla="*/ 252413 w 165"/>
                  <a:gd name="T59" fmla="*/ 252412 h 209"/>
                  <a:gd name="T60" fmla="*/ 241300 w 165"/>
                  <a:gd name="T61" fmla="*/ 222250 h 209"/>
                  <a:gd name="T62" fmla="*/ 241300 w 165"/>
                  <a:gd name="T63" fmla="*/ 222250 h 209"/>
                  <a:gd name="T64" fmla="*/ 231775 w 165"/>
                  <a:gd name="T65" fmla="*/ 201612 h 209"/>
                  <a:gd name="T66" fmla="*/ 222250 w 165"/>
                  <a:gd name="T67" fmla="*/ 171450 h 209"/>
                  <a:gd name="T68" fmla="*/ 222250 w 165"/>
                  <a:gd name="T69" fmla="*/ 120650 h 209"/>
                  <a:gd name="T70" fmla="*/ 222250 w 165"/>
                  <a:gd name="T71" fmla="*/ 120650 h 209"/>
                  <a:gd name="T72" fmla="*/ 211138 w 165"/>
                  <a:gd name="T73" fmla="*/ 60325 h 209"/>
                  <a:gd name="T74" fmla="*/ 211138 w 165"/>
                  <a:gd name="T75" fmla="*/ 60325 h 209"/>
                  <a:gd name="T76" fmla="*/ 211138 w 165"/>
                  <a:gd name="T77" fmla="*/ 39687 h 209"/>
                  <a:gd name="T78" fmla="*/ 201613 w 165"/>
                  <a:gd name="T79" fmla="*/ 20637 h 209"/>
                  <a:gd name="T80" fmla="*/ 201613 w 165"/>
                  <a:gd name="T81" fmla="*/ 20637 h 209"/>
                  <a:gd name="T82" fmla="*/ 171450 w 165"/>
                  <a:gd name="T83" fmla="*/ 9525 h 209"/>
                  <a:gd name="T84" fmla="*/ 171450 w 165"/>
                  <a:gd name="T85" fmla="*/ 9525 h 209"/>
                  <a:gd name="T86" fmla="*/ 150813 w 165"/>
                  <a:gd name="T87" fmla="*/ 0 h 209"/>
                  <a:gd name="T88" fmla="*/ 141288 w 165"/>
                  <a:gd name="T89" fmla="*/ 0 h 209"/>
                  <a:gd name="T90" fmla="*/ 141288 w 165"/>
                  <a:gd name="T91" fmla="*/ 9525 h 20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65"/>
                  <a:gd name="T139" fmla="*/ 0 h 209"/>
                  <a:gd name="T140" fmla="*/ 165 w 165"/>
                  <a:gd name="T141" fmla="*/ 209 h 20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65" h="209">
                    <a:moveTo>
                      <a:pt x="89" y="6"/>
                    </a:moveTo>
                    <a:lnTo>
                      <a:pt x="89" y="6"/>
                    </a:lnTo>
                    <a:lnTo>
                      <a:pt x="63" y="0"/>
                    </a:lnTo>
                    <a:lnTo>
                      <a:pt x="57" y="6"/>
                    </a:lnTo>
                    <a:lnTo>
                      <a:pt x="51" y="13"/>
                    </a:lnTo>
                    <a:lnTo>
                      <a:pt x="32" y="38"/>
                    </a:lnTo>
                    <a:lnTo>
                      <a:pt x="25" y="70"/>
                    </a:lnTo>
                    <a:lnTo>
                      <a:pt x="25" y="101"/>
                    </a:lnTo>
                    <a:lnTo>
                      <a:pt x="19" y="133"/>
                    </a:lnTo>
                    <a:lnTo>
                      <a:pt x="6" y="159"/>
                    </a:lnTo>
                    <a:lnTo>
                      <a:pt x="0" y="178"/>
                    </a:lnTo>
                    <a:lnTo>
                      <a:pt x="6" y="197"/>
                    </a:lnTo>
                    <a:lnTo>
                      <a:pt x="25" y="209"/>
                    </a:lnTo>
                    <a:lnTo>
                      <a:pt x="38" y="209"/>
                    </a:lnTo>
                    <a:lnTo>
                      <a:pt x="51" y="203"/>
                    </a:lnTo>
                    <a:lnTo>
                      <a:pt x="101" y="203"/>
                    </a:lnTo>
                    <a:lnTo>
                      <a:pt x="152" y="203"/>
                    </a:lnTo>
                    <a:lnTo>
                      <a:pt x="165" y="197"/>
                    </a:lnTo>
                    <a:lnTo>
                      <a:pt x="165" y="178"/>
                    </a:lnTo>
                    <a:lnTo>
                      <a:pt x="159" y="159"/>
                    </a:lnTo>
                    <a:lnTo>
                      <a:pt x="152" y="140"/>
                    </a:lnTo>
                    <a:lnTo>
                      <a:pt x="146" y="127"/>
                    </a:lnTo>
                    <a:lnTo>
                      <a:pt x="140" y="108"/>
                    </a:lnTo>
                    <a:lnTo>
                      <a:pt x="140" y="76"/>
                    </a:lnTo>
                    <a:lnTo>
                      <a:pt x="133" y="38"/>
                    </a:lnTo>
                    <a:lnTo>
                      <a:pt x="133" y="25"/>
                    </a:lnTo>
                    <a:lnTo>
                      <a:pt x="127" y="13"/>
                    </a:lnTo>
                    <a:lnTo>
                      <a:pt x="108" y="6"/>
                    </a:lnTo>
                    <a:lnTo>
                      <a:pt x="95" y="0"/>
                    </a:lnTo>
                    <a:lnTo>
                      <a:pt x="89" y="0"/>
                    </a:lnTo>
                    <a:lnTo>
                      <a:pt x="89" y="6"/>
                    </a:lnTo>
                    <a:close/>
                  </a:path>
                </a:pathLst>
              </a:custGeom>
              <a:grpFill/>
              <a:ln w="9525">
                <a:noFill/>
                <a:round/>
                <a:headEnd/>
                <a:tailEnd/>
              </a:ln>
            </p:spPr>
            <p:txBody>
              <a:bodyPr/>
              <a:lstStyle/>
              <a:p>
                <a:pPr>
                  <a:defRPr/>
                </a:pPr>
                <a:endParaRPr lang="da-DK">
                  <a:latin typeface="Arial" pitchFamily="34" charset="0"/>
                </a:endParaRPr>
              </a:p>
            </p:txBody>
          </p:sp>
          <p:sp>
            <p:nvSpPr>
              <p:cNvPr id="215" name="Freeform 381"/>
              <p:cNvSpPr>
                <a:spLocks/>
              </p:cNvSpPr>
              <p:nvPr/>
            </p:nvSpPr>
            <p:spPr bwMode="auto">
              <a:xfrm>
                <a:off x="3295650" y="3733800"/>
                <a:ext cx="1392238" cy="2287588"/>
              </a:xfrm>
              <a:custGeom>
                <a:avLst/>
                <a:gdLst>
                  <a:gd name="T0" fmla="*/ 161925 w 877"/>
                  <a:gd name="T1" fmla="*/ 211138 h 1441"/>
                  <a:gd name="T2" fmla="*/ 242888 w 877"/>
                  <a:gd name="T3" fmla="*/ 90488 h 1441"/>
                  <a:gd name="T4" fmla="*/ 333375 w 877"/>
                  <a:gd name="T5" fmla="*/ 201613 h 1441"/>
                  <a:gd name="T6" fmla="*/ 342900 w 877"/>
                  <a:gd name="T7" fmla="*/ 271463 h 1441"/>
                  <a:gd name="T8" fmla="*/ 463550 w 877"/>
                  <a:gd name="T9" fmla="*/ 422275 h 1441"/>
                  <a:gd name="T10" fmla="*/ 685800 w 877"/>
                  <a:gd name="T11" fmla="*/ 292100 h 1441"/>
                  <a:gd name="T12" fmla="*/ 685800 w 877"/>
                  <a:gd name="T13" fmla="*/ 141288 h 1441"/>
                  <a:gd name="T14" fmla="*/ 736600 w 877"/>
                  <a:gd name="T15" fmla="*/ 19050 h 1441"/>
                  <a:gd name="T16" fmla="*/ 847725 w 877"/>
                  <a:gd name="T17" fmla="*/ 19050 h 1441"/>
                  <a:gd name="T18" fmla="*/ 887413 w 877"/>
                  <a:gd name="T19" fmla="*/ 171450 h 1441"/>
                  <a:gd name="T20" fmla="*/ 836613 w 877"/>
                  <a:gd name="T21" fmla="*/ 301625 h 1441"/>
                  <a:gd name="T22" fmla="*/ 1049338 w 877"/>
                  <a:gd name="T23" fmla="*/ 331788 h 1441"/>
                  <a:gd name="T24" fmla="*/ 1028700 w 877"/>
                  <a:gd name="T25" fmla="*/ 282575 h 1441"/>
                  <a:gd name="T26" fmla="*/ 1049338 w 877"/>
                  <a:gd name="T27" fmla="*/ 120650 h 1441"/>
                  <a:gd name="T28" fmla="*/ 1179513 w 877"/>
                  <a:gd name="T29" fmla="*/ 211138 h 1441"/>
                  <a:gd name="T30" fmla="*/ 1169988 w 877"/>
                  <a:gd name="T31" fmla="*/ 312738 h 1441"/>
                  <a:gd name="T32" fmla="*/ 1160463 w 877"/>
                  <a:gd name="T33" fmla="*/ 342900 h 1441"/>
                  <a:gd name="T34" fmla="*/ 1320800 w 877"/>
                  <a:gd name="T35" fmla="*/ 433388 h 1441"/>
                  <a:gd name="T36" fmla="*/ 1290638 w 877"/>
                  <a:gd name="T37" fmla="*/ 584200 h 1441"/>
                  <a:gd name="T38" fmla="*/ 1281113 w 877"/>
                  <a:gd name="T39" fmla="*/ 1411288 h 1441"/>
                  <a:gd name="T40" fmla="*/ 1270000 w 877"/>
                  <a:gd name="T41" fmla="*/ 1522413 h 1441"/>
                  <a:gd name="T42" fmla="*/ 1350963 w 877"/>
                  <a:gd name="T43" fmla="*/ 1944688 h 1441"/>
                  <a:gd name="T44" fmla="*/ 1239838 w 877"/>
                  <a:gd name="T45" fmla="*/ 1955801 h 1441"/>
                  <a:gd name="T46" fmla="*/ 1160463 w 877"/>
                  <a:gd name="T47" fmla="*/ 1874838 h 1441"/>
                  <a:gd name="T48" fmla="*/ 1160463 w 877"/>
                  <a:gd name="T49" fmla="*/ 1511300 h 1441"/>
                  <a:gd name="T50" fmla="*/ 1058863 w 877"/>
                  <a:gd name="T51" fmla="*/ 1077913 h 1441"/>
                  <a:gd name="T52" fmla="*/ 1068388 w 877"/>
                  <a:gd name="T53" fmla="*/ 1450975 h 1441"/>
                  <a:gd name="T54" fmla="*/ 1139825 w 877"/>
                  <a:gd name="T55" fmla="*/ 1814513 h 1441"/>
                  <a:gd name="T56" fmla="*/ 1089025 w 877"/>
                  <a:gd name="T57" fmla="*/ 1865313 h 1441"/>
                  <a:gd name="T58" fmla="*/ 989013 w 877"/>
                  <a:gd name="T59" fmla="*/ 1874838 h 1441"/>
                  <a:gd name="T60" fmla="*/ 977900 w 877"/>
                  <a:gd name="T61" fmla="*/ 1592263 h 1441"/>
                  <a:gd name="T62" fmla="*/ 908050 w 877"/>
                  <a:gd name="T63" fmla="*/ 1784351 h 1441"/>
                  <a:gd name="T64" fmla="*/ 817563 w 877"/>
                  <a:gd name="T65" fmla="*/ 2046288 h 1441"/>
                  <a:gd name="T66" fmla="*/ 787400 w 877"/>
                  <a:gd name="T67" fmla="*/ 1965326 h 1441"/>
                  <a:gd name="T68" fmla="*/ 787400 w 877"/>
                  <a:gd name="T69" fmla="*/ 1712913 h 1441"/>
                  <a:gd name="T70" fmla="*/ 766763 w 877"/>
                  <a:gd name="T71" fmla="*/ 1279525 h 1441"/>
                  <a:gd name="T72" fmla="*/ 715963 w 877"/>
                  <a:gd name="T73" fmla="*/ 1481138 h 1441"/>
                  <a:gd name="T74" fmla="*/ 695325 w 877"/>
                  <a:gd name="T75" fmla="*/ 2016126 h 1441"/>
                  <a:gd name="T76" fmla="*/ 685800 w 877"/>
                  <a:gd name="T77" fmla="*/ 2097088 h 1441"/>
                  <a:gd name="T78" fmla="*/ 646113 w 877"/>
                  <a:gd name="T79" fmla="*/ 2206626 h 1441"/>
                  <a:gd name="T80" fmla="*/ 514350 w 877"/>
                  <a:gd name="T81" fmla="*/ 2278063 h 1441"/>
                  <a:gd name="T82" fmla="*/ 554038 w 877"/>
                  <a:gd name="T83" fmla="*/ 1925638 h 1441"/>
                  <a:gd name="T84" fmla="*/ 554038 w 877"/>
                  <a:gd name="T85" fmla="*/ 1370013 h 1441"/>
                  <a:gd name="T86" fmla="*/ 544513 w 877"/>
                  <a:gd name="T87" fmla="*/ 1089025 h 1441"/>
                  <a:gd name="T88" fmla="*/ 463550 w 877"/>
                  <a:gd name="T89" fmla="*/ 1179513 h 1441"/>
                  <a:gd name="T90" fmla="*/ 523875 w 877"/>
                  <a:gd name="T91" fmla="*/ 1733551 h 1441"/>
                  <a:gd name="T92" fmla="*/ 514350 w 877"/>
                  <a:gd name="T93" fmla="*/ 2025651 h 1441"/>
                  <a:gd name="T94" fmla="*/ 423863 w 877"/>
                  <a:gd name="T95" fmla="*/ 2076451 h 1441"/>
                  <a:gd name="T96" fmla="*/ 403225 w 877"/>
                  <a:gd name="T97" fmla="*/ 1884363 h 1441"/>
                  <a:gd name="T98" fmla="*/ 292100 w 877"/>
                  <a:gd name="T99" fmla="*/ 1309688 h 1441"/>
                  <a:gd name="T100" fmla="*/ 292100 w 877"/>
                  <a:gd name="T101" fmla="*/ 1582738 h 1441"/>
                  <a:gd name="T102" fmla="*/ 303213 w 877"/>
                  <a:gd name="T103" fmla="*/ 1895476 h 1441"/>
                  <a:gd name="T104" fmla="*/ 212725 w 877"/>
                  <a:gd name="T105" fmla="*/ 1974851 h 1441"/>
                  <a:gd name="T106" fmla="*/ 171450 w 877"/>
                  <a:gd name="T107" fmla="*/ 1874838 h 1441"/>
                  <a:gd name="T108" fmla="*/ 141288 w 877"/>
                  <a:gd name="T109" fmla="*/ 1622425 h 1441"/>
                  <a:gd name="T110" fmla="*/ 11113 w 877"/>
                  <a:gd name="T111" fmla="*/ 1098550 h 1441"/>
                  <a:gd name="T112" fmla="*/ 50800 w 877"/>
                  <a:gd name="T113" fmla="*/ 533400 h 144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77"/>
                  <a:gd name="T172" fmla="*/ 0 h 1441"/>
                  <a:gd name="T173" fmla="*/ 877 w 877"/>
                  <a:gd name="T174" fmla="*/ 1441 h 144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77" h="1441">
                    <a:moveTo>
                      <a:pt x="57" y="279"/>
                    </a:moveTo>
                    <a:lnTo>
                      <a:pt x="127" y="247"/>
                    </a:lnTo>
                    <a:lnTo>
                      <a:pt x="134" y="222"/>
                    </a:lnTo>
                    <a:lnTo>
                      <a:pt x="121" y="216"/>
                    </a:lnTo>
                    <a:lnTo>
                      <a:pt x="108" y="184"/>
                    </a:lnTo>
                    <a:lnTo>
                      <a:pt x="102" y="133"/>
                    </a:lnTo>
                    <a:lnTo>
                      <a:pt x="102" y="101"/>
                    </a:lnTo>
                    <a:lnTo>
                      <a:pt x="108" y="89"/>
                    </a:lnTo>
                    <a:lnTo>
                      <a:pt x="121" y="70"/>
                    </a:lnTo>
                    <a:lnTo>
                      <a:pt x="134" y="63"/>
                    </a:lnTo>
                    <a:lnTo>
                      <a:pt x="153" y="57"/>
                    </a:lnTo>
                    <a:lnTo>
                      <a:pt x="172" y="70"/>
                    </a:lnTo>
                    <a:lnTo>
                      <a:pt x="197" y="89"/>
                    </a:lnTo>
                    <a:lnTo>
                      <a:pt x="203" y="101"/>
                    </a:lnTo>
                    <a:lnTo>
                      <a:pt x="210" y="127"/>
                    </a:lnTo>
                    <a:lnTo>
                      <a:pt x="216" y="127"/>
                    </a:lnTo>
                    <a:lnTo>
                      <a:pt x="216" y="133"/>
                    </a:lnTo>
                    <a:lnTo>
                      <a:pt x="216" y="146"/>
                    </a:lnTo>
                    <a:lnTo>
                      <a:pt x="216" y="165"/>
                    </a:lnTo>
                    <a:lnTo>
                      <a:pt x="216" y="171"/>
                    </a:lnTo>
                    <a:lnTo>
                      <a:pt x="210" y="165"/>
                    </a:lnTo>
                    <a:lnTo>
                      <a:pt x="210" y="197"/>
                    </a:lnTo>
                    <a:lnTo>
                      <a:pt x="216" y="216"/>
                    </a:lnTo>
                    <a:lnTo>
                      <a:pt x="222" y="228"/>
                    </a:lnTo>
                    <a:lnTo>
                      <a:pt x="248" y="247"/>
                    </a:lnTo>
                    <a:lnTo>
                      <a:pt x="292" y="266"/>
                    </a:lnTo>
                    <a:lnTo>
                      <a:pt x="343" y="235"/>
                    </a:lnTo>
                    <a:lnTo>
                      <a:pt x="381" y="216"/>
                    </a:lnTo>
                    <a:lnTo>
                      <a:pt x="419" y="209"/>
                    </a:lnTo>
                    <a:lnTo>
                      <a:pt x="426" y="190"/>
                    </a:lnTo>
                    <a:lnTo>
                      <a:pt x="432" y="184"/>
                    </a:lnTo>
                    <a:lnTo>
                      <a:pt x="432" y="133"/>
                    </a:lnTo>
                    <a:lnTo>
                      <a:pt x="426" y="114"/>
                    </a:lnTo>
                    <a:lnTo>
                      <a:pt x="419" y="95"/>
                    </a:lnTo>
                    <a:lnTo>
                      <a:pt x="426" y="89"/>
                    </a:lnTo>
                    <a:lnTo>
                      <a:pt x="432" y="89"/>
                    </a:lnTo>
                    <a:lnTo>
                      <a:pt x="438" y="57"/>
                    </a:lnTo>
                    <a:lnTo>
                      <a:pt x="445" y="31"/>
                    </a:lnTo>
                    <a:lnTo>
                      <a:pt x="451" y="19"/>
                    </a:lnTo>
                    <a:lnTo>
                      <a:pt x="464" y="12"/>
                    </a:lnTo>
                    <a:lnTo>
                      <a:pt x="470" y="12"/>
                    </a:lnTo>
                    <a:lnTo>
                      <a:pt x="489" y="6"/>
                    </a:lnTo>
                    <a:lnTo>
                      <a:pt x="508" y="0"/>
                    </a:lnTo>
                    <a:lnTo>
                      <a:pt x="521" y="6"/>
                    </a:lnTo>
                    <a:lnTo>
                      <a:pt x="534" y="12"/>
                    </a:lnTo>
                    <a:lnTo>
                      <a:pt x="546" y="25"/>
                    </a:lnTo>
                    <a:lnTo>
                      <a:pt x="559" y="44"/>
                    </a:lnTo>
                    <a:lnTo>
                      <a:pt x="559" y="57"/>
                    </a:lnTo>
                    <a:lnTo>
                      <a:pt x="559" y="70"/>
                    </a:lnTo>
                    <a:lnTo>
                      <a:pt x="559" y="108"/>
                    </a:lnTo>
                    <a:lnTo>
                      <a:pt x="559" y="127"/>
                    </a:lnTo>
                    <a:lnTo>
                      <a:pt x="553" y="146"/>
                    </a:lnTo>
                    <a:lnTo>
                      <a:pt x="546" y="152"/>
                    </a:lnTo>
                    <a:lnTo>
                      <a:pt x="527" y="190"/>
                    </a:lnTo>
                    <a:lnTo>
                      <a:pt x="521" y="222"/>
                    </a:lnTo>
                    <a:lnTo>
                      <a:pt x="527" y="241"/>
                    </a:lnTo>
                    <a:lnTo>
                      <a:pt x="584" y="260"/>
                    </a:lnTo>
                    <a:lnTo>
                      <a:pt x="635" y="254"/>
                    </a:lnTo>
                    <a:lnTo>
                      <a:pt x="661" y="222"/>
                    </a:lnTo>
                    <a:lnTo>
                      <a:pt x="661" y="209"/>
                    </a:lnTo>
                    <a:lnTo>
                      <a:pt x="654" y="203"/>
                    </a:lnTo>
                    <a:lnTo>
                      <a:pt x="642" y="209"/>
                    </a:lnTo>
                    <a:lnTo>
                      <a:pt x="648" y="190"/>
                    </a:lnTo>
                    <a:lnTo>
                      <a:pt x="648" y="178"/>
                    </a:lnTo>
                    <a:lnTo>
                      <a:pt x="642" y="165"/>
                    </a:lnTo>
                    <a:lnTo>
                      <a:pt x="642" y="152"/>
                    </a:lnTo>
                    <a:lnTo>
                      <a:pt x="642" y="133"/>
                    </a:lnTo>
                    <a:lnTo>
                      <a:pt x="642" y="108"/>
                    </a:lnTo>
                    <a:lnTo>
                      <a:pt x="661" y="76"/>
                    </a:lnTo>
                    <a:lnTo>
                      <a:pt x="667" y="63"/>
                    </a:lnTo>
                    <a:lnTo>
                      <a:pt x="686" y="63"/>
                    </a:lnTo>
                    <a:lnTo>
                      <a:pt x="699" y="63"/>
                    </a:lnTo>
                    <a:lnTo>
                      <a:pt x="724" y="70"/>
                    </a:lnTo>
                    <a:lnTo>
                      <a:pt x="743" y="101"/>
                    </a:lnTo>
                    <a:lnTo>
                      <a:pt x="743" y="133"/>
                    </a:lnTo>
                    <a:lnTo>
                      <a:pt x="743" y="146"/>
                    </a:lnTo>
                    <a:lnTo>
                      <a:pt x="743" y="158"/>
                    </a:lnTo>
                    <a:lnTo>
                      <a:pt x="737" y="171"/>
                    </a:lnTo>
                    <a:lnTo>
                      <a:pt x="737" y="197"/>
                    </a:lnTo>
                    <a:lnTo>
                      <a:pt x="731" y="197"/>
                    </a:lnTo>
                    <a:lnTo>
                      <a:pt x="724" y="197"/>
                    </a:lnTo>
                    <a:lnTo>
                      <a:pt x="724" y="209"/>
                    </a:lnTo>
                    <a:lnTo>
                      <a:pt x="731" y="216"/>
                    </a:lnTo>
                    <a:lnTo>
                      <a:pt x="756" y="235"/>
                    </a:lnTo>
                    <a:lnTo>
                      <a:pt x="800" y="235"/>
                    </a:lnTo>
                    <a:lnTo>
                      <a:pt x="819" y="247"/>
                    </a:lnTo>
                    <a:lnTo>
                      <a:pt x="832" y="260"/>
                    </a:lnTo>
                    <a:lnTo>
                      <a:pt x="832" y="273"/>
                    </a:lnTo>
                    <a:lnTo>
                      <a:pt x="832" y="279"/>
                    </a:lnTo>
                    <a:lnTo>
                      <a:pt x="832" y="292"/>
                    </a:lnTo>
                    <a:lnTo>
                      <a:pt x="819" y="324"/>
                    </a:lnTo>
                    <a:lnTo>
                      <a:pt x="813" y="368"/>
                    </a:lnTo>
                    <a:lnTo>
                      <a:pt x="800" y="406"/>
                    </a:lnTo>
                    <a:lnTo>
                      <a:pt x="788" y="444"/>
                    </a:lnTo>
                    <a:lnTo>
                      <a:pt x="826" y="597"/>
                    </a:lnTo>
                    <a:lnTo>
                      <a:pt x="794" y="609"/>
                    </a:lnTo>
                    <a:lnTo>
                      <a:pt x="807" y="889"/>
                    </a:lnTo>
                    <a:lnTo>
                      <a:pt x="807" y="895"/>
                    </a:lnTo>
                    <a:lnTo>
                      <a:pt x="807" y="901"/>
                    </a:lnTo>
                    <a:lnTo>
                      <a:pt x="807" y="914"/>
                    </a:lnTo>
                    <a:lnTo>
                      <a:pt x="800" y="940"/>
                    </a:lnTo>
                    <a:lnTo>
                      <a:pt x="800" y="959"/>
                    </a:lnTo>
                    <a:lnTo>
                      <a:pt x="800" y="1009"/>
                    </a:lnTo>
                    <a:lnTo>
                      <a:pt x="794" y="1048"/>
                    </a:lnTo>
                    <a:lnTo>
                      <a:pt x="800" y="1111"/>
                    </a:lnTo>
                    <a:lnTo>
                      <a:pt x="807" y="1187"/>
                    </a:lnTo>
                    <a:lnTo>
                      <a:pt x="826" y="1206"/>
                    </a:lnTo>
                    <a:lnTo>
                      <a:pt x="851" y="1225"/>
                    </a:lnTo>
                    <a:lnTo>
                      <a:pt x="870" y="1238"/>
                    </a:lnTo>
                    <a:lnTo>
                      <a:pt x="877" y="1251"/>
                    </a:lnTo>
                    <a:lnTo>
                      <a:pt x="794" y="1238"/>
                    </a:lnTo>
                    <a:lnTo>
                      <a:pt x="788" y="1238"/>
                    </a:lnTo>
                    <a:lnTo>
                      <a:pt x="781" y="1232"/>
                    </a:lnTo>
                    <a:lnTo>
                      <a:pt x="775" y="1219"/>
                    </a:lnTo>
                    <a:lnTo>
                      <a:pt x="762" y="1200"/>
                    </a:lnTo>
                    <a:lnTo>
                      <a:pt x="743" y="1187"/>
                    </a:lnTo>
                    <a:lnTo>
                      <a:pt x="737" y="1213"/>
                    </a:lnTo>
                    <a:lnTo>
                      <a:pt x="731" y="1213"/>
                    </a:lnTo>
                    <a:lnTo>
                      <a:pt x="731" y="1181"/>
                    </a:lnTo>
                    <a:lnTo>
                      <a:pt x="724" y="1175"/>
                    </a:lnTo>
                    <a:lnTo>
                      <a:pt x="724" y="1117"/>
                    </a:lnTo>
                    <a:lnTo>
                      <a:pt x="731" y="1073"/>
                    </a:lnTo>
                    <a:lnTo>
                      <a:pt x="731" y="990"/>
                    </a:lnTo>
                    <a:lnTo>
                      <a:pt x="731" y="971"/>
                    </a:lnTo>
                    <a:lnTo>
                      <a:pt x="731" y="952"/>
                    </a:lnTo>
                    <a:lnTo>
                      <a:pt x="718" y="921"/>
                    </a:lnTo>
                    <a:lnTo>
                      <a:pt x="718" y="876"/>
                    </a:lnTo>
                    <a:lnTo>
                      <a:pt x="711" y="800"/>
                    </a:lnTo>
                    <a:lnTo>
                      <a:pt x="692" y="724"/>
                    </a:lnTo>
                    <a:lnTo>
                      <a:pt x="673" y="673"/>
                    </a:lnTo>
                    <a:lnTo>
                      <a:pt x="667" y="679"/>
                    </a:lnTo>
                    <a:lnTo>
                      <a:pt x="667" y="705"/>
                    </a:lnTo>
                    <a:lnTo>
                      <a:pt x="667" y="774"/>
                    </a:lnTo>
                    <a:lnTo>
                      <a:pt x="667" y="844"/>
                    </a:lnTo>
                    <a:lnTo>
                      <a:pt x="667" y="870"/>
                    </a:lnTo>
                    <a:lnTo>
                      <a:pt x="673" y="889"/>
                    </a:lnTo>
                    <a:lnTo>
                      <a:pt x="673" y="914"/>
                    </a:lnTo>
                    <a:lnTo>
                      <a:pt x="680" y="952"/>
                    </a:lnTo>
                    <a:lnTo>
                      <a:pt x="686" y="990"/>
                    </a:lnTo>
                    <a:lnTo>
                      <a:pt x="699" y="1028"/>
                    </a:lnTo>
                    <a:lnTo>
                      <a:pt x="705" y="1060"/>
                    </a:lnTo>
                    <a:lnTo>
                      <a:pt x="718" y="1098"/>
                    </a:lnTo>
                    <a:lnTo>
                      <a:pt x="718" y="1143"/>
                    </a:lnTo>
                    <a:lnTo>
                      <a:pt x="711" y="1143"/>
                    </a:lnTo>
                    <a:lnTo>
                      <a:pt x="705" y="1168"/>
                    </a:lnTo>
                    <a:lnTo>
                      <a:pt x="699" y="1175"/>
                    </a:lnTo>
                    <a:lnTo>
                      <a:pt x="692" y="1149"/>
                    </a:lnTo>
                    <a:lnTo>
                      <a:pt x="686" y="1175"/>
                    </a:lnTo>
                    <a:lnTo>
                      <a:pt x="680" y="1181"/>
                    </a:lnTo>
                    <a:lnTo>
                      <a:pt x="673" y="1194"/>
                    </a:lnTo>
                    <a:lnTo>
                      <a:pt x="661" y="1200"/>
                    </a:lnTo>
                    <a:lnTo>
                      <a:pt x="610" y="1213"/>
                    </a:lnTo>
                    <a:lnTo>
                      <a:pt x="604" y="1200"/>
                    </a:lnTo>
                    <a:lnTo>
                      <a:pt x="623" y="1181"/>
                    </a:lnTo>
                    <a:lnTo>
                      <a:pt x="629" y="1162"/>
                    </a:lnTo>
                    <a:lnTo>
                      <a:pt x="642" y="1149"/>
                    </a:lnTo>
                    <a:lnTo>
                      <a:pt x="648" y="1124"/>
                    </a:lnTo>
                    <a:lnTo>
                      <a:pt x="635" y="1086"/>
                    </a:lnTo>
                    <a:lnTo>
                      <a:pt x="629" y="1048"/>
                    </a:lnTo>
                    <a:lnTo>
                      <a:pt x="616" y="1003"/>
                    </a:lnTo>
                    <a:lnTo>
                      <a:pt x="610" y="952"/>
                    </a:lnTo>
                    <a:lnTo>
                      <a:pt x="604" y="908"/>
                    </a:lnTo>
                    <a:lnTo>
                      <a:pt x="597" y="844"/>
                    </a:lnTo>
                    <a:lnTo>
                      <a:pt x="578" y="959"/>
                    </a:lnTo>
                    <a:lnTo>
                      <a:pt x="572" y="1022"/>
                    </a:lnTo>
                    <a:lnTo>
                      <a:pt x="572" y="1124"/>
                    </a:lnTo>
                    <a:lnTo>
                      <a:pt x="546" y="1200"/>
                    </a:lnTo>
                    <a:lnTo>
                      <a:pt x="559" y="1244"/>
                    </a:lnTo>
                    <a:lnTo>
                      <a:pt x="578" y="1263"/>
                    </a:lnTo>
                    <a:lnTo>
                      <a:pt x="578" y="1308"/>
                    </a:lnTo>
                    <a:lnTo>
                      <a:pt x="540" y="1314"/>
                    </a:lnTo>
                    <a:lnTo>
                      <a:pt x="515" y="1289"/>
                    </a:lnTo>
                    <a:lnTo>
                      <a:pt x="508" y="1282"/>
                    </a:lnTo>
                    <a:lnTo>
                      <a:pt x="502" y="1276"/>
                    </a:lnTo>
                    <a:lnTo>
                      <a:pt x="502" y="1257"/>
                    </a:lnTo>
                    <a:lnTo>
                      <a:pt x="496" y="1238"/>
                    </a:lnTo>
                    <a:lnTo>
                      <a:pt x="477" y="1225"/>
                    </a:lnTo>
                    <a:lnTo>
                      <a:pt x="477" y="1206"/>
                    </a:lnTo>
                    <a:lnTo>
                      <a:pt x="483" y="1181"/>
                    </a:lnTo>
                    <a:lnTo>
                      <a:pt x="483" y="1143"/>
                    </a:lnTo>
                    <a:lnTo>
                      <a:pt x="483" y="1117"/>
                    </a:lnTo>
                    <a:lnTo>
                      <a:pt x="496" y="1079"/>
                    </a:lnTo>
                    <a:lnTo>
                      <a:pt x="496" y="1022"/>
                    </a:lnTo>
                    <a:lnTo>
                      <a:pt x="496" y="952"/>
                    </a:lnTo>
                    <a:lnTo>
                      <a:pt x="489" y="895"/>
                    </a:lnTo>
                    <a:lnTo>
                      <a:pt x="489" y="844"/>
                    </a:lnTo>
                    <a:lnTo>
                      <a:pt x="483" y="819"/>
                    </a:lnTo>
                    <a:lnTo>
                      <a:pt x="483" y="806"/>
                    </a:lnTo>
                    <a:lnTo>
                      <a:pt x="477" y="819"/>
                    </a:lnTo>
                    <a:lnTo>
                      <a:pt x="457" y="889"/>
                    </a:lnTo>
                    <a:lnTo>
                      <a:pt x="451" y="927"/>
                    </a:lnTo>
                    <a:lnTo>
                      <a:pt x="451" y="933"/>
                    </a:lnTo>
                    <a:lnTo>
                      <a:pt x="451" y="1003"/>
                    </a:lnTo>
                    <a:lnTo>
                      <a:pt x="451" y="1086"/>
                    </a:lnTo>
                    <a:lnTo>
                      <a:pt x="451" y="1155"/>
                    </a:lnTo>
                    <a:lnTo>
                      <a:pt x="445" y="1238"/>
                    </a:lnTo>
                    <a:lnTo>
                      <a:pt x="438" y="1270"/>
                    </a:lnTo>
                    <a:lnTo>
                      <a:pt x="432" y="1282"/>
                    </a:lnTo>
                    <a:lnTo>
                      <a:pt x="426" y="1289"/>
                    </a:lnTo>
                    <a:lnTo>
                      <a:pt x="432" y="1295"/>
                    </a:lnTo>
                    <a:lnTo>
                      <a:pt x="432" y="1314"/>
                    </a:lnTo>
                    <a:lnTo>
                      <a:pt x="432" y="1321"/>
                    </a:lnTo>
                    <a:lnTo>
                      <a:pt x="432" y="1327"/>
                    </a:lnTo>
                    <a:lnTo>
                      <a:pt x="419" y="1352"/>
                    </a:lnTo>
                    <a:lnTo>
                      <a:pt x="407" y="1352"/>
                    </a:lnTo>
                    <a:lnTo>
                      <a:pt x="407" y="1378"/>
                    </a:lnTo>
                    <a:lnTo>
                      <a:pt x="407" y="1390"/>
                    </a:lnTo>
                    <a:lnTo>
                      <a:pt x="400" y="1403"/>
                    </a:lnTo>
                    <a:lnTo>
                      <a:pt x="394" y="1416"/>
                    </a:lnTo>
                    <a:lnTo>
                      <a:pt x="375" y="1435"/>
                    </a:lnTo>
                    <a:lnTo>
                      <a:pt x="369" y="1441"/>
                    </a:lnTo>
                    <a:lnTo>
                      <a:pt x="324" y="1435"/>
                    </a:lnTo>
                    <a:lnTo>
                      <a:pt x="324" y="1390"/>
                    </a:lnTo>
                    <a:lnTo>
                      <a:pt x="330" y="1378"/>
                    </a:lnTo>
                    <a:lnTo>
                      <a:pt x="349" y="1327"/>
                    </a:lnTo>
                    <a:lnTo>
                      <a:pt x="356" y="1308"/>
                    </a:lnTo>
                    <a:lnTo>
                      <a:pt x="349" y="1270"/>
                    </a:lnTo>
                    <a:lnTo>
                      <a:pt x="349" y="1213"/>
                    </a:lnTo>
                    <a:lnTo>
                      <a:pt x="343" y="1143"/>
                    </a:lnTo>
                    <a:lnTo>
                      <a:pt x="349" y="1079"/>
                    </a:lnTo>
                    <a:lnTo>
                      <a:pt x="349" y="1016"/>
                    </a:lnTo>
                    <a:lnTo>
                      <a:pt x="356" y="946"/>
                    </a:lnTo>
                    <a:lnTo>
                      <a:pt x="349" y="908"/>
                    </a:lnTo>
                    <a:lnTo>
                      <a:pt x="349" y="863"/>
                    </a:lnTo>
                    <a:lnTo>
                      <a:pt x="349" y="781"/>
                    </a:lnTo>
                    <a:lnTo>
                      <a:pt x="356" y="736"/>
                    </a:lnTo>
                    <a:lnTo>
                      <a:pt x="362" y="698"/>
                    </a:lnTo>
                    <a:lnTo>
                      <a:pt x="362" y="692"/>
                    </a:lnTo>
                    <a:lnTo>
                      <a:pt x="356" y="686"/>
                    </a:lnTo>
                    <a:lnTo>
                      <a:pt x="343" y="686"/>
                    </a:lnTo>
                    <a:lnTo>
                      <a:pt x="337" y="679"/>
                    </a:lnTo>
                    <a:lnTo>
                      <a:pt x="330" y="667"/>
                    </a:lnTo>
                    <a:lnTo>
                      <a:pt x="305" y="698"/>
                    </a:lnTo>
                    <a:lnTo>
                      <a:pt x="299" y="698"/>
                    </a:lnTo>
                    <a:lnTo>
                      <a:pt x="299" y="717"/>
                    </a:lnTo>
                    <a:lnTo>
                      <a:pt x="292" y="743"/>
                    </a:lnTo>
                    <a:lnTo>
                      <a:pt x="292" y="876"/>
                    </a:lnTo>
                    <a:lnTo>
                      <a:pt x="305" y="914"/>
                    </a:lnTo>
                    <a:lnTo>
                      <a:pt x="311" y="952"/>
                    </a:lnTo>
                    <a:lnTo>
                      <a:pt x="311" y="997"/>
                    </a:lnTo>
                    <a:lnTo>
                      <a:pt x="324" y="1048"/>
                    </a:lnTo>
                    <a:lnTo>
                      <a:pt x="330" y="1092"/>
                    </a:lnTo>
                    <a:lnTo>
                      <a:pt x="337" y="1149"/>
                    </a:lnTo>
                    <a:lnTo>
                      <a:pt x="330" y="1162"/>
                    </a:lnTo>
                    <a:lnTo>
                      <a:pt x="337" y="1181"/>
                    </a:lnTo>
                    <a:lnTo>
                      <a:pt x="324" y="1206"/>
                    </a:lnTo>
                    <a:lnTo>
                      <a:pt x="324" y="1276"/>
                    </a:lnTo>
                    <a:lnTo>
                      <a:pt x="324" y="1282"/>
                    </a:lnTo>
                    <a:lnTo>
                      <a:pt x="318" y="1295"/>
                    </a:lnTo>
                    <a:lnTo>
                      <a:pt x="305" y="1302"/>
                    </a:lnTo>
                    <a:lnTo>
                      <a:pt x="280" y="1308"/>
                    </a:lnTo>
                    <a:lnTo>
                      <a:pt x="267" y="1308"/>
                    </a:lnTo>
                    <a:lnTo>
                      <a:pt x="254" y="1302"/>
                    </a:lnTo>
                    <a:lnTo>
                      <a:pt x="248" y="1282"/>
                    </a:lnTo>
                    <a:lnTo>
                      <a:pt x="254" y="1257"/>
                    </a:lnTo>
                    <a:lnTo>
                      <a:pt x="261" y="1238"/>
                    </a:lnTo>
                    <a:lnTo>
                      <a:pt x="267" y="1213"/>
                    </a:lnTo>
                    <a:lnTo>
                      <a:pt x="254" y="1187"/>
                    </a:lnTo>
                    <a:lnTo>
                      <a:pt x="261" y="1168"/>
                    </a:lnTo>
                    <a:lnTo>
                      <a:pt x="242" y="1130"/>
                    </a:lnTo>
                    <a:lnTo>
                      <a:pt x="222" y="1041"/>
                    </a:lnTo>
                    <a:lnTo>
                      <a:pt x="203" y="940"/>
                    </a:lnTo>
                    <a:lnTo>
                      <a:pt x="191" y="876"/>
                    </a:lnTo>
                    <a:lnTo>
                      <a:pt x="184" y="825"/>
                    </a:lnTo>
                    <a:lnTo>
                      <a:pt x="172" y="838"/>
                    </a:lnTo>
                    <a:lnTo>
                      <a:pt x="172" y="882"/>
                    </a:lnTo>
                    <a:lnTo>
                      <a:pt x="172" y="908"/>
                    </a:lnTo>
                    <a:lnTo>
                      <a:pt x="178" y="933"/>
                    </a:lnTo>
                    <a:lnTo>
                      <a:pt x="178" y="959"/>
                    </a:lnTo>
                    <a:lnTo>
                      <a:pt x="184" y="997"/>
                    </a:lnTo>
                    <a:lnTo>
                      <a:pt x="184" y="1054"/>
                    </a:lnTo>
                    <a:lnTo>
                      <a:pt x="191" y="1098"/>
                    </a:lnTo>
                    <a:lnTo>
                      <a:pt x="197" y="1111"/>
                    </a:lnTo>
                    <a:lnTo>
                      <a:pt x="203" y="1136"/>
                    </a:lnTo>
                    <a:lnTo>
                      <a:pt x="191" y="1155"/>
                    </a:lnTo>
                    <a:lnTo>
                      <a:pt x="191" y="1194"/>
                    </a:lnTo>
                    <a:lnTo>
                      <a:pt x="172" y="1206"/>
                    </a:lnTo>
                    <a:lnTo>
                      <a:pt x="165" y="1200"/>
                    </a:lnTo>
                    <a:lnTo>
                      <a:pt x="146" y="1225"/>
                    </a:lnTo>
                    <a:lnTo>
                      <a:pt x="140" y="1238"/>
                    </a:lnTo>
                    <a:lnTo>
                      <a:pt x="134" y="1244"/>
                    </a:lnTo>
                    <a:lnTo>
                      <a:pt x="121" y="1251"/>
                    </a:lnTo>
                    <a:lnTo>
                      <a:pt x="102" y="1251"/>
                    </a:lnTo>
                    <a:lnTo>
                      <a:pt x="76" y="1238"/>
                    </a:lnTo>
                    <a:lnTo>
                      <a:pt x="70" y="1225"/>
                    </a:lnTo>
                    <a:lnTo>
                      <a:pt x="89" y="1206"/>
                    </a:lnTo>
                    <a:lnTo>
                      <a:pt x="108" y="1181"/>
                    </a:lnTo>
                    <a:lnTo>
                      <a:pt x="121" y="1162"/>
                    </a:lnTo>
                    <a:lnTo>
                      <a:pt x="121" y="1136"/>
                    </a:lnTo>
                    <a:lnTo>
                      <a:pt x="102" y="1124"/>
                    </a:lnTo>
                    <a:lnTo>
                      <a:pt x="102" y="1111"/>
                    </a:lnTo>
                    <a:lnTo>
                      <a:pt x="95" y="1060"/>
                    </a:lnTo>
                    <a:lnTo>
                      <a:pt x="89" y="1022"/>
                    </a:lnTo>
                    <a:lnTo>
                      <a:pt x="83" y="965"/>
                    </a:lnTo>
                    <a:lnTo>
                      <a:pt x="64" y="889"/>
                    </a:lnTo>
                    <a:lnTo>
                      <a:pt x="51" y="819"/>
                    </a:lnTo>
                    <a:lnTo>
                      <a:pt x="38" y="749"/>
                    </a:lnTo>
                    <a:lnTo>
                      <a:pt x="32" y="730"/>
                    </a:lnTo>
                    <a:lnTo>
                      <a:pt x="7" y="692"/>
                    </a:lnTo>
                    <a:lnTo>
                      <a:pt x="0" y="654"/>
                    </a:lnTo>
                    <a:lnTo>
                      <a:pt x="7" y="597"/>
                    </a:lnTo>
                    <a:lnTo>
                      <a:pt x="7" y="520"/>
                    </a:lnTo>
                    <a:lnTo>
                      <a:pt x="19" y="470"/>
                    </a:lnTo>
                    <a:lnTo>
                      <a:pt x="26" y="406"/>
                    </a:lnTo>
                    <a:lnTo>
                      <a:pt x="32" y="336"/>
                    </a:lnTo>
                    <a:lnTo>
                      <a:pt x="38" y="298"/>
                    </a:lnTo>
                    <a:lnTo>
                      <a:pt x="38" y="292"/>
                    </a:lnTo>
                    <a:lnTo>
                      <a:pt x="57" y="279"/>
                    </a:lnTo>
                    <a:close/>
                  </a:path>
                </a:pathLst>
              </a:custGeom>
              <a:grpFill/>
              <a:ln w="9525">
                <a:noFill/>
                <a:round/>
                <a:headEnd/>
                <a:tailEnd/>
              </a:ln>
            </p:spPr>
            <p:txBody>
              <a:bodyPr/>
              <a:lstStyle/>
              <a:p>
                <a:pPr>
                  <a:defRPr/>
                </a:pPr>
                <a:endParaRPr lang="da-DK">
                  <a:latin typeface="Arial" pitchFamily="34" charset="0"/>
                </a:endParaRPr>
              </a:p>
            </p:txBody>
          </p:sp>
        </p:grpSp>
        <p:sp>
          <p:nvSpPr>
            <p:cNvPr id="106" name="Freeform 382"/>
            <p:cNvSpPr>
              <a:spLocks/>
            </p:cNvSpPr>
            <p:nvPr/>
          </p:nvSpPr>
          <p:spPr bwMode="auto">
            <a:xfrm>
              <a:off x="506881" y="1006483"/>
              <a:ext cx="758653" cy="2064011"/>
            </a:xfrm>
            <a:custGeom>
              <a:avLst/>
              <a:gdLst>
                <a:gd name="T0" fmla="*/ 201612 w 133"/>
                <a:gd name="T1" fmla="*/ 0 h 362"/>
                <a:gd name="T2" fmla="*/ 211137 w 133"/>
                <a:gd name="T3" fmla="*/ 19050 h 362"/>
                <a:gd name="T4" fmla="*/ 211137 w 133"/>
                <a:gd name="T5" fmla="*/ 19050 h 362"/>
                <a:gd name="T6" fmla="*/ 161925 w 133"/>
                <a:gd name="T7" fmla="*/ 261938 h 362"/>
                <a:gd name="T8" fmla="*/ 131762 w 133"/>
                <a:gd name="T9" fmla="*/ 442913 h 362"/>
                <a:gd name="T10" fmla="*/ 131762 w 133"/>
                <a:gd name="T11" fmla="*/ 523875 h 362"/>
                <a:gd name="T12" fmla="*/ 141287 w 133"/>
                <a:gd name="T13" fmla="*/ 563563 h 362"/>
                <a:gd name="T14" fmla="*/ 141287 w 133"/>
                <a:gd name="T15" fmla="*/ 563563 h 362"/>
                <a:gd name="T16" fmla="*/ 90487 w 133"/>
                <a:gd name="T17" fmla="*/ 574675 h 362"/>
                <a:gd name="T18" fmla="*/ 39687 w 133"/>
                <a:gd name="T19" fmla="*/ 574675 h 362"/>
                <a:gd name="T20" fmla="*/ 0 w 133"/>
                <a:gd name="T21" fmla="*/ 563563 h 362"/>
                <a:gd name="T22" fmla="*/ 9525 w 133"/>
                <a:gd name="T23" fmla="*/ 482600 h 362"/>
                <a:gd name="T24" fmla="*/ 20637 w 133"/>
                <a:gd name="T25" fmla="*/ 473075 h 362"/>
                <a:gd name="T26" fmla="*/ 60325 w 133"/>
                <a:gd name="T27" fmla="*/ 503238 h 362"/>
                <a:gd name="T28" fmla="*/ 120650 w 133"/>
                <a:gd name="T29" fmla="*/ 463550 h 362"/>
                <a:gd name="T30" fmla="*/ 120650 w 133"/>
                <a:gd name="T31" fmla="*/ 463550 h 362"/>
                <a:gd name="T32" fmla="*/ 120650 w 133"/>
                <a:gd name="T33" fmla="*/ 361950 h 362"/>
                <a:gd name="T34" fmla="*/ 131762 w 133"/>
                <a:gd name="T35" fmla="*/ 261938 h 362"/>
                <a:gd name="T36" fmla="*/ 120650 w 133"/>
                <a:gd name="T37" fmla="*/ 171450 h 362"/>
                <a:gd name="T38" fmla="*/ 120650 w 133"/>
                <a:gd name="T39" fmla="*/ 100012 h 362"/>
                <a:gd name="T40" fmla="*/ 131762 w 133"/>
                <a:gd name="T41" fmla="*/ 69850 h 362"/>
                <a:gd name="T42" fmla="*/ 90487 w 133"/>
                <a:gd name="T43" fmla="*/ 69850 h 362"/>
                <a:gd name="T44" fmla="*/ 71437 w 133"/>
                <a:gd name="T45" fmla="*/ 90487 h 362"/>
                <a:gd name="T46" fmla="*/ 90487 w 133"/>
                <a:gd name="T47" fmla="*/ 109538 h 362"/>
                <a:gd name="T48" fmla="*/ 71437 w 133"/>
                <a:gd name="T49" fmla="*/ 231775 h 362"/>
                <a:gd name="T50" fmla="*/ 39687 w 133"/>
                <a:gd name="T51" fmla="*/ 342900 h 362"/>
                <a:gd name="T52" fmla="*/ 50800 w 133"/>
                <a:gd name="T53" fmla="*/ 261938 h 362"/>
                <a:gd name="T54" fmla="*/ 50800 w 133"/>
                <a:gd name="T55" fmla="*/ 160337 h 362"/>
                <a:gd name="T56" fmla="*/ 60325 w 133"/>
                <a:gd name="T57" fmla="*/ 100012 h 362"/>
                <a:gd name="T58" fmla="*/ 60325 w 133"/>
                <a:gd name="T59" fmla="*/ 49212 h 362"/>
                <a:gd name="T60" fmla="*/ 71437 w 133"/>
                <a:gd name="T61" fmla="*/ 39687 h 362"/>
                <a:gd name="T62" fmla="*/ 101600 w 133"/>
                <a:gd name="T63" fmla="*/ 60325 h 362"/>
                <a:gd name="T64" fmla="*/ 120650 w 133"/>
                <a:gd name="T65" fmla="*/ 60325 h 362"/>
                <a:gd name="T66" fmla="*/ 120650 w 133"/>
                <a:gd name="T67" fmla="*/ 60325 h 362"/>
                <a:gd name="T68" fmla="*/ 161925 w 133"/>
                <a:gd name="T69" fmla="*/ 30163 h 362"/>
                <a:gd name="T70" fmla="*/ 192087 w 133"/>
                <a:gd name="T71" fmla="*/ 9525 h 362"/>
                <a:gd name="T72" fmla="*/ 201612 w 133"/>
                <a:gd name="T73" fmla="*/ 0 h 362"/>
                <a:gd name="T74" fmla="*/ 201612 w 133"/>
                <a:gd name="T75" fmla="*/ 0 h 36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3"/>
                <a:gd name="T115" fmla="*/ 0 h 362"/>
                <a:gd name="T116" fmla="*/ 133 w 133"/>
                <a:gd name="T117" fmla="*/ 362 h 36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3" h="362">
                  <a:moveTo>
                    <a:pt x="127" y="0"/>
                  </a:moveTo>
                  <a:lnTo>
                    <a:pt x="133" y="12"/>
                  </a:lnTo>
                  <a:lnTo>
                    <a:pt x="102" y="165"/>
                  </a:lnTo>
                  <a:lnTo>
                    <a:pt x="83" y="279"/>
                  </a:lnTo>
                  <a:lnTo>
                    <a:pt x="83" y="330"/>
                  </a:lnTo>
                  <a:lnTo>
                    <a:pt x="89" y="355"/>
                  </a:lnTo>
                  <a:lnTo>
                    <a:pt x="57" y="362"/>
                  </a:lnTo>
                  <a:lnTo>
                    <a:pt x="25" y="362"/>
                  </a:lnTo>
                  <a:lnTo>
                    <a:pt x="0" y="355"/>
                  </a:lnTo>
                  <a:lnTo>
                    <a:pt x="6" y="304"/>
                  </a:lnTo>
                  <a:lnTo>
                    <a:pt x="13" y="298"/>
                  </a:lnTo>
                  <a:lnTo>
                    <a:pt x="38" y="317"/>
                  </a:lnTo>
                  <a:lnTo>
                    <a:pt x="76" y="292"/>
                  </a:lnTo>
                  <a:lnTo>
                    <a:pt x="76" y="228"/>
                  </a:lnTo>
                  <a:lnTo>
                    <a:pt x="83" y="165"/>
                  </a:lnTo>
                  <a:lnTo>
                    <a:pt x="76" y="108"/>
                  </a:lnTo>
                  <a:lnTo>
                    <a:pt x="76" y="63"/>
                  </a:lnTo>
                  <a:lnTo>
                    <a:pt x="83" y="44"/>
                  </a:lnTo>
                  <a:lnTo>
                    <a:pt x="57" y="44"/>
                  </a:lnTo>
                  <a:lnTo>
                    <a:pt x="45" y="57"/>
                  </a:lnTo>
                  <a:lnTo>
                    <a:pt x="57" y="69"/>
                  </a:lnTo>
                  <a:lnTo>
                    <a:pt x="45" y="146"/>
                  </a:lnTo>
                  <a:lnTo>
                    <a:pt x="25" y="216"/>
                  </a:lnTo>
                  <a:lnTo>
                    <a:pt x="32" y="165"/>
                  </a:lnTo>
                  <a:lnTo>
                    <a:pt x="32" y="101"/>
                  </a:lnTo>
                  <a:lnTo>
                    <a:pt x="38" y="63"/>
                  </a:lnTo>
                  <a:lnTo>
                    <a:pt x="38" y="31"/>
                  </a:lnTo>
                  <a:lnTo>
                    <a:pt x="45" y="25"/>
                  </a:lnTo>
                  <a:lnTo>
                    <a:pt x="64" y="38"/>
                  </a:lnTo>
                  <a:lnTo>
                    <a:pt x="76" y="38"/>
                  </a:lnTo>
                  <a:lnTo>
                    <a:pt x="102" y="19"/>
                  </a:lnTo>
                  <a:lnTo>
                    <a:pt x="121" y="6"/>
                  </a:lnTo>
                  <a:lnTo>
                    <a:pt x="127" y="0"/>
                  </a:lnTo>
                  <a:close/>
                </a:path>
              </a:pathLst>
            </a:custGeom>
            <a:solidFill>
              <a:srgbClr val="FFFFFF"/>
            </a:solidFill>
            <a:ln w="9525">
              <a:noFill/>
              <a:round/>
              <a:headEnd/>
              <a:tailEnd/>
            </a:ln>
          </p:spPr>
          <p:txBody>
            <a:bodyPr/>
            <a:lstStyle/>
            <a:p>
              <a:endParaRPr lang="da-DK"/>
            </a:p>
          </p:txBody>
        </p:sp>
        <p:sp>
          <p:nvSpPr>
            <p:cNvPr id="107" name="Freeform 383"/>
            <p:cNvSpPr>
              <a:spLocks/>
            </p:cNvSpPr>
            <p:nvPr/>
          </p:nvSpPr>
          <p:spPr bwMode="auto">
            <a:xfrm>
              <a:off x="2605279" y="1148606"/>
              <a:ext cx="474562" cy="1699015"/>
            </a:xfrm>
            <a:custGeom>
              <a:avLst/>
              <a:gdLst>
                <a:gd name="T0" fmla="*/ 20637 w 83"/>
                <a:gd name="T1" fmla="*/ 0 h 298"/>
                <a:gd name="T2" fmla="*/ 50800 w 83"/>
                <a:gd name="T3" fmla="*/ 9525 h 298"/>
                <a:gd name="T4" fmla="*/ 71437 w 83"/>
                <a:gd name="T5" fmla="*/ 39687 h 298"/>
                <a:gd name="T6" fmla="*/ 61912 w 83"/>
                <a:gd name="T7" fmla="*/ 69850 h 298"/>
                <a:gd name="T8" fmla="*/ 101600 w 83"/>
                <a:gd name="T9" fmla="*/ 150812 h 298"/>
                <a:gd name="T10" fmla="*/ 101600 w 83"/>
                <a:gd name="T11" fmla="*/ 150812 h 298"/>
                <a:gd name="T12" fmla="*/ 101600 w 83"/>
                <a:gd name="T13" fmla="*/ 180975 h 298"/>
                <a:gd name="T14" fmla="*/ 111125 w 83"/>
                <a:gd name="T15" fmla="*/ 231775 h 298"/>
                <a:gd name="T16" fmla="*/ 111125 w 83"/>
                <a:gd name="T17" fmla="*/ 231775 h 298"/>
                <a:gd name="T18" fmla="*/ 131762 w 83"/>
                <a:gd name="T19" fmla="*/ 382587 h 298"/>
                <a:gd name="T20" fmla="*/ 131762 w 83"/>
                <a:gd name="T21" fmla="*/ 423863 h 298"/>
                <a:gd name="T22" fmla="*/ 92075 w 83"/>
                <a:gd name="T23" fmla="*/ 473075 h 298"/>
                <a:gd name="T24" fmla="*/ 31750 w 83"/>
                <a:gd name="T25" fmla="*/ 433388 h 298"/>
                <a:gd name="T26" fmla="*/ 11112 w 83"/>
                <a:gd name="T27" fmla="*/ 211138 h 298"/>
                <a:gd name="T28" fmla="*/ 11112 w 83"/>
                <a:gd name="T29" fmla="*/ 111125 h 298"/>
                <a:gd name="T30" fmla="*/ 31750 w 83"/>
                <a:gd name="T31" fmla="*/ 60325 h 298"/>
                <a:gd name="T32" fmla="*/ 0 w 83"/>
                <a:gd name="T33" fmla="*/ 30162 h 298"/>
                <a:gd name="T34" fmla="*/ 20637 w 83"/>
                <a:gd name="T35" fmla="*/ 0 h 29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3"/>
                <a:gd name="T55" fmla="*/ 0 h 298"/>
                <a:gd name="T56" fmla="*/ 83 w 83"/>
                <a:gd name="T57" fmla="*/ 298 h 29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3" h="298">
                  <a:moveTo>
                    <a:pt x="13" y="0"/>
                  </a:moveTo>
                  <a:lnTo>
                    <a:pt x="32" y="6"/>
                  </a:lnTo>
                  <a:lnTo>
                    <a:pt x="45" y="25"/>
                  </a:lnTo>
                  <a:lnTo>
                    <a:pt x="39" y="44"/>
                  </a:lnTo>
                  <a:lnTo>
                    <a:pt x="64" y="95"/>
                  </a:lnTo>
                  <a:lnTo>
                    <a:pt x="64" y="114"/>
                  </a:lnTo>
                  <a:lnTo>
                    <a:pt x="70" y="146"/>
                  </a:lnTo>
                  <a:lnTo>
                    <a:pt x="83" y="241"/>
                  </a:lnTo>
                  <a:lnTo>
                    <a:pt x="83" y="267"/>
                  </a:lnTo>
                  <a:lnTo>
                    <a:pt x="58" y="298"/>
                  </a:lnTo>
                  <a:lnTo>
                    <a:pt x="20" y="273"/>
                  </a:lnTo>
                  <a:lnTo>
                    <a:pt x="7" y="133"/>
                  </a:lnTo>
                  <a:lnTo>
                    <a:pt x="7" y="70"/>
                  </a:lnTo>
                  <a:lnTo>
                    <a:pt x="20" y="38"/>
                  </a:lnTo>
                  <a:lnTo>
                    <a:pt x="0" y="19"/>
                  </a:lnTo>
                  <a:lnTo>
                    <a:pt x="13" y="0"/>
                  </a:lnTo>
                  <a:close/>
                </a:path>
              </a:pathLst>
            </a:custGeom>
            <a:solidFill>
              <a:srgbClr val="FFFFFF"/>
            </a:solidFill>
            <a:ln w="9525">
              <a:noFill/>
              <a:round/>
              <a:headEnd/>
              <a:tailEnd/>
            </a:ln>
          </p:spPr>
          <p:txBody>
            <a:bodyPr/>
            <a:lstStyle/>
            <a:p>
              <a:endParaRPr lang="da-DK"/>
            </a:p>
          </p:txBody>
        </p:sp>
        <p:sp>
          <p:nvSpPr>
            <p:cNvPr id="108" name="Freeform 384"/>
            <p:cNvSpPr>
              <a:spLocks/>
            </p:cNvSpPr>
            <p:nvPr/>
          </p:nvSpPr>
          <p:spPr bwMode="auto">
            <a:xfrm>
              <a:off x="3696446" y="1038783"/>
              <a:ext cx="471332" cy="649242"/>
            </a:xfrm>
            <a:custGeom>
              <a:avLst/>
              <a:gdLst>
                <a:gd name="T0" fmla="*/ 39688 w 83"/>
                <a:gd name="T1" fmla="*/ 180975 h 114"/>
                <a:gd name="T2" fmla="*/ 30163 w 83"/>
                <a:gd name="T3" fmla="*/ 180975 h 114"/>
                <a:gd name="T4" fmla="*/ 20638 w 83"/>
                <a:gd name="T5" fmla="*/ 120650 h 114"/>
                <a:gd name="T6" fmla="*/ 0 w 83"/>
                <a:gd name="T7" fmla="*/ 90488 h 114"/>
                <a:gd name="T8" fmla="*/ 9525 w 83"/>
                <a:gd name="T9" fmla="*/ 50800 h 114"/>
                <a:gd name="T10" fmla="*/ 20638 w 83"/>
                <a:gd name="T11" fmla="*/ 20638 h 114"/>
                <a:gd name="T12" fmla="*/ 39688 w 83"/>
                <a:gd name="T13" fmla="*/ 50800 h 114"/>
                <a:gd name="T14" fmla="*/ 69850 w 83"/>
                <a:gd name="T15" fmla="*/ 50800 h 114"/>
                <a:gd name="T16" fmla="*/ 111125 w 83"/>
                <a:gd name="T17" fmla="*/ 30163 h 114"/>
                <a:gd name="T18" fmla="*/ 131763 w 83"/>
                <a:gd name="T19" fmla="*/ 0 h 114"/>
                <a:gd name="T20" fmla="*/ 131763 w 83"/>
                <a:gd name="T21" fmla="*/ 50800 h 114"/>
                <a:gd name="T22" fmla="*/ 90488 w 83"/>
                <a:gd name="T23" fmla="*/ 90488 h 114"/>
                <a:gd name="T24" fmla="*/ 69850 w 83"/>
                <a:gd name="T25" fmla="*/ 120650 h 114"/>
                <a:gd name="T26" fmla="*/ 39688 w 83"/>
                <a:gd name="T27" fmla="*/ 180975 h 1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3"/>
                <a:gd name="T43" fmla="*/ 0 h 114"/>
                <a:gd name="T44" fmla="*/ 83 w 83"/>
                <a:gd name="T45" fmla="*/ 114 h 1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3" h="114">
                  <a:moveTo>
                    <a:pt x="25" y="114"/>
                  </a:moveTo>
                  <a:lnTo>
                    <a:pt x="19" y="114"/>
                  </a:lnTo>
                  <a:lnTo>
                    <a:pt x="13" y="76"/>
                  </a:lnTo>
                  <a:lnTo>
                    <a:pt x="0" y="57"/>
                  </a:lnTo>
                  <a:lnTo>
                    <a:pt x="6" y="32"/>
                  </a:lnTo>
                  <a:lnTo>
                    <a:pt x="13" y="13"/>
                  </a:lnTo>
                  <a:lnTo>
                    <a:pt x="25" y="32"/>
                  </a:lnTo>
                  <a:lnTo>
                    <a:pt x="44" y="32"/>
                  </a:lnTo>
                  <a:lnTo>
                    <a:pt x="70" y="19"/>
                  </a:lnTo>
                  <a:lnTo>
                    <a:pt x="83" y="0"/>
                  </a:lnTo>
                  <a:lnTo>
                    <a:pt x="83" y="32"/>
                  </a:lnTo>
                  <a:lnTo>
                    <a:pt x="57" y="57"/>
                  </a:lnTo>
                  <a:lnTo>
                    <a:pt x="44" y="76"/>
                  </a:lnTo>
                  <a:lnTo>
                    <a:pt x="25" y="114"/>
                  </a:lnTo>
                  <a:close/>
                </a:path>
              </a:pathLst>
            </a:custGeom>
            <a:solidFill>
              <a:srgbClr val="FFFFFF"/>
            </a:solidFill>
            <a:ln w="9525">
              <a:noFill/>
              <a:round/>
              <a:headEnd/>
              <a:tailEnd/>
            </a:ln>
          </p:spPr>
          <p:txBody>
            <a:bodyPr/>
            <a:lstStyle/>
            <a:p>
              <a:endParaRPr lang="da-DK"/>
            </a:p>
          </p:txBody>
        </p:sp>
      </p:grpSp>
      <p:sp>
        <p:nvSpPr>
          <p:cNvPr id="13320" name="Tekstboks 3"/>
          <p:cNvSpPr txBox="1">
            <a:spLocks noChangeArrowheads="1"/>
          </p:cNvSpPr>
          <p:nvPr/>
        </p:nvSpPr>
        <p:spPr bwMode="auto">
          <a:xfrm>
            <a:off x="0" y="762000"/>
            <a:ext cx="8991600" cy="1446550"/>
          </a:xfrm>
          <a:prstGeom prst="rect">
            <a:avLst/>
          </a:prstGeom>
          <a:noFill/>
          <a:ln w="9525">
            <a:noFill/>
            <a:miter lim="800000"/>
            <a:headEnd/>
            <a:tailEnd/>
          </a:ln>
        </p:spPr>
        <p:txBody>
          <a:bodyPr wrap="square">
            <a:spAutoFit/>
          </a:bodyPr>
          <a:lstStyle/>
          <a:p>
            <a:r>
              <a:rPr lang="da-DK" sz="4400" b="1" cap="small" dirty="0" smtClean="0">
                <a:latin typeface="Calibri" pitchFamily="-65" charset="0"/>
              </a:rPr>
              <a:t>The Unique World of </a:t>
            </a:r>
          </a:p>
          <a:p>
            <a:r>
              <a:rPr lang="da-DK" sz="4400" b="1" cap="small" dirty="0" smtClean="0">
                <a:latin typeface="Calibri" pitchFamily="-65" charset="0"/>
              </a:rPr>
              <a:t>Workers’ Compensation</a:t>
            </a:r>
            <a:endParaRPr lang="da-DK" sz="4400" cap="small" dirty="0">
              <a:latin typeface="Calibri" pitchFamily="-65" charset="0"/>
            </a:endParaRPr>
          </a:p>
        </p:txBody>
      </p:sp>
      <p:sp>
        <p:nvSpPr>
          <p:cNvPr id="216" name="TextBox 215"/>
          <p:cNvSpPr txBox="1"/>
          <p:nvPr/>
        </p:nvSpPr>
        <p:spPr>
          <a:xfrm>
            <a:off x="0" y="5715000"/>
            <a:ext cx="3535648" cy="954107"/>
          </a:xfrm>
          <a:prstGeom prst="rect">
            <a:avLst/>
          </a:prstGeom>
          <a:noFill/>
        </p:spPr>
        <p:txBody>
          <a:bodyPr wrap="none" rtlCol="0">
            <a:spAutoFit/>
          </a:bodyPr>
          <a:lstStyle/>
          <a:p>
            <a:r>
              <a:rPr lang="en-US" sz="2800" cap="small" dirty="0" smtClean="0">
                <a:latin typeface="Calibri" pitchFamily="34" charset="0"/>
              </a:rPr>
              <a:t>The Hanford Experience</a:t>
            </a:r>
          </a:p>
          <a:p>
            <a:r>
              <a:rPr lang="en-US" sz="2800" cap="small" dirty="0" smtClean="0">
                <a:latin typeface="Calibri" pitchFamily="34" charset="0"/>
              </a:rPr>
              <a:t>2010</a:t>
            </a:r>
            <a:endParaRPr lang="en-US" sz="2800" cap="small" dirty="0">
              <a:latin typeface="Calibri"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smtClean="0"/>
              <a:t>RCW &amp; WAC</a:t>
            </a:r>
            <a:endParaRPr lang="en-US" b="1" dirty="0"/>
          </a:p>
        </p:txBody>
      </p:sp>
      <p:sp>
        <p:nvSpPr>
          <p:cNvPr id="6" name="Content Placeholder 5"/>
          <p:cNvSpPr>
            <a:spLocks noGrp="1"/>
          </p:cNvSpPr>
          <p:nvPr>
            <p:ph idx="1"/>
          </p:nvPr>
        </p:nvSpPr>
        <p:spPr/>
        <p:txBody>
          <a:bodyPr/>
          <a:lstStyle/>
          <a:p>
            <a:pPr>
              <a:buNone/>
            </a:pPr>
            <a:r>
              <a:rPr lang="en-US" dirty="0" smtClean="0"/>
              <a:t>All workers’ compensation claims filed in Washington State are handled utilizing the same guidelines</a:t>
            </a:r>
          </a:p>
          <a:p>
            <a:pPr>
              <a:buFont typeface="Wingdings" pitchFamily="2" charset="2"/>
              <a:buChar char="q"/>
            </a:pPr>
            <a:r>
              <a:rPr lang="en-US" dirty="0" smtClean="0"/>
              <a:t>  RCW Title 51  -  Revised Code of Washington</a:t>
            </a:r>
          </a:p>
          <a:p>
            <a:pPr>
              <a:buFont typeface="Wingdings" pitchFamily="2" charset="2"/>
              <a:buChar char="q"/>
            </a:pPr>
            <a:r>
              <a:rPr lang="en-US" dirty="0" smtClean="0"/>
              <a:t>  WAC  -  Washington Administrative Codes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solidFill>
            <a:schemeClr val="bg1"/>
          </a:solidFill>
        </p:spPr>
        <p:txBody>
          <a:bodyPr/>
          <a:lstStyle/>
          <a:p>
            <a:r>
              <a:rPr lang="en-US" dirty="0" smtClean="0">
                <a:latin typeface="Arial Black" pitchFamily="34" charset="0"/>
              </a:rPr>
              <a:t>NO FAULT</a:t>
            </a:r>
            <a:endParaRPr lang="en-US" dirty="0">
              <a:latin typeface="Arial Black" pitchFamily="34" charset="0"/>
            </a:endParaRPr>
          </a:p>
        </p:txBody>
      </p:sp>
      <p:sp>
        <p:nvSpPr>
          <p:cNvPr id="3" name="Subtitle 2"/>
          <p:cNvSpPr>
            <a:spLocks noGrp="1"/>
          </p:cNvSpPr>
          <p:nvPr>
            <p:ph type="subTitle" idx="1"/>
          </p:nvPr>
        </p:nvSpPr>
        <p:spPr/>
        <p:txBody>
          <a:bodyPr/>
          <a:lstStyle/>
          <a:p>
            <a:r>
              <a:rPr lang="en-US" dirty="0" smtClean="0">
                <a:solidFill>
                  <a:schemeClr val="tx1"/>
                </a:solidFill>
              </a:rPr>
              <a:t>Washington’s industrial insurance program is a “No Fault” system</a:t>
            </a:r>
            <a:endParaRPr lang="en-US" dirty="0">
              <a:solidFill>
                <a:schemeClr val="tx1"/>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itchFamily="34" charset="0"/>
              </a:rPr>
              <a:t>Course of Employment</a:t>
            </a:r>
            <a:endParaRPr lang="en-US" dirty="0">
              <a:latin typeface="Arial Black" pitchFamily="34" charset="0"/>
            </a:endParaRPr>
          </a:p>
        </p:txBody>
      </p:sp>
      <p:sp>
        <p:nvSpPr>
          <p:cNvPr id="3" name="Content Placeholder 2"/>
          <p:cNvSpPr>
            <a:spLocks noGrp="1"/>
          </p:cNvSpPr>
          <p:nvPr>
            <p:ph idx="1"/>
          </p:nvPr>
        </p:nvSpPr>
        <p:spPr/>
        <p:txBody>
          <a:bodyPr/>
          <a:lstStyle/>
          <a:p>
            <a:pPr>
              <a:buNone/>
            </a:pPr>
            <a:r>
              <a:rPr lang="en-US" dirty="0" smtClean="0"/>
              <a:t>For an injury claim, the worker does not have to be doing his/her actual job in order to be covered</a:t>
            </a:r>
          </a:p>
          <a:p>
            <a:pPr>
              <a:buNone/>
            </a:pPr>
            <a:endParaRPr lang="en-US" dirty="0"/>
          </a:p>
          <a:p>
            <a:pPr>
              <a:buNone/>
            </a:pPr>
            <a:r>
              <a:rPr lang="en-US" dirty="0" smtClean="0"/>
              <a:t>The worker is usually covered:</a:t>
            </a:r>
          </a:p>
          <a:p>
            <a:pPr>
              <a:buFont typeface="Wingdings" pitchFamily="2" charset="2"/>
              <a:buChar char="q"/>
            </a:pPr>
            <a:r>
              <a:rPr lang="en-US" dirty="0"/>
              <a:t> </a:t>
            </a:r>
            <a:r>
              <a:rPr lang="en-US" dirty="0" smtClean="0"/>
              <a:t>while acting at the employer’s direction</a:t>
            </a:r>
          </a:p>
          <a:p>
            <a:pPr>
              <a:buFont typeface="Wingdings" pitchFamily="2" charset="2"/>
              <a:buChar char="q"/>
            </a:pPr>
            <a:r>
              <a:rPr lang="en-US" dirty="0"/>
              <a:t> </a:t>
            </a:r>
            <a:r>
              <a:rPr lang="en-US" dirty="0" smtClean="0"/>
              <a:t>furthering the employer’s business</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itchFamily="34" charset="0"/>
              </a:rPr>
              <a:t>Compensability</a:t>
            </a:r>
            <a:endParaRPr lang="en-US" dirty="0">
              <a:latin typeface="Arial Black" pitchFamily="34" charset="0"/>
            </a:endParaRPr>
          </a:p>
        </p:txBody>
      </p:sp>
      <p:sp>
        <p:nvSpPr>
          <p:cNvPr id="3" name="Content Placeholder 2"/>
          <p:cNvSpPr>
            <a:spLocks noGrp="1"/>
          </p:cNvSpPr>
          <p:nvPr>
            <p:ph idx="1"/>
          </p:nvPr>
        </p:nvSpPr>
        <p:spPr/>
        <p:txBody>
          <a:bodyPr/>
          <a:lstStyle/>
          <a:p>
            <a:pPr>
              <a:buFont typeface="Wingdings" pitchFamily="2" charset="2"/>
              <a:buChar char="q"/>
            </a:pPr>
            <a:r>
              <a:rPr lang="en-US" dirty="0" smtClean="0"/>
              <a:t> For both an injury and occupational disease claims, the medical condition diagnosed must be related to the incident and/or job duties on a “more probable then not basis”</a:t>
            </a:r>
          </a:p>
          <a:p>
            <a:pPr>
              <a:buFont typeface="Wingdings" pitchFamily="2" charset="2"/>
              <a:buChar char="q"/>
            </a:pPr>
            <a:endParaRPr lang="en-US" dirty="0"/>
          </a:p>
          <a:p>
            <a:pPr>
              <a:buFont typeface="Wingdings" pitchFamily="2" charset="2"/>
              <a:buChar char="q"/>
            </a:pPr>
            <a:r>
              <a:rPr lang="en-US" dirty="0"/>
              <a:t> </a:t>
            </a:r>
            <a:r>
              <a:rPr lang="en-US" dirty="0" smtClean="0"/>
              <a:t>It is not sufficient that a physician indicate “possibly” or “may” be the cause</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Arial Black" pitchFamily="34" charset="0"/>
              </a:rPr>
              <a:t>SIF2 – Self Insured Accident Report</a:t>
            </a:r>
            <a:endParaRPr lang="en-US" dirty="0">
              <a:latin typeface="Arial Black" pitchFamily="34" charset="0"/>
            </a:endParaRPr>
          </a:p>
        </p:txBody>
      </p:sp>
      <p:pic>
        <p:nvPicPr>
          <p:cNvPr id="2050" name="Picture 2"/>
          <p:cNvPicPr>
            <a:picLocks noGrp="1" noChangeAspect="1" noChangeArrowheads="1"/>
          </p:cNvPicPr>
          <p:nvPr>
            <p:ph idx="1"/>
          </p:nvPr>
        </p:nvPicPr>
        <p:blipFill>
          <a:blip r:embed="rId2" cstate="print"/>
          <a:stretch>
            <a:fillRect/>
          </a:stretch>
        </p:blipFill>
        <p:spPr bwMode="auto">
          <a:xfrm>
            <a:off x="3434861" y="1584851"/>
            <a:ext cx="3499827" cy="452649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latin typeface="Arial Black" pitchFamily="34" charset="0"/>
              </a:rPr>
              <a:t>PIR – Physician’s Initial Report</a:t>
            </a:r>
            <a:endParaRPr lang="en-US" dirty="0">
              <a:latin typeface="Arial Black" pitchFamily="34" charset="0"/>
            </a:endParaRPr>
          </a:p>
        </p:txBody>
      </p:sp>
      <p:pic>
        <p:nvPicPr>
          <p:cNvPr id="4098" name="Picture 2"/>
          <p:cNvPicPr>
            <a:picLocks noGrp="1" noChangeAspect="1" noChangeArrowheads="1"/>
          </p:cNvPicPr>
          <p:nvPr>
            <p:ph idx="1"/>
          </p:nvPr>
        </p:nvPicPr>
        <p:blipFill>
          <a:blip r:embed="rId2" cstate="print"/>
          <a:stretch>
            <a:fillRect/>
          </a:stretch>
        </p:blipFill>
        <p:spPr bwMode="auto">
          <a:xfrm>
            <a:off x="3434861" y="1584851"/>
            <a:ext cx="3499827" cy="452649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Arial Black" pitchFamily="34" charset="0"/>
              </a:rPr>
              <a:t>Department of Labor &amp; Industries Order &amp; Notice</a:t>
            </a:r>
            <a:endParaRPr lang="en-US" dirty="0">
              <a:latin typeface="Arial Black" pitchFamily="34" charset="0"/>
            </a:endParaRPr>
          </a:p>
        </p:txBody>
      </p:sp>
      <p:pic>
        <p:nvPicPr>
          <p:cNvPr id="5122" name="Picture 2"/>
          <p:cNvPicPr>
            <a:picLocks noGrp="1" noChangeAspect="1" noChangeArrowheads="1"/>
          </p:cNvPicPr>
          <p:nvPr>
            <p:ph idx="1"/>
          </p:nvPr>
        </p:nvPicPr>
        <p:blipFill>
          <a:blip r:embed="rId2" cstate="print"/>
          <a:stretch>
            <a:fillRect/>
          </a:stretch>
        </p:blipFill>
        <p:spPr bwMode="auto">
          <a:xfrm>
            <a:off x="3434861" y="1584851"/>
            <a:ext cx="3499827" cy="452649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itchFamily="34" charset="0"/>
              </a:rPr>
              <a:t>SELF – INSURED CLAIM</a:t>
            </a:r>
            <a:endParaRPr lang="en-US" dirty="0">
              <a:latin typeface="Arial Black" pitchFamily="34" charset="0"/>
            </a:endParaRPr>
          </a:p>
        </p:txBody>
      </p:sp>
      <p:sp>
        <p:nvSpPr>
          <p:cNvPr id="3" name="Content Placeholder 2"/>
          <p:cNvSpPr>
            <a:spLocks noGrp="1"/>
          </p:cNvSpPr>
          <p:nvPr>
            <p:ph idx="1"/>
          </p:nvPr>
        </p:nvSpPr>
        <p:spPr/>
        <p:txBody>
          <a:bodyPr>
            <a:normAutofit/>
          </a:bodyPr>
          <a:lstStyle/>
          <a:p>
            <a:pPr>
              <a:buFont typeface="Wingdings" pitchFamily="2" charset="2"/>
              <a:buChar char="q"/>
            </a:pPr>
            <a:r>
              <a:rPr lang="en-US" dirty="0" smtClean="0"/>
              <a:t> Report the injury to your employer</a:t>
            </a:r>
          </a:p>
          <a:p>
            <a:pPr>
              <a:buFont typeface="Wingdings" pitchFamily="2" charset="2"/>
              <a:buChar char="q"/>
            </a:pPr>
            <a:r>
              <a:rPr lang="en-US" dirty="0"/>
              <a:t> </a:t>
            </a:r>
            <a:r>
              <a:rPr lang="en-US" dirty="0" smtClean="0"/>
              <a:t>Request a Self Insurer Accident Report (SIF2) from your Worker’s Compensation Representative (WCR)</a:t>
            </a:r>
          </a:p>
          <a:p>
            <a:pPr>
              <a:buFont typeface="Wingdings" pitchFamily="2" charset="2"/>
              <a:buChar char="q"/>
            </a:pPr>
            <a:r>
              <a:rPr lang="en-US" dirty="0" smtClean="0"/>
              <a:t>See a doctor of your choice</a:t>
            </a:r>
          </a:p>
          <a:p>
            <a:pPr>
              <a:buFont typeface="Wingdings" pitchFamily="2" charset="2"/>
              <a:buChar char="q"/>
            </a:pPr>
            <a:r>
              <a:rPr lang="en-US" dirty="0" smtClean="0"/>
              <a:t>The doctor will complete the Physician’s Initial Report (PIR) form</a:t>
            </a:r>
          </a:p>
          <a:p>
            <a:pPr>
              <a:buFont typeface="Wingdings" pitchFamily="2" charset="2"/>
              <a:buChar char="q"/>
            </a:pPr>
            <a:r>
              <a:rPr lang="en-US" dirty="0"/>
              <a:t> </a:t>
            </a:r>
            <a:r>
              <a:rPr lang="en-US" dirty="0" smtClean="0"/>
              <a:t>The doctor mails the completed PIR </a:t>
            </a:r>
            <a:r>
              <a:rPr lang="en-US" smtClean="0"/>
              <a:t>to the </a:t>
            </a:r>
            <a:r>
              <a:rPr lang="en-US" dirty="0" smtClean="0"/>
              <a:t>Third Party Administrator (TPA)</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itchFamily="34" charset="0"/>
              </a:rPr>
              <a:t>Worker Responsibility</a:t>
            </a:r>
            <a:endParaRPr lang="en-US" dirty="0">
              <a:latin typeface="Arial Black" pitchFamily="34" charset="0"/>
            </a:endParaRPr>
          </a:p>
        </p:txBody>
      </p:sp>
      <p:sp>
        <p:nvSpPr>
          <p:cNvPr id="3" name="Content Placeholder 2"/>
          <p:cNvSpPr>
            <a:spLocks noGrp="1"/>
          </p:cNvSpPr>
          <p:nvPr>
            <p:ph idx="1"/>
          </p:nvPr>
        </p:nvSpPr>
        <p:spPr/>
        <p:txBody>
          <a:bodyPr>
            <a:normAutofit fontScale="92500" lnSpcReduction="20000"/>
          </a:bodyPr>
          <a:lstStyle/>
          <a:p>
            <a:pPr>
              <a:buFont typeface="Wingdings" pitchFamily="2" charset="2"/>
              <a:buChar char="q"/>
            </a:pPr>
            <a:r>
              <a:rPr lang="en-US" dirty="0" smtClean="0"/>
              <a:t> Tell the doctor that the injury or disease is work related</a:t>
            </a:r>
          </a:p>
          <a:p>
            <a:pPr>
              <a:buFont typeface="Wingdings" pitchFamily="2" charset="2"/>
              <a:buChar char="q"/>
            </a:pPr>
            <a:r>
              <a:rPr lang="en-US" dirty="0"/>
              <a:t> </a:t>
            </a:r>
            <a:r>
              <a:rPr lang="en-US" dirty="0" smtClean="0"/>
              <a:t>Respond timely to requests for information:</a:t>
            </a:r>
          </a:p>
          <a:p>
            <a:pPr marL="514350" indent="-514350">
              <a:buNone/>
            </a:pPr>
            <a:r>
              <a:rPr lang="en-US" dirty="0"/>
              <a:t>	</a:t>
            </a:r>
            <a:r>
              <a:rPr lang="en-US" dirty="0" smtClean="0"/>
              <a:t>- prior medical</a:t>
            </a:r>
          </a:p>
          <a:p>
            <a:pPr marL="514350" indent="-514350">
              <a:buNone/>
            </a:pPr>
            <a:r>
              <a:rPr lang="en-US" dirty="0"/>
              <a:t>	</a:t>
            </a:r>
            <a:r>
              <a:rPr lang="en-US" dirty="0" smtClean="0"/>
              <a:t>- attending physician contact information</a:t>
            </a:r>
          </a:p>
          <a:p>
            <a:pPr marL="514350" indent="-514350">
              <a:buNone/>
            </a:pPr>
            <a:r>
              <a:rPr lang="en-US" dirty="0"/>
              <a:t>	</a:t>
            </a:r>
            <a:r>
              <a:rPr lang="en-US" dirty="0" smtClean="0"/>
              <a:t>- correct personal contact information</a:t>
            </a:r>
          </a:p>
          <a:p>
            <a:pPr marL="514350" indent="-514350">
              <a:buNone/>
            </a:pPr>
            <a:r>
              <a:rPr lang="en-US" dirty="0"/>
              <a:t>	</a:t>
            </a:r>
            <a:r>
              <a:rPr lang="en-US" dirty="0" smtClean="0"/>
              <a:t>- work history</a:t>
            </a:r>
          </a:p>
          <a:p>
            <a:pPr marL="514350" indent="-514350">
              <a:buFont typeface="Wingdings" pitchFamily="2" charset="2"/>
              <a:buChar char="q"/>
            </a:pPr>
            <a:r>
              <a:rPr lang="en-US" dirty="0" smtClean="0"/>
              <a:t>Communicate with your claims examiner</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itchFamily="34" charset="0"/>
              </a:rPr>
              <a:t>Benefits Covered</a:t>
            </a:r>
            <a:endParaRPr lang="en-US" dirty="0">
              <a:latin typeface="Arial Black" pitchFamily="34" charset="0"/>
            </a:endParaRPr>
          </a:p>
        </p:txBody>
      </p:sp>
      <p:sp>
        <p:nvSpPr>
          <p:cNvPr id="3" name="Content Placeholder 2"/>
          <p:cNvSpPr>
            <a:spLocks noGrp="1"/>
          </p:cNvSpPr>
          <p:nvPr>
            <p:ph idx="1"/>
          </p:nvPr>
        </p:nvSpPr>
        <p:spPr/>
        <p:txBody>
          <a:bodyPr/>
          <a:lstStyle/>
          <a:p>
            <a:pPr>
              <a:buFont typeface="Wingdings" pitchFamily="2" charset="2"/>
              <a:buChar char="q"/>
            </a:pPr>
            <a:r>
              <a:rPr lang="en-US" dirty="0" smtClean="0"/>
              <a:t> Medical treatment/bills</a:t>
            </a:r>
          </a:p>
          <a:p>
            <a:pPr>
              <a:buFont typeface="Wingdings" pitchFamily="2" charset="2"/>
              <a:buChar char="q"/>
            </a:pPr>
            <a:endParaRPr lang="en-US" dirty="0" smtClean="0"/>
          </a:p>
          <a:p>
            <a:pPr>
              <a:buFont typeface="Wingdings" pitchFamily="2" charset="2"/>
              <a:buChar char="q"/>
            </a:pPr>
            <a:r>
              <a:rPr lang="en-US" dirty="0"/>
              <a:t> </a:t>
            </a:r>
            <a:r>
              <a:rPr lang="en-US" dirty="0" smtClean="0"/>
              <a:t>Wage compensation </a:t>
            </a:r>
          </a:p>
          <a:p>
            <a:pPr>
              <a:buFont typeface="Wingdings" pitchFamily="2" charset="2"/>
              <a:buChar char="q"/>
            </a:pPr>
            <a:endParaRPr lang="en-US" dirty="0" smtClean="0"/>
          </a:p>
          <a:p>
            <a:pPr>
              <a:buFont typeface="Wingdings" pitchFamily="2" charset="2"/>
              <a:buChar char="q"/>
            </a:pPr>
            <a:r>
              <a:rPr lang="en-US" dirty="0" smtClean="0"/>
              <a:t> Vocational services</a:t>
            </a:r>
          </a:p>
          <a:p>
            <a:pPr>
              <a:buFont typeface="Wingdings" pitchFamily="2" charset="2"/>
              <a:buChar char="q"/>
            </a:pPr>
            <a:endParaRPr lang="en-US" dirty="0" smtClean="0"/>
          </a:p>
          <a:p>
            <a:pPr>
              <a:buFont typeface="Wingdings" pitchFamily="2" charset="2"/>
              <a:buChar char="q"/>
            </a:pPr>
            <a:r>
              <a:rPr lang="en-US" dirty="0" smtClean="0"/>
              <a:t>Permanent partial disability</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itchFamily="34" charset="0"/>
              </a:rPr>
              <a:t>Medical Treatment</a:t>
            </a:r>
            <a:endParaRPr lang="en-US" dirty="0">
              <a:latin typeface="Arial Black" pitchFamily="34" charset="0"/>
            </a:endParaRPr>
          </a:p>
        </p:txBody>
      </p:sp>
      <p:sp>
        <p:nvSpPr>
          <p:cNvPr id="3" name="Content Placeholder 2"/>
          <p:cNvSpPr>
            <a:spLocks noGrp="1"/>
          </p:cNvSpPr>
          <p:nvPr>
            <p:ph idx="1"/>
          </p:nvPr>
        </p:nvSpPr>
        <p:spPr/>
        <p:txBody>
          <a:bodyPr/>
          <a:lstStyle/>
          <a:p>
            <a:pPr>
              <a:buNone/>
            </a:pPr>
            <a:r>
              <a:rPr lang="en-US" dirty="0" smtClean="0"/>
              <a:t>The cost of all hospital, surgical and other medical services necessary for the treatment of the work place injury or disease is covered.</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itchFamily="34" charset="0"/>
              </a:rPr>
              <a:t>Wage Compensation</a:t>
            </a:r>
            <a:endParaRPr lang="en-US" dirty="0">
              <a:latin typeface="Arial Black" pitchFamily="34" charset="0"/>
            </a:endParaRPr>
          </a:p>
        </p:txBody>
      </p:sp>
      <p:sp>
        <p:nvSpPr>
          <p:cNvPr id="3" name="Content Placeholder 2"/>
          <p:cNvSpPr>
            <a:spLocks noGrp="1"/>
          </p:cNvSpPr>
          <p:nvPr>
            <p:ph idx="1"/>
          </p:nvPr>
        </p:nvSpPr>
        <p:spPr/>
        <p:txBody>
          <a:bodyPr>
            <a:normAutofit fontScale="85000" lnSpcReduction="20000"/>
          </a:bodyPr>
          <a:lstStyle/>
          <a:p>
            <a:pPr>
              <a:buFont typeface="Wingdings" pitchFamily="2" charset="2"/>
              <a:buChar char="q"/>
            </a:pPr>
            <a:r>
              <a:rPr lang="en-US" dirty="0" smtClean="0"/>
              <a:t> Temporary Total Disability (TTD)</a:t>
            </a:r>
          </a:p>
          <a:p>
            <a:pPr>
              <a:buNone/>
            </a:pPr>
            <a:r>
              <a:rPr lang="en-US" dirty="0"/>
              <a:t>	</a:t>
            </a:r>
            <a:r>
              <a:rPr lang="en-US" dirty="0" smtClean="0"/>
              <a:t>TTD is payable when an injury or disease temporarily and totally disables an employee’s ability to return to work</a:t>
            </a:r>
            <a:endParaRPr lang="en-US" dirty="0"/>
          </a:p>
          <a:p>
            <a:pPr>
              <a:buFont typeface="Wingdings" pitchFamily="2" charset="2"/>
              <a:buChar char="q"/>
            </a:pPr>
            <a:r>
              <a:rPr lang="en-US" dirty="0" smtClean="0"/>
              <a:t> Loss of Earning Power Benefits (LEP)</a:t>
            </a:r>
          </a:p>
          <a:p>
            <a:pPr>
              <a:buNone/>
            </a:pPr>
            <a:r>
              <a:rPr lang="en-US" dirty="0"/>
              <a:t>	</a:t>
            </a:r>
            <a:r>
              <a:rPr lang="en-US" dirty="0" smtClean="0"/>
              <a:t>LEP is payable when an employee has returned to light duty and the light duty results in a wage reduction greater then 5%</a:t>
            </a:r>
            <a:endParaRPr lang="en-US" dirty="0"/>
          </a:p>
          <a:p>
            <a:pPr>
              <a:buFont typeface="Wingdings" pitchFamily="2" charset="2"/>
              <a:buChar char="q"/>
            </a:pPr>
            <a:r>
              <a:rPr lang="en-US" dirty="0" smtClean="0"/>
              <a:t>Permanent Total Disability (PTD)</a:t>
            </a:r>
          </a:p>
          <a:p>
            <a:pPr>
              <a:buNone/>
            </a:pPr>
            <a:r>
              <a:rPr lang="en-US" dirty="0"/>
              <a:t>	</a:t>
            </a:r>
            <a:r>
              <a:rPr lang="en-US" dirty="0" smtClean="0"/>
              <a:t>PTD is payable when an injury or disease permanently and totally disables an employee’s ability to return to the work force</a:t>
            </a:r>
          </a:p>
          <a:p>
            <a:pPr>
              <a:buFont typeface="Wingdings" pitchFamily="2" charset="2"/>
              <a:buChar char="q"/>
            </a:pPr>
            <a:endParaRPr lang="en-US" dirty="0"/>
          </a:p>
          <a:p>
            <a:pPr>
              <a:buNone/>
            </a:pP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Arial Black" pitchFamily="34" charset="0"/>
              </a:rPr>
              <a:t>Permanent Partial Disability</a:t>
            </a:r>
            <a:endParaRPr lang="en-US" dirty="0">
              <a:latin typeface="Arial Black" pitchFamily="34" charset="0"/>
            </a:endParaRPr>
          </a:p>
        </p:txBody>
      </p:sp>
      <p:sp>
        <p:nvSpPr>
          <p:cNvPr id="3" name="Content Placeholder 2"/>
          <p:cNvSpPr>
            <a:spLocks noGrp="1"/>
          </p:cNvSpPr>
          <p:nvPr>
            <p:ph idx="1"/>
          </p:nvPr>
        </p:nvSpPr>
        <p:spPr/>
        <p:txBody>
          <a:bodyPr>
            <a:normAutofit fontScale="92500" lnSpcReduction="10000"/>
          </a:bodyPr>
          <a:lstStyle/>
          <a:p>
            <a:pPr>
              <a:buNone/>
            </a:pPr>
            <a:r>
              <a:rPr lang="en-US" dirty="0" smtClean="0"/>
              <a:t>When a work place injury or disease results in a permanent physical impairment, a rating evaluation is conducted by either the treating physician or an independent medical examiner.  Once the percentage of impairment is determined the Washington State Department of Labor &amp; Industries will issue a closing order that stipulates the impairment award associated with the percentage of loss.</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Arial Black" pitchFamily="34" charset="0"/>
              </a:rPr>
              <a:t>Independent Medical Examinations</a:t>
            </a:r>
            <a:endParaRPr lang="en-US" dirty="0">
              <a:latin typeface="Arial Black" pitchFamily="34" charset="0"/>
            </a:endParaRPr>
          </a:p>
        </p:txBody>
      </p:sp>
      <p:sp>
        <p:nvSpPr>
          <p:cNvPr id="3" name="Content Placeholder 2"/>
          <p:cNvSpPr>
            <a:spLocks noGrp="1"/>
          </p:cNvSpPr>
          <p:nvPr>
            <p:ph idx="1"/>
          </p:nvPr>
        </p:nvSpPr>
        <p:spPr/>
        <p:txBody>
          <a:bodyPr/>
          <a:lstStyle/>
          <a:p>
            <a:pPr>
              <a:buNone/>
            </a:pPr>
            <a:r>
              <a:rPr lang="en-US" dirty="0" smtClean="0"/>
              <a:t>An injured worker must appear for an independent medical evaluation (IME) scheduled by the self insured employer or the third party administrator.</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itchFamily="34" charset="0"/>
              </a:rPr>
              <a:t>Purpose of IME</a:t>
            </a:r>
            <a:endParaRPr lang="en-US" dirty="0">
              <a:latin typeface="Arial Black" pitchFamily="34" charset="0"/>
            </a:endParaRPr>
          </a:p>
        </p:txBody>
      </p:sp>
      <p:sp>
        <p:nvSpPr>
          <p:cNvPr id="3" name="Content Placeholder 2"/>
          <p:cNvSpPr>
            <a:spLocks noGrp="1"/>
          </p:cNvSpPr>
          <p:nvPr>
            <p:ph idx="1"/>
          </p:nvPr>
        </p:nvSpPr>
        <p:spPr/>
        <p:txBody>
          <a:bodyPr/>
          <a:lstStyle/>
          <a:p>
            <a:pPr>
              <a:buFont typeface="Wingdings" pitchFamily="2" charset="2"/>
              <a:buChar char="q"/>
            </a:pPr>
            <a:r>
              <a:rPr lang="en-US" dirty="0" smtClean="0"/>
              <a:t> To determine if current treatment is appropriate or to determine if further treatment is necessary</a:t>
            </a:r>
          </a:p>
          <a:p>
            <a:pPr>
              <a:buFont typeface="Wingdings" pitchFamily="2" charset="2"/>
              <a:buChar char="q"/>
            </a:pPr>
            <a:r>
              <a:rPr lang="en-US" dirty="0"/>
              <a:t> </a:t>
            </a:r>
            <a:r>
              <a:rPr lang="en-US" dirty="0" smtClean="0"/>
              <a:t>To determine if a condition is at maximum medical improvement</a:t>
            </a:r>
          </a:p>
          <a:p>
            <a:pPr>
              <a:buFont typeface="Wingdings" pitchFamily="2" charset="2"/>
              <a:buChar char="q"/>
            </a:pPr>
            <a:r>
              <a:rPr lang="en-US" dirty="0"/>
              <a:t> </a:t>
            </a:r>
            <a:r>
              <a:rPr lang="en-US" dirty="0" smtClean="0"/>
              <a:t>To determine permanent partial disability</a:t>
            </a:r>
          </a:p>
          <a:p>
            <a:pPr>
              <a:buFont typeface="Wingdings" pitchFamily="2" charset="2"/>
              <a:buChar char="q"/>
            </a:pPr>
            <a:r>
              <a:rPr lang="en-US" dirty="0"/>
              <a:t> </a:t>
            </a:r>
            <a:r>
              <a:rPr lang="en-US" dirty="0" smtClean="0"/>
              <a:t>To resolve disputes in the claim</a:t>
            </a:r>
          </a:p>
          <a:p>
            <a:pPr>
              <a:buFont typeface="Wingdings" pitchFamily="2" charset="2"/>
              <a:buChar char="q"/>
            </a:pPr>
            <a:r>
              <a:rPr lang="en-US" dirty="0"/>
              <a:t> </a:t>
            </a:r>
            <a:r>
              <a:rPr lang="en-US" dirty="0" smtClean="0"/>
              <a:t>To address reopening of a claim</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latin typeface="Arial Black" pitchFamily="34" charset="0"/>
              </a:rPr>
              <a:t>Office of the Ombudsman</a:t>
            </a:r>
            <a:r>
              <a:rPr lang="en-US" dirty="0" smtClean="0"/>
              <a:t>	</a:t>
            </a:r>
            <a:endParaRPr lang="en-US" dirty="0"/>
          </a:p>
        </p:txBody>
      </p:sp>
      <p:sp>
        <p:nvSpPr>
          <p:cNvPr id="3" name="Content Placeholder 2"/>
          <p:cNvSpPr>
            <a:spLocks noGrp="1"/>
          </p:cNvSpPr>
          <p:nvPr>
            <p:ph type="subTitle" idx="1"/>
          </p:nvPr>
        </p:nvSpPr>
        <p:spPr/>
        <p:txBody>
          <a:bodyPr/>
          <a:lstStyle/>
          <a:p>
            <a:pPr>
              <a:buNone/>
            </a:pPr>
            <a:r>
              <a:rPr lang="en-US" dirty="0" smtClean="0">
                <a:solidFill>
                  <a:schemeClr val="tx1"/>
                </a:solidFill>
              </a:rPr>
              <a:t>For Self Insured Injured Workers</a:t>
            </a:r>
            <a:endParaRPr lang="en-US" dirty="0">
              <a:solidFill>
                <a:schemeClr val="tx1"/>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Black" pitchFamily="34" charset="0"/>
              </a:rPr>
              <a:t>What they do:</a:t>
            </a:r>
            <a:endParaRPr lang="en-US" dirty="0">
              <a:latin typeface="Arial Black" pitchFamily="34" charset="0"/>
            </a:endParaRPr>
          </a:p>
        </p:txBody>
      </p:sp>
      <p:sp>
        <p:nvSpPr>
          <p:cNvPr id="3" name="Content Placeholder 2"/>
          <p:cNvSpPr>
            <a:spLocks noGrp="1"/>
          </p:cNvSpPr>
          <p:nvPr>
            <p:ph idx="1"/>
          </p:nvPr>
        </p:nvSpPr>
        <p:spPr/>
        <p:txBody>
          <a:bodyPr>
            <a:normAutofit fontScale="85000" lnSpcReduction="20000"/>
          </a:bodyPr>
          <a:lstStyle/>
          <a:p>
            <a:pPr>
              <a:buFont typeface="Wingdings" pitchFamily="2" charset="2"/>
              <a:buChar char="q"/>
            </a:pPr>
            <a:r>
              <a:rPr lang="en-US" dirty="0" smtClean="0"/>
              <a:t> They can:</a:t>
            </a:r>
          </a:p>
          <a:p>
            <a:pPr>
              <a:buNone/>
            </a:pPr>
            <a:r>
              <a:rPr lang="en-US" dirty="0"/>
              <a:t>	</a:t>
            </a:r>
            <a:r>
              <a:rPr lang="en-US" dirty="0" smtClean="0"/>
              <a:t>- advise workers of the rights and responsibilities</a:t>
            </a:r>
          </a:p>
          <a:p>
            <a:pPr>
              <a:buNone/>
            </a:pPr>
            <a:r>
              <a:rPr lang="en-US" dirty="0"/>
              <a:t>	</a:t>
            </a:r>
            <a:r>
              <a:rPr lang="en-US" dirty="0" smtClean="0"/>
              <a:t>- investigate complaints</a:t>
            </a:r>
          </a:p>
          <a:p>
            <a:pPr>
              <a:buNone/>
            </a:pPr>
            <a:r>
              <a:rPr lang="en-US" dirty="0"/>
              <a:t>	</a:t>
            </a:r>
            <a:r>
              <a:rPr lang="en-US" dirty="0" smtClean="0"/>
              <a:t>- work to ensure workers receive the appropriate benefits under the law</a:t>
            </a:r>
          </a:p>
          <a:p>
            <a:pPr>
              <a:buFont typeface="Wingdings" pitchFamily="2" charset="2"/>
              <a:buChar char="q"/>
            </a:pPr>
            <a:r>
              <a:rPr lang="en-US" dirty="0"/>
              <a:t> </a:t>
            </a:r>
            <a:r>
              <a:rPr lang="en-US" dirty="0" smtClean="0"/>
              <a:t>They cannot:</a:t>
            </a:r>
          </a:p>
          <a:p>
            <a:pPr>
              <a:buNone/>
            </a:pPr>
            <a:r>
              <a:rPr lang="en-US" dirty="0"/>
              <a:t>	</a:t>
            </a:r>
            <a:r>
              <a:rPr lang="en-US" dirty="0" smtClean="0"/>
              <a:t>- issue Department orders</a:t>
            </a:r>
          </a:p>
          <a:p>
            <a:pPr>
              <a:buNone/>
            </a:pPr>
            <a:r>
              <a:rPr lang="en-US" dirty="0"/>
              <a:t> </a:t>
            </a:r>
            <a:r>
              <a:rPr lang="en-US" dirty="0" smtClean="0"/>
              <a:t>	- authorize treatment</a:t>
            </a:r>
          </a:p>
          <a:p>
            <a:pPr>
              <a:buNone/>
            </a:pPr>
            <a:r>
              <a:rPr lang="en-US" dirty="0"/>
              <a:t>	</a:t>
            </a:r>
            <a:r>
              <a:rPr lang="en-US" dirty="0" smtClean="0"/>
              <a:t>- pay benefits</a:t>
            </a:r>
          </a:p>
          <a:p>
            <a:pPr>
              <a:buNone/>
            </a:pPr>
            <a:r>
              <a:rPr lang="en-US" dirty="0"/>
              <a:t>	</a:t>
            </a:r>
            <a:r>
              <a:rPr lang="en-US" dirty="0" smtClean="0"/>
              <a:t>- represent workers at the Board of Industrial Insurance Appeals</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Arial Black" pitchFamily="34" charset="0"/>
              </a:rPr>
              <a:t>Why would a worker contact their office?</a:t>
            </a:r>
            <a:endParaRPr lang="en-US" dirty="0">
              <a:latin typeface="Arial Black" pitchFamily="34" charset="0"/>
            </a:endParaRPr>
          </a:p>
        </p:txBody>
      </p:sp>
      <p:sp>
        <p:nvSpPr>
          <p:cNvPr id="3" name="Content Placeholder 2"/>
          <p:cNvSpPr>
            <a:spLocks noGrp="1"/>
          </p:cNvSpPr>
          <p:nvPr>
            <p:ph idx="1"/>
          </p:nvPr>
        </p:nvSpPr>
        <p:spPr/>
        <p:txBody>
          <a:bodyPr/>
          <a:lstStyle/>
          <a:p>
            <a:pPr>
              <a:buFont typeface="Wingdings" pitchFamily="2" charset="2"/>
              <a:buChar char="q"/>
            </a:pPr>
            <a:r>
              <a:rPr lang="en-US" dirty="0" smtClean="0"/>
              <a:t> If a worker has a general questions about workers compensation</a:t>
            </a:r>
          </a:p>
          <a:p>
            <a:pPr>
              <a:buFont typeface="Wingdings" pitchFamily="2" charset="2"/>
              <a:buChar char="q"/>
            </a:pPr>
            <a:endParaRPr lang="en-US" dirty="0"/>
          </a:p>
          <a:p>
            <a:pPr>
              <a:buFont typeface="Wingdings" pitchFamily="2" charset="2"/>
              <a:buChar char="q"/>
            </a:pPr>
            <a:r>
              <a:rPr lang="en-US" dirty="0" smtClean="0"/>
              <a:t> If a worker has a claim and feels they need assistance with understanding the claims process or to resolve a specific claim issue</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Arial Black" pitchFamily="34" charset="0"/>
              </a:rPr>
              <a:t>Ombudsman Contact Information</a:t>
            </a:r>
            <a:endParaRPr lang="en-US" dirty="0">
              <a:latin typeface="Arial Black" pitchFamily="34" charset="0"/>
            </a:endParaRPr>
          </a:p>
        </p:txBody>
      </p:sp>
      <p:sp>
        <p:nvSpPr>
          <p:cNvPr id="3" name="Content Placeholder 2"/>
          <p:cNvSpPr>
            <a:spLocks noGrp="1"/>
          </p:cNvSpPr>
          <p:nvPr>
            <p:ph idx="1"/>
          </p:nvPr>
        </p:nvSpPr>
        <p:spPr/>
        <p:txBody>
          <a:bodyPr>
            <a:normAutofit fontScale="92500" lnSpcReduction="10000"/>
          </a:bodyPr>
          <a:lstStyle/>
          <a:p>
            <a:pPr>
              <a:buNone/>
            </a:pPr>
            <a:r>
              <a:rPr lang="en-US" dirty="0" smtClean="0"/>
              <a:t>Mailing address:</a:t>
            </a:r>
          </a:p>
          <a:p>
            <a:pPr>
              <a:buNone/>
            </a:pPr>
            <a:endParaRPr lang="en-US" dirty="0"/>
          </a:p>
          <a:p>
            <a:pPr>
              <a:buNone/>
            </a:pPr>
            <a:r>
              <a:rPr lang="en-US" dirty="0" smtClean="0"/>
              <a:t>Office of the Self Insured Ombudsman</a:t>
            </a:r>
          </a:p>
          <a:p>
            <a:pPr>
              <a:buNone/>
            </a:pPr>
            <a:r>
              <a:rPr lang="en-US" dirty="0" smtClean="0"/>
              <a:t>Department of Labor &amp; Industries</a:t>
            </a:r>
          </a:p>
          <a:p>
            <a:pPr>
              <a:buNone/>
            </a:pPr>
            <a:r>
              <a:rPr lang="en-US" dirty="0" smtClean="0"/>
              <a:t>PO Box 44001</a:t>
            </a:r>
          </a:p>
          <a:p>
            <a:pPr>
              <a:buNone/>
            </a:pPr>
            <a:r>
              <a:rPr lang="en-US" dirty="0" smtClean="0"/>
              <a:t>Olympia WA  98504-4001</a:t>
            </a:r>
          </a:p>
          <a:p>
            <a:pPr>
              <a:buNone/>
            </a:pPr>
            <a:endParaRPr lang="en-US" dirty="0"/>
          </a:p>
          <a:p>
            <a:pPr>
              <a:buNone/>
            </a:pPr>
            <a:r>
              <a:rPr lang="en-US" dirty="0" smtClean="0"/>
              <a:t>Phone:  1-888-317-0493   Fax:  360-902-4202</a:t>
            </a:r>
          </a:p>
          <a:p>
            <a:pPr>
              <a:buNone/>
            </a:pPr>
            <a:r>
              <a:rPr lang="en-US" dirty="0" smtClean="0"/>
              <a:t>Website:  Ombudsman.Selfinsured.wa.gov</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Arial Black" pitchFamily="34" charset="0"/>
              </a:rPr>
              <a:t>Other resources for information:</a:t>
            </a:r>
            <a:endParaRPr lang="en-US" dirty="0">
              <a:latin typeface="Arial Black" pitchFamily="34" charset="0"/>
            </a:endParaRPr>
          </a:p>
        </p:txBody>
      </p:sp>
      <p:sp>
        <p:nvSpPr>
          <p:cNvPr id="3" name="Content Placeholder 2"/>
          <p:cNvSpPr>
            <a:spLocks noGrp="1"/>
          </p:cNvSpPr>
          <p:nvPr>
            <p:ph idx="1"/>
          </p:nvPr>
        </p:nvSpPr>
        <p:spPr/>
        <p:txBody>
          <a:bodyPr/>
          <a:lstStyle/>
          <a:p>
            <a:pPr>
              <a:buFont typeface="Wingdings" pitchFamily="2" charset="2"/>
              <a:buChar char="q"/>
            </a:pPr>
            <a:r>
              <a:rPr lang="en-US" dirty="0" smtClean="0"/>
              <a:t>Self insurance section of the Washington State Department of Labor &amp; Industries </a:t>
            </a:r>
          </a:p>
          <a:p>
            <a:pPr>
              <a:buNone/>
            </a:pPr>
            <a:r>
              <a:rPr lang="en-US" dirty="0" smtClean="0"/>
              <a:t>		Phone:  360-92-6901</a:t>
            </a:r>
          </a:p>
          <a:p>
            <a:pPr>
              <a:buFont typeface="Wingdings" pitchFamily="2" charset="2"/>
              <a:buChar char="q"/>
            </a:pPr>
            <a:r>
              <a:rPr lang="en-US" sz="2800" dirty="0" smtClean="0">
                <a:hlinkClick r:id="rId2"/>
              </a:rPr>
              <a:t>http://www.lni.wa.gov/Main/WorkerTopics.asp</a:t>
            </a:r>
            <a:endParaRPr lang="en-US" sz="2800" dirty="0" smtClean="0"/>
          </a:p>
          <a:p>
            <a:pPr>
              <a:buFont typeface="Wingdings" pitchFamily="2" charset="2"/>
              <a:buChar char="q"/>
            </a:pPr>
            <a:r>
              <a:rPr lang="en-US" dirty="0" smtClean="0"/>
              <a:t> To locate a provider:  </a:t>
            </a:r>
            <a:r>
              <a:rPr lang="en-US" dirty="0" smtClean="0">
                <a:hlinkClick r:id="rId3"/>
              </a:rPr>
              <a:t>findadoc@lni.wa.gov</a:t>
            </a:r>
            <a:endParaRPr lang="en-US" dirty="0" smtClean="0"/>
          </a:p>
          <a:p>
            <a:pPr>
              <a:buNone/>
            </a:pP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latin typeface="Arial Black" pitchFamily="34" charset="0"/>
              </a:rPr>
              <a:t>Questions?????</a:t>
            </a:r>
            <a:endParaRPr lang="en-US" dirty="0">
              <a:latin typeface="Arial Black"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AutoShape 2"/>
          <p:cNvSpPr>
            <a:spLocks noGrp="1" noChangeArrowheads="1"/>
          </p:cNvSpPr>
          <p:nvPr>
            <p:ph type="ctrTitle"/>
          </p:nvPr>
        </p:nvSpPr>
        <p:spPr/>
        <p:txBody>
          <a:bodyPr/>
          <a:lstStyle/>
          <a:p>
            <a:pPr eaLnBrk="1" hangingPunct="1"/>
            <a:r>
              <a:rPr lang="en-US" smtClean="0"/>
              <a:t>Work Suitability Evaluation (WSE)</a:t>
            </a:r>
          </a:p>
        </p:txBody>
      </p:sp>
      <p:sp>
        <p:nvSpPr>
          <p:cNvPr id="3075" name="Rectangle 3"/>
          <p:cNvSpPr>
            <a:spLocks noGrp="1" noChangeArrowheads="1"/>
          </p:cNvSpPr>
          <p:nvPr>
            <p:ph type="subTitle" idx="1"/>
          </p:nvPr>
        </p:nvSpPr>
        <p:spPr/>
        <p:txBody>
          <a:bodyPr/>
          <a:lstStyle/>
          <a:p>
            <a:pPr eaLnBrk="1" hangingPunct="1"/>
            <a:r>
              <a:rPr lang="en-US" smtClean="0"/>
              <a:t/>
            </a:r>
            <a:br>
              <a:rPr lang="en-US" smtClean="0"/>
            </a:br>
            <a:r>
              <a:rPr lang="en-US" smtClean="0"/>
              <a:t/>
            </a:r>
            <a:br>
              <a:rPr lang="en-US" smtClean="0"/>
            </a:br>
            <a:endParaRPr lang="en-US" smtClean="0"/>
          </a:p>
        </p:txBody>
      </p:sp>
      <p:pic>
        <p:nvPicPr>
          <p:cNvPr id="3076" name="Picture 6" descr="large"/>
          <p:cNvPicPr>
            <a:picLocks noChangeAspect="1" noChangeArrowheads="1"/>
          </p:cNvPicPr>
          <p:nvPr/>
        </p:nvPicPr>
        <p:blipFill>
          <a:blip r:embed="rId2" cstate="print"/>
          <a:srcRect/>
          <a:stretch>
            <a:fillRect/>
          </a:stretch>
        </p:blipFill>
        <p:spPr bwMode="auto">
          <a:xfrm>
            <a:off x="3810000" y="3962400"/>
            <a:ext cx="4586288" cy="696913"/>
          </a:xfrm>
          <a:prstGeom prst="rect">
            <a:avLst/>
          </a:prstGeom>
          <a:noFill/>
          <a:ln w="9525">
            <a:noFill/>
            <a:round/>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smtClean="0"/>
              <a:t>Today we will talk about</a:t>
            </a:r>
          </a:p>
        </p:txBody>
      </p:sp>
      <p:sp>
        <p:nvSpPr>
          <p:cNvPr id="4099" name="Content Placeholder 2"/>
          <p:cNvSpPr>
            <a:spLocks noGrp="1"/>
          </p:cNvSpPr>
          <p:nvPr>
            <p:ph idx="1"/>
          </p:nvPr>
        </p:nvSpPr>
        <p:spPr/>
        <p:txBody>
          <a:bodyPr/>
          <a:lstStyle/>
          <a:p>
            <a:pPr eaLnBrk="1" hangingPunct="1"/>
            <a:r>
              <a:rPr lang="en-US" smtClean="0"/>
              <a:t>Coordination and Communication with  Penser and the Contractors</a:t>
            </a:r>
          </a:p>
          <a:p>
            <a:pPr eaLnBrk="1" hangingPunct="1"/>
            <a:r>
              <a:rPr lang="en-US" smtClean="0"/>
              <a:t>Work Suitability Evaluation (WSE)</a:t>
            </a:r>
          </a:p>
          <a:p>
            <a:pPr eaLnBrk="1" hangingPunct="1"/>
            <a:r>
              <a:rPr lang="en-US" smtClean="0"/>
              <a:t>Work Capacity Evaluation (WCE)</a:t>
            </a:r>
          </a:p>
          <a:p>
            <a:pPr eaLnBrk="1" hangingPunct="1"/>
            <a:r>
              <a:rPr lang="en-US" smtClean="0"/>
              <a:t>Fitness for Duty Evaluation (FFD)</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smtClean="0"/>
              <a:t>Coordination and Communication</a:t>
            </a:r>
          </a:p>
        </p:txBody>
      </p:sp>
      <p:sp>
        <p:nvSpPr>
          <p:cNvPr id="5123" name="Content Placeholder 2"/>
          <p:cNvSpPr>
            <a:spLocks noGrp="1"/>
          </p:cNvSpPr>
          <p:nvPr>
            <p:ph idx="1"/>
          </p:nvPr>
        </p:nvSpPr>
        <p:spPr/>
        <p:txBody>
          <a:bodyPr/>
          <a:lstStyle/>
          <a:p>
            <a:r>
              <a:rPr lang="en-US" smtClean="0"/>
              <a:t>Monthly Case Management Meetings at Penser</a:t>
            </a:r>
          </a:p>
          <a:p>
            <a:r>
              <a:rPr lang="en-US" smtClean="0"/>
              <a:t>Coordination of Return to Work Evaluations</a:t>
            </a:r>
          </a:p>
          <a:p>
            <a:r>
              <a:rPr lang="en-US" smtClean="0"/>
              <a:t>Coordination of Referrals to National Jewish Health</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smtClean="0"/>
              <a:t>What is a Work Suitability Evaluation (WSE)?</a:t>
            </a:r>
          </a:p>
        </p:txBody>
      </p:sp>
      <p:sp>
        <p:nvSpPr>
          <p:cNvPr id="6147" name="Content Placeholder 2"/>
          <p:cNvSpPr>
            <a:spLocks noGrp="1"/>
          </p:cNvSpPr>
          <p:nvPr>
            <p:ph idx="1"/>
          </p:nvPr>
        </p:nvSpPr>
        <p:spPr/>
        <p:txBody>
          <a:bodyPr/>
          <a:lstStyle/>
          <a:p>
            <a:pPr eaLnBrk="1" hangingPunct="1">
              <a:buFont typeface="Wingdings" pitchFamily="2" charset="2"/>
              <a:buNone/>
            </a:pPr>
            <a:r>
              <a:rPr lang="en-US" smtClean="0"/>
              <a:t>Case management occupational medical evaluation to assess the worker’s ability to perform the essential and/ or supplemental functions of their job.</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US" smtClean="0"/>
              <a:t>When is a WSE Needed?</a:t>
            </a:r>
          </a:p>
        </p:txBody>
      </p:sp>
      <p:sp>
        <p:nvSpPr>
          <p:cNvPr id="7171" name="Content Placeholder 2"/>
          <p:cNvSpPr>
            <a:spLocks noGrp="1"/>
          </p:cNvSpPr>
          <p:nvPr>
            <p:ph idx="1"/>
          </p:nvPr>
        </p:nvSpPr>
        <p:spPr/>
        <p:txBody>
          <a:bodyPr/>
          <a:lstStyle/>
          <a:p>
            <a:pPr eaLnBrk="1" hangingPunct="1">
              <a:buFont typeface="Wingdings" pitchFamily="2" charset="2"/>
              <a:buNone/>
            </a:pPr>
            <a:r>
              <a:rPr lang="en-US" smtClean="0"/>
              <a:t>This service may be initiated by the employing company through AMH case management, particularly in cases where: </a:t>
            </a:r>
          </a:p>
          <a:p>
            <a:pPr eaLnBrk="1" hangingPunct="1"/>
            <a:r>
              <a:rPr lang="en-US" smtClean="0"/>
              <a:t>recovery has been delayed</a:t>
            </a:r>
          </a:p>
          <a:p>
            <a:pPr eaLnBrk="1" hangingPunct="1"/>
            <a:r>
              <a:rPr lang="en-US" smtClean="0"/>
              <a:t>functional abilities have decreased during treatment</a:t>
            </a:r>
          </a:p>
          <a:p>
            <a:pPr eaLnBrk="1" hangingPunct="1"/>
            <a:r>
              <a:rPr lang="en-US" smtClean="0"/>
              <a:t>injury or illness is recurrent</a:t>
            </a:r>
          </a:p>
          <a:p>
            <a:pPr eaLnBrk="1" hangingPunct="1"/>
            <a:r>
              <a:rPr lang="en-US" smtClean="0"/>
              <a:t>there is permanent impairment, disability or restrictions </a:t>
            </a:r>
          </a:p>
          <a:p>
            <a:pPr eaLnBrk="1" hangingPunct="1">
              <a:buFont typeface="Wingdings" pitchFamily="2" charset="2"/>
              <a:buNone/>
            </a:pPr>
            <a:endParaRPr lang="en-US"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smtClean="0"/>
              <a:t>What is needed before a WSE can be scheduled?</a:t>
            </a:r>
          </a:p>
        </p:txBody>
      </p:sp>
      <p:sp>
        <p:nvSpPr>
          <p:cNvPr id="8195" name="Content Placeholder 2"/>
          <p:cNvSpPr>
            <a:spLocks noGrp="1"/>
          </p:cNvSpPr>
          <p:nvPr>
            <p:ph idx="1"/>
          </p:nvPr>
        </p:nvSpPr>
        <p:spPr/>
        <p:txBody>
          <a:bodyPr/>
          <a:lstStyle/>
          <a:p>
            <a:pPr eaLnBrk="1" hangingPunct="1"/>
            <a:r>
              <a:rPr lang="en-US" smtClean="0"/>
              <a:t>employee job task analysis (prepared by the company) </a:t>
            </a:r>
          </a:p>
          <a:p>
            <a:pPr eaLnBrk="1" hangingPunct="1"/>
            <a:r>
              <a:rPr lang="en-US" smtClean="0"/>
              <a:t>a letter from the contractor’s human resources or industrial relations organizations outlining the reason for the request </a:t>
            </a:r>
          </a:p>
          <a:p>
            <a:pPr eaLnBrk="1" hangingPunct="1"/>
            <a:r>
              <a:rPr lang="en-US" smtClean="0"/>
              <a:t>medical information from the worker’s private medical provider</a:t>
            </a:r>
          </a:p>
          <a:p>
            <a:pPr eaLnBrk="1" hangingPunct="1">
              <a:buFont typeface="Wingdings" pitchFamily="2" charset="2"/>
              <a:buNone/>
            </a:pPr>
            <a:endParaRPr lang="en-US"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5"/>
          <p:cNvSpPr>
            <a:spLocks noGrp="1" noChangeArrowheads="1"/>
          </p:cNvSpPr>
          <p:nvPr>
            <p:ph type="body" idx="1"/>
          </p:nvPr>
        </p:nvSpPr>
        <p:spPr/>
        <p:txBody>
          <a:bodyPr/>
          <a:lstStyle/>
          <a:p>
            <a:pPr eaLnBrk="1" hangingPunct="1">
              <a:buFont typeface="Wingdings" pitchFamily="2" charset="2"/>
              <a:buNone/>
            </a:pPr>
            <a:r>
              <a:rPr lang="en-US" smtClean="0"/>
              <a:t>AMH Case Manager:</a:t>
            </a:r>
          </a:p>
          <a:p>
            <a:pPr eaLnBrk="1" hangingPunct="1"/>
            <a:r>
              <a:rPr lang="en-US" smtClean="0"/>
              <a:t>Receive WSE request from contractor</a:t>
            </a:r>
          </a:p>
          <a:p>
            <a:pPr eaLnBrk="1" hangingPunct="1"/>
            <a:r>
              <a:rPr lang="en-US" smtClean="0"/>
              <a:t>Contact employee at work to request release of information for their private provider</a:t>
            </a:r>
          </a:p>
          <a:p>
            <a:pPr eaLnBrk="1" hangingPunct="1"/>
            <a:r>
              <a:rPr lang="en-US" smtClean="0"/>
              <a:t>Fax completed release to private provider</a:t>
            </a:r>
          </a:p>
          <a:p>
            <a:pPr eaLnBrk="1" hangingPunct="1"/>
            <a:r>
              <a:rPr lang="en-US" smtClean="0"/>
              <a:t>Receive records</a:t>
            </a:r>
          </a:p>
          <a:p>
            <a:pPr eaLnBrk="1" hangingPunct="1"/>
            <a:r>
              <a:rPr lang="en-US" smtClean="0"/>
              <a:t>Schedule WSE</a:t>
            </a:r>
          </a:p>
          <a:p>
            <a:pPr eaLnBrk="1" hangingPunct="1"/>
            <a:r>
              <a:rPr lang="en-US" smtClean="0"/>
              <a:t>Route medical records to AMH provider</a:t>
            </a:r>
          </a:p>
        </p:txBody>
      </p:sp>
      <p:sp>
        <p:nvSpPr>
          <p:cNvPr id="9219" name="Title 5"/>
          <p:cNvSpPr>
            <a:spLocks noGrp="1"/>
          </p:cNvSpPr>
          <p:nvPr>
            <p:ph type="title"/>
          </p:nvPr>
        </p:nvSpPr>
        <p:spPr/>
        <p:txBody>
          <a:bodyPr/>
          <a:lstStyle/>
          <a:p>
            <a:pPr eaLnBrk="1" hangingPunct="1"/>
            <a:r>
              <a:rPr lang="en-US" smtClean="0"/>
              <a:t>When an Employee is Working</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4"/>
          <p:cNvSpPr>
            <a:spLocks noGrp="1"/>
          </p:cNvSpPr>
          <p:nvPr>
            <p:ph type="title"/>
          </p:nvPr>
        </p:nvSpPr>
        <p:spPr/>
        <p:txBody>
          <a:bodyPr/>
          <a:lstStyle/>
          <a:p>
            <a:pPr eaLnBrk="1" hangingPunct="1"/>
            <a:r>
              <a:rPr lang="en-US" smtClean="0"/>
              <a:t>When an Employee is Working</a:t>
            </a:r>
          </a:p>
        </p:txBody>
      </p:sp>
      <p:sp>
        <p:nvSpPr>
          <p:cNvPr id="10243" name="Rectangle 3"/>
          <p:cNvSpPr>
            <a:spLocks noGrp="1" noChangeArrowheads="1"/>
          </p:cNvSpPr>
          <p:nvPr>
            <p:ph idx="1"/>
          </p:nvPr>
        </p:nvSpPr>
        <p:spPr/>
        <p:txBody>
          <a:bodyPr/>
          <a:lstStyle/>
          <a:p>
            <a:pPr eaLnBrk="1" hangingPunct="1">
              <a:buFont typeface="Wingdings" pitchFamily="2" charset="2"/>
              <a:buNone/>
            </a:pPr>
            <a:r>
              <a:rPr lang="en-US" smtClean="0"/>
              <a:t>AMH provider performs WSE</a:t>
            </a:r>
          </a:p>
          <a:p>
            <a:pPr eaLnBrk="1" hangingPunct="1">
              <a:buFont typeface="Wingdings" pitchFamily="2" charset="2"/>
              <a:buNone/>
            </a:pPr>
            <a:endParaRPr lang="en-US" smtClean="0"/>
          </a:p>
          <a:p>
            <a:pPr eaLnBrk="1" hangingPunct="1">
              <a:buFont typeface="Wingdings" pitchFamily="2" charset="2"/>
              <a:buNone/>
            </a:pPr>
            <a:r>
              <a:rPr lang="en-US" smtClean="0"/>
              <a:t>AMH Case Manager:</a:t>
            </a:r>
          </a:p>
          <a:p>
            <a:pPr eaLnBrk="1" hangingPunct="1"/>
            <a:r>
              <a:rPr lang="en-US" smtClean="0"/>
              <a:t>Prepare WSE results letter</a:t>
            </a:r>
          </a:p>
          <a:p>
            <a:pPr eaLnBrk="1" hangingPunct="1"/>
            <a:r>
              <a:rPr lang="en-US" smtClean="0"/>
              <a:t>Gives copy to patient</a:t>
            </a:r>
          </a:p>
          <a:p>
            <a:pPr eaLnBrk="1" hangingPunct="1"/>
            <a:r>
              <a:rPr lang="en-US" smtClean="0"/>
              <a:t>Fax and hard copy of letter to contractor</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2"/>
          <p:cNvSpPr>
            <a:spLocks noGrp="1" noChangeArrowheads="1"/>
          </p:cNvSpPr>
          <p:nvPr>
            <p:ph type="title"/>
          </p:nvPr>
        </p:nvSpPr>
        <p:spPr/>
        <p:txBody>
          <a:bodyPr/>
          <a:lstStyle/>
          <a:p>
            <a:pPr eaLnBrk="1" hangingPunct="1"/>
            <a:r>
              <a:rPr lang="en-US" smtClean="0"/>
              <a:t>Employee is not working</a:t>
            </a:r>
          </a:p>
        </p:txBody>
      </p:sp>
      <p:sp>
        <p:nvSpPr>
          <p:cNvPr id="11267" name="Rectangle 3"/>
          <p:cNvSpPr>
            <a:spLocks noGrp="1" noChangeArrowheads="1"/>
          </p:cNvSpPr>
          <p:nvPr>
            <p:ph type="body" idx="1"/>
          </p:nvPr>
        </p:nvSpPr>
        <p:spPr/>
        <p:txBody>
          <a:bodyPr/>
          <a:lstStyle/>
          <a:p>
            <a:pPr eaLnBrk="1" hangingPunct="1">
              <a:buFont typeface="Wingdings" pitchFamily="2" charset="2"/>
              <a:buNone/>
            </a:pPr>
            <a:r>
              <a:rPr lang="en-US" sz="2400" smtClean="0"/>
              <a:t>AMH Case Manager:</a:t>
            </a:r>
          </a:p>
          <a:p>
            <a:pPr eaLnBrk="1" hangingPunct="1"/>
            <a:r>
              <a:rPr lang="en-US" sz="2400" smtClean="0"/>
              <a:t>Receive WSE request from contractor</a:t>
            </a:r>
          </a:p>
          <a:p>
            <a:pPr eaLnBrk="1" hangingPunct="1"/>
            <a:r>
              <a:rPr lang="en-US" sz="2400" smtClean="0"/>
              <a:t>Contact employee at home: </a:t>
            </a:r>
          </a:p>
          <a:p>
            <a:pPr lvl="1" eaLnBrk="1" hangingPunct="1">
              <a:buFontTx/>
              <a:buChar char="•"/>
            </a:pPr>
            <a:r>
              <a:rPr lang="en-US" smtClean="0"/>
              <a:t>For release of records from private provider</a:t>
            </a:r>
          </a:p>
          <a:p>
            <a:pPr lvl="1" eaLnBrk="1" hangingPunct="1">
              <a:buFontTx/>
              <a:buChar char="•"/>
            </a:pPr>
            <a:r>
              <a:rPr lang="en-US" smtClean="0"/>
              <a:t>Determine whether employee has a RTW release</a:t>
            </a:r>
            <a:endParaRPr lang="en-US" sz="2000" smtClean="0"/>
          </a:p>
          <a:p>
            <a:pPr eaLnBrk="1" hangingPunct="1"/>
            <a:r>
              <a:rPr lang="en-US" sz="2400" smtClean="0"/>
              <a:t>Fax record release to private provider</a:t>
            </a:r>
          </a:p>
          <a:p>
            <a:pPr eaLnBrk="1" hangingPunct="1"/>
            <a:r>
              <a:rPr lang="en-US" sz="2400" smtClean="0"/>
              <a:t>Receive medical records</a:t>
            </a:r>
          </a:p>
          <a:p>
            <a:pPr eaLnBrk="1" hangingPunct="1"/>
            <a:r>
              <a:rPr lang="en-US" sz="2400" smtClean="0"/>
              <a:t>Route to medical provider</a:t>
            </a:r>
          </a:p>
          <a:p>
            <a:pPr eaLnBrk="1" hangingPunct="1"/>
            <a:r>
              <a:rPr lang="en-US" sz="2400" smtClean="0"/>
              <a:t>Schedule WSE</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4"/>
          <p:cNvSpPr>
            <a:spLocks noGrp="1"/>
          </p:cNvSpPr>
          <p:nvPr>
            <p:ph type="title"/>
          </p:nvPr>
        </p:nvSpPr>
        <p:spPr/>
        <p:txBody>
          <a:bodyPr/>
          <a:lstStyle/>
          <a:p>
            <a:pPr eaLnBrk="1" hangingPunct="1"/>
            <a:r>
              <a:rPr lang="en-US" smtClean="0"/>
              <a:t>Employee is not working</a:t>
            </a:r>
          </a:p>
        </p:txBody>
      </p:sp>
      <p:sp>
        <p:nvSpPr>
          <p:cNvPr id="12291" name="Rectangle 3"/>
          <p:cNvSpPr>
            <a:spLocks noGrp="1" noChangeArrowheads="1"/>
          </p:cNvSpPr>
          <p:nvPr>
            <p:ph idx="1"/>
          </p:nvPr>
        </p:nvSpPr>
        <p:spPr/>
        <p:txBody>
          <a:bodyPr/>
          <a:lstStyle/>
          <a:p>
            <a:pPr eaLnBrk="1" hangingPunct="1">
              <a:buFont typeface="Wingdings" pitchFamily="2" charset="2"/>
              <a:buNone/>
            </a:pPr>
            <a:r>
              <a:rPr lang="en-US" smtClean="0"/>
              <a:t>AMH Provider Complete WSE</a:t>
            </a:r>
          </a:p>
          <a:p>
            <a:pPr eaLnBrk="1" hangingPunct="1">
              <a:buFont typeface="Wingdings" pitchFamily="2" charset="2"/>
              <a:buNone/>
            </a:pPr>
            <a:r>
              <a:rPr lang="en-US" smtClean="0"/>
              <a:t>AMH Case Manager:</a:t>
            </a:r>
          </a:p>
          <a:p>
            <a:pPr eaLnBrk="1" hangingPunct="1"/>
            <a:r>
              <a:rPr lang="en-US" smtClean="0"/>
              <a:t>Prepare WSE results letter</a:t>
            </a:r>
          </a:p>
          <a:p>
            <a:pPr eaLnBrk="1" hangingPunct="1"/>
            <a:r>
              <a:rPr lang="en-US" smtClean="0"/>
              <a:t>Gives copy of letter to employee</a:t>
            </a:r>
          </a:p>
          <a:p>
            <a:pPr lvl="1" eaLnBrk="1" hangingPunct="1">
              <a:buFontTx/>
              <a:buChar char="•"/>
            </a:pPr>
            <a:r>
              <a:rPr lang="en-US" smtClean="0"/>
              <a:t>Instructs employee to go home </a:t>
            </a:r>
          </a:p>
          <a:p>
            <a:pPr lvl="1" eaLnBrk="1" hangingPunct="1">
              <a:buFontTx/>
              <a:buChar char="•"/>
            </a:pPr>
            <a:r>
              <a:rPr lang="en-US" smtClean="0"/>
              <a:t>Their company will contact them or</a:t>
            </a:r>
          </a:p>
          <a:p>
            <a:pPr lvl="1" eaLnBrk="1" hangingPunct="1">
              <a:buFontTx/>
              <a:buChar char="•"/>
            </a:pPr>
            <a:r>
              <a:rPr lang="en-US" smtClean="0"/>
              <a:t>AMH performs a RTW/Contractor instruction</a:t>
            </a:r>
          </a:p>
          <a:p>
            <a:pPr lvl="1" eaLnBrk="1" hangingPunct="1">
              <a:buFontTx/>
              <a:buChar char="•"/>
            </a:pPr>
            <a:endParaRPr lang="en-US" smtClean="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4"/>
          <p:cNvSpPr>
            <a:spLocks noGrp="1"/>
          </p:cNvSpPr>
          <p:nvPr>
            <p:ph type="title"/>
          </p:nvPr>
        </p:nvSpPr>
        <p:spPr/>
        <p:txBody>
          <a:bodyPr/>
          <a:lstStyle/>
          <a:p>
            <a:pPr eaLnBrk="1" hangingPunct="1"/>
            <a:r>
              <a:rPr lang="en-US" smtClean="0"/>
              <a:t>Employee is not working</a:t>
            </a:r>
          </a:p>
        </p:txBody>
      </p:sp>
      <p:sp>
        <p:nvSpPr>
          <p:cNvPr id="13315" name="Rectangle 3"/>
          <p:cNvSpPr>
            <a:spLocks noGrp="1" noChangeArrowheads="1"/>
          </p:cNvSpPr>
          <p:nvPr>
            <p:ph idx="1"/>
          </p:nvPr>
        </p:nvSpPr>
        <p:spPr/>
        <p:txBody>
          <a:bodyPr/>
          <a:lstStyle/>
          <a:p>
            <a:pPr eaLnBrk="1" hangingPunct="1"/>
            <a:r>
              <a:rPr lang="en-US" smtClean="0"/>
              <a:t>Fax and hard copy letter to contractor</a:t>
            </a:r>
          </a:p>
          <a:p>
            <a:pPr eaLnBrk="1" hangingPunct="1"/>
            <a:r>
              <a:rPr lang="en-US" smtClean="0"/>
              <a:t>Contractor contacts employee</a:t>
            </a:r>
          </a:p>
          <a:p>
            <a:pPr eaLnBrk="1" hangingPunct="1"/>
            <a:r>
              <a:rPr lang="en-US" smtClean="0"/>
              <a:t>Employee goes to AMH for Return To Work</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AutoShape 2"/>
          <p:cNvSpPr>
            <a:spLocks noGrp="1" noChangeArrowheads="1"/>
          </p:cNvSpPr>
          <p:nvPr>
            <p:ph type="title"/>
          </p:nvPr>
        </p:nvSpPr>
        <p:spPr/>
        <p:txBody>
          <a:bodyPr/>
          <a:lstStyle/>
          <a:p>
            <a:pPr eaLnBrk="1" hangingPunct="1"/>
            <a:r>
              <a:rPr lang="en-US" sz="3200" smtClean="0"/>
              <a:t>WSE with a Work Capacity Evaluation (WCE)</a:t>
            </a:r>
          </a:p>
        </p:txBody>
      </p:sp>
      <p:sp>
        <p:nvSpPr>
          <p:cNvPr id="14339" name="Rectangle 3"/>
          <p:cNvSpPr>
            <a:spLocks noGrp="1" noChangeArrowheads="1"/>
          </p:cNvSpPr>
          <p:nvPr>
            <p:ph type="body" idx="1"/>
          </p:nvPr>
        </p:nvSpPr>
        <p:spPr/>
        <p:txBody>
          <a:bodyPr/>
          <a:lstStyle/>
          <a:p>
            <a:pPr eaLnBrk="1" hangingPunct="1">
              <a:buFont typeface="Wingdings" pitchFamily="2" charset="2"/>
              <a:buNone/>
            </a:pPr>
            <a:r>
              <a:rPr lang="en-US" smtClean="0"/>
              <a:t>AMH Case Manager:</a:t>
            </a:r>
          </a:p>
          <a:p>
            <a:pPr eaLnBrk="1" hangingPunct="1"/>
            <a:r>
              <a:rPr lang="en-US" smtClean="0"/>
              <a:t>Fax Concurrence letter to private provider</a:t>
            </a:r>
          </a:p>
          <a:p>
            <a:pPr eaLnBrk="1" hangingPunct="1"/>
            <a:r>
              <a:rPr lang="en-US" smtClean="0"/>
              <a:t>Schedule WCE</a:t>
            </a:r>
          </a:p>
          <a:p>
            <a:pPr eaLnBrk="1" hangingPunct="1"/>
            <a:r>
              <a:rPr lang="en-US" smtClean="0"/>
              <a:t>Schedule WSE consult</a:t>
            </a:r>
          </a:p>
          <a:p>
            <a:pPr eaLnBrk="1" hangingPunct="1"/>
            <a:r>
              <a:rPr lang="en-US" smtClean="0"/>
              <a:t>Follow WSE procedure</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US" smtClean="0"/>
              <a:t>What is a Work Capacity Evaluation?</a:t>
            </a:r>
          </a:p>
        </p:txBody>
      </p:sp>
      <p:sp>
        <p:nvSpPr>
          <p:cNvPr id="15363" name="Content Placeholder 2"/>
          <p:cNvSpPr>
            <a:spLocks noGrp="1"/>
          </p:cNvSpPr>
          <p:nvPr>
            <p:ph idx="1"/>
          </p:nvPr>
        </p:nvSpPr>
        <p:spPr/>
        <p:txBody>
          <a:bodyPr/>
          <a:lstStyle/>
          <a:p>
            <a:pPr eaLnBrk="1" hangingPunct="1">
              <a:buFont typeface="Wingdings" pitchFamily="2" charset="2"/>
              <a:buNone/>
            </a:pPr>
            <a:r>
              <a:rPr lang="en-US" smtClean="0"/>
              <a:t>This Industrial Rehabilitation service provides an evaluation of individuals for jobs that require specific physical capabilities to perform their essential elements as defined in the appropriate worker job task analysis (EJTA)</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smtClean="0"/>
              <a:t>Testing components of the work capacity evaluation (WCE)</a:t>
            </a:r>
          </a:p>
        </p:txBody>
      </p:sp>
      <p:sp>
        <p:nvSpPr>
          <p:cNvPr id="16387" name="Content Placeholder 2"/>
          <p:cNvSpPr>
            <a:spLocks noGrp="1"/>
          </p:cNvSpPr>
          <p:nvPr>
            <p:ph idx="1"/>
          </p:nvPr>
        </p:nvSpPr>
        <p:spPr/>
        <p:txBody>
          <a:bodyPr/>
          <a:lstStyle/>
          <a:p>
            <a:pPr eaLnBrk="1" hangingPunct="1"/>
            <a:r>
              <a:rPr lang="en-US" smtClean="0"/>
              <a:t>Analysis of client reliability of pain and disability report</a:t>
            </a:r>
          </a:p>
          <a:p>
            <a:pPr eaLnBrk="1" hangingPunct="1"/>
            <a:r>
              <a:rPr lang="en-US" smtClean="0"/>
              <a:t>Evaluation of marginal effort</a:t>
            </a:r>
          </a:p>
          <a:p>
            <a:pPr eaLnBrk="1" hangingPunct="1"/>
            <a:r>
              <a:rPr lang="en-US" smtClean="0"/>
              <a:t>Intake and vital signs</a:t>
            </a:r>
          </a:p>
          <a:p>
            <a:pPr eaLnBrk="1" hangingPunct="1"/>
            <a:r>
              <a:rPr lang="en-US" smtClean="0"/>
              <a:t>sitting/standing/walking</a:t>
            </a:r>
          </a:p>
          <a:p>
            <a:pPr eaLnBrk="1" hangingPunct="1"/>
            <a:r>
              <a:rPr lang="en-US" smtClean="0"/>
              <a:t>lift and carry capacity </a:t>
            </a:r>
          </a:p>
          <a:p>
            <a:pPr eaLnBrk="1" hangingPunct="1"/>
            <a:r>
              <a:rPr lang="en-US" smtClean="0"/>
              <a:t>range of motion </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smtClean="0"/>
              <a:t>Components cont.</a:t>
            </a:r>
          </a:p>
        </p:txBody>
      </p:sp>
      <p:sp>
        <p:nvSpPr>
          <p:cNvPr id="17411" name="Content Placeholder 2"/>
          <p:cNvSpPr>
            <a:spLocks noGrp="1"/>
          </p:cNvSpPr>
          <p:nvPr>
            <p:ph idx="1"/>
          </p:nvPr>
        </p:nvSpPr>
        <p:spPr/>
        <p:txBody>
          <a:bodyPr/>
          <a:lstStyle/>
          <a:p>
            <a:pPr eaLnBrk="1" hangingPunct="1"/>
            <a:r>
              <a:rPr lang="en-US" smtClean="0"/>
              <a:t>muscular strength and endurance (i.e. climbing, pushing, pulling) </a:t>
            </a:r>
          </a:p>
          <a:p>
            <a:pPr eaLnBrk="1" hangingPunct="1"/>
            <a:r>
              <a:rPr lang="en-US" smtClean="0"/>
              <a:t>functional aerobic capacity </a:t>
            </a:r>
          </a:p>
          <a:p>
            <a:pPr eaLnBrk="1" hangingPunct="1"/>
            <a:r>
              <a:rPr lang="en-US" smtClean="0"/>
              <a:t>musculoskeletal evaluation</a:t>
            </a:r>
          </a:p>
          <a:p>
            <a:pPr eaLnBrk="1" hangingPunct="1"/>
            <a:r>
              <a:rPr lang="en-US" smtClean="0"/>
              <a:t>fine &amp; gross dexterity &amp; hand pinch/grip </a:t>
            </a:r>
          </a:p>
          <a:p>
            <a:pPr eaLnBrk="1" hangingPunct="1"/>
            <a:r>
              <a:rPr lang="en-US" smtClean="0"/>
              <a:t>job simulation and job-task-specific assessment</a:t>
            </a:r>
          </a:p>
          <a:p>
            <a:pPr eaLnBrk="1" hangingPunct="1"/>
            <a:endParaRPr lang="en-US" smtClean="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smtClean="0"/>
              <a:t>What is a Fitness for Duty (FFD)Evaluation?</a:t>
            </a:r>
          </a:p>
        </p:txBody>
      </p:sp>
      <p:sp>
        <p:nvSpPr>
          <p:cNvPr id="18435" name="Content Placeholder 2"/>
          <p:cNvSpPr>
            <a:spLocks noGrp="1"/>
          </p:cNvSpPr>
          <p:nvPr>
            <p:ph idx="1"/>
          </p:nvPr>
        </p:nvSpPr>
        <p:spPr/>
        <p:txBody>
          <a:bodyPr/>
          <a:lstStyle/>
          <a:p>
            <a:pPr eaLnBrk="1" hangingPunct="1">
              <a:buFont typeface="Wingdings" pitchFamily="2" charset="2"/>
              <a:buNone/>
            </a:pPr>
            <a:r>
              <a:rPr lang="en-US" smtClean="0"/>
              <a:t>This evaluation is a comprehensive, behavioral health assessment as requested by eligible Hanford employers and/or their human resources organizations for performance concerns or for work suitability or reliability. </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smtClean="0"/>
              <a:t/>
            </a:r>
            <a:br>
              <a:rPr lang="en-US" smtClean="0"/>
            </a:br>
            <a:r>
              <a:rPr lang="en-US" smtClean="0"/>
              <a:t/>
            </a:r>
            <a:br>
              <a:rPr lang="en-US" smtClean="0"/>
            </a:br>
            <a:r>
              <a:rPr lang="en-US" smtClean="0"/>
              <a:t/>
            </a:r>
            <a:br>
              <a:rPr lang="en-US" smtClean="0"/>
            </a:br>
            <a:r>
              <a:rPr lang="en-US" smtClean="0"/>
              <a:t>FFD may include one or all of the following:</a:t>
            </a:r>
            <a:br>
              <a:rPr lang="en-US" smtClean="0"/>
            </a:br>
            <a:endParaRPr lang="en-US" smtClean="0"/>
          </a:p>
        </p:txBody>
      </p:sp>
      <p:sp>
        <p:nvSpPr>
          <p:cNvPr id="19459" name="Content Placeholder 2"/>
          <p:cNvSpPr>
            <a:spLocks noGrp="1"/>
          </p:cNvSpPr>
          <p:nvPr>
            <p:ph idx="1"/>
          </p:nvPr>
        </p:nvSpPr>
        <p:spPr/>
        <p:txBody>
          <a:bodyPr/>
          <a:lstStyle/>
          <a:p>
            <a:pPr eaLnBrk="1" hangingPunct="1"/>
            <a:r>
              <a:rPr lang="en-US" smtClean="0"/>
              <a:t>Psychological assessments </a:t>
            </a:r>
          </a:p>
          <a:p>
            <a:pPr eaLnBrk="1" hangingPunct="1"/>
            <a:r>
              <a:rPr lang="en-US" smtClean="0"/>
              <a:t>Psychological testing </a:t>
            </a:r>
          </a:p>
          <a:p>
            <a:pPr eaLnBrk="1" hangingPunct="1"/>
            <a:r>
              <a:rPr lang="en-US" smtClean="0"/>
              <a:t>Substance abuse assessments </a:t>
            </a:r>
          </a:p>
          <a:p>
            <a:pPr eaLnBrk="1" hangingPunct="1"/>
            <a:r>
              <a:rPr lang="en-US" smtClean="0"/>
              <a:t>Return-to-work assessments </a:t>
            </a:r>
          </a:p>
          <a:p>
            <a:pPr eaLnBrk="1" hangingPunct="1"/>
            <a:r>
              <a:rPr lang="en-US" smtClean="0"/>
              <a:t>Psychological monitoring plans </a:t>
            </a:r>
          </a:p>
          <a:p>
            <a:pPr eaLnBrk="1" hangingPunct="1"/>
            <a:r>
              <a:rPr lang="en-US" smtClean="0"/>
              <a:t>Substance abuse monitoring plans </a:t>
            </a:r>
          </a:p>
          <a:p>
            <a:pPr eaLnBrk="1" hangingPunct="1"/>
            <a:endParaRPr lang="en-US"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utoShape 2"/>
          <p:cNvSpPr>
            <a:spLocks noGrp="1" noChangeArrowheads="1"/>
          </p:cNvSpPr>
          <p:nvPr>
            <p:ph type="title"/>
          </p:nvPr>
        </p:nvSpPr>
        <p:spPr/>
        <p:txBody>
          <a:bodyPr/>
          <a:lstStyle/>
          <a:p>
            <a:pPr eaLnBrk="1" hangingPunct="1"/>
            <a:r>
              <a:rPr lang="en-US" smtClean="0"/>
              <a:t>WSE with Fitness For Duty (FFD)</a:t>
            </a:r>
          </a:p>
        </p:txBody>
      </p:sp>
      <p:sp>
        <p:nvSpPr>
          <p:cNvPr id="20483" name="Rectangle 3"/>
          <p:cNvSpPr>
            <a:spLocks noGrp="1" noChangeArrowheads="1"/>
          </p:cNvSpPr>
          <p:nvPr>
            <p:ph type="body" idx="1"/>
          </p:nvPr>
        </p:nvSpPr>
        <p:spPr/>
        <p:txBody>
          <a:bodyPr/>
          <a:lstStyle/>
          <a:p>
            <a:pPr eaLnBrk="1" hangingPunct="1"/>
            <a:r>
              <a:rPr lang="en-US" smtClean="0"/>
              <a:t>Request for FFD received from contractor</a:t>
            </a:r>
          </a:p>
          <a:p>
            <a:pPr eaLnBrk="1" hangingPunct="1"/>
            <a:r>
              <a:rPr lang="en-US" smtClean="0"/>
              <a:t>Behavioral Health Services (BHS) will schedule </a:t>
            </a:r>
          </a:p>
          <a:p>
            <a:pPr eaLnBrk="1" hangingPunct="1"/>
            <a:r>
              <a:rPr lang="en-US" smtClean="0"/>
              <a:t>Follow WSE protocol</a:t>
            </a:r>
          </a:p>
          <a:p>
            <a:pPr eaLnBrk="1" hangingPunct="1"/>
            <a:r>
              <a:rPr lang="en-US" smtClean="0"/>
              <a:t>WSE letter is signed by BHS clinician and AMH provider</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AutoShape 2"/>
          <p:cNvSpPr>
            <a:spLocks noGrp="1" noChangeArrowheads="1"/>
          </p:cNvSpPr>
          <p:nvPr>
            <p:ph type="title" idx="4294967295"/>
          </p:nvPr>
        </p:nvSpPr>
        <p:spPr>
          <a:xfrm>
            <a:off x="1219200" y="762000"/>
            <a:ext cx="7924800" cy="1143000"/>
          </a:xfrm>
        </p:spPr>
        <p:txBody>
          <a:bodyPr/>
          <a:lstStyle/>
          <a:p>
            <a:pPr eaLnBrk="1" hangingPunct="1"/>
            <a:r>
              <a:rPr lang="en-US" smtClean="0"/>
              <a:t>Questions???</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ctrTitle"/>
          </p:nvPr>
        </p:nvSpPr>
        <p:spPr>
          <a:xfrm>
            <a:off x="152400" y="3581400"/>
            <a:ext cx="8991600" cy="1600199"/>
          </a:xfrm>
        </p:spPr>
        <p:txBody>
          <a:bodyPr/>
          <a:lstStyle/>
          <a:p>
            <a:r>
              <a:rPr lang="en-US" dirty="0" smtClean="0"/>
              <a:t>UNDERSTANDING WASHINGTON</a:t>
            </a:r>
            <a:br>
              <a:rPr lang="en-US" dirty="0" smtClean="0"/>
            </a:br>
            <a:r>
              <a:rPr lang="en-US" dirty="0" smtClean="0"/>
              <a:t>WORKERS’ COMPENSATION</a:t>
            </a:r>
            <a:endParaRPr lang="en-US" dirty="0"/>
          </a:p>
        </p:txBody>
      </p:sp>
      <p:sp>
        <p:nvSpPr>
          <p:cNvPr id="3" name="Rectangle 3"/>
          <p:cNvSpPr>
            <a:spLocks noGrp="1"/>
          </p:cNvSpPr>
          <p:nvPr>
            <p:ph type="subTitle" idx="1"/>
          </p:nvPr>
        </p:nvSpPr>
        <p:spPr>
          <a:xfrm>
            <a:off x="228600" y="5181600"/>
            <a:ext cx="8458200" cy="914400"/>
          </a:xfrm>
        </p:spPr>
        <p:txBody>
          <a:bodyPr>
            <a:normAutofit/>
          </a:bodyPr>
          <a:lstStyle/>
          <a:p>
            <a:r>
              <a:rPr lang="en-US" dirty="0" smtClean="0"/>
              <a:t>Lawrence E. Mann</a:t>
            </a:r>
            <a:endParaRPr lang="en-US" dirty="0"/>
          </a:p>
        </p:txBody>
      </p:sp>
      <p:pic>
        <p:nvPicPr>
          <p:cNvPr id="4" name="Picture 4" descr="klogo4"/>
          <p:cNvPicPr>
            <a:picLocks noChangeAspect="1" noChangeArrowheads="1"/>
          </p:cNvPicPr>
          <p:nvPr/>
        </p:nvPicPr>
        <p:blipFill>
          <a:blip r:embed="rId3" cstate="print"/>
          <a:srcRect/>
          <a:stretch>
            <a:fillRect/>
          </a:stretch>
        </p:blipFill>
        <p:spPr bwMode="auto">
          <a:xfrm>
            <a:off x="304800" y="6172200"/>
            <a:ext cx="2743200" cy="496888"/>
          </a:xfrm>
          <a:prstGeom prst="rect">
            <a:avLst/>
          </a:prstGeom>
          <a:noFill/>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overview</a:t>
            </a:r>
            <a:endParaRPr lang="en-US" dirty="0"/>
          </a:p>
        </p:txBody>
      </p:sp>
      <p:sp>
        <p:nvSpPr>
          <p:cNvPr id="5" name="Content Placeholder 4"/>
          <p:cNvSpPr>
            <a:spLocks noGrp="1"/>
          </p:cNvSpPr>
          <p:nvPr>
            <p:ph idx="1"/>
          </p:nvPr>
        </p:nvSpPr>
        <p:spPr>
          <a:xfrm>
            <a:off x="304800" y="1554162"/>
            <a:ext cx="8686800" cy="4922838"/>
          </a:xfrm>
        </p:spPr>
        <p:txBody>
          <a:bodyPr>
            <a:normAutofit lnSpcReduction="10000"/>
          </a:bodyPr>
          <a:lstStyle/>
          <a:p>
            <a:pPr marL="514350" indent="-514350">
              <a:buAutoNum type="arabicPeriod"/>
            </a:pPr>
            <a:r>
              <a:rPr lang="en-US" dirty="0" smtClean="0"/>
              <a:t>Coverage.</a:t>
            </a:r>
          </a:p>
          <a:p>
            <a:pPr marL="514350" indent="-514350">
              <a:buAutoNum type="arabicPeriod"/>
            </a:pPr>
            <a:r>
              <a:rPr lang="en-US" dirty="0" smtClean="0"/>
              <a:t>Injury vs. Occupational Disease.</a:t>
            </a:r>
          </a:p>
          <a:p>
            <a:pPr marL="514350" indent="-514350">
              <a:buAutoNum type="arabicPeriod"/>
            </a:pPr>
            <a:r>
              <a:rPr lang="en-US" dirty="0" smtClean="0"/>
              <a:t>Time Loss.</a:t>
            </a:r>
          </a:p>
          <a:p>
            <a:pPr marL="514350" indent="-514350">
              <a:buAutoNum type="arabicPeriod"/>
            </a:pPr>
            <a:r>
              <a:rPr lang="en-US" dirty="0" smtClean="0"/>
              <a:t>LEP.</a:t>
            </a:r>
          </a:p>
          <a:p>
            <a:pPr marL="514350" indent="-514350">
              <a:buFont typeface="Wingdings 2"/>
              <a:buAutoNum type="arabicPeriod"/>
            </a:pPr>
            <a:r>
              <a:rPr lang="en-US" dirty="0" smtClean="0"/>
              <a:t>Claim Closure.</a:t>
            </a:r>
          </a:p>
          <a:p>
            <a:pPr marL="514350" indent="-514350">
              <a:buAutoNum type="arabicPeriod"/>
            </a:pPr>
            <a:r>
              <a:rPr lang="en-US" dirty="0" smtClean="0"/>
              <a:t>Pensions &amp; Fatalities.</a:t>
            </a:r>
          </a:p>
          <a:p>
            <a:pPr marL="514350" indent="-514350">
              <a:buAutoNum type="arabicPeriod"/>
            </a:pPr>
            <a:r>
              <a:rPr lang="en-US" dirty="0" smtClean="0"/>
              <a:t>PPD.</a:t>
            </a:r>
          </a:p>
          <a:p>
            <a:pPr marL="514350" indent="-514350">
              <a:buAutoNum type="arabicPeriod"/>
            </a:pPr>
            <a:r>
              <a:rPr lang="en-US" dirty="0" smtClean="0"/>
              <a:t>Reopening.</a:t>
            </a:r>
          </a:p>
          <a:p>
            <a:pPr marL="514350" indent="-514350">
              <a:buAutoNum type="arabicPeriod"/>
            </a:pPr>
            <a:r>
              <a:rPr lang="en-US" dirty="0" smtClean="0"/>
              <a:t>Appeals Process.</a:t>
            </a:r>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ctrTitle"/>
          </p:nvPr>
        </p:nvSpPr>
        <p:spPr>
          <a:xfrm>
            <a:off x="0" y="2133600"/>
            <a:ext cx="8991600" cy="2590800"/>
          </a:xfrm>
        </p:spPr>
        <p:txBody>
          <a:bodyPr>
            <a:normAutofit/>
          </a:bodyPr>
          <a:lstStyle/>
          <a:p>
            <a:pPr algn="ctr"/>
            <a:r>
              <a:rPr lang="en-US" sz="6000" dirty="0" smtClean="0"/>
              <a:t>Coverage</a:t>
            </a:r>
            <a:endParaRPr lang="en-US" sz="6000" dirty="0"/>
          </a:p>
        </p:txBody>
      </p:sp>
      <p:sp>
        <p:nvSpPr>
          <p:cNvPr id="5" name="Subtitle 4"/>
          <p:cNvSpPr>
            <a:spLocks noGrp="1"/>
          </p:cNvSpPr>
          <p:nvPr>
            <p:ph type="subTitle" idx="1"/>
          </p:nvPr>
        </p:nvSpPr>
        <p:spPr/>
        <p:txBody>
          <a:bodyPr/>
          <a:lstStyle/>
          <a:p>
            <a:endParaRPr lang="en-US"/>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
        <p:nvSpPr>
          <p:cNvPr id="7" name="TextBox 6"/>
          <p:cNvSpPr txBox="1"/>
          <p:nvPr/>
        </p:nvSpPr>
        <p:spPr>
          <a:xfrm>
            <a:off x="838200" y="685800"/>
            <a:ext cx="685800" cy="769441"/>
          </a:xfrm>
          <a:prstGeom prst="rect">
            <a:avLst/>
          </a:prstGeom>
          <a:noFill/>
        </p:spPr>
        <p:txBody>
          <a:bodyPr wrap="square" rtlCol="0">
            <a:spAutoFit/>
          </a:bodyPr>
          <a:lstStyle/>
          <a:p>
            <a:r>
              <a:rPr lang="en-US" sz="4400" b="1" dirty="0" smtClean="0">
                <a:solidFill>
                  <a:schemeClr val="tx2"/>
                </a:solidFill>
              </a:rPr>
              <a:t>1.</a:t>
            </a:r>
            <a:endParaRPr lang="en-US" sz="4400" b="1" dirty="0">
              <a:solidFill>
                <a:schemeClr val="tx2"/>
              </a:solidFill>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COVERAGE</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buFont typeface="Arial" pitchFamily="34" charset="0"/>
              <a:buChar char="•"/>
            </a:pPr>
            <a:r>
              <a:rPr lang="en-US" sz="2800" dirty="0" smtClean="0"/>
              <a:t>The Industrial Insurance Act only provides coverage for employees.</a:t>
            </a:r>
          </a:p>
          <a:p>
            <a:pPr marL="457200" indent="-457200">
              <a:buFont typeface="Arial" pitchFamily="34" charset="0"/>
              <a:buChar char="•"/>
            </a:pPr>
            <a:r>
              <a:rPr lang="en-US" sz="2800" dirty="0" smtClean="0"/>
              <a:t>Under the Act, an employer-employee relationship exists only where:</a:t>
            </a:r>
          </a:p>
          <a:p>
            <a:pPr marL="857250" lvl="1" indent="-457200">
              <a:buNone/>
            </a:pPr>
            <a:r>
              <a:rPr lang="en-US" dirty="0" smtClean="0"/>
              <a:t>	(1)	The employer has the right to control the 			worker’s physical conduct in the 				performance of his/her duties; and </a:t>
            </a:r>
          </a:p>
          <a:p>
            <a:pPr marL="857250" lvl="1" indent="-457200">
              <a:buNone/>
            </a:pPr>
            <a:r>
              <a:rPr lang="en-US" dirty="0" smtClean="0"/>
              <a:t>	(2)	There is consent by the employee to this 			relationship.</a:t>
            </a:r>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COVERAGE</a:t>
            </a:r>
            <a:endParaRPr lang="en-US" dirty="0"/>
          </a:p>
        </p:txBody>
      </p:sp>
      <p:sp>
        <p:nvSpPr>
          <p:cNvPr id="5" name="Content Placeholder 4"/>
          <p:cNvSpPr>
            <a:spLocks noGrp="1"/>
          </p:cNvSpPr>
          <p:nvPr>
            <p:ph idx="1"/>
          </p:nvPr>
        </p:nvSpPr>
        <p:spPr>
          <a:xfrm>
            <a:off x="228600" y="1371600"/>
            <a:ext cx="8686800" cy="4922838"/>
          </a:xfrm>
        </p:spPr>
        <p:txBody>
          <a:bodyPr>
            <a:normAutofit lnSpcReduction="10000"/>
          </a:bodyPr>
          <a:lstStyle/>
          <a:p>
            <a:pPr marL="457200" indent="-457200" algn="ctr">
              <a:buNone/>
            </a:pPr>
            <a:r>
              <a:rPr lang="en-US" u="sng" dirty="0" smtClean="0"/>
              <a:t>Course of Employment</a:t>
            </a:r>
          </a:p>
          <a:p>
            <a:pPr marL="457200" indent="-457200" algn="ctr">
              <a:buNone/>
            </a:pPr>
            <a:r>
              <a:rPr lang="en-US" sz="2400" dirty="0" smtClean="0"/>
              <a:t>RCW 51.08.013</a:t>
            </a:r>
          </a:p>
          <a:p>
            <a:pPr marL="457200" indent="-457200" algn="ctr">
              <a:buNone/>
            </a:pPr>
            <a:endParaRPr lang="en-US" sz="2400" dirty="0" smtClean="0"/>
          </a:p>
          <a:p>
            <a:pPr marL="457200" indent="-457200" algn="ctr">
              <a:buNone/>
            </a:pPr>
            <a:endParaRPr lang="en-US" sz="2400" dirty="0" smtClean="0"/>
          </a:p>
          <a:p>
            <a:pPr marL="457200" indent="-457200" algn="ctr">
              <a:buNone/>
            </a:pPr>
            <a:endParaRPr lang="en-US" sz="2400" dirty="0" smtClean="0"/>
          </a:p>
          <a:p>
            <a:pPr marL="457200" indent="-457200" algn="ctr">
              <a:buNone/>
            </a:pPr>
            <a:endParaRPr lang="en-US" dirty="0" smtClean="0"/>
          </a:p>
          <a:p>
            <a:pPr marL="457200" indent="-457200" algn="ctr">
              <a:buNone/>
            </a:pPr>
            <a:endParaRPr lang="en-US" dirty="0" smtClean="0"/>
          </a:p>
          <a:p>
            <a:pPr marL="457200" indent="-457200" algn="ctr">
              <a:buNone/>
            </a:pPr>
            <a:endParaRPr lang="en-US" sz="2800" dirty="0" smtClean="0"/>
          </a:p>
          <a:p>
            <a:pPr marL="457200" indent="-457200" algn="ctr">
              <a:buNone/>
            </a:pPr>
            <a:r>
              <a:rPr lang="en-US" sz="2800" dirty="0" smtClean="0"/>
              <a:t>The worker must be acting at his or her employer’s direction or furthering the employer’s business interests.</a:t>
            </a:r>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pic>
        <p:nvPicPr>
          <p:cNvPr id="109570" name="Picture 2" descr="http://www.bikersadvice.com/admin/jscript/tiny_mce/plugins/imagemanager/files/employment.jpg"/>
          <p:cNvPicPr>
            <a:picLocks noChangeAspect="1" noChangeArrowheads="1"/>
          </p:cNvPicPr>
          <p:nvPr/>
        </p:nvPicPr>
        <p:blipFill>
          <a:blip r:embed="rId4" cstate="print"/>
          <a:srcRect t="18791" r="3125" b="22488"/>
          <a:stretch>
            <a:fillRect/>
          </a:stretch>
        </p:blipFill>
        <p:spPr bwMode="auto">
          <a:xfrm>
            <a:off x="1524000" y="2438400"/>
            <a:ext cx="6236208" cy="2514600"/>
          </a:xfrm>
          <a:prstGeom prst="rect">
            <a:avLst/>
          </a:prstGeom>
          <a:noFill/>
          <a:ln>
            <a:solidFill>
              <a:schemeClr val="tx1"/>
            </a:solidFill>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COVERAGE</a:t>
            </a:r>
            <a:endParaRPr lang="en-US" dirty="0"/>
          </a:p>
        </p:txBody>
      </p:sp>
      <p:sp>
        <p:nvSpPr>
          <p:cNvPr id="5" name="Content Placeholder 4"/>
          <p:cNvSpPr>
            <a:spLocks noGrp="1"/>
          </p:cNvSpPr>
          <p:nvPr>
            <p:ph idx="1"/>
          </p:nvPr>
        </p:nvSpPr>
        <p:spPr>
          <a:xfrm>
            <a:off x="228600" y="1600200"/>
            <a:ext cx="8686800" cy="4922838"/>
          </a:xfrm>
        </p:spPr>
        <p:txBody>
          <a:bodyPr>
            <a:normAutofit/>
          </a:bodyPr>
          <a:lstStyle/>
          <a:p>
            <a:pPr marL="457200" indent="-457200" algn="ctr">
              <a:buNone/>
            </a:pPr>
            <a:r>
              <a:rPr lang="en-US" u="sng" dirty="0" smtClean="0"/>
              <a:t>Course of Employment</a:t>
            </a:r>
          </a:p>
          <a:p>
            <a:pPr marL="457200" indent="-457200">
              <a:buFont typeface="Arial" pitchFamily="34" charset="0"/>
              <a:buChar char="•"/>
            </a:pPr>
            <a:r>
              <a:rPr lang="en-US" dirty="0" smtClean="0"/>
              <a:t>Key distinctions between Washington State law and other jurisdictions include:</a:t>
            </a:r>
          </a:p>
          <a:p>
            <a:pPr marL="1257300" lvl="2" indent="-457200">
              <a:buFont typeface="Arial" pitchFamily="34" charset="0"/>
              <a:buChar char="•"/>
            </a:pPr>
            <a:r>
              <a:rPr lang="en-US" dirty="0" smtClean="0"/>
              <a:t>No consideration is given to degrees of “fault” by the worker or employer in determining entitlement to benefits.</a:t>
            </a:r>
          </a:p>
          <a:p>
            <a:pPr marL="1257300" lvl="2" indent="-457200">
              <a:buFont typeface="Arial" pitchFamily="34" charset="0"/>
              <a:buChar char="•"/>
            </a:pPr>
            <a:r>
              <a:rPr lang="en-US" dirty="0" smtClean="0"/>
              <a:t>While it is necessary that the injury occur in the course of one’s work, it is not necessary that the injury “arise out of” the particular duties a worker is paid to perform.</a:t>
            </a:r>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COVERAGE</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lgn="ctr">
              <a:buNone/>
            </a:pPr>
            <a:r>
              <a:rPr lang="en-US" u="sng" dirty="0" smtClean="0"/>
              <a:t>Parking Lots </a:t>
            </a:r>
          </a:p>
          <a:p>
            <a:pPr marL="457200" indent="-457200" algn="ctr">
              <a:buNone/>
            </a:pPr>
            <a:r>
              <a:rPr lang="en-US" sz="2000" dirty="0" smtClean="0"/>
              <a:t>(RCW 51.08.013)</a:t>
            </a:r>
          </a:p>
          <a:p>
            <a:pPr marL="457200" indent="-457200">
              <a:buFont typeface="Arial" pitchFamily="34" charset="0"/>
              <a:buChar char="•"/>
            </a:pPr>
            <a:r>
              <a:rPr lang="en-US" dirty="0" smtClean="0"/>
              <a:t>Injuries that occur in parking lots are generally not allowable.</a:t>
            </a:r>
          </a:p>
          <a:p>
            <a:pPr marL="457200" indent="-457200">
              <a:buFont typeface="Arial" pitchFamily="34" charset="0"/>
              <a:buChar char="•"/>
            </a:pPr>
            <a:r>
              <a:rPr lang="en-US" dirty="0" smtClean="0"/>
              <a:t>However, courts have held that the statute allows coverage for parking lot injuries if the job duties require the worker’s presence in the parking lot.</a:t>
            </a:r>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COVERAGE</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lgn="ctr">
              <a:buNone/>
            </a:pPr>
            <a:r>
              <a:rPr lang="en-US" u="sng" dirty="0" smtClean="0"/>
              <a:t>Parking Lots </a:t>
            </a:r>
          </a:p>
          <a:p>
            <a:pPr marL="457200" indent="-457200" algn="ctr">
              <a:buNone/>
            </a:pPr>
            <a:r>
              <a:rPr lang="en-US" sz="2000" dirty="0" smtClean="0"/>
              <a:t>(RCW 51.08.013)</a:t>
            </a:r>
          </a:p>
          <a:p>
            <a:pPr marL="457200" indent="-457200" algn="ctr">
              <a:buNone/>
            </a:pPr>
            <a:endParaRPr lang="en-US" sz="2000" dirty="0" smtClean="0"/>
          </a:p>
          <a:p>
            <a:pPr marL="457200" indent="-457200" algn="ctr">
              <a:buNone/>
            </a:pPr>
            <a:endParaRPr lang="en-US" sz="2000" dirty="0" smtClean="0"/>
          </a:p>
          <a:p>
            <a:pPr marL="457200" indent="-457200" algn="ctr">
              <a:buNone/>
            </a:pPr>
            <a:endParaRPr lang="en-US" sz="2000" dirty="0" smtClean="0"/>
          </a:p>
          <a:p>
            <a:pPr marL="457200" indent="-457200" algn="ctr">
              <a:buNone/>
            </a:pPr>
            <a:endParaRPr lang="en-US" sz="2000" dirty="0" smtClean="0"/>
          </a:p>
          <a:p>
            <a:pPr marL="457200" indent="-457200" algn="ctr">
              <a:buNone/>
            </a:pPr>
            <a:endParaRPr lang="en-US" sz="2000" dirty="0" smtClean="0"/>
          </a:p>
          <a:p>
            <a:pPr marL="457200" indent="-457200" algn="ctr">
              <a:buNone/>
            </a:pPr>
            <a:endParaRPr lang="en-US" sz="2000" dirty="0" smtClean="0"/>
          </a:p>
          <a:p>
            <a:pPr marL="457200" indent="-457200" algn="ctr">
              <a:buNone/>
            </a:pPr>
            <a:endParaRPr lang="en-US" sz="2000" dirty="0" smtClean="0"/>
          </a:p>
          <a:p>
            <a:pPr marL="0" indent="0" algn="ctr">
              <a:buNone/>
            </a:pPr>
            <a:r>
              <a:rPr lang="en-US" sz="2400" dirty="0" smtClean="0"/>
              <a:t>For example, a grocery store employee who is injured while carrying groceries to a customer’s car would be covered.</a:t>
            </a:r>
          </a:p>
          <a:p>
            <a:pPr marL="457200" indent="-457200" algn="ctr">
              <a:buNone/>
            </a:pPr>
            <a:endParaRPr lang="en-US" sz="2000" dirty="0" smtClean="0"/>
          </a:p>
          <a:p>
            <a:pPr marL="457200" indent="-457200" algn="ctr">
              <a:buNone/>
            </a:pPr>
            <a:endParaRPr lang="en-US" sz="2000"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pic>
        <p:nvPicPr>
          <p:cNvPr id="22532" name="Picture 4" descr="http://pics4.city-data.com/cpicc/cfiles38966.jpg"/>
          <p:cNvPicPr>
            <a:picLocks noChangeAspect="1" noChangeArrowheads="1"/>
          </p:cNvPicPr>
          <p:nvPr/>
        </p:nvPicPr>
        <p:blipFill>
          <a:blip r:embed="rId4" cstate="print"/>
          <a:srcRect/>
          <a:stretch>
            <a:fillRect/>
          </a:stretch>
        </p:blipFill>
        <p:spPr bwMode="auto">
          <a:xfrm>
            <a:off x="3048000" y="2514600"/>
            <a:ext cx="3213100" cy="2140728"/>
          </a:xfrm>
          <a:prstGeom prst="rect">
            <a:avLst/>
          </a:prstGeom>
          <a:noFill/>
          <a:ln>
            <a:solidFill>
              <a:schemeClr val="tx1"/>
            </a:solidFill>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COVERAGE</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lgn="ctr">
              <a:buNone/>
            </a:pPr>
            <a:r>
              <a:rPr lang="en-US" u="sng" dirty="0" smtClean="0"/>
              <a:t>Coming &amp; Going </a:t>
            </a:r>
          </a:p>
          <a:p>
            <a:pPr marL="457200" indent="-457200" algn="ctr">
              <a:buNone/>
            </a:pPr>
            <a:r>
              <a:rPr lang="en-US" sz="2000" dirty="0" smtClean="0"/>
              <a:t>(RCW 51.08.013)</a:t>
            </a:r>
          </a:p>
          <a:p>
            <a:pPr marL="457200" indent="-457200">
              <a:buFont typeface="Arial" pitchFamily="34" charset="0"/>
              <a:buChar char="•"/>
            </a:pPr>
            <a:r>
              <a:rPr lang="en-US" dirty="0" smtClean="0"/>
              <a:t>A worker injured going to and coming from the workplace in a private vehicle is generally deemed outside the course of employment.</a:t>
            </a:r>
          </a:p>
          <a:p>
            <a:pPr marL="457200" indent="-457200">
              <a:buFont typeface="Arial" pitchFamily="34" charset="0"/>
              <a:buChar char="•"/>
            </a:pPr>
            <a:r>
              <a:rPr lang="en-US" dirty="0" smtClean="0"/>
              <a:t>However, the worker is covered within a company-controlled area (except a parking lot), while reporting to or leaving work.</a:t>
            </a:r>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COVERAGE</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lgn="ctr">
              <a:buNone/>
            </a:pPr>
            <a:r>
              <a:rPr lang="en-US" u="sng" dirty="0" smtClean="0"/>
              <a:t>Coming &amp; Going </a:t>
            </a:r>
          </a:p>
          <a:p>
            <a:pPr marL="457200" indent="-457200" algn="ctr">
              <a:buNone/>
            </a:pPr>
            <a:r>
              <a:rPr lang="en-US" sz="2000" dirty="0" smtClean="0"/>
              <a:t>(RCW 51.08.013)</a:t>
            </a:r>
          </a:p>
          <a:p>
            <a:pPr marL="457200" indent="-457200" algn="ctr">
              <a:buNone/>
            </a:pPr>
            <a:endParaRPr lang="en-US" sz="2000" dirty="0" smtClean="0"/>
          </a:p>
          <a:p>
            <a:pPr marL="457200" indent="-457200" algn="ctr">
              <a:buNone/>
            </a:pPr>
            <a:endParaRPr lang="en-US" sz="2000" dirty="0" smtClean="0"/>
          </a:p>
          <a:p>
            <a:pPr marL="457200" indent="-457200" algn="ctr">
              <a:buNone/>
            </a:pPr>
            <a:endParaRPr lang="en-US" sz="2000" dirty="0" smtClean="0"/>
          </a:p>
          <a:p>
            <a:pPr marL="457200" indent="-457200" algn="ctr">
              <a:buNone/>
            </a:pPr>
            <a:endParaRPr lang="en-US" sz="2000" dirty="0" smtClean="0"/>
          </a:p>
          <a:p>
            <a:pPr marL="457200" indent="-457200" algn="ctr">
              <a:buNone/>
            </a:pPr>
            <a:endParaRPr lang="en-US" sz="2000" dirty="0" smtClean="0"/>
          </a:p>
          <a:p>
            <a:pPr marL="0" indent="0" algn="ctr">
              <a:buNone/>
            </a:pPr>
            <a:r>
              <a:rPr lang="en-US" sz="2400" dirty="0" smtClean="0"/>
              <a:t>A worker may be covered when the employer provides transportation or compensation for travel.  This arrangement can be a contractual obligation, an employee benefit, or a requirement of the job. </a:t>
            </a:r>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pic>
        <p:nvPicPr>
          <p:cNvPr id="30722" name="Picture 2" descr="http://www.mts.net/~amregiec/photogallery/1920s/1927%20Gotfredson%2051%20Prairie%20Transportation%20Company%20Regina%20-%20%20Cnd%20Marine%20&amp;%20Railway%20Magazine.jpg"/>
          <p:cNvPicPr>
            <a:picLocks noChangeAspect="1" noChangeArrowheads="1"/>
          </p:cNvPicPr>
          <p:nvPr/>
        </p:nvPicPr>
        <p:blipFill>
          <a:blip r:embed="rId4" cstate="print"/>
          <a:srcRect/>
          <a:stretch>
            <a:fillRect/>
          </a:stretch>
        </p:blipFill>
        <p:spPr bwMode="auto">
          <a:xfrm>
            <a:off x="3352800" y="2590800"/>
            <a:ext cx="2546737" cy="1600200"/>
          </a:xfrm>
          <a:prstGeom prst="rect">
            <a:avLst/>
          </a:prstGeom>
          <a:noFill/>
          <a:ln w="28575">
            <a:solidFill>
              <a:schemeClr val="bg1"/>
            </a:solidFill>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ctrTitle"/>
          </p:nvPr>
        </p:nvSpPr>
        <p:spPr>
          <a:xfrm>
            <a:off x="0" y="2133600"/>
            <a:ext cx="8991600" cy="2590800"/>
          </a:xfrm>
        </p:spPr>
        <p:txBody>
          <a:bodyPr>
            <a:normAutofit fontScale="90000"/>
          </a:bodyPr>
          <a:lstStyle/>
          <a:p>
            <a:pPr algn="ctr"/>
            <a:r>
              <a:rPr lang="en-US" sz="6000" dirty="0" smtClean="0"/>
              <a:t>Injury </a:t>
            </a:r>
            <a:br>
              <a:rPr lang="en-US" sz="6000" dirty="0" smtClean="0"/>
            </a:br>
            <a:r>
              <a:rPr lang="en-US" sz="6000" dirty="0" smtClean="0"/>
              <a:t>vs.</a:t>
            </a:r>
            <a:br>
              <a:rPr lang="en-US" sz="6000" dirty="0" smtClean="0"/>
            </a:br>
            <a:r>
              <a:rPr lang="en-US" sz="6000" dirty="0" smtClean="0"/>
              <a:t>Occupational Disease</a:t>
            </a:r>
            <a:endParaRPr lang="en-US" sz="6000" dirty="0"/>
          </a:p>
        </p:txBody>
      </p:sp>
      <p:sp>
        <p:nvSpPr>
          <p:cNvPr id="5" name="Subtitle 4"/>
          <p:cNvSpPr>
            <a:spLocks noGrp="1"/>
          </p:cNvSpPr>
          <p:nvPr>
            <p:ph type="subTitle" idx="1"/>
          </p:nvPr>
        </p:nvSpPr>
        <p:spPr/>
        <p:txBody>
          <a:bodyPr/>
          <a:lstStyle/>
          <a:p>
            <a:endParaRPr lang="en-US"/>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
        <p:nvSpPr>
          <p:cNvPr id="7" name="TextBox 6"/>
          <p:cNvSpPr txBox="1"/>
          <p:nvPr/>
        </p:nvSpPr>
        <p:spPr>
          <a:xfrm>
            <a:off x="838200" y="685800"/>
            <a:ext cx="685800" cy="769441"/>
          </a:xfrm>
          <a:prstGeom prst="rect">
            <a:avLst/>
          </a:prstGeom>
          <a:noFill/>
        </p:spPr>
        <p:txBody>
          <a:bodyPr wrap="square" rtlCol="0">
            <a:spAutoFit/>
          </a:bodyPr>
          <a:lstStyle/>
          <a:p>
            <a:r>
              <a:rPr lang="en-US" sz="4400" b="1" dirty="0" smtClean="0">
                <a:solidFill>
                  <a:schemeClr val="tx2"/>
                </a:solidFill>
              </a:rPr>
              <a:t>2.</a:t>
            </a:r>
            <a:endParaRPr lang="en-US" sz="4400" b="1" dirty="0">
              <a:solidFill>
                <a:schemeClr val="tx2"/>
              </a:solidFill>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Injury </a:t>
            </a:r>
            <a:r>
              <a:rPr lang="en-US" cap="small" dirty="0" smtClean="0"/>
              <a:t>vs.</a:t>
            </a:r>
            <a:r>
              <a:rPr lang="en-US" dirty="0" smtClean="0"/>
              <a:t> occupational disease</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buFont typeface="Arial" pitchFamily="34" charset="0"/>
              <a:buChar char="•"/>
            </a:pPr>
            <a:r>
              <a:rPr lang="en-US" sz="2800" dirty="0" smtClean="0"/>
              <a:t>When a claims manager reviews a claim, he or she begins by determining if the claim is filed for an injury or an occupational disease.</a:t>
            </a:r>
          </a:p>
          <a:p>
            <a:pPr marL="457200" indent="-457200">
              <a:buFont typeface="Arial" pitchFamily="34" charset="0"/>
              <a:buChar char="•"/>
            </a:pPr>
            <a:r>
              <a:rPr lang="en-US" sz="2800" dirty="0" smtClean="0"/>
              <a:t>This characterization of the claim will dictate further adjudication, including the application of timely filing requirements and requirements for allowance. </a:t>
            </a:r>
            <a:endParaRPr lang="en-US"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Injury </a:t>
            </a:r>
            <a:r>
              <a:rPr lang="en-US" cap="small" dirty="0" smtClean="0"/>
              <a:t>vs.</a:t>
            </a:r>
            <a:r>
              <a:rPr lang="en-US" dirty="0" smtClean="0"/>
              <a:t> occupational disease</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buNone/>
            </a:pPr>
            <a:r>
              <a:rPr lang="en-US" dirty="0" smtClean="0"/>
              <a:t>					</a:t>
            </a:r>
            <a:r>
              <a:rPr lang="en-US" u="sng" dirty="0" smtClean="0"/>
              <a:t>INJURY</a:t>
            </a:r>
          </a:p>
          <a:p>
            <a:pPr marL="457200" indent="-457200" algn="ctr">
              <a:buNone/>
            </a:pPr>
            <a:r>
              <a:rPr lang="en-US" sz="2000" dirty="0" smtClean="0"/>
              <a:t>(RCW 51.08.100)</a:t>
            </a:r>
            <a:endParaRPr lang="en-US" sz="2200"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0" indent="0" algn="ctr">
              <a:buNone/>
            </a:pPr>
            <a:r>
              <a:rPr lang="en-US" sz="2600" dirty="0" smtClean="0"/>
              <a:t>A sudden and tangible happening, of a traumatic nature, producing an immediate or prompt result, and occurring from without, and such physical conditions as result </a:t>
            </a:r>
            <a:r>
              <a:rPr lang="en-US" sz="2600" dirty="0" err="1" smtClean="0"/>
              <a:t>therefrom</a:t>
            </a:r>
            <a:r>
              <a:rPr lang="en-US" sz="2600" dirty="0" smtClean="0"/>
              <a:t>.</a:t>
            </a:r>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pic>
        <p:nvPicPr>
          <p:cNvPr id="2050" name="Picture 2" descr="http://www.hseservices.co.uk/images/handling.jpg"/>
          <p:cNvPicPr>
            <a:picLocks noChangeAspect="1" noChangeArrowheads="1"/>
          </p:cNvPicPr>
          <p:nvPr/>
        </p:nvPicPr>
        <p:blipFill>
          <a:blip r:embed="rId4" cstate="print"/>
          <a:srcRect/>
          <a:stretch>
            <a:fillRect/>
          </a:stretch>
        </p:blipFill>
        <p:spPr bwMode="auto">
          <a:xfrm>
            <a:off x="3429000" y="2514600"/>
            <a:ext cx="2400977" cy="2286000"/>
          </a:xfrm>
          <a:prstGeom prst="rect">
            <a:avLst/>
          </a:prstGeom>
          <a:noFill/>
          <a:ln>
            <a:solidFill>
              <a:schemeClr val="tx2"/>
            </a:solidFill>
          </a:ln>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Injury </a:t>
            </a:r>
            <a:r>
              <a:rPr lang="en-US" cap="small" dirty="0" smtClean="0"/>
              <a:t>vs.</a:t>
            </a:r>
            <a:r>
              <a:rPr lang="en-US" dirty="0" smtClean="0"/>
              <a:t> occupational disease</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lgn="ctr">
              <a:buNone/>
            </a:pPr>
            <a:r>
              <a:rPr lang="en-US" u="sng" dirty="0" smtClean="0"/>
              <a:t>INJURY EXAMPLES</a:t>
            </a:r>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pic>
        <p:nvPicPr>
          <p:cNvPr id="34818" name="Picture 2" descr="http://static.guim.co.uk/sys-images/Guardian/Pix/pictures/2009/12/2/1259766908448/Kerry-Skarbakka-falls-off-013.jpg"/>
          <p:cNvPicPr>
            <a:picLocks noChangeAspect="1" noChangeArrowheads="1"/>
          </p:cNvPicPr>
          <p:nvPr/>
        </p:nvPicPr>
        <p:blipFill>
          <a:blip r:embed="rId4" cstate="print"/>
          <a:srcRect/>
          <a:stretch>
            <a:fillRect/>
          </a:stretch>
        </p:blipFill>
        <p:spPr bwMode="auto">
          <a:xfrm>
            <a:off x="6477000" y="2438400"/>
            <a:ext cx="2287828" cy="2743200"/>
          </a:xfrm>
          <a:prstGeom prst="rect">
            <a:avLst/>
          </a:prstGeom>
          <a:noFill/>
          <a:ln w="38100">
            <a:solidFill>
              <a:schemeClr val="tx2"/>
            </a:solidFill>
          </a:ln>
        </p:spPr>
      </p:pic>
      <p:sp>
        <p:nvSpPr>
          <p:cNvPr id="7" name="TextBox 6"/>
          <p:cNvSpPr txBox="1"/>
          <p:nvPr/>
        </p:nvSpPr>
        <p:spPr>
          <a:xfrm>
            <a:off x="762000" y="2514600"/>
            <a:ext cx="5181600" cy="2677656"/>
          </a:xfrm>
          <a:prstGeom prst="rect">
            <a:avLst/>
          </a:prstGeom>
          <a:noFill/>
        </p:spPr>
        <p:txBody>
          <a:bodyPr wrap="square" rtlCol="0">
            <a:spAutoFit/>
          </a:bodyPr>
          <a:lstStyle/>
          <a:p>
            <a:pPr algn="just"/>
            <a:r>
              <a:rPr lang="en-US" sz="2400" dirty="0" smtClean="0">
                <a:solidFill>
                  <a:schemeClr val="tx2"/>
                </a:solidFill>
              </a:rPr>
              <a:t>Joe, a maintenance worker, had to wash windows as part of his work duties.  Joe decided to climb up to the top of the ladder to reach the window, and fell.  Despite Joe’s contributory negligence, this is a compensable industrial injury.</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Injury </a:t>
            </a:r>
            <a:r>
              <a:rPr lang="en-US" cap="small" dirty="0" smtClean="0"/>
              <a:t>vs.</a:t>
            </a:r>
            <a:r>
              <a:rPr lang="en-US" dirty="0" smtClean="0"/>
              <a:t> occupational disease</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lgn="ctr">
              <a:buNone/>
            </a:pPr>
            <a:r>
              <a:rPr lang="en-US" u="sng" dirty="0" smtClean="0"/>
              <a:t>INJURY EXAMPLES</a:t>
            </a:r>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
        <p:nvSpPr>
          <p:cNvPr id="7" name="TextBox 6"/>
          <p:cNvSpPr txBox="1"/>
          <p:nvPr/>
        </p:nvSpPr>
        <p:spPr>
          <a:xfrm>
            <a:off x="762000" y="2514600"/>
            <a:ext cx="4267200" cy="2308324"/>
          </a:xfrm>
          <a:prstGeom prst="rect">
            <a:avLst/>
          </a:prstGeom>
          <a:noFill/>
        </p:spPr>
        <p:txBody>
          <a:bodyPr wrap="square" rtlCol="0">
            <a:spAutoFit/>
          </a:bodyPr>
          <a:lstStyle/>
          <a:p>
            <a:pPr algn="just"/>
            <a:r>
              <a:rPr lang="en-US" sz="2400" dirty="0" smtClean="0">
                <a:solidFill>
                  <a:schemeClr val="tx2"/>
                </a:solidFill>
              </a:rPr>
              <a:t>Sally, who works in the office, strains her low back at work while lifting a box.  As the injury occurred in the course of Sally’s employment, this is a compensable industrial injury.</a:t>
            </a:r>
          </a:p>
        </p:txBody>
      </p:sp>
      <p:pic>
        <p:nvPicPr>
          <p:cNvPr id="36866" name="Picture 2" descr="http://www.fnal.gov/pub/today/safety/back.jpg"/>
          <p:cNvPicPr>
            <a:picLocks noChangeAspect="1" noChangeArrowheads="1"/>
          </p:cNvPicPr>
          <p:nvPr/>
        </p:nvPicPr>
        <p:blipFill>
          <a:blip r:embed="rId4" cstate="print"/>
          <a:srcRect/>
          <a:stretch>
            <a:fillRect/>
          </a:stretch>
        </p:blipFill>
        <p:spPr bwMode="auto">
          <a:xfrm>
            <a:off x="5410200" y="2514600"/>
            <a:ext cx="3555216" cy="2193925"/>
          </a:xfrm>
          <a:prstGeom prst="rect">
            <a:avLst/>
          </a:prstGeom>
          <a:noFill/>
          <a:ln w="38100">
            <a:solidFill>
              <a:schemeClr val="tx2"/>
            </a:solidFill>
          </a:ln>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Injury </a:t>
            </a:r>
            <a:r>
              <a:rPr lang="en-US" cap="small" dirty="0" smtClean="0"/>
              <a:t>vs.</a:t>
            </a:r>
            <a:r>
              <a:rPr lang="en-US" dirty="0" smtClean="0"/>
              <a:t> occupational disease</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lgn="ctr">
              <a:buNone/>
            </a:pPr>
            <a:r>
              <a:rPr lang="en-US" u="sng" dirty="0" smtClean="0"/>
              <a:t>INJURY EXAMPLES</a:t>
            </a:r>
          </a:p>
          <a:p>
            <a:pPr marL="457200" indent="-457200" algn="ctr">
              <a:buNone/>
            </a:pPr>
            <a:r>
              <a:rPr lang="en-US" b="1" dirty="0" smtClean="0"/>
              <a:t>HOWEVER…</a:t>
            </a:r>
          </a:p>
          <a:p>
            <a:pPr marL="457200" indent="-457200">
              <a:buNone/>
            </a:pPr>
            <a:r>
              <a:rPr lang="en-US" sz="2800" dirty="0" smtClean="0"/>
              <a:t>	Employee Perry is struck in the face by his supervisor, Beverage, with a ceramic pitcher.  Asked how hard he had struck Perry, the supervisor responds: </a:t>
            </a:r>
            <a:r>
              <a:rPr lang="en-US" sz="2800" b="1" dirty="0" smtClean="0"/>
              <a:t>“I struck him with all my might.  I don’t know just how hard I did strike him.”  </a:t>
            </a:r>
            <a:r>
              <a:rPr lang="en-US" sz="2800" dirty="0" smtClean="0"/>
              <a:t>This has been held to not constitute an industrial injury under the “deliberate intention” exception to the Industrial Insurance Act.  </a:t>
            </a:r>
            <a:r>
              <a:rPr lang="en-US" sz="2800" i="1" dirty="0" smtClean="0"/>
              <a:t>Perry v. Beverage</a:t>
            </a:r>
            <a:r>
              <a:rPr lang="en-US" sz="2800" dirty="0" smtClean="0"/>
              <a:t>, 121 Wash. 652 (1922).</a:t>
            </a:r>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Injury </a:t>
            </a:r>
            <a:r>
              <a:rPr lang="en-US" cap="small" dirty="0" smtClean="0"/>
              <a:t>vs.</a:t>
            </a:r>
            <a:r>
              <a:rPr lang="en-US" dirty="0" smtClean="0"/>
              <a:t> occupational disease</a:t>
            </a:r>
            <a:endParaRPr lang="en-US" dirty="0"/>
          </a:p>
        </p:txBody>
      </p:sp>
      <p:sp>
        <p:nvSpPr>
          <p:cNvPr id="5" name="Content Placeholder 4"/>
          <p:cNvSpPr>
            <a:spLocks noGrp="1"/>
          </p:cNvSpPr>
          <p:nvPr>
            <p:ph idx="1"/>
          </p:nvPr>
        </p:nvSpPr>
        <p:spPr>
          <a:xfrm>
            <a:off x="152400" y="1219200"/>
            <a:ext cx="8686800" cy="4922838"/>
          </a:xfrm>
        </p:spPr>
        <p:txBody>
          <a:bodyPr>
            <a:normAutofit/>
          </a:bodyPr>
          <a:lstStyle/>
          <a:p>
            <a:pPr marL="457200" indent="-457200" algn="ctr">
              <a:buNone/>
            </a:pPr>
            <a:r>
              <a:rPr lang="en-US" u="sng" dirty="0" smtClean="0"/>
              <a:t>“Horseplay”</a:t>
            </a:r>
          </a:p>
          <a:p>
            <a:pPr marL="0" indent="0">
              <a:buNone/>
            </a:pPr>
            <a:endParaRPr lang="en-US" dirty="0" smtClean="0"/>
          </a:p>
          <a:p>
            <a:pPr marL="0" indent="0">
              <a:buNone/>
            </a:pPr>
            <a:endParaRPr lang="en-US" dirty="0" smtClean="0"/>
          </a:p>
          <a:p>
            <a:pPr marL="0" indent="0" algn="ctr">
              <a:buNone/>
            </a:pPr>
            <a:endParaRPr lang="en-US" sz="2800" dirty="0" smtClean="0"/>
          </a:p>
          <a:p>
            <a:pPr marL="0" indent="0" algn="ctr">
              <a:buNone/>
            </a:pPr>
            <a:endParaRPr lang="en-US" sz="2800" dirty="0" smtClean="0"/>
          </a:p>
          <a:p>
            <a:pPr marL="0" indent="0" algn="ctr">
              <a:buNone/>
            </a:pPr>
            <a:endParaRPr lang="en-US" sz="2800" dirty="0" smtClean="0"/>
          </a:p>
          <a:p>
            <a:pPr marL="0" indent="0" algn="ctr">
              <a:buNone/>
            </a:pPr>
            <a:r>
              <a:rPr lang="en-US" sz="2800" dirty="0" smtClean="0"/>
              <a:t>Injuries sustained on the job as a result of “horseplay” are typically compensable, so long as the worker did not deviate from the “course of employment.”</a:t>
            </a:r>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pic>
        <p:nvPicPr>
          <p:cNvPr id="102404" name="Picture 4" descr="http://norcalvol.files.wordpress.com/2009/11/the-three-stooges.jpg"/>
          <p:cNvPicPr>
            <a:picLocks noChangeAspect="1" noChangeArrowheads="1"/>
          </p:cNvPicPr>
          <p:nvPr/>
        </p:nvPicPr>
        <p:blipFill>
          <a:blip r:embed="rId4" cstate="print"/>
          <a:srcRect/>
          <a:stretch>
            <a:fillRect/>
          </a:stretch>
        </p:blipFill>
        <p:spPr bwMode="auto">
          <a:xfrm>
            <a:off x="2971800" y="1981200"/>
            <a:ext cx="3048000" cy="2446021"/>
          </a:xfrm>
          <a:prstGeom prst="rect">
            <a:avLst/>
          </a:prstGeom>
          <a:noFill/>
          <a:ln w="38100">
            <a:solidFill>
              <a:schemeClr val="bg1"/>
            </a:solidFill>
          </a:ln>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Injury </a:t>
            </a:r>
            <a:r>
              <a:rPr lang="en-US" cap="small" dirty="0" smtClean="0"/>
              <a:t>vs.</a:t>
            </a:r>
            <a:r>
              <a:rPr lang="en-US" dirty="0" smtClean="0"/>
              <a:t> occupational disease</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lgn="ctr">
              <a:buNone/>
            </a:pPr>
            <a:r>
              <a:rPr lang="en-US" u="sng" dirty="0" smtClean="0"/>
              <a:t>INJURY EXAMPLES</a:t>
            </a:r>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
        <p:nvSpPr>
          <p:cNvPr id="7" name="TextBox 6"/>
          <p:cNvSpPr txBox="1"/>
          <p:nvPr/>
        </p:nvSpPr>
        <p:spPr>
          <a:xfrm>
            <a:off x="304800" y="2667000"/>
            <a:ext cx="8610600" cy="2677656"/>
          </a:xfrm>
          <a:prstGeom prst="rect">
            <a:avLst/>
          </a:prstGeom>
          <a:noFill/>
        </p:spPr>
        <p:txBody>
          <a:bodyPr wrap="square" rtlCol="0">
            <a:spAutoFit/>
          </a:bodyPr>
          <a:lstStyle/>
          <a:p>
            <a:r>
              <a:rPr lang="en-US" sz="2800" dirty="0" smtClean="0">
                <a:solidFill>
                  <a:schemeClr val="tx2"/>
                </a:solidFill>
              </a:rPr>
              <a:t>Bill was injured while scuffling with a co-worker during his lunch break on the employer’s premises.  His co-workers had been teasing him the entire morning.  This is likely a compensable injury because the injuries were received in the lunchroom.  </a:t>
            </a:r>
            <a:r>
              <a:rPr lang="en-US" sz="2800" i="1" dirty="0" smtClean="0">
                <a:solidFill>
                  <a:schemeClr val="tx2"/>
                </a:solidFill>
              </a:rPr>
              <a:t>In re: Vince </a:t>
            </a:r>
            <a:r>
              <a:rPr lang="en-US" sz="2800" i="1" dirty="0" err="1" smtClean="0">
                <a:solidFill>
                  <a:schemeClr val="tx2"/>
                </a:solidFill>
              </a:rPr>
              <a:t>Polmanteer</a:t>
            </a:r>
            <a:r>
              <a:rPr lang="en-US" sz="2800" dirty="0" smtClean="0">
                <a:solidFill>
                  <a:schemeClr val="tx2"/>
                </a:solidFill>
              </a:rPr>
              <a:t>, BIIA Dec., 88 0362 (1989). </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Injury </a:t>
            </a:r>
            <a:r>
              <a:rPr lang="en-US" cap="small" dirty="0" smtClean="0"/>
              <a:t>vs.</a:t>
            </a:r>
            <a:r>
              <a:rPr lang="en-US" dirty="0" smtClean="0"/>
              <a:t> occupational disease</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lgn="ctr">
              <a:buNone/>
            </a:pPr>
            <a:r>
              <a:rPr lang="en-US" sz="4000" b="1" u="sng" dirty="0" smtClean="0"/>
              <a:t>HOWEVER…</a:t>
            </a:r>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
        <p:nvSpPr>
          <p:cNvPr id="7" name="TextBox 6"/>
          <p:cNvSpPr txBox="1"/>
          <p:nvPr/>
        </p:nvSpPr>
        <p:spPr>
          <a:xfrm>
            <a:off x="304800" y="2667000"/>
            <a:ext cx="8839200" cy="3108543"/>
          </a:xfrm>
          <a:prstGeom prst="rect">
            <a:avLst/>
          </a:prstGeom>
          <a:noFill/>
        </p:spPr>
        <p:txBody>
          <a:bodyPr wrap="square" rtlCol="0">
            <a:spAutoFit/>
          </a:bodyPr>
          <a:lstStyle/>
          <a:p>
            <a:r>
              <a:rPr lang="en-US" sz="2800" dirty="0" smtClean="0">
                <a:solidFill>
                  <a:schemeClr val="tx2"/>
                </a:solidFill>
              </a:rPr>
              <a:t>Frank was injured while lifting his employer’s business associate during a “beer break” near the end of normal working hours.  This was deemed to be not compensable because Frank’s participation in the beer break was a deviation from and abandonment of the course of employment.  </a:t>
            </a:r>
            <a:r>
              <a:rPr lang="en-US" sz="2800" i="1" dirty="0" smtClean="0">
                <a:solidFill>
                  <a:schemeClr val="tx2"/>
                </a:solidFill>
              </a:rPr>
              <a:t>In re: Thomas G. Roe</a:t>
            </a:r>
            <a:r>
              <a:rPr lang="en-US" sz="2800" dirty="0" smtClean="0">
                <a:solidFill>
                  <a:schemeClr val="tx2"/>
                </a:solidFill>
              </a:rPr>
              <a:t>, BIIA Dec., 43 694 (1974).</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Injury </a:t>
            </a:r>
            <a:r>
              <a:rPr lang="en-US" cap="small" dirty="0" smtClean="0"/>
              <a:t>vs.</a:t>
            </a:r>
            <a:r>
              <a:rPr lang="en-US" dirty="0" smtClean="0"/>
              <a:t> occupational disease</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lgn="ctr">
              <a:buNone/>
            </a:pPr>
            <a:r>
              <a:rPr lang="en-US" u="sng" dirty="0" smtClean="0"/>
              <a:t>Occupational Disease</a:t>
            </a:r>
          </a:p>
          <a:p>
            <a:pPr marL="457200" indent="-457200" algn="ctr">
              <a:buNone/>
            </a:pPr>
            <a:r>
              <a:rPr lang="en-US" sz="2000" dirty="0" smtClean="0"/>
              <a:t>(RCW 51.08.140)</a:t>
            </a:r>
            <a:endParaRPr lang="en-US" sz="2200"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0" indent="0" algn="ctr">
              <a:buNone/>
            </a:pPr>
            <a:r>
              <a:rPr lang="en-US" sz="2800" dirty="0" smtClean="0"/>
              <a:t>A disease or infection that arises naturally and proximately out of employment.</a:t>
            </a:r>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a:p>
            <a:pPr marL="457200" indent="-457200">
              <a:buNone/>
            </a:pPr>
            <a:endParaRPr lang="en-US" u="sng"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pic>
        <p:nvPicPr>
          <p:cNvPr id="40962" name="Picture 2" descr="http://drpamschiropractic.com/wp-content/uploads/2009/11/carpal-tunnel.jpg"/>
          <p:cNvPicPr>
            <a:picLocks noChangeAspect="1" noChangeArrowheads="1"/>
          </p:cNvPicPr>
          <p:nvPr/>
        </p:nvPicPr>
        <p:blipFill>
          <a:blip r:embed="rId4" cstate="print"/>
          <a:srcRect/>
          <a:stretch>
            <a:fillRect/>
          </a:stretch>
        </p:blipFill>
        <p:spPr bwMode="auto">
          <a:xfrm>
            <a:off x="3048000" y="2514600"/>
            <a:ext cx="3124200" cy="2216694"/>
          </a:xfrm>
          <a:prstGeom prst="rect">
            <a:avLst/>
          </a:prstGeom>
          <a:noFill/>
          <a:ln>
            <a:solidFill>
              <a:schemeClr val="tx2"/>
            </a:solidFill>
          </a:ln>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Injury </a:t>
            </a:r>
            <a:r>
              <a:rPr lang="en-US" cap="small" dirty="0" smtClean="0"/>
              <a:t>vs.</a:t>
            </a:r>
            <a:r>
              <a:rPr lang="en-US" dirty="0" smtClean="0"/>
              <a:t> occupational disease</a:t>
            </a:r>
            <a:endParaRPr lang="en-US" dirty="0"/>
          </a:p>
        </p:txBody>
      </p:sp>
      <p:sp>
        <p:nvSpPr>
          <p:cNvPr id="5" name="Content Placeholder 4"/>
          <p:cNvSpPr>
            <a:spLocks noGrp="1"/>
          </p:cNvSpPr>
          <p:nvPr>
            <p:ph idx="1"/>
          </p:nvPr>
        </p:nvSpPr>
        <p:spPr>
          <a:xfrm>
            <a:off x="304800" y="1554162"/>
            <a:ext cx="8382000" cy="4922838"/>
          </a:xfrm>
        </p:spPr>
        <p:txBody>
          <a:bodyPr>
            <a:normAutofit/>
          </a:bodyPr>
          <a:lstStyle/>
          <a:p>
            <a:pPr marL="457200" indent="-457200" algn="ctr">
              <a:buNone/>
            </a:pPr>
            <a:r>
              <a:rPr lang="en-US" sz="2800" u="sng" dirty="0" smtClean="0"/>
              <a:t>Timeliness</a:t>
            </a:r>
            <a:endParaRPr lang="en-US" sz="2800" dirty="0" smtClean="0"/>
          </a:p>
          <a:p>
            <a:pPr marL="457200" indent="0" algn="just">
              <a:buNone/>
            </a:pPr>
            <a:r>
              <a:rPr lang="en-US" sz="2800" dirty="0" smtClean="0"/>
              <a:t>Claims for occupational disease must be filed within two years following the date the worker had written notice from a doctor than an occupational disease exists and a claim for disability benefits may be filed.  The Department has no authority to waive the statutory filing time limit.</a:t>
            </a:r>
          </a:p>
          <a:p>
            <a:pPr marL="457200" indent="0" algn="just">
              <a:buNone/>
            </a:pPr>
            <a:endParaRPr lang="en-US" sz="2800" dirty="0" smtClean="0"/>
          </a:p>
          <a:p>
            <a:pPr marL="457200" indent="-457200">
              <a:buFont typeface="Arial" pitchFamily="34" charset="0"/>
              <a:buChar char="•"/>
            </a:pPr>
            <a:endParaRPr lang="en-US"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Injury </a:t>
            </a:r>
            <a:r>
              <a:rPr lang="en-US" cap="small" dirty="0" smtClean="0"/>
              <a:t>vs.</a:t>
            </a:r>
            <a:r>
              <a:rPr lang="en-US" dirty="0" smtClean="0"/>
              <a:t> occupational disease</a:t>
            </a:r>
            <a:endParaRPr lang="en-US" dirty="0"/>
          </a:p>
        </p:txBody>
      </p:sp>
      <p:sp>
        <p:nvSpPr>
          <p:cNvPr id="5" name="Content Placeholder 4"/>
          <p:cNvSpPr>
            <a:spLocks noGrp="1"/>
          </p:cNvSpPr>
          <p:nvPr>
            <p:ph idx="1"/>
          </p:nvPr>
        </p:nvSpPr>
        <p:spPr>
          <a:xfrm>
            <a:off x="304800" y="1554162"/>
            <a:ext cx="8382000" cy="4922838"/>
          </a:xfrm>
        </p:spPr>
        <p:txBody>
          <a:bodyPr>
            <a:normAutofit/>
          </a:bodyPr>
          <a:lstStyle/>
          <a:p>
            <a:pPr marL="457200" indent="-457200" algn="ctr">
              <a:buNone/>
            </a:pPr>
            <a:r>
              <a:rPr lang="en-US" sz="2800" u="sng" dirty="0" smtClean="0"/>
              <a:t>Criteria for Allowance of O.D. Claims</a:t>
            </a:r>
            <a:endParaRPr lang="en-US" sz="2800" dirty="0" smtClean="0"/>
          </a:p>
          <a:p>
            <a:pPr marL="457200" indent="0" algn="just">
              <a:buNone/>
            </a:pPr>
            <a:r>
              <a:rPr lang="en-US" sz="2800" dirty="0" smtClean="0"/>
              <a:t>After timely filing, three additional requirements must be met before an occupational disease can be allowed:</a:t>
            </a:r>
          </a:p>
          <a:p>
            <a:pPr marL="457200" indent="0" algn="just">
              <a:buNone/>
            </a:pPr>
            <a:r>
              <a:rPr lang="en-US" sz="2400" dirty="0" smtClean="0"/>
              <a:t>	(1)	</a:t>
            </a:r>
            <a:r>
              <a:rPr lang="en-US" sz="2400" b="1" dirty="0" smtClean="0"/>
              <a:t>Legal Requirement </a:t>
            </a:r>
            <a:r>
              <a:rPr lang="en-US" sz="2400" dirty="0" smtClean="0"/>
              <a:t>– The disease must arise 		naturally and proximately out of employment; and</a:t>
            </a:r>
          </a:p>
          <a:p>
            <a:pPr marL="457200" indent="0" algn="just">
              <a:buNone/>
            </a:pPr>
            <a:r>
              <a:rPr lang="en-US" sz="2400" dirty="0" smtClean="0"/>
              <a:t>	(2)	</a:t>
            </a:r>
            <a:r>
              <a:rPr lang="en-US" sz="2400" b="1" dirty="0" smtClean="0"/>
              <a:t>Causal Relationship </a:t>
            </a:r>
            <a:r>
              <a:rPr lang="en-US" sz="2400" dirty="0" smtClean="0"/>
              <a:t>– The doctor must state, on 		a more probable than not basis, the disease is 		related to work activities; and</a:t>
            </a:r>
          </a:p>
          <a:p>
            <a:pPr marL="457200" indent="0" algn="just">
              <a:buNone/>
            </a:pPr>
            <a:r>
              <a:rPr lang="en-US" sz="2400" dirty="0" smtClean="0"/>
              <a:t>	(3)	</a:t>
            </a:r>
            <a:r>
              <a:rPr lang="en-US" sz="2400" b="1" dirty="0" smtClean="0"/>
              <a:t>Medical Findings </a:t>
            </a:r>
            <a:r>
              <a:rPr lang="en-US" sz="2400" dirty="0" smtClean="0"/>
              <a:t>– The doctor must substantiate 		the diagnosis with objective medical findings.   </a:t>
            </a:r>
          </a:p>
          <a:p>
            <a:pPr marL="457200" indent="-457200">
              <a:buFont typeface="Arial" pitchFamily="34" charset="0"/>
              <a:buChar char="•"/>
            </a:pPr>
            <a:endParaRPr lang="en-US"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Injury </a:t>
            </a:r>
            <a:r>
              <a:rPr lang="en-US" cap="small" dirty="0" smtClean="0"/>
              <a:t>vs.</a:t>
            </a:r>
            <a:r>
              <a:rPr lang="en-US" dirty="0" smtClean="0"/>
              <a:t> occupational disease</a:t>
            </a:r>
            <a:endParaRPr lang="en-US" dirty="0"/>
          </a:p>
        </p:txBody>
      </p:sp>
      <p:sp>
        <p:nvSpPr>
          <p:cNvPr id="5" name="Content Placeholder 4"/>
          <p:cNvSpPr>
            <a:spLocks noGrp="1"/>
          </p:cNvSpPr>
          <p:nvPr>
            <p:ph idx="1"/>
          </p:nvPr>
        </p:nvSpPr>
        <p:spPr>
          <a:xfrm>
            <a:off x="304800" y="1554162"/>
            <a:ext cx="8382000" cy="4922838"/>
          </a:xfrm>
        </p:spPr>
        <p:txBody>
          <a:bodyPr>
            <a:normAutofit/>
          </a:bodyPr>
          <a:lstStyle/>
          <a:p>
            <a:pPr marL="457200" indent="-457200" algn="ctr">
              <a:buNone/>
            </a:pPr>
            <a:r>
              <a:rPr lang="en-US" sz="2800" u="sng" dirty="0" smtClean="0"/>
              <a:t>Common to All Employment or </a:t>
            </a:r>
          </a:p>
          <a:p>
            <a:pPr marL="457200" indent="-457200" algn="ctr">
              <a:buNone/>
            </a:pPr>
            <a:r>
              <a:rPr lang="en-US" sz="2800" u="sng" dirty="0" smtClean="0"/>
              <a:t>Non-Employment Life</a:t>
            </a:r>
          </a:p>
          <a:p>
            <a:pPr marL="457200" indent="-457200">
              <a:buFont typeface="Arial" pitchFamily="34" charset="0"/>
              <a:buChar char="•"/>
            </a:pPr>
            <a:r>
              <a:rPr lang="en-US" sz="2800" dirty="0" smtClean="0"/>
              <a:t>Diseases that can be contracted from conditions present in all employment or non-employment setting are considered common to all employment or non-employment life.</a:t>
            </a:r>
          </a:p>
          <a:p>
            <a:pPr marL="457200" indent="-457200">
              <a:buFont typeface="Arial" pitchFamily="34" charset="0"/>
              <a:buChar char="•"/>
            </a:pPr>
            <a:r>
              <a:rPr lang="en-US" sz="2800" dirty="0" smtClean="0"/>
              <a:t>For example, an office worker who develops low back degenerative disc disease from 30 years of sitting, standing, and walking at work would not have a compensable occupational disease.</a:t>
            </a:r>
            <a:endParaRPr lang="en-US" sz="2400" dirty="0" smtClean="0"/>
          </a:p>
          <a:p>
            <a:pPr marL="457200" indent="-457200">
              <a:buFont typeface="Arial" pitchFamily="34" charset="0"/>
              <a:buChar char="•"/>
            </a:pPr>
            <a:endParaRPr lang="en-US"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ctrTitle"/>
          </p:nvPr>
        </p:nvSpPr>
        <p:spPr>
          <a:xfrm>
            <a:off x="0" y="2133600"/>
            <a:ext cx="8991600" cy="2590800"/>
          </a:xfrm>
        </p:spPr>
        <p:txBody>
          <a:bodyPr>
            <a:normAutofit/>
          </a:bodyPr>
          <a:lstStyle/>
          <a:p>
            <a:pPr algn="ctr"/>
            <a:r>
              <a:rPr lang="en-US" sz="6000" dirty="0" smtClean="0"/>
              <a:t>Time loss</a:t>
            </a:r>
            <a:endParaRPr lang="en-US" sz="6000" dirty="0"/>
          </a:p>
        </p:txBody>
      </p:sp>
      <p:sp>
        <p:nvSpPr>
          <p:cNvPr id="5" name="Subtitle 4"/>
          <p:cNvSpPr>
            <a:spLocks noGrp="1"/>
          </p:cNvSpPr>
          <p:nvPr>
            <p:ph type="subTitle" idx="1"/>
          </p:nvPr>
        </p:nvSpPr>
        <p:spPr/>
        <p:txBody>
          <a:bodyPr/>
          <a:lstStyle/>
          <a:p>
            <a:endParaRPr lang="en-US" dirty="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
        <p:nvSpPr>
          <p:cNvPr id="7" name="TextBox 6"/>
          <p:cNvSpPr txBox="1"/>
          <p:nvPr/>
        </p:nvSpPr>
        <p:spPr>
          <a:xfrm>
            <a:off x="838200" y="685800"/>
            <a:ext cx="685800" cy="769441"/>
          </a:xfrm>
          <a:prstGeom prst="rect">
            <a:avLst/>
          </a:prstGeom>
          <a:noFill/>
        </p:spPr>
        <p:txBody>
          <a:bodyPr wrap="square" rtlCol="0">
            <a:spAutoFit/>
          </a:bodyPr>
          <a:lstStyle/>
          <a:p>
            <a:r>
              <a:rPr lang="en-US" sz="4400" b="1" dirty="0" smtClean="0">
                <a:solidFill>
                  <a:schemeClr val="tx2"/>
                </a:solidFill>
              </a:rPr>
              <a:t>3.</a:t>
            </a:r>
            <a:endParaRPr lang="en-US" sz="4400" b="1" dirty="0">
              <a:solidFill>
                <a:schemeClr val="tx2"/>
              </a:solidFill>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TIME LOSS</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buFont typeface="Arial" pitchFamily="34" charset="0"/>
              <a:buChar char="•"/>
            </a:pPr>
            <a:r>
              <a:rPr lang="en-US" dirty="0" smtClean="0"/>
              <a:t>The Act attempts to reimburse an injured worker for the wages he or she was earning at the time of the injury.</a:t>
            </a:r>
          </a:p>
          <a:p>
            <a:pPr marL="857250" lvl="1" indent="-457200">
              <a:buFont typeface="Arial" pitchFamily="34" charset="0"/>
              <a:buChar char="•"/>
            </a:pPr>
            <a:r>
              <a:rPr lang="en-US" sz="2400" dirty="0" smtClean="0"/>
              <a:t>The term “wages” may also include the reasonable value of board, fuel, housing, or other consideration of like nature received from the employer as part of the contract of hire.  </a:t>
            </a:r>
            <a:r>
              <a:rPr lang="en-US" sz="2400" i="1" dirty="0" smtClean="0"/>
              <a:t>Rose v. DLI</a:t>
            </a:r>
            <a:r>
              <a:rPr lang="en-US" sz="2400" dirty="0" smtClean="0"/>
              <a:t>, 57 </a:t>
            </a:r>
            <a:r>
              <a:rPr lang="en-US" sz="2400" dirty="0" err="1" smtClean="0"/>
              <a:t>Wash.App</a:t>
            </a:r>
            <a:r>
              <a:rPr lang="en-US" sz="2400" dirty="0" smtClean="0"/>
              <a:t>. 751 (1990).</a:t>
            </a:r>
          </a:p>
          <a:p>
            <a:pPr marL="857250" lvl="1" indent="-457200">
              <a:buFont typeface="Arial" pitchFamily="34" charset="0"/>
              <a:buChar char="•"/>
            </a:pPr>
            <a:r>
              <a:rPr lang="en-US" sz="2400" dirty="0" smtClean="0"/>
              <a:t>Employer-paid health insurance benefits are a form of compensation that must be included in wages used to calculate an injured worker’s time loss rate.  </a:t>
            </a:r>
            <a:r>
              <a:rPr lang="en-US" sz="2400" i="1" dirty="0" smtClean="0"/>
              <a:t>Cockle v. DLI</a:t>
            </a:r>
            <a:r>
              <a:rPr lang="en-US" sz="2400" dirty="0" smtClean="0"/>
              <a:t>, 142 Wash.2d 801 (2001).</a:t>
            </a:r>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TIME LOSS</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lgn="ctr">
              <a:buNone/>
            </a:pPr>
            <a:r>
              <a:rPr lang="en-US" u="sng" dirty="0" smtClean="0"/>
              <a:t>Time Loss Rates</a:t>
            </a:r>
          </a:p>
          <a:p>
            <a:pPr marL="457200" indent="-457200" algn="ctr">
              <a:buNone/>
            </a:pPr>
            <a:endParaRPr lang="en-US" u="sng"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
        <p:nvSpPr>
          <p:cNvPr id="8" name="TextBox 7"/>
          <p:cNvSpPr txBox="1"/>
          <p:nvPr/>
        </p:nvSpPr>
        <p:spPr>
          <a:xfrm>
            <a:off x="838200" y="3581400"/>
            <a:ext cx="3429000" cy="369332"/>
          </a:xfrm>
          <a:prstGeom prst="rect">
            <a:avLst/>
          </a:prstGeom>
          <a:noFill/>
        </p:spPr>
        <p:txBody>
          <a:bodyPr wrap="square" rtlCol="0">
            <a:spAutoFit/>
          </a:bodyPr>
          <a:lstStyle/>
          <a:p>
            <a:endParaRPr lang="en-US" dirty="0"/>
          </a:p>
        </p:txBody>
      </p:sp>
      <p:graphicFrame>
        <p:nvGraphicFramePr>
          <p:cNvPr id="9" name="Diagram 4"/>
          <p:cNvGraphicFramePr>
            <a:graphicFrameLocks/>
          </p:cNvGraphicFramePr>
          <p:nvPr/>
        </p:nvGraphicFramePr>
        <p:xfrm>
          <a:off x="304800" y="1554163"/>
          <a:ext cx="8686800" cy="452596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TextBox 9"/>
          <p:cNvSpPr txBox="1"/>
          <p:nvPr/>
        </p:nvSpPr>
        <p:spPr>
          <a:xfrm>
            <a:off x="914400" y="3581400"/>
            <a:ext cx="3200400" cy="923330"/>
          </a:xfrm>
          <a:prstGeom prst="rect">
            <a:avLst/>
          </a:prstGeom>
          <a:noFill/>
        </p:spPr>
        <p:txBody>
          <a:bodyPr wrap="square" rtlCol="0">
            <a:spAutoFit/>
          </a:bodyPr>
          <a:lstStyle/>
          <a:p>
            <a:r>
              <a:rPr lang="en-US" dirty="0" smtClean="0">
                <a:solidFill>
                  <a:schemeClr val="tx2"/>
                </a:solidFill>
              </a:rPr>
              <a:t>No Dependents	60%</a:t>
            </a:r>
          </a:p>
          <a:p>
            <a:r>
              <a:rPr lang="en-US" dirty="0" smtClean="0">
                <a:solidFill>
                  <a:schemeClr val="tx2"/>
                </a:solidFill>
              </a:rPr>
              <a:t>Each Under 18	2%</a:t>
            </a:r>
          </a:p>
          <a:p>
            <a:r>
              <a:rPr lang="en-US" dirty="0" smtClean="0">
                <a:solidFill>
                  <a:schemeClr val="tx2"/>
                </a:solidFill>
              </a:rPr>
              <a:t>Maximum of 5	70%</a:t>
            </a:r>
            <a:endParaRPr lang="en-US" dirty="0">
              <a:solidFill>
                <a:schemeClr val="tx2"/>
              </a:solidFill>
            </a:endParaRPr>
          </a:p>
        </p:txBody>
      </p:sp>
      <p:sp>
        <p:nvSpPr>
          <p:cNvPr id="11" name="TextBox 10"/>
          <p:cNvSpPr txBox="1"/>
          <p:nvPr/>
        </p:nvSpPr>
        <p:spPr>
          <a:xfrm>
            <a:off x="5105400" y="3581400"/>
            <a:ext cx="3276600" cy="923330"/>
          </a:xfrm>
          <a:prstGeom prst="rect">
            <a:avLst/>
          </a:prstGeom>
          <a:noFill/>
        </p:spPr>
        <p:txBody>
          <a:bodyPr wrap="square" rtlCol="0">
            <a:spAutoFit/>
          </a:bodyPr>
          <a:lstStyle/>
          <a:p>
            <a:r>
              <a:rPr lang="en-US" dirty="0" smtClean="0">
                <a:solidFill>
                  <a:schemeClr val="tx2"/>
                </a:solidFill>
              </a:rPr>
              <a:t>No Dependents	65%</a:t>
            </a:r>
          </a:p>
          <a:p>
            <a:r>
              <a:rPr lang="en-US" dirty="0" smtClean="0">
                <a:solidFill>
                  <a:schemeClr val="tx2"/>
                </a:solidFill>
              </a:rPr>
              <a:t>Each Under 18	2%</a:t>
            </a:r>
          </a:p>
          <a:p>
            <a:r>
              <a:rPr lang="en-US" dirty="0" smtClean="0">
                <a:solidFill>
                  <a:schemeClr val="tx2"/>
                </a:solidFill>
              </a:rPr>
              <a:t>Maximum of 5	75%</a:t>
            </a:r>
            <a:endParaRPr lang="en-US" dirty="0">
              <a:solidFill>
                <a:schemeClr val="tx2"/>
              </a:solidFill>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TIME LOSS</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lgn="ctr">
              <a:buNone/>
            </a:pPr>
            <a:r>
              <a:rPr lang="en-US" u="sng" dirty="0" smtClean="0"/>
              <a:t>Payment of Ongoing Time Loss</a:t>
            </a:r>
          </a:p>
          <a:p>
            <a:pPr marL="457200" indent="-457200" algn="ctr">
              <a:buNone/>
            </a:pPr>
            <a:endParaRPr lang="en-US" sz="2400" u="sng" dirty="0" smtClean="0"/>
          </a:p>
          <a:p>
            <a:pPr marL="457200" indent="-457200">
              <a:buFont typeface="Arial" pitchFamily="34" charset="0"/>
              <a:buChar char="•"/>
            </a:pPr>
            <a:r>
              <a:rPr lang="en-US" sz="2800" dirty="0" smtClean="0"/>
              <a:t>To be eligible for ongoing time loss, the injured worker must be receiving regular curative treatment.</a:t>
            </a:r>
          </a:p>
          <a:p>
            <a:pPr marL="457200" indent="-457200">
              <a:buFont typeface="Arial" pitchFamily="34" charset="0"/>
              <a:buChar char="•"/>
            </a:pPr>
            <a:r>
              <a:rPr lang="en-US" sz="2800" dirty="0" smtClean="0"/>
              <a:t>The attending provider must certify the worker’s ongoing inability to work is the result of the accepted medical condition(s).</a:t>
            </a:r>
          </a:p>
          <a:p>
            <a:pPr marL="457200" indent="-457200">
              <a:buFont typeface="Arial" pitchFamily="34" charset="0"/>
              <a:buChar char="•"/>
            </a:pPr>
            <a:r>
              <a:rPr lang="en-US" sz="2800" dirty="0" smtClean="0"/>
              <a:t>The AP must submit medical reports at approximately 60-day intervals to support ongoing time loss.</a:t>
            </a:r>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TIME LOSS</a:t>
            </a:r>
            <a:endParaRPr lang="en-US" dirty="0"/>
          </a:p>
        </p:txBody>
      </p:sp>
      <p:sp>
        <p:nvSpPr>
          <p:cNvPr id="5" name="Content Placeholder 4"/>
          <p:cNvSpPr>
            <a:spLocks noGrp="1"/>
          </p:cNvSpPr>
          <p:nvPr>
            <p:ph idx="1"/>
          </p:nvPr>
        </p:nvSpPr>
        <p:spPr>
          <a:xfrm>
            <a:off x="304800" y="1554162"/>
            <a:ext cx="8686800" cy="4922838"/>
          </a:xfrm>
        </p:spPr>
        <p:txBody>
          <a:bodyPr>
            <a:normAutofit lnSpcReduction="10000"/>
          </a:bodyPr>
          <a:lstStyle/>
          <a:p>
            <a:pPr marL="457200" indent="-457200" algn="ctr">
              <a:buNone/>
            </a:pPr>
            <a:r>
              <a:rPr lang="en-US" u="sng" dirty="0" smtClean="0"/>
              <a:t>Provisional Time Loss</a:t>
            </a:r>
            <a:endParaRPr lang="en-US" sz="2400" u="sng" dirty="0" smtClean="0"/>
          </a:p>
          <a:p>
            <a:pPr marL="457200" indent="-457200">
              <a:buFont typeface="Arial" pitchFamily="34" charset="0"/>
              <a:buChar char="•"/>
            </a:pPr>
            <a:r>
              <a:rPr lang="en-US" sz="2700" dirty="0" smtClean="0"/>
              <a:t>When a determination regarding claim allowance can’t be made immediately (i.e. because the employer is still investigating validity), </a:t>
            </a:r>
            <a:r>
              <a:rPr lang="en-US" sz="2700" dirty="0" err="1" smtClean="0"/>
              <a:t>Penser</a:t>
            </a:r>
            <a:r>
              <a:rPr lang="en-US" sz="2700" dirty="0" smtClean="0"/>
              <a:t> is able to make “provisional” payments of time loss when it is otherwise appropriate.</a:t>
            </a:r>
          </a:p>
          <a:p>
            <a:pPr marL="457200" indent="-457200">
              <a:buFont typeface="Arial" pitchFamily="34" charset="0"/>
              <a:buChar char="•"/>
            </a:pPr>
            <a:r>
              <a:rPr lang="en-US" sz="2700" dirty="0" smtClean="0"/>
              <a:t>Any provisional payments must be paid back if the claim is ultimately denied.</a:t>
            </a:r>
          </a:p>
          <a:p>
            <a:pPr marL="457200" indent="-457200">
              <a:buFont typeface="Arial" pitchFamily="34" charset="0"/>
              <a:buChar char="•"/>
            </a:pPr>
            <a:r>
              <a:rPr lang="en-US" sz="2700" dirty="0" smtClean="0"/>
              <a:t>Provisional payments are not considered a binding determination on the self-insurer or worker and must be made until a determinative order is issued.</a:t>
            </a:r>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ctrTitle"/>
          </p:nvPr>
        </p:nvSpPr>
        <p:spPr>
          <a:xfrm>
            <a:off x="0" y="2133600"/>
            <a:ext cx="8991600" cy="2590800"/>
          </a:xfrm>
        </p:spPr>
        <p:txBody>
          <a:bodyPr>
            <a:normAutofit/>
          </a:bodyPr>
          <a:lstStyle/>
          <a:p>
            <a:pPr algn="ctr"/>
            <a:r>
              <a:rPr lang="en-US" sz="6000" dirty="0" smtClean="0"/>
              <a:t>Loss of earning </a:t>
            </a:r>
            <a:br>
              <a:rPr lang="en-US" sz="6000" dirty="0" smtClean="0"/>
            </a:br>
            <a:r>
              <a:rPr lang="en-US" sz="6000" dirty="0" smtClean="0"/>
              <a:t>power</a:t>
            </a:r>
            <a:endParaRPr lang="en-US" sz="6000" dirty="0"/>
          </a:p>
        </p:txBody>
      </p:sp>
      <p:sp>
        <p:nvSpPr>
          <p:cNvPr id="5" name="Subtitle 4"/>
          <p:cNvSpPr>
            <a:spLocks noGrp="1"/>
          </p:cNvSpPr>
          <p:nvPr>
            <p:ph type="subTitle" idx="1"/>
          </p:nvPr>
        </p:nvSpPr>
        <p:spPr/>
        <p:txBody>
          <a:bodyPr/>
          <a:lstStyle/>
          <a:p>
            <a:endParaRPr lang="en-US" dirty="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
        <p:nvSpPr>
          <p:cNvPr id="7" name="TextBox 6"/>
          <p:cNvSpPr txBox="1"/>
          <p:nvPr/>
        </p:nvSpPr>
        <p:spPr>
          <a:xfrm>
            <a:off x="838200" y="685800"/>
            <a:ext cx="685800" cy="769441"/>
          </a:xfrm>
          <a:prstGeom prst="rect">
            <a:avLst/>
          </a:prstGeom>
          <a:noFill/>
        </p:spPr>
        <p:txBody>
          <a:bodyPr wrap="square" rtlCol="0">
            <a:spAutoFit/>
          </a:bodyPr>
          <a:lstStyle/>
          <a:p>
            <a:r>
              <a:rPr lang="en-US" sz="4400" b="1" dirty="0" smtClean="0">
                <a:solidFill>
                  <a:schemeClr val="tx2"/>
                </a:solidFill>
              </a:rPr>
              <a:t>4.</a:t>
            </a:r>
            <a:endParaRPr lang="en-US" sz="4400" b="1" dirty="0">
              <a:solidFill>
                <a:schemeClr val="tx2"/>
              </a:solidFill>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LOSS of earning power (LEP)</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buFont typeface="Arial" pitchFamily="34" charset="0"/>
              <a:buChar char="•"/>
            </a:pPr>
            <a:r>
              <a:rPr lang="en-US" sz="2800" dirty="0" smtClean="0"/>
              <a:t>Earning Power is defined as the worker’s ability to earn income as a result of labor.</a:t>
            </a:r>
          </a:p>
          <a:p>
            <a:pPr marL="457200" indent="-457200">
              <a:buFont typeface="Arial" pitchFamily="34" charset="0"/>
              <a:buChar char="•"/>
            </a:pPr>
            <a:r>
              <a:rPr lang="en-US" sz="2800" dirty="0" smtClean="0"/>
              <a:t>RCW 51.32.090 requires the self-insurer to compensate a worker for LEP when the worker’s earning capacity has decreased as a result of the industrial injury or occupational disease.</a:t>
            </a:r>
          </a:p>
          <a:p>
            <a:pPr marL="457200" indent="-457200">
              <a:buFont typeface="Arial" pitchFamily="34" charset="0"/>
              <a:buChar char="•"/>
            </a:pPr>
            <a:endParaRPr lang="en-US" sz="2800"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LOSS of earning power (LEP)</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buNone/>
            </a:pPr>
            <a:r>
              <a:rPr lang="en-US" sz="2800" dirty="0" smtClean="0"/>
              <a:t>	In order to be eligible for LEP, the worker:</a:t>
            </a:r>
          </a:p>
          <a:p>
            <a:pPr marL="457200" indent="-457200">
              <a:buFont typeface="Arial" pitchFamily="34" charset="0"/>
              <a:buChar char="•"/>
            </a:pPr>
            <a:endParaRPr lang="en-US" sz="2800"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graphicFrame>
        <p:nvGraphicFramePr>
          <p:cNvPr id="7" name="Diagram 4"/>
          <p:cNvGraphicFramePr>
            <a:graphicFrameLocks/>
          </p:cNvGraphicFramePr>
          <p:nvPr/>
        </p:nvGraphicFramePr>
        <p:xfrm>
          <a:off x="381000" y="2209800"/>
          <a:ext cx="8382000" cy="3733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LOSS of earning power (LEP)</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lgn="ctr">
              <a:buNone/>
            </a:pPr>
            <a:r>
              <a:rPr lang="en-US" u="sng" dirty="0" smtClean="0"/>
              <a:t>Situations where a Worker May be </a:t>
            </a:r>
          </a:p>
          <a:p>
            <a:pPr marL="457200" indent="-457200" algn="ctr">
              <a:buNone/>
            </a:pPr>
            <a:r>
              <a:rPr lang="en-US" u="sng" dirty="0" smtClean="0"/>
              <a:t>Entitled to LEP</a:t>
            </a:r>
          </a:p>
          <a:p>
            <a:pPr marL="457200" indent="-457200">
              <a:buFont typeface="Arial" pitchFamily="34" charset="0"/>
              <a:buChar char="•"/>
            </a:pPr>
            <a:r>
              <a:rPr lang="en-US" sz="2700" dirty="0" smtClean="0"/>
              <a:t>The worker returns to work at a lower wage.</a:t>
            </a:r>
          </a:p>
          <a:p>
            <a:pPr marL="457200" indent="-457200">
              <a:buFont typeface="Arial" pitchFamily="34" charset="0"/>
              <a:buChar char="•"/>
            </a:pPr>
            <a:r>
              <a:rPr lang="en-US" sz="2700" dirty="0" smtClean="0"/>
              <a:t>The worker has more than one job at the time of injury and is restricted from performing one of the jobs even if it is not the job of injury.</a:t>
            </a:r>
          </a:p>
          <a:p>
            <a:pPr marL="457200" indent="-457200">
              <a:buFont typeface="Arial" pitchFamily="34" charset="0"/>
              <a:buChar char="•"/>
            </a:pPr>
            <a:r>
              <a:rPr lang="en-US" sz="2700" dirty="0" smtClean="0"/>
              <a:t>The worker returns to work but is unable to work at the premium or higher rates he/she normally works.</a:t>
            </a:r>
          </a:p>
          <a:p>
            <a:pPr marL="457200" indent="-457200">
              <a:buFont typeface="Arial" pitchFamily="34" charset="0"/>
              <a:buChar char="•"/>
            </a:pPr>
            <a:r>
              <a:rPr lang="en-US" sz="2700" dirty="0" smtClean="0"/>
              <a:t>The worker returns but must work less hours.</a:t>
            </a:r>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ctrTitle"/>
          </p:nvPr>
        </p:nvSpPr>
        <p:spPr>
          <a:xfrm>
            <a:off x="0" y="2133600"/>
            <a:ext cx="8991600" cy="2590800"/>
          </a:xfrm>
        </p:spPr>
        <p:txBody>
          <a:bodyPr>
            <a:noAutofit/>
          </a:bodyPr>
          <a:lstStyle/>
          <a:p>
            <a:pPr algn="ctr"/>
            <a:r>
              <a:rPr lang="en-US" sz="6000" dirty="0" smtClean="0"/>
              <a:t>Pensions </a:t>
            </a:r>
            <a:br>
              <a:rPr lang="en-US" sz="6000" dirty="0" smtClean="0"/>
            </a:br>
            <a:r>
              <a:rPr lang="en-US" sz="6000" dirty="0" smtClean="0"/>
              <a:t>&amp;</a:t>
            </a:r>
            <a:br>
              <a:rPr lang="en-US" sz="6000" dirty="0" smtClean="0"/>
            </a:br>
            <a:r>
              <a:rPr lang="en-US" sz="6000" dirty="0" smtClean="0"/>
              <a:t>fatalities</a:t>
            </a:r>
            <a:endParaRPr lang="en-US" sz="6000" dirty="0"/>
          </a:p>
        </p:txBody>
      </p:sp>
      <p:sp>
        <p:nvSpPr>
          <p:cNvPr id="5" name="Subtitle 4"/>
          <p:cNvSpPr>
            <a:spLocks noGrp="1"/>
          </p:cNvSpPr>
          <p:nvPr>
            <p:ph type="subTitle" idx="1"/>
          </p:nvPr>
        </p:nvSpPr>
        <p:spPr/>
        <p:txBody>
          <a:bodyPr/>
          <a:lstStyle/>
          <a:p>
            <a:endParaRPr lang="en-US" dirty="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
        <p:nvSpPr>
          <p:cNvPr id="7" name="TextBox 6"/>
          <p:cNvSpPr txBox="1"/>
          <p:nvPr/>
        </p:nvSpPr>
        <p:spPr>
          <a:xfrm>
            <a:off x="838200" y="685800"/>
            <a:ext cx="685800" cy="769441"/>
          </a:xfrm>
          <a:prstGeom prst="rect">
            <a:avLst/>
          </a:prstGeom>
          <a:noFill/>
        </p:spPr>
        <p:txBody>
          <a:bodyPr wrap="square" rtlCol="0">
            <a:spAutoFit/>
          </a:bodyPr>
          <a:lstStyle/>
          <a:p>
            <a:r>
              <a:rPr lang="en-US" sz="4400" b="1" dirty="0" smtClean="0">
                <a:solidFill>
                  <a:schemeClr val="tx2"/>
                </a:solidFill>
              </a:rPr>
              <a:t>5.</a:t>
            </a:r>
            <a:endParaRPr lang="en-US" sz="4400" b="1" dirty="0">
              <a:solidFill>
                <a:schemeClr val="tx2"/>
              </a:solidFill>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Pensions &amp; fatalities</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buFont typeface="Arial" pitchFamily="34" charset="0"/>
              <a:buChar char="•"/>
            </a:pPr>
            <a:r>
              <a:rPr lang="en-US" sz="2800" dirty="0" smtClean="0"/>
              <a:t>Pensions are a monthly payment made if a worker is permanently and totally disabled from a workplace injury or occupational disease.</a:t>
            </a:r>
          </a:p>
          <a:p>
            <a:pPr marL="457200" indent="-457200">
              <a:buFont typeface="Arial" pitchFamily="34" charset="0"/>
              <a:buChar char="•"/>
            </a:pPr>
            <a:r>
              <a:rPr lang="en-US" sz="2800" dirty="0" smtClean="0"/>
              <a:t>A </a:t>
            </a:r>
            <a:r>
              <a:rPr lang="en-US" sz="2800" u="sng" dirty="0" smtClean="0"/>
              <a:t>Statutory Pension</a:t>
            </a:r>
            <a:r>
              <a:rPr lang="en-US" sz="2800" dirty="0" smtClean="0"/>
              <a:t> is defined as the loss of both legs or arms, one leg and one arm, total loss of eyesight, or total paralysis.  These severe injuries qualify for placement on pension regardless of employability.</a:t>
            </a:r>
          </a:p>
          <a:p>
            <a:pPr marL="457200" indent="-457200">
              <a:buFont typeface="Arial" pitchFamily="34" charset="0"/>
              <a:buChar char="•"/>
            </a:pPr>
            <a:r>
              <a:rPr lang="en-US" sz="2800" dirty="0" smtClean="0"/>
              <a:t>An </a:t>
            </a:r>
            <a:r>
              <a:rPr lang="en-US" sz="2800" u="sng" dirty="0" smtClean="0"/>
              <a:t>Administrative Pension</a:t>
            </a:r>
            <a:r>
              <a:rPr lang="en-US" sz="2800" dirty="0" smtClean="0"/>
              <a:t> is defined as any condition that permanently incapacitates the worker from performing any work at any gainful occupation.</a:t>
            </a:r>
          </a:p>
          <a:p>
            <a:pPr marL="457200" indent="-457200">
              <a:buFont typeface="Arial" pitchFamily="34" charset="0"/>
              <a:buChar char="•"/>
            </a:pPr>
            <a:endParaRPr lang="en-US" sz="2800"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Pensions &amp; fatalities</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lgn="ctr">
              <a:buNone/>
            </a:pPr>
            <a:r>
              <a:rPr lang="en-US" u="sng" dirty="0" smtClean="0"/>
              <a:t>Surviving Spouse/Domestic Partner</a:t>
            </a:r>
          </a:p>
          <a:p>
            <a:pPr marL="457200" indent="-457200">
              <a:buFont typeface="Arial" pitchFamily="34" charset="0"/>
              <a:buChar char="•"/>
            </a:pPr>
            <a:r>
              <a:rPr lang="en-US" sz="2800" dirty="0" smtClean="0"/>
              <a:t>The surviving spouse or domestic partner must submit an application for benefits within one year of the worker’s death.</a:t>
            </a:r>
          </a:p>
          <a:p>
            <a:pPr marL="457200" indent="-457200">
              <a:buFont typeface="Arial" pitchFamily="34" charset="0"/>
              <a:buChar char="•"/>
            </a:pPr>
            <a:r>
              <a:rPr lang="en-US" sz="2800" dirty="0" smtClean="0"/>
              <a:t>If the death is due to the covered injury or occupational disease, pension benefits continue to the spouse or domestic partner’s death and/or eligible dependent children.</a:t>
            </a:r>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Pensions &amp; fatalities</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lgn="ctr">
              <a:buNone/>
            </a:pPr>
            <a:r>
              <a:rPr lang="en-US" u="sng" dirty="0" smtClean="0"/>
              <a:t>Fatalities</a:t>
            </a:r>
          </a:p>
          <a:p>
            <a:pPr marL="457200" indent="-457200">
              <a:buFont typeface="Arial" pitchFamily="34" charset="0"/>
              <a:buChar char="•"/>
            </a:pPr>
            <a:r>
              <a:rPr lang="en-US" sz="2800" dirty="0" smtClean="0"/>
              <a:t>Fatal claims constitute an umbrella of claims where a worker either dies while on the job, or dies later from a condition contended as related.</a:t>
            </a:r>
          </a:p>
          <a:p>
            <a:pPr marL="457200" indent="-457200">
              <a:buFont typeface="Arial" pitchFamily="34" charset="0"/>
              <a:buChar char="•"/>
            </a:pPr>
            <a:r>
              <a:rPr lang="en-US" sz="2800" dirty="0" smtClean="0"/>
              <a:t>When a beneficiary’s claim is approved, a one-time immediate payment is made if there is a spouse, domestic partner, child, or dependent.  The amount of the immediate payment is 100% of the average monthly wage in the State.</a:t>
            </a:r>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ctrTitle"/>
          </p:nvPr>
        </p:nvSpPr>
        <p:spPr>
          <a:xfrm>
            <a:off x="0" y="2133600"/>
            <a:ext cx="8991600" cy="2590800"/>
          </a:xfrm>
        </p:spPr>
        <p:txBody>
          <a:bodyPr>
            <a:noAutofit/>
          </a:bodyPr>
          <a:lstStyle/>
          <a:p>
            <a:pPr algn="ctr"/>
            <a:r>
              <a:rPr lang="en-US" sz="6000" dirty="0" smtClean="0"/>
              <a:t>Claim closure</a:t>
            </a:r>
            <a:endParaRPr lang="en-US" sz="6000" dirty="0"/>
          </a:p>
        </p:txBody>
      </p:sp>
      <p:sp>
        <p:nvSpPr>
          <p:cNvPr id="5" name="Subtitle 4"/>
          <p:cNvSpPr>
            <a:spLocks noGrp="1"/>
          </p:cNvSpPr>
          <p:nvPr>
            <p:ph type="subTitle" idx="1"/>
          </p:nvPr>
        </p:nvSpPr>
        <p:spPr/>
        <p:txBody>
          <a:bodyPr/>
          <a:lstStyle/>
          <a:p>
            <a:endParaRPr lang="en-US" dirty="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
        <p:nvSpPr>
          <p:cNvPr id="7" name="TextBox 6"/>
          <p:cNvSpPr txBox="1"/>
          <p:nvPr/>
        </p:nvSpPr>
        <p:spPr>
          <a:xfrm>
            <a:off x="838200" y="685800"/>
            <a:ext cx="685800" cy="769441"/>
          </a:xfrm>
          <a:prstGeom prst="rect">
            <a:avLst/>
          </a:prstGeom>
          <a:noFill/>
        </p:spPr>
        <p:txBody>
          <a:bodyPr wrap="square" rtlCol="0">
            <a:spAutoFit/>
          </a:bodyPr>
          <a:lstStyle/>
          <a:p>
            <a:r>
              <a:rPr lang="en-US" sz="4400" b="1" dirty="0" smtClean="0">
                <a:solidFill>
                  <a:schemeClr val="tx2"/>
                </a:solidFill>
              </a:rPr>
              <a:t>6.</a:t>
            </a:r>
            <a:endParaRPr lang="en-US" sz="4400" b="1" dirty="0">
              <a:solidFill>
                <a:schemeClr val="tx2"/>
              </a:solidFill>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Claim closure</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lgn="ctr">
              <a:buNone/>
            </a:pPr>
            <a:r>
              <a:rPr lang="en-US" sz="4000" b="1" dirty="0" smtClean="0"/>
              <a:t>A claim is ready to be closed when…</a:t>
            </a:r>
          </a:p>
          <a:p>
            <a:pPr marL="457200" indent="-457200" algn="ctr">
              <a:buNone/>
            </a:pPr>
            <a:endParaRPr lang="en-US" u="sng"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
        <p:nvSpPr>
          <p:cNvPr id="8" name="TextBox 7"/>
          <p:cNvSpPr txBox="1"/>
          <p:nvPr/>
        </p:nvSpPr>
        <p:spPr>
          <a:xfrm>
            <a:off x="838200" y="3581400"/>
            <a:ext cx="3429000" cy="369332"/>
          </a:xfrm>
          <a:prstGeom prst="rect">
            <a:avLst/>
          </a:prstGeom>
          <a:noFill/>
        </p:spPr>
        <p:txBody>
          <a:bodyPr wrap="square" rtlCol="0">
            <a:spAutoFit/>
          </a:bodyPr>
          <a:lstStyle/>
          <a:p>
            <a:endParaRPr lang="en-US" dirty="0"/>
          </a:p>
        </p:txBody>
      </p:sp>
      <p:graphicFrame>
        <p:nvGraphicFramePr>
          <p:cNvPr id="9" name="Diagram 4"/>
          <p:cNvGraphicFramePr>
            <a:graphicFrameLocks/>
          </p:cNvGraphicFramePr>
          <p:nvPr/>
        </p:nvGraphicFramePr>
        <p:xfrm>
          <a:off x="304800" y="1447801"/>
          <a:ext cx="8686800" cy="46323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TextBox 9"/>
          <p:cNvSpPr txBox="1"/>
          <p:nvPr/>
        </p:nvSpPr>
        <p:spPr>
          <a:xfrm>
            <a:off x="914400" y="3429000"/>
            <a:ext cx="3200400" cy="1477328"/>
          </a:xfrm>
          <a:prstGeom prst="rect">
            <a:avLst/>
          </a:prstGeom>
          <a:noFill/>
        </p:spPr>
        <p:txBody>
          <a:bodyPr wrap="square" rtlCol="0">
            <a:spAutoFit/>
          </a:bodyPr>
          <a:lstStyle/>
          <a:p>
            <a:r>
              <a:rPr lang="en-US" dirty="0" smtClean="0">
                <a:solidFill>
                  <a:schemeClr val="tx2"/>
                </a:solidFill>
              </a:rPr>
              <a:t>When the worker’s condition has stabilized to the point where no further “curative” treatment is required, the condition is “fixed.”</a:t>
            </a:r>
          </a:p>
        </p:txBody>
      </p:sp>
      <p:sp>
        <p:nvSpPr>
          <p:cNvPr id="11" name="TextBox 10"/>
          <p:cNvSpPr txBox="1"/>
          <p:nvPr/>
        </p:nvSpPr>
        <p:spPr>
          <a:xfrm>
            <a:off x="5105400" y="3581400"/>
            <a:ext cx="3276600" cy="923330"/>
          </a:xfrm>
          <a:prstGeom prst="rect">
            <a:avLst/>
          </a:prstGeom>
          <a:noFill/>
        </p:spPr>
        <p:txBody>
          <a:bodyPr wrap="square" rtlCol="0">
            <a:spAutoFit/>
          </a:bodyPr>
          <a:lstStyle/>
          <a:p>
            <a:r>
              <a:rPr lang="en-US" dirty="0" smtClean="0">
                <a:solidFill>
                  <a:schemeClr val="tx2"/>
                </a:solidFill>
              </a:rPr>
              <a:t>The worker must be reasonably capable of continuous gainful employment</a:t>
            </a:r>
            <a:endParaRPr lang="en-US" dirty="0">
              <a:solidFill>
                <a:schemeClr val="tx2"/>
              </a:solidFill>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Claim closure</a:t>
            </a:r>
            <a:endParaRPr lang="en-US" dirty="0"/>
          </a:p>
        </p:txBody>
      </p:sp>
      <p:sp>
        <p:nvSpPr>
          <p:cNvPr id="5" name="Content Placeholder 4"/>
          <p:cNvSpPr>
            <a:spLocks noGrp="1"/>
          </p:cNvSpPr>
          <p:nvPr>
            <p:ph idx="1"/>
          </p:nvPr>
        </p:nvSpPr>
        <p:spPr>
          <a:xfrm>
            <a:off x="304800" y="1447800"/>
            <a:ext cx="8686800" cy="4922838"/>
          </a:xfrm>
        </p:spPr>
        <p:txBody>
          <a:bodyPr>
            <a:normAutofit/>
          </a:bodyPr>
          <a:lstStyle/>
          <a:p>
            <a:pPr marL="457200" indent="-457200" algn="ctr">
              <a:buNone/>
            </a:pPr>
            <a:r>
              <a:rPr lang="en-US" sz="3800" b="1" u="sng" dirty="0" smtClean="0"/>
              <a:t>Closing Order Timeline of Events</a:t>
            </a:r>
          </a:p>
          <a:p>
            <a:pPr marL="457200" indent="-457200" algn="ctr">
              <a:buNone/>
            </a:pPr>
            <a:endParaRPr lang="en-US" u="sng"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
        <p:nvSpPr>
          <p:cNvPr id="8" name="TextBox 7"/>
          <p:cNvSpPr txBox="1"/>
          <p:nvPr/>
        </p:nvSpPr>
        <p:spPr>
          <a:xfrm>
            <a:off x="838200" y="3581400"/>
            <a:ext cx="3429000" cy="369332"/>
          </a:xfrm>
          <a:prstGeom prst="rect">
            <a:avLst/>
          </a:prstGeom>
          <a:noFill/>
        </p:spPr>
        <p:txBody>
          <a:bodyPr wrap="square" rtlCol="0">
            <a:spAutoFit/>
          </a:bodyPr>
          <a:lstStyle/>
          <a:p>
            <a:endParaRPr lang="en-US" dirty="0"/>
          </a:p>
        </p:txBody>
      </p:sp>
      <p:graphicFrame>
        <p:nvGraphicFramePr>
          <p:cNvPr id="12" name="Diagram 4"/>
          <p:cNvGraphicFramePr>
            <a:graphicFrameLocks/>
          </p:cNvGraphicFramePr>
          <p:nvPr/>
        </p:nvGraphicFramePr>
        <p:xfrm>
          <a:off x="228600" y="1981200"/>
          <a:ext cx="8686800" cy="44195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ctrTitle"/>
          </p:nvPr>
        </p:nvSpPr>
        <p:spPr>
          <a:xfrm>
            <a:off x="0" y="2133600"/>
            <a:ext cx="8991600" cy="2590800"/>
          </a:xfrm>
        </p:spPr>
        <p:txBody>
          <a:bodyPr>
            <a:noAutofit/>
          </a:bodyPr>
          <a:lstStyle/>
          <a:p>
            <a:r>
              <a:rPr lang="en-US" sz="6000" dirty="0" smtClean="0"/>
              <a:t>		Permanent </a:t>
            </a:r>
            <a:br>
              <a:rPr lang="en-US" sz="6000" dirty="0" smtClean="0"/>
            </a:br>
            <a:r>
              <a:rPr lang="en-US" sz="6000" dirty="0" smtClean="0"/>
              <a:t>		partial </a:t>
            </a:r>
            <a:br>
              <a:rPr lang="en-US" sz="6000" dirty="0" smtClean="0"/>
            </a:br>
            <a:r>
              <a:rPr lang="en-US" sz="6000" dirty="0" smtClean="0"/>
              <a:t>		disability</a:t>
            </a:r>
            <a:endParaRPr lang="en-US" sz="6000" dirty="0"/>
          </a:p>
        </p:txBody>
      </p:sp>
      <p:sp>
        <p:nvSpPr>
          <p:cNvPr id="5" name="Subtitle 4"/>
          <p:cNvSpPr>
            <a:spLocks noGrp="1"/>
          </p:cNvSpPr>
          <p:nvPr>
            <p:ph type="subTitle" idx="1"/>
          </p:nvPr>
        </p:nvSpPr>
        <p:spPr/>
        <p:txBody>
          <a:bodyPr/>
          <a:lstStyle/>
          <a:p>
            <a:endParaRPr lang="en-US" dirty="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
        <p:nvSpPr>
          <p:cNvPr id="7" name="TextBox 6"/>
          <p:cNvSpPr txBox="1"/>
          <p:nvPr/>
        </p:nvSpPr>
        <p:spPr>
          <a:xfrm>
            <a:off x="838200" y="685800"/>
            <a:ext cx="685800" cy="769441"/>
          </a:xfrm>
          <a:prstGeom prst="rect">
            <a:avLst/>
          </a:prstGeom>
          <a:noFill/>
        </p:spPr>
        <p:txBody>
          <a:bodyPr wrap="square" rtlCol="0">
            <a:spAutoFit/>
          </a:bodyPr>
          <a:lstStyle/>
          <a:p>
            <a:r>
              <a:rPr lang="en-US" sz="4400" b="1" dirty="0" smtClean="0">
                <a:solidFill>
                  <a:schemeClr val="tx2"/>
                </a:solidFill>
              </a:rPr>
              <a:t>7.</a:t>
            </a:r>
            <a:endParaRPr lang="en-US" sz="4400" b="1" dirty="0">
              <a:solidFill>
                <a:schemeClr val="tx2"/>
              </a:solidFill>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err="1" smtClean="0"/>
              <a:t>ppd</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buFont typeface="Arial" pitchFamily="34" charset="0"/>
              <a:buChar char="•"/>
            </a:pPr>
            <a:r>
              <a:rPr lang="en-US" sz="2800" dirty="0" smtClean="0"/>
              <a:t>PPD is determined by a qualified examining physician after the claimant has reached maximum medical improvement.</a:t>
            </a:r>
          </a:p>
          <a:p>
            <a:pPr marL="457200" indent="-457200">
              <a:buFont typeface="Arial" pitchFamily="34" charset="0"/>
              <a:buChar char="•"/>
            </a:pPr>
            <a:r>
              <a:rPr lang="en-US" sz="2800" dirty="0" smtClean="0"/>
              <a:t>PPD must be established by objective clinical and medical findings establishing a </a:t>
            </a:r>
            <a:r>
              <a:rPr lang="en-US" sz="2800" u="sng" dirty="0" smtClean="0"/>
              <a:t>loss of function</a:t>
            </a:r>
            <a:r>
              <a:rPr lang="en-US" sz="2800" dirty="0" smtClean="0"/>
              <a:t>. </a:t>
            </a:r>
          </a:p>
          <a:p>
            <a:pPr marL="457200" indent="-457200">
              <a:buFont typeface="Arial" pitchFamily="34" charset="0"/>
              <a:buChar char="•"/>
            </a:pPr>
            <a:r>
              <a:rPr lang="en-US" sz="2800" dirty="0" smtClean="0"/>
              <a:t>The rating must be based on medical opinion in accordance with the WAC’s and </a:t>
            </a:r>
            <a:r>
              <a:rPr lang="en-US" sz="2800" i="1" dirty="0" smtClean="0"/>
              <a:t>AMA Guidelines</a:t>
            </a:r>
            <a:r>
              <a:rPr lang="en-US" sz="2800" dirty="0" smtClean="0"/>
              <a:t>. </a:t>
            </a:r>
          </a:p>
          <a:p>
            <a:pPr marL="457200" indent="-457200">
              <a:buFont typeface="Arial" pitchFamily="34" charset="0"/>
              <a:buChar char="•"/>
            </a:pPr>
            <a:r>
              <a:rPr lang="en-US" sz="2800" dirty="0" smtClean="0"/>
              <a:t>Permanent impairment does </a:t>
            </a:r>
            <a:r>
              <a:rPr lang="en-US" sz="2800" u="sng" dirty="0" smtClean="0"/>
              <a:t>not</a:t>
            </a:r>
            <a:r>
              <a:rPr lang="en-US" sz="2800" dirty="0" smtClean="0"/>
              <a:t> mean “pain and suffering” </a:t>
            </a:r>
          </a:p>
          <a:p>
            <a:pPr marL="457200" indent="-457200">
              <a:buFont typeface="Arial" pitchFamily="34" charset="0"/>
              <a:buChar char="•"/>
            </a:pPr>
            <a:endParaRPr lang="en-US" sz="2800"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err="1" smtClean="0"/>
              <a:t>PpD</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lgn="ctr">
              <a:buNone/>
            </a:pPr>
            <a:r>
              <a:rPr lang="en-US" u="sng" dirty="0" smtClean="0"/>
              <a:t>Schedule of Benefits</a:t>
            </a:r>
          </a:p>
          <a:p>
            <a:pPr marL="0" indent="0">
              <a:buNone/>
            </a:pPr>
            <a:r>
              <a:rPr lang="en-US" sz="2800" dirty="0" smtClean="0"/>
              <a:t>The schedule of benefits establishes a monetary award for permanent bodily impairment resulting from an industrial injury or occupational disease.  The benefit amount on each schedule is updated every year to account for cost of living and other adjustments.</a:t>
            </a:r>
          </a:p>
          <a:p>
            <a:pPr marL="0" indent="0">
              <a:buNone/>
            </a:pPr>
            <a:endParaRPr lang="en-US" sz="2800" dirty="0" smtClean="0"/>
          </a:p>
          <a:p>
            <a:pPr marL="0" indent="0" algn="ctr">
              <a:buNone/>
            </a:pPr>
            <a:r>
              <a:rPr lang="en-US" sz="4800" b="1" dirty="0" smtClean="0"/>
              <a:t>FOR EXAMPLE…</a:t>
            </a:r>
            <a:r>
              <a:rPr lang="en-US" sz="4800" dirty="0" smtClean="0"/>
              <a:t> </a:t>
            </a:r>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err="1" smtClean="0"/>
              <a:t>PpD</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0" indent="0">
              <a:buNone/>
            </a:pPr>
            <a:r>
              <a:rPr lang="en-US" sz="2800" dirty="0" smtClean="0"/>
              <a:t>A worker is injured on July 2, </a:t>
            </a:r>
            <a:r>
              <a:rPr lang="en-US" sz="2800" u="sng" dirty="0" smtClean="0"/>
              <a:t>1994</a:t>
            </a:r>
            <a:r>
              <a:rPr lang="en-US" sz="2800" dirty="0" smtClean="0"/>
              <a:t>, when </a:t>
            </a:r>
          </a:p>
          <a:p>
            <a:pPr marL="0" indent="0">
              <a:buNone/>
            </a:pPr>
            <a:r>
              <a:rPr lang="en-US" sz="2800" dirty="0" smtClean="0"/>
              <a:t>a machine explodes damaging the left side </a:t>
            </a:r>
          </a:p>
          <a:p>
            <a:pPr marL="0" indent="0">
              <a:buNone/>
            </a:pPr>
            <a:r>
              <a:rPr lang="en-US" sz="2800" dirty="0" smtClean="0"/>
              <a:t>of  his  body.  Once  his  conditions  are </a:t>
            </a:r>
          </a:p>
          <a:p>
            <a:pPr marL="0" indent="0">
              <a:spcAft>
                <a:spcPts val="1200"/>
              </a:spcAft>
              <a:buNone/>
            </a:pPr>
            <a:r>
              <a:rPr lang="en-US" sz="2800" dirty="0" smtClean="0"/>
              <a:t>medically fixed and stable, and the worker has returned to work, the IME finds the following:</a:t>
            </a:r>
          </a:p>
          <a:p>
            <a:pPr marL="1371600" lvl="2" indent="-571500">
              <a:buFont typeface="Arial" pitchFamily="34" charset="0"/>
              <a:buChar char="•"/>
            </a:pPr>
            <a:r>
              <a:rPr lang="en-US" dirty="0" smtClean="0"/>
              <a:t>Category II low back impairment		</a:t>
            </a:r>
            <a:r>
              <a:rPr lang="en-US" b="1" dirty="0" smtClean="0"/>
              <a:t>$6,107.63</a:t>
            </a:r>
            <a:r>
              <a:rPr lang="en-US" dirty="0" smtClean="0"/>
              <a:t>	</a:t>
            </a:r>
          </a:p>
          <a:p>
            <a:pPr marL="1371600" lvl="2" indent="-571500">
              <a:buFont typeface="Arial" pitchFamily="34" charset="0"/>
              <a:buChar char="•"/>
            </a:pPr>
            <a:r>
              <a:rPr lang="en-US" dirty="0" smtClean="0"/>
              <a:t>25% of left leg above the knee joint</a:t>
            </a:r>
          </a:p>
          <a:p>
            <a:pPr marL="1371600" lvl="2" indent="-571500">
              <a:buNone/>
            </a:pPr>
            <a:r>
              <a:rPr lang="en-US" dirty="0" smtClean="0"/>
              <a:t>	with functional stump			</a:t>
            </a:r>
            <a:r>
              <a:rPr lang="en-US" b="1" dirty="0" smtClean="0"/>
              <a:t>$16,490.60</a:t>
            </a:r>
            <a:endParaRPr lang="en-US" dirty="0" smtClean="0"/>
          </a:p>
          <a:p>
            <a:pPr marL="1371600" lvl="2" indent="-571500">
              <a:buFont typeface="Arial" pitchFamily="34" charset="0"/>
              <a:buChar char="•"/>
            </a:pPr>
            <a:r>
              <a:rPr lang="en-US" dirty="0" smtClean="0"/>
              <a:t>Loss of hearing in the left ear 		</a:t>
            </a:r>
            <a:r>
              <a:rPr lang="en-US" b="1" dirty="0" smtClean="0"/>
              <a:t>$9,772.20</a:t>
            </a:r>
            <a:endParaRPr lang="en-US"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pic>
        <p:nvPicPr>
          <p:cNvPr id="2050" name="Picture 2" descr="http://shannaro.files.wordpress.com/2009/04/explosion.jpg"/>
          <p:cNvPicPr>
            <a:picLocks noChangeAspect="1" noChangeArrowheads="1"/>
          </p:cNvPicPr>
          <p:nvPr/>
        </p:nvPicPr>
        <p:blipFill>
          <a:blip r:embed="rId4" cstate="print"/>
          <a:srcRect/>
          <a:stretch>
            <a:fillRect/>
          </a:stretch>
        </p:blipFill>
        <p:spPr bwMode="auto">
          <a:xfrm>
            <a:off x="7086600" y="1295400"/>
            <a:ext cx="1828800" cy="1766236"/>
          </a:xfrm>
          <a:prstGeom prst="rect">
            <a:avLst/>
          </a:prstGeom>
          <a:noFill/>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err="1" smtClean="0"/>
              <a:t>PpD</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0" indent="0">
              <a:buNone/>
            </a:pPr>
            <a:endParaRPr lang="en-US" sz="2800" dirty="0" smtClean="0"/>
          </a:p>
          <a:p>
            <a:pPr marL="0" indent="0">
              <a:buNone/>
            </a:pPr>
            <a:r>
              <a:rPr lang="en-US" sz="2800" dirty="0" smtClean="0"/>
              <a:t>If that same worker was instead</a:t>
            </a:r>
          </a:p>
          <a:p>
            <a:pPr marL="0" indent="0">
              <a:buNone/>
            </a:pPr>
            <a:r>
              <a:rPr lang="en-US" sz="2800" dirty="0" smtClean="0"/>
              <a:t>injured on July 2, </a:t>
            </a:r>
            <a:r>
              <a:rPr lang="en-US" sz="2800" u="sng" dirty="0" smtClean="0"/>
              <a:t>2009</a:t>
            </a:r>
            <a:r>
              <a:rPr lang="en-US" sz="2800" dirty="0" smtClean="0"/>
              <a:t>, he would be</a:t>
            </a:r>
          </a:p>
          <a:p>
            <a:pPr marL="0" indent="0">
              <a:buNone/>
            </a:pPr>
            <a:r>
              <a:rPr lang="en-US" sz="2800" dirty="0" smtClean="0"/>
              <a:t>entitled to the following:</a:t>
            </a:r>
          </a:p>
          <a:p>
            <a:pPr marL="1371600" lvl="2" indent="-571500">
              <a:buFont typeface="Arial" pitchFamily="34" charset="0"/>
              <a:buChar char="•"/>
            </a:pPr>
            <a:r>
              <a:rPr lang="en-US" dirty="0" smtClean="0"/>
              <a:t>Category II low back impairment		</a:t>
            </a:r>
            <a:r>
              <a:rPr lang="en-US" b="1" dirty="0" smtClean="0"/>
              <a:t>$9,069.31</a:t>
            </a:r>
            <a:r>
              <a:rPr lang="en-US" dirty="0" smtClean="0"/>
              <a:t>	</a:t>
            </a:r>
          </a:p>
          <a:p>
            <a:pPr marL="1371600" lvl="2" indent="-571500">
              <a:buFont typeface="Arial" pitchFamily="34" charset="0"/>
              <a:buChar char="•"/>
            </a:pPr>
            <a:r>
              <a:rPr lang="en-US" dirty="0" smtClean="0"/>
              <a:t>25% of left leg above the knee joint</a:t>
            </a:r>
          </a:p>
          <a:p>
            <a:pPr marL="1371600" lvl="2" indent="-571500">
              <a:buNone/>
            </a:pPr>
            <a:r>
              <a:rPr lang="en-US" dirty="0" smtClean="0"/>
              <a:t>	with functional stump			</a:t>
            </a:r>
            <a:r>
              <a:rPr lang="en-US" b="1" dirty="0" smtClean="0"/>
              <a:t>$24,487.13</a:t>
            </a:r>
            <a:endParaRPr lang="en-US" dirty="0" smtClean="0"/>
          </a:p>
          <a:p>
            <a:pPr marL="1371600" lvl="2" indent="-571500">
              <a:buFont typeface="Arial" pitchFamily="34" charset="0"/>
              <a:buChar char="•"/>
            </a:pPr>
            <a:r>
              <a:rPr lang="en-US" dirty="0" smtClean="0"/>
              <a:t>Loss of hearing in the left ear 		</a:t>
            </a:r>
            <a:r>
              <a:rPr lang="en-US" b="1" dirty="0" smtClean="0"/>
              <a:t>$14,510.83</a:t>
            </a:r>
            <a:endParaRPr lang="en-US"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pic>
        <p:nvPicPr>
          <p:cNvPr id="2050" name="Picture 2" descr="http://shannaro.files.wordpress.com/2009/04/explosion.jpg"/>
          <p:cNvPicPr>
            <a:picLocks noChangeAspect="1" noChangeArrowheads="1"/>
          </p:cNvPicPr>
          <p:nvPr/>
        </p:nvPicPr>
        <p:blipFill>
          <a:blip r:embed="rId4" cstate="print"/>
          <a:srcRect/>
          <a:stretch>
            <a:fillRect/>
          </a:stretch>
        </p:blipFill>
        <p:spPr bwMode="auto">
          <a:xfrm>
            <a:off x="7086600" y="1295400"/>
            <a:ext cx="1828800" cy="1766236"/>
          </a:xfrm>
          <a:prstGeom prst="rect">
            <a:avLst/>
          </a:prstGeom>
          <a:noFill/>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ctrTitle"/>
          </p:nvPr>
        </p:nvSpPr>
        <p:spPr>
          <a:xfrm>
            <a:off x="0" y="2133600"/>
            <a:ext cx="8991600" cy="2590800"/>
          </a:xfrm>
        </p:spPr>
        <p:txBody>
          <a:bodyPr>
            <a:noAutofit/>
          </a:bodyPr>
          <a:lstStyle/>
          <a:p>
            <a:pPr algn="ctr"/>
            <a:r>
              <a:rPr lang="en-US" sz="6000" dirty="0" smtClean="0"/>
              <a:t>REOPENING</a:t>
            </a:r>
            <a:endParaRPr lang="en-US" sz="6000" dirty="0"/>
          </a:p>
        </p:txBody>
      </p:sp>
      <p:sp>
        <p:nvSpPr>
          <p:cNvPr id="5" name="Subtitle 4"/>
          <p:cNvSpPr>
            <a:spLocks noGrp="1"/>
          </p:cNvSpPr>
          <p:nvPr>
            <p:ph type="subTitle" idx="1"/>
          </p:nvPr>
        </p:nvSpPr>
        <p:spPr/>
        <p:txBody>
          <a:bodyPr/>
          <a:lstStyle/>
          <a:p>
            <a:endParaRPr lang="en-US" dirty="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
        <p:nvSpPr>
          <p:cNvPr id="7" name="TextBox 6"/>
          <p:cNvSpPr txBox="1"/>
          <p:nvPr/>
        </p:nvSpPr>
        <p:spPr>
          <a:xfrm>
            <a:off x="838200" y="685800"/>
            <a:ext cx="685800" cy="769441"/>
          </a:xfrm>
          <a:prstGeom prst="rect">
            <a:avLst/>
          </a:prstGeom>
          <a:noFill/>
        </p:spPr>
        <p:txBody>
          <a:bodyPr wrap="square" rtlCol="0">
            <a:spAutoFit/>
          </a:bodyPr>
          <a:lstStyle/>
          <a:p>
            <a:r>
              <a:rPr lang="en-US" sz="4400" b="1" dirty="0" smtClean="0">
                <a:solidFill>
                  <a:schemeClr val="tx2"/>
                </a:solidFill>
              </a:rPr>
              <a:t>8.</a:t>
            </a:r>
            <a:endParaRPr lang="en-US" sz="4400" b="1" dirty="0">
              <a:solidFill>
                <a:schemeClr val="tx2"/>
              </a:solidFill>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REOPENING</a:t>
            </a:r>
            <a:endParaRPr lang="en-US" dirty="0"/>
          </a:p>
        </p:txBody>
      </p:sp>
      <p:sp>
        <p:nvSpPr>
          <p:cNvPr id="5" name="Content Placeholder 4"/>
          <p:cNvSpPr>
            <a:spLocks noGrp="1"/>
          </p:cNvSpPr>
          <p:nvPr>
            <p:ph idx="1"/>
          </p:nvPr>
        </p:nvSpPr>
        <p:spPr>
          <a:xfrm>
            <a:off x="152400" y="1524000"/>
            <a:ext cx="8686800" cy="4922838"/>
          </a:xfrm>
        </p:spPr>
        <p:txBody>
          <a:bodyPr>
            <a:normAutofit/>
          </a:bodyPr>
          <a:lstStyle/>
          <a:p>
            <a:pPr marL="0" indent="0" algn="ctr">
              <a:buNone/>
            </a:pPr>
            <a:r>
              <a:rPr lang="en-US" u="sng" dirty="0" smtClean="0"/>
              <a:t>Timeliness</a:t>
            </a:r>
          </a:p>
          <a:p>
            <a:pPr marL="0" indent="0">
              <a:buNone/>
            </a:pPr>
            <a:endParaRPr lang="en-US" sz="2800" dirty="0" smtClean="0"/>
          </a:p>
          <a:p>
            <a:pPr marL="0" indent="0">
              <a:buNone/>
            </a:pPr>
            <a:endParaRPr lang="en-US" sz="2800" dirty="0" smtClean="0"/>
          </a:p>
          <a:p>
            <a:pPr marL="0" indent="0">
              <a:buNone/>
            </a:pPr>
            <a:endParaRPr lang="en-US" sz="2800" dirty="0" smtClean="0"/>
          </a:p>
          <a:p>
            <a:pPr marL="0" indent="0">
              <a:buNone/>
            </a:pPr>
            <a:endParaRPr lang="en-US" sz="2800" dirty="0" smtClean="0"/>
          </a:p>
          <a:p>
            <a:pPr marL="0" indent="0">
              <a:buNone/>
            </a:pPr>
            <a:endParaRPr lang="en-US" sz="2800" dirty="0" smtClean="0"/>
          </a:p>
          <a:p>
            <a:pPr marL="0" indent="0" algn="ctr">
              <a:buNone/>
            </a:pPr>
            <a:r>
              <a:rPr lang="en-US" sz="2600" dirty="0" smtClean="0"/>
              <a:t>When an injured worker applies to reopen a claim, the Department has authority to reopen injuries or occupational disease claims within </a:t>
            </a:r>
            <a:r>
              <a:rPr lang="en-US" sz="2600" u="sng" dirty="0" smtClean="0"/>
              <a:t>7 years</a:t>
            </a:r>
            <a:r>
              <a:rPr lang="en-US" sz="2600" dirty="0" smtClean="0"/>
              <a:t> from the date the first closing order became final.</a:t>
            </a:r>
          </a:p>
          <a:p>
            <a:pPr marL="457200" indent="-457200">
              <a:buFont typeface="Arial" pitchFamily="34" charset="0"/>
              <a:buChar char="•"/>
            </a:pPr>
            <a:endParaRPr lang="en-US" sz="2800"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pic>
        <p:nvPicPr>
          <p:cNvPr id="106498" name="Picture 2" descr="http://pqi.arrs.org/images/TurnTime_IMAGE.jpg"/>
          <p:cNvPicPr>
            <a:picLocks noChangeAspect="1" noChangeArrowheads="1"/>
          </p:cNvPicPr>
          <p:nvPr/>
        </p:nvPicPr>
        <p:blipFill>
          <a:blip r:embed="rId4" cstate="print"/>
          <a:srcRect/>
          <a:stretch>
            <a:fillRect/>
          </a:stretch>
        </p:blipFill>
        <p:spPr bwMode="auto">
          <a:xfrm>
            <a:off x="3124200" y="2133600"/>
            <a:ext cx="2667000" cy="2346075"/>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err="1" smtClean="0"/>
              <a:t>PpD</a:t>
            </a:r>
            <a:endParaRPr lang="en-US" dirty="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graphicFrame>
        <p:nvGraphicFramePr>
          <p:cNvPr id="7" name="Diagram 4"/>
          <p:cNvGraphicFramePr>
            <a:graphicFrameLocks noGrp="1"/>
          </p:cNvGraphicFramePr>
          <p:nvPr>
            <p:ph idx="1"/>
          </p:nvPr>
        </p:nvGraphicFramePr>
        <p:xfrm>
          <a:off x="228600" y="1935163"/>
          <a:ext cx="8686800" cy="492283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TextBox 7"/>
          <p:cNvSpPr txBox="1"/>
          <p:nvPr/>
        </p:nvSpPr>
        <p:spPr>
          <a:xfrm>
            <a:off x="609600" y="1295400"/>
            <a:ext cx="7924800" cy="1384995"/>
          </a:xfrm>
          <a:prstGeom prst="rect">
            <a:avLst/>
          </a:prstGeom>
          <a:noFill/>
        </p:spPr>
        <p:txBody>
          <a:bodyPr wrap="square" rtlCol="0">
            <a:spAutoFit/>
          </a:bodyPr>
          <a:lstStyle/>
          <a:p>
            <a:pPr algn="ctr"/>
            <a:r>
              <a:rPr lang="en-US" sz="2800" dirty="0" smtClean="0">
                <a:solidFill>
                  <a:schemeClr val="tx2"/>
                </a:solidFill>
              </a:rPr>
              <a:t>“Aggravation” is objective worsening of the worker’s condition since the claim was last closed.  </a:t>
            </a:r>
          </a:p>
          <a:p>
            <a:pPr algn="ctr"/>
            <a:r>
              <a:rPr lang="en-US" sz="2800" dirty="0" smtClean="0">
                <a:solidFill>
                  <a:schemeClr val="tx2"/>
                </a:solidFill>
              </a:rPr>
              <a:t>The worker must show the following:</a:t>
            </a:r>
            <a:endParaRPr lang="en-US" sz="2800" dirty="0">
              <a:solidFill>
                <a:schemeClr val="tx2"/>
              </a:solidFill>
            </a:endParaRPr>
          </a:p>
        </p:txBody>
      </p:sp>
      <p:sp>
        <p:nvSpPr>
          <p:cNvPr id="9" name="TextBox 8"/>
          <p:cNvSpPr txBox="1"/>
          <p:nvPr/>
        </p:nvSpPr>
        <p:spPr>
          <a:xfrm>
            <a:off x="304800" y="4267200"/>
            <a:ext cx="2438400" cy="1200329"/>
          </a:xfrm>
          <a:prstGeom prst="rect">
            <a:avLst/>
          </a:prstGeom>
          <a:noFill/>
        </p:spPr>
        <p:txBody>
          <a:bodyPr wrap="square" rtlCol="0">
            <a:spAutoFit/>
          </a:bodyPr>
          <a:lstStyle/>
          <a:p>
            <a:r>
              <a:rPr lang="en-US" dirty="0" smtClean="0">
                <a:solidFill>
                  <a:schemeClr val="tx2"/>
                </a:solidFill>
              </a:rPr>
              <a:t>Between the accepted condition at the time of closure and the current condition.</a:t>
            </a:r>
            <a:endParaRPr lang="en-US" dirty="0">
              <a:solidFill>
                <a:schemeClr val="tx2"/>
              </a:solidFill>
            </a:endParaRPr>
          </a:p>
        </p:txBody>
      </p:sp>
      <p:sp>
        <p:nvSpPr>
          <p:cNvPr id="10" name="TextBox 9"/>
          <p:cNvSpPr txBox="1"/>
          <p:nvPr/>
        </p:nvSpPr>
        <p:spPr>
          <a:xfrm>
            <a:off x="3276600" y="4267200"/>
            <a:ext cx="2438400" cy="646331"/>
          </a:xfrm>
          <a:prstGeom prst="rect">
            <a:avLst/>
          </a:prstGeom>
          <a:noFill/>
        </p:spPr>
        <p:txBody>
          <a:bodyPr wrap="square" rtlCol="0">
            <a:spAutoFit/>
          </a:bodyPr>
          <a:lstStyle/>
          <a:p>
            <a:r>
              <a:rPr lang="en-US" dirty="0" smtClean="0">
                <a:solidFill>
                  <a:schemeClr val="tx2"/>
                </a:solidFill>
              </a:rPr>
              <a:t>That the condition has worsened.</a:t>
            </a:r>
            <a:endParaRPr lang="en-US" dirty="0">
              <a:solidFill>
                <a:schemeClr val="tx2"/>
              </a:solidFill>
            </a:endParaRPr>
          </a:p>
        </p:txBody>
      </p:sp>
      <p:sp>
        <p:nvSpPr>
          <p:cNvPr id="11" name="TextBox 10"/>
          <p:cNvSpPr txBox="1"/>
          <p:nvPr/>
        </p:nvSpPr>
        <p:spPr>
          <a:xfrm>
            <a:off x="6324600" y="4267200"/>
            <a:ext cx="2103974" cy="646331"/>
          </a:xfrm>
          <a:prstGeom prst="rect">
            <a:avLst/>
          </a:prstGeom>
          <a:noFill/>
        </p:spPr>
        <p:txBody>
          <a:bodyPr wrap="none" rtlCol="0">
            <a:spAutoFit/>
          </a:bodyPr>
          <a:lstStyle/>
          <a:p>
            <a:r>
              <a:rPr lang="en-US" dirty="0" smtClean="0">
                <a:solidFill>
                  <a:schemeClr val="tx2"/>
                </a:solidFill>
              </a:rPr>
              <a:t>To substantiate the </a:t>
            </a:r>
          </a:p>
          <a:p>
            <a:r>
              <a:rPr lang="en-US" dirty="0" smtClean="0">
                <a:solidFill>
                  <a:schemeClr val="tx2"/>
                </a:solidFill>
              </a:rPr>
              <a:t>medical opinion.</a:t>
            </a:r>
            <a:endParaRPr lang="en-US" dirty="0">
              <a:solidFill>
                <a:schemeClr val="tx2"/>
              </a:solidFill>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ctrTitle"/>
          </p:nvPr>
        </p:nvSpPr>
        <p:spPr>
          <a:xfrm>
            <a:off x="0" y="2133600"/>
            <a:ext cx="8991600" cy="2590800"/>
          </a:xfrm>
        </p:spPr>
        <p:txBody>
          <a:bodyPr>
            <a:noAutofit/>
          </a:bodyPr>
          <a:lstStyle/>
          <a:p>
            <a:pPr algn="ctr"/>
            <a:r>
              <a:rPr lang="en-US" sz="6000" dirty="0" smtClean="0"/>
              <a:t>Appeals</a:t>
            </a:r>
            <a:br>
              <a:rPr lang="en-US" sz="6000" dirty="0" smtClean="0"/>
            </a:br>
            <a:r>
              <a:rPr lang="en-US" sz="6000" dirty="0" smtClean="0"/>
              <a:t>process</a:t>
            </a:r>
            <a:endParaRPr lang="en-US" sz="6000" dirty="0"/>
          </a:p>
        </p:txBody>
      </p:sp>
      <p:sp>
        <p:nvSpPr>
          <p:cNvPr id="5" name="Subtitle 4"/>
          <p:cNvSpPr>
            <a:spLocks noGrp="1"/>
          </p:cNvSpPr>
          <p:nvPr>
            <p:ph type="subTitle" idx="1"/>
          </p:nvPr>
        </p:nvSpPr>
        <p:spPr/>
        <p:txBody>
          <a:bodyPr/>
          <a:lstStyle/>
          <a:p>
            <a:endParaRPr lang="en-US" dirty="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
        <p:nvSpPr>
          <p:cNvPr id="7" name="TextBox 6"/>
          <p:cNvSpPr txBox="1"/>
          <p:nvPr/>
        </p:nvSpPr>
        <p:spPr>
          <a:xfrm>
            <a:off x="838200" y="685800"/>
            <a:ext cx="685800" cy="769441"/>
          </a:xfrm>
          <a:prstGeom prst="rect">
            <a:avLst/>
          </a:prstGeom>
          <a:noFill/>
        </p:spPr>
        <p:txBody>
          <a:bodyPr wrap="square" rtlCol="0">
            <a:spAutoFit/>
          </a:bodyPr>
          <a:lstStyle/>
          <a:p>
            <a:r>
              <a:rPr lang="en-US" sz="4400" b="1" dirty="0" smtClean="0">
                <a:solidFill>
                  <a:schemeClr val="tx2"/>
                </a:solidFill>
              </a:rPr>
              <a:t>9.</a:t>
            </a:r>
            <a:endParaRPr lang="en-US" sz="4400" b="1" dirty="0">
              <a:solidFill>
                <a:schemeClr val="tx2"/>
              </a:solidFill>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Appeals process</a:t>
            </a:r>
            <a:endParaRPr lang="en-US" dirty="0"/>
          </a:p>
        </p:txBody>
      </p:sp>
      <p:sp>
        <p:nvSpPr>
          <p:cNvPr id="5" name="Content Placeholder 4"/>
          <p:cNvSpPr>
            <a:spLocks noGrp="1"/>
          </p:cNvSpPr>
          <p:nvPr>
            <p:ph idx="1"/>
          </p:nvPr>
        </p:nvSpPr>
        <p:spPr>
          <a:xfrm>
            <a:off x="152400" y="1524000"/>
            <a:ext cx="8686800" cy="4922838"/>
          </a:xfrm>
        </p:spPr>
        <p:txBody>
          <a:bodyPr>
            <a:normAutofit/>
          </a:bodyPr>
          <a:lstStyle/>
          <a:p>
            <a:pPr marL="0" indent="0" algn="ctr">
              <a:buNone/>
            </a:pPr>
            <a:r>
              <a:rPr lang="en-US" u="sng" dirty="0" err="1" smtClean="0"/>
              <a:t>AppealsOverview</a:t>
            </a:r>
            <a:endParaRPr lang="en-US" u="sng" dirty="0" smtClean="0"/>
          </a:p>
          <a:p>
            <a:pPr marL="0" indent="0">
              <a:buNone/>
            </a:pPr>
            <a:endParaRPr lang="en-US" sz="2800" dirty="0" smtClean="0"/>
          </a:p>
          <a:p>
            <a:pPr marL="0" indent="0">
              <a:buNone/>
            </a:pPr>
            <a:endParaRPr lang="en-US" sz="2800" dirty="0" smtClean="0"/>
          </a:p>
          <a:p>
            <a:pPr marL="0" indent="0">
              <a:buNone/>
            </a:pPr>
            <a:endParaRPr lang="en-US" sz="2800" dirty="0" smtClean="0"/>
          </a:p>
          <a:p>
            <a:pPr marL="0" indent="0">
              <a:buNone/>
            </a:pPr>
            <a:endParaRPr lang="en-US" sz="2800" dirty="0" smtClean="0"/>
          </a:p>
          <a:p>
            <a:pPr marL="0" indent="0">
              <a:buNone/>
            </a:pPr>
            <a:endParaRPr lang="en-US" sz="2800" dirty="0" smtClean="0"/>
          </a:p>
          <a:p>
            <a:pPr marL="0" indent="0" algn="ctr">
              <a:buNone/>
            </a:pPr>
            <a:r>
              <a:rPr lang="en-US" dirty="0" smtClean="0"/>
              <a:t>Any aggrieved party has the right to file an appeal of a Department order within 60 days of its issuance.</a:t>
            </a:r>
          </a:p>
          <a:p>
            <a:pPr marL="457200" indent="-457200">
              <a:buFont typeface="Arial" pitchFamily="34" charset="0"/>
              <a:buChar char="•"/>
            </a:pPr>
            <a:endParaRPr lang="en-US" sz="2800"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pic>
        <p:nvPicPr>
          <p:cNvPr id="112642" name="Picture 2" descr="http://www.umich.edu/~ac213/student_projects06/guhsag/AMCULT-JUSTICE%20GAVEL.jpg"/>
          <p:cNvPicPr>
            <a:picLocks noChangeAspect="1" noChangeArrowheads="1"/>
          </p:cNvPicPr>
          <p:nvPr/>
        </p:nvPicPr>
        <p:blipFill>
          <a:blip r:embed="rId4" cstate="print"/>
          <a:srcRect/>
          <a:stretch>
            <a:fillRect/>
          </a:stretch>
        </p:blipFill>
        <p:spPr bwMode="auto">
          <a:xfrm>
            <a:off x="3200400" y="2133600"/>
            <a:ext cx="2590800" cy="2590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Appeals process</a:t>
            </a:r>
            <a:endParaRPr lang="en-US" dirty="0"/>
          </a:p>
        </p:txBody>
      </p:sp>
      <p:sp>
        <p:nvSpPr>
          <p:cNvPr id="5" name="Content Placeholder 4"/>
          <p:cNvSpPr>
            <a:spLocks noGrp="1"/>
          </p:cNvSpPr>
          <p:nvPr>
            <p:ph idx="1"/>
          </p:nvPr>
        </p:nvSpPr>
        <p:spPr>
          <a:xfrm>
            <a:off x="304800" y="1447800"/>
            <a:ext cx="8686800" cy="4922838"/>
          </a:xfrm>
        </p:spPr>
        <p:txBody>
          <a:bodyPr>
            <a:normAutofit/>
          </a:bodyPr>
          <a:lstStyle/>
          <a:p>
            <a:pPr marL="457200" indent="-457200" algn="ctr">
              <a:buNone/>
            </a:pPr>
            <a:endParaRPr lang="en-US" sz="3600" b="1" u="sng" dirty="0" smtClean="0"/>
          </a:p>
          <a:p>
            <a:pPr marL="457200" indent="-457200" algn="ctr">
              <a:buNone/>
            </a:pPr>
            <a:endParaRPr lang="en-US" u="sng"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
        <p:nvSpPr>
          <p:cNvPr id="8" name="TextBox 7"/>
          <p:cNvSpPr txBox="1"/>
          <p:nvPr/>
        </p:nvSpPr>
        <p:spPr>
          <a:xfrm>
            <a:off x="838200" y="3581400"/>
            <a:ext cx="3429000" cy="369332"/>
          </a:xfrm>
          <a:prstGeom prst="rect">
            <a:avLst/>
          </a:prstGeom>
          <a:noFill/>
        </p:spPr>
        <p:txBody>
          <a:bodyPr wrap="square" rtlCol="0">
            <a:spAutoFit/>
          </a:bodyPr>
          <a:lstStyle/>
          <a:p>
            <a:endParaRPr lang="en-US" dirty="0"/>
          </a:p>
        </p:txBody>
      </p:sp>
      <p:graphicFrame>
        <p:nvGraphicFramePr>
          <p:cNvPr id="12" name="Diagram 4"/>
          <p:cNvGraphicFramePr>
            <a:graphicFrameLocks/>
          </p:cNvGraphicFramePr>
          <p:nvPr/>
        </p:nvGraphicFramePr>
        <p:xfrm>
          <a:off x="228600" y="1981200"/>
          <a:ext cx="8686800" cy="44195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9" name="Oval 8"/>
          <p:cNvSpPr/>
          <p:nvPr/>
        </p:nvSpPr>
        <p:spPr>
          <a:xfrm>
            <a:off x="2743200" y="4191000"/>
            <a:ext cx="228600" cy="228600"/>
          </a:xfrm>
          <a:prstGeom prst="ellipse">
            <a:avLst/>
          </a:prstGeom>
        </p:spPr>
        <p:style>
          <a:lnRef idx="3">
            <a:schemeClr val="lt1">
              <a:hueOff val="0"/>
              <a:satOff val="0"/>
              <a:lumOff val="0"/>
              <a:alphaOff val="0"/>
            </a:schemeClr>
          </a:lnRef>
          <a:fillRef idx="1">
            <a:schemeClr val="accent3">
              <a:hueOff val="0"/>
              <a:satOff val="0"/>
              <a:lumOff val="0"/>
              <a:alphaOff val="0"/>
            </a:schemeClr>
          </a:fillRef>
          <a:effectRef idx="1">
            <a:schemeClr val="accent3">
              <a:hueOff val="0"/>
              <a:satOff val="0"/>
              <a:lumOff val="0"/>
              <a:alphaOff val="0"/>
            </a:schemeClr>
          </a:effectRef>
          <a:fontRef idx="minor">
            <a:schemeClr val="lt1"/>
          </a:fontRef>
        </p:style>
      </p:sp>
      <p:grpSp>
        <p:nvGrpSpPr>
          <p:cNvPr id="3" name="Group 9"/>
          <p:cNvGrpSpPr/>
          <p:nvPr/>
        </p:nvGrpSpPr>
        <p:grpSpPr>
          <a:xfrm>
            <a:off x="2133600" y="4419599"/>
            <a:ext cx="2743200" cy="914399"/>
            <a:chOff x="152409" y="3303016"/>
            <a:chExt cx="3128958" cy="1116582"/>
          </a:xfrm>
        </p:grpSpPr>
        <p:sp>
          <p:nvSpPr>
            <p:cNvPr id="11" name="Rectangle 10"/>
            <p:cNvSpPr/>
            <p:nvPr/>
          </p:nvSpPr>
          <p:spPr>
            <a:xfrm>
              <a:off x="152409" y="3396064"/>
              <a:ext cx="2781296" cy="1023534"/>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3" name="Rectangle 12"/>
            <p:cNvSpPr/>
            <p:nvPr/>
          </p:nvSpPr>
          <p:spPr>
            <a:xfrm>
              <a:off x="500071" y="3303016"/>
              <a:ext cx="2781296" cy="1023534"/>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6464" tIns="156464" rIns="156464" bIns="156464" numCol="1" spcCol="1270" anchor="t" anchorCtr="0">
              <a:noAutofit/>
            </a:bodyPr>
            <a:lstStyle/>
            <a:p>
              <a:pPr lvl="0" algn="l" defTabSz="977900">
                <a:lnSpc>
                  <a:spcPct val="90000"/>
                </a:lnSpc>
                <a:spcBef>
                  <a:spcPct val="0"/>
                </a:spcBef>
              </a:pPr>
              <a:r>
                <a:rPr lang="en-US" sz="2200" dirty="0" smtClean="0">
                  <a:effectLst>
                    <a:outerShdw blurRad="50800" dist="50800" dir="2700000" algn="tl" rotWithShape="0">
                      <a:srgbClr val="000000">
                        <a:alpha val="43137"/>
                      </a:srgbClr>
                    </a:outerShdw>
                  </a:effectLst>
                </a:rPr>
                <a:t>Superior</a:t>
              </a:r>
            </a:p>
            <a:p>
              <a:pPr lvl="0" algn="l" defTabSz="977900">
                <a:lnSpc>
                  <a:spcPct val="90000"/>
                </a:lnSpc>
                <a:spcBef>
                  <a:spcPct val="0"/>
                </a:spcBef>
              </a:pPr>
              <a:r>
                <a:rPr lang="en-US" sz="2200" kern="1200" dirty="0" smtClean="0">
                  <a:effectLst>
                    <a:outerShdw blurRad="50800" dist="50800" dir="2700000" algn="tl" rotWithShape="0">
                      <a:srgbClr val="000000">
                        <a:alpha val="43137"/>
                      </a:srgbClr>
                    </a:outerShdw>
                  </a:effectLst>
                </a:rPr>
                <a:t>Court</a:t>
              </a:r>
            </a:p>
          </p:txBody>
        </p:sp>
      </p:gr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Appeals process</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lgn="ctr">
              <a:buNone/>
            </a:pPr>
            <a:r>
              <a:rPr lang="en-US" sz="3600" u="sng" dirty="0" smtClean="0"/>
              <a:t>Board of Industrial Insurance Appeals</a:t>
            </a:r>
          </a:p>
          <a:p>
            <a:pPr marL="457200" indent="-457200">
              <a:buFont typeface="Arial" pitchFamily="34" charset="0"/>
              <a:buChar char="•"/>
            </a:pPr>
            <a:r>
              <a:rPr lang="en-US" sz="2800" dirty="0" smtClean="0"/>
              <a:t>A granted appeal begins assigned to a mediation judge, who will facilitate communication between all parties to the appeal, with the goal being resolution.</a:t>
            </a:r>
          </a:p>
          <a:p>
            <a:pPr marL="457200" indent="-457200">
              <a:buFont typeface="Arial" pitchFamily="34" charset="0"/>
              <a:buChar char="•"/>
            </a:pPr>
            <a:r>
              <a:rPr lang="en-US" sz="2800" dirty="0" smtClean="0"/>
              <a:t>If no resolution is possible, the appeal will be assigned to a hearings judge .</a:t>
            </a:r>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Appeals process</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lgn="ctr">
              <a:buNone/>
            </a:pPr>
            <a:r>
              <a:rPr lang="en-US" sz="3600" u="sng" dirty="0" smtClean="0"/>
              <a:t>Board of Industrial Insurance Appeals</a:t>
            </a:r>
          </a:p>
          <a:p>
            <a:pPr marL="457200" indent="-457200">
              <a:buNone/>
            </a:pPr>
            <a:endParaRPr lang="en-US" sz="2800" dirty="0" smtClean="0"/>
          </a:p>
          <a:p>
            <a:pPr marL="457200" indent="-457200">
              <a:buNone/>
            </a:pPr>
            <a:r>
              <a:rPr lang="en-US" sz="2800" dirty="0" smtClean="0"/>
              <a:t>Hearings before the Board follow the</a:t>
            </a:r>
          </a:p>
          <a:p>
            <a:pPr marL="457200" indent="-457200">
              <a:buNone/>
            </a:pPr>
            <a:r>
              <a:rPr lang="en-US" sz="2800" dirty="0" smtClean="0"/>
              <a:t>rules of evidence used in Superior Court.</a:t>
            </a:r>
          </a:p>
          <a:p>
            <a:pPr marL="457200" indent="-457200">
              <a:buNone/>
            </a:pPr>
            <a:endParaRPr lang="en-US" sz="2800" dirty="0" smtClean="0"/>
          </a:p>
          <a:p>
            <a:pPr marL="457200" indent="-457200">
              <a:buNone/>
            </a:pPr>
            <a:r>
              <a:rPr lang="en-US" sz="2800" dirty="0" smtClean="0"/>
              <a:t>Hearings are a formal process, with </a:t>
            </a:r>
          </a:p>
          <a:p>
            <a:pPr marL="457200" indent="-457200">
              <a:buNone/>
            </a:pPr>
            <a:r>
              <a:rPr lang="en-US" sz="2800" dirty="0" smtClean="0"/>
              <a:t>evidence provided by sworn witness</a:t>
            </a:r>
          </a:p>
          <a:p>
            <a:pPr marL="457200" indent="-457200">
              <a:buNone/>
            </a:pPr>
            <a:r>
              <a:rPr lang="en-US" sz="2800" dirty="0" smtClean="0"/>
              <a:t>testimony before an industrial appeals</a:t>
            </a:r>
          </a:p>
          <a:p>
            <a:pPr marL="457200" indent="-457200">
              <a:buNone/>
            </a:pPr>
            <a:r>
              <a:rPr lang="en-US" sz="2800" dirty="0" smtClean="0"/>
              <a:t>judge (IAJ). </a:t>
            </a:r>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pic>
        <p:nvPicPr>
          <p:cNvPr id="116738" name="Picture 2" descr="http://www2.warwick.ac.uk/services/aro/academiccomplaints/studentappeals/appeals.jpg"/>
          <p:cNvPicPr>
            <a:picLocks noChangeAspect="1" noChangeArrowheads="1"/>
          </p:cNvPicPr>
          <p:nvPr/>
        </p:nvPicPr>
        <p:blipFill>
          <a:blip r:embed="rId4" cstate="print"/>
          <a:srcRect/>
          <a:stretch>
            <a:fillRect/>
          </a:stretch>
        </p:blipFill>
        <p:spPr bwMode="auto">
          <a:xfrm>
            <a:off x="6553200" y="2819400"/>
            <a:ext cx="2172709" cy="304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Appeals process</a:t>
            </a:r>
            <a:endParaRPr lang="en-US" dirty="0"/>
          </a:p>
        </p:txBody>
      </p:sp>
      <p:sp>
        <p:nvSpPr>
          <p:cNvPr id="5" name="Content Placeholder 4"/>
          <p:cNvSpPr>
            <a:spLocks noGrp="1"/>
          </p:cNvSpPr>
          <p:nvPr>
            <p:ph idx="1"/>
          </p:nvPr>
        </p:nvSpPr>
        <p:spPr>
          <a:xfrm>
            <a:off x="304800" y="1554162"/>
            <a:ext cx="8686800" cy="4922838"/>
          </a:xfrm>
        </p:spPr>
        <p:txBody>
          <a:bodyPr>
            <a:normAutofit lnSpcReduction="10000"/>
          </a:bodyPr>
          <a:lstStyle/>
          <a:p>
            <a:pPr marL="457200" indent="-457200" algn="ctr">
              <a:buNone/>
            </a:pPr>
            <a:r>
              <a:rPr lang="en-US" sz="3600" u="sng" dirty="0" smtClean="0"/>
              <a:t>Board of Industrial Insurance Appeals</a:t>
            </a:r>
          </a:p>
          <a:p>
            <a:pPr marL="457200" indent="-457200">
              <a:buNone/>
            </a:pPr>
            <a:endParaRPr lang="en-US" sz="2800" dirty="0" smtClean="0"/>
          </a:p>
          <a:p>
            <a:pPr marL="457200" indent="-457200">
              <a:buNone/>
            </a:pPr>
            <a:r>
              <a:rPr lang="en-US" sz="2800" dirty="0" smtClean="0"/>
              <a:t>After hearings are conclude, the IAJ will</a:t>
            </a:r>
          </a:p>
          <a:p>
            <a:pPr marL="457200" indent="-457200">
              <a:buNone/>
            </a:pPr>
            <a:r>
              <a:rPr lang="en-US" sz="2800" dirty="0" smtClean="0"/>
              <a:t>issue a Proposed Decision &amp; Order, </a:t>
            </a:r>
          </a:p>
          <a:p>
            <a:pPr marL="457200" indent="-457200">
              <a:buNone/>
            </a:pPr>
            <a:r>
              <a:rPr lang="en-US" sz="2800" dirty="0" smtClean="0"/>
              <a:t>containing:</a:t>
            </a:r>
          </a:p>
          <a:p>
            <a:pPr marL="457200" indent="-457200">
              <a:buNone/>
            </a:pPr>
            <a:r>
              <a:rPr lang="en-US" sz="2800" dirty="0" smtClean="0"/>
              <a:t>	</a:t>
            </a:r>
            <a:r>
              <a:rPr lang="en-US" sz="2600" dirty="0" smtClean="0"/>
              <a:t>1.	Discussion and analysis of issues </a:t>
            </a:r>
          </a:p>
          <a:p>
            <a:pPr marL="457200" indent="-457200">
              <a:buNone/>
            </a:pPr>
            <a:r>
              <a:rPr lang="en-US" sz="2600" dirty="0" smtClean="0"/>
              <a:t>		raised and evidence presented.</a:t>
            </a:r>
          </a:p>
          <a:p>
            <a:pPr marL="457200" indent="-457200">
              <a:buNone/>
            </a:pPr>
            <a:r>
              <a:rPr lang="en-US" sz="2600" dirty="0" smtClean="0"/>
              <a:t>	2.	Findings of fact.</a:t>
            </a:r>
          </a:p>
          <a:p>
            <a:pPr marL="457200" indent="-457200">
              <a:buNone/>
            </a:pPr>
            <a:r>
              <a:rPr lang="en-US" sz="2600" dirty="0" smtClean="0"/>
              <a:t>	3.	Conclusions of law on each </a:t>
            </a:r>
          </a:p>
          <a:p>
            <a:pPr marL="457200" indent="-457200">
              <a:buNone/>
            </a:pPr>
            <a:r>
              <a:rPr lang="en-US" sz="2600" dirty="0" smtClean="0"/>
              <a:t>		contested issue.</a:t>
            </a:r>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pic>
        <p:nvPicPr>
          <p:cNvPr id="116738" name="Picture 2" descr="http://www2.warwick.ac.uk/services/aro/academiccomplaints/studentappeals/appeals.jpg"/>
          <p:cNvPicPr>
            <a:picLocks noChangeAspect="1" noChangeArrowheads="1"/>
          </p:cNvPicPr>
          <p:nvPr/>
        </p:nvPicPr>
        <p:blipFill>
          <a:blip r:embed="rId4" cstate="print"/>
          <a:srcRect/>
          <a:stretch>
            <a:fillRect/>
          </a:stretch>
        </p:blipFill>
        <p:spPr bwMode="auto">
          <a:xfrm>
            <a:off x="6553200" y="2819400"/>
            <a:ext cx="2172709" cy="304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Appeals process</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lgn="ctr">
              <a:buNone/>
            </a:pPr>
            <a:r>
              <a:rPr lang="en-US" sz="3600" u="sng" dirty="0" smtClean="0"/>
              <a:t>Board of Industrial Insurance Appeals</a:t>
            </a:r>
          </a:p>
          <a:p>
            <a:pPr marL="457200" indent="-457200">
              <a:buNone/>
            </a:pPr>
            <a:endParaRPr lang="en-US" sz="2800" dirty="0" smtClean="0"/>
          </a:p>
          <a:p>
            <a:pPr marL="457200" indent="-457200">
              <a:buNone/>
            </a:pPr>
            <a:r>
              <a:rPr lang="en-US" sz="2800" dirty="0" smtClean="0"/>
              <a:t>Any party who disagrees with the PD&amp;O</a:t>
            </a:r>
          </a:p>
          <a:p>
            <a:pPr marL="457200" indent="-457200">
              <a:buNone/>
            </a:pPr>
            <a:r>
              <a:rPr lang="en-US" sz="2800" dirty="0" smtClean="0"/>
              <a:t>may file a Petition for Review within 20 </a:t>
            </a:r>
          </a:p>
          <a:p>
            <a:pPr marL="457200" indent="-457200">
              <a:buNone/>
            </a:pPr>
            <a:r>
              <a:rPr lang="en-US" sz="2800" dirty="0" smtClean="0"/>
              <a:t>days of communication.</a:t>
            </a:r>
          </a:p>
          <a:p>
            <a:pPr marL="457200" indent="-457200">
              <a:buNone/>
            </a:pPr>
            <a:endParaRPr lang="en-US" sz="2800" dirty="0" smtClean="0"/>
          </a:p>
          <a:p>
            <a:pPr marL="457200" indent="-457200">
              <a:buNone/>
            </a:pPr>
            <a:r>
              <a:rPr lang="en-US" sz="2800" dirty="0" smtClean="0"/>
              <a:t>The Board must then issue a Decision</a:t>
            </a:r>
          </a:p>
          <a:p>
            <a:pPr marL="457200" indent="-457200">
              <a:buNone/>
            </a:pPr>
            <a:r>
              <a:rPr lang="en-US" sz="2800" dirty="0" smtClean="0"/>
              <a:t>and Order which may be appealed to </a:t>
            </a:r>
          </a:p>
          <a:p>
            <a:pPr marL="457200" indent="-457200">
              <a:buNone/>
            </a:pPr>
            <a:r>
              <a:rPr lang="en-US" sz="2800" dirty="0" smtClean="0"/>
              <a:t>Superior Court within 30 days.</a:t>
            </a:r>
            <a:endParaRPr lang="en-US" sz="2600"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pic>
        <p:nvPicPr>
          <p:cNvPr id="116738" name="Picture 2" descr="http://www2.warwick.ac.uk/services/aro/academiccomplaints/studentappeals/appeals.jpg"/>
          <p:cNvPicPr>
            <a:picLocks noChangeAspect="1" noChangeArrowheads="1"/>
          </p:cNvPicPr>
          <p:nvPr/>
        </p:nvPicPr>
        <p:blipFill>
          <a:blip r:embed="rId4" cstate="print"/>
          <a:srcRect/>
          <a:stretch>
            <a:fillRect/>
          </a:stretch>
        </p:blipFill>
        <p:spPr bwMode="auto">
          <a:xfrm>
            <a:off x="6553200" y="2819400"/>
            <a:ext cx="2172709" cy="304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Appeals process</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lgn="ctr">
              <a:buNone/>
            </a:pPr>
            <a:r>
              <a:rPr lang="en-US" sz="3600" u="sng" dirty="0" smtClean="0"/>
              <a:t>Superior Court</a:t>
            </a:r>
          </a:p>
          <a:p>
            <a:pPr marL="0" indent="0">
              <a:buNone/>
            </a:pPr>
            <a:endParaRPr lang="en-US" sz="2800" dirty="0" smtClean="0"/>
          </a:p>
          <a:p>
            <a:pPr marL="0" indent="0">
              <a:buNone/>
            </a:pPr>
            <a:endParaRPr lang="en-US" sz="2800" dirty="0" smtClean="0"/>
          </a:p>
          <a:p>
            <a:pPr marL="0" indent="0">
              <a:buNone/>
            </a:pPr>
            <a:endParaRPr lang="en-US" sz="2800" dirty="0" smtClean="0"/>
          </a:p>
          <a:p>
            <a:pPr marL="0" indent="0">
              <a:buNone/>
            </a:pPr>
            <a:endParaRPr lang="en-US" sz="2800" dirty="0" smtClean="0"/>
          </a:p>
          <a:p>
            <a:pPr marL="0" indent="0">
              <a:buNone/>
            </a:pPr>
            <a:endParaRPr lang="en-US" sz="2800" dirty="0" smtClean="0"/>
          </a:p>
          <a:p>
            <a:pPr marL="0" indent="0">
              <a:buNone/>
            </a:pPr>
            <a:endParaRPr lang="en-US" sz="2800" dirty="0" smtClean="0"/>
          </a:p>
          <a:p>
            <a:pPr marL="0" indent="0" algn="ctr">
              <a:buNone/>
            </a:pPr>
            <a:r>
              <a:rPr lang="en-US" sz="2800" dirty="0" smtClean="0"/>
              <a:t>The party aggrieved by the Board’s final decision </a:t>
            </a:r>
          </a:p>
          <a:p>
            <a:pPr marL="0" indent="0" algn="ctr">
              <a:buNone/>
            </a:pPr>
            <a:r>
              <a:rPr lang="en-US" sz="2800" dirty="0" smtClean="0"/>
              <a:t>may then appeal to Superior Court.</a:t>
            </a:r>
          </a:p>
          <a:p>
            <a:pPr marL="0" indent="0">
              <a:buNone/>
            </a:pPr>
            <a:endParaRPr lang="en-US" sz="2800"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pic>
        <p:nvPicPr>
          <p:cNvPr id="122882" name="Picture 2" descr="http://etc.usf.edu/clipart/6000/6024/courtroom_1_lg.gif"/>
          <p:cNvPicPr>
            <a:picLocks noChangeAspect="1" noChangeArrowheads="1"/>
          </p:cNvPicPr>
          <p:nvPr/>
        </p:nvPicPr>
        <p:blipFill>
          <a:blip r:embed="rId4" cstate="print"/>
          <a:srcRect/>
          <a:stretch>
            <a:fillRect/>
          </a:stretch>
        </p:blipFill>
        <p:spPr bwMode="auto">
          <a:xfrm>
            <a:off x="2895600" y="1905000"/>
            <a:ext cx="3657600" cy="3448595"/>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Appeals process</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lgn="ctr">
              <a:spcBef>
                <a:spcPts val="0"/>
              </a:spcBef>
              <a:buNone/>
            </a:pPr>
            <a:r>
              <a:rPr lang="en-US" sz="3600" u="sng" dirty="0" smtClean="0"/>
              <a:t>Superior Court</a:t>
            </a:r>
          </a:p>
          <a:p>
            <a:pPr marL="457200" indent="-457200" algn="ctr">
              <a:spcBef>
                <a:spcPts val="0"/>
              </a:spcBef>
              <a:buNone/>
            </a:pPr>
            <a:endParaRPr lang="en-US" sz="3600" u="sng" dirty="0" smtClean="0"/>
          </a:p>
          <a:p>
            <a:pPr marL="457200" indent="-457200">
              <a:spcBef>
                <a:spcPts val="0"/>
              </a:spcBef>
              <a:buFont typeface="Arial" pitchFamily="34" charset="0"/>
              <a:buChar char="•"/>
            </a:pPr>
            <a:r>
              <a:rPr lang="en-US" sz="2800" dirty="0" smtClean="0"/>
              <a:t>In Superior Court, one maintains the right to a trial by jury.</a:t>
            </a:r>
          </a:p>
          <a:p>
            <a:pPr marL="457200" indent="-457200">
              <a:buFont typeface="Arial" pitchFamily="34" charset="0"/>
              <a:buChar char="•"/>
            </a:pPr>
            <a:r>
              <a:rPr lang="en-US" sz="2800" dirty="0" smtClean="0"/>
              <a:t>The parties are limited to the Board’s record.</a:t>
            </a:r>
          </a:p>
          <a:p>
            <a:pPr marL="457200" indent="-457200">
              <a:buFont typeface="Arial" pitchFamily="34" charset="0"/>
              <a:buChar char="•"/>
            </a:pPr>
            <a:r>
              <a:rPr lang="en-US" sz="2800" dirty="0" smtClean="0"/>
              <a:t>Appeals from a final decision by Superior Court go to the Court of Appeals, and finally the Washington Supreme Court.</a:t>
            </a:r>
          </a:p>
          <a:p>
            <a:pPr marL="457200" indent="-457200">
              <a:buFont typeface="Arial" pitchFamily="34" charset="0"/>
              <a:buChar char="•"/>
            </a:pPr>
            <a:endParaRPr lang="en-US" sz="3600" u="sng" dirty="0" smtClean="0"/>
          </a:p>
          <a:p>
            <a:pPr marL="457200" indent="-457200">
              <a:buNone/>
            </a:pPr>
            <a:endParaRPr lang="en-US" sz="2800"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p:cNvSpPr>
          <p:nvPr>
            <p:ph type="title"/>
          </p:nvPr>
        </p:nvSpPr>
        <p:spPr/>
        <p:txBody>
          <a:bodyPr/>
          <a:lstStyle/>
          <a:p>
            <a:r>
              <a:rPr lang="en-US" dirty="0" smtClean="0"/>
              <a:t>Questions???</a:t>
            </a:r>
            <a:endParaRPr lang="en-US" dirty="0"/>
          </a:p>
        </p:txBody>
      </p:sp>
      <p:sp>
        <p:nvSpPr>
          <p:cNvPr id="5" name="Content Placeholder 4"/>
          <p:cNvSpPr>
            <a:spLocks noGrp="1"/>
          </p:cNvSpPr>
          <p:nvPr>
            <p:ph idx="1"/>
          </p:nvPr>
        </p:nvSpPr>
        <p:spPr>
          <a:xfrm>
            <a:off x="304800" y="1554162"/>
            <a:ext cx="8686800" cy="4922838"/>
          </a:xfrm>
        </p:spPr>
        <p:txBody>
          <a:bodyPr>
            <a:normAutofit/>
          </a:bodyPr>
          <a:lstStyle/>
          <a:p>
            <a:pPr marL="457200" indent="-457200">
              <a:buFont typeface="Arial" pitchFamily="34" charset="0"/>
              <a:buChar char="•"/>
            </a:pPr>
            <a:endParaRPr lang="en-US" sz="3600" u="sng" dirty="0" smtClean="0"/>
          </a:p>
          <a:p>
            <a:pPr marL="457200" indent="-457200">
              <a:buNone/>
            </a:pPr>
            <a:endParaRPr lang="en-US" sz="2800" dirty="0" smtClean="0"/>
          </a:p>
        </p:txBody>
      </p:sp>
      <p:pic>
        <p:nvPicPr>
          <p:cNvPr id="6" name="Picture 4" descr="klogo4"/>
          <p:cNvPicPr>
            <a:picLocks noChangeAspect="1" noChangeArrowheads="1"/>
          </p:cNvPicPr>
          <p:nvPr/>
        </p:nvPicPr>
        <p:blipFill>
          <a:blip r:embed="rId3" cstate="print"/>
          <a:srcRect/>
          <a:stretch>
            <a:fillRect/>
          </a:stretch>
        </p:blipFill>
        <p:spPr bwMode="auto">
          <a:xfrm>
            <a:off x="6400800" y="6248400"/>
            <a:ext cx="2590800" cy="469283"/>
          </a:xfrm>
          <a:prstGeom prst="rect">
            <a:avLst/>
          </a:prstGeom>
          <a:noFill/>
        </p:spPr>
      </p:pic>
      <p:pic>
        <p:nvPicPr>
          <p:cNvPr id="129026" name="Picture 2" descr="http://giving.cuatoday.com/s/817/images/editor/DEV%20Photos/FY2010/question%20mark.jpg"/>
          <p:cNvPicPr>
            <a:picLocks noChangeAspect="1" noChangeArrowheads="1"/>
          </p:cNvPicPr>
          <p:nvPr/>
        </p:nvPicPr>
        <p:blipFill>
          <a:blip r:embed="rId4" cstate="print"/>
          <a:srcRect/>
          <a:stretch>
            <a:fillRect/>
          </a:stretch>
        </p:blipFill>
        <p:spPr bwMode="auto">
          <a:xfrm>
            <a:off x="2819400" y="1295400"/>
            <a:ext cx="3213100" cy="48102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502920" y="1828800"/>
            <a:ext cx="8229600" cy="2667000"/>
          </a:xfrm>
        </p:spPr>
        <p:txBody>
          <a:bodyPr>
            <a:noAutofit/>
          </a:bodyPr>
          <a:lstStyle/>
          <a:p>
            <a:pPr eaLnBrk="1" fontAlgn="auto" hangingPunct="1">
              <a:spcAft>
                <a:spcPts val="0"/>
              </a:spcAft>
              <a:defRPr/>
            </a:pPr>
            <a:r>
              <a:rPr lang="en-US" sz="4400" dirty="0" smtClean="0">
                <a:solidFill>
                  <a:schemeClr val="tx2">
                    <a:tint val="100000"/>
                    <a:satMod val="250000"/>
                  </a:schemeClr>
                </a:solidFill>
              </a:rPr>
              <a:t>RETURN TO WORK AND VOCATIONAL REHABILIATION IN Washington STATE</a:t>
            </a:r>
          </a:p>
        </p:txBody>
      </p:sp>
      <p:sp>
        <p:nvSpPr>
          <p:cNvPr id="4" name="Rectangle 3"/>
          <p:cNvSpPr txBox="1">
            <a:spLocks noChangeArrowheads="1"/>
          </p:cNvSpPr>
          <p:nvPr/>
        </p:nvSpPr>
        <p:spPr>
          <a:xfrm>
            <a:off x="957263" y="4724400"/>
            <a:ext cx="6357937" cy="1219200"/>
          </a:xfrm>
          <a:prstGeom prst="rect">
            <a:avLst/>
          </a:prstGeom>
        </p:spPr>
        <p:txBody>
          <a:bodyPr lIns="0" tIns="0" rIns="0" bIns="0" anchor="b"/>
          <a:lstStyle/>
          <a:p>
            <a:pPr eaLnBrk="1" fontAlgn="auto" hangingPunct="1">
              <a:spcBef>
                <a:spcPct val="20000"/>
              </a:spcBef>
              <a:spcAft>
                <a:spcPts val="0"/>
              </a:spcAft>
              <a:buClr>
                <a:schemeClr val="accent1"/>
              </a:buClr>
              <a:buSzPct val="70000"/>
              <a:defRPr/>
            </a:pPr>
            <a:r>
              <a:rPr lang="en-US" sz="2800" dirty="0">
                <a:latin typeface="+mn-lt"/>
              </a:rPr>
              <a:t>Craig Bock, MA, CRC – Bock Consulting</a:t>
            </a:r>
          </a:p>
          <a:p>
            <a:pPr eaLnBrk="1" fontAlgn="auto" hangingPunct="1">
              <a:spcBef>
                <a:spcPct val="20000"/>
              </a:spcBef>
              <a:spcAft>
                <a:spcPts val="0"/>
              </a:spcAft>
              <a:buClr>
                <a:schemeClr val="accent1"/>
              </a:buClr>
              <a:buSzPct val="70000"/>
              <a:defRPr/>
            </a:pPr>
            <a:r>
              <a:rPr lang="en-US" sz="2800" dirty="0">
                <a:latin typeface="+mn-lt"/>
              </a:rPr>
              <a:t>           </a:t>
            </a:r>
            <a:r>
              <a:rPr lang="en-US" sz="2800" dirty="0" smtClean="0">
                <a:latin typeface="+mn-lt"/>
              </a:rPr>
              <a:t>June 30, 2010</a:t>
            </a:r>
            <a:endParaRPr lang="en-US" sz="2800" dirty="0">
              <a:latin typeface="+mn-lt"/>
            </a:endParaRPr>
          </a:p>
        </p:txBody>
      </p:sp>
    </p:spTree>
  </p:cSld>
  <p:clrMapOvr>
    <a:masterClrMapping/>
  </p:clrMapOvr>
  <p:transition>
    <p:dissolve/>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524000"/>
          </a:xfrm>
        </p:spPr>
        <p:txBody>
          <a:bodyPr/>
          <a:lstStyle/>
          <a:p>
            <a:pPr eaLnBrk="1" fontAlgn="auto" hangingPunct="1">
              <a:spcAft>
                <a:spcPts val="0"/>
              </a:spcAft>
              <a:defRPr/>
            </a:pPr>
            <a:r>
              <a:rPr lang="en-US" dirty="0" smtClean="0">
                <a:solidFill>
                  <a:schemeClr val="tx2">
                    <a:tint val="100000"/>
                    <a:satMod val="250000"/>
                  </a:schemeClr>
                </a:solidFill>
              </a:rPr>
              <a:t>Revised Code of WA (RCW)</a:t>
            </a:r>
            <a:br>
              <a:rPr lang="en-US" dirty="0" smtClean="0">
                <a:solidFill>
                  <a:schemeClr val="tx2">
                    <a:tint val="100000"/>
                    <a:satMod val="250000"/>
                  </a:schemeClr>
                </a:solidFill>
              </a:rPr>
            </a:br>
            <a:r>
              <a:rPr lang="en-US" dirty="0" smtClean="0">
                <a:solidFill>
                  <a:schemeClr val="tx2">
                    <a:tint val="100000"/>
                    <a:satMod val="250000"/>
                  </a:schemeClr>
                </a:solidFill>
              </a:rPr>
              <a:t>WA Administrative Code (WAC)</a:t>
            </a:r>
          </a:p>
        </p:txBody>
      </p:sp>
      <p:grpSp>
        <p:nvGrpSpPr>
          <p:cNvPr id="3" name="Group 9"/>
          <p:cNvGrpSpPr>
            <a:grpSpLocks/>
          </p:cNvGrpSpPr>
          <p:nvPr/>
        </p:nvGrpSpPr>
        <p:grpSpPr bwMode="auto">
          <a:xfrm>
            <a:off x="7848600" y="6043613"/>
            <a:ext cx="1143000" cy="738187"/>
            <a:chOff x="5392212" y="2362208"/>
            <a:chExt cx="1728014" cy="1257368"/>
          </a:xfrm>
        </p:grpSpPr>
        <p:grpSp>
          <p:nvGrpSpPr>
            <p:cNvPr id="4" name="Group 7"/>
            <p:cNvGrpSpPr>
              <a:grpSpLocks/>
            </p:cNvGrpSpPr>
            <p:nvPr/>
          </p:nvGrpSpPr>
          <p:grpSpPr bwMode="auto">
            <a:xfrm>
              <a:off x="5867362" y="2362232"/>
              <a:ext cx="796922" cy="800100"/>
              <a:chOff x="2307" y="1584"/>
              <a:chExt cx="1146" cy="1151"/>
            </a:xfrm>
            <a:solidFill>
              <a:schemeClr val="tx1"/>
            </a:solidFill>
          </p:grpSpPr>
          <p:sp>
            <p:nvSpPr>
              <p:cNvPr id="33" name="Freeform 32"/>
              <p:cNvSpPr>
                <a:spLocks/>
              </p:cNvSpPr>
              <p:nvPr/>
            </p:nvSpPr>
            <p:spPr bwMode="auto">
              <a:xfrm>
                <a:off x="3232" y="1900"/>
                <a:ext cx="210" cy="352"/>
              </a:xfrm>
              <a:custGeom>
                <a:avLst/>
                <a:gdLst/>
                <a:ahLst/>
                <a:cxnLst>
                  <a:cxn ang="0">
                    <a:pos x="321" y="0"/>
                  </a:cxn>
                  <a:cxn ang="0">
                    <a:pos x="337" y="35"/>
                  </a:cxn>
                  <a:cxn ang="0">
                    <a:pos x="352" y="69"/>
                  </a:cxn>
                  <a:cxn ang="0">
                    <a:pos x="367" y="104"/>
                  </a:cxn>
                  <a:cxn ang="0">
                    <a:pos x="380" y="140"/>
                  </a:cxn>
                  <a:cxn ang="0">
                    <a:pos x="391" y="176"/>
                  </a:cxn>
                  <a:cxn ang="0">
                    <a:pos x="402" y="213"/>
                  </a:cxn>
                  <a:cxn ang="0">
                    <a:pos x="411" y="250"/>
                  </a:cxn>
                  <a:cxn ang="0">
                    <a:pos x="419" y="288"/>
                  </a:cxn>
                  <a:cxn ang="0">
                    <a:pos x="416" y="323"/>
                  </a:cxn>
                  <a:cxn ang="0">
                    <a:pos x="409" y="356"/>
                  </a:cxn>
                  <a:cxn ang="0">
                    <a:pos x="397" y="387"/>
                  </a:cxn>
                  <a:cxn ang="0">
                    <a:pos x="383" y="418"/>
                  </a:cxn>
                  <a:cxn ang="0">
                    <a:pos x="366" y="447"/>
                  </a:cxn>
                  <a:cxn ang="0">
                    <a:pos x="345" y="475"/>
                  </a:cxn>
                  <a:cxn ang="0">
                    <a:pos x="322" y="502"/>
                  </a:cxn>
                  <a:cxn ang="0">
                    <a:pos x="297" y="528"/>
                  </a:cxn>
                  <a:cxn ang="0">
                    <a:pos x="269" y="553"/>
                  </a:cxn>
                  <a:cxn ang="0">
                    <a:pos x="241" y="576"/>
                  </a:cxn>
                  <a:cxn ang="0">
                    <a:pos x="208" y="599"/>
                  </a:cxn>
                  <a:cxn ang="0">
                    <a:pos x="176" y="622"/>
                  </a:cxn>
                  <a:cxn ang="0">
                    <a:pos x="142" y="643"/>
                  </a:cxn>
                  <a:cxn ang="0">
                    <a:pos x="107" y="665"/>
                  </a:cxn>
                  <a:cxn ang="0">
                    <a:pos x="71" y="685"/>
                  </a:cxn>
                  <a:cxn ang="0">
                    <a:pos x="34" y="705"/>
                  </a:cxn>
                  <a:cxn ang="0">
                    <a:pos x="36" y="665"/>
                  </a:cxn>
                  <a:cxn ang="0">
                    <a:pos x="36" y="623"/>
                  </a:cxn>
                  <a:cxn ang="0">
                    <a:pos x="34" y="583"/>
                  </a:cxn>
                  <a:cxn ang="0">
                    <a:pos x="32" y="541"/>
                  </a:cxn>
                  <a:cxn ang="0">
                    <a:pos x="32" y="531"/>
                  </a:cxn>
                  <a:cxn ang="0">
                    <a:pos x="31" y="520"/>
                  </a:cxn>
                  <a:cxn ang="0">
                    <a:pos x="31" y="509"/>
                  </a:cxn>
                  <a:cxn ang="0">
                    <a:pos x="30" y="499"/>
                  </a:cxn>
                  <a:cxn ang="0">
                    <a:pos x="25" y="446"/>
                  </a:cxn>
                  <a:cxn ang="0">
                    <a:pos x="18" y="394"/>
                  </a:cxn>
                  <a:cxn ang="0">
                    <a:pos x="9" y="343"/>
                  </a:cxn>
                  <a:cxn ang="0">
                    <a:pos x="0" y="293"/>
                  </a:cxn>
                  <a:cxn ang="0">
                    <a:pos x="29" y="278"/>
                  </a:cxn>
                  <a:cxn ang="0">
                    <a:pos x="56" y="263"/>
                  </a:cxn>
                  <a:cxn ang="0">
                    <a:pos x="83" y="248"/>
                  </a:cxn>
                  <a:cxn ang="0">
                    <a:pos x="109" y="232"/>
                  </a:cxn>
                  <a:cxn ang="0">
                    <a:pos x="133" y="214"/>
                  </a:cxn>
                  <a:cxn ang="0">
                    <a:pos x="157" y="197"/>
                  </a:cxn>
                  <a:cxn ang="0">
                    <a:pos x="178" y="180"/>
                  </a:cxn>
                  <a:cxn ang="0">
                    <a:pos x="200" y="161"/>
                  </a:cxn>
                  <a:cxn ang="0">
                    <a:pos x="220" y="143"/>
                  </a:cxn>
                  <a:cxn ang="0">
                    <a:pos x="238" y="123"/>
                  </a:cxn>
                  <a:cxn ang="0">
                    <a:pos x="256" y="104"/>
                  </a:cxn>
                  <a:cxn ang="0">
                    <a:pos x="272" y="84"/>
                  </a:cxn>
                  <a:cxn ang="0">
                    <a:pos x="286" y="64"/>
                  </a:cxn>
                  <a:cxn ang="0">
                    <a:pos x="299" y="43"/>
                  </a:cxn>
                  <a:cxn ang="0">
                    <a:pos x="311" y="22"/>
                  </a:cxn>
                  <a:cxn ang="0">
                    <a:pos x="321" y="0"/>
                  </a:cxn>
                </a:cxnLst>
                <a:rect l="0" t="0" r="r" b="b"/>
                <a:pathLst>
                  <a:path w="419" h="705">
                    <a:moveTo>
                      <a:pt x="321" y="0"/>
                    </a:moveTo>
                    <a:lnTo>
                      <a:pt x="337" y="35"/>
                    </a:lnTo>
                    <a:lnTo>
                      <a:pt x="352" y="69"/>
                    </a:lnTo>
                    <a:lnTo>
                      <a:pt x="367" y="104"/>
                    </a:lnTo>
                    <a:lnTo>
                      <a:pt x="380" y="140"/>
                    </a:lnTo>
                    <a:lnTo>
                      <a:pt x="391" y="176"/>
                    </a:lnTo>
                    <a:lnTo>
                      <a:pt x="402" y="213"/>
                    </a:lnTo>
                    <a:lnTo>
                      <a:pt x="411" y="250"/>
                    </a:lnTo>
                    <a:lnTo>
                      <a:pt x="419" y="288"/>
                    </a:lnTo>
                    <a:lnTo>
                      <a:pt x="416" y="323"/>
                    </a:lnTo>
                    <a:lnTo>
                      <a:pt x="409" y="356"/>
                    </a:lnTo>
                    <a:lnTo>
                      <a:pt x="397" y="387"/>
                    </a:lnTo>
                    <a:lnTo>
                      <a:pt x="383" y="418"/>
                    </a:lnTo>
                    <a:lnTo>
                      <a:pt x="366" y="447"/>
                    </a:lnTo>
                    <a:lnTo>
                      <a:pt x="345" y="475"/>
                    </a:lnTo>
                    <a:lnTo>
                      <a:pt x="322" y="502"/>
                    </a:lnTo>
                    <a:lnTo>
                      <a:pt x="297" y="528"/>
                    </a:lnTo>
                    <a:lnTo>
                      <a:pt x="269" y="553"/>
                    </a:lnTo>
                    <a:lnTo>
                      <a:pt x="241" y="576"/>
                    </a:lnTo>
                    <a:lnTo>
                      <a:pt x="208" y="599"/>
                    </a:lnTo>
                    <a:lnTo>
                      <a:pt x="176" y="622"/>
                    </a:lnTo>
                    <a:lnTo>
                      <a:pt x="142" y="643"/>
                    </a:lnTo>
                    <a:lnTo>
                      <a:pt x="107" y="665"/>
                    </a:lnTo>
                    <a:lnTo>
                      <a:pt x="71" y="685"/>
                    </a:lnTo>
                    <a:lnTo>
                      <a:pt x="34" y="705"/>
                    </a:lnTo>
                    <a:lnTo>
                      <a:pt x="36" y="665"/>
                    </a:lnTo>
                    <a:lnTo>
                      <a:pt x="36" y="623"/>
                    </a:lnTo>
                    <a:lnTo>
                      <a:pt x="34" y="583"/>
                    </a:lnTo>
                    <a:lnTo>
                      <a:pt x="32" y="541"/>
                    </a:lnTo>
                    <a:lnTo>
                      <a:pt x="32" y="531"/>
                    </a:lnTo>
                    <a:lnTo>
                      <a:pt x="31" y="520"/>
                    </a:lnTo>
                    <a:lnTo>
                      <a:pt x="31" y="509"/>
                    </a:lnTo>
                    <a:lnTo>
                      <a:pt x="30" y="499"/>
                    </a:lnTo>
                    <a:lnTo>
                      <a:pt x="25" y="446"/>
                    </a:lnTo>
                    <a:lnTo>
                      <a:pt x="18" y="394"/>
                    </a:lnTo>
                    <a:lnTo>
                      <a:pt x="9" y="343"/>
                    </a:lnTo>
                    <a:lnTo>
                      <a:pt x="0" y="293"/>
                    </a:lnTo>
                    <a:lnTo>
                      <a:pt x="29" y="278"/>
                    </a:lnTo>
                    <a:lnTo>
                      <a:pt x="56" y="263"/>
                    </a:lnTo>
                    <a:lnTo>
                      <a:pt x="83" y="248"/>
                    </a:lnTo>
                    <a:lnTo>
                      <a:pt x="109" y="232"/>
                    </a:lnTo>
                    <a:lnTo>
                      <a:pt x="133" y="214"/>
                    </a:lnTo>
                    <a:lnTo>
                      <a:pt x="157" y="197"/>
                    </a:lnTo>
                    <a:lnTo>
                      <a:pt x="178" y="180"/>
                    </a:lnTo>
                    <a:lnTo>
                      <a:pt x="200" y="161"/>
                    </a:lnTo>
                    <a:lnTo>
                      <a:pt x="220" y="143"/>
                    </a:lnTo>
                    <a:lnTo>
                      <a:pt x="238" y="123"/>
                    </a:lnTo>
                    <a:lnTo>
                      <a:pt x="256" y="104"/>
                    </a:lnTo>
                    <a:lnTo>
                      <a:pt x="272" y="84"/>
                    </a:lnTo>
                    <a:lnTo>
                      <a:pt x="286" y="64"/>
                    </a:lnTo>
                    <a:lnTo>
                      <a:pt x="299" y="43"/>
                    </a:lnTo>
                    <a:lnTo>
                      <a:pt x="311" y="22"/>
                    </a:lnTo>
                    <a:lnTo>
                      <a:pt x="321" y="0"/>
                    </a:lnTo>
                    <a:close/>
                  </a:path>
                </a:pathLst>
              </a:custGeom>
              <a:grpFill/>
              <a:ln w="9525">
                <a:noFill/>
                <a:round/>
                <a:headEnd/>
                <a:tailEnd/>
              </a:ln>
            </p:spPr>
            <p:txBody>
              <a:bodyPr/>
              <a:lstStyle/>
              <a:p>
                <a:pPr algn="ctr">
                  <a:defRPr/>
                </a:pPr>
                <a:endParaRPr lang="en-US" sz="900" dirty="0"/>
              </a:p>
            </p:txBody>
          </p:sp>
          <p:sp>
            <p:nvSpPr>
              <p:cNvPr id="55" name="Freeform 54"/>
              <p:cNvSpPr>
                <a:spLocks/>
              </p:cNvSpPr>
              <p:nvPr/>
            </p:nvSpPr>
            <p:spPr bwMode="auto">
              <a:xfrm>
                <a:off x="2904" y="2069"/>
                <a:ext cx="289" cy="272"/>
              </a:xfrm>
              <a:custGeom>
                <a:avLst/>
                <a:gdLst/>
                <a:ahLst/>
                <a:cxnLst>
                  <a:cxn ang="0">
                    <a:pos x="575" y="209"/>
                  </a:cxn>
                  <a:cxn ang="0">
                    <a:pos x="577" y="263"/>
                  </a:cxn>
                  <a:cxn ang="0">
                    <a:pos x="579" y="316"/>
                  </a:cxn>
                  <a:cxn ang="0">
                    <a:pos x="576" y="370"/>
                  </a:cxn>
                  <a:cxn ang="0">
                    <a:pos x="574" y="423"/>
                  </a:cxn>
                  <a:cxn ang="0">
                    <a:pos x="549" y="435"/>
                  </a:cxn>
                  <a:cxn ang="0">
                    <a:pos x="522" y="446"/>
                  </a:cxn>
                  <a:cxn ang="0">
                    <a:pos x="492" y="458"/>
                  </a:cxn>
                  <a:cxn ang="0">
                    <a:pos x="461" y="468"/>
                  </a:cxn>
                  <a:cxn ang="0">
                    <a:pos x="428" y="479"/>
                  </a:cxn>
                  <a:cxn ang="0">
                    <a:pos x="392" y="488"/>
                  </a:cxn>
                  <a:cxn ang="0">
                    <a:pos x="356" y="497"/>
                  </a:cxn>
                  <a:cxn ang="0">
                    <a:pos x="318" y="505"/>
                  </a:cxn>
                  <a:cxn ang="0">
                    <a:pos x="280" y="512"/>
                  </a:cxn>
                  <a:cxn ang="0">
                    <a:pos x="241" y="519"/>
                  </a:cxn>
                  <a:cxn ang="0">
                    <a:pos x="201" y="526"/>
                  </a:cxn>
                  <a:cxn ang="0">
                    <a:pos x="162" y="532"/>
                  </a:cxn>
                  <a:cxn ang="0">
                    <a:pos x="120" y="536"/>
                  </a:cxn>
                  <a:cxn ang="0">
                    <a:pos x="80" y="540"/>
                  </a:cxn>
                  <a:cxn ang="0">
                    <a:pos x="41" y="542"/>
                  </a:cxn>
                  <a:cxn ang="0">
                    <a:pos x="0" y="544"/>
                  </a:cxn>
                  <a:cxn ang="0">
                    <a:pos x="0" y="309"/>
                  </a:cxn>
                  <a:cxn ang="0">
                    <a:pos x="0" y="101"/>
                  </a:cxn>
                  <a:cxn ang="0">
                    <a:pos x="38" y="100"/>
                  </a:cxn>
                  <a:cxn ang="0">
                    <a:pos x="76" y="98"/>
                  </a:cxn>
                  <a:cxn ang="0">
                    <a:pos x="113" y="94"/>
                  </a:cxn>
                  <a:cxn ang="0">
                    <a:pos x="151" y="91"/>
                  </a:cxn>
                  <a:cxn ang="0">
                    <a:pos x="187" y="86"/>
                  </a:cxn>
                  <a:cxn ang="0">
                    <a:pos x="223" y="81"/>
                  </a:cxn>
                  <a:cxn ang="0">
                    <a:pos x="258" y="76"/>
                  </a:cxn>
                  <a:cxn ang="0">
                    <a:pos x="293" y="69"/>
                  </a:cxn>
                  <a:cxn ang="0">
                    <a:pos x="327" y="63"/>
                  </a:cxn>
                  <a:cxn ang="0">
                    <a:pos x="361" y="55"/>
                  </a:cxn>
                  <a:cxn ang="0">
                    <a:pos x="394" y="47"/>
                  </a:cxn>
                  <a:cxn ang="0">
                    <a:pos x="427" y="39"/>
                  </a:cxn>
                  <a:cxn ang="0">
                    <a:pos x="459" y="30"/>
                  </a:cxn>
                  <a:cxn ang="0">
                    <a:pos x="490" y="20"/>
                  </a:cxn>
                  <a:cxn ang="0">
                    <a:pos x="520" y="10"/>
                  </a:cxn>
                  <a:cxn ang="0">
                    <a:pos x="550" y="0"/>
                  </a:cxn>
                  <a:cxn ang="0">
                    <a:pos x="557" y="41"/>
                  </a:cxn>
                  <a:cxn ang="0">
                    <a:pos x="564" y="84"/>
                  </a:cxn>
                  <a:cxn ang="0">
                    <a:pos x="568" y="127"/>
                  </a:cxn>
                  <a:cxn ang="0">
                    <a:pos x="573" y="171"/>
                  </a:cxn>
                  <a:cxn ang="0">
                    <a:pos x="574" y="180"/>
                  </a:cxn>
                  <a:cxn ang="0">
                    <a:pos x="574" y="190"/>
                  </a:cxn>
                  <a:cxn ang="0">
                    <a:pos x="575" y="200"/>
                  </a:cxn>
                  <a:cxn ang="0">
                    <a:pos x="575" y="209"/>
                  </a:cxn>
                </a:cxnLst>
                <a:rect l="0" t="0" r="r" b="b"/>
                <a:pathLst>
                  <a:path w="579" h="544">
                    <a:moveTo>
                      <a:pt x="575" y="209"/>
                    </a:moveTo>
                    <a:lnTo>
                      <a:pt x="577" y="263"/>
                    </a:lnTo>
                    <a:lnTo>
                      <a:pt x="579" y="316"/>
                    </a:lnTo>
                    <a:lnTo>
                      <a:pt x="576" y="370"/>
                    </a:lnTo>
                    <a:lnTo>
                      <a:pt x="574" y="423"/>
                    </a:lnTo>
                    <a:lnTo>
                      <a:pt x="549" y="435"/>
                    </a:lnTo>
                    <a:lnTo>
                      <a:pt x="522" y="446"/>
                    </a:lnTo>
                    <a:lnTo>
                      <a:pt x="492" y="458"/>
                    </a:lnTo>
                    <a:lnTo>
                      <a:pt x="461" y="468"/>
                    </a:lnTo>
                    <a:lnTo>
                      <a:pt x="428" y="479"/>
                    </a:lnTo>
                    <a:lnTo>
                      <a:pt x="392" y="488"/>
                    </a:lnTo>
                    <a:lnTo>
                      <a:pt x="356" y="497"/>
                    </a:lnTo>
                    <a:lnTo>
                      <a:pt x="318" y="505"/>
                    </a:lnTo>
                    <a:lnTo>
                      <a:pt x="280" y="512"/>
                    </a:lnTo>
                    <a:lnTo>
                      <a:pt x="241" y="519"/>
                    </a:lnTo>
                    <a:lnTo>
                      <a:pt x="201" y="526"/>
                    </a:lnTo>
                    <a:lnTo>
                      <a:pt x="162" y="532"/>
                    </a:lnTo>
                    <a:lnTo>
                      <a:pt x="120" y="536"/>
                    </a:lnTo>
                    <a:lnTo>
                      <a:pt x="80" y="540"/>
                    </a:lnTo>
                    <a:lnTo>
                      <a:pt x="41" y="542"/>
                    </a:lnTo>
                    <a:lnTo>
                      <a:pt x="0" y="544"/>
                    </a:lnTo>
                    <a:lnTo>
                      <a:pt x="0" y="309"/>
                    </a:lnTo>
                    <a:lnTo>
                      <a:pt x="0" y="101"/>
                    </a:lnTo>
                    <a:lnTo>
                      <a:pt x="38" y="100"/>
                    </a:lnTo>
                    <a:lnTo>
                      <a:pt x="76" y="98"/>
                    </a:lnTo>
                    <a:lnTo>
                      <a:pt x="113" y="94"/>
                    </a:lnTo>
                    <a:lnTo>
                      <a:pt x="151" y="91"/>
                    </a:lnTo>
                    <a:lnTo>
                      <a:pt x="187" y="86"/>
                    </a:lnTo>
                    <a:lnTo>
                      <a:pt x="223" y="81"/>
                    </a:lnTo>
                    <a:lnTo>
                      <a:pt x="258" y="76"/>
                    </a:lnTo>
                    <a:lnTo>
                      <a:pt x="293" y="69"/>
                    </a:lnTo>
                    <a:lnTo>
                      <a:pt x="327" y="63"/>
                    </a:lnTo>
                    <a:lnTo>
                      <a:pt x="361" y="55"/>
                    </a:lnTo>
                    <a:lnTo>
                      <a:pt x="394" y="47"/>
                    </a:lnTo>
                    <a:lnTo>
                      <a:pt x="427" y="39"/>
                    </a:lnTo>
                    <a:lnTo>
                      <a:pt x="459" y="30"/>
                    </a:lnTo>
                    <a:lnTo>
                      <a:pt x="490" y="20"/>
                    </a:lnTo>
                    <a:lnTo>
                      <a:pt x="520" y="10"/>
                    </a:lnTo>
                    <a:lnTo>
                      <a:pt x="550" y="0"/>
                    </a:lnTo>
                    <a:lnTo>
                      <a:pt x="557" y="41"/>
                    </a:lnTo>
                    <a:lnTo>
                      <a:pt x="564" y="84"/>
                    </a:lnTo>
                    <a:lnTo>
                      <a:pt x="568" y="127"/>
                    </a:lnTo>
                    <a:lnTo>
                      <a:pt x="573" y="171"/>
                    </a:lnTo>
                    <a:lnTo>
                      <a:pt x="574" y="180"/>
                    </a:lnTo>
                    <a:lnTo>
                      <a:pt x="574" y="190"/>
                    </a:lnTo>
                    <a:lnTo>
                      <a:pt x="575" y="200"/>
                    </a:lnTo>
                    <a:lnTo>
                      <a:pt x="575" y="209"/>
                    </a:lnTo>
                    <a:close/>
                  </a:path>
                </a:pathLst>
              </a:custGeom>
              <a:grpFill/>
              <a:ln w="9525">
                <a:noFill/>
                <a:round/>
                <a:headEnd/>
                <a:tailEnd/>
              </a:ln>
            </p:spPr>
            <p:txBody>
              <a:bodyPr/>
              <a:lstStyle/>
              <a:p>
                <a:pPr algn="ctr">
                  <a:defRPr/>
                </a:pPr>
                <a:endParaRPr lang="en-US" sz="900" dirty="0"/>
              </a:p>
            </p:txBody>
          </p:sp>
          <p:sp>
            <p:nvSpPr>
              <p:cNvPr id="56" name="Freeform 55"/>
              <p:cNvSpPr>
                <a:spLocks/>
              </p:cNvSpPr>
              <p:nvPr/>
            </p:nvSpPr>
            <p:spPr bwMode="auto">
              <a:xfrm>
                <a:off x="2575" y="2342"/>
                <a:ext cx="281" cy="236"/>
              </a:xfrm>
              <a:custGeom>
                <a:avLst/>
                <a:gdLst/>
                <a:ahLst/>
                <a:cxnLst>
                  <a:cxn ang="0">
                    <a:pos x="548" y="474"/>
                  </a:cxn>
                  <a:cxn ang="0">
                    <a:pos x="520" y="471"/>
                  </a:cxn>
                  <a:cxn ang="0">
                    <a:pos x="493" y="470"/>
                  </a:cxn>
                  <a:cxn ang="0">
                    <a:pos x="466" y="468"/>
                  </a:cxn>
                  <a:cxn ang="0">
                    <a:pos x="439" y="465"/>
                  </a:cxn>
                  <a:cxn ang="0">
                    <a:pos x="412" y="461"/>
                  </a:cxn>
                  <a:cxn ang="0">
                    <a:pos x="386" y="458"/>
                  </a:cxn>
                  <a:cxn ang="0">
                    <a:pos x="359" y="454"/>
                  </a:cxn>
                  <a:cxn ang="0">
                    <a:pos x="330" y="450"/>
                  </a:cxn>
                  <a:cxn ang="0">
                    <a:pos x="299" y="444"/>
                  </a:cxn>
                  <a:cxn ang="0">
                    <a:pos x="268" y="437"/>
                  </a:cxn>
                  <a:cxn ang="0">
                    <a:pos x="238" y="430"/>
                  </a:cxn>
                  <a:cxn ang="0">
                    <a:pos x="208" y="422"/>
                  </a:cxn>
                  <a:cxn ang="0">
                    <a:pos x="178" y="414"/>
                  </a:cxn>
                  <a:cxn ang="0">
                    <a:pos x="149" y="406"/>
                  </a:cxn>
                  <a:cxn ang="0">
                    <a:pos x="120" y="397"/>
                  </a:cxn>
                  <a:cxn ang="0">
                    <a:pos x="92" y="364"/>
                  </a:cxn>
                  <a:cxn ang="0">
                    <a:pos x="68" y="309"/>
                  </a:cxn>
                  <a:cxn ang="0">
                    <a:pos x="48" y="254"/>
                  </a:cxn>
                  <a:cxn ang="0">
                    <a:pos x="34" y="199"/>
                  </a:cxn>
                  <a:cxn ang="0">
                    <a:pos x="19" y="129"/>
                  </a:cxn>
                  <a:cxn ang="0">
                    <a:pos x="5" y="44"/>
                  </a:cxn>
                  <a:cxn ang="0">
                    <a:pos x="17" y="7"/>
                  </a:cxn>
                  <a:cxn ang="0">
                    <a:pos x="53" y="20"/>
                  </a:cxn>
                  <a:cxn ang="0">
                    <a:pos x="90" y="32"/>
                  </a:cxn>
                  <a:cxn ang="0">
                    <a:pos x="126" y="43"/>
                  </a:cxn>
                  <a:cxn ang="0">
                    <a:pos x="163" y="52"/>
                  </a:cxn>
                  <a:cxn ang="0">
                    <a:pos x="201" y="63"/>
                  </a:cxn>
                  <a:cxn ang="0">
                    <a:pos x="240" y="71"/>
                  </a:cxn>
                  <a:cxn ang="0">
                    <a:pos x="280" y="79"/>
                  </a:cxn>
                  <a:cxn ang="0">
                    <a:pos x="315" y="85"/>
                  </a:cxn>
                  <a:cxn ang="0">
                    <a:pos x="348" y="90"/>
                  </a:cxn>
                  <a:cxn ang="0">
                    <a:pos x="380" y="95"/>
                  </a:cxn>
                  <a:cxn ang="0">
                    <a:pos x="412" y="98"/>
                  </a:cxn>
                  <a:cxn ang="0">
                    <a:pos x="445" y="102"/>
                  </a:cxn>
                  <a:cxn ang="0">
                    <a:pos x="478" y="105"/>
                  </a:cxn>
                  <a:cxn ang="0">
                    <a:pos x="511" y="108"/>
                  </a:cxn>
                  <a:cxn ang="0">
                    <a:pos x="545" y="109"/>
                  </a:cxn>
                  <a:cxn ang="0">
                    <a:pos x="562" y="277"/>
                  </a:cxn>
                </a:cxnLst>
                <a:rect l="0" t="0" r="r" b="b"/>
                <a:pathLst>
                  <a:path w="562" h="474">
                    <a:moveTo>
                      <a:pt x="562" y="474"/>
                    </a:moveTo>
                    <a:lnTo>
                      <a:pt x="548" y="474"/>
                    </a:lnTo>
                    <a:lnTo>
                      <a:pt x="534" y="473"/>
                    </a:lnTo>
                    <a:lnTo>
                      <a:pt x="520" y="471"/>
                    </a:lnTo>
                    <a:lnTo>
                      <a:pt x="506" y="471"/>
                    </a:lnTo>
                    <a:lnTo>
                      <a:pt x="493" y="470"/>
                    </a:lnTo>
                    <a:lnTo>
                      <a:pt x="480" y="469"/>
                    </a:lnTo>
                    <a:lnTo>
                      <a:pt x="466" y="468"/>
                    </a:lnTo>
                    <a:lnTo>
                      <a:pt x="452" y="466"/>
                    </a:lnTo>
                    <a:lnTo>
                      <a:pt x="439" y="465"/>
                    </a:lnTo>
                    <a:lnTo>
                      <a:pt x="426" y="463"/>
                    </a:lnTo>
                    <a:lnTo>
                      <a:pt x="412" y="461"/>
                    </a:lnTo>
                    <a:lnTo>
                      <a:pt x="399" y="460"/>
                    </a:lnTo>
                    <a:lnTo>
                      <a:pt x="386" y="458"/>
                    </a:lnTo>
                    <a:lnTo>
                      <a:pt x="373" y="456"/>
                    </a:lnTo>
                    <a:lnTo>
                      <a:pt x="359" y="454"/>
                    </a:lnTo>
                    <a:lnTo>
                      <a:pt x="346" y="452"/>
                    </a:lnTo>
                    <a:lnTo>
                      <a:pt x="330" y="450"/>
                    </a:lnTo>
                    <a:lnTo>
                      <a:pt x="315" y="446"/>
                    </a:lnTo>
                    <a:lnTo>
                      <a:pt x="299" y="444"/>
                    </a:lnTo>
                    <a:lnTo>
                      <a:pt x="284" y="440"/>
                    </a:lnTo>
                    <a:lnTo>
                      <a:pt x="268" y="437"/>
                    </a:lnTo>
                    <a:lnTo>
                      <a:pt x="253" y="433"/>
                    </a:lnTo>
                    <a:lnTo>
                      <a:pt x="238" y="430"/>
                    </a:lnTo>
                    <a:lnTo>
                      <a:pt x="223" y="427"/>
                    </a:lnTo>
                    <a:lnTo>
                      <a:pt x="208" y="422"/>
                    </a:lnTo>
                    <a:lnTo>
                      <a:pt x="193" y="418"/>
                    </a:lnTo>
                    <a:lnTo>
                      <a:pt x="178" y="414"/>
                    </a:lnTo>
                    <a:lnTo>
                      <a:pt x="163" y="410"/>
                    </a:lnTo>
                    <a:lnTo>
                      <a:pt x="149" y="406"/>
                    </a:lnTo>
                    <a:lnTo>
                      <a:pt x="134" y="401"/>
                    </a:lnTo>
                    <a:lnTo>
                      <a:pt x="120" y="397"/>
                    </a:lnTo>
                    <a:lnTo>
                      <a:pt x="106" y="392"/>
                    </a:lnTo>
                    <a:lnTo>
                      <a:pt x="92" y="364"/>
                    </a:lnTo>
                    <a:lnTo>
                      <a:pt x="79" y="337"/>
                    </a:lnTo>
                    <a:lnTo>
                      <a:pt x="68" y="309"/>
                    </a:lnTo>
                    <a:lnTo>
                      <a:pt x="57" y="281"/>
                    </a:lnTo>
                    <a:lnTo>
                      <a:pt x="48" y="254"/>
                    </a:lnTo>
                    <a:lnTo>
                      <a:pt x="41" y="226"/>
                    </a:lnTo>
                    <a:lnTo>
                      <a:pt x="34" y="199"/>
                    </a:lnTo>
                    <a:lnTo>
                      <a:pt x="27" y="171"/>
                    </a:lnTo>
                    <a:lnTo>
                      <a:pt x="19" y="129"/>
                    </a:lnTo>
                    <a:lnTo>
                      <a:pt x="12" y="88"/>
                    </a:lnTo>
                    <a:lnTo>
                      <a:pt x="5" y="44"/>
                    </a:lnTo>
                    <a:lnTo>
                      <a:pt x="0" y="0"/>
                    </a:lnTo>
                    <a:lnTo>
                      <a:pt x="17" y="7"/>
                    </a:lnTo>
                    <a:lnTo>
                      <a:pt x="35" y="13"/>
                    </a:lnTo>
                    <a:lnTo>
                      <a:pt x="53" y="20"/>
                    </a:lnTo>
                    <a:lnTo>
                      <a:pt x="71" y="26"/>
                    </a:lnTo>
                    <a:lnTo>
                      <a:pt x="90" y="32"/>
                    </a:lnTo>
                    <a:lnTo>
                      <a:pt x="108" y="37"/>
                    </a:lnTo>
                    <a:lnTo>
                      <a:pt x="126" y="43"/>
                    </a:lnTo>
                    <a:lnTo>
                      <a:pt x="145" y="48"/>
                    </a:lnTo>
                    <a:lnTo>
                      <a:pt x="163" y="52"/>
                    </a:lnTo>
                    <a:lnTo>
                      <a:pt x="183" y="58"/>
                    </a:lnTo>
                    <a:lnTo>
                      <a:pt x="201" y="63"/>
                    </a:lnTo>
                    <a:lnTo>
                      <a:pt x="221" y="67"/>
                    </a:lnTo>
                    <a:lnTo>
                      <a:pt x="240" y="71"/>
                    </a:lnTo>
                    <a:lnTo>
                      <a:pt x="260" y="75"/>
                    </a:lnTo>
                    <a:lnTo>
                      <a:pt x="280" y="79"/>
                    </a:lnTo>
                    <a:lnTo>
                      <a:pt x="299" y="82"/>
                    </a:lnTo>
                    <a:lnTo>
                      <a:pt x="315" y="85"/>
                    </a:lnTo>
                    <a:lnTo>
                      <a:pt x="331" y="88"/>
                    </a:lnTo>
                    <a:lnTo>
                      <a:pt x="348" y="90"/>
                    </a:lnTo>
                    <a:lnTo>
                      <a:pt x="364" y="93"/>
                    </a:lnTo>
                    <a:lnTo>
                      <a:pt x="380" y="95"/>
                    </a:lnTo>
                    <a:lnTo>
                      <a:pt x="396" y="97"/>
                    </a:lnTo>
                    <a:lnTo>
                      <a:pt x="412" y="98"/>
                    </a:lnTo>
                    <a:lnTo>
                      <a:pt x="429" y="101"/>
                    </a:lnTo>
                    <a:lnTo>
                      <a:pt x="445" y="102"/>
                    </a:lnTo>
                    <a:lnTo>
                      <a:pt x="462" y="104"/>
                    </a:lnTo>
                    <a:lnTo>
                      <a:pt x="478" y="105"/>
                    </a:lnTo>
                    <a:lnTo>
                      <a:pt x="495" y="106"/>
                    </a:lnTo>
                    <a:lnTo>
                      <a:pt x="511" y="108"/>
                    </a:lnTo>
                    <a:lnTo>
                      <a:pt x="528" y="109"/>
                    </a:lnTo>
                    <a:lnTo>
                      <a:pt x="545" y="109"/>
                    </a:lnTo>
                    <a:lnTo>
                      <a:pt x="562" y="110"/>
                    </a:lnTo>
                    <a:lnTo>
                      <a:pt x="562" y="277"/>
                    </a:lnTo>
                    <a:lnTo>
                      <a:pt x="562" y="474"/>
                    </a:lnTo>
                    <a:close/>
                  </a:path>
                </a:pathLst>
              </a:custGeom>
              <a:grpFill/>
              <a:ln w="9525">
                <a:noFill/>
                <a:round/>
                <a:headEnd/>
                <a:tailEnd/>
              </a:ln>
            </p:spPr>
            <p:txBody>
              <a:bodyPr/>
              <a:lstStyle/>
              <a:p>
                <a:pPr algn="ctr">
                  <a:defRPr/>
                </a:pPr>
                <a:endParaRPr lang="en-US" sz="900" dirty="0"/>
              </a:p>
            </p:txBody>
          </p:sp>
          <p:sp>
            <p:nvSpPr>
              <p:cNvPr id="57" name="Freeform 56"/>
              <p:cNvSpPr>
                <a:spLocks/>
              </p:cNvSpPr>
              <p:nvPr/>
            </p:nvSpPr>
            <p:spPr bwMode="auto">
              <a:xfrm>
                <a:off x="2567" y="2069"/>
                <a:ext cx="289" cy="272"/>
              </a:xfrm>
              <a:custGeom>
                <a:avLst/>
                <a:gdLst/>
                <a:ahLst/>
                <a:cxnLst>
                  <a:cxn ang="0">
                    <a:pos x="3" y="198"/>
                  </a:cxn>
                  <a:cxn ang="0">
                    <a:pos x="4" y="176"/>
                  </a:cxn>
                  <a:cxn ang="0">
                    <a:pos x="10" y="122"/>
                  </a:cxn>
                  <a:cxn ang="0">
                    <a:pos x="20" y="40"/>
                  </a:cxn>
                  <a:cxn ang="0">
                    <a:pos x="38" y="3"/>
                  </a:cxn>
                  <a:cxn ang="0">
                    <a:pos x="61" y="11"/>
                  </a:cxn>
                  <a:cxn ang="0">
                    <a:pos x="83" y="18"/>
                  </a:cxn>
                  <a:cxn ang="0">
                    <a:pos x="106" y="25"/>
                  </a:cxn>
                  <a:cxn ang="0">
                    <a:pos x="129" y="32"/>
                  </a:cxn>
                  <a:cxn ang="0">
                    <a:pos x="152" y="39"/>
                  </a:cxn>
                  <a:cxn ang="0">
                    <a:pos x="176" y="46"/>
                  </a:cxn>
                  <a:cxn ang="0">
                    <a:pos x="200" y="51"/>
                  </a:cxn>
                  <a:cxn ang="0">
                    <a:pos x="233" y="60"/>
                  </a:cxn>
                  <a:cxn ang="0">
                    <a:pos x="277" y="69"/>
                  </a:cxn>
                  <a:cxn ang="0">
                    <a:pos x="321" y="76"/>
                  </a:cxn>
                  <a:cxn ang="0">
                    <a:pos x="366" y="83"/>
                  </a:cxn>
                  <a:cxn ang="0">
                    <a:pos x="411" y="88"/>
                  </a:cxn>
                  <a:cxn ang="0">
                    <a:pos x="458" y="93"/>
                  </a:cxn>
                  <a:cxn ang="0">
                    <a:pos x="505" y="98"/>
                  </a:cxn>
                  <a:cxn ang="0">
                    <a:pos x="554" y="100"/>
                  </a:cxn>
                  <a:cxn ang="0">
                    <a:pos x="578" y="313"/>
                  </a:cxn>
                  <a:cxn ang="0">
                    <a:pos x="557" y="543"/>
                  </a:cxn>
                  <a:cxn ang="0">
                    <a:pos x="517" y="541"/>
                  </a:cxn>
                  <a:cxn ang="0">
                    <a:pos x="475" y="537"/>
                  </a:cxn>
                  <a:cxn ang="0">
                    <a:pos x="434" y="533"/>
                  </a:cxn>
                  <a:cxn ang="0">
                    <a:pos x="392" y="527"/>
                  </a:cxn>
                  <a:cxn ang="0">
                    <a:pos x="351" y="521"/>
                  </a:cxn>
                  <a:cxn ang="0">
                    <a:pos x="311" y="514"/>
                  </a:cxn>
                  <a:cxn ang="0">
                    <a:pos x="270" y="506"/>
                  </a:cxn>
                  <a:cxn ang="0">
                    <a:pos x="232" y="499"/>
                  </a:cxn>
                  <a:cxn ang="0">
                    <a:pos x="197" y="490"/>
                  </a:cxn>
                  <a:cxn ang="0">
                    <a:pos x="162" y="481"/>
                  </a:cxn>
                  <a:cxn ang="0">
                    <a:pos x="130" y="472"/>
                  </a:cxn>
                  <a:cxn ang="0">
                    <a:pos x="97" y="461"/>
                  </a:cxn>
                  <a:cxn ang="0">
                    <a:pos x="69" y="451"/>
                  </a:cxn>
                  <a:cxn ang="0">
                    <a:pos x="41" y="441"/>
                  </a:cxn>
                  <a:cxn ang="0">
                    <a:pos x="15" y="429"/>
                  </a:cxn>
                  <a:cxn ang="0">
                    <a:pos x="1" y="370"/>
                  </a:cxn>
                  <a:cxn ang="0">
                    <a:pos x="0" y="263"/>
                  </a:cxn>
                </a:cxnLst>
                <a:rect l="0" t="0" r="r" b="b"/>
                <a:pathLst>
                  <a:path w="578" h="544">
                    <a:moveTo>
                      <a:pt x="2" y="209"/>
                    </a:moveTo>
                    <a:lnTo>
                      <a:pt x="3" y="198"/>
                    </a:lnTo>
                    <a:lnTo>
                      <a:pt x="4" y="186"/>
                    </a:lnTo>
                    <a:lnTo>
                      <a:pt x="4" y="176"/>
                    </a:lnTo>
                    <a:lnTo>
                      <a:pt x="5" y="164"/>
                    </a:lnTo>
                    <a:lnTo>
                      <a:pt x="10" y="122"/>
                    </a:lnTo>
                    <a:lnTo>
                      <a:pt x="15" y="80"/>
                    </a:lnTo>
                    <a:lnTo>
                      <a:pt x="20" y="40"/>
                    </a:lnTo>
                    <a:lnTo>
                      <a:pt x="27" y="0"/>
                    </a:lnTo>
                    <a:lnTo>
                      <a:pt x="38" y="3"/>
                    </a:lnTo>
                    <a:lnTo>
                      <a:pt x="49" y="8"/>
                    </a:lnTo>
                    <a:lnTo>
                      <a:pt x="61" y="11"/>
                    </a:lnTo>
                    <a:lnTo>
                      <a:pt x="71" y="15"/>
                    </a:lnTo>
                    <a:lnTo>
                      <a:pt x="83" y="18"/>
                    </a:lnTo>
                    <a:lnTo>
                      <a:pt x="94" y="22"/>
                    </a:lnTo>
                    <a:lnTo>
                      <a:pt x="106" y="25"/>
                    </a:lnTo>
                    <a:lnTo>
                      <a:pt x="117" y="28"/>
                    </a:lnTo>
                    <a:lnTo>
                      <a:pt x="129" y="32"/>
                    </a:lnTo>
                    <a:lnTo>
                      <a:pt x="140" y="35"/>
                    </a:lnTo>
                    <a:lnTo>
                      <a:pt x="152" y="39"/>
                    </a:lnTo>
                    <a:lnTo>
                      <a:pt x="164" y="42"/>
                    </a:lnTo>
                    <a:lnTo>
                      <a:pt x="176" y="46"/>
                    </a:lnTo>
                    <a:lnTo>
                      <a:pt x="188" y="49"/>
                    </a:lnTo>
                    <a:lnTo>
                      <a:pt x="200" y="51"/>
                    </a:lnTo>
                    <a:lnTo>
                      <a:pt x="213" y="55"/>
                    </a:lnTo>
                    <a:lnTo>
                      <a:pt x="233" y="60"/>
                    </a:lnTo>
                    <a:lnTo>
                      <a:pt x="255" y="64"/>
                    </a:lnTo>
                    <a:lnTo>
                      <a:pt x="277" y="69"/>
                    </a:lnTo>
                    <a:lnTo>
                      <a:pt x="299" y="72"/>
                    </a:lnTo>
                    <a:lnTo>
                      <a:pt x="321" y="76"/>
                    </a:lnTo>
                    <a:lnTo>
                      <a:pt x="343" y="79"/>
                    </a:lnTo>
                    <a:lnTo>
                      <a:pt x="366" y="83"/>
                    </a:lnTo>
                    <a:lnTo>
                      <a:pt x="389" y="86"/>
                    </a:lnTo>
                    <a:lnTo>
                      <a:pt x="411" y="88"/>
                    </a:lnTo>
                    <a:lnTo>
                      <a:pt x="435" y="91"/>
                    </a:lnTo>
                    <a:lnTo>
                      <a:pt x="458" y="93"/>
                    </a:lnTo>
                    <a:lnTo>
                      <a:pt x="481" y="95"/>
                    </a:lnTo>
                    <a:lnTo>
                      <a:pt x="505" y="98"/>
                    </a:lnTo>
                    <a:lnTo>
                      <a:pt x="529" y="99"/>
                    </a:lnTo>
                    <a:lnTo>
                      <a:pt x="554" y="100"/>
                    </a:lnTo>
                    <a:lnTo>
                      <a:pt x="578" y="101"/>
                    </a:lnTo>
                    <a:lnTo>
                      <a:pt x="578" y="313"/>
                    </a:lnTo>
                    <a:lnTo>
                      <a:pt x="578" y="544"/>
                    </a:lnTo>
                    <a:lnTo>
                      <a:pt x="557" y="543"/>
                    </a:lnTo>
                    <a:lnTo>
                      <a:pt x="537" y="542"/>
                    </a:lnTo>
                    <a:lnTo>
                      <a:pt x="517" y="541"/>
                    </a:lnTo>
                    <a:lnTo>
                      <a:pt x="496" y="539"/>
                    </a:lnTo>
                    <a:lnTo>
                      <a:pt x="475" y="537"/>
                    </a:lnTo>
                    <a:lnTo>
                      <a:pt x="455" y="535"/>
                    </a:lnTo>
                    <a:lnTo>
                      <a:pt x="434" y="533"/>
                    </a:lnTo>
                    <a:lnTo>
                      <a:pt x="413" y="531"/>
                    </a:lnTo>
                    <a:lnTo>
                      <a:pt x="392" y="527"/>
                    </a:lnTo>
                    <a:lnTo>
                      <a:pt x="372" y="525"/>
                    </a:lnTo>
                    <a:lnTo>
                      <a:pt x="351" y="521"/>
                    </a:lnTo>
                    <a:lnTo>
                      <a:pt x="330" y="518"/>
                    </a:lnTo>
                    <a:lnTo>
                      <a:pt x="311" y="514"/>
                    </a:lnTo>
                    <a:lnTo>
                      <a:pt x="290" y="511"/>
                    </a:lnTo>
                    <a:lnTo>
                      <a:pt x="270" y="506"/>
                    </a:lnTo>
                    <a:lnTo>
                      <a:pt x="251" y="503"/>
                    </a:lnTo>
                    <a:lnTo>
                      <a:pt x="232" y="499"/>
                    </a:lnTo>
                    <a:lnTo>
                      <a:pt x="215" y="495"/>
                    </a:lnTo>
                    <a:lnTo>
                      <a:pt x="197" y="490"/>
                    </a:lnTo>
                    <a:lnTo>
                      <a:pt x="179" y="486"/>
                    </a:lnTo>
                    <a:lnTo>
                      <a:pt x="162" y="481"/>
                    </a:lnTo>
                    <a:lnTo>
                      <a:pt x="146" y="476"/>
                    </a:lnTo>
                    <a:lnTo>
                      <a:pt x="130" y="472"/>
                    </a:lnTo>
                    <a:lnTo>
                      <a:pt x="114" y="467"/>
                    </a:lnTo>
                    <a:lnTo>
                      <a:pt x="97" y="461"/>
                    </a:lnTo>
                    <a:lnTo>
                      <a:pt x="83" y="457"/>
                    </a:lnTo>
                    <a:lnTo>
                      <a:pt x="69" y="451"/>
                    </a:lnTo>
                    <a:lnTo>
                      <a:pt x="54" y="446"/>
                    </a:lnTo>
                    <a:lnTo>
                      <a:pt x="41" y="441"/>
                    </a:lnTo>
                    <a:lnTo>
                      <a:pt x="27" y="435"/>
                    </a:lnTo>
                    <a:lnTo>
                      <a:pt x="15" y="429"/>
                    </a:lnTo>
                    <a:lnTo>
                      <a:pt x="3" y="423"/>
                    </a:lnTo>
                    <a:lnTo>
                      <a:pt x="1" y="370"/>
                    </a:lnTo>
                    <a:lnTo>
                      <a:pt x="0" y="316"/>
                    </a:lnTo>
                    <a:lnTo>
                      <a:pt x="0" y="263"/>
                    </a:lnTo>
                    <a:lnTo>
                      <a:pt x="2" y="209"/>
                    </a:lnTo>
                    <a:close/>
                  </a:path>
                </a:pathLst>
              </a:custGeom>
              <a:grpFill/>
              <a:ln w="9525">
                <a:noFill/>
                <a:round/>
                <a:headEnd/>
                <a:tailEnd/>
              </a:ln>
            </p:spPr>
            <p:txBody>
              <a:bodyPr/>
              <a:lstStyle/>
              <a:p>
                <a:pPr algn="ctr">
                  <a:defRPr/>
                </a:pPr>
                <a:endParaRPr lang="en-US" sz="900" dirty="0"/>
              </a:p>
            </p:txBody>
          </p:sp>
          <p:sp>
            <p:nvSpPr>
              <p:cNvPr id="58" name="Freeform 57"/>
              <p:cNvSpPr>
                <a:spLocks/>
              </p:cNvSpPr>
              <p:nvPr/>
            </p:nvSpPr>
            <p:spPr bwMode="auto">
              <a:xfrm>
                <a:off x="2904" y="1814"/>
                <a:ext cx="263" cy="250"/>
              </a:xfrm>
              <a:custGeom>
                <a:avLst/>
                <a:gdLst/>
                <a:ahLst/>
                <a:cxnLst>
                  <a:cxn ang="0">
                    <a:pos x="0" y="67"/>
                  </a:cxn>
                  <a:cxn ang="0">
                    <a:pos x="26" y="66"/>
                  </a:cxn>
                  <a:cxn ang="0">
                    <a:pos x="50" y="64"/>
                  </a:cxn>
                  <a:cxn ang="0">
                    <a:pos x="74" y="63"/>
                  </a:cxn>
                  <a:cxn ang="0">
                    <a:pos x="98" y="59"/>
                  </a:cxn>
                  <a:cxn ang="0">
                    <a:pos x="122" y="57"/>
                  </a:cxn>
                  <a:cxn ang="0">
                    <a:pos x="145" y="53"/>
                  </a:cxn>
                  <a:cxn ang="0">
                    <a:pos x="169" y="50"/>
                  </a:cxn>
                  <a:cxn ang="0">
                    <a:pos x="192" y="45"/>
                  </a:cxn>
                  <a:cxn ang="0">
                    <a:pos x="213" y="41"/>
                  </a:cxn>
                  <a:cxn ang="0">
                    <a:pos x="235" y="36"/>
                  </a:cxn>
                  <a:cxn ang="0">
                    <a:pos x="257" y="32"/>
                  </a:cxn>
                  <a:cxn ang="0">
                    <a:pos x="279" y="26"/>
                  </a:cxn>
                  <a:cxn ang="0">
                    <a:pos x="300" y="20"/>
                  </a:cxn>
                  <a:cxn ang="0">
                    <a:pos x="321" y="13"/>
                  </a:cxn>
                  <a:cxn ang="0">
                    <a:pos x="340" y="7"/>
                  </a:cxn>
                  <a:cxn ang="0">
                    <a:pos x="360" y="0"/>
                  </a:cxn>
                  <a:cxn ang="0">
                    <a:pos x="376" y="28"/>
                  </a:cxn>
                  <a:cxn ang="0">
                    <a:pos x="391" y="56"/>
                  </a:cxn>
                  <a:cxn ang="0">
                    <a:pos x="406" y="85"/>
                  </a:cxn>
                  <a:cxn ang="0">
                    <a:pos x="421" y="114"/>
                  </a:cxn>
                  <a:cxn ang="0">
                    <a:pos x="435" y="144"/>
                  </a:cxn>
                  <a:cxn ang="0">
                    <a:pos x="448" y="176"/>
                  </a:cxn>
                  <a:cxn ang="0">
                    <a:pos x="462" y="208"/>
                  </a:cxn>
                  <a:cxn ang="0">
                    <a:pos x="475" y="240"/>
                  </a:cxn>
                  <a:cxn ang="0">
                    <a:pos x="482" y="260"/>
                  </a:cxn>
                  <a:cxn ang="0">
                    <a:pos x="489" y="278"/>
                  </a:cxn>
                  <a:cxn ang="0">
                    <a:pos x="496" y="298"/>
                  </a:cxn>
                  <a:cxn ang="0">
                    <a:pos x="501" y="317"/>
                  </a:cxn>
                  <a:cxn ang="0">
                    <a:pos x="508" y="338"/>
                  </a:cxn>
                  <a:cxn ang="0">
                    <a:pos x="514" y="357"/>
                  </a:cxn>
                  <a:cxn ang="0">
                    <a:pos x="520" y="378"/>
                  </a:cxn>
                  <a:cxn ang="0">
                    <a:pos x="526" y="399"/>
                  </a:cxn>
                  <a:cxn ang="0">
                    <a:pos x="497" y="409"/>
                  </a:cxn>
                  <a:cxn ang="0">
                    <a:pos x="468" y="420"/>
                  </a:cxn>
                  <a:cxn ang="0">
                    <a:pos x="438" y="429"/>
                  </a:cxn>
                  <a:cxn ang="0">
                    <a:pos x="408" y="438"/>
                  </a:cxn>
                  <a:cxn ang="0">
                    <a:pos x="377" y="446"/>
                  </a:cxn>
                  <a:cxn ang="0">
                    <a:pos x="346" y="454"/>
                  </a:cxn>
                  <a:cxn ang="0">
                    <a:pos x="314" y="462"/>
                  </a:cxn>
                  <a:cxn ang="0">
                    <a:pos x="280" y="469"/>
                  </a:cxn>
                  <a:cxn ang="0">
                    <a:pos x="247" y="475"/>
                  </a:cxn>
                  <a:cxn ang="0">
                    <a:pos x="213" y="481"/>
                  </a:cxn>
                  <a:cxn ang="0">
                    <a:pos x="179" y="485"/>
                  </a:cxn>
                  <a:cxn ang="0">
                    <a:pos x="143" y="490"/>
                  </a:cxn>
                  <a:cxn ang="0">
                    <a:pos x="109" y="493"/>
                  </a:cxn>
                  <a:cxn ang="0">
                    <a:pos x="73" y="497"/>
                  </a:cxn>
                  <a:cxn ang="0">
                    <a:pos x="37" y="499"/>
                  </a:cxn>
                  <a:cxn ang="0">
                    <a:pos x="0" y="501"/>
                  </a:cxn>
                  <a:cxn ang="0">
                    <a:pos x="0" y="290"/>
                  </a:cxn>
                  <a:cxn ang="0">
                    <a:pos x="0" y="67"/>
                  </a:cxn>
                </a:cxnLst>
                <a:rect l="0" t="0" r="r" b="b"/>
                <a:pathLst>
                  <a:path w="526" h="501">
                    <a:moveTo>
                      <a:pt x="0" y="67"/>
                    </a:moveTo>
                    <a:lnTo>
                      <a:pt x="26" y="66"/>
                    </a:lnTo>
                    <a:lnTo>
                      <a:pt x="50" y="64"/>
                    </a:lnTo>
                    <a:lnTo>
                      <a:pt x="74" y="63"/>
                    </a:lnTo>
                    <a:lnTo>
                      <a:pt x="98" y="59"/>
                    </a:lnTo>
                    <a:lnTo>
                      <a:pt x="122" y="57"/>
                    </a:lnTo>
                    <a:lnTo>
                      <a:pt x="145" y="53"/>
                    </a:lnTo>
                    <a:lnTo>
                      <a:pt x="169" y="50"/>
                    </a:lnTo>
                    <a:lnTo>
                      <a:pt x="192" y="45"/>
                    </a:lnTo>
                    <a:lnTo>
                      <a:pt x="213" y="41"/>
                    </a:lnTo>
                    <a:lnTo>
                      <a:pt x="235" y="36"/>
                    </a:lnTo>
                    <a:lnTo>
                      <a:pt x="257" y="32"/>
                    </a:lnTo>
                    <a:lnTo>
                      <a:pt x="279" y="26"/>
                    </a:lnTo>
                    <a:lnTo>
                      <a:pt x="300" y="20"/>
                    </a:lnTo>
                    <a:lnTo>
                      <a:pt x="321" y="13"/>
                    </a:lnTo>
                    <a:lnTo>
                      <a:pt x="340" y="7"/>
                    </a:lnTo>
                    <a:lnTo>
                      <a:pt x="360" y="0"/>
                    </a:lnTo>
                    <a:lnTo>
                      <a:pt x="376" y="28"/>
                    </a:lnTo>
                    <a:lnTo>
                      <a:pt x="391" y="56"/>
                    </a:lnTo>
                    <a:lnTo>
                      <a:pt x="406" y="85"/>
                    </a:lnTo>
                    <a:lnTo>
                      <a:pt x="421" y="114"/>
                    </a:lnTo>
                    <a:lnTo>
                      <a:pt x="435" y="144"/>
                    </a:lnTo>
                    <a:lnTo>
                      <a:pt x="448" y="176"/>
                    </a:lnTo>
                    <a:lnTo>
                      <a:pt x="462" y="208"/>
                    </a:lnTo>
                    <a:lnTo>
                      <a:pt x="475" y="240"/>
                    </a:lnTo>
                    <a:lnTo>
                      <a:pt x="482" y="260"/>
                    </a:lnTo>
                    <a:lnTo>
                      <a:pt x="489" y="278"/>
                    </a:lnTo>
                    <a:lnTo>
                      <a:pt x="496" y="298"/>
                    </a:lnTo>
                    <a:lnTo>
                      <a:pt x="501" y="317"/>
                    </a:lnTo>
                    <a:lnTo>
                      <a:pt x="508" y="338"/>
                    </a:lnTo>
                    <a:lnTo>
                      <a:pt x="514" y="357"/>
                    </a:lnTo>
                    <a:lnTo>
                      <a:pt x="520" y="378"/>
                    </a:lnTo>
                    <a:lnTo>
                      <a:pt x="526" y="399"/>
                    </a:lnTo>
                    <a:lnTo>
                      <a:pt x="497" y="409"/>
                    </a:lnTo>
                    <a:lnTo>
                      <a:pt x="468" y="420"/>
                    </a:lnTo>
                    <a:lnTo>
                      <a:pt x="438" y="429"/>
                    </a:lnTo>
                    <a:lnTo>
                      <a:pt x="408" y="438"/>
                    </a:lnTo>
                    <a:lnTo>
                      <a:pt x="377" y="446"/>
                    </a:lnTo>
                    <a:lnTo>
                      <a:pt x="346" y="454"/>
                    </a:lnTo>
                    <a:lnTo>
                      <a:pt x="314" y="462"/>
                    </a:lnTo>
                    <a:lnTo>
                      <a:pt x="280" y="469"/>
                    </a:lnTo>
                    <a:lnTo>
                      <a:pt x="247" y="475"/>
                    </a:lnTo>
                    <a:lnTo>
                      <a:pt x="213" y="481"/>
                    </a:lnTo>
                    <a:lnTo>
                      <a:pt x="179" y="485"/>
                    </a:lnTo>
                    <a:lnTo>
                      <a:pt x="143" y="490"/>
                    </a:lnTo>
                    <a:lnTo>
                      <a:pt x="109" y="493"/>
                    </a:lnTo>
                    <a:lnTo>
                      <a:pt x="73" y="497"/>
                    </a:lnTo>
                    <a:lnTo>
                      <a:pt x="37" y="499"/>
                    </a:lnTo>
                    <a:lnTo>
                      <a:pt x="0" y="501"/>
                    </a:lnTo>
                    <a:lnTo>
                      <a:pt x="0" y="290"/>
                    </a:lnTo>
                    <a:lnTo>
                      <a:pt x="0" y="67"/>
                    </a:lnTo>
                    <a:close/>
                  </a:path>
                </a:pathLst>
              </a:custGeom>
              <a:grpFill/>
              <a:ln w="9525">
                <a:noFill/>
                <a:round/>
                <a:headEnd/>
                <a:tailEnd/>
              </a:ln>
            </p:spPr>
            <p:txBody>
              <a:bodyPr/>
              <a:lstStyle/>
              <a:p>
                <a:pPr algn="ctr">
                  <a:defRPr/>
                </a:pPr>
                <a:endParaRPr lang="en-US" sz="900" dirty="0"/>
              </a:p>
            </p:txBody>
          </p:sp>
          <p:sp>
            <p:nvSpPr>
              <p:cNvPr id="59" name="Freeform 58"/>
              <p:cNvSpPr>
                <a:spLocks/>
              </p:cNvSpPr>
              <p:nvPr/>
            </p:nvSpPr>
            <p:spPr bwMode="auto">
              <a:xfrm>
                <a:off x="2594" y="1814"/>
                <a:ext cx="262" cy="250"/>
              </a:xfrm>
              <a:custGeom>
                <a:avLst/>
                <a:gdLst/>
                <a:ahLst/>
                <a:cxnLst>
                  <a:cxn ang="0">
                    <a:pos x="525" y="501"/>
                  </a:cxn>
                  <a:cxn ang="0">
                    <a:pos x="487" y="499"/>
                  </a:cxn>
                  <a:cxn ang="0">
                    <a:pos x="449" y="497"/>
                  </a:cxn>
                  <a:cxn ang="0">
                    <a:pos x="412" y="493"/>
                  </a:cxn>
                  <a:cxn ang="0">
                    <a:pos x="375" y="489"/>
                  </a:cxn>
                  <a:cxn ang="0">
                    <a:pos x="338" y="484"/>
                  </a:cxn>
                  <a:cxn ang="0">
                    <a:pos x="302" y="480"/>
                  </a:cxn>
                  <a:cxn ang="0">
                    <a:pos x="267" y="474"/>
                  </a:cxn>
                  <a:cxn ang="0">
                    <a:pos x="232" y="467"/>
                  </a:cxn>
                  <a:cxn ang="0">
                    <a:pos x="201" y="460"/>
                  </a:cxn>
                  <a:cxn ang="0">
                    <a:pos x="170" y="453"/>
                  </a:cxn>
                  <a:cxn ang="0">
                    <a:pos x="140" y="445"/>
                  </a:cxn>
                  <a:cxn ang="0">
                    <a:pos x="111" y="437"/>
                  </a:cxn>
                  <a:cxn ang="0">
                    <a:pos x="81" y="428"/>
                  </a:cxn>
                  <a:cxn ang="0">
                    <a:pos x="54" y="419"/>
                  </a:cxn>
                  <a:cxn ang="0">
                    <a:pos x="26" y="409"/>
                  </a:cxn>
                  <a:cxn ang="0">
                    <a:pos x="0" y="399"/>
                  </a:cxn>
                  <a:cxn ang="0">
                    <a:pos x="12" y="354"/>
                  </a:cxn>
                  <a:cxn ang="0">
                    <a:pos x="26" y="309"/>
                  </a:cxn>
                  <a:cxn ang="0">
                    <a:pos x="40" y="266"/>
                  </a:cxn>
                  <a:cxn ang="0">
                    <a:pos x="56" y="224"/>
                  </a:cxn>
                  <a:cxn ang="0">
                    <a:pos x="80" y="164"/>
                  </a:cxn>
                  <a:cxn ang="0">
                    <a:pos x="107" y="108"/>
                  </a:cxn>
                  <a:cxn ang="0">
                    <a:pos x="134" y="52"/>
                  </a:cxn>
                  <a:cxn ang="0">
                    <a:pos x="164" y="0"/>
                  </a:cxn>
                  <a:cxn ang="0">
                    <a:pos x="200" y="12"/>
                  </a:cxn>
                  <a:cxn ang="0">
                    <a:pos x="238" y="24"/>
                  </a:cxn>
                  <a:cxn ang="0">
                    <a:pos x="276" y="34"/>
                  </a:cxn>
                  <a:cxn ang="0">
                    <a:pos x="315" y="42"/>
                  </a:cxn>
                  <a:cxn ang="0">
                    <a:pos x="340" y="47"/>
                  </a:cxn>
                  <a:cxn ang="0">
                    <a:pos x="365" y="51"/>
                  </a:cxn>
                  <a:cxn ang="0">
                    <a:pos x="391" y="55"/>
                  </a:cxn>
                  <a:cxn ang="0">
                    <a:pos x="417" y="58"/>
                  </a:cxn>
                  <a:cxn ang="0">
                    <a:pos x="443" y="62"/>
                  </a:cxn>
                  <a:cxn ang="0">
                    <a:pos x="471" y="64"/>
                  </a:cxn>
                  <a:cxn ang="0">
                    <a:pos x="497" y="66"/>
                  </a:cxn>
                  <a:cxn ang="0">
                    <a:pos x="525" y="67"/>
                  </a:cxn>
                </a:cxnLst>
                <a:rect l="0" t="0" r="r" b="b"/>
                <a:pathLst>
                  <a:path w="525" h="501">
                    <a:moveTo>
                      <a:pt x="525" y="283"/>
                    </a:moveTo>
                    <a:lnTo>
                      <a:pt x="525" y="501"/>
                    </a:lnTo>
                    <a:lnTo>
                      <a:pt x="505" y="500"/>
                    </a:lnTo>
                    <a:lnTo>
                      <a:pt x="487" y="499"/>
                    </a:lnTo>
                    <a:lnTo>
                      <a:pt x="467" y="498"/>
                    </a:lnTo>
                    <a:lnTo>
                      <a:pt x="449" y="497"/>
                    </a:lnTo>
                    <a:lnTo>
                      <a:pt x="430" y="495"/>
                    </a:lnTo>
                    <a:lnTo>
                      <a:pt x="412" y="493"/>
                    </a:lnTo>
                    <a:lnTo>
                      <a:pt x="393" y="491"/>
                    </a:lnTo>
                    <a:lnTo>
                      <a:pt x="375" y="489"/>
                    </a:lnTo>
                    <a:lnTo>
                      <a:pt x="357" y="488"/>
                    </a:lnTo>
                    <a:lnTo>
                      <a:pt x="338" y="484"/>
                    </a:lnTo>
                    <a:lnTo>
                      <a:pt x="320" y="482"/>
                    </a:lnTo>
                    <a:lnTo>
                      <a:pt x="302" y="480"/>
                    </a:lnTo>
                    <a:lnTo>
                      <a:pt x="285" y="476"/>
                    </a:lnTo>
                    <a:lnTo>
                      <a:pt x="267" y="474"/>
                    </a:lnTo>
                    <a:lnTo>
                      <a:pt x="250" y="470"/>
                    </a:lnTo>
                    <a:lnTo>
                      <a:pt x="232" y="467"/>
                    </a:lnTo>
                    <a:lnTo>
                      <a:pt x="216" y="463"/>
                    </a:lnTo>
                    <a:lnTo>
                      <a:pt x="201" y="460"/>
                    </a:lnTo>
                    <a:lnTo>
                      <a:pt x="185" y="457"/>
                    </a:lnTo>
                    <a:lnTo>
                      <a:pt x="170" y="453"/>
                    </a:lnTo>
                    <a:lnTo>
                      <a:pt x="155" y="450"/>
                    </a:lnTo>
                    <a:lnTo>
                      <a:pt x="140" y="445"/>
                    </a:lnTo>
                    <a:lnTo>
                      <a:pt x="125" y="442"/>
                    </a:lnTo>
                    <a:lnTo>
                      <a:pt x="111" y="437"/>
                    </a:lnTo>
                    <a:lnTo>
                      <a:pt x="96" y="432"/>
                    </a:lnTo>
                    <a:lnTo>
                      <a:pt x="81" y="428"/>
                    </a:lnTo>
                    <a:lnTo>
                      <a:pt x="68" y="423"/>
                    </a:lnTo>
                    <a:lnTo>
                      <a:pt x="54" y="419"/>
                    </a:lnTo>
                    <a:lnTo>
                      <a:pt x="40" y="414"/>
                    </a:lnTo>
                    <a:lnTo>
                      <a:pt x="26" y="409"/>
                    </a:lnTo>
                    <a:lnTo>
                      <a:pt x="13" y="404"/>
                    </a:lnTo>
                    <a:lnTo>
                      <a:pt x="0" y="399"/>
                    </a:lnTo>
                    <a:lnTo>
                      <a:pt x="5" y="376"/>
                    </a:lnTo>
                    <a:lnTo>
                      <a:pt x="12" y="354"/>
                    </a:lnTo>
                    <a:lnTo>
                      <a:pt x="19" y="331"/>
                    </a:lnTo>
                    <a:lnTo>
                      <a:pt x="26" y="309"/>
                    </a:lnTo>
                    <a:lnTo>
                      <a:pt x="33" y="287"/>
                    </a:lnTo>
                    <a:lnTo>
                      <a:pt x="40" y="266"/>
                    </a:lnTo>
                    <a:lnTo>
                      <a:pt x="48" y="245"/>
                    </a:lnTo>
                    <a:lnTo>
                      <a:pt x="56" y="224"/>
                    </a:lnTo>
                    <a:lnTo>
                      <a:pt x="68" y="194"/>
                    </a:lnTo>
                    <a:lnTo>
                      <a:pt x="80" y="164"/>
                    </a:lnTo>
                    <a:lnTo>
                      <a:pt x="93" y="135"/>
                    </a:lnTo>
                    <a:lnTo>
                      <a:pt x="107" y="108"/>
                    </a:lnTo>
                    <a:lnTo>
                      <a:pt x="121" y="80"/>
                    </a:lnTo>
                    <a:lnTo>
                      <a:pt x="134" y="52"/>
                    </a:lnTo>
                    <a:lnTo>
                      <a:pt x="149" y="26"/>
                    </a:lnTo>
                    <a:lnTo>
                      <a:pt x="164" y="0"/>
                    </a:lnTo>
                    <a:lnTo>
                      <a:pt x="183" y="6"/>
                    </a:lnTo>
                    <a:lnTo>
                      <a:pt x="200" y="12"/>
                    </a:lnTo>
                    <a:lnTo>
                      <a:pt x="218" y="18"/>
                    </a:lnTo>
                    <a:lnTo>
                      <a:pt x="238" y="24"/>
                    </a:lnTo>
                    <a:lnTo>
                      <a:pt x="256" y="28"/>
                    </a:lnTo>
                    <a:lnTo>
                      <a:pt x="276" y="34"/>
                    </a:lnTo>
                    <a:lnTo>
                      <a:pt x="296" y="37"/>
                    </a:lnTo>
                    <a:lnTo>
                      <a:pt x="315" y="42"/>
                    </a:lnTo>
                    <a:lnTo>
                      <a:pt x="328" y="44"/>
                    </a:lnTo>
                    <a:lnTo>
                      <a:pt x="340" y="47"/>
                    </a:lnTo>
                    <a:lnTo>
                      <a:pt x="352" y="49"/>
                    </a:lnTo>
                    <a:lnTo>
                      <a:pt x="365" y="51"/>
                    </a:lnTo>
                    <a:lnTo>
                      <a:pt x="379" y="52"/>
                    </a:lnTo>
                    <a:lnTo>
                      <a:pt x="391" y="55"/>
                    </a:lnTo>
                    <a:lnTo>
                      <a:pt x="404" y="57"/>
                    </a:lnTo>
                    <a:lnTo>
                      <a:pt x="417" y="58"/>
                    </a:lnTo>
                    <a:lnTo>
                      <a:pt x="430" y="59"/>
                    </a:lnTo>
                    <a:lnTo>
                      <a:pt x="443" y="62"/>
                    </a:lnTo>
                    <a:lnTo>
                      <a:pt x="457" y="63"/>
                    </a:lnTo>
                    <a:lnTo>
                      <a:pt x="471" y="64"/>
                    </a:lnTo>
                    <a:lnTo>
                      <a:pt x="483" y="65"/>
                    </a:lnTo>
                    <a:lnTo>
                      <a:pt x="497" y="66"/>
                    </a:lnTo>
                    <a:lnTo>
                      <a:pt x="511" y="66"/>
                    </a:lnTo>
                    <a:lnTo>
                      <a:pt x="525" y="67"/>
                    </a:lnTo>
                    <a:lnTo>
                      <a:pt x="525" y="283"/>
                    </a:lnTo>
                    <a:close/>
                  </a:path>
                </a:pathLst>
              </a:custGeom>
              <a:grpFill/>
              <a:ln w="9525">
                <a:noFill/>
                <a:round/>
                <a:headEnd/>
                <a:tailEnd/>
              </a:ln>
            </p:spPr>
            <p:txBody>
              <a:bodyPr/>
              <a:lstStyle/>
              <a:p>
                <a:pPr algn="ctr">
                  <a:defRPr/>
                </a:pPr>
                <a:endParaRPr lang="en-US" sz="900" dirty="0"/>
              </a:p>
            </p:txBody>
          </p:sp>
          <p:sp>
            <p:nvSpPr>
              <p:cNvPr id="60" name="Freeform 59"/>
              <p:cNvSpPr>
                <a:spLocks/>
              </p:cNvSpPr>
              <p:nvPr/>
            </p:nvSpPr>
            <p:spPr bwMode="auto">
              <a:xfrm>
                <a:off x="2904" y="2342"/>
                <a:ext cx="281" cy="236"/>
              </a:xfrm>
              <a:custGeom>
                <a:avLst/>
                <a:gdLst/>
                <a:ahLst/>
                <a:cxnLst>
                  <a:cxn ang="0">
                    <a:pos x="0" y="336"/>
                  </a:cxn>
                  <a:cxn ang="0">
                    <a:pos x="0" y="110"/>
                  </a:cxn>
                  <a:cxn ang="0">
                    <a:pos x="38" y="109"/>
                  </a:cxn>
                  <a:cxn ang="0">
                    <a:pos x="76" y="105"/>
                  </a:cxn>
                  <a:cxn ang="0">
                    <a:pos x="113" y="103"/>
                  </a:cxn>
                  <a:cxn ang="0">
                    <a:pos x="150" y="98"/>
                  </a:cxn>
                  <a:cxn ang="0">
                    <a:pos x="187" y="94"/>
                  </a:cxn>
                  <a:cxn ang="0">
                    <a:pos x="223" y="89"/>
                  </a:cxn>
                  <a:cxn ang="0">
                    <a:pos x="258" y="83"/>
                  </a:cxn>
                  <a:cxn ang="0">
                    <a:pos x="294" y="76"/>
                  </a:cxn>
                  <a:cxn ang="0">
                    <a:pos x="330" y="70"/>
                  </a:cxn>
                  <a:cxn ang="0">
                    <a:pos x="364" y="62"/>
                  </a:cxn>
                  <a:cxn ang="0">
                    <a:pos x="398" y="52"/>
                  </a:cxn>
                  <a:cxn ang="0">
                    <a:pos x="431" y="43"/>
                  </a:cxn>
                  <a:cxn ang="0">
                    <a:pos x="465" y="34"/>
                  </a:cxn>
                  <a:cxn ang="0">
                    <a:pos x="498" y="24"/>
                  </a:cxn>
                  <a:cxn ang="0">
                    <a:pos x="530" y="12"/>
                  </a:cxn>
                  <a:cxn ang="0">
                    <a:pos x="561" y="0"/>
                  </a:cxn>
                  <a:cxn ang="0">
                    <a:pos x="558" y="29"/>
                  </a:cxn>
                  <a:cxn ang="0">
                    <a:pos x="553" y="57"/>
                  </a:cxn>
                  <a:cxn ang="0">
                    <a:pos x="550" y="83"/>
                  </a:cxn>
                  <a:cxn ang="0">
                    <a:pos x="545" y="111"/>
                  </a:cxn>
                  <a:cxn ang="0">
                    <a:pos x="541" y="138"/>
                  </a:cxn>
                  <a:cxn ang="0">
                    <a:pos x="536" y="164"/>
                  </a:cxn>
                  <a:cxn ang="0">
                    <a:pos x="530" y="189"/>
                  </a:cxn>
                  <a:cxn ang="0">
                    <a:pos x="523" y="216"/>
                  </a:cxn>
                  <a:cxn ang="0">
                    <a:pos x="518" y="238"/>
                  </a:cxn>
                  <a:cxn ang="0">
                    <a:pos x="511" y="260"/>
                  </a:cxn>
                  <a:cxn ang="0">
                    <a:pos x="504" y="281"/>
                  </a:cxn>
                  <a:cxn ang="0">
                    <a:pos x="496" y="303"/>
                  </a:cxn>
                  <a:cxn ang="0">
                    <a:pos x="488" y="325"/>
                  </a:cxn>
                  <a:cxn ang="0">
                    <a:pos x="478" y="347"/>
                  </a:cxn>
                  <a:cxn ang="0">
                    <a:pos x="468" y="370"/>
                  </a:cxn>
                  <a:cxn ang="0">
                    <a:pos x="456" y="392"/>
                  </a:cxn>
                  <a:cxn ang="0">
                    <a:pos x="430" y="400"/>
                  </a:cxn>
                  <a:cxn ang="0">
                    <a:pos x="403" y="409"/>
                  </a:cxn>
                  <a:cxn ang="0">
                    <a:pos x="377" y="416"/>
                  </a:cxn>
                  <a:cxn ang="0">
                    <a:pos x="349" y="424"/>
                  </a:cxn>
                  <a:cxn ang="0">
                    <a:pos x="322" y="431"/>
                  </a:cxn>
                  <a:cxn ang="0">
                    <a:pos x="294" y="437"/>
                  </a:cxn>
                  <a:cxn ang="0">
                    <a:pos x="265" y="443"/>
                  </a:cxn>
                  <a:cxn ang="0">
                    <a:pos x="238" y="448"/>
                  </a:cxn>
                  <a:cxn ang="0">
                    <a:pos x="209" y="453"/>
                  </a:cxn>
                  <a:cxn ang="0">
                    <a:pos x="179" y="458"/>
                  </a:cxn>
                  <a:cxn ang="0">
                    <a:pos x="150" y="462"/>
                  </a:cxn>
                  <a:cxn ang="0">
                    <a:pos x="120" y="466"/>
                  </a:cxn>
                  <a:cxn ang="0">
                    <a:pos x="91" y="468"/>
                  </a:cxn>
                  <a:cxn ang="0">
                    <a:pos x="61" y="470"/>
                  </a:cxn>
                  <a:cxn ang="0">
                    <a:pos x="30" y="473"/>
                  </a:cxn>
                  <a:cxn ang="0">
                    <a:pos x="0" y="474"/>
                  </a:cxn>
                  <a:cxn ang="0">
                    <a:pos x="0" y="336"/>
                  </a:cxn>
                </a:cxnLst>
                <a:rect l="0" t="0" r="r" b="b"/>
                <a:pathLst>
                  <a:path w="561" h="474">
                    <a:moveTo>
                      <a:pt x="0" y="336"/>
                    </a:moveTo>
                    <a:lnTo>
                      <a:pt x="0" y="110"/>
                    </a:lnTo>
                    <a:lnTo>
                      <a:pt x="38" y="109"/>
                    </a:lnTo>
                    <a:lnTo>
                      <a:pt x="76" y="105"/>
                    </a:lnTo>
                    <a:lnTo>
                      <a:pt x="113" y="103"/>
                    </a:lnTo>
                    <a:lnTo>
                      <a:pt x="150" y="98"/>
                    </a:lnTo>
                    <a:lnTo>
                      <a:pt x="187" y="94"/>
                    </a:lnTo>
                    <a:lnTo>
                      <a:pt x="223" y="89"/>
                    </a:lnTo>
                    <a:lnTo>
                      <a:pt x="258" y="83"/>
                    </a:lnTo>
                    <a:lnTo>
                      <a:pt x="294" y="76"/>
                    </a:lnTo>
                    <a:lnTo>
                      <a:pt x="330" y="70"/>
                    </a:lnTo>
                    <a:lnTo>
                      <a:pt x="364" y="62"/>
                    </a:lnTo>
                    <a:lnTo>
                      <a:pt x="398" y="52"/>
                    </a:lnTo>
                    <a:lnTo>
                      <a:pt x="431" y="43"/>
                    </a:lnTo>
                    <a:lnTo>
                      <a:pt x="465" y="34"/>
                    </a:lnTo>
                    <a:lnTo>
                      <a:pt x="498" y="24"/>
                    </a:lnTo>
                    <a:lnTo>
                      <a:pt x="530" y="12"/>
                    </a:lnTo>
                    <a:lnTo>
                      <a:pt x="561" y="0"/>
                    </a:lnTo>
                    <a:lnTo>
                      <a:pt x="558" y="29"/>
                    </a:lnTo>
                    <a:lnTo>
                      <a:pt x="553" y="57"/>
                    </a:lnTo>
                    <a:lnTo>
                      <a:pt x="550" y="83"/>
                    </a:lnTo>
                    <a:lnTo>
                      <a:pt x="545" y="111"/>
                    </a:lnTo>
                    <a:lnTo>
                      <a:pt x="541" y="138"/>
                    </a:lnTo>
                    <a:lnTo>
                      <a:pt x="536" y="164"/>
                    </a:lnTo>
                    <a:lnTo>
                      <a:pt x="530" y="189"/>
                    </a:lnTo>
                    <a:lnTo>
                      <a:pt x="523" y="216"/>
                    </a:lnTo>
                    <a:lnTo>
                      <a:pt x="518" y="238"/>
                    </a:lnTo>
                    <a:lnTo>
                      <a:pt x="511" y="260"/>
                    </a:lnTo>
                    <a:lnTo>
                      <a:pt x="504" y="281"/>
                    </a:lnTo>
                    <a:lnTo>
                      <a:pt x="496" y="303"/>
                    </a:lnTo>
                    <a:lnTo>
                      <a:pt x="488" y="325"/>
                    </a:lnTo>
                    <a:lnTo>
                      <a:pt x="478" y="347"/>
                    </a:lnTo>
                    <a:lnTo>
                      <a:pt x="468" y="370"/>
                    </a:lnTo>
                    <a:lnTo>
                      <a:pt x="456" y="392"/>
                    </a:lnTo>
                    <a:lnTo>
                      <a:pt x="430" y="400"/>
                    </a:lnTo>
                    <a:lnTo>
                      <a:pt x="403" y="409"/>
                    </a:lnTo>
                    <a:lnTo>
                      <a:pt x="377" y="416"/>
                    </a:lnTo>
                    <a:lnTo>
                      <a:pt x="349" y="424"/>
                    </a:lnTo>
                    <a:lnTo>
                      <a:pt x="322" y="431"/>
                    </a:lnTo>
                    <a:lnTo>
                      <a:pt x="294" y="437"/>
                    </a:lnTo>
                    <a:lnTo>
                      <a:pt x="265" y="443"/>
                    </a:lnTo>
                    <a:lnTo>
                      <a:pt x="238" y="448"/>
                    </a:lnTo>
                    <a:lnTo>
                      <a:pt x="209" y="453"/>
                    </a:lnTo>
                    <a:lnTo>
                      <a:pt x="179" y="458"/>
                    </a:lnTo>
                    <a:lnTo>
                      <a:pt x="150" y="462"/>
                    </a:lnTo>
                    <a:lnTo>
                      <a:pt x="120" y="466"/>
                    </a:lnTo>
                    <a:lnTo>
                      <a:pt x="91" y="468"/>
                    </a:lnTo>
                    <a:lnTo>
                      <a:pt x="61" y="470"/>
                    </a:lnTo>
                    <a:lnTo>
                      <a:pt x="30" y="473"/>
                    </a:lnTo>
                    <a:lnTo>
                      <a:pt x="0" y="474"/>
                    </a:lnTo>
                    <a:lnTo>
                      <a:pt x="0" y="336"/>
                    </a:lnTo>
                    <a:close/>
                  </a:path>
                </a:pathLst>
              </a:custGeom>
              <a:grpFill/>
              <a:ln w="9525">
                <a:noFill/>
                <a:round/>
                <a:headEnd/>
                <a:tailEnd/>
              </a:ln>
            </p:spPr>
            <p:txBody>
              <a:bodyPr/>
              <a:lstStyle/>
              <a:p>
                <a:pPr algn="ctr">
                  <a:defRPr/>
                </a:pPr>
                <a:endParaRPr lang="en-US" sz="900" dirty="0"/>
              </a:p>
            </p:txBody>
          </p:sp>
          <p:sp>
            <p:nvSpPr>
              <p:cNvPr id="61" name="Freeform 60"/>
              <p:cNvSpPr>
                <a:spLocks/>
              </p:cNvSpPr>
              <p:nvPr/>
            </p:nvSpPr>
            <p:spPr bwMode="auto">
              <a:xfrm>
                <a:off x="3136" y="1704"/>
                <a:ext cx="216" cy="286"/>
              </a:xfrm>
              <a:custGeom>
                <a:avLst/>
                <a:gdLst/>
                <a:ahLst/>
                <a:cxnLst>
                  <a:cxn ang="0">
                    <a:pos x="210" y="11"/>
                  </a:cxn>
                  <a:cxn ang="0">
                    <a:pos x="241" y="35"/>
                  </a:cxn>
                  <a:cxn ang="0">
                    <a:pos x="272" y="64"/>
                  </a:cxn>
                  <a:cxn ang="0">
                    <a:pos x="303" y="95"/>
                  </a:cxn>
                  <a:cxn ang="0">
                    <a:pos x="333" y="128"/>
                  </a:cxn>
                  <a:cxn ang="0">
                    <a:pos x="363" y="162"/>
                  </a:cxn>
                  <a:cxn ang="0">
                    <a:pos x="392" y="198"/>
                  </a:cxn>
                  <a:cxn ang="0">
                    <a:pos x="420" y="233"/>
                  </a:cxn>
                  <a:cxn ang="0">
                    <a:pos x="431" y="274"/>
                  </a:cxn>
                  <a:cxn ang="0">
                    <a:pos x="421" y="319"/>
                  </a:cxn>
                  <a:cxn ang="0">
                    <a:pos x="403" y="362"/>
                  </a:cxn>
                  <a:cxn ang="0">
                    <a:pos x="376" y="404"/>
                  </a:cxn>
                  <a:cxn ang="0">
                    <a:pos x="342" y="444"/>
                  </a:cxn>
                  <a:cxn ang="0">
                    <a:pos x="300" y="483"/>
                  </a:cxn>
                  <a:cxn ang="0">
                    <a:pos x="251" y="520"/>
                  </a:cxn>
                  <a:cxn ang="0">
                    <a:pos x="196" y="555"/>
                  </a:cxn>
                  <a:cxn ang="0">
                    <a:pos x="157" y="539"/>
                  </a:cxn>
                  <a:cxn ang="0">
                    <a:pos x="136" y="475"/>
                  </a:cxn>
                  <a:cxn ang="0">
                    <a:pos x="113" y="413"/>
                  </a:cxn>
                  <a:cxn ang="0">
                    <a:pos x="89" y="353"/>
                  </a:cxn>
                  <a:cxn ang="0">
                    <a:pos x="67" y="304"/>
                  </a:cxn>
                  <a:cxn ang="0">
                    <a:pos x="49" y="266"/>
                  </a:cxn>
                  <a:cxn ang="0">
                    <a:pos x="30" y="228"/>
                  </a:cxn>
                  <a:cxn ang="0">
                    <a:pos x="11" y="192"/>
                  </a:cxn>
                  <a:cxn ang="0">
                    <a:pos x="17" y="164"/>
                  </a:cxn>
                  <a:cxn ang="0">
                    <a:pos x="49" y="146"/>
                  </a:cxn>
                  <a:cxn ang="0">
                    <a:pos x="78" y="126"/>
                  </a:cxn>
                  <a:cxn ang="0">
                    <a:pos x="105" y="106"/>
                  </a:cxn>
                  <a:cxn ang="0">
                    <a:pos x="129" y="84"/>
                  </a:cxn>
                  <a:cxn ang="0">
                    <a:pos x="151" y="61"/>
                  </a:cxn>
                  <a:cxn ang="0">
                    <a:pos x="171" y="37"/>
                  </a:cxn>
                  <a:cxn ang="0">
                    <a:pos x="188" y="12"/>
                  </a:cxn>
                </a:cxnLst>
                <a:rect l="0" t="0" r="r" b="b"/>
                <a:pathLst>
                  <a:path w="432" h="571">
                    <a:moveTo>
                      <a:pt x="195" y="0"/>
                    </a:moveTo>
                    <a:lnTo>
                      <a:pt x="210" y="11"/>
                    </a:lnTo>
                    <a:lnTo>
                      <a:pt x="225" y="23"/>
                    </a:lnTo>
                    <a:lnTo>
                      <a:pt x="241" y="35"/>
                    </a:lnTo>
                    <a:lnTo>
                      <a:pt x="256" y="49"/>
                    </a:lnTo>
                    <a:lnTo>
                      <a:pt x="272" y="64"/>
                    </a:lnTo>
                    <a:lnTo>
                      <a:pt x="287" y="79"/>
                    </a:lnTo>
                    <a:lnTo>
                      <a:pt x="303" y="95"/>
                    </a:lnTo>
                    <a:lnTo>
                      <a:pt x="318" y="111"/>
                    </a:lnTo>
                    <a:lnTo>
                      <a:pt x="333" y="128"/>
                    </a:lnTo>
                    <a:lnTo>
                      <a:pt x="349" y="145"/>
                    </a:lnTo>
                    <a:lnTo>
                      <a:pt x="363" y="162"/>
                    </a:lnTo>
                    <a:lnTo>
                      <a:pt x="378" y="179"/>
                    </a:lnTo>
                    <a:lnTo>
                      <a:pt x="392" y="198"/>
                    </a:lnTo>
                    <a:lnTo>
                      <a:pt x="406" y="215"/>
                    </a:lnTo>
                    <a:lnTo>
                      <a:pt x="420" y="233"/>
                    </a:lnTo>
                    <a:lnTo>
                      <a:pt x="432" y="251"/>
                    </a:lnTo>
                    <a:lnTo>
                      <a:pt x="431" y="274"/>
                    </a:lnTo>
                    <a:lnTo>
                      <a:pt x="428" y="296"/>
                    </a:lnTo>
                    <a:lnTo>
                      <a:pt x="421" y="319"/>
                    </a:lnTo>
                    <a:lnTo>
                      <a:pt x="413" y="341"/>
                    </a:lnTo>
                    <a:lnTo>
                      <a:pt x="403" y="362"/>
                    </a:lnTo>
                    <a:lnTo>
                      <a:pt x="391" y="383"/>
                    </a:lnTo>
                    <a:lnTo>
                      <a:pt x="376" y="404"/>
                    </a:lnTo>
                    <a:lnTo>
                      <a:pt x="360" y="425"/>
                    </a:lnTo>
                    <a:lnTo>
                      <a:pt x="342" y="444"/>
                    </a:lnTo>
                    <a:lnTo>
                      <a:pt x="322" y="464"/>
                    </a:lnTo>
                    <a:lnTo>
                      <a:pt x="300" y="483"/>
                    </a:lnTo>
                    <a:lnTo>
                      <a:pt x="277" y="502"/>
                    </a:lnTo>
                    <a:lnTo>
                      <a:pt x="251" y="520"/>
                    </a:lnTo>
                    <a:lnTo>
                      <a:pt x="225" y="537"/>
                    </a:lnTo>
                    <a:lnTo>
                      <a:pt x="196" y="555"/>
                    </a:lnTo>
                    <a:lnTo>
                      <a:pt x="166" y="571"/>
                    </a:lnTo>
                    <a:lnTo>
                      <a:pt x="157" y="539"/>
                    </a:lnTo>
                    <a:lnTo>
                      <a:pt x="147" y="506"/>
                    </a:lnTo>
                    <a:lnTo>
                      <a:pt x="136" y="475"/>
                    </a:lnTo>
                    <a:lnTo>
                      <a:pt x="125" y="443"/>
                    </a:lnTo>
                    <a:lnTo>
                      <a:pt x="113" y="413"/>
                    </a:lnTo>
                    <a:lnTo>
                      <a:pt x="102" y="383"/>
                    </a:lnTo>
                    <a:lnTo>
                      <a:pt x="89" y="353"/>
                    </a:lnTo>
                    <a:lnTo>
                      <a:pt x="76" y="323"/>
                    </a:lnTo>
                    <a:lnTo>
                      <a:pt x="67" y="304"/>
                    </a:lnTo>
                    <a:lnTo>
                      <a:pt x="58" y="284"/>
                    </a:lnTo>
                    <a:lnTo>
                      <a:pt x="49" y="266"/>
                    </a:lnTo>
                    <a:lnTo>
                      <a:pt x="40" y="246"/>
                    </a:lnTo>
                    <a:lnTo>
                      <a:pt x="30" y="228"/>
                    </a:lnTo>
                    <a:lnTo>
                      <a:pt x="20" y="209"/>
                    </a:lnTo>
                    <a:lnTo>
                      <a:pt x="11" y="192"/>
                    </a:lnTo>
                    <a:lnTo>
                      <a:pt x="0" y="174"/>
                    </a:lnTo>
                    <a:lnTo>
                      <a:pt x="17" y="164"/>
                    </a:lnTo>
                    <a:lnTo>
                      <a:pt x="33" y="155"/>
                    </a:lnTo>
                    <a:lnTo>
                      <a:pt x="49" y="146"/>
                    </a:lnTo>
                    <a:lnTo>
                      <a:pt x="64" y="136"/>
                    </a:lnTo>
                    <a:lnTo>
                      <a:pt x="78" y="126"/>
                    </a:lnTo>
                    <a:lnTo>
                      <a:pt x="91" y="116"/>
                    </a:lnTo>
                    <a:lnTo>
                      <a:pt x="105" y="106"/>
                    </a:lnTo>
                    <a:lnTo>
                      <a:pt x="118" y="94"/>
                    </a:lnTo>
                    <a:lnTo>
                      <a:pt x="129" y="84"/>
                    </a:lnTo>
                    <a:lnTo>
                      <a:pt x="141" y="72"/>
                    </a:lnTo>
                    <a:lnTo>
                      <a:pt x="151" y="61"/>
                    </a:lnTo>
                    <a:lnTo>
                      <a:pt x="162" y="49"/>
                    </a:lnTo>
                    <a:lnTo>
                      <a:pt x="171" y="37"/>
                    </a:lnTo>
                    <a:lnTo>
                      <a:pt x="180" y="25"/>
                    </a:lnTo>
                    <a:lnTo>
                      <a:pt x="188" y="12"/>
                    </a:lnTo>
                    <a:lnTo>
                      <a:pt x="195" y="0"/>
                    </a:lnTo>
                    <a:close/>
                  </a:path>
                </a:pathLst>
              </a:custGeom>
              <a:grpFill/>
              <a:ln w="9525">
                <a:noFill/>
                <a:round/>
                <a:headEnd/>
                <a:tailEnd/>
              </a:ln>
            </p:spPr>
            <p:txBody>
              <a:bodyPr/>
              <a:lstStyle/>
              <a:p>
                <a:pPr algn="ctr">
                  <a:defRPr/>
                </a:pPr>
                <a:endParaRPr lang="en-US" sz="900" dirty="0"/>
              </a:p>
            </p:txBody>
          </p:sp>
          <p:sp>
            <p:nvSpPr>
              <p:cNvPr id="62" name="Freeform 61"/>
              <p:cNvSpPr>
                <a:spLocks/>
              </p:cNvSpPr>
              <p:nvPr/>
            </p:nvSpPr>
            <p:spPr bwMode="auto">
              <a:xfrm>
                <a:off x="3003" y="1595"/>
                <a:ext cx="184" cy="149"/>
              </a:xfrm>
              <a:custGeom>
                <a:avLst/>
                <a:gdLst/>
                <a:ahLst/>
                <a:cxnLst>
                  <a:cxn ang="0">
                    <a:pos x="4" y="0"/>
                  </a:cxn>
                  <a:cxn ang="0">
                    <a:pos x="22" y="3"/>
                  </a:cxn>
                  <a:cxn ang="0">
                    <a:pos x="42" y="7"/>
                  </a:cxn>
                  <a:cxn ang="0">
                    <a:pos x="63" y="10"/>
                  </a:cxn>
                  <a:cxn ang="0">
                    <a:pos x="83" y="16"/>
                  </a:cxn>
                  <a:cxn ang="0">
                    <a:pos x="105" y="22"/>
                  </a:cxn>
                  <a:cxn ang="0">
                    <a:pos x="128" y="28"/>
                  </a:cxn>
                  <a:cxn ang="0">
                    <a:pos x="151" y="36"/>
                  </a:cxn>
                  <a:cxn ang="0">
                    <a:pos x="174" y="44"/>
                  </a:cxn>
                  <a:cxn ang="0">
                    <a:pos x="199" y="54"/>
                  </a:cxn>
                  <a:cxn ang="0">
                    <a:pos x="223" y="64"/>
                  </a:cxn>
                  <a:cxn ang="0">
                    <a:pos x="247" y="76"/>
                  </a:cxn>
                  <a:cxn ang="0">
                    <a:pos x="271" y="89"/>
                  </a:cxn>
                  <a:cxn ang="0">
                    <a:pos x="295" y="102"/>
                  </a:cxn>
                  <a:cxn ang="0">
                    <a:pos x="321" y="118"/>
                  </a:cxn>
                  <a:cxn ang="0">
                    <a:pos x="344" y="135"/>
                  </a:cxn>
                  <a:cxn ang="0">
                    <a:pos x="368" y="153"/>
                  </a:cxn>
                  <a:cxn ang="0">
                    <a:pos x="359" y="173"/>
                  </a:cxn>
                  <a:cxn ang="0">
                    <a:pos x="345" y="192"/>
                  </a:cxn>
                  <a:cxn ang="0">
                    <a:pos x="330" y="211"/>
                  </a:cxn>
                  <a:cxn ang="0">
                    <a:pos x="311" y="229"/>
                  </a:cxn>
                  <a:cxn ang="0">
                    <a:pos x="290" y="247"/>
                  </a:cxn>
                  <a:cxn ang="0">
                    <a:pos x="265" y="265"/>
                  </a:cxn>
                  <a:cxn ang="0">
                    <a:pos x="239" y="282"/>
                  </a:cxn>
                  <a:cxn ang="0">
                    <a:pos x="209" y="298"/>
                  </a:cxn>
                  <a:cxn ang="0">
                    <a:pos x="193" y="272"/>
                  </a:cxn>
                  <a:cxn ang="0">
                    <a:pos x="178" y="246"/>
                  </a:cxn>
                  <a:cxn ang="0">
                    <a:pos x="161" y="222"/>
                  </a:cxn>
                  <a:cxn ang="0">
                    <a:pos x="144" y="199"/>
                  </a:cxn>
                  <a:cxn ang="0">
                    <a:pos x="128" y="178"/>
                  </a:cxn>
                  <a:cxn ang="0">
                    <a:pos x="112" y="159"/>
                  </a:cxn>
                  <a:cxn ang="0">
                    <a:pos x="96" y="140"/>
                  </a:cxn>
                  <a:cxn ang="0">
                    <a:pos x="80" y="123"/>
                  </a:cxn>
                  <a:cxn ang="0">
                    <a:pos x="70" y="113"/>
                  </a:cxn>
                  <a:cxn ang="0">
                    <a:pos x="59" y="102"/>
                  </a:cxn>
                  <a:cxn ang="0">
                    <a:pos x="49" y="92"/>
                  </a:cxn>
                  <a:cxn ang="0">
                    <a:pos x="38" y="83"/>
                  </a:cxn>
                  <a:cxn ang="0">
                    <a:pos x="29" y="75"/>
                  </a:cxn>
                  <a:cxn ang="0">
                    <a:pos x="19" y="67"/>
                  </a:cxn>
                  <a:cxn ang="0">
                    <a:pos x="10" y="59"/>
                  </a:cxn>
                  <a:cxn ang="0">
                    <a:pos x="0" y="52"/>
                  </a:cxn>
                  <a:cxn ang="0">
                    <a:pos x="4" y="45"/>
                  </a:cxn>
                  <a:cxn ang="0">
                    <a:pos x="7" y="38"/>
                  </a:cxn>
                  <a:cxn ang="0">
                    <a:pos x="9" y="31"/>
                  </a:cxn>
                  <a:cxn ang="0">
                    <a:pos x="10" y="23"/>
                  </a:cxn>
                  <a:cxn ang="0">
                    <a:pos x="10" y="17"/>
                  </a:cxn>
                  <a:cxn ang="0">
                    <a:pos x="9" y="11"/>
                  </a:cxn>
                  <a:cxn ang="0">
                    <a:pos x="6" y="6"/>
                  </a:cxn>
                  <a:cxn ang="0">
                    <a:pos x="4" y="0"/>
                  </a:cxn>
                </a:cxnLst>
                <a:rect l="0" t="0" r="r" b="b"/>
                <a:pathLst>
                  <a:path w="368" h="298">
                    <a:moveTo>
                      <a:pt x="4" y="0"/>
                    </a:moveTo>
                    <a:lnTo>
                      <a:pt x="22" y="3"/>
                    </a:lnTo>
                    <a:lnTo>
                      <a:pt x="42" y="7"/>
                    </a:lnTo>
                    <a:lnTo>
                      <a:pt x="63" y="10"/>
                    </a:lnTo>
                    <a:lnTo>
                      <a:pt x="83" y="16"/>
                    </a:lnTo>
                    <a:lnTo>
                      <a:pt x="105" y="22"/>
                    </a:lnTo>
                    <a:lnTo>
                      <a:pt x="128" y="28"/>
                    </a:lnTo>
                    <a:lnTo>
                      <a:pt x="151" y="36"/>
                    </a:lnTo>
                    <a:lnTo>
                      <a:pt x="174" y="44"/>
                    </a:lnTo>
                    <a:lnTo>
                      <a:pt x="199" y="54"/>
                    </a:lnTo>
                    <a:lnTo>
                      <a:pt x="223" y="64"/>
                    </a:lnTo>
                    <a:lnTo>
                      <a:pt x="247" y="76"/>
                    </a:lnTo>
                    <a:lnTo>
                      <a:pt x="271" y="89"/>
                    </a:lnTo>
                    <a:lnTo>
                      <a:pt x="295" y="102"/>
                    </a:lnTo>
                    <a:lnTo>
                      <a:pt x="321" y="118"/>
                    </a:lnTo>
                    <a:lnTo>
                      <a:pt x="344" y="135"/>
                    </a:lnTo>
                    <a:lnTo>
                      <a:pt x="368" y="153"/>
                    </a:lnTo>
                    <a:lnTo>
                      <a:pt x="359" y="173"/>
                    </a:lnTo>
                    <a:lnTo>
                      <a:pt x="345" y="192"/>
                    </a:lnTo>
                    <a:lnTo>
                      <a:pt x="330" y="211"/>
                    </a:lnTo>
                    <a:lnTo>
                      <a:pt x="311" y="229"/>
                    </a:lnTo>
                    <a:lnTo>
                      <a:pt x="290" y="247"/>
                    </a:lnTo>
                    <a:lnTo>
                      <a:pt x="265" y="265"/>
                    </a:lnTo>
                    <a:lnTo>
                      <a:pt x="239" y="282"/>
                    </a:lnTo>
                    <a:lnTo>
                      <a:pt x="209" y="298"/>
                    </a:lnTo>
                    <a:lnTo>
                      <a:pt x="193" y="272"/>
                    </a:lnTo>
                    <a:lnTo>
                      <a:pt x="178" y="246"/>
                    </a:lnTo>
                    <a:lnTo>
                      <a:pt x="161" y="222"/>
                    </a:lnTo>
                    <a:lnTo>
                      <a:pt x="144" y="199"/>
                    </a:lnTo>
                    <a:lnTo>
                      <a:pt x="128" y="178"/>
                    </a:lnTo>
                    <a:lnTo>
                      <a:pt x="112" y="159"/>
                    </a:lnTo>
                    <a:lnTo>
                      <a:pt x="96" y="140"/>
                    </a:lnTo>
                    <a:lnTo>
                      <a:pt x="80" y="123"/>
                    </a:lnTo>
                    <a:lnTo>
                      <a:pt x="70" y="113"/>
                    </a:lnTo>
                    <a:lnTo>
                      <a:pt x="59" y="102"/>
                    </a:lnTo>
                    <a:lnTo>
                      <a:pt x="49" y="92"/>
                    </a:lnTo>
                    <a:lnTo>
                      <a:pt x="38" y="83"/>
                    </a:lnTo>
                    <a:lnTo>
                      <a:pt x="29" y="75"/>
                    </a:lnTo>
                    <a:lnTo>
                      <a:pt x="19" y="67"/>
                    </a:lnTo>
                    <a:lnTo>
                      <a:pt x="10" y="59"/>
                    </a:lnTo>
                    <a:lnTo>
                      <a:pt x="0" y="52"/>
                    </a:lnTo>
                    <a:lnTo>
                      <a:pt x="4" y="45"/>
                    </a:lnTo>
                    <a:lnTo>
                      <a:pt x="7" y="38"/>
                    </a:lnTo>
                    <a:lnTo>
                      <a:pt x="9" y="31"/>
                    </a:lnTo>
                    <a:lnTo>
                      <a:pt x="10" y="23"/>
                    </a:lnTo>
                    <a:lnTo>
                      <a:pt x="10" y="17"/>
                    </a:lnTo>
                    <a:lnTo>
                      <a:pt x="9" y="11"/>
                    </a:lnTo>
                    <a:lnTo>
                      <a:pt x="6" y="6"/>
                    </a:lnTo>
                    <a:lnTo>
                      <a:pt x="4" y="0"/>
                    </a:lnTo>
                    <a:close/>
                  </a:path>
                </a:pathLst>
              </a:custGeom>
              <a:grpFill/>
              <a:ln w="9525">
                <a:noFill/>
                <a:round/>
                <a:headEnd/>
                <a:tailEnd/>
              </a:ln>
            </p:spPr>
            <p:txBody>
              <a:bodyPr/>
              <a:lstStyle/>
              <a:p>
                <a:pPr algn="ctr">
                  <a:defRPr/>
                </a:pPr>
                <a:endParaRPr lang="en-US" sz="900" dirty="0"/>
              </a:p>
            </p:txBody>
          </p:sp>
          <p:sp>
            <p:nvSpPr>
              <p:cNvPr id="63" name="Freeform 62"/>
              <p:cNvSpPr>
                <a:spLocks/>
              </p:cNvSpPr>
              <p:nvPr/>
            </p:nvSpPr>
            <p:spPr bwMode="auto">
              <a:xfrm>
                <a:off x="2904" y="1650"/>
                <a:ext cx="149" cy="141"/>
              </a:xfrm>
              <a:custGeom>
                <a:avLst/>
                <a:gdLst/>
                <a:ahLst/>
                <a:cxnLst>
                  <a:cxn ang="0">
                    <a:pos x="230" y="122"/>
                  </a:cxn>
                  <a:cxn ang="0">
                    <a:pos x="240" y="135"/>
                  </a:cxn>
                  <a:cxn ang="0">
                    <a:pos x="249" y="148"/>
                  </a:cxn>
                  <a:cxn ang="0">
                    <a:pos x="258" y="162"/>
                  </a:cxn>
                  <a:cxn ang="0">
                    <a:pos x="268" y="175"/>
                  </a:cxn>
                  <a:cxn ang="0">
                    <a:pos x="276" y="189"/>
                  </a:cxn>
                  <a:cxn ang="0">
                    <a:pos x="284" y="203"/>
                  </a:cxn>
                  <a:cxn ang="0">
                    <a:pos x="292" y="218"/>
                  </a:cxn>
                  <a:cxn ang="0">
                    <a:pos x="299" y="232"/>
                  </a:cxn>
                  <a:cxn ang="0">
                    <a:pos x="283" y="237"/>
                  </a:cxn>
                  <a:cxn ang="0">
                    <a:pos x="266" y="242"/>
                  </a:cxn>
                  <a:cxn ang="0">
                    <a:pos x="249" y="247"/>
                  </a:cxn>
                  <a:cxn ang="0">
                    <a:pos x="233" y="250"/>
                  </a:cxn>
                  <a:cxn ang="0">
                    <a:pos x="215" y="255"/>
                  </a:cxn>
                  <a:cxn ang="0">
                    <a:pos x="197" y="258"/>
                  </a:cxn>
                  <a:cxn ang="0">
                    <a:pos x="179" y="263"/>
                  </a:cxn>
                  <a:cxn ang="0">
                    <a:pos x="160" y="265"/>
                  </a:cxn>
                  <a:cxn ang="0">
                    <a:pos x="141" y="269"/>
                  </a:cxn>
                  <a:cxn ang="0">
                    <a:pos x="122" y="272"/>
                  </a:cxn>
                  <a:cxn ang="0">
                    <a:pos x="103" y="275"/>
                  </a:cxn>
                  <a:cxn ang="0">
                    <a:pos x="83" y="277"/>
                  </a:cxn>
                  <a:cxn ang="0">
                    <a:pos x="63" y="279"/>
                  </a:cxn>
                  <a:cxn ang="0">
                    <a:pos x="42" y="280"/>
                  </a:cxn>
                  <a:cxn ang="0">
                    <a:pos x="21" y="281"/>
                  </a:cxn>
                  <a:cxn ang="0">
                    <a:pos x="0" y="283"/>
                  </a:cxn>
                  <a:cxn ang="0">
                    <a:pos x="0" y="104"/>
                  </a:cxn>
                  <a:cxn ang="0">
                    <a:pos x="0" y="21"/>
                  </a:cxn>
                  <a:cxn ang="0">
                    <a:pos x="7" y="21"/>
                  </a:cxn>
                  <a:cxn ang="0">
                    <a:pos x="13" y="20"/>
                  </a:cxn>
                  <a:cxn ang="0">
                    <a:pos x="20" y="20"/>
                  </a:cxn>
                  <a:cxn ang="0">
                    <a:pos x="26" y="19"/>
                  </a:cxn>
                  <a:cxn ang="0">
                    <a:pos x="33" y="18"/>
                  </a:cxn>
                  <a:cxn ang="0">
                    <a:pos x="38" y="17"/>
                  </a:cxn>
                  <a:cxn ang="0">
                    <a:pos x="44" y="17"/>
                  </a:cxn>
                  <a:cxn ang="0">
                    <a:pos x="50" y="15"/>
                  </a:cxn>
                  <a:cxn ang="0">
                    <a:pos x="58" y="13"/>
                  </a:cxn>
                  <a:cxn ang="0">
                    <a:pos x="66" y="12"/>
                  </a:cxn>
                  <a:cxn ang="0">
                    <a:pos x="74" y="10"/>
                  </a:cxn>
                  <a:cxn ang="0">
                    <a:pos x="81" y="8"/>
                  </a:cxn>
                  <a:cxn ang="0">
                    <a:pos x="88" y="6"/>
                  </a:cxn>
                  <a:cxn ang="0">
                    <a:pos x="95" y="5"/>
                  </a:cxn>
                  <a:cxn ang="0">
                    <a:pos x="102" y="3"/>
                  </a:cxn>
                  <a:cxn ang="0">
                    <a:pos x="109" y="0"/>
                  </a:cxn>
                  <a:cxn ang="0">
                    <a:pos x="125" y="13"/>
                  </a:cxn>
                  <a:cxn ang="0">
                    <a:pos x="141" y="27"/>
                  </a:cxn>
                  <a:cxn ang="0">
                    <a:pos x="156" y="41"/>
                  </a:cxn>
                  <a:cxn ang="0">
                    <a:pos x="171" y="56"/>
                  </a:cxn>
                  <a:cxn ang="0">
                    <a:pos x="186" y="72"/>
                  </a:cxn>
                  <a:cxn ang="0">
                    <a:pos x="201" y="88"/>
                  </a:cxn>
                  <a:cxn ang="0">
                    <a:pos x="216" y="105"/>
                  </a:cxn>
                  <a:cxn ang="0">
                    <a:pos x="230" y="122"/>
                  </a:cxn>
                </a:cxnLst>
                <a:rect l="0" t="0" r="r" b="b"/>
                <a:pathLst>
                  <a:path w="299" h="283">
                    <a:moveTo>
                      <a:pt x="230" y="122"/>
                    </a:moveTo>
                    <a:lnTo>
                      <a:pt x="240" y="135"/>
                    </a:lnTo>
                    <a:lnTo>
                      <a:pt x="249" y="148"/>
                    </a:lnTo>
                    <a:lnTo>
                      <a:pt x="258" y="162"/>
                    </a:lnTo>
                    <a:lnTo>
                      <a:pt x="268" y="175"/>
                    </a:lnTo>
                    <a:lnTo>
                      <a:pt x="276" y="189"/>
                    </a:lnTo>
                    <a:lnTo>
                      <a:pt x="284" y="203"/>
                    </a:lnTo>
                    <a:lnTo>
                      <a:pt x="292" y="218"/>
                    </a:lnTo>
                    <a:lnTo>
                      <a:pt x="299" y="232"/>
                    </a:lnTo>
                    <a:lnTo>
                      <a:pt x="283" y="237"/>
                    </a:lnTo>
                    <a:lnTo>
                      <a:pt x="266" y="242"/>
                    </a:lnTo>
                    <a:lnTo>
                      <a:pt x="249" y="247"/>
                    </a:lnTo>
                    <a:lnTo>
                      <a:pt x="233" y="250"/>
                    </a:lnTo>
                    <a:lnTo>
                      <a:pt x="215" y="255"/>
                    </a:lnTo>
                    <a:lnTo>
                      <a:pt x="197" y="258"/>
                    </a:lnTo>
                    <a:lnTo>
                      <a:pt x="179" y="263"/>
                    </a:lnTo>
                    <a:lnTo>
                      <a:pt x="160" y="265"/>
                    </a:lnTo>
                    <a:lnTo>
                      <a:pt x="141" y="269"/>
                    </a:lnTo>
                    <a:lnTo>
                      <a:pt x="122" y="272"/>
                    </a:lnTo>
                    <a:lnTo>
                      <a:pt x="103" y="275"/>
                    </a:lnTo>
                    <a:lnTo>
                      <a:pt x="83" y="277"/>
                    </a:lnTo>
                    <a:lnTo>
                      <a:pt x="63" y="279"/>
                    </a:lnTo>
                    <a:lnTo>
                      <a:pt x="42" y="280"/>
                    </a:lnTo>
                    <a:lnTo>
                      <a:pt x="21" y="281"/>
                    </a:lnTo>
                    <a:lnTo>
                      <a:pt x="0" y="283"/>
                    </a:lnTo>
                    <a:lnTo>
                      <a:pt x="0" y="104"/>
                    </a:lnTo>
                    <a:lnTo>
                      <a:pt x="0" y="21"/>
                    </a:lnTo>
                    <a:lnTo>
                      <a:pt x="7" y="21"/>
                    </a:lnTo>
                    <a:lnTo>
                      <a:pt x="13" y="20"/>
                    </a:lnTo>
                    <a:lnTo>
                      <a:pt x="20" y="20"/>
                    </a:lnTo>
                    <a:lnTo>
                      <a:pt x="26" y="19"/>
                    </a:lnTo>
                    <a:lnTo>
                      <a:pt x="33" y="18"/>
                    </a:lnTo>
                    <a:lnTo>
                      <a:pt x="38" y="17"/>
                    </a:lnTo>
                    <a:lnTo>
                      <a:pt x="44" y="17"/>
                    </a:lnTo>
                    <a:lnTo>
                      <a:pt x="50" y="15"/>
                    </a:lnTo>
                    <a:lnTo>
                      <a:pt x="58" y="13"/>
                    </a:lnTo>
                    <a:lnTo>
                      <a:pt x="66" y="12"/>
                    </a:lnTo>
                    <a:lnTo>
                      <a:pt x="74" y="10"/>
                    </a:lnTo>
                    <a:lnTo>
                      <a:pt x="81" y="8"/>
                    </a:lnTo>
                    <a:lnTo>
                      <a:pt x="88" y="6"/>
                    </a:lnTo>
                    <a:lnTo>
                      <a:pt x="95" y="5"/>
                    </a:lnTo>
                    <a:lnTo>
                      <a:pt x="102" y="3"/>
                    </a:lnTo>
                    <a:lnTo>
                      <a:pt x="109" y="0"/>
                    </a:lnTo>
                    <a:lnTo>
                      <a:pt x="125" y="13"/>
                    </a:lnTo>
                    <a:lnTo>
                      <a:pt x="141" y="27"/>
                    </a:lnTo>
                    <a:lnTo>
                      <a:pt x="156" y="41"/>
                    </a:lnTo>
                    <a:lnTo>
                      <a:pt x="171" y="56"/>
                    </a:lnTo>
                    <a:lnTo>
                      <a:pt x="186" y="72"/>
                    </a:lnTo>
                    <a:lnTo>
                      <a:pt x="201" y="88"/>
                    </a:lnTo>
                    <a:lnTo>
                      <a:pt x="216" y="105"/>
                    </a:lnTo>
                    <a:lnTo>
                      <a:pt x="230" y="122"/>
                    </a:lnTo>
                    <a:close/>
                  </a:path>
                </a:pathLst>
              </a:custGeom>
              <a:grpFill/>
              <a:ln w="9525">
                <a:noFill/>
                <a:round/>
                <a:headEnd/>
                <a:tailEnd/>
              </a:ln>
            </p:spPr>
            <p:txBody>
              <a:bodyPr/>
              <a:lstStyle/>
              <a:p>
                <a:pPr algn="ctr">
                  <a:defRPr/>
                </a:pPr>
                <a:endParaRPr lang="en-US" sz="900" dirty="0"/>
              </a:p>
            </p:txBody>
          </p:sp>
          <p:sp>
            <p:nvSpPr>
              <p:cNvPr id="64" name="Freeform 63"/>
              <p:cNvSpPr>
                <a:spLocks/>
              </p:cNvSpPr>
              <p:nvPr/>
            </p:nvSpPr>
            <p:spPr bwMode="auto">
              <a:xfrm>
                <a:off x="2824" y="1584"/>
                <a:ext cx="113" cy="40"/>
              </a:xfrm>
              <a:custGeom>
                <a:avLst/>
                <a:gdLst/>
                <a:ahLst/>
                <a:cxnLst>
                  <a:cxn ang="0">
                    <a:pos x="114" y="0"/>
                  </a:cxn>
                  <a:cxn ang="0">
                    <a:pos x="137" y="1"/>
                  </a:cxn>
                  <a:cxn ang="0">
                    <a:pos x="158" y="3"/>
                  </a:cxn>
                  <a:cxn ang="0">
                    <a:pos x="177" y="7"/>
                  </a:cxn>
                  <a:cxn ang="0">
                    <a:pos x="194" y="12"/>
                  </a:cxn>
                  <a:cxn ang="0">
                    <a:pos x="207" y="18"/>
                  </a:cxn>
                  <a:cxn ang="0">
                    <a:pos x="218" y="25"/>
                  </a:cxn>
                  <a:cxn ang="0">
                    <a:pos x="225" y="32"/>
                  </a:cxn>
                  <a:cxn ang="0">
                    <a:pos x="227" y="40"/>
                  </a:cxn>
                  <a:cxn ang="0">
                    <a:pos x="226" y="45"/>
                  </a:cxn>
                  <a:cxn ang="0">
                    <a:pos x="224" y="51"/>
                  </a:cxn>
                  <a:cxn ang="0">
                    <a:pos x="220" y="55"/>
                  </a:cxn>
                  <a:cxn ang="0">
                    <a:pos x="214" y="59"/>
                  </a:cxn>
                  <a:cxn ang="0">
                    <a:pos x="207" y="63"/>
                  </a:cxn>
                  <a:cxn ang="0">
                    <a:pos x="199" y="67"/>
                  </a:cxn>
                  <a:cxn ang="0">
                    <a:pos x="190" y="70"/>
                  </a:cxn>
                  <a:cxn ang="0">
                    <a:pos x="180" y="74"/>
                  </a:cxn>
                  <a:cxn ang="0">
                    <a:pos x="173" y="75"/>
                  </a:cxn>
                  <a:cxn ang="0">
                    <a:pos x="165" y="77"/>
                  </a:cxn>
                  <a:cxn ang="0">
                    <a:pos x="157" y="78"/>
                  </a:cxn>
                  <a:cxn ang="0">
                    <a:pos x="149" y="78"/>
                  </a:cxn>
                  <a:cxn ang="0">
                    <a:pos x="141" y="79"/>
                  </a:cxn>
                  <a:cxn ang="0">
                    <a:pos x="133" y="81"/>
                  </a:cxn>
                  <a:cxn ang="0">
                    <a:pos x="123" y="81"/>
                  </a:cxn>
                  <a:cxn ang="0">
                    <a:pos x="114" y="81"/>
                  </a:cxn>
                  <a:cxn ang="0">
                    <a:pos x="91" y="79"/>
                  </a:cxn>
                  <a:cxn ang="0">
                    <a:pos x="69" y="77"/>
                  </a:cxn>
                  <a:cxn ang="0">
                    <a:pos x="51" y="74"/>
                  </a:cxn>
                  <a:cxn ang="0">
                    <a:pos x="34" y="69"/>
                  </a:cxn>
                  <a:cxn ang="0">
                    <a:pos x="20" y="63"/>
                  </a:cxn>
                  <a:cxn ang="0">
                    <a:pos x="9" y="56"/>
                  </a:cxn>
                  <a:cxn ang="0">
                    <a:pos x="2" y="48"/>
                  </a:cxn>
                  <a:cxn ang="0">
                    <a:pos x="0" y="40"/>
                  </a:cxn>
                  <a:cxn ang="0">
                    <a:pos x="2" y="32"/>
                  </a:cxn>
                  <a:cxn ang="0">
                    <a:pos x="9" y="25"/>
                  </a:cxn>
                  <a:cxn ang="0">
                    <a:pos x="20" y="18"/>
                  </a:cxn>
                  <a:cxn ang="0">
                    <a:pos x="34" y="12"/>
                  </a:cxn>
                  <a:cxn ang="0">
                    <a:pos x="51" y="7"/>
                  </a:cxn>
                  <a:cxn ang="0">
                    <a:pos x="69" y="3"/>
                  </a:cxn>
                  <a:cxn ang="0">
                    <a:pos x="91" y="1"/>
                  </a:cxn>
                  <a:cxn ang="0">
                    <a:pos x="114" y="0"/>
                  </a:cxn>
                </a:cxnLst>
                <a:rect l="0" t="0" r="r" b="b"/>
                <a:pathLst>
                  <a:path w="227" h="81">
                    <a:moveTo>
                      <a:pt x="114" y="0"/>
                    </a:moveTo>
                    <a:lnTo>
                      <a:pt x="137" y="1"/>
                    </a:lnTo>
                    <a:lnTo>
                      <a:pt x="158" y="3"/>
                    </a:lnTo>
                    <a:lnTo>
                      <a:pt x="177" y="7"/>
                    </a:lnTo>
                    <a:lnTo>
                      <a:pt x="194" y="12"/>
                    </a:lnTo>
                    <a:lnTo>
                      <a:pt x="207" y="18"/>
                    </a:lnTo>
                    <a:lnTo>
                      <a:pt x="218" y="25"/>
                    </a:lnTo>
                    <a:lnTo>
                      <a:pt x="225" y="32"/>
                    </a:lnTo>
                    <a:lnTo>
                      <a:pt x="227" y="40"/>
                    </a:lnTo>
                    <a:lnTo>
                      <a:pt x="226" y="45"/>
                    </a:lnTo>
                    <a:lnTo>
                      <a:pt x="224" y="51"/>
                    </a:lnTo>
                    <a:lnTo>
                      <a:pt x="220" y="55"/>
                    </a:lnTo>
                    <a:lnTo>
                      <a:pt x="214" y="59"/>
                    </a:lnTo>
                    <a:lnTo>
                      <a:pt x="207" y="63"/>
                    </a:lnTo>
                    <a:lnTo>
                      <a:pt x="199" y="67"/>
                    </a:lnTo>
                    <a:lnTo>
                      <a:pt x="190" y="70"/>
                    </a:lnTo>
                    <a:lnTo>
                      <a:pt x="180" y="74"/>
                    </a:lnTo>
                    <a:lnTo>
                      <a:pt x="173" y="75"/>
                    </a:lnTo>
                    <a:lnTo>
                      <a:pt x="165" y="77"/>
                    </a:lnTo>
                    <a:lnTo>
                      <a:pt x="157" y="78"/>
                    </a:lnTo>
                    <a:lnTo>
                      <a:pt x="149" y="78"/>
                    </a:lnTo>
                    <a:lnTo>
                      <a:pt x="141" y="79"/>
                    </a:lnTo>
                    <a:lnTo>
                      <a:pt x="133" y="81"/>
                    </a:lnTo>
                    <a:lnTo>
                      <a:pt x="123" y="81"/>
                    </a:lnTo>
                    <a:lnTo>
                      <a:pt x="114" y="81"/>
                    </a:lnTo>
                    <a:lnTo>
                      <a:pt x="91" y="79"/>
                    </a:lnTo>
                    <a:lnTo>
                      <a:pt x="69" y="77"/>
                    </a:lnTo>
                    <a:lnTo>
                      <a:pt x="51" y="74"/>
                    </a:lnTo>
                    <a:lnTo>
                      <a:pt x="34" y="69"/>
                    </a:lnTo>
                    <a:lnTo>
                      <a:pt x="20" y="63"/>
                    </a:lnTo>
                    <a:lnTo>
                      <a:pt x="9" y="56"/>
                    </a:lnTo>
                    <a:lnTo>
                      <a:pt x="2" y="48"/>
                    </a:lnTo>
                    <a:lnTo>
                      <a:pt x="0" y="40"/>
                    </a:lnTo>
                    <a:lnTo>
                      <a:pt x="2" y="32"/>
                    </a:lnTo>
                    <a:lnTo>
                      <a:pt x="9" y="25"/>
                    </a:lnTo>
                    <a:lnTo>
                      <a:pt x="20" y="18"/>
                    </a:lnTo>
                    <a:lnTo>
                      <a:pt x="34" y="12"/>
                    </a:lnTo>
                    <a:lnTo>
                      <a:pt x="51" y="7"/>
                    </a:lnTo>
                    <a:lnTo>
                      <a:pt x="69" y="3"/>
                    </a:lnTo>
                    <a:lnTo>
                      <a:pt x="91" y="1"/>
                    </a:lnTo>
                    <a:lnTo>
                      <a:pt x="114" y="0"/>
                    </a:lnTo>
                    <a:close/>
                  </a:path>
                </a:pathLst>
              </a:custGeom>
              <a:grpFill/>
              <a:ln w="9525">
                <a:noFill/>
                <a:round/>
                <a:headEnd/>
                <a:tailEnd/>
              </a:ln>
            </p:spPr>
            <p:txBody>
              <a:bodyPr/>
              <a:lstStyle/>
              <a:p>
                <a:pPr algn="ctr">
                  <a:defRPr/>
                </a:pPr>
                <a:endParaRPr lang="en-US" sz="900" dirty="0"/>
              </a:p>
            </p:txBody>
          </p:sp>
          <p:sp>
            <p:nvSpPr>
              <p:cNvPr id="65" name="Freeform 64"/>
              <p:cNvSpPr>
                <a:spLocks/>
              </p:cNvSpPr>
              <p:nvPr/>
            </p:nvSpPr>
            <p:spPr bwMode="auto">
              <a:xfrm>
                <a:off x="2707" y="1648"/>
                <a:ext cx="149" cy="143"/>
              </a:xfrm>
              <a:custGeom>
                <a:avLst/>
                <a:gdLst/>
                <a:ahLst/>
                <a:cxnLst>
                  <a:cxn ang="0">
                    <a:pos x="194" y="0"/>
                  </a:cxn>
                  <a:cxn ang="0">
                    <a:pos x="205" y="5"/>
                  </a:cxn>
                  <a:cxn ang="0">
                    <a:pos x="217" y="8"/>
                  </a:cxn>
                  <a:cxn ang="0">
                    <a:pos x="230" y="11"/>
                  </a:cxn>
                  <a:cxn ang="0">
                    <a:pos x="243" y="15"/>
                  </a:cxn>
                  <a:cxn ang="0">
                    <a:pos x="256" y="17"/>
                  </a:cxn>
                  <a:cxn ang="0">
                    <a:pos x="270" y="20"/>
                  </a:cxn>
                  <a:cxn ang="0">
                    <a:pos x="284" y="22"/>
                  </a:cxn>
                  <a:cxn ang="0">
                    <a:pos x="299" y="23"/>
                  </a:cxn>
                  <a:cxn ang="0">
                    <a:pos x="299" y="192"/>
                  </a:cxn>
                  <a:cxn ang="0">
                    <a:pos x="299" y="286"/>
                  </a:cxn>
                  <a:cxn ang="0">
                    <a:pos x="279" y="284"/>
                  </a:cxn>
                  <a:cxn ang="0">
                    <a:pos x="260" y="283"/>
                  </a:cxn>
                  <a:cxn ang="0">
                    <a:pos x="240" y="282"/>
                  </a:cxn>
                  <a:cxn ang="0">
                    <a:pos x="220" y="280"/>
                  </a:cxn>
                  <a:cxn ang="0">
                    <a:pos x="202" y="278"/>
                  </a:cxn>
                  <a:cxn ang="0">
                    <a:pos x="182" y="275"/>
                  </a:cxn>
                  <a:cxn ang="0">
                    <a:pos x="165" y="273"/>
                  </a:cxn>
                  <a:cxn ang="0">
                    <a:pos x="147" y="269"/>
                  </a:cxn>
                  <a:cxn ang="0">
                    <a:pos x="127" y="266"/>
                  </a:cxn>
                  <a:cxn ang="0">
                    <a:pos x="108" y="263"/>
                  </a:cxn>
                  <a:cxn ang="0">
                    <a:pos x="88" y="258"/>
                  </a:cxn>
                  <a:cxn ang="0">
                    <a:pos x="70" y="253"/>
                  </a:cxn>
                  <a:cxn ang="0">
                    <a:pos x="51" y="250"/>
                  </a:cxn>
                  <a:cxn ang="0">
                    <a:pos x="34" y="245"/>
                  </a:cxn>
                  <a:cxn ang="0">
                    <a:pos x="17" y="240"/>
                  </a:cxn>
                  <a:cxn ang="0">
                    <a:pos x="0" y="235"/>
                  </a:cxn>
                  <a:cxn ang="0">
                    <a:pos x="10" y="216"/>
                  </a:cxn>
                  <a:cxn ang="0">
                    <a:pos x="19" y="198"/>
                  </a:cxn>
                  <a:cxn ang="0">
                    <a:pos x="30" y="181"/>
                  </a:cxn>
                  <a:cxn ang="0">
                    <a:pos x="41" y="164"/>
                  </a:cxn>
                  <a:cxn ang="0">
                    <a:pos x="53" y="146"/>
                  </a:cxn>
                  <a:cxn ang="0">
                    <a:pos x="65" y="129"/>
                  </a:cxn>
                  <a:cxn ang="0">
                    <a:pos x="79" y="113"/>
                  </a:cxn>
                  <a:cxn ang="0">
                    <a:pos x="91" y="97"/>
                  </a:cxn>
                  <a:cxn ang="0">
                    <a:pos x="104" y="83"/>
                  </a:cxn>
                  <a:cxn ang="0">
                    <a:pos x="117" y="70"/>
                  </a:cxn>
                  <a:cxn ang="0">
                    <a:pos x="129" y="56"/>
                  </a:cxn>
                  <a:cxn ang="0">
                    <a:pos x="142" y="45"/>
                  </a:cxn>
                  <a:cxn ang="0">
                    <a:pos x="155" y="32"/>
                  </a:cxn>
                  <a:cxn ang="0">
                    <a:pos x="167" y="21"/>
                  </a:cxn>
                  <a:cxn ang="0">
                    <a:pos x="181" y="10"/>
                  </a:cxn>
                  <a:cxn ang="0">
                    <a:pos x="194" y="0"/>
                  </a:cxn>
                </a:cxnLst>
                <a:rect l="0" t="0" r="r" b="b"/>
                <a:pathLst>
                  <a:path w="299" h="286">
                    <a:moveTo>
                      <a:pt x="194" y="0"/>
                    </a:moveTo>
                    <a:lnTo>
                      <a:pt x="205" y="5"/>
                    </a:lnTo>
                    <a:lnTo>
                      <a:pt x="217" y="8"/>
                    </a:lnTo>
                    <a:lnTo>
                      <a:pt x="230" y="11"/>
                    </a:lnTo>
                    <a:lnTo>
                      <a:pt x="243" y="15"/>
                    </a:lnTo>
                    <a:lnTo>
                      <a:pt x="256" y="17"/>
                    </a:lnTo>
                    <a:lnTo>
                      <a:pt x="270" y="20"/>
                    </a:lnTo>
                    <a:lnTo>
                      <a:pt x="284" y="22"/>
                    </a:lnTo>
                    <a:lnTo>
                      <a:pt x="299" y="23"/>
                    </a:lnTo>
                    <a:lnTo>
                      <a:pt x="299" y="192"/>
                    </a:lnTo>
                    <a:lnTo>
                      <a:pt x="299" y="286"/>
                    </a:lnTo>
                    <a:lnTo>
                      <a:pt x="279" y="284"/>
                    </a:lnTo>
                    <a:lnTo>
                      <a:pt x="260" y="283"/>
                    </a:lnTo>
                    <a:lnTo>
                      <a:pt x="240" y="282"/>
                    </a:lnTo>
                    <a:lnTo>
                      <a:pt x="220" y="280"/>
                    </a:lnTo>
                    <a:lnTo>
                      <a:pt x="202" y="278"/>
                    </a:lnTo>
                    <a:lnTo>
                      <a:pt x="182" y="275"/>
                    </a:lnTo>
                    <a:lnTo>
                      <a:pt x="165" y="273"/>
                    </a:lnTo>
                    <a:lnTo>
                      <a:pt x="147" y="269"/>
                    </a:lnTo>
                    <a:lnTo>
                      <a:pt x="127" y="266"/>
                    </a:lnTo>
                    <a:lnTo>
                      <a:pt x="108" y="263"/>
                    </a:lnTo>
                    <a:lnTo>
                      <a:pt x="88" y="258"/>
                    </a:lnTo>
                    <a:lnTo>
                      <a:pt x="70" y="253"/>
                    </a:lnTo>
                    <a:lnTo>
                      <a:pt x="51" y="250"/>
                    </a:lnTo>
                    <a:lnTo>
                      <a:pt x="34" y="245"/>
                    </a:lnTo>
                    <a:lnTo>
                      <a:pt x="17" y="240"/>
                    </a:lnTo>
                    <a:lnTo>
                      <a:pt x="0" y="235"/>
                    </a:lnTo>
                    <a:lnTo>
                      <a:pt x="10" y="216"/>
                    </a:lnTo>
                    <a:lnTo>
                      <a:pt x="19" y="198"/>
                    </a:lnTo>
                    <a:lnTo>
                      <a:pt x="30" y="181"/>
                    </a:lnTo>
                    <a:lnTo>
                      <a:pt x="41" y="164"/>
                    </a:lnTo>
                    <a:lnTo>
                      <a:pt x="53" y="146"/>
                    </a:lnTo>
                    <a:lnTo>
                      <a:pt x="65" y="129"/>
                    </a:lnTo>
                    <a:lnTo>
                      <a:pt x="79" y="113"/>
                    </a:lnTo>
                    <a:lnTo>
                      <a:pt x="91" y="97"/>
                    </a:lnTo>
                    <a:lnTo>
                      <a:pt x="104" y="83"/>
                    </a:lnTo>
                    <a:lnTo>
                      <a:pt x="117" y="70"/>
                    </a:lnTo>
                    <a:lnTo>
                      <a:pt x="129" y="56"/>
                    </a:lnTo>
                    <a:lnTo>
                      <a:pt x="142" y="45"/>
                    </a:lnTo>
                    <a:lnTo>
                      <a:pt x="155" y="32"/>
                    </a:lnTo>
                    <a:lnTo>
                      <a:pt x="167" y="21"/>
                    </a:lnTo>
                    <a:lnTo>
                      <a:pt x="181" y="10"/>
                    </a:lnTo>
                    <a:lnTo>
                      <a:pt x="194" y="0"/>
                    </a:lnTo>
                    <a:close/>
                  </a:path>
                </a:pathLst>
              </a:custGeom>
              <a:grpFill/>
              <a:ln w="9525">
                <a:noFill/>
                <a:round/>
                <a:headEnd/>
                <a:tailEnd/>
              </a:ln>
            </p:spPr>
            <p:txBody>
              <a:bodyPr/>
              <a:lstStyle/>
              <a:p>
                <a:pPr algn="ctr">
                  <a:defRPr/>
                </a:pPr>
                <a:endParaRPr lang="en-US" sz="900" dirty="0"/>
              </a:p>
            </p:txBody>
          </p:sp>
          <p:sp>
            <p:nvSpPr>
              <p:cNvPr id="66" name="Freeform 65"/>
              <p:cNvSpPr>
                <a:spLocks/>
              </p:cNvSpPr>
              <p:nvPr/>
            </p:nvSpPr>
            <p:spPr bwMode="auto">
              <a:xfrm>
                <a:off x="2575" y="1594"/>
                <a:ext cx="188" cy="150"/>
              </a:xfrm>
              <a:custGeom>
                <a:avLst/>
                <a:gdLst/>
                <a:ahLst/>
                <a:cxnLst>
                  <a:cxn ang="0">
                    <a:pos x="375" y="0"/>
                  </a:cxn>
                  <a:cxn ang="0">
                    <a:pos x="372" y="5"/>
                  </a:cxn>
                  <a:cxn ang="0">
                    <a:pos x="370" y="12"/>
                  </a:cxn>
                  <a:cxn ang="0">
                    <a:pos x="368" y="18"/>
                  </a:cxn>
                  <a:cxn ang="0">
                    <a:pos x="368" y="25"/>
                  </a:cxn>
                  <a:cxn ang="0">
                    <a:pos x="368" y="31"/>
                  </a:cxn>
                  <a:cxn ang="0">
                    <a:pos x="369" y="36"/>
                  </a:cxn>
                  <a:cxn ang="0">
                    <a:pos x="372" y="42"/>
                  </a:cxn>
                  <a:cxn ang="0">
                    <a:pos x="374" y="48"/>
                  </a:cxn>
                  <a:cxn ang="0">
                    <a:pos x="359" y="58"/>
                  </a:cxn>
                  <a:cxn ang="0">
                    <a:pos x="344" y="71"/>
                  </a:cxn>
                  <a:cxn ang="0">
                    <a:pos x="329" y="84"/>
                  </a:cxn>
                  <a:cxn ang="0">
                    <a:pos x="313" y="99"/>
                  </a:cxn>
                  <a:cxn ang="0">
                    <a:pos x="297" y="115"/>
                  </a:cxn>
                  <a:cxn ang="0">
                    <a:pos x="279" y="132"/>
                  </a:cxn>
                  <a:cxn ang="0">
                    <a:pos x="263" y="150"/>
                  </a:cxn>
                  <a:cxn ang="0">
                    <a:pos x="246" y="170"/>
                  </a:cxn>
                  <a:cxn ang="0">
                    <a:pos x="235" y="184"/>
                  </a:cxn>
                  <a:cxn ang="0">
                    <a:pos x="224" y="199"/>
                  </a:cxn>
                  <a:cxn ang="0">
                    <a:pos x="213" y="214"/>
                  </a:cxn>
                  <a:cxn ang="0">
                    <a:pos x="201" y="230"/>
                  </a:cxn>
                  <a:cxn ang="0">
                    <a:pos x="191" y="246"/>
                  </a:cxn>
                  <a:cxn ang="0">
                    <a:pos x="179" y="263"/>
                  </a:cxn>
                  <a:cxn ang="0">
                    <a:pos x="169" y="282"/>
                  </a:cxn>
                  <a:cxn ang="0">
                    <a:pos x="159" y="300"/>
                  </a:cxn>
                  <a:cxn ang="0">
                    <a:pos x="129" y="284"/>
                  </a:cxn>
                  <a:cxn ang="0">
                    <a:pos x="102" y="267"/>
                  </a:cxn>
                  <a:cxn ang="0">
                    <a:pos x="77" y="249"/>
                  </a:cxn>
                  <a:cxn ang="0">
                    <a:pos x="56" y="231"/>
                  </a:cxn>
                  <a:cxn ang="0">
                    <a:pos x="38" y="213"/>
                  </a:cxn>
                  <a:cxn ang="0">
                    <a:pos x="21" y="194"/>
                  </a:cxn>
                  <a:cxn ang="0">
                    <a:pos x="9" y="175"/>
                  </a:cxn>
                  <a:cxn ang="0">
                    <a:pos x="0" y="155"/>
                  </a:cxn>
                  <a:cxn ang="0">
                    <a:pos x="16" y="142"/>
                  </a:cxn>
                  <a:cxn ang="0">
                    <a:pos x="33" y="130"/>
                  </a:cxn>
                  <a:cxn ang="0">
                    <a:pos x="49" y="118"/>
                  </a:cxn>
                  <a:cxn ang="0">
                    <a:pos x="66" y="107"/>
                  </a:cxn>
                  <a:cxn ang="0">
                    <a:pos x="84" y="97"/>
                  </a:cxn>
                  <a:cxn ang="0">
                    <a:pos x="101" y="87"/>
                  </a:cxn>
                  <a:cxn ang="0">
                    <a:pos x="118" y="78"/>
                  </a:cxn>
                  <a:cxn ang="0">
                    <a:pos x="135" y="70"/>
                  </a:cxn>
                  <a:cxn ang="0">
                    <a:pos x="153" y="62"/>
                  </a:cxn>
                  <a:cxn ang="0">
                    <a:pos x="169" y="55"/>
                  </a:cxn>
                  <a:cxn ang="0">
                    <a:pos x="185" y="48"/>
                  </a:cxn>
                  <a:cxn ang="0">
                    <a:pos x="202" y="42"/>
                  </a:cxn>
                  <a:cxn ang="0">
                    <a:pos x="218" y="36"/>
                  </a:cxn>
                  <a:cxn ang="0">
                    <a:pos x="235" y="32"/>
                  </a:cxn>
                  <a:cxn ang="0">
                    <a:pos x="249" y="26"/>
                  </a:cxn>
                  <a:cxn ang="0">
                    <a:pos x="266" y="23"/>
                  </a:cxn>
                  <a:cxn ang="0">
                    <a:pos x="281" y="18"/>
                  </a:cxn>
                  <a:cxn ang="0">
                    <a:pos x="296" y="15"/>
                  </a:cxn>
                  <a:cxn ang="0">
                    <a:pos x="309" y="11"/>
                  </a:cxn>
                  <a:cxn ang="0">
                    <a:pos x="323" y="9"/>
                  </a:cxn>
                  <a:cxn ang="0">
                    <a:pos x="337" y="5"/>
                  </a:cxn>
                  <a:cxn ang="0">
                    <a:pos x="350" y="3"/>
                  </a:cxn>
                  <a:cxn ang="0">
                    <a:pos x="362" y="2"/>
                  </a:cxn>
                  <a:cxn ang="0">
                    <a:pos x="375" y="0"/>
                  </a:cxn>
                </a:cxnLst>
                <a:rect l="0" t="0" r="r" b="b"/>
                <a:pathLst>
                  <a:path w="375" h="300">
                    <a:moveTo>
                      <a:pt x="375" y="0"/>
                    </a:moveTo>
                    <a:lnTo>
                      <a:pt x="372" y="5"/>
                    </a:lnTo>
                    <a:lnTo>
                      <a:pt x="370" y="12"/>
                    </a:lnTo>
                    <a:lnTo>
                      <a:pt x="368" y="18"/>
                    </a:lnTo>
                    <a:lnTo>
                      <a:pt x="368" y="25"/>
                    </a:lnTo>
                    <a:lnTo>
                      <a:pt x="368" y="31"/>
                    </a:lnTo>
                    <a:lnTo>
                      <a:pt x="369" y="36"/>
                    </a:lnTo>
                    <a:lnTo>
                      <a:pt x="372" y="42"/>
                    </a:lnTo>
                    <a:lnTo>
                      <a:pt x="374" y="48"/>
                    </a:lnTo>
                    <a:lnTo>
                      <a:pt x="359" y="58"/>
                    </a:lnTo>
                    <a:lnTo>
                      <a:pt x="344" y="71"/>
                    </a:lnTo>
                    <a:lnTo>
                      <a:pt x="329" y="84"/>
                    </a:lnTo>
                    <a:lnTo>
                      <a:pt x="313" y="99"/>
                    </a:lnTo>
                    <a:lnTo>
                      <a:pt x="297" y="115"/>
                    </a:lnTo>
                    <a:lnTo>
                      <a:pt x="279" y="132"/>
                    </a:lnTo>
                    <a:lnTo>
                      <a:pt x="263" y="150"/>
                    </a:lnTo>
                    <a:lnTo>
                      <a:pt x="246" y="170"/>
                    </a:lnTo>
                    <a:lnTo>
                      <a:pt x="235" y="184"/>
                    </a:lnTo>
                    <a:lnTo>
                      <a:pt x="224" y="199"/>
                    </a:lnTo>
                    <a:lnTo>
                      <a:pt x="213" y="214"/>
                    </a:lnTo>
                    <a:lnTo>
                      <a:pt x="201" y="230"/>
                    </a:lnTo>
                    <a:lnTo>
                      <a:pt x="191" y="246"/>
                    </a:lnTo>
                    <a:lnTo>
                      <a:pt x="179" y="263"/>
                    </a:lnTo>
                    <a:lnTo>
                      <a:pt x="169" y="282"/>
                    </a:lnTo>
                    <a:lnTo>
                      <a:pt x="159" y="300"/>
                    </a:lnTo>
                    <a:lnTo>
                      <a:pt x="129" y="284"/>
                    </a:lnTo>
                    <a:lnTo>
                      <a:pt x="102" y="267"/>
                    </a:lnTo>
                    <a:lnTo>
                      <a:pt x="77" y="249"/>
                    </a:lnTo>
                    <a:lnTo>
                      <a:pt x="56" y="231"/>
                    </a:lnTo>
                    <a:lnTo>
                      <a:pt x="38" y="213"/>
                    </a:lnTo>
                    <a:lnTo>
                      <a:pt x="21" y="194"/>
                    </a:lnTo>
                    <a:lnTo>
                      <a:pt x="9" y="175"/>
                    </a:lnTo>
                    <a:lnTo>
                      <a:pt x="0" y="155"/>
                    </a:lnTo>
                    <a:lnTo>
                      <a:pt x="16" y="142"/>
                    </a:lnTo>
                    <a:lnTo>
                      <a:pt x="33" y="130"/>
                    </a:lnTo>
                    <a:lnTo>
                      <a:pt x="49" y="118"/>
                    </a:lnTo>
                    <a:lnTo>
                      <a:pt x="66" y="107"/>
                    </a:lnTo>
                    <a:lnTo>
                      <a:pt x="84" y="97"/>
                    </a:lnTo>
                    <a:lnTo>
                      <a:pt x="101" y="87"/>
                    </a:lnTo>
                    <a:lnTo>
                      <a:pt x="118" y="78"/>
                    </a:lnTo>
                    <a:lnTo>
                      <a:pt x="135" y="70"/>
                    </a:lnTo>
                    <a:lnTo>
                      <a:pt x="153" y="62"/>
                    </a:lnTo>
                    <a:lnTo>
                      <a:pt x="169" y="55"/>
                    </a:lnTo>
                    <a:lnTo>
                      <a:pt x="185" y="48"/>
                    </a:lnTo>
                    <a:lnTo>
                      <a:pt x="202" y="42"/>
                    </a:lnTo>
                    <a:lnTo>
                      <a:pt x="218" y="36"/>
                    </a:lnTo>
                    <a:lnTo>
                      <a:pt x="235" y="32"/>
                    </a:lnTo>
                    <a:lnTo>
                      <a:pt x="249" y="26"/>
                    </a:lnTo>
                    <a:lnTo>
                      <a:pt x="266" y="23"/>
                    </a:lnTo>
                    <a:lnTo>
                      <a:pt x="281" y="18"/>
                    </a:lnTo>
                    <a:lnTo>
                      <a:pt x="296" y="15"/>
                    </a:lnTo>
                    <a:lnTo>
                      <a:pt x="309" y="11"/>
                    </a:lnTo>
                    <a:lnTo>
                      <a:pt x="323" y="9"/>
                    </a:lnTo>
                    <a:lnTo>
                      <a:pt x="337" y="5"/>
                    </a:lnTo>
                    <a:lnTo>
                      <a:pt x="350" y="3"/>
                    </a:lnTo>
                    <a:lnTo>
                      <a:pt x="362" y="2"/>
                    </a:lnTo>
                    <a:lnTo>
                      <a:pt x="375" y="0"/>
                    </a:lnTo>
                    <a:close/>
                  </a:path>
                </a:pathLst>
              </a:custGeom>
              <a:grpFill/>
              <a:ln w="9525">
                <a:noFill/>
                <a:round/>
                <a:headEnd/>
                <a:tailEnd/>
              </a:ln>
            </p:spPr>
            <p:txBody>
              <a:bodyPr/>
              <a:lstStyle/>
              <a:p>
                <a:pPr algn="ctr">
                  <a:defRPr/>
                </a:pPr>
                <a:endParaRPr lang="en-US" sz="900" dirty="0"/>
              </a:p>
            </p:txBody>
          </p:sp>
          <p:sp>
            <p:nvSpPr>
              <p:cNvPr id="67" name="Freeform 66"/>
              <p:cNvSpPr>
                <a:spLocks/>
              </p:cNvSpPr>
              <p:nvPr/>
            </p:nvSpPr>
            <p:spPr bwMode="auto">
              <a:xfrm>
                <a:off x="2409" y="1704"/>
                <a:ext cx="216" cy="286"/>
              </a:xfrm>
              <a:custGeom>
                <a:avLst/>
                <a:gdLst/>
                <a:ahLst/>
                <a:cxnLst>
                  <a:cxn ang="0">
                    <a:pos x="244" y="12"/>
                  </a:cxn>
                  <a:cxn ang="0">
                    <a:pos x="261" y="37"/>
                  </a:cxn>
                  <a:cxn ang="0">
                    <a:pos x="280" y="61"/>
                  </a:cxn>
                  <a:cxn ang="0">
                    <a:pos x="303" y="84"/>
                  </a:cxn>
                  <a:cxn ang="0">
                    <a:pos x="327" y="106"/>
                  </a:cxn>
                  <a:cxn ang="0">
                    <a:pos x="353" y="126"/>
                  </a:cxn>
                  <a:cxn ang="0">
                    <a:pos x="383" y="146"/>
                  </a:cxn>
                  <a:cxn ang="0">
                    <a:pos x="414" y="164"/>
                  </a:cxn>
                  <a:cxn ang="0">
                    <a:pos x="418" y="198"/>
                  </a:cxn>
                  <a:cxn ang="0">
                    <a:pos x="391" y="247"/>
                  </a:cxn>
                  <a:cxn ang="0">
                    <a:pos x="367" y="298"/>
                  </a:cxn>
                  <a:cxn ang="0">
                    <a:pos x="344" y="350"/>
                  </a:cxn>
                  <a:cxn ang="0">
                    <a:pos x="324" y="399"/>
                  </a:cxn>
                  <a:cxn ang="0">
                    <a:pos x="305" y="448"/>
                  </a:cxn>
                  <a:cxn ang="0">
                    <a:pos x="288" y="496"/>
                  </a:cxn>
                  <a:cxn ang="0">
                    <a:pos x="273" y="546"/>
                  </a:cxn>
                  <a:cxn ang="0">
                    <a:pos x="236" y="555"/>
                  </a:cxn>
                  <a:cxn ang="0">
                    <a:pos x="181" y="520"/>
                  </a:cxn>
                  <a:cxn ang="0">
                    <a:pos x="132" y="483"/>
                  </a:cxn>
                  <a:cxn ang="0">
                    <a:pos x="90" y="444"/>
                  </a:cxn>
                  <a:cxn ang="0">
                    <a:pos x="55" y="404"/>
                  </a:cxn>
                  <a:cxn ang="0">
                    <a:pos x="29" y="362"/>
                  </a:cxn>
                  <a:cxn ang="0">
                    <a:pos x="10" y="319"/>
                  </a:cxn>
                  <a:cxn ang="0">
                    <a:pos x="1" y="274"/>
                  </a:cxn>
                  <a:cxn ang="0">
                    <a:pos x="13" y="233"/>
                  </a:cxn>
                  <a:cxn ang="0">
                    <a:pos x="39" y="198"/>
                  </a:cxn>
                  <a:cxn ang="0">
                    <a:pos x="68" y="162"/>
                  </a:cxn>
                  <a:cxn ang="0">
                    <a:pos x="98" y="128"/>
                  </a:cxn>
                  <a:cxn ang="0">
                    <a:pos x="129" y="95"/>
                  </a:cxn>
                  <a:cxn ang="0">
                    <a:pos x="160" y="64"/>
                  </a:cxn>
                  <a:cxn ang="0">
                    <a:pos x="191" y="35"/>
                  </a:cxn>
                  <a:cxn ang="0">
                    <a:pos x="222" y="11"/>
                  </a:cxn>
                </a:cxnLst>
                <a:rect l="0" t="0" r="r" b="b"/>
                <a:pathLst>
                  <a:path w="432" h="571">
                    <a:moveTo>
                      <a:pt x="237" y="0"/>
                    </a:moveTo>
                    <a:lnTo>
                      <a:pt x="244" y="12"/>
                    </a:lnTo>
                    <a:lnTo>
                      <a:pt x="252" y="25"/>
                    </a:lnTo>
                    <a:lnTo>
                      <a:pt x="261" y="37"/>
                    </a:lnTo>
                    <a:lnTo>
                      <a:pt x="271" y="49"/>
                    </a:lnTo>
                    <a:lnTo>
                      <a:pt x="280" y="61"/>
                    </a:lnTo>
                    <a:lnTo>
                      <a:pt x="291" y="72"/>
                    </a:lnTo>
                    <a:lnTo>
                      <a:pt x="303" y="84"/>
                    </a:lnTo>
                    <a:lnTo>
                      <a:pt x="314" y="94"/>
                    </a:lnTo>
                    <a:lnTo>
                      <a:pt x="327" y="106"/>
                    </a:lnTo>
                    <a:lnTo>
                      <a:pt x="340" y="116"/>
                    </a:lnTo>
                    <a:lnTo>
                      <a:pt x="353" y="126"/>
                    </a:lnTo>
                    <a:lnTo>
                      <a:pt x="368" y="136"/>
                    </a:lnTo>
                    <a:lnTo>
                      <a:pt x="383" y="146"/>
                    </a:lnTo>
                    <a:lnTo>
                      <a:pt x="398" y="155"/>
                    </a:lnTo>
                    <a:lnTo>
                      <a:pt x="414" y="164"/>
                    </a:lnTo>
                    <a:lnTo>
                      <a:pt x="432" y="174"/>
                    </a:lnTo>
                    <a:lnTo>
                      <a:pt x="418" y="198"/>
                    </a:lnTo>
                    <a:lnTo>
                      <a:pt x="405" y="222"/>
                    </a:lnTo>
                    <a:lnTo>
                      <a:pt x="391" y="247"/>
                    </a:lnTo>
                    <a:lnTo>
                      <a:pt x="379" y="271"/>
                    </a:lnTo>
                    <a:lnTo>
                      <a:pt x="367" y="298"/>
                    </a:lnTo>
                    <a:lnTo>
                      <a:pt x="355" y="323"/>
                    </a:lnTo>
                    <a:lnTo>
                      <a:pt x="344" y="350"/>
                    </a:lnTo>
                    <a:lnTo>
                      <a:pt x="333" y="376"/>
                    </a:lnTo>
                    <a:lnTo>
                      <a:pt x="324" y="399"/>
                    </a:lnTo>
                    <a:lnTo>
                      <a:pt x="313" y="423"/>
                    </a:lnTo>
                    <a:lnTo>
                      <a:pt x="305" y="448"/>
                    </a:lnTo>
                    <a:lnTo>
                      <a:pt x="296" y="472"/>
                    </a:lnTo>
                    <a:lnTo>
                      <a:pt x="288" y="496"/>
                    </a:lnTo>
                    <a:lnTo>
                      <a:pt x="281" y="520"/>
                    </a:lnTo>
                    <a:lnTo>
                      <a:pt x="273" y="546"/>
                    </a:lnTo>
                    <a:lnTo>
                      <a:pt x="266" y="571"/>
                    </a:lnTo>
                    <a:lnTo>
                      <a:pt x="236" y="555"/>
                    </a:lnTo>
                    <a:lnTo>
                      <a:pt x="207" y="537"/>
                    </a:lnTo>
                    <a:lnTo>
                      <a:pt x="181" y="520"/>
                    </a:lnTo>
                    <a:lnTo>
                      <a:pt x="155" y="502"/>
                    </a:lnTo>
                    <a:lnTo>
                      <a:pt x="132" y="483"/>
                    </a:lnTo>
                    <a:lnTo>
                      <a:pt x="110" y="464"/>
                    </a:lnTo>
                    <a:lnTo>
                      <a:pt x="90" y="444"/>
                    </a:lnTo>
                    <a:lnTo>
                      <a:pt x="71" y="425"/>
                    </a:lnTo>
                    <a:lnTo>
                      <a:pt x="55" y="404"/>
                    </a:lnTo>
                    <a:lnTo>
                      <a:pt x="41" y="383"/>
                    </a:lnTo>
                    <a:lnTo>
                      <a:pt x="29" y="362"/>
                    </a:lnTo>
                    <a:lnTo>
                      <a:pt x="18" y="341"/>
                    </a:lnTo>
                    <a:lnTo>
                      <a:pt x="10" y="319"/>
                    </a:lnTo>
                    <a:lnTo>
                      <a:pt x="4" y="296"/>
                    </a:lnTo>
                    <a:lnTo>
                      <a:pt x="1" y="274"/>
                    </a:lnTo>
                    <a:lnTo>
                      <a:pt x="0" y="251"/>
                    </a:lnTo>
                    <a:lnTo>
                      <a:pt x="13" y="233"/>
                    </a:lnTo>
                    <a:lnTo>
                      <a:pt x="25" y="215"/>
                    </a:lnTo>
                    <a:lnTo>
                      <a:pt x="39" y="198"/>
                    </a:lnTo>
                    <a:lnTo>
                      <a:pt x="54" y="179"/>
                    </a:lnTo>
                    <a:lnTo>
                      <a:pt x="68" y="162"/>
                    </a:lnTo>
                    <a:lnTo>
                      <a:pt x="83" y="145"/>
                    </a:lnTo>
                    <a:lnTo>
                      <a:pt x="98" y="128"/>
                    </a:lnTo>
                    <a:lnTo>
                      <a:pt x="114" y="111"/>
                    </a:lnTo>
                    <a:lnTo>
                      <a:pt x="129" y="95"/>
                    </a:lnTo>
                    <a:lnTo>
                      <a:pt x="145" y="79"/>
                    </a:lnTo>
                    <a:lnTo>
                      <a:pt x="160" y="64"/>
                    </a:lnTo>
                    <a:lnTo>
                      <a:pt x="176" y="49"/>
                    </a:lnTo>
                    <a:lnTo>
                      <a:pt x="191" y="35"/>
                    </a:lnTo>
                    <a:lnTo>
                      <a:pt x="207" y="23"/>
                    </a:lnTo>
                    <a:lnTo>
                      <a:pt x="222" y="11"/>
                    </a:lnTo>
                    <a:lnTo>
                      <a:pt x="237" y="0"/>
                    </a:lnTo>
                    <a:close/>
                  </a:path>
                </a:pathLst>
              </a:custGeom>
              <a:grpFill/>
              <a:ln w="9525">
                <a:noFill/>
                <a:round/>
                <a:headEnd/>
                <a:tailEnd/>
              </a:ln>
            </p:spPr>
            <p:txBody>
              <a:bodyPr/>
              <a:lstStyle/>
              <a:p>
                <a:pPr algn="ctr">
                  <a:defRPr/>
                </a:pPr>
                <a:endParaRPr lang="en-US" sz="900" dirty="0"/>
              </a:p>
            </p:txBody>
          </p:sp>
          <p:sp>
            <p:nvSpPr>
              <p:cNvPr id="68" name="Freeform 67"/>
              <p:cNvSpPr>
                <a:spLocks/>
              </p:cNvSpPr>
              <p:nvPr/>
            </p:nvSpPr>
            <p:spPr bwMode="auto">
              <a:xfrm>
                <a:off x="2318" y="1900"/>
                <a:ext cx="210" cy="352"/>
              </a:xfrm>
              <a:custGeom>
                <a:avLst/>
                <a:gdLst/>
                <a:ahLst/>
                <a:cxnLst>
                  <a:cxn ang="0">
                    <a:pos x="99" y="0"/>
                  </a:cxn>
                  <a:cxn ang="0">
                    <a:pos x="109" y="22"/>
                  </a:cxn>
                  <a:cxn ang="0">
                    <a:pos x="121" y="43"/>
                  </a:cxn>
                  <a:cxn ang="0">
                    <a:pos x="133" y="64"/>
                  </a:cxn>
                  <a:cxn ang="0">
                    <a:pos x="148" y="84"/>
                  </a:cxn>
                  <a:cxn ang="0">
                    <a:pos x="165" y="104"/>
                  </a:cxn>
                  <a:cxn ang="0">
                    <a:pos x="182" y="123"/>
                  </a:cxn>
                  <a:cxn ang="0">
                    <a:pos x="200" y="143"/>
                  </a:cxn>
                  <a:cxn ang="0">
                    <a:pos x="220" y="161"/>
                  </a:cxn>
                  <a:cxn ang="0">
                    <a:pos x="241" y="180"/>
                  </a:cxn>
                  <a:cxn ang="0">
                    <a:pos x="264" y="197"/>
                  </a:cxn>
                  <a:cxn ang="0">
                    <a:pos x="287" y="214"/>
                  </a:cxn>
                  <a:cxn ang="0">
                    <a:pos x="311" y="232"/>
                  </a:cxn>
                  <a:cxn ang="0">
                    <a:pos x="337" y="248"/>
                  </a:cxn>
                  <a:cxn ang="0">
                    <a:pos x="364" y="263"/>
                  </a:cxn>
                  <a:cxn ang="0">
                    <a:pos x="391" y="278"/>
                  </a:cxn>
                  <a:cxn ang="0">
                    <a:pos x="420" y="293"/>
                  </a:cxn>
                  <a:cxn ang="0">
                    <a:pos x="413" y="330"/>
                  </a:cxn>
                  <a:cxn ang="0">
                    <a:pos x="406" y="368"/>
                  </a:cxn>
                  <a:cxn ang="0">
                    <a:pos x="401" y="406"/>
                  </a:cxn>
                  <a:cxn ang="0">
                    <a:pos x="395" y="445"/>
                  </a:cxn>
                  <a:cxn ang="0">
                    <a:pos x="393" y="469"/>
                  </a:cxn>
                  <a:cxn ang="0">
                    <a:pos x="390" y="493"/>
                  </a:cxn>
                  <a:cxn ang="0">
                    <a:pos x="389" y="517"/>
                  </a:cxn>
                  <a:cxn ang="0">
                    <a:pos x="387" y="541"/>
                  </a:cxn>
                  <a:cxn ang="0">
                    <a:pos x="385" y="583"/>
                  </a:cxn>
                  <a:cxn ang="0">
                    <a:pos x="385" y="623"/>
                  </a:cxn>
                  <a:cxn ang="0">
                    <a:pos x="383" y="665"/>
                  </a:cxn>
                  <a:cxn ang="0">
                    <a:pos x="385" y="705"/>
                  </a:cxn>
                  <a:cxn ang="0">
                    <a:pos x="348" y="685"/>
                  </a:cxn>
                  <a:cxn ang="0">
                    <a:pos x="312" y="665"/>
                  </a:cxn>
                  <a:cxn ang="0">
                    <a:pos x="277" y="643"/>
                  </a:cxn>
                  <a:cxn ang="0">
                    <a:pos x="244" y="622"/>
                  </a:cxn>
                  <a:cxn ang="0">
                    <a:pos x="211" y="599"/>
                  </a:cxn>
                  <a:cxn ang="0">
                    <a:pos x="180" y="576"/>
                  </a:cxn>
                  <a:cxn ang="0">
                    <a:pos x="150" y="553"/>
                  </a:cxn>
                  <a:cxn ang="0">
                    <a:pos x="122" y="528"/>
                  </a:cxn>
                  <a:cxn ang="0">
                    <a:pos x="97" y="502"/>
                  </a:cxn>
                  <a:cxn ang="0">
                    <a:pos x="74" y="475"/>
                  </a:cxn>
                  <a:cxn ang="0">
                    <a:pos x="54" y="447"/>
                  </a:cxn>
                  <a:cxn ang="0">
                    <a:pos x="36" y="418"/>
                  </a:cxn>
                  <a:cxn ang="0">
                    <a:pos x="22" y="387"/>
                  </a:cxn>
                  <a:cxn ang="0">
                    <a:pos x="10" y="356"/>
                  </a:cxn>
                  <a:cxn ang="0">
                    <a:pos x="3" y="323"/>
                  </a:cxn>
                  <a:cxn ang="0">
                    <a:pos x="0" y="288"/>
                  </a:cxn>
                  <a:cxn ang="0">
                    <a:pos x="8" y="250"/>
                  </a:cxn>
                  <a:cxn ang="0">
                    <a:pos x="18" y="213"/>
                  </a:cxn>
                  <a:cxn ang="0">
                    <a:pos x="29" y="176"/>
                  </a:cxn>
                  <a:cxn ang="0">
                    <a:pos x="40" y="140"/>
                  </a:cxn>
                  <a:cxn ang="0">
                    <a:pos x="53" y="104"/>
                  </a:cxn>
                  <a:cxn ang="0">
                    <a:pos x="68" y="69"/>
                  </a:cxn>
                  <a:cxn ang="0">
                    <a:pos x="83" y="35"/>
                  </a:cxn>
                  <a:cxn ang="0">
                    <a:pos x="99" y="0"/>
                  </a:cxn>
                </a:cxnLst>
                <a:rect l="0" t="0" r="r" b="b"/>
                <a:pathLst>
                  <a:path w="420" h="705">
                    <a:moveTo>
                      <a:pt x="99" y="0"/>
                    </a:moveTo>
                    <a:lnTo>
                      <a:pt x="109" y="22"/>
                    </a:lnTo>
                    <a:lnTo>
                      <a:pt x="121" y="43"/>
                    </a:lnTo>
                    <a:lnTo>
                      <a:pt x="133" y="64"/>
                    </a:lnTo>
                    <a:lnTo>
                      <a:pt x="148" y="84"/>
                    </a:lnTo>
                    <a:lnTo>
                      <a:pt x="165" y="104"/>
                    </a:lnTo>
                    <a:lnTo>
                      <a:pt x="182" y="123"/>
                    </a:lnTo>
                    <a:lnTo>
                      <a:pt x="200" y="143"/>
                    </a:lnTo>
                    <a:lnTo>
                      <a:pt x="220" y="161"/>
                    </a:lnTo>
                    <a:lnTo>
                      <a:pt x="241" y="180"/>
                    </a:lnTo>
                    <a:lnTo>
                      <a:pt x="264" y="197"/>
                    </a:lnTo>
                    <a:lnTo>
                      <a:pt x="287" y="214"/>
                    </a:lnTo>
                    <a:lnTo>
                      <a:pt x="311" y="232"/>
                    </a:lnTo>
                    <a:lnTo>
                      <a:pt x="337" y="248"/>
                    </a:lnTo>
                    <a:lnTo>
                      <a:pt x="364" y="263"/>
                    </a:lnTo>
                    <a:lnTo>
                      <a:pt x="391" y="278"/>
                    </a:lnTo>
                    <a:lnTo>
                      <a:pt x="420" y="293"/>
                    </a:lnTo>
                    <a:lnTo>
                      <a:pt x="413" y="330"/>
                    </a:lnTo>
                    <a:lnTo>
                      <a:pt x="406" y="368"/>
                    </a:lnTo>
                    <a:lnTo>
                      <a:pt x="401" y="406"/>
                    </a:lnTo>
                    <a:lnTo>
                      <a:pt x="395" y="445"/>
                    </a:lnTo>
                    <a:lnTo>
                      <a:pt x="393" y="469"/>
                    </a:lnTo>
                    <a:lnTo>
                      <a:pt x="390" y="493"/>
                    </a:lnTo>
                    <a:lnTo>
                      <a:pt x="389" y="517"/>
                    </a:lnTo>
                    <a:lnTo>
                      <a:pt x="387" y="541"/>
                    </a:lnTo>
                    <a:lnTo>
                      <a:pt x="385" y="583"/>
                    </a:lnTo>
                    <a:lnTo>
                      <a:pt x="385" y="623"/>
                    </a:lnTo>
                    <a:lnTo>
                      <a:pt x="383" y="665"/>
                    </a:lnTo>
                    <a:lnTo>
                      <a:pt x="385" y="705"/>
                    </a:lnTo>
                    <a:lnTo>
                      <a:pt x="348" y="685"/>
                    </a:lnTo>
                    <a:lnTo>
                      <a:pt x="312" y="665"/>
                    </a:lnTo>
                    <a:lnTo>
                      <a:pt x="277" y="643"/>
                    </a:lnTo>
                    <a:lnTo>
                      <a:pt x="244" y="622"/>
                    </a:lnTo>
                    <a:lnTo>
                      <a:pt x="211" y="599"/>
                    </a:lnTo>
                    <a:lnTo>
                      <a:pt x="180" y="576"/>
                    </a:lnTo>
                    <a:lnTo>
                      <a:pt x="150" y="553"/>
                    </a:lnTo>
                    <a:lnTo>
                      <a:pt x="122" y="528"/>
                    </a:lnTo>
                    <a:lnTo>
                      <a:pt x="97" y="502"/>
                    </a:lnTo>
                    <a:lnTo>
                      <a:pt x="74" y="475"/>
                    </a:lnTo>
                    <a:lnTo>
                      <a:pt x="54" y="447"/>
                    </a:lnTo>
                    <a:lnTo>
                      <a:pt x="36" y="418"/>
                    </a:lnTo>
                    <a:lnTo>
                      <a:pt x="22" y="387"/>
                    </a:lnTo>
                    <a:lnTo>
                      <a:pt x="10" y="356"/>
                    </a:lnTo>
                    <a:lnTo>
                      <a:pt x="3" y="323"/>
                    </a:lnTo>
                    <a:lnTo>
                      <a:pt x="0" y="288"/>
                    </a:lnTo>
                    <a:lnTo>
                      <a:pt x="8" y="250"/>
                    </a:lnTo>
                    <a:lnTo>
                      <a:pt x="18" y="213"/>
                    </a:lnTo>
                    <a:lnTo>
                      <a:pt x="29" y="176"/>
                    </a:lnTo>
                    <a:lnTo>
                      <a:pt x="40" y="140"/>
                    </a:lnTo>
                    <a:lnTo>
                      <a:pt x="53" y="104"/>
                    </a:lnTo>
                    <a:lnTo>
                      <a:pt x="68" y="69"/>
                    </a:lnTo>
                    <a:lnTo>
                      <a:pt x="83" y="35"/>
                    </a:lnTo>
                    <a:lnTo>
                      <a:pt x="99" y="0"/>
                    </a:lnTo>
                    <a:close/>
                  </a:path>
                </a:pathLst>
              </a:custGeom>
              <a:grpFill/>
              <a:ln w="9525">
                <a:noFill/>
                <a:round/>
                <a:headEnd/>
                <a:tailEnd/>
              </a:ln>
            </p:spPr>
            <p:txBody>
              <a:bodyPr/>
              <a:lstStyle/>
              <a:p>
                <a:pPr algn="ctr">
                  <a:defRPr/>
                </a:pPr>
                <a:endParaRPr lang="en-US" sz="900" dirty="0"/>
              </a:p>
            </p:txBody>
          </p:sp>
          <p:sp>
            <p:nvSpPr>
              <p:cNvPr id="69" name="Freeform 68"/>
              <p:cNvSpPr>
                <a:spLocks/>
              </p:cNvSpPr>
              <p:nvPr/>
            </p:nvSpPr>
            <p:spPr bwMode="auto">
              <a:xfrm>
                <a:off x="2307" y="2149"/>
                <a:ext cx="256" cy="365"/>
              </a:xfrm>
              <a:custGeom>
                <a:avLst/>
                <a:gdLst/>
                <a:ahLst/>
                <a:cxnLst>
                  <a:cxn ang="0">
                    <a:pos x="0" y="11"/>
                  </a:cxn>
                  <a:cxn ang="0">
                    <a:pos x="0" y="9"/>
                  </a:cxn>
                  <a:cxn ang="0">
                    <a:pos x="1" y="5"/>
                  </a:cxn>
                  <a:cxn ang="0">
                    <a:pos x="1" y="3"/>
                  </a:cxn>
                  <a:cxn ang="0">
                    <a:pos x="1" y="0"/>
                  </a:cxn>
                  <a:cxn ang="0">
                    <a:pos x="12" y="25"/>
                  </a:cxn>
                  <a:cxn ang="0">
                    <a:pos x="25" y="49"/>
                  </a:cxn>
                  <a:cxn ang="0">
                    <a:pos x="41" y="73"/>
                  </a:cxn>
                  <a:cxn ang="0">
                    <a:pos x="60" y="96"/>
                  </a:cxn>
                  <a:cxn ang="0">
                    <a:pos x="82" y="119"/>
                  </a:cxn>
                  <a:cxn ang="0">
                    <a:pos x="106" y="141"/>
                  </a:cxn>
                  <a:cxn ang="0">
                    <a:pos x="131" y="163"/>
                  </a:cxn>
                  <a:cxn ang="0">
                    <a:pos x="159" y="185"/>
                  </a:cxn>
                  <a:cxn ang="0">
                    <a:pos x="188" y="206"/>
                  </a:cxn>
                  <a:cxn ang="0">
                    <a:pos x="219" y="227"/>
                  </a:cxn>
                  <a:cxn ang="0">
                    <a:pos x="250" y="246"/>
                  </a:cxn>
                  <a:cxn ang="0">
                    <a:pos x="282" y="265"/>
                  </a:cxn>
                  <a:cxn ang="0">
                    <a:pos x="316" y="283"/>
                  </a:cxn>
                  <a:cxn ang="0">
                    <a:pos x="349" y="301"/>
                  </a:cxn>
                  <a:cxn ang="0">
                    <a:pos x="382" y="319"/>
                  </a:cxn>
                  <a:cxn ang="0">
                    <a:pos x="416" y="335"/>
                  </a:cxn>
                  <a:cxn ang="0">
                    <a:pos x="419" y="374"/>
                  </a:cxn>
                  <a:cxn ang="0">
                    <a:pos x="424" y="412"/>
                  </a:cxn>
                  <a:cxn ang="0">
                    <a:pos x="430" y="450"/>
                  </a:cxn>
                  <a:cxn ang="0">
                    <a:pos x="435" y="487"/>
                  </a:cxn>
                  <a:cxn ang="0">
                    <a:pos x="441" y="517"/>
                  </a:cxn>
                  <a:cxn ang="0">
                    <a:pos x="448" y="547"/>
                  </a:cxn>
                  <a:cxn ang="0">
                    <a:pos x="456" y="577"/>
                  </a:cxn>
                  <a:cxn ang="0">
                    <a:pos x="464" y="607"/>
                  </a:cxn>
                  <a:cxn ang="0">
                    <a:pos x="475" y="638"/>
                  </a:cxn>
                  <a:cxn ang="0">
                    <a:pos x="486" y="668"/>
                  </a:cxn>
                  <a:cxn ang="0">
                    <a:pos x="499" y="699"/>
                  </a:cxn>
                  <a:cxn ang="0">
                    <a:pos x="513" y="731"/>
                  </a:cxn>
                  <a:cxn ang="0">
                    <a:pos x="470" y="709"/>
                  </a:cxn>
                  <a:cxn ang="0">
                    <a:pos x="427" y="686"/>
                  </a:cxn>
                  <a:cxn ang="0">
                    <a:pos x="387" y="662"/>
                  </a:cxn>
                  <a:cxn ang="0">
                    <a:pos x="348" y="635"/>
                  </a:cxn>
                  <a:cxn ang="0">
                    <a:pos x="310" y="608"/>
                  </a:cxn>
                  <a:cxn ang="0">
                    <a:pos x="274" y="579"/>
                  </a:cxn>
                  <a:cxn ang="0">
                    <a:pos x="240" y="549"/>
                  </a:cxn>
                  <a:cxn ang="0">
                    <a:pos x="206" y="518"/>
                  </a:cxn>
                  <a:cxn ang="0">
                    <a:pos x="176" y="486"/>
                  </a:cxn>
                  <a:cxn ang="0">
                    <a:pos x="147" y="453"/>
                  </a:cxn>
                  <a:cxn ang="0">
                    <a:pos x="121" y="419"/>
                  </a:cxn>
                  <a:cxn ang="0">
                    <a:pos x="97" y="384"/>
                  </a:cxn>
                  <a:cxn ang="0">
                    <a:pos x="75" y="350"/>
                  </a:cxn>
                  <a:cxn ang="0">
                    <a:pos x="55" y="313"/>
                  </a:cxn>
                  <a:cxn ang="0">
                    <a:pos x="38" y="277"/>
                  </a:cxn>
                  <a:cxn ang="0">
                    <a:pos x="24" y="240"/>
                  </a:cxn>
                  <a:cxn ang="0">
                    <a:pos x="14" y="184"/>
                  </a:cxn>
                  <a:cxn ang="0">
                    <a:pos x="6" y="128"/>
                  </a:cxn>
                  <a:cxn ang="0">
                    <a:pos x="1" y="70"/>
                  </a:cxn>
                  <a:cxn ang="0">
                    <a:pos x="0" y="11"/>
                  </a:cxn>
                </a:cxnLst>
                <a:rect l="0" t="0" r="r" b="b"/>
                <a:pathLst>
                  <a:path w="513" h="731">
                    <a:moveTo>
                      <a:pt x="0" y="11"/>
                    </a:moveTo>
                    <a:lnTo>
                      <a:pt x="0" y="9"/>
                    </a:lnTo>
                    <a:lnTo>
                      <a:pt x="1" y="5"/>
                    </a:lnTo>
                    <a:lnTo>
                      <a:pt x="1" y="3"/>
                    </a:lnTo>
                    <a:lnTo>
                      <a:pt x="1" y="0"/>
                    </a:lnTo>
                    <a:lnTo>
                      <a:pt x="12" y="25"/>
                    </a:lnTo>
                    <a:lnTo>
                      <a:pt x="25" y="49"/>
                    </a:lnTo>
                    <a:lnTo>
                      <a:pt x="41" y="73"/>
                    </a:lnTo>
                    <a:lnTo>
                      <a:pt x="60" y="96"/>
                    </a:lnTo>
                    <a:lnTo>
                      <a:pt x="82" y="119"/>
                    </a:lnTo>
                    <a:lnTo>
                      <a:pt x="106" y="141"/>
                    </a:lnTo>
                    <a:lnTo>
                      <a:pt x="131" y="163"/>
                    </a:lnTo>
                    <a:lnTo>
                      <a:pt x="159" y="185"/>
                    </a:lnTo>
                    <a:lnTo>
                      <a:pt x="188" y="206"/>
                    </a:lnTo>
                    <a:lnTo>
                      <a:pt x="219" y="227"/>
                    </a:lnTo>
                    <a:lnTo>
                      <a:pt x="250" y="246"/>
                    </a:lnTo>
                    <a:lnTo>
                      <a:pt x="282" y="265"/>
                    </a:lnTo>
                    <a:lnTo>
                      <a:pt x="316" y="283"/>
                    </a:lnTo>
                    <a:lnTo>
                      <a:pt x="349" y="301"/>
                    </a:lnTo>
                    <a:lnTo>
                      <a:pt x="382" y="319"/>
                    </a:lnTo>
                    <a:lnTo>
                      <a:pt x="416" y="335"/>
                    </a:lnTo>
                    <a:lnTo>
                      <a:pt x="419" y="374"/>
                    </a:lnTo>
                    <a:lnTo>
                      <a:pt x="424" y="412"/>
                    </a:lnTo>
                    <a:lnTo>
                      <a:pt x="430" y="450"/>
                    </a:lnTo>
                    <a:lnTo>
                      <a:pt x="435" y="487"/>
                    </a:lnTo>
                    <a:lnTo>
                      <a:pt x="441" y="517"/>
                    </a:lnTo>
                    <a:lnTo>
                      <a:pt x="448" y="547"/>
                    </a:lnTo>
                    <a:lnTo>
                      <a:pt x="456" y="577"/>
                    </a:lnTo>
                    <a:lnTo>
                      <a:pt x="464" y="607"/>
                    </a:lnTo>
                    <a:lnTo>
                      <a:pt x="475" y="638"/>
                    </a:lnTo>
                    <a:lnTo>
                      <a:pt x="486" y="668"/>
                    </a:lnTo>
                    <a:lnTo>
                      <a:pt x="499" y="699"/>
                    </a:lnTo>
                    <a:lnTo>
                      <a:pt x="513" y="731"/>
                    </a:lnTo>
                    <a:lnTo>
                      <a:pt x="470" y="709"/>
                    </a:lnTo>
                    <a:lnTo>
                      <a:pt x="427" y="686"/>
                    </a:lnTo>
                    <a:lnTo>
                      <a:pt x="387" y="662"/>
                    </a:lnTo>
                    <a:lnTo>
                      <a:pt x="348" y="635"/>
                    </a:lnTo>
                    <a:lnTo>
                      <a:pt x="310" y="608"/>
                    </a:lnTo>
                    <a:lnTo>
                      <a:pt x="274" y="579"/>
                    </a:lnTo>
                    <a:lnTo>
                      <a:pt x="240" y="549"/>
                    </a:lnTo>
                    <a:lnTo>
                      <a:pt x="206" y="518"/>
                    </a:lnTo>
                    <a:lnTo>
                      <a:pt x="176" y="486"/>
                    </a:lnTo>
                    <a:lnTo>
                      <a:pt x="147" y="453"/>
                    </a:lnTo>
                    <a:lnTo>
                      <a:pt x="121" y="419"/>
                    </a:lnTo>
                    <a:lnTo>
                      <a:pt x="97" y="384"/>
                    </a:lnTo>
                    <a:lnTo>
                      <a:pt x="75" y="350"/>
                    </a:lnTo>
                    <a:lnTo>
                      <a:pt x="55" y="313"/>
                    </a:lnTo>
                    <a:lnTo>
                      <a:pt x="38" y="277"/>
                    </a:lnTo>
                    <a:lnTo>
                      <a:pt x="24" y="240"/>
                    </a:lnTo>
                    <a:lnTo>
                      <a:pt x="14" y="184"/>
                    </a:lnTo>
                    <a:lnTo>
                      <a:pt x="6" y="128"/>
                    </a:lnTo>
                    <a:lnTo>
                      <a:pt x="1" y="70"/>
                    </a:lnTo>
                    <a:lnTo>
                      <a:pt x="0" y="11"/>
                    </a:lnTo>
                    <a:close/>
                  </a:path>
                </a:pathLst>
              </a:custGeom>
              <a:grpFill/>
              <a:ln w="9525">
                <a:noFill/>
                <a:round/>
                <a:headEnd/>
                <a:tailEnd/>
              </a:ln>
            </p:spPr>
            <p:txBody>
              <a:bodyPr/>
              <a:lstStyle/>
              <a:p>
                <a:pPr algn="ctr">
                  <a:defRPr/>
                </a:pPr>
                <a:endParaRPr lang="en-US" sz="900" dirty="0"/>
              </a:p>
            </p:txBody>
          </p:sp>
          <p:sp>
            <p:nvSpPr>
              <p:cNvPr id="70" name="Freeform 69"/>
              <p:cNvSpPr>
                <a:spLocks/>
              </p:cNvSpPr>
              <p:nvPr/>
            </p:nvSpPr>
            <p:spPr bwMode="auto">
              <a:xfrm>
                <a:off x="2379" y="2437"/>
                <a:ext cx="286" cy="253"/>
              </a:xfrm>
              <a:custGeom>
                <a:avLst/>
                <a:gdLst/>
                <a:ahLst/>
                <a:cxnLst>
                  <a:cxn ang="0">
                    <a:pos x="0" y="0"/>
                  </a:cxn>
                  <a:cxn ang="0">
                    <a:pos x="14" y="20"/>
                  </a:cxn>
                  <a:cxn ang="0">
                    <a:pos x="31" y="41"/>
                  </a:cxn>
                  <a:cxn ang="0">
                    <a:pos x="52" y="62"/>
                  </a:cxn>
                  <a:cxn ang="0">
                    <a:pos x="74" y="82"/>
                  </a:cxn>
                  <a:cxn ang="0">
                    <a:pos x="99" y="103"/>
                  </a:cxn>
                  <a:cxn ang="0">
                    <a:pos x="126" y="124"/>
                  </a:cxn>
                  <a:cxn ang="0">
                    <a:pos x="153" y="144"/>
                  </a:cxn>
                  <a:cxn ang="0">
                    <a:pos x="182" y="165"/>
                  </a:cxn>
                  <a:cxn ang="0">
                    <a:pos x="212" y="184"/>
                  </a:cxn>
                  <a:cxn ang="0">
                    <a:pos x="242" y="203"/>
                  </a:cxn>
                  <a:cxn ang="0">
                    <a:pos x="272" y="220"/>
                  </a:cxn>
                  <a:cxn ang="0">
                    <a:pos x="302" y="237"/>
                  </a:cxn>
                  <a:cxn ang="0">
                    <a:pos x="332" y="252"/>
                  </a:cxn>
                  <a:cxn ang="0">
                    <a:pos x="360" y="265"/>
                  </a:cxn>
                  <a:cxn ang="0">
                    <a:pos x="387" y="278"/>
                  </a:cxn>
                  <a:cxn ang="0">
                    <a:pos x="412" y="288"/>
                  </a:cxn>
                  <a:cxn ang="0">
                    <a:pos x="418" y="303"/>
                  </a:cxn>
                  <a:cxn ang="0">
                    <a:pos x="424" y="318"/>
                  </a:cxn>
                  <a:cxn ang="0">
                    <a:pos x="431" y="334"/>
                  </a:cxn>
                  <a:cxn ang="0">
                    <a:pos x="439" y="349"/>
                  </a:cxn>
                  <a:cxn ang="0">
                    <a:pos x="447" y="366"/>
                  </a:cxn>
                  <a:cxn ang="0">
                    <a:pos x="456" y="381"/>
                  </a:cxn>
                  <a:cxn ang="0">
                    <a:pos x="466" y="397"/>
                  </a:cxn>
                  <a:cxn ang="0">
                    <a:pos x="478" y="413"/>
                  </a:cxn>
                  <a:cxn ang="0">
                    <a:pos x="487" y="424"/>
                  </a:cxn>
                  <a:cxn ang="0">
                    <a:pos x="496" y="436"/>
                  </a:cxn>
                  <a:cxn ang="0">
                    <a:pos x="508" y="447"/>
                  </a:cxn>
                  <a:cxn ang="0">
                    <a:pos x="518" y="460"/>
                  </a:cxn>
                  <a:cxn ang="0">
                    <a:pos x="531" y="471"/>
                  </a:cxn>
                  <a:cxn ang="0">
                    <a:pos x="544" y="483"/>
                  </a:cxn>
                  <a:cxn ang="0">
                    <a:pos x="557" y="496"/>
                  </a:cxn>
                  <a:cxn ang="0">
                    <a:pos x="572" y="507"/>
                  </a:cxn>
                  <a:cxn ang="0">
                    <a:pos x="537" y="490"/>
                  </a:cxn>
                  <a:cxn ang="0">
                    <a:pos x="500" y="471"/>
                  </a:cxn>
                  <a:cxn ang="0">
                    <a:pos x="461" y="451"/>
                  </a:cxn>
                  <a:cxn ang="0">
                    <a:pos x="422" y="428"/>
                  </a:cxn>
                  <a:cxn ang="0">
                    <a:pos x="381" y="402"/>
                  </a:cxn>
                  <a:cxn ang="0">
                    <a:pos x="341" y="376"/>
                  </a:cxn>
                  <a:cxn ang="0">
                    <a:pos x="302" y="347"/>
                  </a:cxn>
                  <a:cxn ang="0">
                    <a:pos x="261" y="316"/>
                  </a:cxn>
                  <a:cxn ang="0">
                    <a:pos x="222" y="284"/>
                  </a:cxn>
                  <a:cxn ang="0">
                    <a:pos x="185" y="249"/>
                  </a:cxn>
                  <a:cxn ang="0">
                    <a:pos x="149" y="212"/>
                  </a:cxn>
                  <a:cxn ang="0">
                    <a:pos x="114" y="173"/>
                  </a:cxn>
                  <a:cxn ang="0">
                    <a:pos x="82" y="133"/>
                  </a:cxn>
                  <a:cxn ang="0">
                    <a:pos x="52" y="90"/>
                  </a:cxn>
                  <a:cxn ang="0">
                    <a:pos x="24" y="47"/>
                  </a:cxn>
                  <a:cxn ang="0">
                    <a:pos x="0" y="0"/>
                  </a:cxn>
                </a:cxnLst>
                <a:rect l="0" t="0" r="r" b="b"/>
                <a:pathLst>
                  <a:path w="572" h="507">
                    <a:moveTo>
                      <a:pt x="0" y="0"/>
                    </a:moveTo>
                    <a:lnTo>
                      <a:pt x="14" y="20"/>
                    </a:lnTo>
                    <a:lnTo>
                      <a:pt x="31" y="41"/>
                    </a:lnTo>
                    <a:lnTo>
                      <a:pt x="52" y="62"/>
                    </a:lnTo>
                    <a:lnTo>
                      <a:pt x="74" y="82"/>
                    </a:lnTo>
                    <a:lnTo>
                      <a:pt x="99" y="103"/>
                    </a:lnTo>
                    <a:lnTo>
                      <a:pt x="126" y="124"/>
                    </a:lnTo>
                    <a:lnTo>
                      <a:pt x="153" y="144"/>
                    </a:lnTo>
                    <a:lnTo>
                      <a:pt x="182" y="165"/>
                    </a:lnTo>
                    <a:lnTo>
                      <a:pt x="212" y="184"/>
                    </a:lnTo>
                    <a:lnTo>
                      <a:pt x="242" y="203"/>
                    </a:lnTo>
                    <a:lnTo>
                      <a:pt x="272" y="220"/>
                    </a:lnTo>
                    <a:lnTo>
                      <a:pt x="302" y="237"/>
                    </a:lnTo>
                    <a:lnTo>
                      <a:pt x="332" y="252"/>
                    </a:lnTo>
                    <a:lnTo>
                      <a:pt x="360" y="265"/>
                    </a:lnTo>
                    <a:lnTo>
                      <a:pt x="387" y="278"/>
                    </a:lnTo>
                    <a:lnTo>
                      <a:pt x="412" y="288"/>
                    </a:lnTo>
                    <a:lnTo>
                      <a:pt x="418" y="303"/>
                    </a:lnTo>
                    <a:lnTo>
                      <a:pt x="424" y="318"/>
                    </a:lnTo>
                    <a:lnTo>
                      <a:pt x="431" y="334"/>
                    </a:lnTo>
                    <a:lnTo>
                      <a:pt x="439" y="349"/>
                    </a:lnTo>
                    <a:lnTo>
                      <a:pt x="447" y="366"/>
                    </a:lnTo>
                    <a:lnTo>
                      <a:pt x="456" y="381"/>
                    </a:lnTo>
                    <a:lnTo>
                      <a:pt x="466" y="397"/>
                    </a:lnTo>
                    <a:lnTo>
                      <a:pt x="478" y="413"/>
                    </a:lnTo>
                    <a:lnTo>
                      <a:pt x="487" y="424"/>
                    </a:lnTo>
                    <a:lnTo>
                      <a:pt x="496" y="436"/>
                    </a:lnTo>
                    <a:lnTo>
                      <a:pt x="508" y="447"/>
                    </a:lnTo>
                    <a:lnTo>
                      <a:pt x="518" y="460"/>
                    </a:lnTo>
                    <a:lnTo>
                      <a:pt x="531" y="471"/>
                    </a:lnTo>
                    <a:lnTo>
                      <a:pt x="544" y="483"/>
                    </a:lnTo>
                    <a:lnTo>
                      <a:pt x="557" y="496"/>
                    </a:lnTo>
                    <a:lnTo>
                      <a:pt x="572" y="507"/>
                    </a:lnTo>
                    <a:lnTo>
                      <a:pt x="537" y="490"/>
                    </a:lnTo>
                    <a:lnTo>
                      <a:pt x="500" y="471"/>
                    </a:lnTo>
                    <a:lnTo>
                      <a:pt x="461" y="451"/>
                    </a:lnTo>
                    <a:lnTo>
                      <a:pt x="422" y="428"/>
                    </a:lnTo>
                    <a:lnTo>
                      <a:pt x="381" y="402"/>
                    </a:lnTo>
                    <a:lnTo>
                      <a:pt x="341" y="376"/>
                    </a:lnTo>
                    <a:lnTo>
                      <a:pt x="302" y="347"/>
                    </a:lnTo>
                    <a:lnTo>
                      <a:pt x="261" y="316"/>
                    </a:lnTo>
                    <a:lnTo>
                      <a:pt x="222" y="284"/>
                    </a:lnTo>
                    <a:lnTo>
                      <a:pt x="185" y="249"/>
                    </a:lnTo>
                    <a:lnTo>
                      <a:pt x="149" y="212"/>
                    </a:lnTo>
                    <a:lnTo>
                      <a:pt x="114" y="173"/>
                    </a:lnTo>
                    <a:lnTo>
                      <a:pt x="82" y="133"/>
                    </a:lnTo>
                    <a:lnTo>
                      <a:pt x="52" y="90"/>
                    </a:lnTo>
                    <a:lnTo>
                      <a:pt x="24" y="47"/>
                    </a:lnTo>
                    <a:lnTo>
                      <a:pt x="0" y="0"/>
                    </a:lnTo>
                    <a:close/>
                  </a:path>
                </a:pathLst>
              </a:custGeom>
              <a:grpFill/>
              <a:ln w="9525">
                <a:noFill/>
                <a:round/>
                <a:headEnd/>
                <a:tailEnd/>
              </a:ln>
            </p:spPr>
            <p:txBody>
              <a:bodyPr/>
              <a:lstStyle/>
              <a:p>
                <a:pPr algn="ctr">
                  <a:defRPr/>
                </a:pPr>
                <a:endParaRPr lang="en-US" sz="900" dirty="0"/>
              </a:p>
            </p:txBody>
          </p:sp>
          <p:sp>
            <p:nvSpPr>
              <p:cNvPr id="71" name="Freeform 70"/>
              <p:cNvSpPr>
                <a:spLocks/>
              </p:cNvSpPr>
              <p:nvPr/>
            </p:nvSpPr>
            <p:spPr bwMode="auto">
              <a:xfrm>
                <a:off x="2648" y="2599"/>
                <a:ext cx="208" cy="136"/>
              </a:xfrm>
              <a:custGeom>
                <a:avLst/>
                <a:gdLst/>
                <a:ahLst/>
                <a:cxnLst>
                  <a:cxn ang="0">
                    <a:pos x="417" y="273"/>
                  </a:cxn>
                  <a:cxn ang="0">
                    <a:pos x="398" y="272"/>
                  </a:cxn>
                  <a:cxn ang="0">
                    <a:pos x="379" y="271"/>
                  </a:cxn>
                  <a:cxn ang="0">
                    <a:pos x="358" y="268"/>
                  </a:cxn>
                  <a:cxn ang="0">
                    <a:pos x="337" y="266"/>
                  </a:cxn>
                  <a:cxn ang="0">
                    <a:pos x="315" y="261"/>
                  </a:cxn>
                  <a:cxn ang="0">
                    <a:pos x="292" y="257"/>
                  </a:cxn>
                  <a:cxn ang="0">
                    <a:pos x="269" y="250"/>
                  </a:cxn>
                  <a:cxn ang="0">
                    <a:pos x="245" y="241"/>
                  </a:cxn>
                  <a:cxn ang="0">
                    <a:pos x="231" y="235"/>
                  </a:cxn>
                  <a:cxn ang="0">
                    <a:pos x="218" y="229"/>
                  </a:cxn>
                  <a:cxn ang="0">
                    <a:pos x="204" y="222"/>
                  </a:cxn>
                  <a:cxn ang="0">
                    <a:pos x="190" y="215"/>
                  </a:cxn>
                  <a:cxn ang="0">
                    <a:pos x="175" y="209"/>
                  </a:cxn>
                  <a:cxn ang="0">
                    <a:pos x="160" y="200"/>
                  </a:cxn>
                  <a:cxn ang="0">
                    <a:pos x="146" y="192"/>
                  </a:cxn>
                  <a:cxn ang="0">
                    <a:pos x="131" y="183"/>
                  </a:cxn>
                  <a:cxn ang="0">
                    <a:pos x="117" y="174"/>
                  </a:cxn>
                  <a:cxn ang="0">
                    <a:pos x="103" y="165"/>
                  </a:cxn>
                  <a:cxn ang="0">
                    <a:pos x="90" y="153"/>
                  </a:cxn>
                  <a:cxn ang="0">
                    <a:pos x="76" y="143"/>
                  </a:cxn>
                  <a:cxn ang="0">
                    <a:pos x="63" y="131"/>
                  </a:cxn>
                  <a:cxn ang="0">
                    <a:pos x="52" y="119"/>
                  </a:cxn>
                  <a:cxn ang="0">
                    <a:pos x="40" y="106"/>
                  </a:cxn>
                  <a:cxn ang="0">
                    <a:pos x="30" y="92"/>
                  </a:cxn>
                  <a:cxn ang="0">
                    <a:pos x="19" y="71"/>
                  </a:cxn>
                  <a:cxn ang="0">
                    <a:pos x="14" y="48"/>
                  </a:cxn>
                  <a:cxn ang="0">
                    <a:pos x="8" y="24"/>
                  </a:cxn>
                  <a:cxn ang="0">
                    <a:pos x="0" y="0"/>
                  </a:cxn>
                  <a:cxn ang="0">
                    <a:pos x="10" y="4"/>
                  </a:cxn>
                  <a:cxn ang="0">
                    <a:pos x="21" y="8"/>
                  </a:cxn>
                  <a:cxn ang="0">
                    <a:pos x="31" y="12"/>
                  </a:cxn>
                  <a:cxn ang="0">
                    <a:pos x="42" y="15"/>
                  </a:cxn>
                  <a:cxn ang="0">
                    <a:pos x="53" y="17"/>
                  </a:cxn>
                  <a:cxn ang="0">
                    <a:pos x="64" y="21"/>
                  </a:cxn>
                  <a:cxn ang="0">
                    <a:pos x="76" y="24"/>
                  </a:cxn>
                  <a:cxn ang="0">
                    <a:pos x="87" y="27"/>
                  </a:cxn>
                  <a:cxn ang="0">
                    <a:pos x="100" y="30"/>
                  </a:cxn>
                  <a:cxn ang="0">
                    <a:pos x="112" y="32"/>
                  </a:cxn>
                  <a:cxn ang="0">
                    <a:pos x="123" y="36"/>
                  </a:cxn>
                  <a:cxn ang="0">
                    <a:pos x="136" y="38"/>
                  </a:cxn>
                  <a:cxn ang="0">
                    <a:pos x="148" y="40"/>
                  </a:cxn>
                  <a:cxn ang="0">
                    <a:pos x="160" y="43"/>
                  </a:cxn>
                  <a:cxn ang="0">
                    <a:pos x="173" y="45"/>
                  </a:cxn>
                  <a:cxn ang="0">
                    <a:pos x="185" y="47"/>
                  </a:cxn>
                  <a:cxn ang="0">
                    <a:pos x="200" y="50"/>
                  </a:cxn>
                  <a:cxn ang="0">
                    <a:pos x="214" y="52"/>
                  </a:cxn>
                  <a:cxn ang="0">
                    <a:pos x="229" y="54"/>
                  </a:cxn>
                  <a:cxn ang="0">
                    <a:pos x="244" y="55"/>
                  </a:cxn>
                  <a:cxn ang="0">
                    <a:pos x="259" y="58"/>
                  </a:cxn>
                  <a:cxn ang="0">
                    <a:pos x="273" y="60"/>
                  </a:cxn>
                  <a:cxn ang="0">
                    <a:pos x="288" y="61"/>
                  </a:cxn>
                  <a:cxn ang="0">
                    <a:pos x="303" y="62"/>
                  </a:cxn>
                  <a:cxn ang="0">
                    <a:pos x="318" y="65"/>
                  </a:cxn>
                  <a:cxn ang="0">
                    <a:pos x="332" y="66"/>
                  </a:cxn>
                  <a:cxn ang="0">
                    <a:pos x="347" y="67"/>
                  </a:cxn>
                  <a:cxn ang="0">
                    <a:pos x="360" y="68"/>
                  </a:cxn>
                  <a:cxn ang="0">
                    <a:pos x="375" y="68"/>
                  </a:cxn>
                  <a:cxn ang="0">
                    <a:pos x="389" y="69"/>
                  </a:cxn>
                  <a:cxn ang="0">
                    <a:pos x="403" y="70"/>
                  </a:cxn>
                  <a:cxn ang="0">
                    <a:pos x="417" y="70"/>
                  </a:cxn>
                  <a:cxn ang="0">
                    <a:pos x="417" y="166"/>
                  </a:cxn>
                  <a:cxn ang="0">
                    <a:pos x="417" y="273"/>
                  </a:cxn>
                </a:cxnLst>
                <a:rect l="0" t="0" r="r" b="b"/>
                <a:pathLst>
                  <a:path w="417" h="273">
                    <a:moveTo>
                      <a:pt x="417" y="273"/>
                    </a:moveTo>
                    <a:lnTo>
                      <a:pt x="398" y="272"/>
                    </a:lnTo>
                    <a:lnTo>
                      <a:pt x="379" y="271"/>
                    </a:lnTo>
                    <a:lnTo>
                      <a:pt x="358" y="268"/>
                    </a:lnTo>
                    <a:lnTo>
                      <a:pt x="337" y="266"/>
                    </a:lnTo>
                    <a:lnTo>
                      <a:pt x="315" y="261"/>
                    </a:lnTo>
                    <a:lnTo>
                      <a:pt x="292" y="257"/>
                    </a:lnTo>
                    <a:lnTo>
                      <a:pt x="269" y="250"/>
                    </a:lnTo>
                    <a:lnTo>
                      <a:pt x="245" y="241"/>
                    </a:lnTo>
                    <a:lnTo>
                      <a:pt x="231" y="235"/>
                    </a:lnTo>
                    <a:lnTo>
                      <a:pt x="218" y="229"/>
                    </a:lnTo>
                    <a:lnTo>
                      <a:pt x="204" y="222"/>
                    </a:lnTo>
                    <a:lnTo>
                      <a:pt x="190" y="215"/>
                    </a:lnTo>
                    <a:lnTo>
                      <a:pt x="175" y="209"/>
                    </a:lnTo>
                    <a:lnTo>
                      <a:pt x="160" y="200"/>
                    </a:lnTo>
                    <a:lnTo>
                      <a:pt x="146" y="192"/>
                    </a:lnTo>
                    <a:lnTo>
                      <a:pt x="131" y="183"/>
                    </a:lnTo>
                    <a:lnTo>
                      <a:pt x="117" y="174"/>
                    </a:lnTo>
                    <a:lnTo>
                      <a:pt x="103" y="165"/>
                    </a:lnTo>
                    <a:lnTo>
                      <a:pt x="90" y="153"/>
                    </a:lnTo>
                    <a:lnTo>
                      <a:pt x="76" y="143"/>
                    </a:lnTo>
                    <a:lnTo>
                      <a:pt x="63" y="131"/>
                    </a:lnTo>
                    <a:lnTo>
                      <a:pt x="52" y="119"/>
                    </a:lnTo>
                    <a:lnTo>
                      <a:pt x="40" y="106"/>
                    </a:lnTo>
                    <a:lnTo>
                      <a:pt x="30" y="92"/>
                    </a:lnTo>
                    <a:lnTo>
                      <a:pt x="19" y="71"/>
                    </a:lnTo>
                    <a:lnTo>
                      <a:pt x="14" y="48"/>
                    </a:lnTo>
                    <a:lnTo>
                      <a:pt x="8" y="24"/>
                    </a:lnTo>
                    <a:lnTo>
                      <a:pt x="0" y="0"/>
                    </a:lnTo>
                    <a:lnTo>
                      <a:pt x="10" y="4"/>
                    </a:lnTo>
                    <a:lnTo>
                      <a:pt x="21" y="8"/>
                    </a:lnTo>
                    <a:lnTo>
                      <a:pt x="31" y="12"/>
                    </a:lnTo>
                    <a:lnTo>
                      <a:pt x="42" y="15"/>
                    </a:lnTo>
                    <a:lnTo>
                      <a:pt x="53" y="17"/>
                    </a:lnTo>
                    <a:lnTo>
                      <a:pt x="64" y="21"/>
                    </a:lnTo>
                    <a:lnTo>
                      <a:pt x="76" y="24"/>
                    </a:lnTo>
                    <a:lnTo>
                      <a:pt x="87" y="27"/>
                    </a:lnTo>
                    <a:lnTo>
                      <a:pt x="100" y="30"/>
                    </a:lnTo>
                    <a:lnTo>
                      <a:pt x="112" y="32"/>
                    </a:lnTo>
                    <a:lnTo>
                      <a:pt x="123" y="36"/>
                    </a:lnTo>
                    <a:lnTo>
                      <a:pt x="136" y="38"/>
                    </a:lnTo>
                    <a:lnTo>
                      <a:pt x="148" y="40"/>
                    </a:lnTo>
                    <a:lnTo>
                      <a:pt x="160" y="43"/>
                    </a:lnTo>
                    <a:lnTo>
                      <a:pt x="173" y="45"/>
                    </a:lnTo>
                    <a:lnTo>
                      <a:pt x="185" y="47"/>
                    </a:lnTo>
                    <a:lnTo>
                      <a:pt x="200" y="50"/>
                    </a:lnTo>
                    <a:lnTo>
                      <a:pt x="214" y="52"/>
                    </a:lnTo>
                    <a:lnTo>
                      <a:pt x="229" y="54"/>
                    </a:lnTo>
                    <a:lnTo>
                      <a:pt x="244" y="55"/>
                    </a:lnTo>
                    <a:lnTo>
                      <a:pt x="259" y="58"/>
                    </a:lnTo>
                    <a:lnTo>
                      <a:pt x="273" y="60"/>
                    </a:lnTo>
                    <a:lnTo>
                      <a:pt x="288" y="61"/>
                    </a:lnTo>
                    <a:lnTo>
                      <a:pt x="303" y="62"/>
                    </a:lnTo>
                    <a:lnTo>
                      <a:pt x="318" y="65"/>
                    </a:lnTo>
                    <a:lnTo>
                      <a:pt x="332" y="66"/>
                    </a:lnTo>
                    <a:lnTo>
                      <a:pt x="347" y="67"/>
                    </a:lnTo>
                    <a:lnTo>
                      <a:pt x="360" y="68"/>
                    </a:lnTo>
                    <a:lnTo>
                      <a:pt x="375" y="68"/>
                    </a:lnTo>
                    <a:lnTo>
                      <a:pt x="389" y="69"/>
                    </a:lnTo>
                    <a:lnTo>
                      <a:pt x="403" y="70"/>
                    </a:lnTo>
                    <a:lnTo>
                      <a:pt x="417" y="70"/>
                    </a:lnTo>
                    <a:lnTo>
                      <a:pt x="417" y="166"/>
                    </a:lnTo>
                    <a:lnTo>
                      <a:pt x="417" y="273"/>
                    </a:lnTo>
                    <a:close/>
                  </a:path>
                </a:pathLst>
              </a:custGeom>
              <a:grpFill/>
              <a:ln w="9525">
                <a:noFill/>
                <a:round/>
                <a:headEnd/>
                <a:tailEnd/>
              </a:ln>
            </p:spPr>
            <p:txBody>
              <a:bodyPr/>
              <a:lstStyle/>
              <a:p>
                <a:pPr algn="ctr">
                  <a:defRPr/>
                </a:pPr>
                <a:endParaRPr lang="en-US" sz="900" dirty="0"/>
              </a:p>
            </p:txBody>
          </p:sp>
          <p:sp>
            <p:nvSpPr>
              <p:cNvPr id="72" name="Freeform 71"/>
              <p:cNvSpPr>
                <a:spLocks/>
              </p:cNvSpPr>
              <p:nvPr/>
            </p:nvSpPr>
            <p:spPr bwMode="auto">
              <a:xfrm>
                <a:off x="2904" y="2604"/>
                <a:ext cx="202" cy="131"/>
              </a:xfrm>
              <a:custGeom>
                <a:avLst/>
                <a:gdLst/>
                <a:ahLst/>
                <a:cxnLst>
                  <a:cxn ang="0">
                    <a:pos x="171" y="229"/>
                  </a:cxn>
                  <a:cxn ang="0">
                    <a:pos x="147" y="237"/>
                  </a:cxn>
                  <a:cxn ang="0">
                    <a:pos x="124" y="244"/>
                  </a:cxn>
                  <a:cxn ang="0">
                    <a:pos x="102" y="249"/>
                  </a:cxn>
                  <a:cxn ang="0">
                    <a:pos x="80" y="253"/>
                  </a:cxn>
                  <a:cxn ang="0">
                    <a:pos x="59" y="256"/>
                  </a:cxn>
                  <a:cxn ang="0">
                    <a:pos x="38" y="259"/>
                  </a:cxn>
                  <a:cxn ang="0">
                    <a:pos x="19" y="260"/>
                  </a:cxn>
                  <a:cxn ang="0">
                    <a:pos x="0" y="261"/>
                  </a:cxn>
                  <a:cxn ang="0">
                    <a:pos x="0" y="161"/>
                  </a:cxn>
                  <a:cxn ang="0">
                    <a:pos x="0" y="58"/>
                  </a:cxn>
                  <a:cxn ang="0">
                    <a:pos x="26" y="57"/>
                  </a:cxn>
                  <a:cxn ang="0">
                    <a:pos x="51" y="56"/>
                  </a:cxn>
                  <a:cxn ang="0">
                    <a:pos x="78" y="54"/>
                  </a:cxn>
                  <a:cxn ang="0">
                    <a:pos x="103" y="51"/>
                  </a:cxn>
                  <a:cxn ang="0">
                    <a:pos x="129" y="49"/>
                  </a:cxn>
                  <a:cxn ang="0">
                    <a:pos x="155" y="46"/>
                  </a:cxn>
                  <a:cxn ang="0">
                    <a:pos x="181" y="43"/>
                  </a:cxn>
                  <a:cxn ang="0">
                    <a:pos x="207" y="39"/>
                  </a:cxn>
                  <a:cxn ang="0">
                    <a:pos x="232" y="35"/>
                  </a:cxn>
                  <a:cxn ang="0">
                    <a:pos x="258" y="31"/>
                  </a:cxn>
                  <a:cxn ang="0">
                    <a:pos x="283" y="26"/>
                  </a:cxn>
                  <a:cxn ang="0">
                    <a:pos x="308" y="21"/>
                  </a:cxn>
                  <a:cxn ang="0">
                    <a:pos x="332" y="17"/>
                  </a:cxn>
                  <a:cxn ang="0">
                    <a:pos x="356" y="11"/>
                  </a:cxn>
                  <a:cxn ang="0">
                    <a:pos x="380" y="5"/>
                  </a:cxn>
                  <a:cxn ang="0">
                    <a:pos x="403" y="0"/>
                  </a:cxn>
                  <a:cxn ang="0">
                    <a:pos x="399" y="9"/>
                  </a:cxn>
                  <a:cxn ang="0">
                    <a:pos x="394" y="18"/>
                  </a:cxn>
                  <a:cxn ang="0">
                    <a:pos x="390" y="27"/>
                  </a:cxn>
                  <a:cxn ang="0">
                    <a:pos x="385" y="36"/>
                  </a:cxn>
                  <a:cxn ang="0">
                    <a:pos x="379" y="46"/>
                  </a:cxn>
                  <a:cxn ang="0">
                    <a:pos x="375" y="54"/>
                  </a:cxn>
                  <a:cxn ang="0">
                    <a:pos x="369" y="63"/>
                  </a:cxn>
                  <a:cxn ang="0">
                    <a:pos x="363" y="71"/>
                  </a:cxn>
                  <a:cxn ang="0">
                    <a:pos x="352" y="86"/>
                  </a:cxn>
                  <a:cxn ang="0">
                    <a:pos x="340" y="101"/>
                  </a:cxn>
                  <a:cxn ang="0">
                    <a:pos x="329" y="115"/>
                  </a:cxn>
                  <a:cxn ang="0">
                    <a:pos x="316" y="129"/>
                  </a:cxn>
                  <a:cxn ang="0">
                    <a:pos x="303" y="140"/>
                  </a:cxn>
                  <a:cxn ang="0">
                    <a:pos x="291" y="153"/>
                  </a:cxn>
                  <a:cxn ang="0">
                    <a:pos x="277" y="163"/>
                  </a:cxn>
                  <a:cxn ang="0">
                    <a:pos x="264" y="173"/>
                  </a:cxn>
                  <a:cxn ang="0">
                    <a:pos x="251" y="183"/>
                  </a:cxn>
                  <a:cxn ang="0">
                    <a:pos x="239" y="192"/>
                  </a:cxn>
                  <a:cxn ang="0">
                    <a:pos x="226" y="200"/>
                  </a:cxn>
                  <a:cxn ang="0">
                    <a:pos x="215" y="207"/>
                  </a:cxn>
                  <a:cxn ang="0">
                    <a:pos x="203" y="214"/>
                  </a:cxn>
                  <a:cxn ang="0">
                    <a:pos x="192" y="220"/>
                  </a:cxn>
                  <a:cxn ang="0">
                    <a:pos x="181" y="224"/>
                  </a:cxn>
                  <a:cxn ang="0">
                    <a:pos x="171" y="229"/>
                  </a:cxn>
                </a:cxnLst>
                <a:rect l="0" t="0" r="r" b="b"/>
                <a:pathLst>
                  <a:path w="403" h="261">
                    <a:moveTo>
                      <a:pt x="171" y="229"/>
                    </a:moveTo>
                    <a:lnTo>
                      <a:pt x="147" y="237"/>
                    </a:lnTo>
                    <a:lnTo>
                      <a:pt x="124" y="244"/>
                    </a:lnTo>
                    <a:lnTo>
                      <a:pt x="102" y="249"/>
                    </a:lnTo>
                    <a:lnTo>
                      <a:pt x="80" y="253"/>
                    </a:lnTo>
                    <a:lnTo>
                      <a:pt x="59" y="256"/>
                    </a:lnTo>
                    <a:lnTo>
                      <a:pt x="38" y="259"/>
                    </a:lnTo>
                    <a:lnTo>
                      <a:pt x="19" y="260"/>
                    </a:lnTo>
                    <a:lnTo>
                      <a:pt x="0" y="261"/>
                    </a:lnTo>
                    <a:lnTo>
                      <a:pt x="0" y="161"/>
                    </a:lnTo>
                    <a:lnTo>
                      <a:pt x="0" y="58"/>
                    </a:lnTo>
                    <a:lnTo>
                      <a:pt x="26" y="57"/>
                    </a:lnTo>
                    <a:lnTo>
                      <a:pt x="51" y="56"/>
                    </a:lnTo>
                    <a:lnTo>
                      <a:pt x="78" y="54"/>
                    </a:lnTo>
                    <a:lnTo>
                      <a:pt x="103" y="51"/>
                    </a:lnTo>
                    <a:lnTo>
                      <a:pt x="129" y="49"/>
                    </a:lnTo>
                    <a:lnTo>
                      <a:pt x="155" y="46"/>
                    </a:lnTo>
                    <a:lnTo>
                      <a:pt x="181" y="43"/>
                    </a:lnTo>
                    <a:lnTo>
                      <a:pt x="207" y="39"/>
                    </a:lnTo>
                    <a:lnTo>
                      <a:pt x="232" y="35"/>
                    </a:lnTo>
                    <a:lnTo>
                      <a:pt x="258" y="31"/>
                    </a:lnTo>
                    <a:lnTo>
                      <a:pt x="283" y="26"/>
                    </a:lnTo>
                    <a:lnTo>
                      <a:pt x="308" y="21"/>
                    </a:lnTo>
                    <a:lnTo>
                      <a:pt x="332" y="17"/>
                    </a:lnTo>
                    <a:lnTo>
                      <a:pt x="356" y="11"/>
                    </a:lnTo>
                    <a:lnTo>
                      <a:pt x="380" y="5"/>
                    </a:lnTo>
                    <a:lnTo>
                      <a:pt x="403" y="0"/>
                    </a:lnTo>
                    <a:lnTo>
                      <a:pt x="399" y="9"/>
                    </a:lnTo>
                    <a:lnTo>
                      <a:pt x="394" y="18"/>
                    </a:lnTo>
                    <a:lnTo>
                      <a:pt x="390" y="27"/>
                    </a:lnTo>
                    <a:lnTo>
                      <a:pt x="385" y="36"/>
                    </a:lnTo>
                    <a:lnTo>
                      <a:pt x="379" y="46"/>
                    </a:lnTo>
                    <a:lnTo>
                      <a:pt x="375" y="54"/>
                    </a:lnTo>
                    <a:lnTo>
                      <a:pt x="369" y="63"/>
                    </a:lnTo>
                    <a:lnTo>
                      <a:pt x="363" y="71"/>
                    </a:lnTo>
                    <a:lnTo>
                      <a:pt x="352" y="86"/>
                    </a:lnTo>
                    <a:lnTo>
                      <a:pt x="340" y="101"/>
                    </a:lnTo>
                    <a:lnTo>
                      <a:pt x="329" y="115"/>
                    </a:lnTo>
                    <a:lnTo>
                      <a:pt x="316" y="129"/>
                    </a:lnTo>
                    <a:lnTo>
                      <a:pt x="303" y="140"/>
                    </a:lnTo>
                    <a:lnTo>
                      <a:pt x="291" y="153"/>
                    </a:lnTo>
                    <a:lnTo>
                      <a:pt x="277" y="163"/>
                    </a:lnTo>
                    <a:lnTo>
                      <a:pt x="264" y="173"/>
                    </a:lnTo>
                    <a:lnTo>
                      <a:pt x="251" y="183"/>
                    </a:lnTo>
                    <a:lnTo>
                      <a:pt x="239" y="192"/>
                    </a:lnTo>
                    <a:lnTo>
                      <a:pt x="226" y="200"/>
                    </a:lnTo>
                    <a:lnTo>
                      <a:pt x="215" y="207"/>
                    </a:lnTo>
                    <a:lnTo>
                      <a:pt x="203" y="214"/>
                    </a:lnTo>
                    <a:lnTo>
                      <a:pt x="192" y="220"/>
                    </a:lnTo>
                    <a:lnTo>
                      <a:pt x="181" y="224"/>
                    </a:lnTo>
                    <a:lnTo>
                      <a:pt x="171" y="229"/>
                    </a:lnTo>
                    <a:close/>
                  </a:path>
                </a:pathLst>
              </a:custGeom>
              <a:grpFill/>
              <a:ln w="9525">
                <a:noFill/>
                <a:round/>
                <a:headEnd/>
                <a:tailEnd/>
              </a:ln>
            </p:spPr>
            <p:txBody>
              <a:bodyPr/>
              <a:lstStyle/>
              <a:p>
                <a:pPr algn="ctr">
                  <a:defRPr/>
                </a:pPr>
                <a:endParaRPr lang="en-US" sz="900" dirty="0"/>
              </a:p>
            </p:txBody>
          </p:sp>
          <p:sp>
            <p:nvSpPr>
              <p:cNvPr id="73" name="Freeform 72"/>
              <p:cNvSpPr>
                <a:spLocks/>
              </p:cNvSpPr>
              <p:nvPr/>
            </p:nvSpPr>
            <p:spPr bwMode="auto">
              <a:xfrm>
                <a:off x="3104" y="2437"/>
                <a:ext cx="278" cy="248"/>
              </a:xfrm>
              <a:custGeom>
                <a:avLst/>
                <a:gdLst/>
                <a:ahLst/>
                <a:cxnLst>
                  <a:cxn ang="0">
                    <a:pos x="0" y="497"/>
                  </a:cxn>
                  <a:cxn ang="0">
                    <a:pos x="13" y="485"/>
                  </a:cxn>
                  <a:cxn ang="0">
                    <a:pos x="25" y="473"/>
                  </a:cxn>
                  <a:cxn ang="0">
                    <a:pos x="36" y="461"/>
                  </a:cxn>
                  <a:cxn ang="0">
                    <a:pos x="46" y="450"/>
                  </a:cxn>
                  <a:cxn ang="0">
                    <a:pos x="56" y="438"/>
                  </a:cxn>
                  <a:cxn ang="0">
                    <a:pos x="65" y="427"/>
                  </a:cxn>
                  <a:cxn ang="0">
                    <a:pos x="73" y="415"/>
                  </a:cxn>
                  <a:cxn ang="0">
                    <a:pos x="81" y="404"/>
                  </a:cxn>
                  <a:cxn ang="0">
                    <a:pos x="90" y="389"/>
                  </a:cxn>
                  <a:cxn ang="0">
                    <a:pos x="99" y="375"/>
                  </a:cxn>
                  <a:cxn ang="0">
                    <a:pos x="107" y="360"/>
                  </a:cxn>
                  <a:cxn ang="0">
                    <a:pos x="114" y="346"/>
                  </a:cxn>
                  <a:cxn ang="0">
                    <a:pos x="122" y="332"/>
                  </a:cxn>
                  <a:cxn ang="0">
                    <a:pos x="129" y="317"/>
                  </a:cxn>
                  <a:cxn ang="0">
                    <a:pos x="136" y="303"/>
                  </a:cxn>
                  <a:cxn ang="0">
                    <a:pos x="143" y="288"/>
                  </a:cxn>
                  <a:cxn ang="0">
                    <a:pos x="168" y="278"/>
                  </a:cxn>
                  <a:cxn ang="0">
                    <a:pos x="195" y="265"/>
                  </a:cxn>
                  <a:cxn ang="0">
                    <a:pos x="223" y="252"/>
                  </a:cxn>
                  <a:cxn ang="0">
                    <a:pos x="252" y="237"/>
                  </a:cxn>
                  <a:cxn ang="0">
                    <a:pos x="282" y="220"/>
                  </a:cxn>
                  <a:cxn ang="0">
                    <a:pos x="313" y="203"/>
                  </a:cxn>
                  <a:cxn ang="0">
                    <a:pos x="343" y="184"/>
                  </a:cxn>
                  <a:cxn ang="0">
                    <a:pos x="373" y="165"/>
                  </a:cxn>
                  <a:cxn ang="0">
                    <a:pos x="402" y="144"/>
                  </a:cxn>
                  <a:cxn ang="0">
                    <a:pos x="430" y="124"/>
                  </a:cxn>
                  <a:cxn ang="0">
                    <a:pos x="456" y="103"/>
                  </a:cxn>
                  <a:cxn ang="0">
                    <a:pos x="480" y="82"/>
                  </a:cxn>
                  <a:cxn ang="0">
                    <a:pos x="503" y="62"/>
                  </a:cxn>
                  <a:cxn ang="0">
                    <a:pos x="524" y="41"/>
                  </a:cxn>
                  <a:cxn ang="0">
                    <a:pos x="541" y="20"/>
                  </a:cxn>
                  <a:cxn ang="0">
                    <a:pos x="555" y="0"/>
                  </a:cxn>
                  <a:cxn ang="0">
                    <a:pos x="531" y="47"/>
                  </a:cxn>
                  <a:cxn ang="0">
                    <a:pos x="505" y="90"/>
                  </a:cxn>
                  <a:cxn ang="0">
                    <a:pos x="476" y="132"/>
                  </a:cxn>
                  <a:cxn ang="0">
                    <a:pos x="443" y="172"/>
                  </a:cxn>
                  <a:cxn ang="0">
                    <a:pos x="411" y="210"/>
                  </a:cxn>
                  <a:cxn ang="0">
                    <a:pos x="376" y="246"/>
                  </a:cxn>
                  <a:cxn ang="0">
                    <a:pos x="340" y="279"/>
                  </a:cxn>
                  <a:cxn ang="0">
                    <a:pos x="302" y="310"/>
                  </a:cxn>
                  <a:cxn ang="0">
                    <a:pos x="264" y="340"/>
                  </a:cxn>
                  <a:cxn ang="0">
                    <a:pos x="226" y="369"/>
                  </a:cxn>
                  <a:cxn ang="0">
                    <a:pos x="187" y="394"/>
                  </a:cxn>
                  <a:cxn ang="0">
                    <a:pos x="149" y="419"/>
                  </a:cxn>
                  <a:cxn ang="0">
                    <a:pos x="109" y="440"/>
                  </a:cxn>
                  <a:cxn ang="0">
                    <a:pos x="73" y="461"/>
                  </a:cxn>
                  <a:cxn ang="0">
                    <a:pos x="36" y="480"/>
                  </a:cxn>
                  <a:cxn ang="0">
                    <a:pos x="0" y="497"/>
                  </a:cxn>
                </a:cxnLst>
                <a:rect l="0" t="0" r="r" b="b"/>
                <a:pathLst>
                  <a:path w="555" h="497">
                    <a:moveTo>
                      <a:pt x="0" y="497"/>
                    </a:moveTo>
                    <a:lnTo>
                      <a:pt x="13" y="485"/>
                    </a:lnTo>
                    <a:lnTo>
                      <a:pt x="25" y="473"/>
                    </a:lnTo>
                    <a:lnTo>
                      <a:pt x="36" y="461"/>
                    </a:lnTo>
                    <a:lnTo>
                      <a:pt x="46" y="450"/>
                    </a:lnTo>
                    <a:lnTo>
                      <a:pt x="56" y="438"/>
                    </a:lnTo>
                    <a:lnTo>
                      <a:pt x="65" y="427"/>
                    </a:lnTo>
                    <a:lnTo>
                      <a:pt x="73" y="415"/>
                    </a:lnTo>
                    <a:lnTo>
                      <a:pt x="81" y="404"/>
                    </a:lnTo>
                    <a:lnTo>
                      <a:pt x="90" y="389"/>
                    </a:lnTo>
                    <a:lnTo>
                      <a:pt x="99" y="375"/>
                    </a:lnTo>
                    <a:lnTo>
                      <a:pt x="107" y="360"/>
                    </a:lnTo>
                    <a:lnTo>
                      <a:pt x="114" y="346"/>
                    </a:lnTo>
                    <a:lnTo>
                      <a:pt x="122" y="332"/>
                    </a:lnTo>
                    <a:lnTo>
                      <a:pt x="129" y="317"/>
                    </a:lnTo>
                    <a:lnTo>
                      <a:pt x="136" y="303"/>
                    </a:lnTo>
                    <a:lnTo>
                      <a:pt x="143" y="288"/>
                    </a:lnTo>
                    <a:lnTo>
                      <a:pt x="168" y="278"/>
                    </a:lnTo>
                    <a:lnTo>
                      <a:pt x="195" y="265"/>
                    </a:lnTo>
                    <a:lnTo>
                      <a:pt x="223" y="252"/>
                    </a:lnTo>
                    <a:lnTo>
                      <a:pt x="252" y="237"/>
                    </a:lnTo>
                    <a:lnTo>
                      <a:pt x="282" y="220"/>
                    </a:lnTo>
                    <a:lnTo>
                      <a:pt x="313" y="203"/>
                    </a:lnTo>
                    <a:lnTo>
                      <a:pt x="343" y="184"/>
                    </a:lnTo>
                    <a:lnTo>
                      <a:pt x="373" y="165"/>
                    </a:lnTo>
                    <a:lnTo>
                      <a:pt x="402" y="144"/>
                    </a:lnTo>
                    <a:lnTo>
                      <a:pt x="430" y="124"/>
                    </a:lnTo>
                    <a:lnTo>
                      <a:pt x="456" y="103"/>
                    </a:lnTo>
                    <a:lnTo>
                      <a:pt x="480" y="82"/>
                    </a:lnTo>
                    <a:lnTo>
                      <a:pt x="503" y="62"/>
                    </a:lnTo>
                    <a:lnTo>
                      <a:pt x="524" y="41"/>
                    </a:lnTo>
                    <a:lnTo>
                      <a:pt x="541" y="20"/>
                    </a:lnTo>
                    <a:lnTo>
                      <a:pt x="555" y="0"/>
                    </a:lnTo>
                    <a:lnTo>
                      <a:pt x="531" y="47"/>
                    </a:lnTo>
                    <a:lnTo>
                      <a:pt x="505" y="90"/>
                    </a:lnTo>
                    <a:lnTo>
                      <a:pt x="476" y="132"/>
                    </a:lnTo>
                    <a:lnTo>
                      <a:pt x="443" y="172"/>
                    </a:lnTo>
                    <a:lnTo>
                      <a:pt x="411" y="210"/>
                    </a:lnTo>
                    <a:lnTo>
                      <a:pt x="376" y="246"/>
                    </a:lnTo>
                    <a:lnTo>
                      <a:pt x="340" y="279"/>
                    </a:lnTo>
                    <a:lnTo>
                      <a:pt x="302" y="310"/>
                    </a:lnTo>
                    <a:lnTo>
                      <a:pt x="264" y="340"/>
                    </a:lnTo>
                    <a:lnTo>
                      <a:pt x="226" y="369"/>
                    </a:lnTo>
                    <a:lnTo>
                      <a:pt x="187" y="394"/>
                    </a:lnTo>
                    <a:lnTo>
                      <a:pt x="149" y="419"/>
                    </a:lnTo>
                    <a:lnTo>
                      <a:pt x="109" y="440"/>
                    </a:lnTo>
                    <a:lnTo>
                      <a:pt x="73" y="461"/>
                    </a:lnTo>
                    <a:lnTo>
                      <a:pt x="36" y="480"/>
                    </a:lnTo>
                    <a:lnTo>
                      <a:pt x="0" y="497"/>
                    </a:lnTo>
                    <a:close/>
                  </a:path>
                </a:pathLst>
              </a:custGeom>
              <a:grpFill/>
              <a:ln w="9525">
                <a:noFill/>
                <a:round/>
                <a:headEnd/>
                <a:tailEnd/>
              </a:ln>
            </p:spPr>
            <p:txBody>
              <a:bodyPr/>
              <a:lstStyle/>
              <a:p>
                <a:pPr algn="ctr">
                  <a:defRPr/>
                </a:pPr>
                <a:endParaRPr lang="en-US" sz="900" dirty="0"/>
              </a:p>
            </p:txBody>
          </p:sp>
          <p:sp>
            <p:nvSpPr>
              <p:cNvPr id="74" name="Freeform 73"/>
              <p:cNvSpPr>
                <a:spLocks/>
              </p:cNvSpPr>
              <p:nvPr/>
            </p:nvSpPr>
            <p:spPr bwMode="auto">
              <a:xfrm>
                <a:off x="3197" y="2149"/>
                <a:ext cx="256" cy="365"/>
              </a:xfrm>
              <a:custGeom>
                <a:avLst/>
                <a:gdLst/>
                <a:ahLst/>
                <a:cxnLst>
                  <a:cxn ang="0">
                    <a:pos x="488" y="240"/>
                  </a:cxn>
                  <a:cxn ang="0">
                    <a:pos x="474" y="277"/>
                  </a:cxn>
                  <a:cxn ang="0">
                    <a:pos x="457" y="313"/>
                  </a:cxn>
                  <a:cxn ang="0">
                    <a:pos x="437" y="350"/>
                  </a:cxn>
                  <a:cxn ang="0">
                    <a:pos x="415" y="384"/>
                  </a:cxn>
                  <a:cxn ang="0">
                    <a:pos x="391" y="419"/>
                  </a:cxn>
                  <a:cxn ang="0">
                    <a:pos x="365" y="453"/>
                  </a:cxn>
                  <a:cxn ang="0">
                    <a:pos x="336" y="486"/>
                  </a:cxn>
                  <a:cxn ang="0">
                    <a:pos x="305" y="518"/>
                  </a:cxn>
                  <a:cxn ang="0">
                    <a:pos x="273" y="549"/>
                  </a:cxn>
                  <a:cxn ang="0">
                    <a:pos x="238" y="579"/>
                  </a:cxn>
                  <a:cxn ang="0">
                    <a:pos x="202" y="608"/>
                  </a:cxn>
                  <a:cxn ang="0">
                    <a:pos x="164" y="635"/>
                  </a:cxn>
                  <a:cxn ang="0">
                    <a:pos x="125" y="662"/>
                  </a:cxn>
                  <a:cxn ang="0">
                    <a:pos x="85" y="686"/>
                  </a:cxn>
                  <a:cxn ang="0">
                    <a:pos x="42" y="709"/>
                  </a:cxn>
                  <a:cxn ang="0">
                    <a:pos x="0" y="731"/>
                  </a:cxn>
                  <a:cxn ang="0">
                    <a:pos x="12" y="704"/>
                  </a:cxn>
                  <a:cxn ang="0">
                    <a:pos x="23" y="677"/>
                  </a:cxn>
                  <a:cxn ang="0">
                    <a:pos x="33" y="650"/>
                  </a:cxn>
                  <a:cxn ang="0">
                    <a:pos x="42" y="624"/>
                  </a:cxn>
                  <a:cxn ang="0">
                    <a:pos x="50" y="599"/>
                  </a:cxn>
                  <a:cxn ang="0">
                    <a:pos x="57" y="572"/>
                  </a:cxn>
                  <a:cxn ang="0">
                    <a:pos x="64" y="547"/>
                  </a:cxn>
                  <a:cxn ang="0">
                    <a:pos x="70" y="520"/>
                  </a:cxn>
                  <a:cxn ang="0">
                    <a:pos x="78" y="474"/>
                  </a:cxn>
                  <a:cxn ang="0">
                    <a:pos x="85" y="428"/>
                  </a:cxn>
                  <a:cxn ang="0">
                    <a:pos x="91" y="382"/>
                  </a:cxn>
                  <a:cxn ang="0">
                    <a:pos x="96" y="335"/>
                  </a:cxn>
                  <a:cxn ang="0">
                    <a:pos x="130" y="319"/>
                  </a:cxn>
                  <a:cxn ang="0">
                    <a:pos x="163" y="301"/>
                  </a:cxn>
                  <a:cxn ang="0">
                    <a:pos x="197" y="283"/>
                  </a:cxn>
                  <a:cxn ang="0">
                    <a:pos x="230" y="265"/>
                  </a:cxn>
                  <a:cxn ang="0">
                    <a:pos x="262" y="246"/>
                  </a:cxn>
                  <a:cxn ang="0">
                    <a:pos x="293" y="227"/>
                  </a:cxn>
                  <a:cxn ang="0">
                    <a:pos x="324" y="206"/>
                  </a:cxn>
                  <a:cxn ang="0">
                    <a:pos x="353" y="185"/>
                  </a:cxn>
                  <a:cxn ang="0">
                    <a:pos x="381" y="163"/>
                  </a:cxn>
                  <a:cxn ang="0">
                    <a:pos x="406" y="141"/>
                  </a:cxn>
                  <a:cxn ang="0">
                    <a:pos x="430" y="119"/>
                  </a:cxn>
                  <a:cxn ang="0">
                    <a:pos x="452" y="96"/>
                  </a:cxn>
                  <a:cxn ang="0">
                    <a:pos x="471" y="73"/>
                  </a:cxn>
                  <a:cxn ang="0">
                    <a:pos x="487" y="49"/>
                  </a:cxn>
                  <a:cxn ang="0">
                    <a:pos x="501" y="25"/>
                  </a:cxn>
                  <a:cxn ang="0">
                    <a:pos x="511" y="0"/>
                  </a:cxn>
                  <a:cxn ang="0">
                    <a:pos x="511" y="3"/>
                  </a:cxn>
                  <a:cxn ang="0">
                    <a:pos x="511" y="5"/>
                  </a:cxn>
                  <a:cxn ang="0">
                    <a:pos x="511" y="9"/>
                  </a:cxn>
                  <a:cxn ang="0">
                    <a:pos x="511" y="11"/>
                  </a:cxn>
                  <a:cxn ang="0">
                    <a:pos x="510" y="70"/>
                  </a:cxn>
                  <a:cxn ang="0">
                    <a:pos x="505" y="128"/>
                  </a:cxn>
                  <a:cxn ang="0">
                    <a:pos x="498" y="184"/>
                  </a:cxn>
                  <a:cxn ang="0">
                    <a:pos x="488" y="240"/>
                  </a:cxn>
                </a:cxnLst>
                <a:rect l="0" t="0" r="r" b="b"/>
                <a:pathLst>
                  <a:path w="511" h="731">
                    <a:moveTo>
                      <a:pt x="488" y="240"/>
                    </a:moveTo>
                    <a:lnTo>
                      <a:pt x="474" y="277"/>
                    </a:lnTo>
                    <a:lnTo>
                      <a:pt x="457" y="313"/>
                    </a:lnTo>
                    <a:lnTo>
                      <a:pt x="437" y="350"/>
                    </a:lnTo>
                    <a:lnTo>
                      <a:pt x="415" y="384"/>
                    </a:lnTo>
                    <a:lnTo>
                      <a:pt x="391" y="419"/>
                    </a:lnTo>
                    <a:lnTo>
                      <a:pt x="365" y="453"/>
                    </a:lnTo>
                    <a:lnTo>
                      <a:pt x="336" y="486"/>
                    </a:lnTo>
                    <a:lnTo>
                      <a:pt x="305" y="518"/>
                    </a:lnTo>
                    <a:lnTo>
                      <a:pt x="273" y="549"/>
                    </a:lnTo>
                    <a:lnTo>
                      <a:pt x="238" y="579"/>
                    </a:lnTo>
                    <a:lnTo>
                      <a:pt x="202" y="608"/>
                    </a:lnTo>
                    <a:lnTo>
                      <a:pt x="164" y="635"/>
                    </a:lnTo>
                    <a:lnTo>
                      <a:pt x="125" y="662"/>
                    </a:lnTo>
                    <a:lnTo>
                      <a:pt x="85" y="686"/>
                    </a:lnTo>
                    <a:lnTo>
                      <a:pt x="42" y="709"/>
                    </a:lnTo>
                    <a:lnTo>
                      <a:pt x="0" y="731"/>
                    </a:lnTo>
                    <a:lnTo>
                      <a:pt x="12" y="704"/>
                    </a:lnTo>
                    <a:lnTo>
                      <a:pt x="23" y="677"/>
                    </a:lnTo>
                    <a:lnTo>
                      <a:pt x="33" y="650"/>
                    </a:lnTo>
                    <a:lnTo>
                      <a:pt x="42" y="624"/>
                    </a:lnTo>
                    <a:lnTo>
                      <a:pt x="50" y="599"/>
                    </a:lnTo>
                    <a:lnTo>
                      <a:pt x="57" y="572"/>
                    </a:lnTo>
                    <a:lnTo>
                      <a:pt x="64" y="547"/>
                    </a:lnTo>
                    <a:lnTo>
                      <a:pt x="70" y="520"/>
                    </a:lnTo>
                    <a:lnTo>
                      <a:pt x="78" y="474"/>
                    </a:lnTo>
                    <a:lnTo>
                      <a:pt x="85" y="428"/>
                    </a:lnTo>
                    <a:lnTo>
                      <a:pt x="91" y="382"/>
                    </a:lnTo>
                    <a:lnTo>
                      <a:pt x="96" y="335"/>
                    </a:lnTo>
                    <a:lnTo>
                      <a:pt x="130" y="319"/>
                    </a:lnTo>
                    <a:lnTo>
                      <a:pt x="163" y="301"/>
                    </a:lnTo>
                    <a:lnTo>
                      <a:pt x="197" y="283"/>
                    </a:lnTo>
                    <a:lnTo>
                      <a:pt x="230" y="265"/>
                    </a:lnTo>
                    <a:lnTo>
                      <a:pt x="262" y="246"/>
                    </a:lnTo>
                    <a:lnTo>
                      <a:pt x="293" y="227"/>
                    </a:lnTo>
                    <a:lnTo>
                      <a:pt x="324" y="206"/>
                    </a:lnTo>
                    <a:lnTo>
                      <a:pt x="353" y="185"/>
                    </a:lnTo>
                    <a:lnTo>
                      <a:pt x="381" y="163"/>
                    </a:lnTo>
                    <a:lnTo>
                      <a:pt x="406" y="141"/>
                    </a:lnTo>
                    <a:lnTo>
                      <a:pt x="430" y="119"/>
                    </a:lnTo>
                    <a:lnTo>
                      <a:pt x="452" y="96"/>
                    </a:lnTo>
                    <a:lnTo>
                      <a:pt x="471" y="73"/>
                    </a:lnTo>
                    <a:lnTo>
                      <a:pt x="487" y="49"/>
                    </a:lnTo>
                    <a:lnTo>
                      <a:pt x="501" y="25"/>
                    </a:lnTo>
                    <a:lnTo>
                      <a:pt x="511" y="0"/>
                    </a:lnTo>
                    <a:lnTo>
                      <a:pt x="511" y="3"/>
                    </a:lnTo>
                    <a:lnTo>
                      <a:pt x="511" y="5"/>
                    </a:lnTo>
                    <a:lnTo>
                      <a:pt x="511" y="9"/>
                    </a:lnTo>
                    <a:lnTo>
                      <a:pt x="511" y="11"/>
                    </a:lnTo>
                    <a:lnTo>
                      <a:pt x="510" y="70"/>
                    </a:lnTo>
                    <a:lnTo>
                      <a:pt x="505" y="128"/>
                    </a:lnTo>
                    <a:lnTo>
                      <a:pt x="498" y="184"/>
                    </a:lnTo>
                    <a:lnTo>
                      <a:pt x="488" y="240"/>
                    </a:lnTo>
                    <a:close/>
                  </a:path>
                </a:pathLst>
              </a:custGeom>
              <a:grpFill/>
              <a:ln w="9525">
                <a:noFill/>
                <a:round/>
                <a:headEnd/>
                <a:tailEnd/>
              </a:ln>
            </p:spPr>
            <p:txBody>
              <a:bodyPr/>
              <a:lstStyle/>
              <a:p>
                <a:pPr algn="ctr">
                  <a:defRPr/>
                </a:pPr>
                <a:endParaRPr lang="en-US" sz="900" dirty="0"/>
              </a:p>
            </p:txBody>
          </p:sp>
        </p:grpSp>
        <p:sp>
          <p:nvSpPr>
            <p:cNvPr id="14343" name="TextBox 31"/>
            <p:cNvSpPr txBox="1">
              <a:spLocks noChangeArrowheads="1"/>
            </p:cNvSpPr>
            <p:nvPr/>
          </p:nvSpPr>
          <p:spPr bwMode="auto">
            <a:xfrm>
              <a:off x="5392212" y="3200453"/>
              <a:ext cx="1728014" cy="419123"/>
            </a:xfrm>
            <a:prstGeom prst="rect">
              <a:avLst/>
            </a:prstGeom>
            <a:noFill/>
            <a:ln w="9525">
              <a:noFill/>
              <a:miter lim="800000"/>
              <a:headEnd/>
              <a:tailEnd/>
            </a:ln>
          </p:spPr>
          <p:txBody>
            <a:bodyPr wrap="none">
              <a:spAutoFit/>
            </a:bodyPr>
            <a:lstStyle/>
            <a:p>
              <a:pPr algn="ctr"/>
              <a:r>
                <a:rPr lang="en-US" sz="1000" dirty="0">
                  <a:latin typeface="Garamond" pitchFamily="18" charset="0"/>
                </a:rPr>
                <a:t>Bock Consulting</a:t>
              </a:r>
            </a:p>
          </p:txBody>
        </p:sp>
      </p:grpSp>
      <p:sp>
        <p:nvSpPr>
          <p:cNvPr id="29" name="Content Placeholder 2"/>
          <p:cNvSpPr txBox="1">
            <a:spLocks/>
          </p:cNvSpPr>
          <p:nvPr/>
        </p:nvSpPr>
        <p:spPr bwMode="auto">
          <a:xfrm>
            <a:off x="457200" y="2209800"/>
            <a:ext cx="8153400" cy="3657600"/>
          </a:xfrm>
          <a:prstGeom prst="rect">
            <a:avLst/>
          </a:prstGeom>
          <a:noFill/>
          <a:ln w="9525">
            <a:noFill/>
            <a:miter lim="800000"/>
            <a:headEnd/>
            <a:tailEnd/>
          </a:ln>
        </p:spPr>
        <p:txBody>
          <a:bodyPr/>
          <a:lstStyle/>
          <a:p>
            <a:pPr>
              <a:buFont typeface="Arial" pitchFamily="34" charset="0"/>
              <a:buChar char="•"/>
            </a:pPr>
            <a:endParaRPr lang="en-US" sz="3200" dirty="0" smtClean="0"/>
          </a:p>
          <a:p>
            <a:pPr>
              <a:buFont typeface="Arial" pitchFamily="34" charset="0"/>
              <a:buChar char="•"/>
            </a:pPr>
            <a:r>
              <a:rPr lang="en-US" sz="3200" dirty="0" smtClean="0"/>
              <a:t>RCW 51.32.090 – Time Loss</a:t>
            </a:r>
          </a:p>
          <a:p>
            <a:pPr>
              <a:buFont typeface="Arial" pitchFamily="34" charset="0"/>
              <a:buChar char="•"/>
            </a:pPr>
            <a:r>
              <a:rPr lang="en-US" sz="3200" dirty="0" smtClean="0"/>
              <a:t>RCW 51.32.095 – RTW </a:t>
            </a:r>
          </a:p>
          <a:p>
            <a:pPr>
              <a:buFont typeface="Arial" pitchFamily="34" charset="0"/>
              <a:buChar char="•"/>
            </a:pPr>
            <a:r>
              <a:rPr lang="en-US" sz="3200" dirty="0" smtClean="0"/>
              <a:t>RCW 51.32.099 – Vocational Rehab</a:t>
            </a:r>
          </a:p>
          <a:p>
            <a:pPr>
              <a:buFont typeface="Arial" pitchFamily="34" charset="0"/>
              <a:buChar char="•"/>
            </a:pPr>
            <a:r>
              <a:rPr lang="en-US" sz="3200" dirty="0" smtClean="0"/>
              <a:t>WAC 296-19A-010 – Definitions </a:t>
            </a:r>
          </a:p>
          <a:p>
            <a:pPr>
              <a:buFont typeface="Arial" pitchFamily="34" charset="0"/>
              <a:buChar char="•"/>
            </a:pPr>
            <a:r>
              <a:rPr lang="en-US" sz="3200" dirty="0" smtClean="0"/>
              <a:t>WAC 296-19A-070 – Ability to Work </a:t>
            </a:r>
          </a:p>
          <a:p>
            <a:pPr>
              <a:buFont typeface="Arial" pitchFamily="34" charset="0"/>
              <a:buChar char="•"/>
            </a:pPr>
            <a:r>
              <a:rPr lang="en-US" sz="3200" dirty="0" smtClean="0"/>
              <a:t>WAC 296-19A-170 – Job Analyses</a:t>
            </a:r>
          </a:p>
          <a:p>
            <a:pPr marL="319088" indent="-319088" eaLnBrk="1" hangingPunct="1">
              <a:spcAft>
                <a:spcPts val="1800"/>
              </a:spcAft>
              <a:buClr>
                <a:schemeClr val="accent1"/>
              </a:buClr>
              <a:buSzPct val="70000"/>
              <a:defRPr/>
            </a:pPr>
            <a:endParaRPr lang="en-US" sz="3200" dirty="0">
              <a:latin typeface="+mn-lt"/>
            </a:endParaRPr>
          </a:p>
        </p:txBody>
      </p:sp>
    </p:spTree>
  </p:cSld>
  <p:clrMapOvr>
    <a:masterClrMapping/>
  </p:clrMapOvr>
  <p:transition>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9">
                                            <p:txEl>
                                              <p:pRg st="1" end="1"/>
                                            </p:txEl>
                                          </p:spTgt>
                                        </p:tgtEl>
                                        <p:attrNameLst>
                                          <p:attrName>style.visibility</p:attrName>
                                        </p:attrNameLst>
                                      </p:cBhvr>
                                      <p:to>
                                        <p:strVal val="visible"/>
                                      </p:to>
                                    </p:set>
                                    <p:anim calcmode="lin" valueType="num">
                                      <p:cBhvr additive="base">
                                        <p:cTn id="7" dur="500" fill="hold"/>
                                        <p:tgtEl>
                                          <p:spTgt spid="29">
                                            <p:txEl>
                                              <p:pRg st="1" end="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9">
                                            <p:txEl>
                                              <p:pRg st="2" end="2"/>
                                            </p:txEl>
                                          </p:spTgt>
                                        </p:tgtEl>
                                        <p:attrNameLst>
                                          <p:attrName>style.visibility</p:attrName>
                                        </p:attrNameLst>
                                      </p:cBhvr>
                                      <p:to>
                                        <p:strVal val="visible"/>
                                      </p:to>
                                    </p:set>
                                    <p:anim calcmode="lin" valueType="num">
                                      <p:cBhvr additive="base">
                                        <p:cTn id="13" dur="500" fill="hold"/>
                                        <p:tgtEl>
                                          <p:spTgt spid="29">
                                            <p:txEl>
                                              <p:pRg st="2" end="2"/>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29">
                                            <p:txEl>
                                              <p:pRg st="3" end="3"/>
                                            </p:txEl>
                                          </p:spTgt>
                                        </p:tgtEl>
                                        <p:attrNameLst>
                                          <p:attrName>style.visibility</p:attrName>
                                        </p:attrNameLst>
                                      </p:cBhvr>
                                      <p:to>
                                        <p:strVal val="visible"/>
                                      </p:to>
                                    </p:set>
                                    <p:anim calcmode="lin" valueType="num">
                                      <p:cBhvr additive="base">
                                        <p:cTn id="19" dur="500" fill="hold"/>
                                        <p:tgtEl>
                                          <p:spTgt spid="29">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29">
                                            <p:txEl>
                                              <p:pRg st="4" end="4"/>
                                            </p:txEl>
                                          </p:spTgt>
                                        </p:tgtEl>
                                        <p:attrNameLst>
                                          <p:attrName>style.visibility</p:attrName>
                                        </p:attrNameLst>
                                      </p:cBhvr>
                                      <p:to>
                                        <p:strVal val="visible"/>
                                      </p:to>
                                    </p:set>
                                    <p:anim calcmode="lin" valueType="num">
                                      <p:cBhvr additive="base">
                                        <p:cTn id="25" dur="500" fill="hold"/>
                                        <p:tgtEl>
                                          <p:spTgt spid="29">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2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29">
                                            <p:txEl>
                                              <p:pRg st="5" end="5"/>
                                            </p:txEl>
                                          </p:spTgt>
                                        </p:tgtEl>
                                        <p:attrNameLst>
                                          <p:attrName>style.visibility</p:attrName>
                                        </p:attrNameLst>
                                      </p:cBhvr>
                                      <p:to>
                                        <p:strVal val="visible"/>
                                      </p:to>
                                    </p:set>
                                    <p:anim calcmode="lin" valueType="num">
                                      <p:cBhvr additive="base">
                                        <p:cTn id="31" dur="500" fill="hold"/>
                                        <p:tgtEl>
                                          <p:spTgt spid="29">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2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29">
                                            <p:txEl>
                                              <p:pRg st="6" end="6"/>
                                            </p:txEl>
                                          </p:spTgt>
                                        </p:tgtEl>
                                        <p:attrNameLst>
                                          <p:attrName>style.visibility</p:attrName>
                                        </p:attrNameLst>
                                      </p:cBhvr>
                                      <p:to>
                                        <p:strVal val="visible"/>
                                      </p:to>
                                    </p:set>
                                    <p:anim calcmode="lin" valueType="num">
                                      <p:cBhvr additive="base">
                                        <p:cTn id="37" dur="500" fill="hold"/>
                                        <p:tgtEl>
                                          <p:spTgt spid="29">
                                            <p:txEl>
                                              <p:pRg st="6" end="6"/>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2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524000"/>
          </a:xfrm>
        </p:spPr>
        <p:txBody>
          <a:bodyPr/>
          <a:lstStyle/>
          <a:p>
            <a:pPr eaLnBrk="1" fontAlgn="auto" hangingPunct="1">
              <a:spcAft>
                <a:spcPts val="0"/>
              </a:spcAft>
              <a:defRPr/>
            </a:pPr>
            <a:r>
              <a:rPr lang="en-US" dirty="0" smtClean="0">
                <a:solidFill>
                  <a:schemeClr val="tx2">
                    <a:tint val="100000"/>
                    <a:satMod val="250000"/>
                  </a:schemeClr>
                </a:solidFill>
              </a:rPr>
              <a:t>What is a Vocational Rehabilitation Counselor?	</a:t>
            </a:r>
          </a:p>
        </p:txBody>
      </p:sp>
      <p:sp>
        <p:nvSpPr>
          <p:cNvPr id="7171" name="Content Placeholder 2"/>
          <p:cNvSpPr>
            <a:spLocks noGrp="1"/>
          </p:cNvSpPr>
          <p:nvPr>
            <p:ph idx="1"/>
          </p:nvPr>
        </p:nvSpPr>
        <p:spPr>
          <a:xfrm>
            <a:off x="457200" y="1858963"/>
            <a:ext cx="8229600" cy="4694237"/>
          </a:xfrm>
        </p:spPr>
        <p:txBody>
          <a:bodyPr/>
          <a:lstStyle/>
          <a:p>
            <a:pPr eaLnBrk="1" hangingPunct="1"/>
            <a:r>
              <a:rPr lang="en-US" sz="3200" dirty="0" smtClean="0"/>
              <a:t>Counselor.</a:t>
            </a:r>
          </a:p>
          <a:p>
            <a:pPr eaLnBrk="1" hangingPunct="1"/>
            <a:r>
              <a:rPr lang="en-US" sz="3200" dirty="0" smtClean="0"/>
              <a:t>Employment Consultant.</a:t>
            </a:r>
          </a:p>
          <a:p>
            <a:pPr eaLnBrk="1" hangingPunct="1"/>
            <a:r>
              <a:rPr lang="en-US" sz="3200" dirty="0" smtClean="0"/>
              <a:t>RCW &amp; WAC Resource.</a:t>
            </a:r>
          </a:p>
          <a:p>
            <a:pPr eaLnBrk="1" hangingPunct="1"/>
            <a:r>
              <a:rPr lang="en-US" sz="3200" dirty="0" smtClean="0"/>
              <a:t>Expert.</a:t>
            </a:r>
          </a:p>
          <a:p>
            <a:pPr eaLnBrk="1" hangingPunct="1"/>
            <a:r>
              <a:rPr lang="en-US" sz="3200" dirty="0" smtClean="0"/>
              <a:t>Information hub.</a:t>
            </a:r>
          </a:p>
          <a:p>
            <a:pPr eaLnBrk="1" hangingPunct="1"/>
            <a:r>
              <a:rPr lang="en-US" sz="3200" dirty="0" smtClean="0"/>
              <a:t>Job analyst.</a:t>
            </a:r>
          </a:p>
          <a:p>
            <a:pPr eaLnBrk="1" hangingPunct="1"/>
            <a:r>
              <a:rPr lang="en-US" sz="3200" dirty="0" smtClean="0"/>
              <a:t>Helper.</a:t>
            </a:r>
          </a:p>
          <a:p>
            <a:pPr eaLnBrk="1" hangingPunct="1"/>
            <a:r>
              <a:rPr lang="en-US" sz="3200" dirty="0" smtClean="0"/>
              <a:t>Professional.</a:t>
            </a:r>
          </a:p>
        </p:txBody>
      </p:sp>
      <p:pic>
        <p:nvPicPr>
          <p:cNvPr id="7172" name="Picture 7" descr="C:\Documents and Settings\Brice York\Local Settings\Temporary Internet Files\Content.IE5\FXFIGX8O\MPj04395020000[1].jpg"/>
          <p:cNvPicPr>
            <a:picLocks noChangeAspect="1" noChangeArrowheads="1"/>
          </p:cNvPicPr>
          <p:nvPr/>
        </p:nvPicPr>
        <p:blipFill>
          <a:blip r:embed="rId2" cstate="print"/>
          <a:srcRect/>
          <a:stretch>
            <a:fillRect/>
          </a:stretch>
        </p:blipFill>
        <p:spPr bwMode="auto">
          <a:xfrm>
            <a:off x="5105400" y="3505200"/>
            <a:ext cx="3429000" cy="2282825"/>
          </a:xfrm>
          <a:prstGeom prst="rect">
            <a:avLst/>
          </a:prstGeom>
          <a:noFill/>
          <a:ln w="9525">
            <a:noFill/>
            <a:miter lim="800000"/>
            <a:headEnd/>
            <a:tailEnd/>
          </a:ln>
        </p:spPr>
      </p:pic>
      <p:grpSp>
        <p:nvGrpSpPr>
          <p:cNvPr id="3" name="Group 9"/>
          <p:cNvGrpSpPr>
            <a:grpSpLocks/>
          </p:cNvGrpSpPr>
          <p:nvPr/>
        </p:nvGrpSpPr>
        <p:grpSpPr bwMode="auto">
          <a:xfrm>
            <a:off x="7848600" y="6043613"/>
            <a:ext cx="1143000" cy="738187"/>
            <a:chOff x="5392212" y="2362208"/>
            <a:chExt cx="1728014" cy="1257368"/>
          </a:xfrm>
        </p:grpSpPr>
        <p:grpSp>
          <p:nvGrpSpPr>
            <p:cNvPr id="4" name="Group 7"/>
            <p:cNvGrpSpPr>
              <a:grpSpLocks/>
            </p:cNvGrpSpPr>
            <p:nvPr/>
          </p:nvGrpSpPr>
          <p:grpSpPr bwMode="auto">
            <a:xfrm>
              <a:off x="5867362" y="2362232"/>
              <a:ext cx="796922" cy="800100"/>
              <a:chOff x="2307" y="1584"/>
              <a:chExt cx="1146" cy="1151"/>
            </a:xfrm>
            <a:solidFill>
              <a:schemeClr val="tx1"/>
            </a:solidFill>
          </p:grpSpPr>
          <p:sp>
            <p:nvSpPr>
              <p:cNvPr id="33" name="Freeform 32"/>
              <p:cNvSpPr>
                <a:spLocks/>
              </p:cNvSpPr>
              <p:nvPr/>
            </p:nvSpPr>
            <p:spPr bwMode="auto">
              <a:xfrm>
                <a:off x="3232" y="1900"/>
                <a:ext cx="210" cy="352"/>
              </a:xfrm>
              <a:custGeom>
                <a:avLst/>
                <a:gdLst/>
                <a:ahLst/>
                <a:cxnLst>
                  <a:cxn ang="0">
                    <a:pos x="321" y="0"/>
                  </a:cxn>
                  <a:cxn ang="0">
                    <a:pos x="337" y="35"/>
                  </a:cxn>
                  <a:cxn ang="0">
                    <a:pos x="352" y="69"/>
                  </a:cxn>
                  <a:cxn ang="0">
                    <a:pos x="367" y="104"/>
                  </a:cxn>
                  <a:cxn ang="0">
                    <a:pos x="380" y="140"/>
                  </a:cxn>
                  <a:cxn ang="0">
                    <a:pos x="391" y="176"/>
                  </a:cxn>
                  <a:cxn ang="0">
                    <a:pos x="402" y="213"/>
                  </a:cxn>
                  <a:cxn ang="0">
                    <a:pos x="411" y="250"/>
                  </a:cxn>
                  <a:cxn ang="0">
                    <a:pos x="419" y="288"/>
                  </a:cxn>
                  <a:cxn ang="0">
                    <a:pos x="416" y="323"/>
                  </a:cxn>
                  <a:cxn ang="0">
                    <a:pos x="409" y="356"/>
                  </a:cxn>
                  <a:cxn ang="0">
                    <a:pos x="397" y="387"/>
                  </a:cxn>
                  <a:cxn ang="0">
                    <a:pos x="383" y="418"/>
                  </a:cxn>
                  <a:cxn ang="0">
                    <a:pos x="366" y="447"/>
                  </a:cxn>
                  <a:cxn ang="0">
                    <a:pos x="345" y="475"/>
                  </a:cxn>
                  <a:cxn ang="0">
                    <a:pos x="322" y="502"/>
                  </a:cxn>
                  <a:cxn ang="0">
                    <a:pos x="297" y="528"/>
                  </a:cxn>
                  <a:cxn ang="0">
                    <a:pos x="269" y="553"/>
                  </a:cxn>
                  <a:cxn ang="0">
                    <a:pos x="241" y="576"/>
                  </a:cxn>
                  <a:cxn ang="0">
                    <a:pos x="208" y="599"/>
                  </a:cxn>
                  <a:cxn ang="0">
                    <a:pos x="176" y="622"/>
                  </a:cxn>
                  <a:cxn ang="0">
                    <a:pos x="142" y="643"/>
                  </a:cxn>
                  <a:cxn ang="0">
                    <a:pos x="107" y="665"/>
                  </a:cxn>
                  <a:cxn ang="0">
                    <a:pos x="71" y="685"/>
                  </a:cxn>
                  <a:cxn ang="0">
                    <a:pos x="34" y="705"/>
                  </a:cxn>
                  <a:cxn ang="0">
                    <a:pos x="36" y="665"/>
                  </a:cxn>
                  <a:cxn ang="0">
                    <a:pos x="36" y="623"/>
                  </a:cxn>
                  <a:cxn ang="0">
                    <a:pos x="34" y="583"/>
                  </a:cxn>
                  <a:cxn ang="0">
                    <a:pos x="32" y="541"/>
                  </a:cxn>
                  <a:cxn ang="0">
                    <a:pos x="32" y="531"/>
                  </a:cxn>
                  <a:cxn ang="0">
                    <a:pos x="31" y="520"/>
                  </a:cxn>
                  <a:cxn ang="0">
                    <a:pos x="31" y="509"/>
                  </a:cxn>
                  <a:cxn ang="0">
                    <a:pos x="30" y="499"/>
                  </a:cxn>
                  <a:cxn ang="0">
                    <a:pos x="25" y="446"/>
                  </a:cxn>
                  <a:cxn ang="0">
                    <a:pos x="18" y="394"/>
                  </a:cxn>
                  <a:cxn ang="0">
                    <a:pos x="9" y="343"/>
                  </a:cxn>
                  <a:cxn ang="0">
                    <a:pos x="0" y="293"/>
                  </a:cxn>
                  <a:cxn ang="0">
                    <a:pos x="29" y="278"/>
                  </a:cxn>
                  <a:cxn ang="0">
                    <a:pos x="56" y="263"/>
                  </a:cxn>
                  <a:cxn ang="0">
                    <a:pos x="83" y="248"/>
                  </a:cxn>
                  <a:cxn ang="0">
                    <a:pos x="109" y="232"/>
                  </a:cxn>
                  <a:cxn ang="0">
                    <a:pos x="133" y="214"/>
                  </a:cxn>
                  <a:cxn ang="0">
                    <a:pos x="157" y="197"/>
                  </a:cxn>
                  <a:cxn ang="0">
                    <a:pos x="178" y="180"/>
                  </a:cxn>
                  <a:cxn ang="0">
                    <a:pos x="200" y="161"/>
                  </a:cxn>
                  <a:cxn ang="0">
                    <a:pos x="220" y="143"/>
                  </a:cxn>
                  <a:cxn ang="0">
                    <a:pos x="238" y="123"/>
                  </a:cxn>
                  <a:cxn ang="0">
                    <a:pos x="256" y="104"/>
                  </a:cxn>
                  <a:cxn ang="0">
                    <a:pos x="272" y="84"/>
                  </a:cxn>
                  <a:cxn ang="0">
                    <a:pos x="286" y="64"/>
                  </a:cxn>
                  <a:cxn ang="0">
                    <a:pos x="299" y="43"/>
                  </a:cxn>
                  <a:cxn ang="0">
                    <a:pos x="311" y="22"/>
                  </a:cxn>
                  <a:cxn ang="0">
                    <a:pos x="321" y="0"/>
                  </a:cxn>
                </a:cxnLst>
                <a:rect l="0" t="0" r="r" b="b"/>
                <a:pathLst>
                  <a:path w="419" h="705">
                    <a:moveTo>
                      <a:pt x="321" y="0"/>
                    </a:moveTo>
                    <a:lnTo>
                      <a:pt x="337" y="35"/>
                    </a:lnTo>
                    <a:lnTo>
                      <a:pt x="352" y="69"/>
                    </a:lnTo>
                    <a:lnTo>
                      <a:pt x="367" y="104"/>
                    </a:lnTo>
                    <a:lnTo>
                      <a:pt x="380" y="140"/>
                    </a:lnTo>
                    <a:lnTo>
                      <a:pt x="391" y="176"/>
                    </a:lnTo>
                    <a:lnTo>
                      <a:pt x="402" y="213"/>
                    </a:lnTo>
                    <a:lnTo>
                      <a:pt x="411" y="250"/>
                    </a:lnTo>
                    <a:lnTo>
                      <a:pt x="419" y="288"/>
                    </a:lnTo>
                    <a:lnTo>
                      <a:pt x="416" y="323"/>
                    </a:lnTo>
                    <a:lnTo>
                      <a:pt x="409" y="356"/>
                    </a:lnTo>
                    <a:lnTo>
                      <a:pt x="397" y="387"/>
                    </a:lnTo>
                    <a:lnTo>
                      <a:pt x="383" y="418"/>
                    </a:lnTo>
                    <a:lnTo>
                      <a:pt x="366" y="447"/>
                    </a:lnTo>
                    <a:lnTo>
                      <a:pt x="345" y="475"/>
                    </a:lnTo>
                    <a:lnTo>
                      <a:pt x="322" y="502"/>
                    </a:lnTo>
                    <a:lnTo>
                      <a:pt x="297" y="528"/>
                    </a:lnTo>
                    <a:lnTo>
                      <a:pt x="269" y="553"/>
                    </a:lnTo>
                    <a:lnTo>
                      <a:pt x="241" y="576"/>
                    </a:lnTo>
                    <a:lnTo>
                      <a:pt x="208" y="599"/>
                    </a:lnTo>
                    <a:lnTo>
                      <a:pt x="176" y="622"/>
                    </a:lnTo>
                    <a:lnTo>
                      <a:pt x="142" y="643"/>
                    </a:lnTo>
                    <a:lnTo>
                      <a:pt x="107" y="665"/>
                    </a:lnTo>
                    <a:lnTo>
                      <a:pt x="71" y="685"/>
                    </a:lnTo>
                    <a:lnTo>
                      <a:pt x="34" y="705"/>
                    </a:lnTo>
                    <a:lnTo>
                      <a:pt x="36" y="665"/>
                    </a:lnTo>
                    <a:lnTo>
                      <a:pt x="36" y="623"/>
                    </a:lnTo>
                    <a:lnTo>
                      <a:pt x="34" y="583"/>
                    </a:lnTo>
                    <a:lnTo>
                      <a:pt x="32" y="541"/>
                    </a:lnTo>
                    <a:lnTo>
                      <a:pt x="32" y="531"/>
                    </a:lnTo>
                    <a:lnTo>
                      <a:pt x="31" y="520"/>
                    </a:lnTo>
                    <a:lnTo>
                      <a:pt x="31" y="509"/>
                    </a:lnTo>
                    <a:lnTo>
                      <a:pt x="30" y="499"/>
                    </a:lnTo>
                    <a:lnTo>
                      <a:pt x="25" y="446"/>
                    </a:lnTo>
                    <a:lnTo>
                      <a:pt x="18" y="394"/>
                    </a:lnTo>
                    <a:lnTo>
                      <a:pt x="9" y="343"/>
                    </a:lnTo>
                    <a:lnTo>
                      <a:pt x="0" y="293"/>
                    </a:lnTo>
                    <a:lnTo>
                      <a:pt x="29" y="278"/>
                    </a:lnTo>
                    <a:lnTo>
                      <a:pt x="56" y="263"/>
                    </a:lnTo>
                    <a:lnTo>
                      <a:pt x="83" y="248"/>
                    </a:lnTo>
                    <a:lnTo>
                      <a:pt x="109" y="232"/>
                    </a:lnTo>
                    <a:lnTo>
                      <a:pt x="133" y="214"/>
                    </a:lnTo>
                    <a:lnTo>
                      <a:pt x="157" y="197"/>
                    </a:lnTo>
                    <a:lnTo>
                      <a:pt x="178" y="180"/>
                    </a:lnTo>
                    <a:lnTo>
                      <a:pt x="200" y="161"/>
                    </a:lnTo>
                    <a:lnTo>
                      <a:pt x="220" y="143"/>
                    </a:lnTo>
                    <a:lnTo>
                      <a:pt x="238" y="123"/>
                    </a:lnTo>
                    <a:lnTo>
                      <a:pt x="256" y="104"/>
                    </a:lnTo>
                    <a:lnTo>
                      <a:pt x="272" y="84"/>
                    </a:lnTo>
                    <a:lnTo>
                      <a:pt x="286" y="64"/>
                    </a:lnTo>
                    <a:lnTo>
                      <a:pt x="299" y="43"/>
                    </a:lnTo>
                    <a:lnTo>
                      <a:pt x="311" y="22"/>
                    </a:lnTo>
                    <a:lnTo>
                      <a:pt x="321" y="0"/>
                    </a:lnTo>
                    <a:close/>
                  </a:path>
                </a:pathLst>
              </a:custGeom>
              <a:grpFill/>
              <a:ln w="9525">
                <a:noFill/>
                <a:round/>
                <a:headEnd/>
                <a:tailEnd/>
              </a:ln>
            </p:spPr>
            <p:txBody>
              <a:bodyPr/>
              <a:lstStyle/>
              <a:p>
                <a:pPr algn="ctr">
                  <a:defRPr/>
                </a:pPr>
                <a:endParaRPr lang="en-US" sz="900" dirty="0"/>
              </a:p>
            </p:txBody>
          </p:sp>
          <p:sp>
            <p:nvSpPr>
              <p:cNvPr id="55" name="Freeform 54"/>
              <p:cNvSpPr>
                <a:spLocks/>
              </p:cNvSpPr>
              <p:nvPr/>
            </p:nvSpPr>
            <p:spPr bwMode="auto">
              <a:xfrm>
                <a:off x="2904" y="2069"/>
                <a:ext cx="289" cy="272"/>
              </a:xfrm>
              <a:custGeom>
                <a:avLst/>
                <a:gdLst/>
                <a:ahLst/>
                <a:cxnLst>
                  <a:cxn ang="0">
                    <a:pos x="575" y="209"/>
                  </a:cxn>
                  <a:cxn ang="0">
                    <a:pos x="577" y="263"/>
                  </a:cxn>
                  <a:cxn ang="0">
                    <a:pos x="579" y="316"/>
                  </a:cxn>
                  <a:cxn ang="0">
                    <a:pos x="576" y="370"/>
                  </a:cxn>
                  <a:cxn ang="0">
                    <a:pos x="574" y="423"/>
                  </a:cxn>
                  <a:cxn ang="0">
                    <a:pos x="549" y="435"/>
                  </a:cxn>
                  <a:cxn ang="0">
                    <a:pos x="522" y="446"/>
                  </a:cxn>
                  <a:cxn ang="0">
                    <a:pos x="492" y="458"/>
                  </a:cxn>
                  <a:cxn ang="0">
                    <a:pos x="461" y="468"/>
                  </a:cxn>
                  <a:cxn ang="0">
                    <a:pos x="428" y="479"/>
                  </a:cxn>
                  <a:cxn ang="0">
                    <a:pos x="392" y="488"/>
                  </a:cxn>
                  <a:cxn ang="0">
                    <a:pos x="356" y="497"/>
                  </a:cxn>
                  <a:cxn ang="0">
                    <a:pos x="318" y="505"/>
                  </a:cxn>
                  <a:cxn ang="0">
                    <a:pos x="280" y="512"/>
                  </a:cxn>
                  <a:cxn ang="0">
                    <a:pos x="241" y="519"/>
                  </a:cxn>
                  <a:cxn ang="0">
                    <a:pos x="201" y="526"/>
                  </a:cxn>
                  <a:cxn ang="0">
                    <a:pos x="162" y="532"/>
                  </a:cxn>
                  <a:cxn ang="0">
                    <a:pos x="120" y="536"/>
                  </a:cxn>
                  <a:cxn ang="0">
                    <a:pos x="80" y="540"/>
                  </a:cxn>
                  <a:cxn ang="0">
                    <a:pos x="41" y="542"/>
                  </a:cxn>
                  <a:cxn ang="0">
                    <a:pos x="0" y="544"/>
                  </a:cxn>
                  <a:cxn ang="0">
                    <a:pos x="0" y="309"/>
                  </a:cxn>
                  <a:cxn ang="0">
                    <a:pos x="0" y="101"/>
                  </a:cxn>
                  <a:cxn ang="0">
                    <a:pos x="38" y="100"/>
                  </a:cxn>
                  <a:cxn ang="0">
                    <a:pos x="76" y="98"/>
                  </a:cxn>
                  <a:cxn ang="0">
                    <a:pos x="113" y="94"/>
                  </a:cxn>
                  <a:cxn ang="0">
                    <a:pos x="151" y="91"/>
                  </a:cxn>
                  <a:cxn ang="0">
                    <a:pos x="187" y="86"/>
                  </a:cxn>
                  <a:cxn ang="0">
                    <a:pos x="223" y="81"/>
                  </a:cxn>
                  <a:cxn ang="0">
                    <a:pos x="258" y="76"/>
                  </a:cxn>
                  <a:cxn ang="0">
                    <a:pos x="293" y="69"/>
                  </a:cxn>
                  <a:cxn ang="0">
                    <a:pos x="327" y="63"/>
                  </a:cxn>
                  <a:cxn ang="0">
                    <a:pos x="361" y="55"/>
                  </a:cxn>
                  <a:cxn ang="0">
                    <a:pos x="394" y="47"/>
                  </a:cxn>
                  <a:cxn ang="0">
                    <a:pos x="427" y="39"/>
                  </a:cxn>
                  <a:cxn ang="0">
                    <a:pos x="459" y="30"/>
                  </a:cxn>
                  <a:cxn ang="0">
                    <a:pos x="490" y="20"/>
                  </a:cxn>
                  <a:cxn ang="0">
                    <a:pos x="520" y="10"/>
                  </a:cxn>
                  <a:cxn ang="0">
                    <a:pos x="550" y="0"/>
                  </a:cxn>
                  <a:cxn ang="0">
                    <a:pos x="557" y="41"/>
                  </a:cxn>
                  <a:cxn ang="0">
                    <a:pos x="564" y="84"/>
                  </a:cxn>
                  <a:cxn ang="0">
                    <a:pos x="568" y="127"/>
                  </a:cxn>
                  <a:cxn ang="0">
                    <a:pos x="573" y="171"/>
                  </a:cxn>
                  <a:cxn ang="0">
                    <a:pos x="574" y="180"/>
                  </a:cxn>
                  <a:cxn ang="0">
                    <a:pos x="574" y="190"/>
                  </a:cxn>
                  <a:cxn ang="0">
                    <a:pos x="575" y="200"/>
                  </a:cxn>
                  <a:cxn ang="0">
                    <a:pos x="575" y="209"/>
                  </a:cxn>
                </a:cxnLst>
                <a:rect l="0" t="0" r="r" b="b"/>
                <a:pathLst>
                  <a:path w="579" h="544">
                    <a:moveTo>
                      <a:pt x="575" y="209"/>
                    </a:moveTo>
                    <a:lnTo>
                      <a:pt x="577" y="263"/>
                    </a:lnTo>
                    <a:lnTo>
                      <a:pt x="579" y="316"/>
                    </a:lnTo>
                    <a:lnTo>
                      <a:pt x="576" y="370"/>
                    </a:lnTo>
                    <a:lnTo>
                      <a:pt x="574" y="423"/>
                    </a:lnTo>
                    <a:lnTo>
                      <a:pt x="549" y="435"/>
                    </a:lnTo>
                    <a:lnTo>
                      <a:pt x="522" y="446"/>
                    </a:lnTo>
                    <a:lnTo>
                      <a:pt x="492" y="458"/>
                    </a:lnTo>
                    <a:lnTo>
                      <a:pt x="461" y="468"/>
                    </a:lnTo>
                    <a:lnTo>
                      <a:pt x="428" y="479"/>
                    </a:lnTo>
                    <a:lnTo>
                      <a:pt x="392" y="488"/>
                    </a:lnTo>
                    <a:lnTo>
                      <a:pt x="356" y="497"/>
                    </a:lnTo>
                    <a:lnTo>
                      <a:pt x="318" y="505"/>
                    </a:lnTo>
                    <a:lnTo>
                      <a:pt x="280" y="512"/>
                    </a:lnTo>
                    <a:lnTo>
                      <a:pt x="241" y="519"/>
                    </a:lnTo>
                    <a:lnTo>
                      <a:pt x="201" y="526"/>
                    </a:lnTo>
                    <a:lnTo>
                      <a:pt x="162" y="532"/>
                    </a:lnTo>
                    <a:lnTo>
                      <a:pt x="120" y="536"/>
                    </a:lnTo>
                    <a:lnTo>
                      <a:pt x="80" y="540"/>
                    </a:lnTo>
                    <a:lnTo>
                      <a:pt x="41" y="542"/>
                    </a:lnTo>
                    <a:lnTo>
                      <a:pt x="0" y="544"/>
                    </a:lnTo>
                    <a:lnTo>
                      <a:pt x="0" y="309"/>
                    </a:lnTo>
                    <a:lnTo>
                      <a:pt x="0" y="101"/>
                    </a:lnTo>
                    <a:lnTo>
                      <a:pt x="38" y="100"/>
                    </a:lnTo>
                    <a:lnTo>
                      <a:pt x="76" y="98"/>
                    </a:lnTo>
                    <a:lnTo>
                      <a:pt x="113" y="94"/>
                    </a:lnTo>
                    <a:lnTo>
                      <a:pt x="151" y="91"/>
                    </a:lnTo>
                    <a:lnTo>
                      <a:pt x="187" y="86"/>
                    </a:lnTo>
                    <a:lnTo>
                      <a:pt x="223" y="81"/>
                    </a:lnTo>
                    <a:lnTo>
                      <a:pt x="258" y="76"/>
                    </a:lnTo>
                    <a:lnTo>
                      <a:pt x="293" y="69"/>
                    </a:lnTo>
                    <a:lnTo>
                      <a:pt x="327" y="63"/>
                    </a:lnTo>
                    <a:lnTo>
                      <a:pt x="361" y="55"/>
                    </a:lnTo>
                    <a:lnTo>
                      <a:pt x="394" y="47"/>
                    </a:lnTo>
                    <a:lnTo>
                      <a:pt x="427" y="39"/>
                    </a:lnTo>
                    <a:lnTo>
                      <a:pt x="459" y="30"/>
                    </a:lnTo>
                    <a:lnTo>
                      <a:pt x="490" y="20"/>
                    </a:lnTo>
                    <a:lnTo>
                      <a:pt x="520" y="10"/>
                    </a:lnTo>
                    <a:lnTo>
                      <a:pt x="550" y="0"/>
                    </a:lnTo>
                    <a:lnTo>
                      <a:pt x="557" y="41"/>
                    </a:lnTo>
                    <a:lnTo>
                      <a:pt x="564" y="84"/>
                    </a:lnTo>
                    <a:lnTo>
                      <a:pt x="568" y="127"/>
                    </a:lnTo>
                    <a:lnTo>
                      <a:pt x="573" y="171"/>
                    </a:lnTo>
                    <a:lnTo>
                      <a:pt x="574" y="180"/>
                    </a:lnTo>
                    <a:lnTo>
                      <a:pt x="574" y="190"/>
                    </a:lnTo>
                    <a:lnTo>
                      <a:pt x="575" y="200"/>
                    </a:lnTo>
                    <a:lnTo>
                      <a:pt x="575" y="209"/>
                    </a:lnTo>
                    <a:close/>
                  </a:path>
                </a:pathLst>
              </a:custGeom>
              <a:grpFill/>
              <a:ln w="9525">
                <a:noFill/>
                <a:round/>
                <a:headEnd/>
                <a:tailEnd/>
              </a:ln>
            </p:spPr>
            <p:txBody>
              <a:bodyPr/>
              <a:lstStyle/>
              <a:p>
                <a:pPr algn="ctr">
                  <a:defRPr/>
                </a:pPr>
                <a:endParaRPr lang="en-US" sz="900" dirty="0"/>
              </a:p>
            </p:txBody>
          </p:sp>
          <p:sp>
            <p:nvSpPr>
              <p:cNvPr id="56" name="Freeform 55"/>
              <p:cNvSpPr>
                <a:spLocks/>
              </p:cNvSpPr>
              <p:nvPr/>
            </p:nvSpPr>
            <p:spPr bwMode="auto">
              <a:xfrm>
                <a:off x="2575" y="2342"/>
                <a:ext cx="281" cy="236"/>
              </a:xfrm>
              <a:custGeom>
                <a:avLst/>
                <a:gdLst/>
                <a:ahLst/>
                <a:cxnLst>
                  <a:cxn ang="0">
                    <a:pos x="548" y="474"/>
                  </a:cxn>
                  <a:cxn ang="0">
                    <a:pos x="520" y="471"/>
                  </a:cxn>
                  <a:cxn ang="0">
                    <a:pos x="493" y="470"/>
                  </a:cxn>
                  <a:cxn ang="0">
                    <a:pos x="466" y="468"/>
                  </a:cxn>
                  <a:cxn ang="0">
                    <a:pos x="439" y="465"/>
                  </a:cxn>
                  <a:cxn ang="0">
                    <a:pos x="412" y="461"/>
                  </a:cxn>
                  <a:cxn ang="0">
                    <a:pos x="386" y="458"/>
                  </a:cxn>
                  <a:cxn ang="0">
                    <a:pos x="359" y="454"/>
                  </a:cxn>
                  <a:cxn ang="0">
                    <a:pos x="330" y="450"/>
                  </a:cxn>
                  <a:cxn ang="0">
                    <a:pos x="299" y="444"/>
                  </a:cxn>
                  <a:cxn ang="0">
                    <a:pos x="268" y="437"/>
                  </a:cxn>
                  <a:cxn ang="0">
                    <a:pos x="238" y="430"/>
                  </a:cxn>
                  <a:cxn ang="0">
                    <a:pos x="208" y="422"/>
                  </a:cxn>
                  <a:cxn ang="0">
                    <a:pos x="178" y="414"/>
                  </a:cxn>
                  <a:cxn ang="0">
                    <a:pos x="149" y="406"/>
                  </a:cxn>
                  <a:cxn ang="0">
                    <a:pos x="120" y="397"/>
                  </a:cxn>
                  <a:cxn ang="0">
                    <a:pos x="92" y="364"/>
                  </a:cxn>
                  <a:cxn ang="0">
                    <a:pos x="68" y="309"/>
                  </a:cxn>
                  <a:cxn ang="0">
                    <a:pos x="48" y="254"/>
                  </a:cxn>
                  <a:cxn ang="0">
                    <a:pos x="34" y="199"/>
                  </a:cxn>
                  <a:cxn ang="0">
                    <a:pos x="19" y="129"/>
                  </a:cxn>
                  <a:cxn ang="0">
                    <a:pos x="5" y="44"/>
                  </a:cxn>
                  <a:cxn ang="0">
                    <a:pos x="17" y="7"/>
                  </a:cxn>
                  <a:cxn ang="0">
                    <a:pos x="53" y="20"/>
                  </a:cxn>
                  <a:cxn ang="0">
                    <a:pos x="90" y="32"/>
                  </a:cxn>
                  <a:cxn ang="0">
                    <a:pos x="126" y="43"/>
                  </a:cxn>
                  <a:cxn ang="0">
                    <a:pos x="163" y="52"/>
                  </a:cxn>
                  <a:cxn ang="0">
                    <a:pos x="201" y="63"/>
                  </a:cxn>
                  <a:cxn ang="0">
                    <a:pos x="240" y="71"/>
                  </a:cxn>
                  <a:cxn ang="0">
                    <a:pos x="280" y="79"/>
                  </a:cxn>
                  <a:cxn ang="0">
                    <a:pos x="315" y="85"/>
                  </a:cxn>
                  <a:cxn ang="0">
                    <a:pos x="348" y="90"/>
                  </a:cxn>
                  <a:cxn ang="0">
                    <a:pos x="380" y="95"/>
                  </a:cxn>
                  <a:cxn ang="0">
                    <a:pos x="412" y="98"/>
                  </a:cxn>
                  <a:cxn ang="0">
                    <a:pos x="445" y="102"/>
                  </a:cxn>
                  <a:cxn ang="0">
                    <a:pos x="478" y="105"/>
                  </a:cxn>
                  <a:cxn ang="0">
                    <a:pos x="511" y="108"/>
                  </a:cxn>
                  <a:cxn ang="0">
                    <a:pos x="545" y="109"/>
                  </a:cxn>
                  <a:cxn ang="0">
                    <a:pos x="562" y="277"/>
                  </a:cxn>
                </a:cxnLst>
                <a:rect l="0" t="0" r="r" b="b"/>
                <a:pathLst>
                  <a:path w="562" h="474">
                    <a:moveTo>
                      <a:pt x="562" y="474"/>
                    </a:moveTo>
                    <a:lnTo>
                      <a:pt x="548" y="474"/>
                    </a:lnTo>
                    <a:lnTo>
                      <a:pt x="534" y="473"/>
                    </a:lnTo>
                    <a:lnTo>
                      <a:pt x="520" y="471"/>
                    </a:lnTo>
                    <a:lnTo>
                      <a:pt x="506" y="471"/>
                    </a:lnTo>
                    <a:lnTo>
                      <a:pt x="493" y="470"/>
                    </a:lnTo>
                    <a:lnTo>
                      <a:pt x="480" y="469"/>
                    </a:lnTo>
                    <a:lnTo>
                      <a:pt x="466" y="468"/>
                    </a:lnTo>
                    <a:lnTo>
                      <a:pt x="452" y="466"/>
                    </a:lnTo>
                    <a:lnTo>
                      <a:pt x="439" y="465"/>
                    </a:lnTo>
                    <a:lnTo>
                      <a:pt x="426" y="463"/>
                    </a:lnTo>
                    <a:lnTo>
                      <a:pt x="412" y="461"/>
                    </a:lnTo>
                    <a:lnTo>
                      <a:pt x="399" y="460"/>
                    </a:lnTo>
                    <a:lnTo>
                      <a:pt x="386" y="458"/>
                    </a:lnTo>
                    <a:lnTo>
                      <a:pt x="373" y="456"/>
                    </a:lnTo>
                    <a:lnTo>
                      <a:pt x="359" y="454"/>
                    </a:lnTo>
                    <a:lnTo>
                      <a:pt x="346" y="452"/>
                    </a:lnTo>
                    <a:lnTo>
                      <a:pt x="330" y="450"/>
                    </a:lnTo>
                    <a:lnTo>
                      <a:pt x="315" y="446"/>
                    </a:lnTo>
                    <a:lnTo>
                      <a:pt x="299" y="444"/>
                    </a:lnTo>
                    <a:lnTo>
                      <a:pt x="284" y="440"/>
                    </a:lnTo>
                    <a:lnTo>
                      <a:pt x="268" y="437"/>
                    </a:lnTo>
                    <a:lnTo>
                      <a:pt x="253" y="433"/>
                    </a:lnTo>
                    <a:lnTo>
                      <a:pt x="238" y="430"/>
                    </a:lnTo>
                    <a:lnTo>
                      <a:pt x="223" y="427"/>
                    </a:lnTo>
                    <a:lnTo>
                      <a:pt x="208" y="422"/>
                    </a:lnTo>
                    <a:lnTo>
                      <a:pt x="193" y="418"/>
                    </a:lnTo>
                    <a:lnTo>
                      <a:pt x="178" y="414"/>
                    </a:lnTo>
                    <a:lnTo>
                      <a:pt x="163" y="410"/>
                    </a:lnTo>
                    <a:lnTo>
                      <a:pt x="149" y="406"/>
                    </a:lnTo>
                    <a:lnTo>
                      <a:pt x="134" y="401"/>
                    </a:lnTo>
                    <a:lnTo>
                      <a:pt x="120" y="397"/>
                    </a:lnTo>
                    <a:lnTo>
                      <a:pt x="106" y="392"/>
                    </a:lnTo>
                    <a:lnTo>
                      <a:pt x="92" y="364"/>
                    </a:lnTo>
                    <a:lnTo>
                      <a:pt x="79" y="337"/>
                    </a:lnTo>
                    <a:lnTo>
                      <a:pt x="68" y="309"/>
                    </a:lnTo>
                    <a:lnTo>
                      <a:pt x="57" y="281"/>
                    </a:lnTo>
                    <a:lnTo>
                      <a:pt x="48" y="254"/>
                    </a:lnTo>
                    <a:lnTo>
                      <a:pt x="41" y="226"/>
                    </a:lnTo>
                    <a:lnTo>
                      <a:pt x="34" y="199"/>
                    </a:lnTo>
                    <a:lnTo>
                      <a:pt x="27" y="171"/>
                    </a:lnTo>
                    <a:lnTo>
                      <a:pt x="19" y="129"/>
                    </a:lnTo>
                    <a:lnTo>
                      <a:pt x="12" y="88"/>
                    </a:lnTo>
                    <a:lnTo>
                      <a:pt x="5" y="44"/>
                    </a:lnTo>
                    <a:lnTo>
                      <a:pt x="0" y="0"/>
                    </a:lnTo>
                    <a:lnTo>
                      <a:pt x="17" y="7"/>
                    </a:lnTo>
                    <a:lnTo>
                      <a:pt x="35" y="13"/>
                    </a:lnTo>
                    <a:lnTo>
                      <a:pt x="53" y="20"/>
                    </a:lnTo>
                    <a:lnTo>
                      <a:pt x="71" y="26"/>
                    </a:lnTo>
                    <a:lnTo>
                      <a:pt x="90" y="32"/>
                    </a:lnTo>
                    <a:lnTo>
                      <a:pt x="108" y="37"/>
                    </a:lnTo>
                    <a:lnTo>
                      <a:pt x="126" y="43"/>
                    </a:lnTo>
                    <a:lnTo>
                      <a:pt x="145" y="48"/>
                    </a:lnTo>
                    <a:lnTo>
                      <a:pt x="163" y="52"/>
                    </a:lnTo>
                    <a:lnTo>
                      <a:pt x="183" y="58"/>
                    </a:lnTo>
                    <a:lnTo>
                      <a:pt x="201" y="63"/>
                    </a:lnTo>
                    <a:lnTo>
                      <a:pt x="221" y="67"/>
                    </a:lnTo>
                    <a:lnTo>
                      <a:pt x="240" y="71"/>
                    </a:lnTo>
                    <a:lnTo>
                      <a:pt x="260" y="75"/>
                    </a:lnTo>
                    <a:lnTo>
                      <a:pt x="280" y="79"/>
                    </a:lnTo>
                    <a:lnTo>
                      <a:pt x="299" y="82"/>
                    </a:lnTo>
                    <a:lnTo>
                      <a:pt x="315" y="85"/>
                    </a:lnTo>
                    <a:lnTo>
                      <a:pt x="331" y="88"/>
                    </a:lnTo>
                    <a:lnTo>
                      <a:pt x="348" y="90"/>
                    </a:lnTo>
                    <a:lnTo>
                      <a:pt x="364" y="93"/>
                    </a:lnTo>
                    <a:lnTo>
                      <a:pt x="380" y="95"/>
                    </a:lnTo>
                    <a:lnTo>
                      <a:pt x="396" y="97"/>
                    </a:lnTo>
                    <a:lnTo>
                      <a:pt x="412" y="98"/>
                    </a:lnTo>
                    <a:lnTo>
                      <a:pt x="429" y="101"/>
                    </a:lnTo>
                    <a:lnTo>
                      <a:pt x="445" y="102"/>
                    </a:lnTo>
                    <a:lnTo>
                      <a:pt x="462" y="104"/>
                    </a:lnTo>
                    <a:lnTo>
                      <a:pt x="478" y="105"/>
                    </a:lnTo>
                    <a:lnTo>
                      <a:pt x="495" y="106"/>
                    </a:lnTo>
                    <a:lnTo>
                      <a:pt x="511" y="108"/>
                    </a:lnTo>
                    <a:lnTo>
                      <a:pt x="528" y="109"/>
                    </a:lnTo>
                    <a:lnTo>
                      <a:pt x="545" y="109"/>
                    </a:lnTo>
                    <a:lnTo>
                      <a:pt x="562" y="110"/>
                    </a:lnTo>
                    <a:lnTo>
                      <a:pt x="562" y="277"/>
                    </a:lnTo>
                    <a:lnTo>
                      <a:pt x="562" y="474"/>
                    </a:lnTo>
                    <a:close/>
                  </a:path>
                </a:pathLst>
              </a:custGeom>
              <a:grpFill/>
              <a:ln w="9525">
                <a:noFill/>
                <a:round/>
                <a:headEnd/>
                <a:tailEnd/>
              </a:ln>
            </p:spPr>
            <p:txBody>
              <a:bodyPr/>
              <a:lstStyle/>
              <a:p>
                <a:pPr algn="ctr">
                  <a:defRPr/>
                </a:pPr>
                <a:endParaRPr lang="en-US" sz="900" dirty="0"/>
              </a:p>
            </p:txBody>
          </p:sp>
          <p:sp>
            <p:nvSpPr>
              <p:cNvPr id="57" name="Freeform 56"/>
              <p:cNvSpPr>
                <a:spLocks/>
              </p:cNvSpPr>
              <p:nvPr/>
            </p:nvSpPr>
            <p:spPr bwMode="auto">
              <a:xfrm>
                <a:off x="2567" y="2069"/>
                <a:ext cx="289" cy="272"/>
              </a:xfrm>
              <a:custGeom>
                <a:avLst/>
                <a:gdLst/>
                <a:ahLst/>
                <a:cxnLst>
                  <a:cxn ang="0">
                    <a:pos x="3" y="198"/>
                  </a:cxn>
                  <a:cxn ang="0">
                    <a:pos x="4" y="176"/>
                  </a:cxn>
                  <a:cxn ang="0">
                    <a:pos x="10" y="122"/>
                  </a:cxn>
                  <a:cxn ang="0">
                    <a:pos x="20" y="40"/>
                  </a:cxn>
                  <a:cxn ang="0">
                    <a:pos x="38" y="3"/>
                  </a:cxn>
                  <a:cxn ang="0">
                    <a:pos x="61" y="11"/>
                  </a:cxn>
                  <a:cxn ang="0">
                    <a:pos x="83" y="18"/>
                  </a:cxn>
                  <a:cxn ang="0">
                    <a:pos x="106" y="25"/>
                  </a:cxn>
                  <a:cxn ang="0">
                    <a:pos x="129" y="32"/>
                  </a:cxn>
                  <a:cxn ang="0">
                    <a:pos x="152" y="39"/>
                  </a:cxn>
                  <a:cxn ang="0">
                    <a:pos x="176" y="46"/>
                  </a:cxn>
                  <a:cxn ang="0">
                    <a:pos x="200" y="51"/>
                  </a:cxn>
                  <a:cxn ang="0">
                    <a:pos x="233" y="60"/>
                  </a:cxn>
                  <a:cxn ang="0">
                    <a:pos x="277" y="69"/>
                  </a:cxn>
                  <a:cxn ang="0">
                    <a:pos x="321" y="76"/>
                  </a:cxn>
                  <a:cxn ang="0">
                    <a:pos x="366" y="83"/>
                  </a:cxn>
                  <a:cxn ang="0">
                    <a:pos x="411" y="88"/>
                  </a:cxn>
                  <a:cxn ang="0">
                    <a:pos x="458" y="93"/>
                  </a:cxn>
                  <a:cxn ang="0">
                    <a:pos x="505" y="98"/>
                  </a:cxn>
                  <a:cxn ang="0">
                    <a:pos x="554" y="100"/>
                  </a:cxn>
                  <a:cxn ang="0">
                    <a:pos x="578" y="313"/>
                  </a:cxn>
                  <a:cxn ang="0">
                    <a:pos x="557" y="543"/>
                  </a:cxn>
                  <a:cxn ang="0">
                    <a:pos x="517" y="541"/>
                  </a:cxn>
                  <a:cxn ang="0">
                    <a:pos x="475" y="537"/>
                  </a:cxn>
                  <a:cxn ang="0">
                    <a:pos x="434" y="533"/>
                  </a:cxn>
                  <a:cxn ang="0">
                    <a:pos x="392" y="527"/>
                  </a:cxn>
                  <a:cxn ang="0">
                    <a:pos x="351" y="521"/>
                  </a:cxn>
                  <a:cxn ang="0">
                    <a:pos x="311" y="514"/>
                  </a:cxn>
                  <a:cxn ang="0">
                    <a:pos x="270" y="506"/>
                  </a:cxn>
                  <a:cxn ang="0">
                    <a:pos x="232" y="499"/>
                  </a:cxn>
                  <a:cxn ang="0">
                    <a:pos x="197" y="490"/>
                  </a:cxn>
                  <a:cxn ang="0">
                    <a:pos x="162" y="481"/>
                  </a:cxn>
                  <a:cxn ang="0">
                    <a:pos x="130" y="472"/>
                  </a:cxn>
                  <a:cxn ang="0">
                    <a:pos x="97" y="461"/>
                  </a:cxn>
                  <a:cxn ang="0">
                    <a:pos x="69" y="451"/>
                  </a:cxn>
                  <a:cxn ang="0">
                    <a:pos x="41" y="441"/>
                  </a:cxn>
                  <a:cxn ang="0">
                    <a:pos x="15" y="429"/>
                  </a:cxn>
                  <a:cxn ang="0">
                    <a:pos x="1" y="370"/>
                  </a:cxn>
                  <a:cxn ang="0">
                    <a:pos x="0" y="263"/>
                  </a:cxn>
                </a:cxnLst>
                <a:rect l="0" t="0" r="r" b="b"/>
                <a:pathLst>
                  <a:path w="578" h="544">
                    <a:moveTo>
                      <a:pt x="2" y="209"/>
                    </a:moveTo>
                    <a:lnTo>
                      <a:pt x="3" y="198"/>
                    </a:lnTo>
                    <a:lnTo>
                      <a:pt x="4" y="186"/>
                    </a:lnTo>
                    <a:lnTo>
                      <a:pt x="4" y="176"/>
                    </a:lnTo>
                    <a:lnTo>
                      <a:pt x="5" y="164"/>
                    </a:lnTo>
                    <a:lnTo>
                      <a:pt x="10" y="122"/>
                    </a:lnTo>
                    <a:lnTo>
                      <a:pt x="15" y="80"/>
                    </a:lnTo>
                    <a:lnTo>
                      <a:pt x="20" y="40"/>
                    </a:lnTo>
                    <a:lnTo>
                      <a:pt x="27" y="0"/>
                    </a:lnTo>
                    <a:lnTo>
                      <a:pt x="38" y="3"/>
                    </a:lnTo>
                    <a:lnTo>
                      <a:pt x="49" y="8"/>
                    </a:lnTo>
                    <a:lnTo>
                      <a:pt x="61" y="11"/>
                    </a:lnTo>
                    <a:lnTo>
                      <a:pt x="71" y="15"/>
                    </a:lnTo>
                    <a:lnTo>
                      <a:pt x="83" y="18"/>
                    </a:lnTo>
                    <a:lnTo>
                      <a:pt x="94" y="22"/>
                    </a:lnTo>
                    <a:lnTo>
                      <a:pt x="106" y="25"/>
                    </a:lnTo>
                    <a:lnTo>
                      <a:pt x="117" y="28"/>
                    </a:lnTo>
                    <a:lnTo>
                      <a:pt x="129" y="32"/>
                    </a:lnTo>
                    <a:lnTo>
                      <a:pt x="140" y="35"/>
                    </a:lnTo>
                    <a:lnTo>
                      <a:pt x="152" y="39"/>
                    </a:lnTo>
                    <a:lnTo>
                      <a:pt x="164" y="42"/>
                    </a:lnTo>
                    <a:lnTo>
                      <a:pt x="176" y="46"/>
                    </a:lnTo>
                    <a:lnTo>
                      <a:pt x="188" y="49"/>
                    </a:lnTo>
                    <a:lnTo>
                      <a:pt x="200" y="51"/>
                    </a:lnTo>
                    <a:lnTo>
                      <a:pt x="213" y="55"/>
                    </a:lnTo>
                    <a:lnTo>
                      <a:pt x="233" y="60"/>
                    </a:lnTo>
                    <a:lnTo>
                      <a:pt x="255" y="64"/>
                    </a:lnTo>
                    <a:lnTo>
                      <a:pt x="277" y="69"/>
                    </a:lnTo>
                    <a:lnTo>
                      <a:pt x="299" y="72"/>
                    </a:lnTo>
                    <a:lnTo>
                      <a:pt x="321" y="76"/>
                    </a:lnTo>
                    <a:lnTo>
                      <a:pt x="343" y="79"/>
                    </a:lnTo>
                    <a:lnTo>
                      <a:pt x="366" y="83"/>
                    </a:lnTo>
                    <a:lnTo>
                      <a:pt x="389" y="86"/>
                    </a:lnTo>
                    <a:lnTo>
                      <a:pt x="411" y="88"/>
                    </a:lnTo>
                    <a:lnTo>
                      <a:pt x="435" y="91"/>
                    </a:lnTo>
                    <a:lnTo>
                      <a:pt x="458" y="93"/>
                    </a:lnTo>
                    <a:lnTo>
                      <a:pt x="481" y="95"/>
                    </a:lnTo>
                    <a:lnTo>
                      <a:pt x="505" y="98"/>
                    </a:lnTo>
                    <a:lnTo>
                      <a:pt x="529" y="99"/>
                    </a:lnTo>
                    <a:lnTo>
                      <a:pt x="554" y="100"/>
                    </a:lnTo>
                    <a:lnTo>
                      <a:pt x="578" y="101"/>
                    </a:lnTo>
                    <a:lnTo>
                      <a:pt x="578" y="313"/>
                    </a:lnTo>
                    <a:lnTo>
                      <a:pt x="578" y="544"/>
                    </a:lnTo>
                    <a:lnTo>
                      <a:pt x="557" y="543"/>
                    </a:lnTo>
                    <a:lnTo>
                      <a:pt x="537" y="542"/>
                    </a:lnTo>
                    <a:lnTo>
                      <a:pt x="517" y="541"/>
                    </a:lnTo>
                    <a:lnTo>
                      <a:pt x="496" y="539"/>
                    </a:lnTo>
                    <a:lnTo>
                      <a:pt x="475" y="537"/>
                    </a:lnTo>
                    <a:lnTo>
                      <a:pt x="455" y="535"/>
                    </a:lnTo>
                    <a:lnTo>
                      <a:pt x="434" y="533"/>
                    </a:lnTo>
                    <a:lnTo>
                      <a:pt x="413" y="531"/>
                    </a:lnTo>
                    <a:lnTo>
                      <a:pt x="392" y="527"/>
                    </a:lnTo>
                    <a:lnTo>
                      <a:pt x="372" y="525"/>
                    </a:lnTo>
                    <a:lnTo>
                      <a:pt x="351" y="521"/>
                    </a:lnTo>
                    <a:lnTo>
                      <a:pt x="330" y="518"/>
                    </a:lnTo>
                    <a:lnTo>
                      <a:pt x="311" y="514"/>
                    </a:lnTo>
                    <a:lnTo>
                      <a:pt x="290" y="511"/>
                    </a:lnTo>
                    <a:lnTo>
                      <a:pt x="270" y="506"/>
                    </a:lnTo>
                    <a:lnTo>
                      <a:pt x="251" y="503"/>
                    </a:lnTo>
                    <a:lnTo>
                      <a:pt x="232" y="499"/>
                    </a:lnTo>
                    <a:lnTo>
                      <a:pt x="215" y="495"/>
                    </a:lnTo>
                    <a:lnTo>
                      <a:pt x="197" y="490"/>
                    </a:lnTo>
                    <a:lnTo>
                      <a:pt x="179" y="486"/>
                    </a:lnTo>
                    <a:lnTo>
                      <a:pt x="162" y="481"/>
                    </a:lnTo>
                    <a:lnTo>
                      <a:pt x="146" y="476"/>
                    </a:lnTo>
                    <a:lnTo>
                      <a:pt x="130" y="472"/>
                    </a:lnTo>
                    <a:lnTo>
                      <a:pt x="114" y="467"/>
                    </a:lnTo>
                    <a:lnTo>
                      <a:pt x="97" y="461"/>
                    </a:lnTo>
                    <a:lnTo>
                      <a:pt x="83" y="457"/>
                    </a:lnTo>
                    <a:lnTo>
                      <a:pt x="69" y="451"/>
                    </a:lnTo>
                    <a:lnTo>
                      <a:pt x="54" y="446"/>
                    </a:lnTo>
                    <a:lnTo>
                      <a:pt x="41" y="441"/>
                    </a:lnTo>
                    <a:lnTo>
                      <a:pt x="27" y="435"/>
                    </a:lnTo>
                    <a:lnTo>
                      <a:pt x="15" y="429"/>
                    </a:lnTo>
                    <a:lnTo>
                      <a:pt x="3" y="423"/>
                    </a:lnTo>
                    <a:lnTo>
                      <a:pt x="1" y="370"/>
                    </a:lnTo>
                    <a:lnTo>
                      <a:pt x="0" y="316"/>
                    </a:lnTo>
                    <a:lnTo>
                      <a:pt x="0" y="263"/>
                    </a:lnTo>
                    <a:lnTo>
                      <a:pt x="2" y="209"/>
                    </a:lnTo>
                    <a:close/>
                  </a:path>
                </a:pathLst>
              </a:custGeom>
              <a:grpFill/>
              <a:ln w="9525">
                <a:noFill/>
                <a:round/>
                <a:headEnd/>
                <a:tailEnd/>
              </a:ln>
            </p:spPr>
            <p:txBody>
              <a:bodyPr/>
              <a:lstStyle/>
              <a:p>
                <a:pPr algn="ctr">
                  <a:defRPr/>
                </a:pPr>
                <a:endParaRPr lang="en-US" sz="900" dirty="0"/>
              </a:p>
            </p:txBody>
          </p:sp>
          <p:sp>
            <p:nvSpPr>
              <p:cNvPr id="58" name="Freeform 57"/>
              <p:cNvSpPr>
                <a:spLocks/>
              </p:cNvSpPr>
              <p:nvPr/>
            </p:nvSpPr>
            <p:spPr bwMode="auto">
              <a:xfrm>
                <a:off x="2904" y="1814"/>
                <a:ext cx="263" cy="250"/>
              </a:xfrm>
              <a:custGeom>
                <a:avLst/>
                <a:gdLst/>
                <a:ahLst/>
                <a:cxnLst>
                  <a:cxn ang="0">
                    <a:pos x="0" y="67"/>
                  </a:cxn>
                  <a:cxn ang="0">
                    <a:pos x="26" y="66"/>
                  </a:cxn>
                  <a:cxn ang="0">
                    <a:pos x="50" y="64"/>
                  </a:cxn>
                  <a:cxn ang="0">
                    <a:pos x="74" y="63"/>
                  </a:cxn>
                  <a:cxn ang="0">
                    <a:pos x="98" y="59"/>
                  </a:cxn>
                  <a:cxn ang="0">
                    <a:pos x="122" y="57"/>
                  </a:cxn>
                  <a:cxn ang="0">
                    <a:pos x="145" y="53"/>
                  </a:cxn>
                  <a:cxn ang="0">
                    <a:pos x="169" y="50"/>
                  </a:cxn>
                  <a:cxn ang="0">
                    <a:pos x="192" y="45"/>
                  </a:cxn>
                  <a:cxn ang="0">
                    <a:pos x="213" y="41"/>
                  </a:cxn>
                  <a:cxn ang="0">
                    <a:pos x="235" y="36"/>
                  </a:cxn>
                  <a:cxn ang="0">
                    <a:pos x="257" y="32"/>
                  </a:cxn>
                  <a:cxn ang="0">
                    <a:pos x="279" y="26"/>
                  </a:cxn>
                  <a:cxn ang="0">
                    <a:pos x="300" y="20"/>
                  </a:cxn>
                  <a:cxn ang="0">
                    <a:pos x="321" y="13"/>
                  </a:cxn>
                  <a:cxn ang="0">
                    <a:pos x="340" y="7"/>
                  </a:cxn>
                  <a:cxn ang="0">
                    <a:pos x="360" y="0"/>
                  </a:cxn>
                  <a:cxn ang="0">
                    <a:pos x="376" y="28"/>
                  </a:cxn>
                  <a:cxn ang="0">
                    <a:pos x="391" y="56"/>
                  </a:cxn>
                  <a:cxn ang="0">
                    <a:pos x="406" y="85"/>
                  </a:cxn>
                  <a:cxn ang="0">
                    <a:pos x="421" y="114"/>
                  </a:cxn>
                  <a:cxn ang="0">
                    <a:pos x="435" y="144"/>
                  </a:cxn>
                  <a:cxn ang="0">
                    <a:pos x="448" y="176"/>
                  </a:cxn>
                  <a:cxn ang="0">
                    <a:pos x="462" y="208"/>
                  </a:cxn>
                  <a:cxn ang="0">
                    <a:pos x="475" y="240"/>
                  </a:cxn>
                  <a:cxn ang="0">
                    <a:pos x="482" y="260"/>
                  </a:cxn>
                  <a:cxn ang="0">
                    <a:pos x="489" y="278"/>
                  </a:cxn>
                  <a:cxn ang="0">
                    <a:pos x="496" y="298"/>
                  </a:cxn>
                  <a:cxn ang="0">
                    <a:pos x="501" y="317"/>
                  </a:cxn>
                  <a:cxn ang="0">
                    <a:pos x="508" y="338"/>
                  </a:cxn>
                  <a:cxn ang="0">
                    <a:pos x="514" y="357"/>
                  </a:cxn>
                  <a:cxn ang="0">
                    <a:pos x="520" y="378"/>
                  </a:cxn>
                  <a:cxn ang="0">
                    <a:pos x="526" y="399"/>
                  </a:cxn>
                  <a:cxn ang="0">
                    <a:pos x="497" y="409"/>
                  </a:cxn>
                  <a:cxn ang="0">
                    <a:pos x="468" y="420"/>
                  </a:cxn>
                  <a:cxn ang="0">
                    <a:pos x="438" y="429"/>
                  </a:cxn>
                  <a:cxn ang="0">
                    <a:pos x="408" y="438"/>
                  </a:cxn>
                  <a:cxn ang="0">
                    <a:pos x="377" y="446"/>
                  </a:cxn>
                  <a:cxn ang="0">
                    <a:pos x="346" y="454"/>
                  </a:cxn>
                  <a:cxn ang="0">
                    <a:pos x="314" y="462"/>
                  </a:cxn>
                  <a:cxn ang="0">
                    <a:pos x="280" y="469"/>
                  </a:cxn>
                  <a:cxn ang="0">
                    <a:pos x="247" y="475"/>
                  </a:cxn>
                  <a:cxn ang="0">
                    <a:pos x="213" y="481"/>
                  </a:cxn>
                  <a:cxn ang="0">
                    <a:pos x="179" y="485"/>
                  </a:cxn>
                  <a:cxn ang="0">
                    <a:pos x="143" y="490"/>
                  </a:cxn>
                  <a:cxn ang="0">
                    <a:pos x="109" y="493"/>
                  </a:cxn>
                  <a:cxn ang="0">
                    <a:pos x="73" y="497"/>
                  </a:cxn>
                  <a:cxn ang="0">
                    <a:pos x="37" y="499"/>
                  </a:cxn>
                  <a:cxn ang="0">
                    <a:pos x="0" y="501"/>
                  </a:cxn>
                  <a:cxn ang="0">
                    <a:pos x="0" y="290"/>
                  </a:cxn>
                  <a:cxn ang="0">
                    <a:pos x="0" y="67"/>
                  </a:cxn>
                </a:cxnLst>
                <a:rect l="0" t="0" r="r" b="b"/>
                <a:pathLst>
                  <a:path w="526" h="501">
                    <a:moveTo>
                      <a:pt x="0" y="67"/>
                    </a:moveTo>
                    <a:lnTo>
                      <a:pt x="26" y="66"/>
                    </a:lnTo>
                    <a:lnTo>
                      <a:pt x="50" y="64"/>
                    </a:lnTo>
                    <a:lnTo>
                      <a:pt x="74" y="63"/>
                    </a:lnTo>
                    <a:lnTo>
                      <a:pt x="98" y="59"/>
                    </a:lnTo>
                    <a:lnTo>
                      <a:pt x="122" y="57"/>
                    </a:lnTo>
                    <a:lnTo>
                      <a:pt x="145" y="53"/>
                    </a:lnTo>
                    <a:lnTo>
                      <a:pt x="169" y="50"/>
                    </a:lnTo>
                    <a:lnTo>
                      <a:pt x="192" y="45"/>
                    </a:lnTo>
                    <a:lnTo>
                      <a:pt x="213" y="41"/>
                    </a:lnTo>
                    <a:lnTo>
                      <a:pt x="235" y="36"/>
                    </a:lnTo>
                    <a:lnTo>
                      <a:pt x="257" y="32"/>
                    </a:lnTo>
                    <a:lnTo>
                      <a:pt x="279" y="26"/>
                    </a:lnTo>
                    <a:lnTo>
                      <a:pt x="300" y="20"/>
                    </a:lnTo>
                    <a:lnTo>
                      <a:pt x="321" y="13"/>
                    </a:lnTo>
                    <a:lnTo>
                      <a:pt x="340" y="7"/>
                    </a:lnTo>
                    <a:lnTo>
                      <a:pt x="360" y="0"/>
                    </a:lnTo>
                    <a:lnTo>
                      <a:pt x="376" y="28"/>
                    </a:lnTo>
                    <a:lnTo>
                      <a:pt x="391" y="56"/>
                    </a:lnTo>
                    <a:lnTo>
                      <a:pt x="406" y="85"/>
                    </a:lnTo>
                    <a:lnTo>
                      <a:pt x="421" y="114"/>
                    </a:lnTo>
                    <a:lnTo>
                      <a:pt x="435" y="144"/>
                    </a:lnTo>
                    <a:lnTo>
                      <a:pt x="448" y="176"/>
                    </a:lnTo>
                    <a:lnTo>
                      <a:pt x="462" y="208"/>
                    </a:lnTo>
                    <a:lnTo>
                      <a:pt x="475" y="240"/>
                    </a:lnTo>
                    <a:lnTo>
                      <a:pt x="482" y="260"/>
                    </a:lnTo>
                    <a:lnTo>
                      <a:pt x="489" y="278"/>
                    </a:lnTo>
                    <a:lnTo>
                      <a:pt x="496" y="298"/>
                    </a:lnTo>
                    <a:lnTo>
                      <a:pt x="501" y="317"/>
                    </a:lnTo>
                    <a:lnTo>
                      <a:pt x="508" y="338"/>
                    </a:lnTo>
                    <a:lnTo>
                      <a:pt x="514" y="357"/>
                    </a:lnTo>
                    <a:lnTo>
                      <a:pt x="520" y="378"/>
                    </a:lnTo>
                    <a:lnTo>
                      <a:pt x="526" y="399"/>
                    </a:lnTo>
                    <a:lnTo>
                      <a:pt x="497" y="409"/>
                    </a:lnTo>
                    <a:lnTo>
                      <a:pt x="468" y="420"/>
                    </a:lnTo>
                    <a:lnTo>
                      <a:pt x="438" y="429"/>
                    </a:lnTo>
                    <a:lnTo>
                      <a:pt x="408" y="438"/>
                    </a:lnTo>
                    <a:lnTo>
                      <a:pt x="377" y="446"/>
                    </a:lnTo>
                    <a:lnTo>
                      <a:pt x="346" y="454"/>
                    </a:lnTo>
                    <a:lnTo>
                      <a:pt x="314" y="462"/>
                    </a:lnTo>
                    <a:lnTo>
                      <a:pt x="280" y="469"/>
                    </a:lnTo>
                    <a:lnTo>
                      <a:pt x="247" y="475"/>
                    </a:lnTo>
                    <a:lnTo>
                      <a:pt x="213" y="481"/>
                    </a:lnTo>
                    <a:lnTo>
                      <a:pt x="179" y="485"/>
                    </a:lnTo>
                    <a:lnTo>
                      <a:pt x="143" y="490"/>
                    </a:lnTo>
                    <a:lnTo>
                      <a:pt x="109" y="493"/>
                    </a:lnTo>
                    <a:lnTo>
                      <a:pt x="73" y="497"/>
                    </a:lnTo>
                    <a:lnTo>
                      <a:pt x="37" y="499"/>
                    </a:lnTo>
                    <a:lnTo>
                      <a:pt x="0" y="501"/>
                    </a:lnTo>
                    <a:lnTo>
                      <a:pt x="0" y="290"/>
                    </a:lnTo>
                    <a:lnTo>
                      <a:pt x="0" y="67"/>
                    </a:lnTo>
                    <a:close/>
                  </a:path>
                </a:pathLst>
              </a:custGeom>
              <a:grpFill/>
              <a:ln w="9525">
                <a:noFill/>
                <a:round/>
                <a:headEnd/>
                <a:tailEnd/>
              </a:ln>
            </p:spPr>
            <p:txBody>
              <a:bodyPr/>
              <a:lstStyle/>
              <a:p>
                <a:pPr algn="ctr">
                  <a:defRPr/>
                </a:pPr>
                <a:endParaRPr lang="en-US" sz="900" dirty="0"/>
              </a:p>
            </p:txBody>
          </p:sp>
          <p:sp>
            <p:nvSpPr>
              <p:cNvPr id="59" name="Freeform 58"/>
              <p:cNvSpPr>
                <a:spLocks/>
              </p:cNvSpPr>
              <p:nvPr/>
            </p:nvSpPr>
            <p:spPr bwMode="auto">
              <a:xfrm>
                <a:off x="2594" y="1814"/>
                <a:ext cx="262" cy="250"/>
              </a:xfrm>
              <a:custGeom>
                <a:avLst/>
                <a:gdLst/>
                <a:ahLst/>
                <a:cxnLst>
                  <a:cxn ang="0">
                    <a:pos x="525" y="501"/>
                  </a:cxn>
                  <a:cxn ang="0">
                    <a:pos x="487" y="499"/>
                  </a:cxn>
                  <a:cxn ang="0">
                    <a:pos x="449" y="497"/>
                  </a:cxn>
                  <a:cxn ang="0">
                    <a:pos x="412" y="493"/>
                  </a:cxn>
                  <a:cxn ang="0">
                    <a:pos x="375" y="489"/>
                  </a:cxn>
                  <a:cxn ang="0">
                    <a:pos x="338" y="484"/>
                  </a:cxn>
                  <a:cxn ang="0">
                    <a:pos x="302" y="480"/>
                  </a:cxn>
                  <a:cxn ang="0">
                    <a:pos x="267" y="474"/>
                  </a:cxn>
                  <a:cxn ang="0">
                    <a:pos x="232" y="467"/>
                  </a:cxn>
                  <a:cxn ang="0">
                    <a:pos x="201" y="460"/>
                  </a:cxn>
                  <a:cxn ang="0">
                    <a:pos x="170" y="453"/>
                  </a:cxn>
                  <a:cxn ang="0">
                    <a:pos x="140" y="445"/>
                  </a:cxn>
                  <a:cxn ang="0">
                    <a:pos x="111" y="437"/>
                  </a:cxn>
                  <a:cxn ang="0">
                    <a:pos x="81" y="428"/>
                  </a:cxn>
                  <a:cxn ang="0">
                    <a:pos x="54" y="419"/>
                  </a:cxn>
                  <a:cxn ang="0">
                    <a:pos x="26" y="409"/>
                  </a:cxn>
                  <a:cxn ang="0">
                    <a:pos x="0" y="399"/>
                  </a:cxn>
                  <a:cxn ang="0">
                    <a:pos x="12" y="354"/>
                  </a:cxn>
                  <a:cxn ang="0">
                    <a:pos x="26" y="309"/>
                  </a:cxn>
                  <a:cxn ang="0">
                    <a:pos x="40" y="266"/>
                  </a:cxn>
                  <a:cxn ang="0">
                    <a:pos x="56" y="224"/>
                  </a:cxn>
                  <a:cxn ang="0">
                    <a:pos x="80" y="164"/>
                  </a:cxn>
                  <a:cxn ang="0">
                    <a:pos x="107" y="108"/>
                  </a:cxn>
                  <a:cxn ang="0">
                    <a:pos x="134" y="52"/>
                  </a:cxn>
                  <a:cxn ang="0">
                    <a:pos x="164" y="0"/>
                  </a:cxn>
                  <a:cxn ang="0">
                    <a:pos x="200" y="12"/>
                  </a:cxn>
                  <a:cxn ang="0">
                    <a:pos x="238" y="24"/>
                  </a:cxn>
                  <a:cxn ang="0">
                    <a:pos x="276" y="34"/>
                  </a:cxn>
                  <a:cxn ang="0">
                    <a:pos x="315" y="42"/>
                  </a:cxn>
                  <a:cxn ang="0">
                    <a:pos x="340" y="47"/>
                  </a:cxn>
                  <a:cxn ang="0">
                    <a:pos x="365" y="51"/>
                  </a:cxn>
                  <a:cxn ang="0">
                    <a:pos x="391" y="55"/>
                  </a:cxn>
                  <a:cxn ang="0">
                    <a:pos x="417" y="58"/>
                  </a:cxn>
                  <a:cxn ang="0">
                    <a:pos x="443" y="62"/>
                  </a:cxn>
                  <a:cxn ang="0">
                    <a:pos x="471" y="64"/>
                  </a:cxn>
                  <a:cxn ang="0">
                    <a:pos x="497" y="66"/>
                  </a:cxn>
                  <a:cxn ang="0">
                    <a:pos x="525" y="67"/>
                  </a:cxn>
                </a:cxnLst>
                <a:rect l="0" t="0" r="r" b="b"/>
                <a:pathLst>
                  <a:path w="525" h="501">
                    <a:moveTo>
                      <a:pt x="525" y="283"/>
                    </a:moveTo>
                    <a:lnTo>
                      <a:pt x="525" y="501"/>
                    </a:lnTo>
                    <a:lnTo>
                      <a:pt x="505" y="500"/>
                    </a:lnTo>
                    <a:lnTo>
                      <a:pt x="487" y="499"/>
                    </a:lnTo>
                    <a:lnTo>
                      <a:pt x="467" y="498"/>
                    </a:lnTo>
                    <a:lnTo>
                      <a:pt x="449" y="497"/>
                    </a:lnTo>
                    <a:lnTo>
                      <a:pt x="430" y="495"/>
                    </a:lnTo>
                    <a:lnTo>
                      <a:pt x="412" y="493"/>
                    </a:lnTo>
                    <a:lnTo>
                      <a:pt x="393" y="491"/>
                    </a:lnTo>
                    <a:lnTo>
                      <a:pt x="375" y="489"/>
                    </a:lnTo>
                    <a:lnTo>
                      <a:pt x="357" y="488"/>
                    </a:lnTo>
                    <a:lnTo>
                      <a:pt x="338" y="484"/>
                    </a:lnTo>
                    <a:lnTo>
                      <a:pt x="320" y="482"/>
                    </a:lnTo>
                    <a:lnTo>
                      <a:pt x="302" y="480"/>
                    </a:lnTo>
                    <a:lnTo>
                      <a:pt x="285" y="476"/>
                    </a:lnTo>
                    <a:lnTo>
                      <a:pt x="267" y="474"/>
                    </a:lnTo>
                    <a:lnTo>
                      <a:pt x="250" y="470"/>
                    </a:lnTo>
                    <a:lnTo>
                      <a:pt x="232" y="467"/>
                    </a:lnTo>
                    <a:lnTo>
                      <a:pt x="216" y="463"/>
                    </a:lnTo>
                    <a:lnTo>
                      <a:pt x="201" y="460"/>
                    </a:lnTo>
                    <a:lnTo>
                      <a:pt x="185" y="457"/>
                    </a:lnTo>
                    <a:lnTo>
                      <a:pt x="170" y="453"/>
                    </a:lnTo>
                    <a:lnTo>
                      <a:pt x="155" y="450"/>
                    </a:lnTo>
                    <a:lnTo>
                      <a:pt x="140" y="445"/>
                    </a:lnTo>
                    <a:lnTo>
                      <a:pt x="125" y="442"/>
                    </a:lnTo>
                    <a:lnTo>
                      <a:pt x="111" y="437"/>
                    </a:lnTo>
                    <a:lnTo>
                      <a:pt x="96" y="432"/>
                    </a:lnTo>
                    <a:lnTo>
                      <a:pt x="81" y="428"/>
                    </a:lnTo>
                    <a:lnTo>
                      <a:pt x="68" y="423"/>
                    </a:lnTo>
                    <a:lnTo>
                      <a:pt x="54" y="419"/>
                    </a:lnTo>
                    <a:lnTo>
                      <a:pt x="40" y="414"/>
                    </a:lnTo>
                    <a:lnTo>
                      <a:pt x="26" y="409"/>
                    </a:lnTo>
                    <a:lnTo>
                      <a:pt x="13" y="404"/>
                    </a:lnTo>
                    <a:lnTo>
                      <a:pt x="0" y="399"/>
                    </a:lnTo>
                    <a:lnTo>
                      <a:pt x="5" y="376"/>
                    </a:lnTo>
                    <a:lnTo>
                      <a:pt x="12" y="354"/>
                    </a:lnTo>
                    <a:lnTo>
                      <a:pt x="19" y="331"/>
                    </a:lnTo>
                    <a:lnTo>
                      <a:pt x="26" y="309"/>
                    </a:lnTo>
                    <a:lnTo>
                      <a:pt x="33" y="287"/>
                    </a:lnTo>
                    <a:lnTo>
                      <a:pt x="40" y="266"/>
                    </a:lnTo>
                    <a:lnTo>
                      <a:pt x="48" y="245"/>
                    </a:lnTo>
                    <a:lnTo>
                      <a:pt x="56" y="224"/>
                    </a:lnTo>
                    <a:lnTo>
                      <a:pt x="68" y="194"/>
                    </a:lnTo>
                    <a:lnTo>
                      <a:pt x="80" y="164"/>
                    </a:lnTo>
                    <a:lnTo>
                      <a:pt x="93" y="135"/>
                    </a:lnTo>
                    <a:lnTo>
                      <a:pt x="107" y="108"/>
                    </a:lnTo>
                    <a:lnTo>
                      <a:pt x="121" y="80"/>
                    </a:lnTo>
                    <a:lnTo>
                      <a:pt x="134" y="52"/>
                    </a:lnTo>
                    <a:lnTo>
                      <a:pt x="149" y="26"/>
                    </a:lnTo>
                    <a:lnTo>
                      <a:pt x="164" y="0"/>
                    </a:lnTo>
                    <a:lnTo>
                      <a:pt x="183" y="6"/>
                    </a:lnTo>
                    <a:lnTo>
                      <a:pt x="200" y="12"/>
                    </a:lnTo>
                    <a:lnTo>
                      <a:pt x="218" y="18"/>
                    </a:lnTo>
                    <a:lnTo>
                      <a:pt x="238" y="24"/>
                    </a:lnTo>
                    <a:lnTo>
                      <a:pt x="256" y="28"/>
                    </a:lnTo>
                    <a:lnTo>
                      <a:pt x="276" y="34"/>
                    </a:lnTo>
                    <a:lnTo>
                      <a:pt x="296" y="37"/>
                    </a:lnTo>
                    <a:lnTo>
                      <a:pt x="315" y="42"/>
                    </a:lnTo>
                    <a:lnTo>
                      <a:pt x="328" y="44"/>
                    </a:lnTo>
                    <a:lnTo>
                      <a:pt x="340" y="47"/>
                    </a:lnTo>
                    <a:lnTo>
                      <a:pt x="352" y="49"/>
                    </a:lnTo>
                    <a:lnTo>
                      <a:pt x="365" y="51"/>
                    </a:lnTo>
                    <a:lnTo>
                      <a:pt x="379" y="52"/>
                    </a:lnTo>
                    <a:lnTo>
                      <a:pt x="391" y="55"/>
                    </a:lnTo>
                    <a:lnTo>
                      <a:pt x="404" y="57"/>
                    </a:lnTo>
                    <a:lnTo>
                      <a:pt x="417" y="58"/>
                    </a:lnTo>
                    <a:lnTo>
                      <a:pt x="430" y="59"/>
                    </a:lnTo>
                    <a:lnTo>
                      <a:pt x="443" y="62"/>
                    </a:lnTo>
                    <a:lnTo>
                      <a:pt x="457" y="63"/>
                    </a:lnTo>
                    <a:lnTo>
                      <a:pt x="471" y="64"/>
                    </a:lnTo>
                    <a:lnTo>
                      <a:pt x="483" y="65"/>
                    </a:lnTo>
                    <a:lnTo>
                      <a:pt x="497" y="66"/>
                    </a:lnTo>
                    <a:lnTo>
                      <a:pt x="511" y="66"/>
                    </a:lnTo>
                    <a:lnTo>
                      <a:pt x="525" y="67"/>
                    </a:lnTo>
                    <a:lnTo>
                      <a:pt x="525" y="283"/>
                    </a:lnTo>
                    <a:close/>
                  </a:path>
                </a:pathLst>
              </a:custGeom>
              <a:grpFill/>
              <a:ln w="9525">
                <a:noFill/>
                <a:round/>
                <a:headEnd/>
                <a:tailEnd/>
              </a:ln>
            </p:spPr>
            <p:txBody>
              <a:bodyPr/>
              <a:lstStyle/>
              <a:p>
                <a:pPr algn="ctr">
                  <a:defRPr/>
                </a:pPr>
                <a:endParaRPr lang="en-US" sz="900" dirty="0"/>
              </a:p>
            </p:txBody>
          </p:sp>
          <p:sp>
            <p:nvSpPr>
              <p:cNvPr id="60" name="Freeform 59"/>
              <p:cNvSpPr>
                <a:spLocks/>
              </p:cNvSpPr>
              <p:nvPr/>
            </p:nvSpPr>
            <p:spPr bwMode="auto">
              <a:xfrm>
                <a:off x="2904" y="2342"/>
                <a:ext cx="281" cy="236"/>
              </a:xfrm>
              <a:custGeom>
                <a:avLst/>
                <a:gdLst/>
                <a:ahLst/>
                <a:cxnLst>
                  <a:cxn ang="0">
                    <a:pos x="0" y="336"/>
                  </a:cxn>
                  <a:cxn ang="0">
                    <a:pos x="0" y="110"/>
                  </a:cxn>
                  <a:cxn ang="0">
                    <a:pos x="38" y="109"/>
                  </a:cxn>
                  <a:cxn ang="0">
                    <a:pos x="76" y="105"/>
                  </a:cxn>
                  <a:cxn ang="0">
                    <a:pos x="113" y="103"/>
                  </a:cxn>
                  <a:cxn ang="0">
                    <a:pos x="150" y="98"/>
                  </a:cxn>
                  <a:cxn ang="0">
                    <a:pos x="187" y="94"/>
                  </a:cxn>
                  <a:cxn ang="0">
                    <a:pos x="223" y="89"/>
                  </a:cxn>
                  <a:cxn ang="0">
                    <a:pos x="258" y="83"/>
                  </a:cxn>
                  <a:cxn ang="0">
                    <a:pos x="294" y="76"/>
                  </a:cxn>
                  <a:cxn ang="0">
                    <a:pos x="330" y="70"/>
                  </a:cxn>
                  <a:cxn ang="0">
                    <a:pos x="364" y="62"/>
                  </a:cxn>
                  <a:cxn ang="0">
                    <a:pos x="398" y="52"/>
                  </a:cxn>
                  <a:cxn ang="0">
                    <a:pos x="431" y="43"/>
                  </a:cxn>
                  <a:cxn ang="0">
                    <a:pos x="465" y="34"/>
                  </a:cxn>
                  <a:cxn ang="0">
                    <a:pos x="498" y="24"/>
                  </a:cxn>
                  <a:cxn ang="0">
                    <a:pos x="530" y="12"/>
                  </a:cxn>
                  <a:cxn ang="0">
                    <a:pos x="561" y="0"/>
                  </a:cxn>
                  <a:cxn ang="0">
                    <a:pos x="558" y="29"/>
                  </a:cxn>
                  <a:cxn ang="0">
                    <a:pos x="553" y="57"/>
                  </a:cxn>
                  <a:cxn ang="0">
                    <a:pos x="550" y="83"/>
                  </a:cxn>
                  <a:cxn ang="0">
                    <a:pos x="545" y="111"/>
                  </a:cxn>
                  <a:cxn ang="0">
                    <a:pos x="541" y="138"/>
                  </a:cxn>
                  <a:cxn ang="0">
                    <a:pos x="536" y="164"/>
                  </a:cxn>
                  <a:cxn ang="0">
                    <a:pos x="530" y="189"/>
                  </a:cxn>
                  <a:cxn ang="0">
                    <a:pos x="523" y="216"/>
                  </a:cxn>
                  <a:cxn ang="0">
                    <a:pos x="518" y="238"/>
                  </a:cxn>
                  <a:cxn ang="0">
                    <a:pos x="511" y="260"/>
                  </a:cxn>
                  <a:cxn ang="0">
                    <a:pos x="504" y="281"/>
                  </a:cxn>
                  <a:cxn ang="0">
                    <a:pos x="496" y="303"/>
                  </a:cxn>
                  <a:cxn ang="0">
                    <a:pos x="488" y="325"/>
                  </a:cxn>
                  <a:cxn ang="0">
                    <a:pos x="478" y="347"/>
                  </a:cxn>
                  <a:cxn ang="0">
                    <a:pos x="468" y="370"/>
                  </a:cxn>
                  <a:cxn ang="0">
                    <a:pos x="456" y="392"/>
                  </a:cxn>
                  <a:cxn ang="0">
                    <a:pos x="430" y="400"/>
                  </a:cxn>
                  <a:cxn ang="0">
                    <a:pos x="403" y="409"/>
                  </a:cxn>
                  <a:cxn ang="0">
                    <a:pos x="377" y="416"/>
                  </a:cxn>
                  <a:cxn ang="0">
                    <a:pos x="349" y="424"/>
                  </a:cxn>
                  <a:cxn ang="0">
                    <a:pos x="322" y="431"/>
                  </a:cxn>
                  <a:cxn ang="0">
                    <a:pos x="294" y="437"/>
                  </a:cxn>
                  <a:cxn ang="0">
                    <a:pos x="265" y="443"/>
                  </a:cxn>
                  <a:cxn ang="0">
                    <a:pos x="238" y="448"/>
                  </a:cxn>
                  <a:cxn ang="0">
                    <a:pos x="209" y="453"/>
                  </a:cxn>
                  <a:cxn ang="0">
                    <a:pos x="179" y="458"/>
                  </a:cxn>
                  <a:cxn ang="0">
                    <a:pos x="150" y="462"/>
                  </a:cxn>
                  <a:cxn ang="0">
                    <a:pos x="120" y="466"/>
                  </a:cxn>
                  <a:cxn ang="0">
                    <a:pos x="91" y="468"/>
                  </a:cxn>
                  <a:cxn ang="0">
                    <a:pos x="61" y="470"/>
                  </a:cxn>
                  <a:cxn ang="0">
                    <a:pos x="30" y="473"/>
                  </a:cxn>
                  <a:cxn ang="0">
                    <a:pos x="0" y="474"/>
                  </a:cxn>
                  <a:cxn ang="0">
                    <a:pos x="0" y="336"/>
                  </a:cxn>
                </a:cxnLst>
                <a:rect l="0" t="0" r="r" b="b"/>
                <a:pathLst>
                  <a:path w="561" h="474">
                    <a:moveTo>
                      <a:pt x="0" y="336"/>
                    </a:moveTo>
                    <a:lnTo>
                      <a:pt x="0" y="110"/>
                    </a:lnTo>
                    <a:lnTo>
                      <a:pt x="38" y="109"/>
                    </a:lnTo>
                    <a:lnTo>
                      <a:pt x="76" y="105"/>
                    </a:lnTo>
                    <a:lnTo>
                      <a:pt x="113" y="103"/>
                    </a:lnTo>
                    <a:lnTo>
                      <a:pt x="150" y="98"/>
                    </a:lnTo>
                    <a:lnTo>
                      <a:pt x="187" y="94"/>
                    </a:lnTo>
                    <a:lnTo>
                      <a:pt x="223" y="89"/>
                    </a:lnTo>
                    <a:lnTo>
                      <a:pt x="258" y="83"/>
                    </a:lnTo>
                    <a:lnTo>
                      <a:pt x="294" y="76"/>
                    </a:lnTo>
                    <a:lnTo>
                      <a:pt x="330" y="70"/>
                    </a:lnTo>
                    <a:lnTo>
                      <a:pt x="364" y="62"/>
                    </a:lnTo>
                    <a:lnTo>
                      <a:pt x="398" y="52"/>
                    </a:lnTo>
                    <a:lnTo>
                      <a:pt x="431" y="43"/>
                    </a:lnTo>
                    <a:lnTo>
                      <a:pt x="465" y="34"/>
                    </a:lnTo>
                    <a:lnTo>
                      <a:pt x="498" y="24"/>
                    </a:lnTo>
                    <a:lnTo>
                      <a:pt x="530" y="12"/>
                    </a:lnTo>
                    <a:lnTo>
                      <a:pt x="561" y="0"/>
                    </a:lnTo>
                    <a:lnTo>
                      <a:pt x="558" y="29"/>
                    </a:lnTo>
                    <a:lnTo>
                      <a:pt x="553" y="57"/>
                    </a:lnTo>
                    <a:lnTo>
                      <a:pt x="550" y="83"/>
                    </a:lnTo>
                    <a:lnTo>
                      <a:pt x="545" y="111"/>
                    </a:lnTo>
                    <a:lnTo>
                      <a:pt x="541" y="138"/>
                    </a:lnTo>
                    <a:lnTo>
                      <a:pt x="536" y="164"/>
                    </a:lnTo>
                    <a:lnTo>
                      <a:pt x="530" y="189"/>
                    </a:lnTo>
                    <a:lnTo>
                      <a:pt x="523" y="216"/>
                    </a:lnTo>
                    <a:lnTo>
                      <a:pt x="518" y="238"/>
                    </a:lnTo>
                    <a:lnTo>
                      <a:pt x="511" y="260"/>
                    </a:lnTo>
                    <a:lnTo>
                      <a:pt x="504" y="281"/>
                    </a:lnTo>
                    <a:lnTo>
                      <a:pt x="496" y="303"/>
                    </a:lnTo>
                    <a:lnTo>
                      <a:pt x="488" y="325"/>
                    </a:lnTo>
                    <a:lnTo>
                      <a:pt x="478" y="347"/>
                    </a:lnTo>
                    <a:lnTo>
                      <a:pt x="468" y="370"/>
                    </a:lnTo>
                    <a:lnTo>
                      <a:pt x="456" y="392"/>
                    </a:lnTo>
                    <a:lnTo>
                      <a:pt x="430" y="400"/>
                    </a:lnTo>
                    <a:lnTo>
                      <a:pt x="403" y="409"/>
                    </a:lnTo>
                    <a:lnTo>
                      <a:pt x="377" y="416"/>
                    </a:lnTo>
                    <a:lnTo>
                      <a:pt x="349" y="424"/>
                    </a:lnTo>
                    <a:lnTo>
                      <a:pt x="322" y="431"/>
                    </a:lnTo>
                    <a:lnTo>
                      <a:pt x="294" y="437"/>
                    </a:lnTo>
                    <a:lnTo>
                      <a:pt x="265" y="443"/>
                    </a:lnTo>
                    <a:lnTo>
                      <a:pt x="238" y="448"/>
                    </a:lnTo>
                    <a:lnTo>
                      <a:pt x="209" y="453"/>
                    </a:lnTo>
                    <a:lnTo>
                      <a:pt x="179" y="458"/>
                    </a:lnTo>
                    <a:lnTo>
                      <a:pt x="150" y="462"/>
                    </a:lnTo>
                    <a:lnTo>
                      <a:pt x="120" y="466"/>
                    </a:lnTo>
                    <a:lnTo>
                      <a:pt x="91" y="468"/>
                    </a:lnTo>
                    <a:lnTo>
                      <a:pt x="61" y="470"/>
                    </a:lnTo>
                    <a:lnTo>
                      <a:pt x="30" y="473"/>
                    </a:lnTo>
                    <a:lnTo>
                      <a:pt x="0" y="474"/>
                    </a:lnTo>
                    <a:lnTo>
                      <a:pt x="0" y="336"/>
                    </a:lnTo>
                    <a:close/>
                  </a:path>
                </a:pathLst>
              </a:custGeom>
              <a:grpFill/>
              <a:ln w="9525">
                <a:noFill/>
                <a:round/>
                <a:headEnd/>
                <a:tailEnd/>
              </a:ln>
            </p:spPr>
            <p:txBody>
              <a:bodyPr/>
              <a:lstStyle/>
              <a:p>
                <a:pPr algn="ctr">
                  <a:defRPr/>
                </a:pPr>
                <a:endParaRPr lang="en-US" sz="900" dirty="0"/>
              </a:p>
            </p:txBody>
          </p:sp>
          <p:sp>
            <p:nvSpPr>
              <p:cNvPr id="61" name="Freeform 60"/>
              <p:cNvSpPr>
                <a:spLocks/>
              </p:cNvSpPr>
              <p:nvPr/>
            </p:nvSpPr>
            <p:spPr bwMode="auto">
              <a:xfrm>
                <a:off x="3136" y="1704"/>
                <a:ext cx="216" cy="286"/>
              </a:xfrm>
              <a:custGeom>
                <a:avLst/>
                <a:gdLst/>
                <a:ahLst/>
                <a:cxnLst>
                  <a:cxn ang="0">
                    <a:pos x="210" y="11"/>
                  </a:cxn>
                  <a:cxn ang="0">
                    <a:pos x="241" y="35"/>
                  </a:cxn>
                  <a:cxn ang="0">
                    <a:pos x="272" y="64"/>
                  </a:cxn>
                  <a:cxn ang="0">
                    <a:pos x="303" y="95"/>
                  </a:cxn>
                  <a:cxn ang="0">
                    <a:pos x="333" y="128"/>
                  </a:cxn>
                  <a:cxn ang="0">
                    <a:pos x="363" y="162"/>
                  </a:cxn>
                  <a:cxn ang="0">
                    <a:pos x="392" y="198"/>
                  </a:cxn>
                  <a:cxn ang="0">
                    <a:pos x="420" y="233"/>
                  </a:cxn>
                  <a:cxn ang="0">
                    <a:pos x="431" y="274"/>
                  </a:cxn>
                  <a:cxn ang="0">
                    <a:pos x="421" y="319"/>
                  </a:cxn>
                  <a:cxn ang="0">
                    <a:pos x="403" y="362"/>
                  </a:cxn>
                  <a:cxn ang="0">
                    <a:pos x="376" y="404"/>
                  </a:cxn>
                  <a:cxn ang="0">
                    <a:pos x="342" y="444"/>
                  </a:cxn>
                  <a:cxn ang="0">
                    <a:pos x="300" y="483"/>
                  </a:cxn>
                  <a:cxn ang="0">
                    <a:pos x="251" y="520"/>
                  </a:cxn>
                  <a:cxn ang="0">
                    <a:pos x="196" y="555"/>
                  </a:cxn>
                  <a:cxn ang="0">
                    <a:pos x="157" y="539"/>
                  </a:cxn>
                  <a:cxn ang="0">
                    <a:pos x="136" y="475"/>
                  </a:cxn>
                  <a:cxn ang="0">
                    <a:pos x="113" y="413"/>
                  </a:cxn>
                  <a:cxn ang="0">
                    <a:pos x="89" y="353"/>
                  </a:cxn>
                  <a:cxn ang="0">
                    <a:pos x="67" y="304"/>
                  </a:cxn>
                  <a:cxn ang="0">
                    <a:pos x="49" y="266"/>
                  </a:cxn>
                  <a:cxn ang="0">
                    <a:pos x="30" y="228"/>
                  </a:cxn>
                  <a:cxn ang="0">
                    <a:pos x="11" y="192"/>
                  </a:cxn>
                  <a:cxn ang="0">
                    <a:pos x="17" y="164"/>
                  </a:cxn>
                  <a:cxn ang="0">
                    <a:pos x="49" y="146"/>
                  </a:cxn>
                  <a:cxn ang="0">
                    <a:pos x="78" y="126"/>
                  </a:cxn>
                  <a:cxn ang="0">
                    <a:pos x="105" y="106"/>
                  </a:cxn>
                  <a:cxn ang="0">
                    <a:pos x="129" y="84"/>
                  </a:cxn>
                  <a:cxn ang="0">
                    <a:pos x="151" y="61"/>
                  </a:cxn>
                  <a:cxn ang="0">
                    <a:pos x="171" y="37"/>
                  </a:cxn>
                  <a:cxn ang="0">
                    <a:pos x="188" y="12"/>
                  </a:cxn>
                </a:cxnLst>
                <a:rect l="0" t="0" r="r" b="b"/>
                <a:pathLst>
                  <a:path w="432" h="571">
                    <a:moveTo>
                      <a:pt x="195" y="0"/>
                    </a:moveTo>
                    <a:lnTo>
                      <a:pt x="210" y="11"/>
                    </a:lnTo>
                    <a:lnTo>
                      <a:pt x="225" y="23"/>
                    </a:lnTo>
                    <a:lnTo>
                      <a:pt x="241" y="35"/>
                    </a:lnTo>
                    <a:lnTo>
                      <a:pt x="256" y="49"/>
                    </a:lnTo>
                    <a:lnTo>
                      <a:pt x="272" y="64"/>
                    </a:lnTo>
                    <a:lnTo>
                      <a:pt x="287" y="79"/>
                    </a:lnTo>
                    <a:lnTo>
                      <a:pt x="303" y="95"/>
                    </a:lnTo>
                    <a:lnTo>
                      <a:pt x="318" y="111"/>
                    </a:lnTo>
                    <a:lnTo>
                      <a:pt x="333" y="128"/>
                    </a:lnTo>
                    <a:lnTo>
                      <a:pt x="349" y="145"/>
                    </a:lnTo>
                    <a:lnTo>
                      <a:pt x="363" y="162"/>
                    </a:lnTo>
                    <a:lnTo>
                      <a:pt x="378" y="179"/>
                    </a:lnTo>
                    <a:lnTo>
                      <a:pt x="392" y="198"/>
                    </a:lnTo>
                    <a:lnTo>
                      <a:pt x="406" y="215"/>
                    </a:lnTo>
                    <a:lnTo>
                      <a:pt x="420" y="233"/>
                    </a:lnTo>
                    <a:lnTo>
                      <a:pt x="432" y="251"/>
                    </a:lnTo>
                    <a:lnTo>
                      <a:pt x="431" y="274"/>
                    </a:lnTo>
                    <a:lnTo>
                      <a:pt x="428" y="296"/>
                    </a:lnTo>
                    <a:lnTo>
                      <a:pt x="421" y="319"/>
                    </a:lnTo>
                    <a:lnTo>
                      <a:pt x="413" y="341"/>
                    </a:lnTo>
                    <a:lnTo>
                      <a:pt x="403" y="362"/>
                    </a:lnTo>
                    <a:lnTo>
                      <a:pt x="391" y="383"/>
                    </a:lnTo>
                    <a:lnTo>
                      <a:pt x="376" y="404"/>
                    </a:lnTo>
                    <a:lnTo>
                      <a:pt x="360" y="425"/>
                    </a:lnTo>
                    <a:lnTo>
                      <a:pt x="342" y="444"/>
                    </a:lnTo>
                    <a:lnTo>
                      <a:pt x="322" y="464"/>
                    </a:lnTo>
                    <a:lnTo>
                      <a:pt x="300" y="483"/>
                    </a:lnTo>
                    <a:lnTo>
                      <a:pt x="277" y="502"/>
                    </a:lnTo>
                    <a:lnTo>
                      <a:pt x="251" y="520"/>
                    </a:lnTo>
                    <a:lnTo>
                      <a:pt x="225" y="537"/>
                    </a:lnTo>
                    <a:lnTo>
                      <a:pt x="196" y="555"/>
                    </a:lnTo>
                    <a:lnTo>
                      <a:pt x="166" y="571"/>
                    </a:lnTo>
                    <a:lnTo>
                      <a:pt x="157" y="539"/>
                    </a:lnTo>
                    <a:lnTo>
                      <a:pt x="147" y="506"/>
                    </a:lnTo>
                    <a:lnTo>
                      <a:pt x="136" y="475"/>
                    </a:lnTo>
                    <a:lnTo>
                      <a:pt x="125" y="443"/>
                    </a:lnTo>
                    <a:lnTo>
                      <a:pt x="113" y="413"/>
                    </a:lnTo>
                    <a:lnTo>
                      <a:pt x="102" y="383"/>
                    </a:lnTo>
                    <a:lnTo>
                      <a:pt x="89" y="353"/>
                    </a:lnTo>
                    <a:lnTo>
                      <a:pt x="76" y="323"/>
                    </a:lnTo>
                    <a:lnTo>
                      <a:pt x="67" y="304"/>
                    </a:lnTo>
                    <a:lnTo>
                      <a:pt x="58" y="284"/>
                    </a:lnTo>
                    <a:lnTo>
                      <a:pt x="49" y="266"/>
                    </a:lnTo>
                    <a:lnTo>
                      <a:pt x="40" y="246"/>
                    </a:lnTo>
                    <a:lnTo>
                      <a:pt x="30" y="228"/>
                    </a:lnTo>
                    <a:lnTo>
                      <a:pt x="20" y="209"/>
                    </a:lnTo>
                    <a:lnTo>
                      <a:pt x="11" y="192"/>
                    </a:lnTo>
                    <a:lnTo>
                      <a:pt x="0" y="174"/>
                    </a:lnTo>
                    <a:lnTo>
                      <a:pt x="17" y="164"/>
                    </a:lnTo>
                    <a:lnTo>
                      <a:pt x="33" y="155"/>
                    </a:lnTo>
                    <a:lnTo>
                      <a:pt x="49" y="146"/>
                    </a:lnTo>
                    <a:lnTo>
                      <a:pt x="64" y="136"/>
                    </a:lnTo>
                    <a:lnTo>
                      <a:pt x="78" y="126"/>
                    </a:lnTo>
                    <a:lnTo>
                      <a:pt x="91" y="116"/>
                    </a:lnTo>
                    <a:lnTo>
                      <a:pt x="105" y="106"/>
                    </a:lnTo>
                    <a:lnTo>
                      <a:pt x="118" y="94"/>
                    </a:lnTo>
                    <a:lnTo>
                      <a:pt x="129" y="84"/>
                    </a:lnTo>
                    <a:lnTo>
                      <a:pt x="141" y="72"/>
                    </a:lnTo>
                    <a:lnTo>
                      <a:pt x="151" y="61"/>
                    </a:lnTo>
                    <a:lnTo>
                      <a:pt x="162" y="49"/>
                    </a:lnTo>
                    <a:lnTo>
                      <a:pt x="171" y="37"/>
                    </a:lnTo>
                    <a:lnTo>
                      <a:pt x="180" y="25"/>
                    </a:lnTo>
                    <a:lnTo>
                      <a:pt x="188" y="12"/>
                    </a:lnTo>
                    <a:lnTo>
                      <a:pt x="195" y="0"/>
                    </a:lnTo>
                    <a:close/>
                  </a:path>
                </a:pathLst>
              </a:custGeom>
              <a:grpFill/>
              <a:ln w="9525">
                <a:noFill/>
                <a:round/>
                <a:headEnd/>
                <a:tailEnd/>
              </a:ln>
            </p:spPr>
            <p:txBody>
              <a:bodyPr/>
              <a:lstStyle/>
              <a:p>
                <a:pPr algn="ctr">
                  <a:defRPr/>
                </a:pPr>
                <a:endParaRPr lang="en-US" sz="900" dirty="0"/>
              </a:p>
            </p:txBody>
          </p:sp>
          <p:sp>
            <p:nvSpPr>
              <p:cNvPr id="62" name="Freeform 61"/>
              <p:cNvSpPr>
                <a:spLocks/>
              </p:cNvSpPr>
              <p:nvPr/>
            </p:nvSpPr>
            <p:spPr bwMode="auto">
              <a:xfrm>
                <a:off x="3003" y="1595"/>
                <a:ext cx="184" cy="149"/>
              </a:xfrm>
              <a:custGeom>
                <a:avLst/>
                <a:gdLst/>
                <a:ahLst/>
                <a:cxnLst>
                  <a:cxn ang="0">
                    <a:pos x="4" y="0"/>
                  </a:cxn>
                  <a:cxn ang="0">
                    <a:pos x="22" y="3"/>
                  </a:cxn>
                  <a:cxn ang="0">
                    <a:pos x="42" y="7"/>
                  </a:cxn>
                  <a:cxn ang="0">
                    <a:pos x="63" y="10"/>
                  </a:cxn>
                  <a:cxn ang="0">
                    <a:pos x="83" y="16"/>
                  </a:cxn>
                  <a:cxn ang="0">
                    <a:pos x="105" y="22"/>
                  </a:cxn>
                  <a:cxn ang="0">
                    <a:pos x="128" y="28"/>
                  </a:cxn>
                  <a:cxn ang="0">
                    <a:pos x="151" y="36"/>
                  </a:cxn>
                  <a:cxn ang="0">
                    <a:pos x="174" y="44"/>
                  </a:cxn>
                  <a:cxn ang="0">
                    <a:pos x="199" y="54"/>
                  </a:cxn>
                  <a:cxn ang="0">
                    <a:pos x="223" y="64"/>
                  </a:cxn>
                  <a:cxn ang="0">
                    <a:pos x="247" y="76"/>
                  </a:cxn>
                  <a:cxn ang="0">
                    <a:pos x="271" y="89"/>
                  </a:cxn>
                  <a:cxn ang="0">
                    <a:pos x="295" y="102"/>
                  </a:cxn>
                  <a:cxn ang="0">
                    <a:pos x="321" y="118"/>
                  </a:cxn>
                  <a:cxn ang="0">
                    <a:pos x="344" y="135"/>
                  </a:cxn>
                  <a:cxn ang="0">
                    <a:pos x="368" y="153"/>
                  </a:cxn>
                  <a:cxn ang="0">
                    <a:pos x="359" y="173"/>
                  </a:cxn>
                  <a:cxn ang="0">
                    <a:pos x="345" y="192"/>
                  </a:cxn>
                  <a:cxn ang="0">
                    <a:pos x="330" y="211"/>
                  </a:cxn>
                  <a:cxn ang="0">
                    <a:pos x="311" y="229"/>
                  </a:cxn>
                  <a:cxn ang="0">
                    <a:pos x="290" y="247"/>
                  </a:cxn>
                  <a:cxn ang="0">
                    <a:pos x="265" y="265"/>
                  </a:cxn>
                  <a:cxn ang="0">
                    <a:pos x="239" y="282"/>
                  </a:cxn>
                  <a:cxn ang="0">
                    <a:pos x="209" y="298"/>
                  </a:cxn>
                  <a:cxn ang="0">
                    <a:pos x="193" y="272"/>
                  </a:cxn>
                  <a:cxn ang="0">
                    <a:pos x="178" y="246"/>
                  </a:cxn>
                  <a:cxn ang="0">
                    <a:pos x="161" y="222"/>
                  </a:cxn>
                  <a:cxn ang="0">
                    <a:pos x="144" y="199"/>
                  </a:cxn>
                  <a:cxn ang="0">
                    <a:pos x="128" y="178"/>
                  </a:cxn>
                  <a:cxn ang="0">
                    <a:pos x="112" y="159"/>
                  </a:cxn>
                  <a:cxn ang="0">
                    <a:pos x="96" y="140"/>
                  </a:cxn>
                  <a:cxn ang="0">
                    <a:pos x="80" y="123"/>
                  </a:cxn>
                  <a:cxn ang="0">
                    <a:pos x="70" y="113"/>
                  </a:cxn>
                  <a:cxn ang="0">
                    <a:pos x="59" y="102"/>
                  </a:cxn>
                  <a:cxn ang="0">
                    <a:pos x="49" y="92"/>
                  </a:cxn>
                  <a:cxn ang="0">
                    <a:pos x="38" y="83"/>
                  </a:cxn>
                  <a:cxn ang="0">
                    <a:pos x="29" y="75"/>
                  </a:cxn>
                  <a:cxn ang="0">
                    <a:pos x="19" y="67"/>
                  </a:cxn>
                  <a:cxn ang="0">
                    <a:pos x="10" y="59"/>
                  </a:cxn>
                  <a:cxn ang="0">
                    <a:pos x="0" y="52"/>
                  </a:cxn>
                  <a:cxn ang="0">
                    <a:pos x="4" y="45"/>
                  </a:cxn>
                  <a:cxn ang="0">
                    <a:pos x="7" y="38"/>
                  </a:cxn>
                  <a:cxn ang="0">
                    <a:pos x="9" y="31"/>
                  </a:cxn>
                  <a:cxn ang="0">
                    <a:pos x="10" y="23"/>
                  </a:cxn>
                  <a:cxn ang="0">
                    <a:pos x="10" y="17"/>
                  </a:cxn>
                  <a:cxn ang="0">
                    <a:pos x="9" y="11"/>
                  </a:cxn>
                  <a:cxn ang="0">
                    <a:pos x="6" y="6"/>
                  </a:cxn>
                  <a:cxn ang="0">
                    <a:pos x="4" y="0"/>
                  </a:cxn>
                </a:cxnLst>
                <a:rect l="0" t="0" r="r" b="b"/>
                <a:pathLst>
                  <a:path w="368" h="298">
                    <a:moveTo>
                      <a:pt x="4" y="0"/>
                    </a:moveTo>
                    <a:lnTo>
                      <a:pt x="22" y="3"/>
                    </a:lnTo>
                    <a:lnTo>
                      <a:pt x="42" y="7"/>
                    </a:lnTo>
                    <a:lnTo>
                      <a:pt x="63" y="10"/>
                    </a:lnTo>
                    <a:lnTo>
                      <a:pt x="83" y="16"/>
                    </a:lnTo>
                    <a:lnTo>
                      <a:pt x="105" y="22"/>
                    </a:lnTo>
                    <a:lnTo>
                      <a:pt x="128" y="28"/>
                    </a:lnTo>
                    <a:lnTo>
                      <a:pt x="151" y="36"/>
                    </a:lnTo>
                    <a:lnTo>
                      <a:pt x="174" y="44"/>
                    </a:lnTo>
                    <a:lnTo>
                      <a:pt x="199" y="54"/>
                    </a:lnTo>
                    <a:lnTo>
                      <a:pt x="223" y="64"/>
                    </a:lnTo>
                    <a:lnTo>
                      <a:pt x="247" y="76"/>
                    </a:lnTo>
                    <a:lnTo>
                      <a:pt x="271" y="89"/>
                    </a:lnTo>
                    <a:lnTo>
                      <a:pt x="295" y="102"/>
                    </a:lnTo>
                    <a:lnTo>
                      <a:pt x="321" y="118"/>
                    </a:lnTo>
                    <a:lnTo>
                      <a:pt x="344" y="135"/>
                    </a:lnTo>
                    <a:lnTo>
                      <a:pt x="368" y="153"/>
                    </a:lnTo>
                    <a:lnTo>
                      <a:pt x="359" y="173"/>
                    </a:lnTo>
                    <a:lnTo>
                      <a:pt x="345" y="192"/>
                    </a:lnTo>
                    <a:lnTo>
                      <a:pt x="330" y="211"/>
                    </a:lnTo>
                    <a:lnTo>
                      <a:pt x="311" y="229"/>
                    </a:lnTo>
                    <a:lnTo>
                      <a:pt x="290" y="247"/>
                    </a:lnTo>
                    <a:lnTo>
                      <a:pt x="265" y="265"/>
                    </a:lnTo>
                    <a:lnTo>
                      <a:pt x="239" y="282"/>
                    </a:lnTo>
                    <a:lnTo>
                      <a:pt x="209" y="298"/>
                    </a:lnTo>
                    <a:lnTo>
                      <a:pt x="193" y="272"/>
                    </a:lnTo>
                    <a:lnTo>
                      <a:pt x="178" y="246"/>
                    </a:lnTo>
                    <a:lnTo>
                      <a:pt x="161" y="222"/>
                    </a:lnTo>
                    <a:lnTo>
                      <a:pt x="144" y="199"/>
                    </a:lnTo>
                    <a:lnTo>
                      <a:pt x="128" y="178"/>
                    </a:lnTo>
                    <a:lnTo>
                      <a:pt x="112" y="159"/>
                    </a:lnTo>
                    <a:lnTo>
                      <a:pt x="96" y="140"/>
                    </a:lnTo>
                    <a:lnTo>
                      <a:pt x="80" y="123"/>
                    </a:lnTo>
                    <a:lnTo>
                      <a:pt x="70" y="113"/>
                    </a:lnTo>
                    <a:lnTo>
                      <a:pt x="59" y="102"/>
                    </a:lnTo>
                    <a:lnTo>
                      <a:pt x="49" y="92"/>
                    </a:lnTo>
                    <a:lnTo>
                      <a:pt x="38" y="83"/>
                    </a:lnTo>
                    <a:lnTo>
                      <a:pt x="29" y="75"/>
                    </a:lnTo>
                    <a:lnTo>
                      <a:pt x="19" y="67"/>
                    </a:lnTo>
                    <a:lnTo>
                      <a:pt x="10" y="59"/>
                    </a:lnTo>
                    <a:lnTo>
                      <a:pt x="0" y="52"/>
                    </a:lnTo>
                    <a:lnTo>
                      <a:pt x="4" y="45"/>
                    </a:lnTo>
                    <a:lnTo>
                      <a:pt x="7" y="38"/>
                    </a:lnTo>
                    <a:lnTo>
                      <a:pt x="9" y="31"/>
                    </a:lnTo>
                    <a:lnTo>
                      <a:pt x="10" y="23"/>
                    </a:lnTo>
                    <a:lnTo>
                      <a:pt x="10" y="17"/>
                    </a:lnTo>
                    <a:lnTo>
                      <a:pt x="9" y="11"/>
                    </a:lnTo>
                    <a:lnTo>
                      <a:pt x="6" y="6"/>
                    </a:lnTo>
                    <a:lnTo>
                      <a:pt x="4" y="0"/>
                    </a:lnTo>
                    <a:close/>
                  </a:path>
                </a:pathLst>
              </a:custGeom>
              <a:grpFill/>
              <a:ln w="9525">
                <a:noFill/>
                <a:round/>
                <a:headEnd/>
                <a:tailEnd/>
              </a:ln>
            </p:spPr>
            <p:txBody>
              <a:bodyPr/>
              <a:lstStyle/>
              <a:p>
                <a:pPr algn="ctr">
                  <a:defRPr/>
                </a:pPr>
                <a:endParaRPr lang="en-US" sz="900" dirty="0"/>
              </a:p>
            </p:txBody>
          </p:sp>
          <p:sp>
            <p:nvSpPr>
              <p:cNvPr id="63" name="Freeform 62"/>
              <p:cNvSpPr>
                <a:spLocks/>
              </p:cNvSpPr>
              <p:nvPr/>
            </p:nvSpPr>
            <p:spPr bwMode="auto">
              <a:xfrm>
                <a:off x="2904" y="1650"/>
                <a:ext cx="149" cy="141"/>
              </a:xfrm>
              <a:custGeom>
                <a:avLst/>
                <a:gdLst/>
                <a:ahLst/>
                <a:cxnLst>
                  <a:cxn ang="0">
                    <a:pos x="230" y="122"/>
                  </a:cxn>
                  <a:cxn ang="0">
                    <a:pos x="240" y="135"/>
                  </a:cxn>
                  <a:cxn ang="0">
                    <a:pos x="249" y="148"/>
                  </a:cxn>
                  <a:cxn ang="0">
                    <a:pos x="258" y="162"/>
                  </a:cxn>
                  <a:cxn ang="0">
                    <a:pos x="268" y="175"/>
                  </a:cxn>
                  <a:cxn ang="0">
                    <a:pos x="276" y="189"/>
                  </a:cxn>
                  <a:cxn ang="0">
                    <a:pos x="284" y="203"/>
                  </a:cxn>
                  <a:cxn ang="0">
                    <a:pos x="292" y="218"/>
                  </a:cxn>
                  <a:cxn ang="0">
                    <a:pos x="299" y="232"/>
                  </a:cxn>
                  <a:cxn ang="0">
                    <a:pos x="283" y="237"/>
                  </a:cxn>
                  <a:cxn ang="0">
                    <a:pos x="266" y="242"/>
                  </a:cxn>
                  <a:cxn ang="0">
                    <a:pos x="249" y="247"/>
                  </a:cxn>
                  <a:cxn ang="0">
                    <a:pos x="233" y="250"/>
                  </a:cxn>
                  <a:cxn ang="0">
                    <a:pos x="215" y="255"/>
                  </a:cxn>
                  <a:cxn ang="0">
                    <a:pos x="197" y="258"/>
                  </a:cxn>
                  <a:cxn ang="0">
                    <a:pos x="179" y="263"/>
                  </a:cxn>
                  <a:cxn ang="0">
                    <a:pos x="160" y="265"/>
                  </a:cxn>
                  <a:cxn ang="0">
                    <a:pos x="141" y="269"/>
                  </a:cxn>
                  <a:cxn ang="0">
                    <a:pos x="122" y="272"/>
                  </a:cxn>
                  <a:cxn ang="0">
                    <a:pos x="103" y="275"/>
                  </a:cxn>
                  <a:cxn ang="0">
                    <a:pos x="83" y="277"/>
                  </a:cxn>
                  <a:cxn ang="0">
                    <a:pos x="63" y="279"/>
                  </a:cxn>
                  <a:cxn ang="0">
                    <a:pos x="42" y="280"/>
                  </a:cxn>
                  <a:cxn ang="0">
                    <a:pos x="21" y="281"/>
                  </a:cxn>
                  <a:cxn ang="0">
                    <a:pos x="0" y="283"/>
                  </a:cxn>
                  <a:cxn ang="0">
                    <a:pos x="0" y="104"/>
                  </a:cxn>
                  <a:cxn ang="0">
                    <a:pos x="0" y="21"/>
                  </a:cxn>
                  <a:cxn ang="0">
                    <a:pos x="7" y="21"/>
                  </a:cxn>
                  <a:cxn ang="0">
                    <a:pos x="13" y="20"/>
                  </a:cxn>
                  <a:cxn ang="0">
                    <a:pos x="20" y="20"/>
                  </a:cxn>
                  <a:cxn ang="0">
                    <a:pos x="26" y="19"/>
                  </a:cxn>
                  <a:cxn ang="0">
                    <a:pos x="33" y="18"/>
                  </a:cxn>
                  <a:cxn ang="0">
                    <a:pos x="38" y="17"/>
                  </a:cxn>
                  <a:cxn ang="0">
                    <a:pos x="44" y="17"/>
                  </a:cxn>
                  <a:cxn ang="0">
                    <a:pos x="50" y="15"/>
                  </a:cxn>
                  <a:cxn ang="0">
                    <a:pos x="58" y="13"/>
                  </a:cxn>
                  <a:cxn ang="0">
                    <a:pos x="66" y="12"/>
                  </a:cxn>
                  <a:cxn ang="0">
                    <a:pos x="74" y="10"/>
                  </a:cxn>
                  <a:cxn ang="0">
                    <a:pos x="81" y="8"/>
                  </a:cxn>
                  <a:cxn ang="0">
                    <a:pos x="88" y="6"/>
                  </a:cxn>
                  <a:cxn ang="0">
                    <a:pos x="95" y="5"/>
                  </a:cxn>
                  <a:cxn ang="0">
                    <a:pos x="102" y="3"/>
                  </a:cxn>
                  <a:cxn ang="0">
                    <a:pos x="109" y="0"/>
                  </a:cxn>
                  <a:cxn ang="0">
                    <a:pos x="125" y="13"/>
                  </a:cxn>
                  <a:cxn ang="0">
                    <a:pos x="141" y="27"/>
                  </a:cxn>
                  <a:cxn ang="0">
                    <a:pos x="156" y="41"/>
                  </a:cxn>
                  <a:cxn ang="0">
                    <a:pos x="171" y="56"/>
                  </a:cxn>
                  <a:cxn ang="0">
                    <a:pos x="186" y="72"/>
                  </a:cxn>
                  <a:cxn ang="0">
                    <a:pos x="201" y="88"/>
                  </a:cxn>
                  <a:cxn ang="0">
                    <a:pos x="216" y="105"/>
                  </a:cxn>
                  <a:cxn ang="0">
                    <a:pos x="230" y="122"/>
                  </a:cxn>
                </a:cxnLst>
                <a:rect l="0" t="0" r="r" b="b"/>
                <a:pathLst>
                  <a:path w="299" h="283">
                    <a:moveTo>
                      <a:pt x="230" y="122"/>
                    </a:moveTo>
                    <a:lnTo>
                      <a:pt x="240" y="135"/>
                    </a:lnTo>
                    <a:lnTo>
                      <a:pt x="249" y="148"/>
                    </a:lnTo>
                    <a:lnTo>
                      <a:pt x="258" y="162"/>
                    </a:lnTo>
                    <a:lnTo>
                      <a:pt x="268" y="175"/>
                    </a:lnTo>
                    <a:lnTo>
                      <a:pt x="276" y="189"/>
                    </a:lnTo>
                    <a:lnTo>
                      <a:pt x="284" y="203"/>
                    </a:lnTo>
                    <a:lnTo>
                      <a:pt x="292" y="218"/>
                    </a:lnTo>
                    <a:lnTo>
                      <a:pt x="299" y="232"/>
                    </a:lnTo>
                    <a:lnTo>
                      <a:pt x="283" y="237"/>
                    </a:lnTo>
                    <a:lnTo>
                      <a:pt x="266" y="242"/>
                    </a:lnTo>
                    <a:lnTo>
                      <a:pt x="249" y="247"/>
                    </a:lnTo>
                    <a:lnTo>
                      <a:pt x="233" y="250"/>
                    </a:lnTo>
                    <a:lnTo>
                      <a:pt x="215" y="255"/>
                    </a:lnTo>
                    <a:lnTo>
                      <a:pt x="197" y="258"/>
                    </a:lnTo>
                    <a:lnTo>
                      <a:pt x="179" y="263"/>
                    </a:lnTo>
                    <a:lnTo>
                      <a:pt x="160" y="265"/>
                    </a:lnTo>
                    <a:lnTo>
                      <a:pt x="141" y="269"/>
                    </a:lnTo>
                    <a:lnTo>
                      <a:pt x="122" y="272"/>
                    </a:lnTo>
                    <a:lnTo>
                      <a:pt x="103" y="275"/>
                    </a:lnTo>
                    <a:lnTo>
                      <a:pt x="83" y="277"/>
                    </a:lnTo>
                    <a:lnTo>
                      <a:pt x="63" y="279"/>
                    </a:lnTo>
                    <a:lnTo>
                      <a:pt x="42" y="280"/>
                    </a:lnTo>
                    <a:lnTo>
                      <a:pt x="21" y="281"/>
                    </a:lnTo>
                    <a:lnTo>
                      <a:pt x="0" y="283"/>
                    </a:lnTo>
                    <a:lnTo>
                      <a:pt x="0" y="104"/>
                    </a:lnTo>
                    <a:lnTo>
                      <a:pt x="0" y="21"/>
                    </a:lnTo>
                    <a:lnTo>
                      <a:pt x="7" y="21"/>
                    </a:lnTo>
                    <a:lnTo>
                      <a:pt x="13" y="20"/>
                    </a:lnTo>
                    <a:lnTo>
                      <a:pt x="20" y="20"/>
                    </a:lnTo>
                    <a:lnTo>
                      <a:pt x="26" y="19"/>
                    </a:lnTo>
                    <a:lnTo>
                      <a:pt x="33" y="18"/>
                    </a:lnTo>
                    <a:lnTo>
                      <a:pt x="38" y="17"/>
                    </a:lnTo>
                    <a:lnTo>
                      <a:pt x="44" y="17"/>
                    </a:lnTo>
                    <a:lnTo>
                      <a:pt x="50" y="15"/>
                    </a:lnTo>
                    <a:lnTo>
                      <a:pt x="58" y="13"/>
                    </a:lnTo>
                    <a:lnTo>
                      <a:pt x="66" y="12"/>
                    </a:lnTo>
                    <a:lnTo>
                      <a:pt x="74" y="10"/>
                    </a:lnTo>
                    <a:lnTo>
                      <a:pt x="81" y="8"/>
                    </a:lnTo>
                    <a:lnTo>
                      <a:pt x="88" y="6"/>
                    </a:lnTo>
                    <a:lnTo>
                      <a:pt x="95" y="5"/>
                    </a:lnTo>
                    <a:lnTo>
                      <a:pt x="102" y="3"/>
                    </a:lnTo>
                    <a:lnTo>
                      <a:pt x="109" y="0"/>
                    </a:lnTo>
                    <a:lnTo>
                      <a:pt x="125" y="13"/>
                    </a:lnTo>
                    <a:lnTo>
                      <a:pt x="141" y="27"/>
                    </a:lnTo>
                    <a:lnTo>
                      <a:pt x="156" y="41"/>
                    </a:lnTo>
                    <a:lnTo>
                      <a:pt x="171" y="56"/>
                    </a:lnTo>
                    <a:lnTo>
                      <a:pt x="186" y="72"/>
                    </a:lnTo>
                    <a:lnTo>
                      <a:pt x="201" y="88"/>
                    </a:lnTo>
                    <a:lnTo>
                      <a:pt x="216" y="105"/>
                    </a:lnTo>
                    <a:lnTo>
                      <a:pt x="230" y="122"/>
                    </a:lnTo>
                    <a:close/>
                  </a:path>
                </a:pathLst>
              </a:custGeom>
              <a:grpFill/>
              <a:ln w="9525">
                <a:noFill/>
                <a:round/>
                <a:headEnd/>
                <a:tailEnd/>
              </a:ln>
            </p:spPr>
            <p:txBody>
              <a:bodyPr/>
              <a:lstStyle/>
              <a:p>
                <a:pPr algn="ctr">
                  <a:defRPr/>
                </a:pPr>
                <a:endParaRPr lang="en-US" sz="900" dirty="0"/>
              </a:p>
            </p:txBody>
          </p:sp>
          <p:sp>
            <p:nvSpPr>
              <p:cNvPr id="64" name="Freeform 63"/>
              <p:cNvSpPr>
                <a:spLocks/>
              </p:cNvSpPr>
              <p:nvPr/>
            </p:nvSpPr>
            <p:spPr bwMode="auto">
              <a:xfrm>
                <a:off x="2824" y="1584"/>
                <a:ext cx="113" cy="40"/>
              </a:xfrm>
              <a:custGeom>
                <a:avLst/>
                <a:gdLst/>
                <a:ahLst/>
                <a:cxnLst>
                  <a:cxn ang="0">
                    <a:pos x="114" y="0"/>
                  </a:cxn>
                  <a:cxn ang="0">
                    <a:pos x="137" y="1"/>
                  </a:cxn>
                  <a:cxn ang="0">
                    <a:pos x="158" y="3"/>
                  </a:cxn>
                  <a:cxn ang="0">
                    <a:pos x="177" y="7"/>
                  </a:cxn>
                  <a:cxn ang="0">
                    <a:pos x="194" y="12"/>
                  </a:cxn>
                  <a:cxn ang="0">
                    <a:pos x="207" y="18"/>
                  </a:cxn>
                  <a:cxn ang="0">
                    <a:pos x="218" y="25"/>
                  </a:cxn>
                  <a:cxn ang="0">
                    <a:pos x="225" y="32"/>
                  </a:cxn>
                  <a:cxn ang="0">
                    <a:pos x="227" y="40"/>
                  </a:cxn>
                  <a:cxn ang="0">
                    <a:pos x="226" y="45"/>
                  </a:cxn>
                  <a:cxn ang="0">
                    <a:pos x="224" y="51"/>
                  </a:cxn>
                  <a:cxn ang="0">
                    <a:pos x="220" y="55"/>
                  </a:cxn>
                  <a:cxn ang="0">
                    <a:pos x="214" y="59"/>
                  </a:cxn>
                  <a:cxn ang="0">
                    <a:pos x="207" y="63"/>
                  </a:cxn>
                  <a:cxn ang="0">
                    <a:pos x="199" y="67"/>
                  </a:cxn>
                  <a:cxn ang="0">
                    <a:pos x="190" y="70"/>
                  </a:cxn>
                  <a:cxn ang="0">
                    <a:pos x="180" y="74"/>
                  </a:cxn>
                  <a:cxn ang="0">
                    <a:pos x="173" y="75"/>
                  </a:cxn>
                  <a:cxn ang="0">
                    <a:pos x="165" y="77"/>
                  </a:cxn>
                  <a:cxn ang="0">
                    <a:pos x="157" y="78"/>
                  </a:cxn>
                  <a:cxn ang="0">
                    <a:pos x="149" y="78"/>
                  </a:cxn>
                  <a:cxn ang="0">
                    <a:pos x="141" y="79"/>
                  </a:cxn>
                  <a:cxn ang="0">
                    <a:pos x="133" y="81"/>
                  </a:cxn>
                  <a:cxn ang="0">
                    <a:pos x="123" y="81"/>
                  </a:cxn>
                  <a:cxn ang="0">
                    <a:pos x="114" y="81"/>
                  </a:cxn>
                  <a:cxn ang="0">
                    <a:pos x="91" y="79"/>
                  </a:cxn>
                  <a:cxn ang="0">
                    <a:pos x="69" y="77"/>
                  </a:cxn>
                  <a:cxn ang="0">
                    <a:pos x="51" y="74"/>
                  </a:cxn>
                  <a:cxn ang="0">
                    <a:pos x="34" y="69"/>
                  </a:cxn>
                  <a:cxn ang="0">
                    <a:pos x="20" y="63"/>
                  </a:cxn>
                  <a:cxn ang="0">
                    <a:pos x="9" y="56"/>
                  </a:cxn>
                  <a:cxn ang="0">
                    <a:pos x="2" y="48"/>
                  </a:cxn>
                  <a:cxn ang="0">
                    <a:pos x="0" y="40"/>
                  </a:cxn>
                  <a:cxn ang="0">
                    <a:pos x="2" y="32"/>
                  </a:cxn>
                  <a:cxn ang="0">
                    <a:pos x="9" y="25"/>
                  </a:cxn>
                  <a:cxn ang="0">
                    <a:pos x="20" y="18"/>
                  </a:cxn>
                  <a:cxn ang="0">
                    <a:pos x="34" y="12"/>
                  </a:cxn>
                  <a:cxn ang="0">
                    <a:pos x="51" y="7"/>
                  </a:cxn>
                  <a:cxn ang="0">
                    <a:pos x="69" y="3"/>
                  </a:cxn>
                  <a:cxn ang="0">
                    <a:pos x="91" y="1"/>
                  </a:cxn>
                  <a:cxn ang="0">
                    <a:pos x="114" y="0"/>
                  </a:cxn>
                </a:cxnLst>
                <a:rect l="0" t="0" r="r" b="b"/>
                <a:pathLst>
                  <a:path w="227" h="81">
                    <a:moveTo>
                      <a:pt x="114" y="0"/>
                    </a:moveTo>
                    <a:lnTo>
                      <a:pt x="137" y="1"/>
                    </a:lnTo>
                    <a:lnTo>
                      <a:pt x="158" y="3"/>
                    </a:lnTo>
                    <a:lnTo>
                      <a:pt x="177" y="7"/>
                    </a:lnTo>
                    <a:lnTo>
                      <a:pt x="194" y="12"/>
                    </a:lnTo>
                    <a:lnTo>
                      <a:pt x="207" y="18"/>
                    </a:lnTo>
                    <a:lnTo>
                      <a:pt x="218" y="25"/>
                    </a:lnTo>
                    <a:lnTo>
                      <a:pt x="225" y="32"/>
                    </a:lnTo>
                    <a:lnTo>
                      <a:pt x="227" y="40"/>
                    </a:lnTo>
                    <a:lnTo>
                      <a:pt x="226" y="45"/>
                    </a:lnTo>
                    <a:lnTo>
                      <a:pt x="224" y="51"/>
                    </a:lnTo>
                    <a:lnTo>
                      <a:pt x="220" y="55"/>
                    </a:lnTo>
                    <a:lnTo>
                      <a:pt x="214" y="59"/>
                    </a:lnTo>
                    <a:lnTo>
                      <a:pt x="207" y="63"/>
                    </a:lnTo>
                    <a:lnTo>
                      <a:pt x="199" y="67"/>
                    </a:lnTo>
                    <a:lnTo>
                      <a:pt x="190" y="70"/>
                    </a:lnTo>
                    <a:lnTo>
                      <a:pt x="180" y="74"/>
                    </a:lnTo>
                    <a:lnTo>
                      <a:pt x="173" y="75"/>
                    </a:lnTo>
                    <a:lnTo>
                      <a:pt x="165" y="77"/>
                    </a:lnTo>
                    <a:lnTo>
                      <a:pt x="157" y="78"/>
                    </a:lnTo>
                    <a:lnTo>
                      <a:pt x="149" y="78"/>
                    </a:lnTo>
                    <a:lnTo>
                      <a:pt x="141" y="79"/>
                    </a:lnTo>
                    <a:lnTo>
                      <a:pt x="133" y="81"/>
                    </a:lnTo>
                    <a:lnTo>
                      <a:pt x="123" y="81"/>
                    </a:lnTo>
                    <a:lnTo>
                      <a:pt x="114" y="81"/>
                    </a:lnTo>
                    <a:lnTo>
                      <a:pt x="91" y="79"/>
                    </a:lnTo>
                    <a:lnTo>
                      <a:pt x="69" y="77"/>
                    </a:lnTo>
                    <a:lnTo>
                      <a:pt x="51" y="74"/>
                    </a:lnTo>
                    <a:lnTo>
                      <a:pt x="34" y="69"/>
                    </a:lnTo>
                    <a:lnTo>
                      <a:pt x="20" y="63"/>
                    </a:lnTo>
                    <a:lnTo>
                      <a:pt x="9" y="56"/>
                    </a:lnTo>
                    <a:lnTo>
                      <a:pt x="2" y="48"/>
                    </a:lnTo>
                    <a:lnTo>
                      <a:pt x="0" y="40"/>
                    </a:lnTo>
                    <a:lnTo>
                      <a:pt x="2" y="32"/>
                    </a:lnTo>
                    <a:lnTo>
                      <a:pt x="9" y="25"/>
                    </a:lnTo>
                    <a:lnTo>
                      <a:pt x="20" y="18"/>
                    </a:lnTo>
                    <a:lnTo>
                      <a:pt x="34" y="12"/>
                    </a:lnTo>
                    <a:lnTo>
                      <a:pt x="51" y="7"/>
                    </a:lnTo>
                    <a:lnTo>
                      <a:pt x="69" y="3"/>
                    </a:lnTo>
                    <a:lnTo>
                      <a:pt x="91" y="1"/>
                    </a:lnTo>
                    <a:lnTo>
                      <a:pt x="114" y="0"/>
                    </a:lnTo>
                    <a:close/>
                  </a:path>
                </a:pathLst>
              </a:custGeom>
              <a:grpFill/>
              <a:ln w="9525">
                <a:noFill/>
                <a:round/>
                <a:headEnd/>
                <a:tailEnd/>
              </a:ln>
            </p:spPr>
            <p:txBody>
              <a:bodyPr/>
              <a:lstStyle/>
              <a:p>
                <a:pPr algn="ctr">
                  <a:defRPr/>
                </a:pPr>
                <a:endParaRPr lang="en-US" sz="900" dirty="0"/>
              </a:p>
            </p:txBody>
          </p:sp>
          <p:sp>
            <p:nvSpPr>
              <p:cNvPr id="65" name="Freeform 64"/>
              <p:cNvSpPr>
                <a:spLocks/>
              </p:cNvSpPr>
              <p:nvPr/>
            </p:nvSpPr>
            <p:spPr bwMode="auto">
              <a:xfrm>
                <a:off x="2707" y="1648"/>
                <a:ext cx="149" cy="143"/>
              </a:xfrm>
              <a:custGeom>
                <a:avLst/>
                <a:gdLst/>
                <a:ahLst/>
                <a:cxnLst>
                  <a:cxn ang="0">
                    <a:pos x="194" y="0"/>
                  </a:cxn>
                  <a:cxn ang="0">
                    <a:pos x="205" y="5"/>
                  </a:cxn>
                  <a:cxn ang="0">
                    <a:pos x="217" y="8"/>
                  </a:cxn>
                  <a:cxn ang="0">
                    <a:pos x="230" y="11"/>
                  </a:cxn>
                  <a:cxn ang="0">
                    <a:pos x="243" y="15"/>
                  </a:cxn>
                  <a:cxn ang="0">
                    <a:pos x="256" y="17"/>
                  </a:cxn>
                  <a:cxn ang="0">
                    <a:pos x="270" y="20"/>
                  </a:cxn>
                  <a:cxn ang="0">
                    <a:pos x="284" y="22"/>
                  </a:cxn>
                  <a:cxn ang="0">
                    <a:pos x="299" y="23"/>
                  </a:cxn>
                  <a:cxn ang="0">
                    <a:pos x="299" y="192"/>
                  </a:cxn>
                  <a:cxn ang="0">
                    <a:pos x="299" y="286"/>
                  </a:cxn>
                  <a:cxn ang="0">
                    <a:pos x="279" y="284"/>
                  </a:cxn>
                  <a:cxn ang="0">
                    <a:pos x="260" y="283"/>
                  </a:cxn>
                  <a:cxn ang="0">
                    <a:pos x="240" y="282"/>
                  </a:cxn>
                  <a:cxn ang="0">
                    <a:pos x="220" y="280"/>
                  </a:cxn>
                  <a:cxn ang="0">
                    <a:pos x="202" y="278"/>
                  </a:cxn>
                  <a:cxn ang="0">
                    <a:pos x="182" y="275"/>
                  </a:cxn>
                  <a:cxn ang="0">
                    <a:pos x="165" y="273"/>
                  </a:cxn>
                  <a:cxn ang="0">
                    <a:pos x="147" y="269"/>
                  </a:cxn>
                  <a:cxn ang="0">
                    <a:pos x="127" y="266"/>
                  </a:cxn>
                  <a:cxn ang="0">
                    <a:pos x="108" y="263"/>
                  </a:cxn>
                  <a:cxn ang="0">
                    <a:pos x="88" y="258"/>
                  </a:cxn>
                  <a:cxn ang="0">
                    <a:pos x="70" y="253"/>
                  </a:cxn>
                  <a:cxn ang="0">
                    <a:pos x="51" y="250"/>
                  </a:cxn>
                  <a:cxn ang="0">
                    <a:pos x="34" y="245"/>
                  </a:cxn>
                  <a:cxn ang="0">
                    <a:pos x="17" y="240"/>
                  </a:cxn>
                  <a:cxn ang="0">
                    <a:pos x="0" y="235"/>
                  </a:cxn>
                  <a:cxn ang="0">
                    <a:pos x="10" y="216"/>
                  </a:cxn>
                  <a:cxn ang="0">
                    <a:pos x="19" y="198"/>
                  </a:cxn>
                  <a:cxn ang="0">
                    <a:pos x="30" y="181"/>
                  </a:cxn>
                  <a:cxn ang="0">
                    <a:pos x="41" y="164"/>
                  </a:cxn>
                  <a:cxn ang="0">
                    <a:pos x="53" y="146"/>
                  </a:cxn>
                  <a:cxn ang="0">
                    <a:pos x="65" y="129"/>
                  </a:cxn>
                  <a:cxn ang="0">
                    <a:pos x="79" y="113"/>
                  </a:cxn>
                  <a:cxn ang="0">
                    <a:pos x="91" y="97"/>
                  </a:cxn>
                  <a:cxn ang="0">
                    <a:pos x="104" y="83"/>
                  </a:cxn>
                  <a:cxn ang="0">
                    <a:pos x="117" y="70"/>
                  </a:cxn>
                  <a:cxn ang="0">
                    <a:pos x="129" y="56"/>
                  </a:cxn>
                  <a:cxn ang="0">
                    <a:pos x="142" y="45"/>
                  </a:cxn>
                  <a:cxn ang="0">
                    <a:pos x="155" y="32"/>
                  </a:cxn>
                  <a:cxn ang="0">
                    <a:pos x="167" y="21"/>
                  </a:cxn>
                  <a:cxn ang="0">
                    <a:pos x="181" y="10"/>
                  </a:cxn>
                  <a:cxn ang="0">
                    <a:pos x="194" y="0"/>
                  </a:cxn>
                </a:cxnLst>
                <a:rect l="0" t="0" r="r" b="b"/>
                <a:pathLst>
                  <a:path w="299" h="286">
                    <a:moveTo>
                      <a:pt x="194" y="0"/>
                    </a:moveTo>
                    <a:lnTo>
                      <a:pt x="205" y="5"/>
                    </a:lnTo>
                    <a:lnTo>
                      <a:pt x="217" y="8"/>
                    </a:lnTo>
                    <a:lnTo>
                      <a:pt x="230" y="11"/>
                    </a:lnTo>
                    <a:lnTo>
                      <a:pt x="243" y="15"/>
                    </a:lnTo>
                    <a:lnTo>
                      <a:pt x="256" y="17"/>
                    </a:lnTo>
                    <a:lnTo>
                      <a:pt x="270" y="20"/>
                    </a:lnTo>
                    <a:lnTo>
                      <a:pt x="284" y="22"/>
                    </a:lnTo>
                    <a:lnTo>
                      <a:pt x="299" y="23"/>
                    </a:lnTo>
                    <a:lnTo>
                      <a:pt x="299" y="192"/>
                    </a:lnTo>
                    <a:lnTo>
                      <a:pt x="299" y="286"/>
                    </a:lnTo>
                    <a:lnTo>
                      <a:pt x="279" y="284"/>
                    </a:lnTo>
                    <a:lnTo>
                      <a:pt x="260" y="283"/>
                    </a:lnTo>
                    <a:lnTo>
                      <a:pt x="240" y="282"/>
                    </a:lnTo>
                    <a:lnTo>
                      <a:pt x="220" y="280"/>
                    </a:lnTo>
                    <a:lnTo>
                      <a:pt x="202" y="278"/>
                    </a:lnTo>
                    <a:lnTo>
                      <a:pt x="182" y="275"/>
                    </a:lnTo>
                    <a:lnTo>
                      <a:pt x="165" y="273"/>
                    </a:lnTo>
                    <a:lnTo>
                      <a:pt x="147" y="269"/>
                    </a:lnTo>
                    <a:lnTo>
                      <a:pt x="127" y="266"/>
                    </a:lnTo>
                    <a:lnTo>
                      <a:pt x="108" y="263"/>
                    </a:lnTo>
                    <a:lnTo>
                      <a:pt x="88" y="258"/>
                    </a:lnTo>
                    <a:lnTo>
                      <a:pt x="70" y="253"/>
                    </a:lnTo>
                    <a:lnTo>
                      <a:pt x="51" y="250"/>
                    </a:lnTo>
                    <a:lnTo>
                      <a:pt x="34" y="245"/>
                    </a:lnTo>
                    <a:lnTo>
                      <a:pt x="17" y="240"/>
                    </a:lnTo>
                    <a:lnTo>
                      <a:pt x="0" y="235"/>
                    </a:lnTo>
                    <a:lnTo>
                      <a:pt x="10" y="216"/>
                    </a:lnTo>
                    <a:lnTo>
                      <a:pt x="19" y="198"/>
                    </a:lnTo>
                    <a:lnTo>
                      <a:pt x="30" y="181"/>
                    </a:lnTo>
                    <a:lnTo>
                      <a:pt x="41" y="164"/>
                    </a:lnTo>
                    <a:lnTo>
                      <a:pt x="53" y="146"/>
                    </a:lnTo>
                    <a:lnTo>
                      <a:pt x="65" y="129"/>
                    </a:lnTo>
                    <a:lnTo>
                      <a:pt x="79" y="113"/>
                    </a:lnTo>
                    <a:lnTo>
                      <a:pt x="91" y="97"/>
                    </a:lnTo>
                    <a:lnTo>
                      <a:pt x="104" y="83"/>
                    </a:lnTo>
                    <a:lnTo>
                      <a:pt x="117" y="70"/>
                    </a:lnTo>
                    <a:lnTo>
                      <a:pt x="129" y="56"/>
                    </a:lnTo>
                    <a:lnTo>
                      <a:pt x="142" y="45"/>
                    </a:lnTo>
                    <a:lnTo>
                      <a:pt x="155" y="32"/>
                    </a:lnTo>
                    <a:lnTo>
                      <a:pt x="167" y="21"/>
                    </a:lnTo>
                    <a:lnTo>
                      <a:pt x="181" y="10"/>
                    </a:lnTo>
                    <a:lnTo>
                      <a:pt x="194" y="0"/>
                    </a:lnTo>
                    <a:close/>
                  </a:path>
                </a:pathLst>
              </a:custGeom>
              <a:grpFill/>
              <a:ln w="9525">
                <a:noFill/>
                <a:round/>
                <a:headEnd/>
                <a:tailEnd/>
              </a:ln>
            </p:spPr>
            <p:txBody>
              <a:bodyPr/>
              <a:lstStyle/>
              <a:p>
                <a:pPr algn="ctr">
                  <a:defRPr/>
                </a:pPr>
                <a:endParaRPr lang="en-US" sz="900" dirty="0"/>
              </a:p>
            </p:txBody>
          </p:sp>
          <p:sp>
            <p:nvSpPr>
              <p:cNvPr id="66" name="Freeform 65"/>
              <p:cNvSpPr>
                <a:spLocks/>
              </p:cNvSpPr>
              <p:nvPr/>
            </p:nvSpPr>
            <p:spPr bwMode="auto">
              <a:xfrm>
                <a:off x="2575" y="1594"/>
                <a:ext cx="188" cy="150"/>
              </a:xfrm>
              <a:custGeom>
                <a:avLst/>
                <a:gdLst/>
                <a:ahLst/>
                <a:cxnLst>
                  <a:cxn ang="0">
                    <a:pos x="375" y="0"/>
                  </a:cxn>
                  <a:cxn ang="0">
                    <a:pos x="372" y="5"/>
                  </a:cxn>
                  <a:cxn ang="0">
                    <a:pos x="370" y="12"/>
                  </a:cxn>
                  <a:cxn ang="0">
                    <a:pos x="368" y="18"/>
                  </a:cxn>
                  <a:cxn ang="0">
                    <a:pos x="368" y="25"/>
                  </a:cxn>
                  <a:cxn ang="0">
                    <a:pos x="368" y="31"/>
                  </a:cxn>
                  <a:cxn ang="0">
                    <a:pos x="369" y="36"/>
                  </a:cxn>
                  <a:cxn ang="0">
                    <a:pos x="372" y="42"/>
                  </a:cxn>
                  <a:cxn ang="0">
                    <a:pos x="374" y="48"/>
                  </a:cxn>
                  <a:cxn ang="0">
                    <a:pos x="359" y="58"/>
                  </a:cxn>
                  <a:cxn ang="0">
                    <a:pos x="344" y="71"/>
                  </a:cxn>
                  <a:cxn ang="0">
                    <a:pos x="329" y="84"/>
                  </a:cxn>
                  <a:cxn ang="0">
                    <a:pos x="313" y="99"/>
                  </a:cxn>
                  <a:cxn ang="0">
                    <a:pos x="297" y="115"/>
                  </a:cxn>
                  <a:cxn ang="0">
                    <a:pos x="279" y="132"/>
                  </a:cxn>
                  <a:cxn ang="0">
                    <a:pos x="263" y="150"/>
                  </a:cxn>
                  <a:cxn ang="0">
                    <a:pos x="246" y="170"/>
                  </a:cxn>
                  <a:cxn ang="0">
                    <a:pos x="235" y="184"/>
                  </a:cxn>
                  <a:cxn ang="0">
                    <a:pos x="224" y="199"/>
                  </a:cxn>
                  <a:cxn ang="0">
                    <a:pos x="213" y="214"/>
                  </a:cxn>
                  <a:cxn ang="0">
                    <a:pos x="201" y="230"/>
                  </a:cxn>
                  <a:cxn ang="0">
                    <a:pos x="191" y="246"/>
                  </a:cxn>
                  <a:cxn ang="0">
                    <a:pos x="179" y="263"/>
                  </a:cxn>
                  <a:cxn ang="0">
                    <a:pos x="169" y="282"/>
                  </a:cxn>
                  <a:cxn ang="0">
                    <a:pos x="159" y="300"/>
                  </a:cxn>
                  <a:cxn ang="0">
                    <a:pos x="129" y="284"/>
                  </a:cxn>
                  <a:cxn ang="0">
                    <a:pos x="102" y="267"/>
                  </a:cxn>
                  <a:cxn ang="0">
                    <a:pos x="77" y="249"/>
                  </a:cxn>
                  <a:cxn ang="0">
                    <a:pos x="56" y="231"/>
                  </a:cxn>
                  <a:cxn ang="0">
                    <a:pos x="38" y="213"/>
                  </a:cxn>
                  <a:cxn ang="0">
                    <a:pos x="21" y="194"/>
                  </a:cxn>
                  <a:cxn ang="0">
                    <a:pos x="9" y="175"/>
                  </a:cxn>
                  <a:cxn ang="0">
                    <a:pos x="0" y="155"/>
                  </a:cxn>
                  <a:cxn ang="0">
                    <a:pos x="16" y="142"/>
                  </a:cxn>
                  <a:cxn ang="0">
                    <a:pos x="33" y="130"/>
                  </a:cxn>
                  <a:cxn ang="0">
                    <a:pos x="49" y="118"/>
                  </a:cxn>
                  <a:cxn ang="0">
                    <a:pos x="66" y="107"/>
                  </a:cxn>
                  <a:cxn ang="0">
                    <a:pos x="84" y="97"/>
                  </a:cxn>
                  <a:cxn ang="0">
                    <a:pos x="101" y="87"/>
                  </a:cxn>
                  <a:cxn ang="0">
                    <a:pos x="118" y="78"/>
                  </a:cxn>
                  <a:cxn ang="0">
                    <a:pos x="135" y="70"/>
                  </a:cxn>
                  <a:cxn ang="0">
                    <a:pos x="153" y="62"/>
                  </a:cxn>
                  <a:cxn ang="0">
                    <a:pos x="169" y="55"/>
                  </a:cxn>
                  <a:cxn ang="0">
                    <a:pos x="185" y="48"/>
                  </a:cxn>
                  <a:cxn ang="0">
                    <a:pos x="202" y="42"/>
                  </a:cxn>
                  <a:cxn ang="0">
                    <a:pos x="218" y="36"/>
                  </a:cxn>
                  <a:cxn ang="0">
                    <a:pos x="235" y="32"/>
                  </a:cxn>
                  <a:cxn ang="0">
                    <a:pos x="249" y="26"/>
                  </a:cxn>
                  <a:cxn ang="0">
                    <a:pos x="266" y="23"/>
                  </a:cxn>
                  <a:cxn ang="0">
                    <a:pos x="281" y="18"/>
                  </a:cxn>
                  <a:cxn ang="0">
                    <a:pos x="296" y="15"/>
                  </a:cxn>
                  <a:cxn ang="0">
                    <a:pos x="309" y="11"/>
                  </a:cxn>
                  <a:cxn ang="0">
                    <a:pos x="323" y="9"/>
                  </a:cxn>
                  <a:cxn ang="0">
                    <a:pos x="337" y="5"/>
                  </a:cxn>
                  <a:cxn ang="0">
                    <a:pos x="350" y="3"/>
                  </a:cxn>
                  <a:cxn ang="0">
                    <a:pos x="362" y="2"/>
                  </a:cxn>
                  <a:cxn ang="0">
                    <a:pos x="375" y="0"/>
                  </a:cxn>
                </a:cxnLst>
                <a:rect l="0" t="0" r="r" b="b"/>
                <a:pathLst>
                  <a:path w="375" h="300">
                    <a:moveTo>
                      <a:pt x="375" y="0"/>
                    </a:moveTo>
                    <a:lnTo>
                      <a:pt x="372" y="5"/>
                    </a:lnTo>
                    <a:lnTo>
                      <a:pt x="370" y="12"/>
                    </a:lnTo>
                    <a:lnTo>
                      <a:pt x="368" y="18"/>
                    </a:lnTo>
                    <a:lnTo>
                      <a:pt x="368" y="25"/>
                    </a:lnTo>
                    <a:lnTo>
                      <a:pt x="368" y="31"/>
                    </a:lnTo>
                    <a:lnTo>
                      <a:pt x="369" y="36"/>
                    </a:lnTo>
                    <a:lnTo>
                      <a:pt x="372" y="42"/>
                    </a:lnTo>
                    <a:lnTo>
                      <a:pt x="374" y="48"/>
                    </a:lnTo>
                    <a:lnTo>
                      <a:pt x="359" y="58"/>
                    </a:lnTo>
                    <a:lnTo>
                      <a:pt x="344" y="71"/>
                    </a:lnTo>
                    <a:lnTo>
                      <a:pt x="329" y="84"/>
                    </a:lnTo>
                    <a:lnTo>
                      <a:pt x="313" y="99"/>
                    </a:lnTo>
                    <a:lnTo>
                      <a:pt x="297" y="115"/>
                    </a:lnTo>
                    <a:lnTo>
                      <a:pt x="279" y="132"/>
                    </a:lnTo>
                    <a:lnTo>
                      <a:pt x="263" y="150"/>
                    </a:lnTo>
                    <a:lnTo>
                      <a:pt x="246" y="170"/>
                    </a:lnTo>
                    <a:lnTo>
                      <a:pt x="235" y="184"/>
                    </a:lnTo>
                    <a:lnTo>
                      <a:pt x="224" y="199"/>
                    </a:lnTo>
                    <a:lnTo>
                      <a:pt x="213" y="214"/>
                    </a:lnTo>
                    <a:lnTo>
                      <a:pt x="201" y="230"/>
                    </a:lnTo>
                    <a:lnTo>
                      <a:pt x="191" y="246"/>
                    </a:lnTo>
                    <a:lnTo>
                      <a:pt x="179" y="263"/>
                    </a:lnTo>
                    <a:lnTo>
                      <a:pt x="169" y="282"/>
                    </a:lnTo>
                    <a:lnTo>
                      <a:pt x="159" y="300"/>
                    </a:lnTo>
                    <a:lnTo>
                      <a:pt x="129" y="284"/>
                    </a:lnTo>
                    <a:lnTo>
                      <a:pt x="102" y="267"/>
                    </a:lnTo>
                    <a:lnTo>
                      <a:pt x="77" y="249"/>
                    </a:lnTo>
                    <a:lnTo>
                      <a:pt x="56" y="231"/>
                    </a:lnTo>
                    <a:lnTo>
                      <a:pt x="38" y="213"/>
                    </a:lnTo>
                    <a:lnTo>
                      <a:pt x="21" y="194"/>
                    </a:lnTo>
                    <a:lnTo>
                      <a:pt x="9" y="175"/>
                    </a:lnTo>
                    <a:lnTo>
                      <a:pt x="0" y="155"/>
                    </a:lnTo>
                    <a:lnTo>
                      <a:pt x="16" y="142"/>
                    </a:lnTo>
                    <a:lnTo>
                      <a:pt x="33" y="130"/>
                    </a:lnTo>
                    <a:lnTo>
                      <a:pt x="49" y="118"/>
                    </a:lnTo>
                    <a:lnTo>
                      <a:pt x="66" y="107"/>
                    </a:lnTo>
                    <a:lnTo>
                      <a:pt x="84" y="97"/>
                    </a:lnTo>
                    <a:lnTo>
                      <a:pt x="101" y="87"/>
                    </a:lnTo>
                    <a:lnTo>
                      <a:pt x="118" y="78"/>
                    </a:lnTo>
                    <a:lnTo>
                      <a:pt x="135" y="70"/>
                    </a:lnTo>
                    <a:lnTo>
                      <a:pt x="153" y="62"/>
                    </a:lnTo>
                    <a:lnTo>
                      <a:pt x="169" y="55"/>
                    </a:lnTo>
                    <a:lnTo>
                      <a:pt x="185" y="48"/>
                    </a:lnTo>
                    <a:lnTo>
                      <a:pt x="202" y="42"/>
                    </a:lnTo>
                    <a:lnTo>
                      <a:pt x="218" y="36"/>
                    </a:lnTo>
                    <a:lnTo>
                      <a:pt x="235" y="32"/>
                    </a:lnTo>
                    <a:lnTo>
                      <a:pt x="249" y="26"/>
                    </a:lnTo>
                    <a:lnTo>
                      <a:pt x="266" y="23"/>
                    </a:lnTo>
                    <a:lnTo>
                      <a:pt x="281" y="18"/>
                    </a:lnTo>
                    <a:lnTo>
                      <a:pt x="296" y="15"/>
                    </a:lnTo>
                    <a:lnTo>
                      <a:pt x="309" y="11"/>
                    </a:lnTo>
                    <a:lnTo>
                      <a:pt x="323" y="9"/>
                    </a:lnTo>
                    <a:lnTo>
                      <a:pt x="337" y="5"/>
                    </a:lnTo>
                    <a:lnTo>
                      <a:pt x="350" y="3"/>
                    </a:lnTo>
                    <a:lnTo>
                      <a:pt x="362" y="2"/>
                    </a:lnTo>
                    <a:lnTo>
                      <a:pt x="375" y="0"/>
                    </a:lnTo>
                    <a:close/>
                  </a:path>
                </a:pathLst>
              </a:custGeom>
              <a:grpFill/>
              <a:ln w="9525">
                <a:noFill/>
                <a:round/>
                <a:headEnd/>
                <a:tailEnd/>
              </a:ln>
            </p:spPr>
            <p:txBody>
              <a:bodyPr/>
              <a:lstStyle/>
              <a:p>
                <a:pPr algn="ctr">
                  <a:defRPr/>
                </a:pPr>
                <a:endParaRPr lang="en-US" sz="900" dirty="0"/>
              </a:p>
            </p:txBody>
          </p:sp>
          <p:sp>
            <p:nvSpPr>
              <p:cNvPr id="67" name="Freeform 66"/>
              <p:cNvSpPr>
                <a:spLocks/>
              </p:cNvSpPr>
              <p:nvPr/>
            </p:nvSpPr>
            <p:spPr bwMode="auto">
              <a:xfrm>
                <a:off x="2409" y="1704"/>
                <a:ext cx="216" cy="286"/>
              </a:xfrm>
              <a:custGeom>
                <a:avLst/>
                <a:gdLst/>
                <a:ahLst/>
                <a:cxnLst>
                  <a:cxn ang="0">
                    <a:pos x="244" y="12"/>
                  </a:cxn>
                  <a:cxn ang="0">
                    <a:pos x="261" y="37"/>
                  </a:cxn>
                  <a:cxn ang="0">
                    <a:pos x="280" y="61"/>
                  </a:cxn>
                  <a:cxn ang="0">
                    <a:pos x="303" y="84"/>
                  </a:cxn>
                  <a:cxn ang="0">
                    <a:pos x="327" y="106"/>
                  </a:cxn>
                  <a:cxn ang="0">
                    <a:pos x="353" y="126"/>
                  </a:cxn>
                  <a:cxn ang="0">
                    <a:pos x="383" y="146"/>
                  </a:cxn>
                  <a:cxn ang="0">
                    <a:pos x="414" y="164"/>
                  </a:cxn>
                  <a:cxn ang="0">
                    <a:pos x="418" y="198"/>
                  </a:cxn>
                  <a:cxn ang="0">
                    <a:pos x="391" y="247"/>
                  </a:cxn>
                  <a:cxn ang="0">
                    <a:pos x="367" y="298"/>
                  </a:cxn>
                  <a:cxn ang="0">
                    <a:pos x="344" y="350"/>
                  </a:cxn>
                  <a:cxn ang="0">
                    <a:pos x="324" y="399"/>
                  </a:cxn>
                  <a:cxn ang="0">
                    <a:pos x="305" y="448"/>
                  </a:cxn>
                  <a:cxn ang="0">
                    <a:pos x="288" y="496"/>
                  </a:cxn>
                  <a:cxn ang="0">
                    <a:pos x="273" y="546"/>
                  </a:cxn>
                  <a:cxn ang="0">
                    <a:pos x="236" y="555"/>
                  </a:cxn>
                  <a:cxn ang="0">
                    <a:pos x="181" y="520"/>
                  </a:cxn>
                  <a:cxn ang="0">
                    <a:pos x="132" y="483"/>
                  </a:cxn>
                  <a:cxn ang="0">
                    <a:pos x="90" y="444"/>
                  </a:cxn>
                  <a:cxn ang="0">
                    <a:pos x="55" y="404"/>
                  </a:cxn>
                  <a:cxn ang="0">
                    <a:pos x="29" y="362"/>
                  </a:cxn>
                  <a:cxn ang="0">
                    <a:pos x="10" y="319"/>
                  </a:cxn>
                  <a:cxn ang="0">
                    <a:pos x="1" y="274"/>
                  </a:cxn>
                  <a:cxn ang="0">
                    <a:pos x="13" y="233"/>
                  </a:cxn>
                  <a:cxn ang="0">
                    <a:pos x="39" y="198"/>
                  </a:cxn>
                  <a:cxn ang="0">
                    <a:pos x="68" y="162"/>
                  </a:cxn>
                  <a:cxn ang="0">
                    <a:pos x="98" y="128"/>
                  </a:cxn>
                  <a:cxn ang="0">
                    <a:pos x="129" y="95"/>
                  </a:cxn>
                  <a:cxn ang="0">
                    <a:pos x="160" y="64"/>
                  </a:cxn>
                  <a:cxn ang="0">
                    <a:pos x="191" y="35"/>
                  </a:cxn>
                  <a:cxn ang="0">
                    <a:pos x="222" y="11"/>
                  </a:cxn>
                </a:cxnLst>
                <a:rect l="0" t="0" r="r" b="b"/>
                <a:pathLst>
                  <a:path w="432" h="571">
                    <a:moveTo>
                      <a:pt x="237" y="0"/>
                    </a:moveTo>
                    <a:lnTo>
                      <a:pt x="244" y="12"/>
                    </a:lnTo>
                    <a:lnTo>
                      <a:pt x="252" y="25"/>
                    </a:lnTo>
                    <a:lnTo>
                      <a:pt x="261" y="37"/>
                    </a:lnTo>
                    <a:lnTo>
                      <a:pt x="271" y="49"/>
                    </a:lnTo>
                    <a:lnTo>
                      <a:pt x="280" y="61"/>
                    </a:lnTo>
                    <a:lnTo>
                      <a:pt x="291" y="72"/>
                    </a:lnTo>
                    <a:lnTo>
                      <a:pt x="303" y="84"/>
                    </a:lnTo>
                    <a:lnTo>
                      <a:pt x="314" y="94"/>
                    </a:lnTo>
                    <a:lnTo>
                      <a:pt x="327" y="106"/>
                    </a:lnTo>
                    <a:lnTo>
                      <a:pt x="340" y="116"/>
                    </a:lnTo>
                    <a:lnTo>
                      <a:pt x="353" y="126"/>
                    </a:lnTo>
                    <a:lnTo>
                      <a:pt x="368" y="136"/>
                    </a:lnTo>
                    <a:lnTo>
                      <a:pt x="383" y="146"/>
                    </a:lnTo>
                    <a:lnTo>
                      <a:pt x="398" y="155"/>
                    </a:lnTo>
                    <a:lnTo>
                      <a:pt x="414" y="164"/>
                    </a:lnTo>
                    <a:lnTo>
                      <a:pt x="432" y="174"/>
                    </a:lnTo>
                    <a:lnTo>
                      <a:pt x="418" y="198"/>
                    </a:lnTo>
                    <a:lnTo>
                      <a:pt x="405" y="222"/>
                    </a:lnTo>
                    <a:lnTo>
                      <a:pt x="391" y="247"/>
                    </a:lnTo>
                    <a:lnTo>
                      <a:pt x="379" y="271"/>
                    </a:lnTo>
                    <a:lnTo>
                      <a:pt x="367" y="298"/>
                    </a:lnTo>
                    <a:lnTo>
                      <a:pt x="355" y="323"/>
                    </a:lnTo>
                    <a:lnTo>
                      <a:pt x="344" y="350"/>
                    </a:lnTo>
                    <a:lnTo>
                      <a:pt x="333" y="376"/>
                    </a:lnTo>
                    <a:lnTo>
                      <a:pt x="324" y="399"/>
                    </a:lnTo>
                    <a:lnTo>
                      <a:pt x="313" y="423"/>
                    </a:lnTo>
                    <a:lnTo>
                      <a:pt x="305" y="448"/>
                    </a:lnTo>
                    <a:lnTo>
                      <a:pt x="296" y="472"/>
                    </a:lnTo>
                    <a:lnTo>
                      <a:pt x="288" y="496"/>
                    </a:lnTo>
                    <a:lnTo>
                      <a:pt x="281" y="520"/>
                    </a:lnTo>
                    <a:lnTo>
                      <a:pt x="273" y="546"/>
                    </a:lnTo>
                    <a:lnTo>
                      <a:pt x="266" y="571"/>
                    </a:lnTo>
                    <a:lnTo>
                      <a:pt x="236" y="555"/>
                    </a:lnTo>
                    <a:lnTo>
                      <a:pt x="207" y="537"/>
                    </a:lnTo>
                    <a:lnTo>
                      <a:pt x="181" y="520"/>
                    </a:lnTo>
                    <a:lnTo>
                      <a:pt x="155" y="502"/>
                    </a:lnTo>
                    <a:lnTo>
                      <a:pt x="132" y="483"/>
                    </a:lnTo>
                    <a:lnTo>
                      <a:pt x="110" y="464"/>
                    </a:lnTo>
                    <a:lnTo>
                      <a:pt x="90" y="444"/>
                    </a:lnTo>
                    <a:lnTo>
                      <a:pt x="71" y="425"/>
                    </a:lnTo>
                    <a:lnTo>
                      <a:pt x="55" y="404"/>
                    </a:lnTo>
                    <a:lnTo>
                      <a:pt x="41" y="383"/>
                    </a:lnTo>
                    <a:lnTo>
                      <a:pt x="29" y="362"/>
                    </a:lnTo>
                    <a:lnTo>
                      <a:pt x="18" y="341"/>
                    </a:lnTo>
                    <a:lnTo>
                      <a:pt x="10" y="319"/>
                    </a:lnTo>
                    <a:lnTo>
                      <a:pt x="4" y="296"/>
                    </a:lnTo>
                    <a:lnTo>
                      <a:pt x="1" y="274"/>
                    </a:lnTo>
                    <a:lnTo>
                      <a:pt x="0" y="251"/>
                    </a:lnTo>
                    <a:lnTo>
                      <a:pt x="13" y="233"/>
                    </a:lnTo>
                    <a:lnTo>
                      <a:pt x="25" y="215"/>
                    </a:lnTo>
                    <a:lnTo>
                      <a:pt x="39" y="198"/>
                    </a:lnTo>
                    <a:lnTo>
                      <a:pt x="54" y="179"/>
                    </a:lnTo>
                    <a:lnTo>
                      <a:pt x="68" y="162"/>
                    </a:lnTo>
                    <a:lnTo>
                      <a:pt x="83" y="145"/>
                    </a:lnTo>
                    <a:lnTo>
                      <a:pt x="98" y="128"/>
                    </a:lnTo>
                    <a:lnTo>
                      <a:pt x="114" y="111"/>
                    </a:lnTo>
                    <a:lnTo>
                      <a:pt x="129" y="95"/>
                    </a:lnTo>
                    <a:lnTo>
                      <a:pt x="145" y="79"/>
                    </a:lnTo>
                    <a:lnTo>
                      <a:pt x="160" y="64"/>
                    </a:lnTo>
                    <a:lnTo>
                      <a:pt x="176" y="49"/>
                    </a:lnTo>
                    <a:lnTo>
                      <a:pt x="191" y="35"/>
                    </a:lnTo>
                    <a:lnTo>
                      <a:pt x="207" y="23"/>
                    </a:lnTo>
                    <a:lnTo>
                      <a:pt x="222" y="11"/>
                    </a:lnTo>
                    <a:lnTo>
                      <a:pt x="237" y="0"/>
                    </a:lnTo>
                    <a:close/>
                  </a:path>
                </a:pathLst>
              </a:custGeom>
              <a:grpFill/>
              <a:ln w="9525">
                <a:noFill/>
                <a:round/>
                <a:headEnd/>
                <a:tailEnd/>
              </a:ln>
            </p:spPr>
            <p:txBody>
              <a:bodyPr/>
              <a:lstStyle/>
              <a:p>
                <a:pPr algn="ctr">
                  <a:defRPr/>
                </a:pPr>
                <a:endParaRPr lang="en-US" sz="900" dirty="0"/>
              </a:p>
            </p:txBody>
          </p:sp>
          <p:sp>
            <p:nvSpPr>
              <p:cNvPr id="68" name="Freeform 67"/>
              <p:cNvSpPr>
                <a:spLocks/>
              </p:cNvSpPr>
              <p:nvPr/>
            </p:nvSpPr>
            <p:spPr bwMode="auto">
              <a:xfrm>
                <a:off x="2318" y="1900"/>
                <a:ext cx="210" cy="352"/>
              </a:xfrm>
              <a:custGeom>
                <a:avLst/>
                <a:gdLst/>
                <a:ahLst/>
                <a:cxnLst>
                  <a:cxn ang="0">
                    <a:pos x="99" y="0"/>
                  </a:cxn>
                  <a:cxn ang="0">
                    <a:pos x="109" y="22"/>
                  </a:cxn>
                  <a:cxn ang="0">
                    <a:pos x="121" y="43"/>
                  </a:cxn>
                  <a:cxn ang="0">
                    <a:pos x="133" y="64"/>
                  </a:cxn>
                  <a:cxn ang="0">
                    <a:pos x="148" y="84"/>
                  </a:cxn>
                  <a:cxn ang="0">
                    <a:pos x="165" y="104"/>
                  </a:cxn>
                  <a:cxn ang="0">
                    <a:pos x="182" y="123"/>
                  </a:cxn>
                  <a:cxn ang="0">
                    <a:pos x="200" y="143"/>
                  </a:cxn>
                  <a:cxn ang="0">
                    <a:pos x="220" y="161"/>
                  </a:cxn>
                  <a:cxn ang="0">
                    <a:pos x="241" y="180"/>
                  </a:cxn>
                  <a:cxn ang="0">
                    <a:pos x="264" y="197"/>
                  </a:cxn>
                  <a:cxn ang="0">
                    <a:pos x="287" y="214"/>
                  </a:cxn>
                  <a:cxn ang="0">
                    <a:pos x="311" y="232"/>
                  </a:cxn>
                  <a:cxn ang="0">
                    <a:pos x="337" y="248"/>
                  </a:cxn>
                  <a:cxn ang="0">
                    <a:pos x="364" y="263"/>
                  </a:cxn>
                  <a:cxn ang="0">
                    <a:pos x="391" y="278"/>
                  </a:cxn>
                  <a:cxn ang="0">
                    <a:pos x="420" y="293"/>
                  </a:cxn>
                  <a:cxn ang="0">
                    <a:pos x="413" y="330"/>
                  </a:cxn>
                  <a:cxn ang="0">
                    <a:pos x="406" y="368"/>
                  </a:cxn>
                  <a:cxn ang="0">
                    <a:pos x="401" y="406"/>
                  </a:cxn>
                  <a:cxn ang="0">
                    <a:pos x="395" y="445"/>
                  </a:cxn>
                  <a:cxn ang="0">
                    <a:pos x="393" y="469"/>
                  </a:cxn>
                  <a:cxn ang="0">
                    <a:pos x="390" y="493"/>
                  </a:cxn>
                  <a:cxn ang="0">
                    <a:pos x="389" y="517"/>
                  </a:cxn>
                  <a:cxn ang="0">
                    <a:pos x="387" y="541"/>
                  </a:cxn>
                  <a:cxn ang="0">
                    <a:pos x="385" y="583"/>
                  </a:cxn>
                  <a:cxn ang="0">
                    <a:pos x="385" y="623"/>
                  </a:cxn>
                  <a:cxn ang="0">
                    <a:pos x="383" y="665"/>
                  </a:cxn>
                  <a:cxn ang="0">
                    <a:pos x="385" y="705"/>
                  </a:cxn>
                  <a:cxn ang="0">
                    <a:pos x="348" y="685"/>
                  </a:cxn>
                  <a:cxn ang="0">
                    <a:pos x="312" y="665"/>
                  </a:cxn>
                  <a:cxn ang="0">
                    <a:pos x="277" y="643"/>
                  </a:cxn>
                  <a:cxn ang="0">
                    <a:pos x="244" y="622"/>
                  </a:cxn>
                  <a:cxn ang="0">
                    <a:pos x="211" y="599"/>
                  </a:cxn>
                  <a:cxn ang="0">
                    <a:pos x="180" y="576"/>
                  </a:cxn>
                  <a:cxn ang="0">
                    <a:pos x="150" y="553"/>
                  </a:cxn>
                  <a:cxn ang="0">
                    <a:pos x="122" y="528"/>
                  </a:cxn>
                  <a:cxn ang="0">
                    <a:pos x="97" y="502"/>
                  </a:cxn>
                  <a:cxn ang="0">
                    <a:pos x="74" y="475"/>
                  </a:cxn>
                  <a:cxn ang="0">
                    <a:pos x="54" y="447"/>
                  </a:cxn>
                  <a:cxn ang="0">
                    <a:pos x="36" y="418"/>
                  </a:cxn>
                  <a:cxn ang="0">
                    <a:pos x="22" y="387"/>
                  </a:cxn>
                  <a:cxn ang="0">
                    <a:pos x="10" y="356"/>
                  </a:cxn>
                  <a:cxn ang="0">
                    <a:pos x="3" y="323"/>
                  </a:cxn>
                  <a:cxn ang="0">
                    <a:pos x="0" y="288"/>
                  </a:cxn>
                  <a:cxn ang="0">
                    <a:pos x="8" y="250"/>
                  </a:cxn>
                  <a:cxn ang="0">
                    <a:pos x="18" y="213"/>
                  </a:cxn>
                  <a:cxn ang="0">
                    <a:pos x="29" y="176"/>
                  </a:cxn>
                  <a:cxn ang="0">
                    <a:pos x="40" y="140"/>
                  </a:cxn>
                  <a:cxn ang="0">
                    <a:pos x="53" y="104"/>
                  </a:cxn>
                  <a:cxn ang="0">
                    <a:pos x="68" y="69"/>
                  </a:cxn>
                  <a:cxn ang="0">
                    <a:pos x="83" y="35"/>
                  </a:cxn>
                  <a:cxn ang="0">
                    <a:pos x="99" y="0"/>
                  </a:cxn>
                </a:cxnLst>
                <a:rect l="0" t="0" r="r" b="b"/>
                <a:pathLst>
                  <a:path w="420" h="705">
                    <a:moveTo>
                      <a:pt x="99" y="0"/>
                    </a:moveTo>
                    <a:lnTo>
                      <a:pt x="109" y="22"/>
                    </a:lnTo>
                    <a:lnTo>
                      <a:pt x="121" y="43"/>
                    </a:lnTo>
                    <a:lnTo>
                      <a:pt x="133" y="64"/>
                    </a:lnTo>
                    <a:lnTo>
                      <a:pt x="148" y="84"/>
                    </a:lnTo>
                    <a:lnTo>
                      <a:pt x="165" y="104"/>
                    </a:lnTo>
                    <a:lnTo>
                      <a:pt x="182" y="123"/>
                    </a:lnTo>
                    <a:lnTo>
                      <a:pt x="200" y="143"/>
                    </a:lnTo>
                    <a:lnTo>
                      <a:pt x="220" y="161"/>
                    </a:lnTo>
                    <a:lnTo>
                      <a:pt x="241" y="180"/>
                    </a:lnTo>
                    <a:lnTo>
                      <a:pt x="264" y="197"/>
                    </a:lnTo>
                    <a:lnTo>
                      <a:pt x="287" y="214"/>
                    </a:lnTo>
                    <a:lnTo>
                      <a:pt x="311" y="232"/>
                    </a:lnTo>
                    <a:lnTo>
                      <a:pt x="337" y="248"/>
                    </a:lnTo>
                    <a:lnTo>
                      <a:pt x="364" y="263"/>
                    </a:lnTo>
                    <a:lnTo>
                      <a:pt x="391" y="278"/>
                    </a:lnTo>
                    <a:lnTo>
                      <a:pt x="420" y="293"/>
                    </a:lnTo>
                    <a:lnTo>
                      <a:pt x="413" y="330"/>
                    </a:lnTo>
                    <a:lnTo>
                      <a:pt x="406" y="368"/>
                    </a:lnTo>
                    <a:lnTo>
                      <a:pt x="401" y="406"/>
                    </a:lnTo>
                    <a:lnTo>
                      <a:pt x="395" y="445"/>
                    </a:lnTo>
                    <a:lnTo>
                      <a:pt x="393" y="469"/>
                    </a:lnTo>
                    <a:lnTo>
                      <a:pt x="390" y="493"/>
                    </a:lnTo>
                    <a:lnTo>
                      <a:pt x="389" y="517"/>
                    </a:lnTo>
                    <a:lnTo>
                      <a:pt x="387" y="541"/>
                    </a:lnTo>
                    <a:lnTo>
                      <a:pt x="385" y="583"/>
                    </a:lnTo>
                    <a:lnTo>
                      <a:pt x="385" y="623"/>
                    </a:lnTo>
                    <a:lnTo>
                      <a:pt x="383" y="665"/>
                    </a:lnTo>
                    <a:lnTo>
                      <a:pt x="385" y="705"/>
                    </a:lnTo>
                    <a:lnTo>
                      <a:pt x="348" y="685"/>
                    </a:lnTo>
                    <a:lnTo>
                      <a:pt x="312" y="665"/>
                    </a:lnTo>
                    <a:lnTo>
                      <a:pt x="277" y="643"/>
                    </a:lnTo>
                    <a:lnTo>
                      <a:pt x="244" y="622"/>
                    </a:lnTo>
                    <a:lnTo>
                      <a:pt x="211" y="599"/>
                    </a:lnTo>
                    <a:lnTo>
                      <a:pt x="180" y="576"/>
                    </a:lnTo>
                    <a:lnTo>
                      <a:pt x="150" y="553"/>
                    </a:lnTo>
                    <a:lnTo>
                      <a:pt x="122" y="528"/>
                    </a:lnTo>
                    <a:lnTo>
                      <a:pt x="97" y="502"/>
                    </a:lnTo>
                    <a:lnTo>
                      <a:pt x="74" y="475"/>
                    </a:lnTo>
                    <a:lnTo>
                      <a:pt x="54" y="447"/>
                    </a:lnTo>
                    <a:lnTo>
                      <a:pt x="36" y="418"/>
                    </a:lnTo>
                    <a:lnTo>
                      <a:pt x="22" y="387"/>
                    </a:lnTo>
                    <a:lnTo>
                      <a:pt x="10" y="356"/>
                    </a:lnTo>
                    <a:lnTo>
                      <a:pt x="3" y="323"/>
                    </a:lnTo>
                    <a:lnTo>
                      <a:pt x="0" y="288"/>
                    </a:lnTo>
                    <a:lnTo>
                      <a:pt x="8" y="250"/>
                    </a:lnTo>
                    <a:lnTo>
                      <a:pt x="18" y="213"/>
                    </a:lnTo>
                    <a:lnTo>
                      <a:pt x="29" y="176"/>
                    </a:lnTo>
                    <a:lnTo>
                      <a:pt x="40" y="140"/>
                    </a:lnTo>
                    <a:lnTo>
                      <a:pt x="53" y="104"/>
                    </a:lnTo>
                    <a:lnTo>
                      <a:pt x="68" y="69"/>
                    </a:lnTo>
                    <a:lnTo>
                      <a:pt x="83" y="35"/>
                    </a:lnTo>
                    <a:lnTo>
                      <a:pt x="99" y="0"/>
                    </a:lnTo>
                    <a:close/>
                  </a:path>
                </a:pathLst>
              </a:custGeom>
              <a:grpFill/>
              <a:ln w="9525">
                <a:noFill/>
                <a:round/>
                <a:headEnd/>
                <a:tailEnd/>
              </a:ln>
            </p:spPr>
            <p:txBody>
              <a:bodyPr/>
              <a:lstStyle/>
              <a:p>
                <a:pPr algn="ctr">
                  <a:defRPr/>
                </a:pPr>
                <a:endParaRPr lang="en-US" sz="900" dirty="0"/>
              </a:p>
            </p:txBody>
          </p:sp>
          <p:sp>
            <p:nvSpPr>
              <p:cNvPr id="69" name="Freeform 68"/>
              <p:cNvSpPr>
                <a:spLocks/>
              </p:cNvSpPr>
              <p:nvPr/>
            </p:nvSpPr>
            <p:spPr bwMode="auto">
              <a:xfrm>
                <a:off x="2307" y="2149"/>
                <a:ext cx="256" cy="365"/>
              </a:xfrm>
              <a:custGeom>
                <a:avLst/>
                <a:gdLst/>
                <a:ahLst/>
                <a:cxnLst>
                  <a:cxn ang="0">
                    <a:pos x="0" y="11"/>
                  </a:cxn>
                  <a:cxn ang="0">
                    <a:pos x="0" y="9"/>
                  </a:cxn>
                  <a:cxn ang="0">
                    <a:pos x="1" y="5"/>
                  </a:cxn>
                  <a:cxn ang="0">
                    <a:pos x="1" y="3"/>
                  </a:cxn>
                  <a:cxn ang="0">
                    <a:pos x="1" y="0"/>
                  </a:cxn>
                  <a:cxn ang="0">
                    <a:pos x="12" y="25"/>
                  </a:cxn>
                  <a:cxn ang="0">
                    <a:pos x="25" y="49"/>
                  </a:cxn>
                  <a:cxn ang="0">
                    <a:pos x="41" y="73"/>
                  </a:cxn>
                  <a:cxn ang="0">
                    <a:pos x="60" y="96"/>
                  </a:cxn>
                  <a:cxn ang="0">
                    <a:pos x="82" y="119"/>
                  </a:cxn>
                  <a:cxn ang="0">
                    <a:pos x="106" y="141"/>
                  </a:cxn>
                  <a:cxn ang="0">
                    <a:pos x="131" y="163"/>
                  </a:cxn>
                  <a:cxn ang="0">
                    <a:pos x="159" y="185"/>
                  </a:cxn>
                  <a:cxn ang="0">
                    <a:pos x="188" y="206"/>
                  </a:cxn>
                  <a:cxn ang="0">
                    <a:pos x="219" y="227"/>
                  </a:cxn>
                  <a:cxn ang="0">
                    <a:pos x="250" y="246"/>
                  </a:cxn>
                  <a:cxn ang="0">
                    <a:pos x="282" y="265"/>
                  </a:cxn>
                  <a:cxn ang="0">
                    <a:pos x="316" y="283"/>
                  </a:cxn>
                  <a:cxn ang="0">
                    <a:pos x="349" y="301"/>
                  </a:cxn>
                  <a:cxn ang="0">
                    <a:pos x="382" y="319"/>
                  </a:cxn>
                  <a:cxn ang="0">
                    <a:pos x="416" y="335"/>
                  </a:cxn>
                  <a:cxn ang="0">
                    <a:pos x="419" y="374"/>
                  </a:cxn>
                  <a:cxn ang="0">
                    <a:pos x="424" y="412"/>
                  </a:cxn>
                  <a:cxn ang="0">
                    <a:pos x="430" y="450"/>
                  </a:cxn>
                  <a:cxn ang="0">
                    <a:pos x="435" y="487"/>
                  </a:cxn>
                  <a:cxn ang="0">
                    <a:pos x="441" y="517"/>
                  </a:cxn>
                  <a:cxn ang="0">
                    <a:pos x="448" y="547"/>
                  </a:cxn>
                  <a:cxn ang="0">
                    <a:pos x="456" y="577"/>
                  </a:cxn>
                  <a:cxn ang="0">
                    <a:pos x="464" y="607"/>
                  </a:cxn>
                  <a:cxn ang="0">
                    <a:pos x="475" y="638"/>
                  </a:cxn>
                  <a:cxn ang="0">
                    <a:pos x="486" y="668"/>
                  </a:cxn>
                  <a:cxn ang="0">
                    <a:pos x="499" y="699"/>
                  </a:cxn>
                  <a:cxn ang="0">
                    <a:pos x="513" y="731"/>
                  </a:cxn>
                  <a:cxn ang="0">
                    <a:pos x="470" y="709"/>
                  </a:cxn>
                  <a:cxn ang="0">
                    <a:pos x="427" y="686"/>
                  </a:cxn>
                  <a:cxn ang="0">
                    <a:pos x="387" y="662"/>
                  </a:cxn>
                  <a:cxn ang="0">
                    <a:pos x="348" y="635"/>
                  </a:cxn>
                  <a:cxn ang="0">
                    <a:pos x="310" y="608"/>
                  </a:cxn>
                  <a:cxn ang="0">
                    <a:pos x="274" y="579"/>
                  </a:cxn>
                  <a:cxn ang="0">
                    <a:pos x="240" y="549"/>
                  </a:cxn>
                  <a:cxn ang="0">
                    <a:pos x="206" y="518"/>
                  </a:cxn>
                  <a:cxn ang="0">
                    <a:pos x="176" y="486"/>
                  </a:cxn>
                  <a:cxn ang="0">
                    <a:pos x="147" y="453"/>
                  </a:cxn>
                  <a:cxn ang="0">
                    <a:pos x="121" y="419"/>
                  </a:cxn>
                  <a:cxn ang="0">
                    <a:pos x="97" y="384"/>
                  </a:cxn>
                  <a:cxn ang="0">
                    <a:pos x="75" y="350"/>
                  </a:cxn>
                  <a:cxn ang="0">
                    <a:pos x="55" y="313"/>
                  </a:cxn>
                  <a:cxn ang="0">
                    <a:pos x="38" y="277"/>
                  </a:cxn>
                  <a:cxn ang="0">
                    <a:pos x="24" y="240"/>
                  </a:cxn>
                  <a:cxn ang="0">
                    <a:pos x="14" y="184"/>
                  </a:cxn>
                  <a:cxn ang="0">
                    <a:pos x="6" y="128"/>
                  </a:cxn>
                  <a:cxn ang="0">
                    <a:pos x="1" y="70"/>
                  </a:cxn>
                  <a:cxn ang="0">
                    <a:pos x="0" y="11"/>
                  </a:cxn>
                </a:cxnLst>
                <a:rect l="0" t="0" r="r" b="b"/>
                <a:pathLst>
                  <a:path w="513" h="731">
                    <a:moveTo>
                      <a:pt x="0" y="11"/>
                    </a:moveTo>
                    <a:lnTo>
                      <a:pt x="0" y="9"/>
                    </a:lnTo>
                    <a:lnTo>
                      <a:pt x="1" y="5"/>
                    </a:lnTo>
                    <a:lnTo>
                      <a:pt x="1" y="3"/>
                    </a:lnTo>
                    <a:lnTo>
                      <a:pt x="1" y="0"/>
                    </a:lnTo>
                    <a:lnTo>
                      <a:pt x="12" y="25"/>
                    </a:lnTo>
                    <a:lnTo>
                      <a:pt x="25" y="49"/>
                    </a:lnTo>
                    <a:lnTo>
                      <a:pt x="41" y="73"/>
                    </a:lnTo>
                    <a:lnTo>
                      <a:pt x="60" y="96"/>
                    </a:lnTo>
                    <a:lnTo>
                      <a:pt x="82" y="119"/>
                    </a:lnTo>
                    <a:lnTo>
                      <a:pt x="106" y="141"/>
                    </a:lnTo>
                    <a:lnTo>
                      <a:pt x="131" y="163"/>
                    </a:lnTo>
                    <a:lnTo>
                      <a:pt x="159" y="185"/>
                    </a:lnTo>
                    <a:lnTo>
                      <a:pt x="188" y="206"/>
                    </a:lnTo>
                    <a:lnTo>
                      <a:pt x="219" y="227"/>
                    </a:lnTo>
                    <a:lnTo>
                      <a:pt x="250" y="246"/>
                    </a:lnTo>
                    <a:lnTo>
                      <a:pt x="282" y="265"/>
                    </a:lnTo>
                    <a:lnTo>
                      <a:pt x="316" y="283"/>
                    </a:lnTo>
                    <a:lnTo>
                      <a:pt x="349" y="301"/>
                    </a:lnTo>
                    <a:lnTo>
                      <a:pt x="382" y="319"/>
                    </a:lnTo>
                    <a:lnTo>
                      <a:pt x="416" y="335"/>
                    </a:lnTo>
                    <a:lnTo>
                      <a:pt x="419" y="374"/>
                    </a:lnTo>
                    <a:lnTo>
                      <a:pt x="424" y="412"/>
                    </a:lnTo>
                    <a:lnTo>
                      <a:pt x="430" y="450"/>
                    </a:lnTo>
                    <a:lnTo>
                      <a:pt x="435" y="487"/>
                    </a:lnTo>
                    <a:lnTo>
                      <a:pt x="441" y="517"/>
                    </a:lnTo>
                    <a:lnTo>
                      <a:pt x="448" y="547"/>
                    </a:lnTo>
                    <a:lnTo>
                      <a:pt x="456" y="577"/>
                    </a:lnTo>
                    <a:lnTo>
                      <a:pt x="464" y="607"/>
                    </a:lnTo>
                    <a:lnTo>
                      <a:pt x="475" y="638"/>
                    </a:lnTo>
                    <a:lnTo>
                      <a:pt x="486" y="668"/>
                    </a:lnTo>
                    <a:lnTo>
                      <a:pt x="499" y="699"/>
                    </a:lnTo>
                    <a:lnTo>
                      <a:pt x="513" y="731"/>
                    </a:lnTo>
                    <a:lnTo>
                      <a:pt x="470" y="709"/>
                    </a:lnTo>
                    <a:lnTo>
                      <a:pt x="427" y="686"/>
                    </a:lnTo>
                    <a:lnTo>
                      <a:pt x="387" y="662"/>
                    </a:lnTo>
                    <a:lnTo>
                      <a:pt x="348" y="635"/>
                    </a:lnTo>
                    <a:lnTo>
                      <a:pt x="310" y="608"/>
                    </a:lnTo>
                    <a:lnTo>
                      <a:pt x="274" y="579"/>
                    </a:lnTo>
                    <a:lnTo>
                      <a:pt x="240" y="549"/>
                    </a:lnTo>
                    <a:lnTo>
                      <a:pt x="206" y="518"/>
                    </a:lnTo>
                    <a:lnTo>
                      <a:pt x="176" y="486"/>
                    </a:lnTo>
                    <a:lnTo>
                      <a:pt x="147" y="453"/>
                    </a:lnTo>
                    <a:lnTo>
                      <a:pt x="121" y="419"/>
                    </a:lnTo>
                    <a:lnTo>
                      <a:pt x="97" y="384"/>
                    </a:lnTo>
                    <a:lnTo>
                      <a:pt x="75" y="350"/>
                    </a:lnTo>
                    <a:lnTo>
                      <a:pt x="55" y="313"/>
                    </a:lnTo>
                    <a:lnTo>
                      <a:pt x="38" y="277"/>
                    </a:lnTo>
                    <a:lnTo>
                      <a:pt x="24" y="240"/>
                    </a:lnTo>
                    <a:lnTo>
                      <a:pt x="14" y="184"/>
                    </a:lnTo>
                    <a:lnTo>
                      <a:pt x="6" y="128"/>
                    </a:lnTo>
                    <a:lnTo>
                      <a:pt x="1" y="70"/>
                    </a:lnTo>
                    <a:lnTo>
                      <a:pt x="0" y="11"/>
                    </a:lnTo>
                    <a:close/>
                  </a:path>
                </a:pathLst>
              </a:custGeom>
              <a:grpFill/>
              <a:ln w="9525">
                <a:noFill/>
                <a:round/>
                <a:headEnd/>
                <a:tailEnd/>
              </a:ln>
            </p:spPr>
            <p:txBody>
              <a:bodyPr/>
              <a:lstStyle/>
              <a:p>
                <a:pPr algn="ctr">
                  <a:defRPr/>
                </a:pPr>
                <a:endParaRPr lang="en-US" sz="900" dirty="0"/>
              </a:p>
            </p:txBody>
          </p:sp>
          <p:sp>
            <p:nvSpPr>
              <p:cNvPr id="70" name="Freeform 69"/>
              <p:cNvSpPr>
                <a:spLocks/>
              </p:cNvSpPr>
              <p:nvPr/>
            </p:nvSpPr>
            <p:spPr bwMode="auto">
              <a:xfrm>
                <a:off x="2379" y="2437"/>
                <a:ext cx="286" cy="253"/>
              </a:xfrm>
              <a:custGeom>
                <a:avLst/>
                <a:gdLst/>
                <a:ahLst/>
                <a:cxnLst>
                  <a:cxn ang="0">
                    <a:pos x="0" y="0"/>
                  </a:cxn>
                  <a:cxn ang="0">
                    <a:pos x="14" y="20"/>
                  </a:cxn>
                  <a:cxn ang="0">
                    <a:pos x="31" y="41"/>
                  </a:cxn>
                  <a:cxn ang="0">
                    <a:pos x="52" y="62"/>
                  </a:cxn>
                  <a:cxn ang="0">
                    <a:pos x="74" y="82"/>
                  </a:cxn>
                  <a:cxn ang="0">
                    <a:pos x="99" y="103"/>
                  </a:cxn>
                  <a:cxn ang="0">
                    <a:pos x="126" y="124"/>
                  </a:cxn>
                  <a:cxn ang="0">
                    <a:pos x="153" y="144"/>
                  </a:cxn>
                  <a:cxn ang="0">
                    <a:pos x="182" y="165"/>
                  </a:cxn>
                  <a:cxn ang="0">
                    <a:pos x="212" y="184"/>
                  </a:cxn>
                  <a:cxn ang="0">
                    <a:pos x="242" y="203"/>
                  </a:cxn>
                  <a:cxn ang="0">
                    <a:pos x="272" y="220"/>
                  </a:cxn>
                  <a:cxn ang="0">
                    <a:pos x="302" y="237"/>
                  </a:cxn>
                  <a:cxn ang="0">
                    <a:pos x="332" y="252"/>
                  </a:cxn>
                  <a:cxn ang="0">
                    <a:pos x="360" y="265"/>
                  </a:cxn>
                  <a:cxn ang="0">
                    <a:pos x="387" y="278"/>
                  </a:cxn>
                  <a:cxn ang="0">
                    <a:pos x="412" y="288"/>
                  </a:cxn>
                  <a:cxn ang="0">
                    <a:pos x="418" y="303"/>
                  </a:cxn>
                  <a:cxn ang="0">
                    <a:pos x="424" y="318"/>
                  </a:cxn>
                  <a:cxn ang="0">
                    <a:pos x="431" y="334"/>
                  </a:cxn>
                  <a:cxn ang="0">
                    <a:pos x="439" y="349"/>
                  </a:cxn>
                  <a:cxn ang="0">
                    <a:pos x="447" y="366"/>
                  </a:cxn>
                  <a:cxn ang="0">
                    <a:pos x="456" y="381"/>
                  </a:cxn>
                  <a:cxn ang="0">
                    <a:pos x="466" y="397"/>
                  </a:cxn>
                  <a:cxn ang="0">
                    <a:pos x="478" y="413"/>
                  </a:cxn>
                  <a:cxn ang="0">
                    <a:pos x="487" y="424"/>
                  </a:cxn>
                  <a:cxn ang="0">
                    <a:pos x="496" y="436"/>
                  </a:cxn>
                  <a:cxn ang="0">
                    <a:pos x="508" y="447"/>
                  </a:cxn>
                  <a:cxn ang="0">
                    <a:pos x="518" y="460"/>
                  </a:cxn>
                  <a:cxn ang="0">
                    <a:pos x="531" y="471"/>
                  </a:cxn>
                  <a:cxn ang="0">
                    <a:pos x="544" y="483"/>
                  </a:cxn>
                  <a:cxn ang="0">
                    <a:pos x="557" y="496"/>
                  </a:cxn>
                  <a:cxn ang="0">
                    <a:pos x="572" y="507"/>
                  </a:cxn>
                  <a:cxn ang="0">
                    <a:pos x="537" y="490"/>
                  </a:cxn>
                  <a:cxn ang="0">
                    <a:pos x="500" y="471"/>
                  </a:cxn>
                  <a:cxn ang="0">
                    <a:pos x="461" y="451"/>
                  </a:cxn>
                  <a:cxn ang="0">
                    <a:pos x="422" y="428"/>
                  </a:cxn>
                  <a:cxn ang="0">
                    <a:pos x="381" y="402"/>
                  </a:cxn>
                  <a:cxn ang="0">
                    <a:pos x="341" y="376"/>
                  </a:cxn>
                  <a:cxn ang="0">
                    <a:pos x="302" y="347"/>
                  </a:cxn>
                  <a:cxn ang="0">
                    <a:pos x="261" y="316"/>
                  </a:cxn>
                  <a:cxn ang="0">
                    <a:pos x="222" y="284"/>
                  </a:cxn>
                  <a:cxn ang="0">
                    <a:pos x="185" y="249"/>
                  </a:cxn>
                  <a:cxn ang="0">
                    <a:pos x="149" y="212"/>
                  </a:cxn>
                  <a:cxn ang="0">
                    <a:pos x="114" y="173"/>
                  </a:cxn>
                  <a:cxn ang="0">
                    <a:pos x="82" y="133"/>
                  </a:cxn>
                  <a:cxn ang="0">
                    <a:pos x="52" y="90"/>
                  </a:cxn>
                  <a:cxn ang="0">
                    <a:pos x="24" y="47"/>
                  </a:cxn>
                  <a:cxn ang="0">
                    <a:pos x="0" y="0"/>
                  </a:cxn>
                </a:cxnLst>
                <a:rect l="0" t="0" r="r" b="b"/>
                <a:pathLst>
                  <a:path w="572" h="507">
                    <a:moveTo>
                      <a:pt x="0" y="0"/>
                    </a:moveTo>
                    <a:lnTo>
                      <a:pt x="14" y="20"/>
                    </a:lnTo>
                    <a:lnTo>
                      <a:pt x="31" y="41"/>
                    </a:lnTo>
                    <a:lnTo>
                      <a:pt x="52" y="62"/>
                    </a:lnTo>
                    <a:lnTo>
                      <a:pt x="74" y="82"/>
                    </a:lnTo>
                    <a:lnTo>
                      <a:pt x="99" y="103"/>
                    </a:lnTo>
                    <a:lnTo>
                      <a:pt x="126" y="124"/>
                    </a:lnTo>
                    <a:lnTo>
                      <a:pt x="153" y="144"/>
                    </a:lnTo>
                    <a:lnTo>
                      <a:pt x="182" y="165"/>
                    </a:lnTo>
                    <a:lnTo>
                      <a:pt x="212" y="184"/>
                    </a:lnTo>
                    <a:lnTo>
                      <a:pt x="242" y="203"/>
                    </a:lnTo>
                    <a:lnTo>
                      <a:pt x="272" y="220"/>
                    </a:lnTo>
                    <a:lnTo>
                      <a:pt x="302" y="237"/>
                    </a:lnTo>
                    <a:lnTo>
                      <a:pt x="332" y="252"/>
                    </a:lnTo>
                    <a:lnTo>
                      <a:pt x="360" y="265"/>
                    </a:lnTo>
                    <a:lnTo>
                      <a:pt x="387" y="278"/>
                    </a:lnTo>
                    <a:lnTo>
                      <a:pt x="412" y="288"/>
                    </a:lnTo>
                    <a:lnTo>
                      <a:pt x="418" y="303"/>
                    </a:lnTo>
                    <a:lnTo>
                      <a:pt x="424" y="318"/>
                    </a:lnTo>
                    <a:lnTo>
                      <a:pt x="431" y="334"/>
                    </a:lnTo>
                    <a:lnTo>
                      <a:pt x="439" y="349"/>
                    </a:lnTo>
                    <a:lnTo>
                      <a:pt x="447" y="366"/>
                    </a:lnTo>
                    <a:lnTo>
                      <a:pt x="456" y="381"/>
                    </a:lnTo>
                    <a:lnTo>
                      <a:pt x="466" y="397"/>
                    </a:lnTo>
                    <a:lnTo>
                      <a:pt x="478" y="413"/>
                    </a:lnTo>
                    <a:lnTo>
                      <a:pt x="487" y="424"/>
                    </a:lnTo>
                    <a:lnTo>
                      <a:pt x="496" y="436"/>
                    </a:lnTo>
                    <a:lnTo>
                      <a:pt x="508" y="447"/>
                    </a:lnTo>
                    <a:lnTo>
                      <a:pt x="518" y="460"/>
                    </a:lnTo>
                    <a:lnTo>
                      <a:pt x="531" y="471"/>
                    </a:lnTo>
                    <a:lnTo>
                      <a:pt x="544" y="483"/>
                    </a:lnTo>
                    <a:lnTo>
                      <a:pt x="557" y="496"/>
                    </a:lnTo>
                    <a:lnTo>
                      <a:pt x="572" y="507"/>
                    </a:lnTo>
                    <a:lnTo>
                      <a:pt x="537" y="490"/>
                    </a:lnTo>
                    <a:lnTo>
                      <a:pt x="500" y="471"/>
                    </a:lnTo>
                    <a:lnTo>
                      <a:pt x="461" y="451"/>
                    </a:lnTo>
                    <a:lnTo>
                      <a:pt x="422" y="428"/>
                    </a:lnTo>
                    <a:lnTo>
                      <a:pt x="381" y="402"/>
                    </a:lnTo>
                    <a:lnTo>
                      <a:pt x="341" y="376"/>
                    </a:lnTo>
                    <a:lnTo>
                      <a:pt x="302" y="347"/>
                    </a:lnTo>
                    <a:lnTo>
                      <a:pt x="261" y="316"/>
                    </a:lnTo>
                    <a:lnTo>
                      <a:pt x="222" y="284"/>
                    </a:lnTo>
                    <a:lnTo>
                      <a:pt x="185" y="249"/>
                    </a:lnTo>
                    <a:lnTo>
                      <a:pt x="149" y="212"/>
                    </a:lnTo>
                    <a:lnTo>
                      <a:pt x="114" y="173"/>
                    </a:lnTo>
                    <a:lnTo>
                      <a:pt x="82" y="133"/>
                    </a:lnTo>
                    <a:lnTo>
                      <a:pt x="52" y="90"/>
                    </a:lnTo>
                    <a:lnTo>
                      <a:pt x="24" y="47"/>
                    </a:lnTo>
                    <a:lnTo>
                      <a:pt x="0" y="0"/>
                    </a:lnTo>
                    <a:close/>
                  </a:path>
                </a:pathLst>
              </a:custGeom>
              <a:grpFill/>
              <a:ln w="9525">
                <a:noFill/>
                <a:round/>
                <a:headEnd/>
                <a:tailEnd/>
              </a:ln>
            </p:spPr>
            <p:txBody>
              <a:bodyPr/>
              <a:lstStyle/>
              <a:p>
                <a:pPr algn="ctr">
                  <a:defRPr/>
                </a:pPr>
                <a:endParaRPr lang="en-US" sz="900" dirty="0"/>
              </a:p>
            </p:txBody>
          </p:sp>
          <p:sp>
            <p:nvSpPr>
              <p:cNvPr id="71" name="Freeform 70"/>
              <p:cNvSpPr>
                <a:spLocks/>
              </p:cNvSpPr>
              <p:nvPr/>
            </p:nvSpPr>
            <p:spPr bwMode="auto">
              <a:xfrm>
                <a:off x="2648" y="2599"/>
                <a:ext cx="208" cy="136"/>
              </a:xfrm>
              <a:custGeom>
                <a:avLst/>
                <a:gdLst/>
                <a:ahLst/>
                <a:cxnLst>
                  <a:cxn ang="0">
                    <a:pos x="417" y="273"/>
                  </a:cxn>
                  <a:cxn ang="0">
                    <a:pos x="398" y="272"/>
                  </a:cxn>
                  <a:cxn ang="0">
                    <a:pos x="379" y="271"/>
                  </a:cxn>
                  <a:cxn ang="0">
                    <a:pos x="358" y="268"/>
                  </a:cxn>
                  <a:cxn ang="0">
                    <a:pos x="337" y="266"/>
                  </a:cxn>
                  <a:cxn ang="0">
                    <a:pos x="315" y="261"/>
                  </a:cxn>
                  <a:cxn ang="0">
                    <a:pos x="292" y="257"/>
                  </a:cxn>
                  <a:cxn ang="0">
                    <a:pos x="269" y="250"/>
                  </a:cxn>
                  <a:cxn ang="0">
                    <a:pos x="245" y="241"/>
                  </a:cxn>
                  <a:cxn ang="0">
                    <a:pos x="231" y="235"/>
                  </a:cxn>
                  <a:cxn ang="0">
                    <a:pos x="218" y="229"/>
                  </a:cxn>
                  <a:cxn ang="0">
                    <a:pos x="204" y="222"/>
                  </a:cxn>
                  <a:cxn ang="0">
                    <a:pos x="190" y="215"/>
                  </a:cxn>
                  <a:cxn ang="0">
                    <a:pos x="175" y="209"/>
                  </a:cxn>
                  <a:cxn ang="0">
                    <a:pos x="160" y="200"/>
                  </a:cxn>
                  <a:cxn ang="0">
                    <a:pos x="146" y="192"/>
                  </a:cxn>
                  <a:cxn ang="0">
                    <a:pos x="131" y="183"/>
                  </a:cxn>
                  <a:cxn ang="0">
                    <a:pos x="117" y="174"/>
                  </a:cxn>
                  <a:cxn ang="0">
                    <a:pos x="103" y="165"/>
                  </a:cxn>
                  <a:cxn ang="0">
                    <a:pos x="90" y="153"/>
                  </a:cxn>
                  <a:cxn ang="0">
                    <a:pos x="76" y="143"/>
                  </a:cxn>
                  <a:cxn ang="0">
                    <a:pos x="63" y="131"/>
                  </a:cxn>
                  <a:cxn ang="0">
                    <a:pos x="52" y="119"/>
                  </a:cxn>
                  <a:cxn ang="0">
                    <a:pos x="40" y="106"/>
                  </a:cxn>
                  <a:cxn ang="0">
                    <a:pos x="30" y="92"/>
                  </a:cxn>
                  <a:cxn ang="0">
                    <a:pos x="19" y="71"/>
                  </a:cxn>
                  <a:cxn ang="0">
                    <a:pos x="14" y="48"/>
                  </a:cxn>
                  <a:cxn ang="0">
                    <a:pos x="8" y="24"/>
                  </a:cxn>
                  <a:cxn ang="0">
                    <a:pos x="0" y="0"/>
                  </a:cxn>
                  <a:cxn ang="0">
                    <a:pos x="10" y="4"/>
                  </a:cxn>
                  <a:cxn ang="0">
                    <a:pos x="21" y="8"/>
                  </a:cxn>
                  <a:cxn ang="0">
                    <a:pos x="31" y="12"/>
                  </a:cxn>
                  <a:cxn ang="0">
                    <a:pos x="42" y="15"/>
                  </a:cxn>
                  <a:cxn ang="0">
                    <a:pos x="53" y="17"/>
                  </a:cxn>
                  <a:cxn ang="0">
                    <a:pos x="64" y="21"/>
                  </a:cxn>
                  <a:cxn ang="0">
                    <a:pos x="76" y="24"/>
                  </a:cxn>
                  <a:cxn ang="0">
                    <a:pos x="87" y="27"/>
                  </a:cxn>
                  <a:cxn ang="0">
                    <a:pos x="100" y="30"/>
                  </a:cxn>
                  <a:cxn ang="0">
                    <a:pos x="112" y="32"/>
                  </a:cxn>
                  <a:cxn ang="0">
                    <a:pos x="123" y="36"/>
                  </a:cxn>
                  <a:cxn ang="0">
                    <a:pos x="136" y="38"/>
                  </a:cxn>
                  <a:cxn ang="0">
                    <a:pos x="148" y="40"/>
                  </a:cxn>
                  <a:cxn ang="0">
                    <a:pos x="160" y="43"/>
                  </a:cxn>
                  <a:cxn ang="0">
                    <a:pos x="173" y="45"/>
                  </a:cxn>
                  <a:cxn ang="0">
                    <a:pos x="185" y="47"/>
                  </a:cxn>
                  <a:cxn ang="0">
                    <a:pos x="200" y="50"/>
                  </a:cxn>
                  <a:cxn ang="0">
                    <a:pos x="214" y="52"/>
                  </a:cxn>
                  <a:cxn ang="0">
                    <a:pos x="229" y="54"/>
                  </a:cxn>
                  <a:cxn ang="0">
                    <a:pos x="244" y="55"/>
                  </a:cxn>
                  <a:cxn ang="0">
                    <a:pos x="259" y="58"/>
                  </a:cxn>
                  <a:cxn ang="0">
                    <a:pos x="273" y="60"/>
                  </a:cxn>
                  <a:cxn ang="0">
                    <a:pos x="288" y="61"/>
                  </a:cxn>
                  <a:cxn ang="0">
                    <a:pos x="303" y="62"/>
                  </a:cxn>
                  <a:cxn ang="0">
                    <a:pos x="318" y="65"/>
                  </a:cxn>
                  <a:cxn ang="0">
                    <a:pos x="332" y="66"/>
                  </a:cxn>
                  <a:cxn ang="0">
                    <a:pos x="347" y="67"/>
                  </a:cxn>
                  <a:cxn ang="0">
                    <a:pos x="360" y="68"/>
                  </a:cxn>
                  <a:cxn ang="0">
                    <a:pos x="375" y="68"/>
                  </a:cxn>
                  <a:cxn ang="0">
                    <a:pos x="389" y="69"/>
                  </a:cxn>
                  <a:cxn ang="0">
                    <a:pos x="403" y="70"/>
                  </a:cxn>
                  <a:cxn ang="0">
                    <a:pos x="417" y="70"/>
                  </a:cxn>
                  <a:cxn ang="0">
                    <a:pos x="417" y="166"/>
                  </a:cxn>
                  <a:cxn ang="0">
                    <a:pos x="417" y="273"/>
                  </a:cxn>
                </a:cxnLst>
                <a:rect l="0" t="0" r="r" b="b"/>
                <a:pathLst>
                  <a:path w="417" h="273">
                    <a:moveTo>
                      <a:pt x="417" y="273"/>
                    </a:moveTo>
                    <a:lnTo>
                      <a:pt x="398" y="272"/>
                    </a:lnTo>
                    <a:lnTo>
                      <a:pt x="379" y="271"/>
                    </a:lnTo>
                    <a:lnTo>
                      <a:pt x="358" y="268"/>
                    </a:lnTo>
                    <a:lnTo>
                      <a:pt x="337" y="266"/>
                    </a:lnTo>
                    <a:lnTo>
                      <a:pt x="315" y="261"/>
                    </a:lnTo>
                    <a:lnTo>
                      <a:pt x="292" y="257"/>
                    </a:lnTo>
                    <a:lnTo>
                      <a:pt x="269" y="250"/>
                    </a:lnTo>
                    <a:lnTo>
                      <a:pt x="245" y="241"/>
                    </a:lnTo>
                    <a:lnTo>
                      <a:pt x="231" y="235"/>
                    </a:lnTo>
                    <a:lnTo>
                      <a:pt x="218" y="229"/>
                    </a:lnTo>
                    <a:lnTo>
                      <a:pt x="204" y="222"/>
                    </a:lnTo>
                    <a:lnTo>
                      <a:pt x="190" y="215"/>
                    </a:lnTo>
                    <a:lnTo>
                      <a:pt x="175" y="209"/>
                    </a:lnTo>
                    <a:lnTo>
                      <a:pt x="160" y="200"/>
                    </a:lnTo>
                    <a:lnTo>
                      <a:pt x="146" y="192"/>
                    </a:lnTo>
                    <a:lnTo>
                      <a:pt x="131" y="183"/>
                    </a:lnTo>
                    <a:lnTo>
                      <a:pt x="117" y="174"/>
                    </a:lnTo>
                    <a:lnTo>
                      <a:pt x="103" y="165"/>
                    </a:lnTo>
                    <a:lnTo>
                      <a:pt x="90" y="153"/>
                    </a:lnTo>
                    <a:lnTo>
                      <a:pt x="76" y="143"/>
                    </a:lnTo>
                    <a:lnTo>
                      <a:pt x="63" y="131"/>
                    </a:lnTo>
                    <a:lnTo>
                      <a:pt x="52" y="119"/>
                    </a:lnTo>
                    <a:lnTo>
                      <a:pt x="40" y="106"/>
                    </a:lnTo>
                    <a:lnTo>
                      <a:pt x="30" y="92"/>
                    </a:lnTo>
                    <a:lnTo>
                      <a:pt x="19" y="71"/>
                    </a:lnTo>
                    <a:lnTo>
                      <a:pt x="14" y="48"/>
                    </a:lnTo>
                    <a:lnTo>
                      <a:pt x="8" y="24"/>
                    </a:lnTo>
                    <a:lnTo>
                      <a:pt x="0" y="0"/>
                    </a:lnTo>
                    <a:lnTo>
                      <a:pt x="10" y="4"/>
                    </a:lnTo>
                    <a:lnTo>
                      <a:pt x="21" y="8"/>
                    </a:lnTo>
                    <a:lnTo>
                      <a:pt x="31" y="12"/>
                    </a:lnTo>
                    <a:lnTo>
                      <a:pt x="42" y="15"/>
                    </a:lnTo>
                    <a:lnTo>
                      <a:pt x="53" y="17"/>
                    </a:lnTo>
                    <a:lnTo>
                      <a:pt x="64" y="21"/>
                    </a:lnTo>
                    <a:lnTo>
                      <a:pt x="76" y="24"/>
                    </a:lnTo>
                    <a:lnTo>
                      <a:pt x="87" y="27"/>
                    </a:lnTo>
                    <a:lnTo>
                      <a:pt x="100" y="30"/>
                    </a:lnTo>
                    <a:lnTo>
                      <a:pt x="112" y="32"/>
                    </a:lnTo>
                    <a:lnTo>
                      <a:pt x="123" y="36"/>
                    </a:lnTo>
                    <a:lnTo>
                      <a:pt x="136" y="38"/>
                    </a:lnTo>
                    <a:lnTo>
                      <a:pt x="148" y="40"/>
                    </a:lnTo>
                    <a:lnTo>
                      <a:pt x="160" y="43"/>
                    </a:lnTo>
                    <a:lnTo>
                      <a:pt x="173" y="45"/>
                    </a:lnTo>
                    <a:lnTo>
                      <a:pt x="185" y="47"/>
                    </a:lnTo>
                    <a:lnTo>
                      <a:pt x="200" y="50"/>
                    </a:lnTo>
                    <a:lnTo>
                      <a:pt x="214" y="52"/>
                    </a:lnTo>
                    <a:lnTo>
                      <a:pt x="229" y="54"/>
                    </a:lnTo>
                    <a:lnTo>
                      <a:pt x="244" y="55"/>
                    </a:lnTo>
                    <a:lnTo>
                      <a:pt x="259" y="58"/>
                    </a:lnTo>
                    <a:lnTo>
                      <a:pt x="273" y="60"/>
                    </a:lnTo>
                    <a:lnTo>
                      <a:pt x="288" y="61"/>
                    </a:lnTo>
                    <a:lnTo>
                      <a:pt x="303" y="62"/>
                    </a:lnTo>
                    <a:lnTo>
                      <a:pt x="318" y="65"/>
                    </a:lnTo>
                    <a:lnTo>
                      <a:pt x="332" y="66"/>
                    </a:lnTo>
                    <a:lnTo>
                      <a:pt x="347" y="67"/>
                    </a:lnTo>
                    <a:lnTo>
                      <a:pt x="360" y="68"/>
                    </a:lnTo>
                    <a:lnTo>
                      <a:pt x="375" y="68"/>
                    </a:lnTo>
                    <a:lnTo>
                      <a:pt x="389" y="69"/>
                    </a:lnTo>
                    <a:lnTo>
                      <a:pt x="403" y="70"/>
                    </a:lnTo>
                    <a:lnTo>
                      <a:pt x="417" y="70"/>
                    </a:lnTo>
                    <a:lnTo>
                      <a:pt x="417" y="166"/>
                    </a:lnTo>
                    <a:lnTo>
                      <a:pt x="417" y="273"/>
                    </a:lnTo>
                    <a:close/>
                  </a:path>
                </a:pathLst>
              </a:custGeom>
              <a:grpFill/>
              <a:ln w="9525">
                <a:noFill/>
                <a:round/>
                <a:headEnd/>
                <a:tailEnd/>
              </a:ln>
            </p:spPr>
            <p:txBody>
              <a:bodyPr/>
              <a:lstStyle/>
              <a:p>
                <a:pPr algn="ctr">
                  <a:defRPr/>
                </a:pPr>
                <a:endParaRPr lang="en-US" sz="900" dirty="0"/>
              </a:p>
            </p:txBody>
          </p:sp>
          <p:sp>
            <p:nvSpPr>
              <p:cNvPr id="72" name="Freeform 71"/>
              <p:cNvSpPr>
                <a:spLocks/>
              </p:cNvSpPr>
              <p:nvPr/>
            </p:nvSpPr>
            <p:spPr bwMode="auto">
              <a:xfrm>
                <a:off x="2904" y="2604"/>
                <a:ext cx="202" cy="131"/>
              </a:xfrm>
              <a:custGeom>
                <a:avLst/>
                <a:gdLst/>
                <a:ahLst/>
                <a:cxnLst>
                  <a:cxn ang="0">
                    <a:pos x="171" y="229"/>
                  </a:cxn>
                  <a:cxn ang="0">
                    <a:pos x="147" y="237"/>
                  </a:cxn>
                  <a:cxn ang="0">
                    <a:pos x="124" y="244"/>
                  </a:cxn>
                  <a:cxn ang="0">
                    <a:pos x="102" y="249"/>
                  </a:cxn>
                  <a:cxn ang="0">
                    <a:pos x="80" y="253"/>
                  </a:cxn>
                  <a:cxn ang="0">
                    <a:pos x="59" y="256"/>
                  </a:cxn>
                  <a:cxn ang="0">
                    <a:pos x="38" y="259"/>
                  </a:cxn>
                  <a:cxn ang="0">
                    <a:pos x="19" y="260"/>
                  </a:cxn>
                  <a:cxn ang="0">
                    <a:pos x="0" y="261"/>
                  </a:cxn>
                  <a:cxn ang="0">
                    <a:pos x="0" y="161"/>
                  </a:cxn>
                  <a:cxn ang="0">
                    <a:pos x="0" y="58"/>
                  </a:cxn>
                  <a:cxn ang="0">
                    <a:pos x="26" y="57"/>
                  </a:cxn>
                  <a:cxn ang="0">
                    <a:pos x="51" y="56"/>
                  </a:cxn>
                  <a:cxn ang="0">
                    <a:pos x="78" y="54"/>
                  </a:cxn>
                  <a:cxn ang="0">
                    <a:pos x="103" y="51"/>
                  </a:cxn>
                  <a:cxn ang="0">
                    <a:pos x="129" y="49"/>
                  </a:cxn>
                  <a:cxn ang="0">
                    <a:pos x="155" y="46"/>
                  </a:cxn>
                  <a:cxn ang="0">
                    <a:pos x="181" y="43"/>
                  </a:cxn>
                  <a:cxn ang="0">
                    <a:pos x="207" y="39"/>
                  </a:cxn>
                  <a:cxn ang="0">
                    <a:pos x="232" y="35"/>
                  </a:cxn>
                  <a:cxn ang="0">
                    <a:pos x="258" y="31"/>
                  </a:cxn>
                  <a:cxn ang="0">
                    <a:pos x="283" y="26"/>
                  </a:cxn>
                  <a:cxn ang="0">
                    <a:pos x="308" y="21"/>
                  </a:cxn>
                  <a:cxn ang="0">
                    <a:pos x="332" y="17"/>
                  </a:cxn>
                  <a:cxn ang="0">
                    <a:pos x="356" y="11"/>
                  </a:cxn>
                  <a:cxn ang="0">
                    <a:pos x="380" y="5"/>
                  </a:cxn>
                  <a:cxn ang="0">
                    <a:pos x="403" y="0"/>
                  </a:cxn>
                  <a:cxn ang="0">
                    <a:pos x="399" y="9"/>
                  </a:cxn>
                  <a:cxn ang="0">
                    <a:pos x="394" y="18"/>
                  </a:cxn>
                  <a:cxn ang="0">
                    <a:pos x="390" y="27"/>
                  </a:cxn>
                  <a:cxn ang="0">
                    <a:pos x="385" y="36"/>
                  </a:cxn>
                  <a:cxn ang="0">
                    <a:pos x="379" y="46"/>
                  </a:cxn>
                  <a:cxn ang="0">
                    <a:pos x="375" y="54"/>
                  </a:cxn>
                  <a:cxn ang="0">
                    <a:pos x="369" y="63"/>
                  </a:cxn>
                  <a:cxn ang="0">
                    <a:pos x="363" y="71"/>
                  </a:cxn>
                  <a:cxn ang="0">
                    <a:pos x="352" y="86"/>
                  </a:cxn>
                  <a:cxn ang="0">
                    <a:pos x="340" y="101"/>
                  </a:cxn>
                  <a:cxn ang="0">
                    <a:pos x="329" y="115"/>
                  </a:cxn>
                  <a:cxn ang="0">
                    <a:pos x="316" y="129"/>
                  </a:cxn>
                  <a:cxn ang="0">
                    <a:pos x="303" y="140"/>
                  </a:cxn>
                  <a:cxn ang="0">
                    <a:pos x="291" y="153"/>
                  </a:cxn>
                  <a:cxn ang="0">
                    <a:pos x="277" y="163"/>
                  </a:cxn>
                  <a:cxn ang="0">
                    <a:pos x="264" y="173"/>
                  </a:cxn>
                  <a:cxn ang="0">
                    <a:pos x="251" y="183"/>
                  </a:cxn>
                  <a:cxn ang="0">
                    <a:pos x="239" y="192"/>
                  </a:cxn>
                  <a:cxn ang="0">
                    <a:pos x="226" y="200"/>
                  </a:cxn>
                  <a:cxn ang="0">
                    <a:pos x="215" y="207"/>
                  </a:cxn>
                  <a:cxn ang="0">
                    <a:pos x="203" y="214"/>
                  </a:cxn>
                  <a:cxn ang="0">
                    <a:pos x="192" y="220"/>
                  </a:cxn>
                  <a:cxn ang="0">
                    <a:pos x="181" y="224"/>
                  </a:cxn>
                  <a:cxn ang="0">
                    <a:pos x="171" y="229"/>
                  </a:cxn>
                </a:cxnLst>
                <a:rect l="0" t="0" r="r" b="b"/>
                <a:pathLst>
                  <a:path w="403" h="261">
                    <a:moveTo>
                      <a:pt x="171" y="229"/>
                    </a:moveTo>
                    <a:lnTo>
                      <a:pt x="147" y="237"/>
                    </a:lnTo>
                    <a:lnTo>
                      <a:pt x="124" y="244"/>
                    </a:lnTo>
                    <a:lnTo>
                      <a:pt x="102" y="249"/>
                    </a:lnTo>
                    <a:lnTo>
                      <a:pt x="80" y="253"/>
                    </a:lnTo>
                    <a:lnTo>
                      <a:pt x="59" y="256"/>
                    </a:lnTo>
                    <a:lnTo>
                      <a:pt x="38" y="259"/>
                    </a:lnTo>
                    <a:lnTo>
                      <a:pt x="19" y="260"/>
                    </a:lnTo>
                    <a:lnTo>
                      <a:pt x="0" y="261"/>
                    </a:lnTo>
                    <a:lnTo>
                      <a:pt x="0" y="161"/>
                    </a:lnTo>
                    <a:lnTo>
                      <a:pt x="0" y="58"/>
                    </a:lnTo>
                    <a:lnTo>
                      <a:pt x="26" y="57"/>
                    </a:lnTo>
                    <a:lnTo>
                      <a:pt x="51" y="56"/>
                    </a:lnTo>
                    <a:lnTo>
                      <a:pt x="78" y="54"/>
                    </a:lnTo>
                    <a:lnTo>
                      <a:pt x="103" y="51"/>
                    </a:lnTo>
                    <a:lnTo>
                      <a:pt x="129" y="49"/>
                    </a:lnTo>
                    <a:lnTo>
                      <a:pt x="155" y="46"/>
                    </a:lnTo>
                    <a:lnTo>
                      <a:pt x="181" y="43"/>
                    </a:lnTo>
                    <a:lnTo>
                      <a:pt x="207" y="39"/>
                    </a:lnTo>
                    <a:lnTo>
                      <a:pt x="232" y="35"/>
                    </a:lnTo>
                    <a:lnTo>
                      <a:pt x="258" y="31"/>
                    </a:lnTo>
                    <a:lnTo>
                      <a:pt x="283" y="26"/>
                    </a:lnTo>
                    <a:lnTo>
                      <a:pt x="308" y="21"/>
                    </a:lnTo>
                    <a:lnTo>
                      <a:pt x="332" y="17"/>
                    </a:lnTo>
                    <a:lnTo>
                      <a:pt x="356" y="11"/>
                    </a:lnTo>
                    <a:lnTo>
                      <a:pt x="380" y="5"/>
                    </a:lnTo>
                    <a:lnTo>
                      <a:pt x="403" y="0"/>
                    </a:lnTo>
                    <a:lnTo>
                      <a:pt x="399" y="9"/>
                    </a:lnTo>
                    <a:lnTo>
                      <a:pt x="394" y="18"/>
                    </a:lnTo>
                    <a:lnTo>
                      <a:pt x="390" y="27"/>
                    </a:lnTo>
                    <a:lnTo>
                      <a:pt x="385" y="36"/>
                    </a:lnTo>
                    <a:lnTo>
                      <a:pt x="379" y="46"/>
                    </a:lnTo>
                    <a:lnTo>
                      <a:pt x="375" y="54"/>
                    </a:lnTo>
                    <a:lnTo>
                      <a:pt x="369" y="63"/>
                    </a:lnTo>
                    <a:lnTo>
                      <a:pt x="363" y="71"/>
                    </a:lnTo>
                    <a:lnTo>
                      <a:pt x="352" y="86"/>
                    </a:lnTo>
                    <a:lnTo>
                      <a:pt x="340" y="101"/>
                    </a:lnTo>
                    <a:lnTo>
                      <a:pt x="329" y="115"/>
                    </a:lnTo>
                    <a:lnTo>
                      <a:pt x="316" y="129"/>
                    </a:lnTo>
                    <a:lnTo>
                      <a:pt x="303" y="140"/>
                    </a:lnTo>
                    <a:lnTo>
                      <a:pt x="291" y="153"/>
                    </a:lnTo>
                    <a:lnTo>
                      <a:pt x="277" y="163"/>
                    </a:lnTo>
                    <a:lnTo>
                      <a:pt x="264" y="173"/>
                    </a:lnTo>
                    <a:lnTo>
                      <a:pt x="251" y="183"/>
                    </a:lnTo>
                    <a:lnTo>
                      <a:pt x="239" y="192"/>
                    </a:lnTo>
                    <a:lnTo>
                      <a:pt x="226" y="200"/>
                    </a:lnTo>
                    <a:lnTo>
                      <a:pt x="215" y="207"/>
                    </a:lnTo>
                    <a:lnTo>
                      <a:pt x="203" y="214"/>
                    </a:lnTo>
                    <a:lnTo>
                      <a:pt x="192" y="220"/>
                    </a:lnTo>
                    <a:lnTo>
                      <a:pt x="181" y="224"/>
                    </a:lnTo>
                    <a:lnTo>
                      <a:pt x="171" y="229"/>
                    </a:lnTo>
                    <a:close/>
                  </a:path>
                </a:pathLst>
              </a:custGeom>
              <a:grpFill/>
              <a:ln w="9525">
                <a:noFill/>
                <a:round/>
                <a:headEnd/>
                <a:tailEnd/>
              </a:ln>
            </p:spPr>
            <p:txBody>
              <a:bodyPr/>
              <a:lstStyle/>
              <a:p>
                <a:pPr algn="ctr">
                  <a:defRPr/>
                </a:pPr>
                <a:endParaRPr lang="en-US" sz="900" dirty="0"/>
              </a:p>
            </p:txBody>
          </p:sp>
          <p:sp>
            <p:nvSpPr>
              <p:cNvPr id="73" name="Freeform 72"/>
              <p:cNvSpPr>
                <a:spLocks/>
              </p:cNvSpPr>
              <p:nvPr/>
            </p:nvSpPr>
            <p:spPr bwMode="auto">
              <a:xfrm>
                <a:off x="3104" y="2437"/>
                <a:ext cx="278" cy="248"/>
              </a:xfrm>
              <a:custGeom>
                <a:avLst/>
                <a:gdLst/>
                <a:ahLst/>
                <a:cxnLst>
                  <a:cxn ang="0">
                    <a:pos x="0" y="497"/>
                  </a:cxn>
                  <a:cxn ang="0">
                    <a:pos x="13" y="485"/>
                  </a:cxn>
                  <a:cxn ang="0">
                    <a:pos x="25" y="473"/>
                  </a:cxn>
                  <a:cxn ang="0">
                    <a:pos x="36" y="461"/>
                  </a:cxn>
                  <a:cxn ang="0">
                    <a:pos x="46" y="450"/>
                  </a:cxn>
                  <a:cxn ang="0">
                    <a:pos x="56" y="438"/>
                  </a:cxn>
                  <a:cxn ang="0">
                    <a:pos x="65" y="427"/>
                  </a:cxn>
                  <a:cxn ang="0">
                    <a:pos x="73" y="415"/>
                  </a:cxn>
                  <a:cxn ang="0">
                    <a:pos x="81" y="404"/>
                  </a:cxn>
                  <a:cxn ang="0">
                    <a:pos x="90" y="389"/>
                  </a:cxn>
                  <a:cxn ang="0">
                    <a:pos x="99" y="375"/>
                  </a:cxn>
                  <a:cxn ang="0">
                    <a:pos x="107" y="360"/>
                  </a:cxn>
                  <a:cxn ang="0">
                    <a:pos x="114" y="346"/>
                  </a:cxn>
                  <a:cxn ang="0">
                    <a:pos x="122" y="332"/>
                  </a:cxn>
                  <a:cxn ang="0">
                    <a:pos x="129" y="317"/>
                  </a:cxn>
                  <a:cxn ang="0">
                    <a:pos x="136" y="303"/>
                  </a:cxn>
                  <a:cxn ang="0">
                    <a:pos x="143" y="288"/>
                  </a:cxn>
                  <a:cxn ang="0">
                    <a:pos x="168" y="278"/>
                  </a:cxn>
                  <a:cxn ang="0">
                    <a:pos x="195" y="265"/>
                  </a:cxn>
                  <a:cxn ang="0">
                    <a:pos x="223" y="252"/>
                  </a:cxn>
                  <a:cxn ang="0">
                    <a:pos x="252" y="237"/>
                  </a:cxn>
                  <a:cxn ang="0">
                    <a:pos x="282" y="220"/>
                  </a:cxn>
                  <a:cxn ang="0">
                    <a:pos x="313" y="203"/>
                  </a:cxn>
                  <a:cxn ang="0">
                    <a:pos x="343" y="184"/>
                  </a:cxn>
                  <a:cxn ang="0">
                    <a:pos x="373" y="165"/>
                  </a:cxn>
                  <a:cxn ang="0">
                    <a:pos x="402" y="144"/>
                  </a:cxn>
                  <a:cxn ang="0">
                    <a:pos x="430" y="124"/>
                  </a:cxn>
                  <a:cxn ang="0">
                    <a:pos x="456" y="103"/>
                  </a:cxn>
                  <a:cxn ang="0">
                    <a:pos x="480" y="82"/>
                  </a:cxn>
                  <a:cxn ang="0">
                    <a:pos x="503" y="62"/>
                  </a:cxn>
                  <a:cxn ang="0">
                    <a:pos x="524" y="41"/>
                  </a:cxn>
                  <a:cxn ang="0">
                    <a:pos x="541" y="20"/>
                  </a:cxn>
                  <a:cxn ang="0">
                    <a:pos x="555" y="0"/>
                  </a:cxn>
                  <a:cxn ang="0">
                    <a:pos x="531" y="47"/>
                  </a:cxn>
                  <a:cxn ang="0">
                    <a:pos x="505" y="90"/>
                  </a:cxn>
                  <a:cxn ang="0">
                    <a:pos x="476" y="132"/>
                  </a:cxn>
                  <a:cxn ang="0">
                    <a:pos x="443" y="172"/>
                  </a:cxn>
                  <a:cxn ang="0">
                    <a:pos x="411" y="210"/>
                  </a:cxn>
                  <a:cxn ang="0">
                    <a:pos x="376" y="246"/>
                  </a:cxn>
                  <a:cxn ang="0">
                    <a:pos x="340" y="279"/>
                  </a:cxn>
                  <a:cxn ang="0">
                    <a:pos x="302" y="310"/>
                  </a:cxn>
                  <a:cxn ang="0">
                    <a:pos x="264" y="340"/>
                  </a:cxn>
                  <a:cxn ang="0">
                    <a:pos x="226" y="369"/>
                  </a:cxn>
                  <a:cxn ang="0">
                    <a:pos x="187" y="394"/>
                  </a:cxn>
                  <a:cxn ang="0">
                    <a:pos x="149" y="419"/>
                  </a:cxn>
                  <a:cxn ang="0">
                    <a:pos x="109" y="440"/>
                  </a:cxn>
                  <a:cxn ang="0">
                    <a:pos x="73" y="461"/>
                  </a:cxn>
                  <a:cxn ang="0">
                    <a:pos x="36" y="480"/>
                  </a:cxn>
                  <a:cxn ang="0">
                    <a:pos x="0" y="497"/>
                  </a:cxn>
                </a:cxnLst>
                <a:rect l="0" t="0" r="r" b="b"/>
                <a:pathLst>
                  <a:path w="555" h="497">
                    <a:moveTo>
                      <a:pt x="0" y="497"/>
                    </a:moveTo>
                    <a:lnTo>
                      <a:pt x="13" y="485"/>
                    </a:lnTo>
                    <a:lnTo>
                      <a:pt x="25" y="473"/>
                    </a:lnTo>
                    <a:lnTo>
                      <a:pt x="36" y="461"/>
                    </a:lnTo>
                    <a:lnTo>
                      <a:pt x="46" y="450"/>
                    </a:lnTo>
                    <a:lnTo>
                      <a:pt x="56" y="438"/>
                    </a:lnTo>
                    <a:lnTo>
                      <a:pt x="65" y="427"/>
                    </a:lnTo>
                    <a:lnTo>
                      <a:pt x="73" y="415"/>
                    </a:lnTo>
                    <a:lnTo>
                      <a:pt x="81" y="404"/>
                    </a:lnTo>
                    <a:lnTo>
                      <a:pt x="90" y="389"/>
                    </a:lnTo>
                    <a:lnTo>
                      <a:pt x="99" y="375"/>
                    </a:lnTo>
                    <a:lnTo>
                      <a:pt x="107" y="360"/>
                    </a:lnTo>
                    <a:lnTo>
                      <a:pt x="114" y="346"/>
                    </a:lnTo>
                    <a:lnTo>
                      <a:pt x="122" y="332"/>
                    </a:lnTo>
                    <a:lnTo>
                      <a:pt x="129" y="317"/>
                    </a:lnTo>
                    <a:lnTo>
                      <a:pt x="136" y="303"/>
                    </a:lnTo>
                    <a:lnTo>
                      <a:pt x="143" y="288"/>
                    </a:lnTo>
                    <a:lnTo>
                      <a:pt x="168" y="278"/>
                    </a:lnTo>
                    <a:lnTo>
                      <a:pt x="195" y="265"/>
                    </a:lnTo>
                    <a:lnTo>
                      <a:pt x="223" y="252"/>
                    </a:lnTo>
                    <a:lnTo>
                      <a:pt x="252" y="237"/>
                    </a:lnTo>
                    <a:lnTo>
                      <a:pt x="282" y="220"/>
                    </a:lnTo>
                    <a:lnTo>
                      <a:pt x="313" y="203"/>
                    </a:lnTo>
                    <a:lnTo>
                      <a:pt x="343" y="184"/>
                    </a:lnTo>
                    <a:lnTo>
                      <a:pt x="373" y="165"/>
                    </a:lnTo>
                    <a:lnTo>
                      <a:pt x="402" y="144"/>
                    </a:lnTo>
                    <a:lnTo>
                      <a:pt x="430" y="124"/>
                    </a:lnTo>
                    <a:lnTo>
                      <a:pt x="456" y="103"/>
                    </a:lnTo>
                    <a:lnTo>
                      <a:pt x="480" y="82"/>
                    </a:lnTo>
                    <a:lnTo>
                      <a:pt x="503" y="62"/>
                    </a:lnTo>
                    <a:lnTo>
                      <a:pt x="524" y="41"/>
                    </a:lnTo>
                    <a:lnTo>
                      <a:pt x="541" y="20"/>
                    </a:lnTo>
                    <a:lnTo>
                      <a:pt x="555" y="0"/>
                    </a:lnTo>
                    <a:lnTo>
                      <a:pt x="531" y="47"/>
                    </a:lnTo>
                    <a:lnTo>
                      <a:pt x="505" y="90"/>
                    </a:lnTo>
                    <a:lnTo>
                      <a:pt x="476" y="132"/>
                    </a:lnTo>
                    <a:lnTo>
                      <a:pt x="443" y="172"/>
                    </a:lnTo>
                    <a:lnTo>
                      <a:pt x="411" y="210"/>
                    </a:lnTo>
                    <a:lnTo>
                      <a:pt x="376" y="246"/>
                    </a:lnTo>
                    <a:lnTo>
                      <a:pt x="340" y="279"/>
                    </a:lnTo>
                    <a:lnTo>
                      <a:pt x="302" y="310"/>
                    </a:lnTo>
                    <a:lnTo>
                      <a:pt x="264" y="340"/>
                    </a:lnTo>
                    <a:lnTo>
                      <a:pt x="226" y="369"/>
                    </a:lnTo>
                    <a:lnTo>
                      <a:pt x="187" y="394"/>
                    </a:lnTo>
                    <a:lnTo>
                      <a:pt x="149" y="419"/>
                    </a:lnTo>
                    <a:lnTo>
                      <a:pt x="109" y="440"/>
                    </a:lnTo>
                    <a:lnTo>
                      <a:pt x="73" y="461"/>
                    </a:lnTo>
                    <a:lnTo>
                      <a:pt x="36" y="480"/>
                    </a:lnTo>
                    <a:lnTo>
                      <a:pt x="0" y="497"/>
                    </a:lnTo>
                    <a:close/>
                  </a:path>
                </a:pathLst>
              </a:custGeom>
              <a:grpFill/>
              <a:ln w="9525">
                <a:noFill/>
                <a:round/>
                <a:headEnd/>
                <a:tailEnd/>
              </a:ln>
            </p:spPr>
            <p:txBody>
              <a:bodyPr/>
              <a:lstStyle/>
              <a:p>
                <a:pPr algn="ctr">
                  <a:defRPr/>
                </a:pPr>
                <a:endParaRPr lang="en-US" sz="900" dirty="0"/>
              </a:p>
            </p:txBody>
          </p:sp>
          <p:sp>
            <p:nvSpPr>
              <p:cNvPr id="74" name="Freeform 73"/>
              <p:cNvSpPr>
                <a:spLocks/>
              </p:cNvSpPr>
              <p:nvPr/>
            </p:nvSpPr>
            <p:spPr bwMode="auto">
              <a:xfrm>
                <a:off x="3197" y="2149"/>
                <a:ext cx="256" cy="365"/>
              </a:xfrm>
              <a:custGeom>
                <a:avLst/>
                <a:gdLst/>
                <a:ahLst/>
                <a:cxnLst>
                  <a:cxn ang="0">
                    <a:pos x="488" y="240"/>
                  </a:cxn>
                  <a:cxn ang="0">
                    <a:pos x="474" y="277"/>
                  </a:cxn>
                  <a:cxn ang="0">
                    <a:pos x="457" y="313"/>
                  </a:cxn>
                  <a:cxn ang="0">
                    <a:pos x="437" y="350"/>
                  </a:cxn>
                  <a:cxn ang="0">
                    <a:pos x="415" y="384"/>
                  </a:cxn>
                  <a:cxn ang="0">
                    <a:pos x="391" y="419"/>
                  </a:cxn>
                  <a:cxn ang="0">
                    <a:pos x="365" y="453"/>
                  </a:cxn>
                  <a:cxn ang="0">
                    <a:pos x="336" y="486"/>
                  </a:cxn>
                  <a:cxn ang="0">
                    <a:pos x="305" y="518"/>
                  </a:cxn>
                  <a:cxn ang="0">
                    <a:pos x="273" y="549"/>
                  </a:cxn>
                  <a:cxn ang="0">
                    <a:pos x="238" y="579"/>
                  </a:cxn>
                  <a:cxn ang="0">
                    <a:pos x="202" y="608"/>
                  </a:cxn>
                  <a:cxn ang="0">
                    <a:pos x="164" y="635"/>
                  </a:cxn>
                  <a:cxn ang="0">
                    <a:pos x="125" y="662"/>
                  </a:cxn>
                  <a:cxn ang="0">
                    <a:pos x="85" y="686"/>
                  </a:cxn>
                  <a:cxn ang="0">
                    <a:pos x="42" y="709"/>
                  </a:cxn>
                  <a:cxn ang="0">
                    <a:pos x="0" y="731"/>
                  </a:cxn>
                  <a:cxn ang="0">
                    <a:pos x="12" y="704"/>
                  </a:cxn>
                  <a:cxn ang="0">
                    <a:pos x="23" y="677"/>
                  </a:cxn>
                  <a:cxn ang="0">
                    <a:pos x="33" y="650"/>
                  </a:cxn>
                  <a:cxn ang="0">
                    <a:pos x="42" y="624"/>
                  </a:cxn>
                  <a:cxn ang="0">
                    <a:pos x="50" y="599"/>
                  </a:cxn>
                  <a:cxn ang="0">
                    <a:pos x="57" y="572"/>
                  </a:cxn>
                  <a:cxn ang="0">
                    <a:pos x="64" y="547"/>
                  </a:cxn>
                  <a:cxn ang="0">
                    <a:pos x="70" y="520"/>
                  </a:cxn>
                  <a:cxn ang="0">
                    <a:pos x="78" y="474"/>
                  </a:cxn>
                  <a:cxn ang="0">
                    <a:pos x="85" y="428"/>
                  </a:cxn>
                  <a:cxn ang="0">
                    <a:pos x="91" y="382"/>
                  </a:cxn>
                  <a:cxn ang="0">
                    <a:pos x="96" y="335"/>
                  </a:cxn>
                  <a:cxn ang="0">
                    <a:pos x="130" y="319"/>
                  </a:cxn>
                  <a:cxn ang="0">
                    <a:pos x="163" y="301"/>
                  </a:cxn>
                  <a:cxn ang="0">
                    <a:pos x="197" y="283"/>
                  </a:cxn>
                  <a:cxn ang="0">
                    <a:pos x="230" y="265"/>
                  </a:cxn>
                  <a:cxn ang="0">
                    <a:pos x="262" y="246"/>
                  </a:cxn>
                  <a:cxn ang="0">
                    <a:pos x="293" y="227"/>
                  </a:cxn>
                  <a:cxn ang="0">
                    <a:pos x="324" y="206"/>
                  </a:cxn>
                  <a:cxn ang="0">
                    <a:pos x="353" y="185"/>
                  </a:cxn>
                  <a:cxn ang="0">
                    <a:pos x="381" y="163"/>
                  </a:cxn>
                  <a:cxn ang="0">
                    <a:pos x="406" y="141"/>
                  </a:cxn>
                  <a:cxn ang="0">
                    <a:pos x="430" y="119"/>
                  </a:cxn>
                  <a:cxn ang="0">
                    <a:pos x="452" y="96"/>
                  </a:cxn>
                  <a:cxn ang="0">
                    <a:pos x="471" y="73"/>
                  </a:cxn>
                  <a:cxn ang="0">
                    <a:pos x="487" y="49"/>
                  </a:cxn>
                  <a:cxn ang="0">
                    <a:pos x="501" y="25"/>
                  </a:cxn>
                  <a:cxn ang="0">
                    <a:pos x="511" y="0"/>
                  </a:cxn>
                  <a:cxn ang="0">
                    <a:pos x="511" y="3"/>
                  </a:cxn>
                  <a:cxn ang="0">
                    <a:pos x="511" y="5"/>
                  </a:cxn>
                  <a:cxn ang="0">
                    <a:pos x="511" y="9"/>
                  </a:cxn>
                  <a:cxn ang="0">
                    <a:pos x="511" y="11"/>
                  </a:cxn>
                  <a:cxn ang="0">
                    <a:pos x="510" y="70"/>
                  </a:cxn>
                  <a:cxn ang="0">
                    <a:pos x="505" y="128"/>
                  </a:cxn>
                  <a:cxn ang="0">
                    <a:pos x="498" y="184"/>
                  </a:cxn>
                  <a:cxn ang="0">
                    <a:pos x="488" y="240"/>
                  </a:cxn>
                </a:cxnLst>
                <a:rect l="0" t="0" r="r" b="b"/>
                <a:pathLst>
                  <a:path w="511" h="731">
                    <a:moveTo>
                      <a:pt x="488" y="240"/>
                    </a:moveTo>
                    <a:lnTo>
                      <a:pt x="474" y="277"/>
                    </a:lnTo>
                    <a:lnTo>
                      <a:pt x="457" y="313"/>
                    </a:lnTo>
                    <a:lnTo>
                      <a:pt x="437" y="350"/>
                    </a:lnTo>
                    <a:lnTo>
                      <a:pt x="415" y="384"/>
                    </a:lnTo>
                    <a:lnTo>
                      <a:pt x="391" y="419"/>
                    </a:lnTo>
                    <a:lnTo>
                      <a:pt x="365" y="453"/>
                    </a:lnTo>
                    <a:lnTo>
                      <a:pt x="336" y="486"/>
                    </a:lnTo>
                    <a:lnTo>
                      <a:pt x="305" y="518"/>
                    </a:lnTo>
                    <a:lnTo>
                      <a:pt x="273" y="549"/>
                    </a:lnTo>
                    <a:lnTo>
                      <a:pt x="238" y="579"/>
                    </a:lnTo>
                    <a:lnTo>
                      <a:pt x="202" y="608"/>
                    </a:lnTo>
                    <a:lnTo>
                      <a:pt x="164" y="635"/>
                    </a:lnTo>
                    <a:lnTo>
                      <a:pt x="125" y="662"/>
                    </a:lnTo>
                    <a:lnTo>
                      <a:pt x="85" y="686"/>
                    </a:lnTo>
                    <a:lnTo>
                      <a:pt x="42" y="709"/>
                    </a:lnTo>
                    <a:lnTo>
                      <a:pt x="0" y="731"/>
                    </a:lnTo>
                    <a:lnTo>
                      <a:pt x="12" y="704"/>
                    </a:lnTo>
                    <a:lnTo>
                      <a:pt x="23" y="677"/>
                    </a:lnTo>
                    <a:lnTo>
                      <a:pt x="33" y="650"/>
                    </a:lnTo>
                    <a:lnTo>
                      <a:pt x="42" y="624"/>
                    </a:lnTo>
                    <a:lnTo>
                      <a:pt x="50" y="599"/>
                    </a:lnTo>
                    <a:lnTo>
                      <a:pt x="57" y="572"/>
                    </a:lnTo>
                    <a:lnTo>
                      <a:pt x="64" y="547"/>
                    </a:lnTo>
                    <a:lnTo>
                      <a:pt x="70" y="520"/>
                    </a:lnTo>
                    <a:lnTo>
                      <a:pt x="78" y="474"/>
                    </a:lnTo>
                    <a:lnTo>
                      <a:pt x="85" y="428"/>
                    </a:lnTo>
                    <a:lnTo>
                      <a:pt x="91" y="382"/>
                    </a:lnTo>
                    <a:lnTo>
                      <a:pt x="96" y="335"/>
                    </a:lnTo>
                    <a:lnTo>
                      <a:pt x="130" y="319"/>
                    </a:lnTo>
                    <a:lnTo>
                      <a:pt x="163" y="301"/>
                    </a:lnTo>
                    <a:lnTo>
                      <a:pt x="197" y="283"/>
                    </a:lnTo>
                    <a:lnTo>
                      <a:pt x="230" y="265"/>
                    </a:lnTo>
                    <a:lnTo>
                      <a:pt x="262" y="246"/>
                    </a:lnTo>
                    <a:lnTo>
                      <a:pt x="293" y="227"/>
                    </a:lnTo>
                    <a:lnTo>
                      <a:pt x="324" y="206"/>
                    </a:lnTo>
                    <a:lnTo>
                      <a:pt x="353" y="185"/>
                    </a:lnTo>
                    <a:lnTo>
                      <a:pt x="381" y="163"/>
                    </a:lnTo>
                    <a:lnTo>
                      <a:pt x="406" y="141"/>
                    </a:lnTo>
                    <a:lnTo>
                      <a:pt x="430" y="119"/>
                    </a:lnTo>
                    <a:lnTo>
                      <a:pt x="452" y="96"/>
                    </a:lnTo>
                    <a:lnTo>
                      <a:pt x="471" y="73"/>
                    </a:lnTo>
                    <a:lnTo>
                      <a:pt x="487" y="49"/>
                    </a:lnTo>
                    <a:lnTo>
                      <a:pt x="501" y="25"/>
                    </a:lnTo>
                    <a:lnTo>
                      <a:pt x="511" y="0"/>
                    </a:lnTo>
                    <a:lnTo>
                      <a:pt x="511" y="3"/>
                    </a:lnTo>
                    <a:lnTo>
                      <a:pt x="511" y="5"/>
                    </a:lnTo>
                    <a:lnTo>
                      <a:pt x="511" y="9"/>
                    </a:lnTo>
                    <a:lnTo>
                      <a:pt x="511" y="11"/>
                    </a:lnTo>
                    <a:lnTo>
                      <a:pt x="510" y="70"/>
                    </a:lnTo>
                    <a:lnTo>
                      <a:pt x="505" y="128"/>
                    </a:lnTo>
                    <a:lnTo>
                      <a:pt x="498" y="184"/>
                    </a:lnTo>
                    <a:lnTo>
                      <a:pt x="488" y="240"/>
                    </a:lnTo>
                    <a:close/>
                  </a:path>
                </a:pathLst>
              </a:custGeom>
              <a:grpFill/>
              <a:ln w="9525">
                <a:noFill/>
                <a:round/>
                <a:headEnd/>
                <a:tailEnd/>
              </a:ln>
            </p:spPr>
            <p:txBody>
              <a:bodyPr/>
              <a:lstStyle/>
              <a:p>
                <a:pPr algn="ctr">
                  <a:defRPr/>
                </a:pPr>
                <a:endParaRPr lang="en-US" sz="900" dirty="0"/>
              </a:p>
            </p:txBody>
          </p:sp>
        </p:grpSp>
        <p:sp>
          <p:nvSpPr>
            <p:cNvPr id="7175" name="TextBox 31"/>
            <p:cNvSpPr txBox="1">
              <a:spLocks noChangeArrowheads="1"/>
            </p:cNvSpPr>
            <p:nvPr/>
          </p:nvSpPr>
          <p:spPr bwMode="auto">
            <a:xfrm>
              <a:off x="5392212" y="3200453"/>
              <a:ext cx="1728014" cy="419123"/>
            </a:xfrm>
            <a:prstGeom prst="rect">
              <a:avLst/>
            </a:prstGeom>
            <a:noFill/>
            <a:ln w="9525">
              <a:noFill/>
              <a:miter lim="800000"/>
              <a:headEnd/>
              <a:tailEnd/>
            </a:ln>
          </p:spPr>
          <p:txBody>
            <a:bodyPr wrap="none">
              <a:spAutoFit/>
            </a:bodyPr>
            <a:lstStyle/>
            <a:p>
              <a:pPr algn="ctr"/>
              <a:r>
                <a:rPr lang="en-US" sz="1000" dirty="0">
                  <a:latin typeface="Garamond" pitchFamily="18" charset="0"/>
                </a:rPr>
                <a:t>Bock Consulting</a:t>
              </a:r>
            </a:p>
          </p:txBody>
        </p:sp>
      </p:grpSp>
    </p:spTree>
  </p:cSld>
  <p:clrMapOvr>
    <a:masterClrMapping/>
  </p:clrMapOvr>
  <p:transition>
    <p:zoom dir="in"/>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066800"/>
            <a:ext cx="8229600" cy="990600"/>
          </a:xfrm>
        </p:spPr>
        <p:txBody>
          <a:bodyPr/>
          <a:lstStyle/>
          <a:p>
            <a:pPr eaLnBrk="1" fontAlgn="auto" hangingPunct="1">
              <a:spcAft>
                <a:spcPts val="0"/>
              </a:spcAft>
              <a:defRPr/>
            </a:pPr>
            <a:r>
              <a:rPr lang="en-US" dirty="0" smtClean="0">
                <a:solidFill>
                  <a:schemeClr val="tx2">
                    <a:tint val="100000"/>
                    <a:satMod val="250000"/>
                  </a:schemeClr>
                </a:solidFill>
              </a:rPr>
              <a:t>What is a CRC, CDMS &amp; ABVE?</a:t>
            </a:r>
          </a:p>
        </p:txBody>
      </p:sp>
      <p:sp>
        <p:nvSpPr>
          <p:cNvPr id="9219" name="Content Placeholder 2"/>
          <p:cNvSpPr>
            <a:spLocks noGrp="1"/>
          </p:cNvSpPr>
          <p:nvPr>
            <p:ph idx="1"/>
          </p:nvPr>
        </p:nvSpPr>
        <p:spPr>
          <a:xfrm>
            <a:off x="609600" y="2057400"/>
            <a:ext cx="7772400" cy="4114800"/>
          </a:xfrm>
        </p:spPr>
        <p:txBody>
          <a:bodyPr/>
          <a:lstStyle/>
          <a:p>
            <a:pPr eaLnBrk="1" hangingPunct="1">
              <a:spcBef>
                <a:spcPct val="0"/>
              </a:spcBef>
              <a:spcAft>
                <a:spcPts val="1200"/>
              </a:spcAft>
            </a:pPr>
            <a:endParaRPr lang="en-US" sz="3200" b="1" dirty="0" smtClean="0"/>
          </a:p>
          <a:p>
            <a:pPr eaLnBrk="1" hangingPunct="1">
              <a:spcBef>
                <a:spcPct val="0"/>
              </a:spcBef>
              <a:spcAft>
                <a:spcPts val="1200"/>
              </a:spcAft>
            </a:pPr>
            <a:r>
              <a:rPr lang="en-US" sz="3200" b="1" dirty="0" smtClean="0"/>
              <a:t>CRC</a:t>
            </a:r>
            <a:r>
              <a:rPr lang="en-US" sz="3200" dirty="0" smtClean="0"/>
              <a:t> = Certified Rehabilitation Counselor.</a:t>
            </a:r>
          </a:p>
          <a:p>
            <a:pPr eaLnBrk="1" hangingPunct="1">
              <a:spcBef>
                <a:spcPct val="0"/>
              </a:spcBef>
              <a:spcAft>
                <a:spcPts val="1200"/>
              </a:spcAft>
            </a:pPr>
            <a:r>
              <a:rPr lang="en-US" sz="3200" b="1" dirty="0" smtClean="0"/>
              <a:t>CDMS</a:t>
            </a:r>
            <a:r>
              <a:rPr lang="en-US" sz="3200" dirty="0" smtClean="0"/>
              <a:t> = Certified Disability </a:t>
            </a:r>
            <a:br>
              <a:rPr lang="en-US" sz="3200" dirty="0" smtClean="0"/>
            </a:br>
            <a:r>
              <a:rPr lang="en-US" sz="3200" dirty="0" smtClean="0"/>
              <a:t>                  Management Specialist.</a:t>
            </a:r>
          </a:p>
          <a:p>
            <a:pPr eaLnBrk="1" hangingPunct="1">
              <a:spcBef>
                <a:spcPct val="0"/>
              </a:spcBef>
              <a:spcAft>
                <a:spcPts val="1200"/>
              </a:spcAft>
            </a:pPr>
            <a:r>
              <a:rPr lang="en-US" sz="3200" b="1" dirty="0" smtClean="0"/>
              <a:t>ABVE</a:t>
            </a:r>
            <a:r>
              <a:rPr lang="en-US" sz="3200" dirty="0" smtClean="0"/>
              <a:t> = American Board of </a:t>
            </a:r>
            <a:br>
              <a:rPr lang="en-US" sz="3200" dirty="0" smtClean="0"/>
            </a:br>
            <a:r>
              <a:rPr lang="en-US" sz="3200" dirty="0" smtClean="0"/>
              <a:t>                 Vocational Experts. </a:t>
            </a:r>
          </a:p>
          <a:p>
            <a:pPr eaLnBrk="1" hangingPunct="1">
              <a:spcBef>
                <a:spcPct val="0"/>
              </a:spcBef>
              <a:spcAft>
                <a:spcPts val="1200"/>
              </a:spcAft>
              <a:buNone/>
            </a:pPr>
            <a:r>
              <a:rPr lang="en-US" sz="3200" dirty="0" smtClean="0"/>
              <a:t> </a:t>
            </a:r>
          </a:p>
          <a:p>
            <a:pPr eaLnBrk="1" hangingPunct="1"/>
            <a:endParaRPr lang="en-US" sz="3200" dirty="0" smtClean="0"/>
          </a:p>
        </p:txBody>
      </p:sp>
      <p:grpSp>
        <p:nvGrpSpPr>
          <p:cNvPr id="3" name="Group 9"/>
          <p:cNvGrpSpPr>
            <a:grpSpLocks/>
          </p:cNvGrpSpPr>
          <p:nvPr/>
        </p:nvGrpSpPr>
        <p:grpSpPr bwMode="auto">
          <a:xfrm>
            <a:off x="7848600" y="6043613"/>
            <a:ext cx="1143000" cy="738187"/>
            <a:chOff x="5392212" y="2362208"/>
            <a:chExt cx="1728014" cy="1257368"/>
          </a:xfrm>
        </p:grpSpPr>
        <p:grpSp>
          <p:nvGrpSpPr>
            <p:cNvPr id="4" name="Group 7"/>
            <p:cNvGrpSpPr>
              <a:grpSpLocks/>
            </p:cNvGrpSpPr>
            <p:nvPr/>
          </p:nvGrpSpPr>
          <p:grpSpPr bwMode="auto">
            <a:xfrm>
              <a:off x="5867358" y="2362236"/>
              <a:ext cx="796922" cy="800100"/>
              <a:chOff x="2307" y="1584"/>
              <a:chExt cx="1146" cy="1151"/>
            </a:xfrm>
            <a:solidFill>
              <a:schemeClr val="tx1"/>
            </a:solidFill>
          </p:grpSpPr>
          <p:sp>
            <p:nvSpPr>
              <p:cNvPr id="77" name="Freeform 76"/>
              <p:cNvSpPr>
                <a:spLocks/>
              </p:cNvSpPr>
              <p:nvPr/>
            </p:nvSpPr>
            <p:spPr bwMode="auto">
              <a:xfrm>
                <a:off x="3232" y="1900"/>
                <a:ext cx="210" cy="352"/>
              </a:xfrm>
              <a:custGeom>
                <a:avLst/>
                <a:gdLst/>
                <a:ahLst/>
                <a:cxnLst>
                  <a:cxn ang="0">
                    <a:pos x="321" y="0"/>
                  </a:cxn>
                  <a:cxn ang="0">
                    <a:pos x="337" y="35"/>
                  </a:cxn>
                  <a:cxn ang="0">
                    <a:pos x="352" y="69"/>
                  </a:cxn>
                  <a:cxn ang="0">
                    <a:pos x="367" y="104"/>
                  </a:cxn>
                  <a:cxn ang="0">
                    <a:pos x="380" y="140"/>
                  </a:cxn>
                  <a:cxn ang="0">
                    <a:pos x="391" y="176"/>
                  </a:cxn>
                  <a:cxn ang="0">
                    <a:pos x="402" y="213"/>
                  </a:cxn>
                  <a:cxn ang="0">
                    <a:pos x="411" y="250"/>
                  </a:cxn>
                  <a:cxn ang="0">
                    <a:pos x="419" y="288"/>
                  </a:cxn>
                  <a:cxn ang="0">
                    <a:pos x="416" y="323"/>
                  </a:cxn>
                  <a:cxn ang="0">
                    <a:pos x="409" y="356"/>
                  </a:cxn>
                  <a:cxn ang="0">
                    <a:pos x="397" y="387"/>
                  </a:cxn>
                  <a:cxn ang="0">
                    <a:pos x="383" y="418"/>
                  </a:cxn>
                  <a:cxn ang="0">
                    <a:pos x="366" y="447"/>
                  </a:cxn>
                  <a:cxn ang="0">
                    <a:pos x="345" y="475"/>
                  </a:cxn>
                  <a:cxn ang="0">
                    <a:pos x="322" y="502"/>
                  </a:cxn>
                  <a:cxn ang="0">
                    <a:pos x="297" y="528"/>
                  </a:cxn>
                  <a:cxn ang="0">
                    <a:pos x="269" y="553"/>
                  </a:cxn>
                  <a:cxn ang="0">
                    <a:pos x="241" y="576"/>
                  </a:cxn>
                  <a:cxn ang="0">
                    <a:pos x="208" y="599"/>
                  </a:cxn>
                  <a:cxn ang="0">
                    <a:pos x="176" y="622"/>
                  </a:cxn>
                  <a:cxn ang="0">
                    <a:pos x="142" y="643"/>
                  </a:cxn>
                  <a:cxn ang="0">
                    <a:pos x="107" y="665"/>
                  </a:cxn>
                  <a:cxn ang="0">
                    <a:pos x="71" y="685"/>
                  </a:cxn>
                  <a:cxn ang="0">
                    <a:pos x="34" y="705"/>
                  </a:cxn>
                  <a:cxn ang="0">
                    <a:pos x="36" y="665"/>
                  </a:cxn>
                  <a:cxn ang="0">
                    <a:pos x="36" y="623"/>
                  </a:cxn>
                  <a:cxn ang="0">
                    <a:pos x="34" y="583"/>
                  </a:cxn>
                  <a:cxn ang="0">
                    <a:pos x="32" y="541"/>
                  </a:cxn>
                  <a:cxn ang="0">
                    <a:pos x="32" y="531"/>
                  </a:cxn>
                  <a:cxn ang="0">
                    <a:pos x="31" y="520"/>
                  </a:cxn>
                  <a:cxn ang="0">
                    <a:pos x="31" y="509"/>
                  </a:cxn>
                  <a:cxn ang="0">
                    <a:pos x="30" y="499"/>
                  </a:cxn>
                  <a:cxn ang="0">
                    <a:pos x="25" y="446"/>
                  </a:cxn>
                  <a:cxn ang="0">
                    <a:pos x="18" y="394"/>
                  </a:cxn>
                  <a:cxn ang="0">
                    <a:pos x="9" y="343"/>
                  </a:cxn>
                  <a:cxn ang="0">
                    <a:pos x="0" y="293"/>
                  </a:cxn>
                  <a:cxn ang="0">
                    <a:pos x="29" y="278"/>
                  </a:cxn>
                  <a:cxn ang="0">
                    <a:pos x="56" y="263"/>
                  </a:cxn>
                  <a:cxn ang="0">
                    <a:pos x="83" y="248"/>
                  </a:cxn>
                  <a:cxn ang="0">
                    <a:pos x="109" y="232"/>
                  </a:cxn>
                  <a:cxn ang="0">
                    <a:pos x="133" y="214"/>
                  </a:cxn>
                  <a:cxn ang="0">
                    <a:pos x="157" y="197"/>
                  </a:cxn>
                  <a:cxn ang="0">
                    <a:pos x="178" y="180"/>
                  </a:cxn>
                  <a:cxn ang="0">
                    <a:pos x="200" y="161"/>
                  </a:cxn>
                  <a:cxn ang="0">
                    <a:pos x="220" y="143"/>
                  </a:cxn>
                  <a:cxn ang="0">
                    <a:pos x="238" y="123"/>
                  </a:cxn>
                  <a:cxn ang="0">
                    <a:pos x="256" y="104"/>
                  </a:cxn>
                  <a:cxn ang="0">
                    <a:pos x="272" y="84"/>
                  </a:cxn>
                  <a:cxn ang="0">
                    <a:pos x="286" y="64"/>
                  </a:cxn>
                  <a:cxn ang="0">
                    <a:pos x="299" y="43"/>
                  </a:cxn>
                  <a:cxn ang="0">
                    <a:pos x="311" y="22"/>
                  </a:cxn>
                  <a:cxn ang="0">
                    <a:pos x="321" y="0"/>
                  </a:cxn>
                </a:cxnLst>
                <a:rect l="0" t="0" r="r" b="b"/>
                <a:pathLst>
                  <a:path w="419" h="705">
                    <a:moveTo>
                      <a:pt x="321" y="0"/>
                    </a:moveTo>
                    <a:lnTo>
                      <a:pt x="337" y="35"/>
                    </a:lnTo>
                    <a:lnTo>
                      <a:pt x="352" y="69"/>
                    </a:lnTo>
                    <a:lnTo>
                      <a:pt x="367" y="104"/>
                    </a:lnTo>
                    <a:lnTo>
                      <a:pt x="380" y="140"/>
                    </a:lnTo>
                    <a:lnTo>
                      <a:pt x="391" y="176"/>
                    </a:lnTo>
                    <a:lnTo>
                      <a:pt x="402" y="213"/>
                    </a:lnTo>
                    <a:lnTo>
                      <a:pt x="411" y="250"/>
                    </a:lnTo>
                    <a:lnTo>
                      <a:pt x="419" y="288"/>
                    </a:lnTo>
                    <a:lnTo>
                      <a:pt x="416" y="323"/>
                    </a:lnTo>
                    <a:lnTo>
                      <a:pt x="409" y="356"/>
                    </a:lnTo>
                    <a:lnTo>
                      <a:pt x="397" y="387"/>
                    </a:lnTo>
                    <a:lnTo>
                      <a:pt x="383" y="418"/>
                    </a:lnTo>
                    <a:lnTo>
                      <a:pt x="366" y="447"/>
                    </a:lnTo>
                    <a:lnTo>
                      <a:pt x="345" y="475"/>
                    </a:lnTo>
                    <a:lnTo>
                      <a:pt x="322" y="502"/>
                    </a:lnTo>
                    <a:lnTo>
                      <a:pt x="297" y="528"/>
                    </a:lnTo>
                    <a:lnTo>
                      <a:pt x="269" y="553"/>
                    </a:lnTo>
                    <a:lnTo>
                      <a:pt x="241" y="576"/>
                    </a:lnTo>
                    <a:lnTo>
                      <a:pt x="208" y="599"/>
                    </a:lnTo>
                    <a:lnTo>
                      <a:pt x="176" y="622"/>
                    </a:lnTo>
                    <a:lnTo>
                      <a:pt x="142" y="643"/>
                    </a:lnTo>
                    <a:lnTo>
                      <a:pt x="107" y="665"/>
                    </a:lnTo>
                    <a:lnTo>
                      <a:pt x="71" y="685"/>
                    </a:lnTo>
                    <a:lnTo>
                      <a:pt x="34" y="705"/>
                    </a:lnTo>
                    <a:lnTo>
                      <a:pt x="36" y="665"/>
                    </a:lnTo>
                    <a:lnTo>
                      <a:pt x="36" y="623"/>
                    </a:lnTo>
                    <a:lnTo>
                      <a:pt x="34" y="583"/>
                    </a:lnTo>
                    <a:lnTo>
                      <a:pt x="32" y="541"/>
                    </a:lnTo>
                    <a:lnTo>
                      <a:pt x="32" y="531"/>
                    </a:lnTo>
                    <a:lnTo>
                      <a:pt x="31" y="520"/>
                    </a:lnTo>
                    <a:lnTo>
                      <a:pt x="31" y="509"/>
                    </a:lnTo>
                    <a:lnTo>
                      <a:pt x="30" y="499"/>
                    </a:lnTo>
                    <a:lnTo>
                      <a:pt x="25" y="446"/>
                    </a:lnTo>
                    <a:lnTo>
                      <a:pt x="18" y="394"/>
                    </a:lnTo>
                    <a:lnTo>
                      <a:pt x="9" y="343"/>
                    </a:lnTo>
                    <a:lnTo>
                      <a:pt x="0" y="293"/>
                    </a:lnTo>
                    <a:lnTo>
                      <a:pt x="29" y="278"/>
                    </a:lnTo>
                    <a:lnTo>
                      <a:pt x="56" y="263"/>
                    </a:lnTo>
                    <a:lnTo>
                      <a:pt x="83" y="248"/>
                    </a:lnTo>
                    <a:lnTo>
                      <a:pt x="109" y="232"/>
                    </a:lnTo>
                    <a:lnTo>
                      <a:pt x="133" y="214"/>
                    </a:lnTo>
                    <a:lnTo>
                      <a:pt x="157" y="197"/>
                    </a:lnTo>
                    <a:lnTo>
                      <a:pt x="178" y="180"/>
                    </a:lnTo>
                    <a:lnTo>
                      <a:pt x="200" y="161"/>
                    </a:lnTo>
                    <a:lnTo>
                      <a:pt x="220" y="143"/>
                    </a:lnTo>
                    <a:lnTo>
                      <a:pt x="238" y="123"/>
                    </a:lnTo>
                    <a:lnTo>
                      <a:pt x="256" y="104"/>
                    </a:lnTo>
                    <a:lnTo>
                      <a:pt x="272" y="84"/>
                    </a:lnTo>
                    <a:lnTo>
                      <a:pt x="286" y="64"/>
                    </a:lnTo>
                    <a:lnTo>
                      <a:pt x="299" y="43"/>
                    </a:lnTo>
                    <a:lnTo>
                      <a:pt x="311" y="22"/>
                    </a:lnTo>
                    <a:lnTo>
                      <a:pt x="321" y="0"/>
                    </a:lnTo>
                    <a:close/>
                  </a:path>
                </a:pathLst>
              </a:custGeom>
              <a:grpFill/>
              <a:ln w="9525">
                <a:noFill/>
                <a:round/>
                <a:headEnd/>
                <a:tailEnd/>
              </a:ln>
            </p:spPr>
            <p:txBody>
              <a:bodyPr/>
              <a:lstStyle/>
              <a:p>
                <a:pPr algn="ctr">
                  <a:defRPr/>
                </a:pPr>
                <a:endParaRPr lang="en-US" sz="900" dirty="0"/>
              </a:p>
            </p:txBody>
          </p:sp>
          <p:sp>
            <p:nvSpPr>
              <p:cNvPr id="78" name="Freeform 77"/>
              <p:cNvSpPr>
                <a:spLocks/>
              </p:cNvSpPr>
              <p:nvPr/>
            </p:nvSpPr>
            <p:spPr bwMode="auto">
              <a:xfrm>
                <a:off x="2904" y="2069"/>
                <a:ext cx="289" cy="272"/>
              </a:xfrm>
              <a:custGeom>
                <a:avLst/>
                <a:gdLst/>
                <a:ahLst/>
                <a:cxnLst>
                  <a:cxn ang="0">
                    <a:pos x="575" y="209"/>
                  </a:cxn>
                  <a:cxn ang="0">
                    <a:pos x="577" y="263"/>
                  </a:cxn>
                  <a:cxn ang="0">
                    <a:pos x="579" y="316"/>
                  </a:cxn>
                  <a:cxn ang="0">
                    <a:pos x="576" y="370"/>
                  </a:cxn>
                  <a:cxn ang="0">
                    <a:pos x="574" y="423"/>
                  </a:cxn>
                  <a:cxn ang="0">
                    <a:pos x="549" y="435"/>
                  </a:cxn>
                  <a:cxn ang="0">
                    <a:pos x="522" y="446"/>
                  </a:cxn>
                  <a:cxn ang="0">
                    <a:pos x="492" y="458"/>
                  </a:cxn>
                  <a:cxn ang="0">
                    <a:pos x="461" y="468"/>
                  </a:cxn>
                  <a:cxn ang="0">
                    <a:pos x="428" y="479"/>
                  </a:cxn>
                  <a:cxn ang="0">
                    <a:pos x="392" y="488"/>
                  </a:cxn>
                  <a:cxn ang="0">
                    <a:pos x="356" y="497"/>
                  </a:cxn>
                  <a:cxn ang="0">
                    <a:pos x="318" y="505"/>
                  </a:cxn>
                  <a:cxn ang="0">
                    <a:pos x="280" y="512"/>
                  </a:cxn>
                  <a:cxn ang="0">
                    <a:pos x="241" y="519"/>
                  </a:cxn>
                  <a:cxn ang="0">
                    <a:pos x="201" y="526"/>
                  </a:cxn>
                  <a:cxn ang="0">
                    <a:pos x="162" y="532"/>
                  </a:cxn>
                  <a:cxn ang="0">
                    <a:pos x="120" y="536"/>
                  </a:cxn>
                  <a:cxn ang="0">
                    <a:pos x="80" y="540"/>
                  </a:cxn>
                  <a:cxn ang="0">
                    <a:pos x="41" y="542"/>
                  </a:cxn>
                  <a:cxn ang="0">
                    <a:pos x="0" y="544"/>
                  </a:cxn>
                  <a:cxn ang="0">
                    <a:pos x="0" y="309"/>
                  </a:cxn>
                  <a:cxn ang="0">
                    <a:pos x="0" y="101"/>
                  </a:cxn>
                  <a:cxn ang="0">
                    <a:pos x="38" y="100"/>
                  </a:cxn>
                  <a:cxn ang="0">
                    <a:pos x="76" y="98"/>
                  </a:cxn>
                  <a:cxn ang="0">
                    <a:pos x="113" y="94"/>
                  </a:cxn>
                  <a:cxn ang="0">
                    <a:pos x="151" y="91"/>
                  </a:cxn>
                  <a:cxn ang="0">
                    <a:pos x="187" y="86"/>
                  </a:cxn>
                  <a:cxn ang="0">
                    <a:pos x="223" y="81"/>
                  </a:cxn>
                  <a:cxn ang="0">
                    <a:pos x="258" y="76"/>
                  </a:cxn>
                  <a:cxn ang="0">
                    <a:pos x="293" y="69"/>
                  </a:cxn>
                  <a:cxn ang="0">
                    <a:pos x="327" y="63"/>
                  </a:cxn>
                  <a:cxn ang="0">
                    <a:pos x="361" y="55"/>
                  </a:cxn>
                  <a:cxn ang="0">
                    <a:pos x="394" y="47"/>
                  </a:cxn>
                  <a:cxn ang="0">
                    <a:pos x="427" y="39"/>
                  </a:cxn>
                  <a:cxn ang="0">
                    <a:pos x="459" y="30"/>
                  </a:cxn>
                  <a:cxn ang="0">
                    <a:pos x="490" y="20"/>
                  </a:cxn>
                  <a:cxn ang="0">
                    <a:pos x="520" y="10"/>
                  </a:cxn>
                  <a:cxn ang="0">
                    <a:pos x="550" y="0"/>
                  </a:cxn>
                  <a:cxn ang="0">
                    <a:pos x="557" y="41"/>
                  </a:cxn>
                  <a:cxn ang="0">
                    <a:pos x="564" y="84"/>
                  </a:cxn>
                  <a:cxn ang="0">
                    <a:pos x="568" y="127"/>
                  </a:cxn>
                  <a:cxn ang="0">
                    <a:pos x="573" y="171"/>
                  </a:cxn>
                  <a:cxn ang="0">
                    <a:pos x="574" y="180"/>
                  </a:cxn>
                  <a:cxn ang="0">
                    <a:pos x="574" y="190"/>
                  </a:cxn>
                  <a:cxn ang="0">
                    <a:pos x="575" y="200"/>
                  </a:cxn>
                  <a:cxn ang="0">
                    <a:pos x="575" y="209"/>
                  </a:cxn>
                </a:cxnLst>
                <a:rect l="0" t="0" r="r" b="b"/>
                <a:pathLst>
                  <a:path w="579" h="544">
                    <a:moveTo>
                      <a:pt x="575" y="209"/>
                    </a:moveTo>
                    <a:lnTo>
                      <a:pt x="577" y="263"/>
                    </a:lnTo>
                    <a:lnTo>
                      <a:pt x="579" y="316"/>
                    </a:lnTo>
                    <a:lnTo>
                      <a:pt x="576" y="370"/>
                    </a:lnTo>
                    <a:lnTo>
                      <a:pt x="574" y="423"/>
                    </a:lnTo>
                    <a:lnTo>
                      <a:pt x="549" y="435"/>
                    </a:lnTo>
                    <a:lnTo>
                      <a:pt x="522" y="446"/>
                    </a:lnTo>
                    <a:lnTo>
                      <a:pt x="492" y="458"/>
                    </a:lnTo>
                    <a:lnTo>
                      <a:pt x="461" y="468"/>
                    </a:lnTo>
                    <a:lnTo>
                      <a:pt x="428" y="479"/>
                    </a:lnTo>
                    <a:lnTo>
                      <a:pt x="392" y="488"/>
                    </a:lnTo>
                    <a:lnTo>
                      <a:pt x="356" y="497"/>
                    </a:lnTo>
                    <a:lnTo>
                      <a:pt x="318" y="505"/>
                    </a:lnTo>
                    <a:lnTo>
                      <a:pt x="280" y="512"/>
                    </a:lnTo>
                    <a:lnTo>
                      <a:pt x="241" y="519"/>
                    </a:lnTo>
                    <a:lnTo>
                      <a:pt x="201" y="526"/>
                    </a:lnTo>
                    <a:lnTo>
                      <a:pt x="162" y="532"/>
                    </a:lnTo>
                    <a:lnTo>
                      <a:pt x="120" y="536"/>
                    </a:lnTo>
                    <a:lnTo>
                      <a:pt x="80" y="540"/>
                    </a:lnTo>
                    <a:lnTo>
                      <a:pt x="41" y="542"/>
                    </a:lnTo>
                    <a:lnTo>
                      <a:pt x="0" y="544"/>
                    </a:lnTo>
                    <a:lnTo>
                      <a:pt x="0" y="309"/>
                    </a:lnTo>
                    <a:lnTo>
                      <a:pt x="0" y="101"/>
                    </a:lnTo>
                    <a:lnTo>
                      <a:pt x="38" y="100"/>
                    </a:lnTo>
                    <a:lnTo>
                      <a:pt x="76" y="98"/>
                    </a:lnTo>
                    <a:lnTo>
                      <a:pt x="113" y="94"/>
                    </a:lnTo>
                    <a:lnTo>
                      <a:pt x="151" y="91"/>
                    </a:lnTo>
                    <a:lnTo>
                      <a:pt x="187" y="86"/>
                    </a:lnTo>
                    <a:lnTo>
                      <a:pt x="223" y="81"/>
                    </a:lnTo>
                    <a:lnTo>
                      <a:pt x="258" y="76"/>
                    </a:lnTo>
                    <a:lnTo>
                      <a:pt x="293" y="69"/>
                    </a:lnTo>
                    <a:lnTo>
                      <a:pt x="327" y="63"/>
                    </a:lnTo>
                    <a:lnTo>
                      <a:pt x="361" y="55"/>
                    </a:lnTo>
                    <a:lnTo>
                      <a:pt x="394" y="47"/>
                    </a:lnTo>
                    <a:lnTo>
                      <a:pt x="427" y="39"/>
                    </a:lnTo>
                    <a:lnTo>
                      <a:pt x="459" y="30"/>
                    </a:lnTo>
                    <a:lnTo>
                      <a:pt x="490" y="20"/>
                    </a:lnTo>
                    <a:lnTo>
                      <a:pt x="520" y="10"/>
                    </a:lnTo>
                    <a:lnTo>
                      <a:pt x="550" y="0"/>
                    </a:lnTo>
                    <a:lnTo>
                      <a:pt x="557" y="41"/>
                    </a:lnTo>
                    <a:lnTo>
                      <a:pt x="564" y="84"/>
                    </a:lnTo>
                    <a:lnTo>
                      <a:pt x="568" y="127"/>
                    </a:lnTo>
                    <a:lnTo>
                      <a:pt x="573" y="171"/>
                    </a:lnTo>
                    <a:lnTo>
                      <a:pt x="574" y="180"/>
                    </a:lnTo>
                    <a:lnTo>
                      <a:pt x="574" y="190"/>
                    </a:lnTo>
                    <a:lnTo>
                      <a:pt x="575" y="200"/>
                    </a:lnTo>
                    <a:lnTo>
                      <a:pt x="575" y="209"/>
                    </a:lnTo>
                    <a:close/>
                  </a:path>
                </a:pathLst>
              </a:custGeom>
              <a:grpFill/>
              <a:ln w="9525">
                <a:noFill/>
                <a:round/>
                <a:headEnd/>
                <a:tailEnd/>
              </a:ln>
            </p:spPr>
            <p:txBody>
              <a:bodyPr/>
              <a:lstStyle/>
              <a:p>
                <a:pPr algn="ctr">
                  <a:defRPr/>
                </a:pPr>
                <a:endParaRPr lang="en-US" sz="900" dirty="0"/>
              </a:p>
            </p:txBody>
          </p:sp>
          <p:sp>
            <p:nvSpPr>
              <p:cNvPr id="79" name="Freeform 78"/>
              <p:cNvSpPr>
                <a:spLocks/>
              </p:cNvSpPr>
              <p:nvPr/>
            </p:nvSpPr>
            <p:spPr bwMode="auto">
              <a:xfrm>
                <a:off x="2575" y="2342"/>
                <a:ext cx="281" cy="236"/>
              </a:xfrm>
              <a:custGeom>
                <a:avLst/>
                <a:gdLst/>
                <a:ahLst/>
                <a:cxnLst>
                  <a:cxn ang="0">
                    <a:pos x="548" y="474"/>
                  </a:cxn>
                  <a:cxn ang="0">
                    <a:pos x="520" y="471"/>
                  </a:cxn>
                  <a:cxn ang="0">
                    <a:pos x="493" y="470"/>
                  </a:cxn>
                  <a:cxn ang="0">
                    <a:pos x="466" y="468"/>
                  </a:cxn>
                  <a:cxn ang="0">
                    <a:pos x="439" y="465"/>
                  </a:cxn>
                  <a:cxn ang="0">
                    <a:pos x="412" y="461"/>
                  </a:cxn>
                  <a:cxn ang="0">
                    <a:pos x="386" y="458"/>
                  </a:cxn>
                  <a:cxn ang="0">
                    <a:pos x="359" y="454"/>
                  </a:cxn>
                  <a:cxn ang="0">
                    <a:pos x="330" y="450"/>
                  </a:cxn>
                  <a:cxn ang="0">
                    <a:pos x="299" y="444"/>
                  </a:cxn>
                  <a:cxn ang="0">
                    <a:pos x="268" y="437"/>
                  </a:cxn>
                  <a:cxn ang="0">
                    <a:pos x="238" y="430"/>
                  </a:cxn>
                  <a:cxn ang="0">
                    <a:pos x="208" y="422"/>
                  </a:cxn>
                  <a:cxn ang="0">
                    <a:pos x="178" y="414"/>
                  </a:cxn>
                  <a:cxn ang="0">
                    <a:pos x="149" y="406"/>
                  </a:cxn>
                  <a:cxn ang="0">
                    <a:pos x="120" y="397"/>
                  </a:cxn>
                  <a:cxn ang="0">
                    <a:pos x="92" y="364"/>
                  </a:cxn>
                  <a:cxn ang="0">
                    <a:pos x="68" y="309"/>
                  </a:cxn>
                  <a:cxn ang="0">
                    <a:pos x="48" y="254"/>
                  </a:cxn>
                  <a:cxn ang="0">
                    <a:pos x="34" y="199"/>
                  </a:cxn>
                  <a:cxn ang="0">
                    <a:pos x="19" y="129"/>
                  </a:cxn>
                  <a:cxn ang="0">
                    <a:pos x="5" y="44"/>
                  </a:cxn>
                  <a:cxn ang="0">
                    <a:pos x="17" y="7"/>
                  </a:cxn>
                  <a:cxn ang="0">
                    <a:pos x="53" y="20"/>
                  </a:cxn>
                  <a:cxn ang="0">
                    <a:pos x="90" y="32"/>
                  </a:cxn>
                  <a:cxn ang="0">
                    <a:pos x="126" y="43"/>
                  </a:cxn>
                  <a:cxn ang="0">
                    <a:pos x="163" y="52"/>
                  </a:cxn>
                  <a:cxn ang="0">
                    <a:pos x="201" y="63"/>
                  </a:cxn>
                  <a:cxn ang="0">
                    <a:pos x="240" y="71"/>
                  </a:cxn>
                  <a:cxn ang="0">
                    <a:pos x="280" y="79"/>
                  </a:cxn>
                  <a:cxn ang="0">
                    <a:pos x="315" y="85"/>
                  </a:cxn>
                  <a:cxn ang="0">
                    <a:pos x="348" y="90"/>
                  </a:cxn>
                  <a:cxn ang="0">
                    <a:pos x="380" y="95"/>
                  </a:cxn>
                  <a:cxn ang="0">
                    <a:pos x="412" y="98"/>
                  </a:cxn>
                  <a:cxn ang="0">
                    <a:pos x="445" y="102"/>
                  </a:cxn>
                  <a:cxn ang="0">
                    <a:pos x="478" y="105"/>
                  </a:cxn>
                  <a:cxn ang="0">
                    <a:pos x="511" y="108"/>
                  </a:cxn>
                  <a:cxn ang="0">
                    <a:pos x="545" y="109"/>
                  </a:cxn>
                  <a:cxn ang="0">
                    <a:pos x="562" y="277"/>
                  </a:cxn>
                </a:cxnLst>
                <a:rect l="0" t="0" r="r" b="b"/>
                <a:pathLst>
                  <a:path w="562" h="474">
                    <a:moveTo>
                      <a:pt x="562" y="474"/>
                    </a:moveTo>
                    <a:lnTo>
                      <a:pt x="548" y="474"/>
                    </a:lnTo>
                    <a:lnTo>
                      <a:pt x="534" y="473"/>
                    </a:lnTo>
                    <a:lnTo>
                      <a:pt x="520" y="471"/>
                    </a:lnTo>
                    <a:lnTo>
                      <a:pt x="506" y="471"/>
                    </a:lnTo>
                    <a:lnTo>
                      <a:pt x="493" y="470"/>
                    </a:lnTo>
                    <a:lnTo>
                      <a:pt x="480" y="469"/>
                    </a:lnTo>
                    <a:lnTo>
                      <a:pt x="466" y="468"/>
                    </a:lnTo>
                    <a:lnTo>
                      <a:pt x="452" y="466"/>
                    </a:lnTo>
                    <a:lnTo>
                      <a:pt x="439" y="465"/>
                    </a:lnTo>
                    <a:lnTo>
                      <a:pt x="426" y="463"/>
                    </a:lnTo>
                    <a:lnTo>
                      <a:pt x="412" y="461"/>
                    </a:lnTo>
                    <a:lnTo>
                      <a:pt x="399" y="460"/>
                    </a:lnTo>
                    <a:lnTo>
                      <a:pt x="386" y="458"/>
                    </a:lnTo>
                    <a:lnTo>
                      <a:pt x="373" y="456"/>
                    </a:lnTo>
                    <a:lnTo>
                      <a:pt x="359" y="454"/>
                    </a:lnTo>
                    <a:lnTo>
                      <a:pt x="346" y="452"/>
                    </a:lnTo>
                    <a:lnTo>
                      <a:pt x="330" y="450"/>
                    </a:lnTo>
                    <a:lnTo>
                      <a:pt x="315" y="446"/>
                    </a:lnTo>
                    <a:lnTo>
                      <a:pt x="299" y="444"/>
                    </a:lnTo>
                    <a:lnTo>
                      <a:pt x="284" y="440"/>
                    </a:lnTo>
                    <a:lnTo>
                      <a:pt x="268" y="437"/>
                    </a:lnTo>
                    <a:lnTo>
                      <a:pt x="253" y="433"/>
                    </a:lnTo>
                    <a:lnTo>
                      <a:pt x="238" y="430"/>
                    </a:lnTo>
                    <a:lnTo>
                      <a:pt x="223" y="427"/>
                    </a:lnTo>
                    <a:lnTo>
                      <a:pt x="208" y="422"/>
                    </a:lnTo>
                    <a:lnTo>
                      <a:pt x="193" y="418"/>
                    </a:lnTo>
                    <a:lnTo>
                      <a:pt x="178" y="414"/>
                    </a:lnTo>
                    <a:lnTo>
                      <a:pt x="163" y="410"/>
                    </a:lnTo>
                    <a:lnTo>
                      <a:pt x="149" y="406"/>
                    </a:lnTo>
                    <a:lnTo>
                      <a:pt x="134" y="401"/>
                    </a:lnTo>
                    <a:lnTo>
                      <a:pt x="120" y="397"/>
                    </a:lnTo>
                    <a:lnTo>
                      <a:pt x="106" y="392"/>
                    </a:lnTo>
                    <a:lnTo>
                      <a:pt x="92" y="364"/>
                    </a:lnTo>
                    <a:lnTo>
                      <a:pt x="79" y="337"/>
                    </a:lnTo>
                    <a:lnTo>
                      <a:pt x="68" y="309"/>
                    </a:lnTo>
                    <a:lnTo>
                      <a:pt x="57" y="281"/>
                    </a:lnTo>
                    <a:lnTo>
                      <a:pt x="48" y="254"/>
                    </a:lnTo>
                    <a:lnTo>
                      <a:pt x="41" y="226"/>
                    </a:lnTo>
                    <a:lnTo>
                      <a:pt x="34" y="199"/>
                    </a:lnTo>
                    <a:lnTo>
                      <a:pt x="27" y="171"/>
                    </a:lnTo>
                    <a:lnTo>
                      <a:pt x="19" y="129"/>
                    </a:lnTo>
                    <a:lnTo>
                      <a:pt x="12" y="88"/>
                    </a:lnTo>
                    <a:lnTo>
                      <a:pt x="5" y="44"/>
                    </a:lnTo>
                    <a:lnTo>
                      <a:pt x="0" y="0"/>
                    </a:lnTo>
                    <a:lnTo>
                      <a:pt x="17" y="7"/>
                    </a:lnTo>
                    <a:lnTo>
                      <a:pt x="35" y="13"/>
                    </a:lnTo>
                    <a:lnTo>
                      <a:pt x="53" y="20"/>
                    </a:lnTo>
                    <a:lnTo>
                      <a:pt x="71" y="26"/>
                    </a:lnTo>
                    <a:lnTo>
                      <a:pt x="90" y="32"/>
                    </a:lnTo>
                    <a:lnTo>
                      <a:pt x="108" y="37"/>
                    </a:lnTo>
                    <a:lnTo>
                      <a:pt x="126" y="43"/>
                    </a:lnTo>
                    <a:lnTo>
                      <a:pt x="145" y="48"/>
                    </a:lnTo>
                    <a:lnTo>
                      <a:pt x="163" y="52"/>
                    </a:lnTo>
                    <a:lnTo>
                      <a:pt x="183" y="58"/>
                    </a:lnTo>
                    <a:lnTo>
                      <a:pt x="201" y="63"/>
                    </a:lnTo>
                    <a:lnTo>
                      <a:pt x="221" y="67"/>
                    </a:lnTo>
                    <a:lnTo>
                      <a:pt x="240" y="71"/>
                    </a:lnTo>
                    <a:lnTo>
                      <a:pt x="260" y="75"/>
                    </a:lnTo>
                    <a:lnTo>
                      <a:pt x="280" y="79"/>
                    </a:lnTo>
                    <a:lnTo>
                      <a:pt x="299" y="82"/>
                    </a:lnTo>
                    <a:lnTo>
                      <a:pt x="315" y="85"/>
                    </a:lnTo>
                    <a:lnTo>
                      <a:pt x="331" y="88"/>
                    </a:lnTo>
                    <a:lnTo>
                      <a:pt x="348" y="90"/>
                    </a:lnTo>
                    <a:lnTo>
                      <a:pt x="364" y="93"/>
                    </a:lnTo>
                    <a:lnTo>
                      <a:pt x="380" y="95"/>
                    </a:lnTo>
                    <a:lnTo>
                      <a:pt x="396" y="97"/>
                    </a:lnTo>
                    <a:lnTo>
                      <a:pt x="412" y="98"/>
                    </a:lnTo>
                    <a:lnTo>
                      <a:pt x="429" y="101"/>
                    </a:lnTo>
                    <a:lnTo>
                      <a:pt x="445" y="102"/>
                    </a:lnTo>
                    <a:lnTo>
                      <a:pt x="462" y="104"/>
                    </a:lnTo>
                    <a:lnTo>
                      <a:pt x="478" y="105"/>
                    </a:lnTo>
                    <a:lnTo>
                      <a:pt x="495" y="106"/>
                    </a:lnTo>
                    <a:lnTo>
                      <a:pt x="511" y="108"/>
                    </a:lnTo>
                    <a:lnTo>
                      <a:pt x="528" y="109"/>
                    </a:lnTo>
                    <a:lnTo>
                      <a:pt x="545" y="109"/>
                    </a:lnTo>
                    <a:lnTo>
                      <a:pt x="562" y="110"/>
                    </a:lnTo>
                    <a:lnTo>
                      <a:pt x="562" y="277"/>
                    </a:lnTo>
                    <a:lnTo>
                      <a:pt x="562" y="474"/>
                    </a:lnTo>
                    <a:close/>
                  </a:path>
                </a:pathLst>
              </a:custGeom>
              <a:grpFill/>
              <a:ln w="9525">
                <a:noFill/>
                <a:round/>
                <a:headEnd/>
                <a:tailEnd/>
              </a:ln>
            </p:spPr>
            <p:txBody>
              <a:bodyPr/>
              <a:lstStyle/>
              <a:p>
                <a:pPr algn="ctr">
                  <a:defRPr/>
                </a:pPr>
                <a:endParaRPr lang="en-US" sz="900" dirty="0"/>
              </a:p>
            </p:txBody>
          </p:sp>
          <p:sp>
            <p:nvSpPr>
              <p:cNvPr id="80" name="Freeform 79"/>
              <p:cNvSpPr>
                <a:spLocks/>
              </p:cNvSpPr>
              <p:nvPr/>
            </p:nvSpPr>
            <p:spPr bwMode="auto">
              <a:xfrm>
                <a:off x="2567" y="2069"/>
                <a:ext cx="289" cy="272"/>
              </a:xfrm>
              <a:custGeom>
                <a:avLst/>
                <a:gdLst/>
                <a:ahLst/>
                <a:cxnLst>
                  <a:cxn ang="0">
                    <a:pos x="3" y="198"/>
                  </a:cxn>
                  <a:cxn ang="0">
                    <a:pos x="4" y="176"/>
                  </a:cxn>
                  <a:cxn ang="0">
                    <a:pos x="10" y="122"/>
                  </a:cxn>
                  <a:cxn ang="0">
                    <a:pos x="20" y="40"/>
                  </a:cxn>
                  <a:cxn ang="0">
                    <a:pos x="38" y="3"/>
                  </a:cxn>
                  <a:cxn ang="0">
                    <a:pos x="61" y="11"/>
                  </a:cxn>
                  <a:cxn ang="0">
                    <a:pos x="83" y="18"/>
                  </a:cxn>
                  <a:cxn ang="0">
                    <a:pos x="106" y="25"/>
                  </a:cxn>
                  <a:cxn ang="0">
                    <a:pos x="129" y="32"/>
                  </a:cxn>
                  <a:cxn ang="0">
                    <a:pos x="152" y="39"/>
                  </a:cxn>
                  <a:cxn ang="0">
                    <a:pos x="176" y="46"/>
                  </a:cxn>
                  <a:cxn ang="0">
                    <a:pos x="200" y="51"/>
                  </a:cxn>
                  <a:cxn ang="0">
                    <a:pos x="233" y="60"/>
                  </a:cxn>
                  <a:cxn ang="0">
                    <a:pos x="277" y="69"/>
                  </a:cxn>
                  <a:cxn ang="0">
                    <a:pos x="321" y="76"/>
                  </a:cxn>
                  <a:cxn ang="0">
                    <a:pos x="366" y="83"/>
                  </a:cxn>
                  <a:cxn ang="0">
                    <a:pos x="411" y="88"/>
                  </a:cxn>
                  <a:cxn ang="0">
                    <a:pos x="458" y="93"/>
                  </a:cxn>
                  <a:cxn ang="0">
                    <a:pos x="505" y="98"/>
                  </a:cxn>
                  <a:cxn ang="0">
                    <a:pos x="554" y="100"/>
                  </a:cxn>
                  <a:cxn ang="0">
                    <a:pos x="578" y="313"/>
                  </a:cxn>
                  <a:cxn ang="0">
                    <a:pos x="557" y="543"/>
                  </a:cxn>
                  <a:cxn ang="0">
                    <a:pos x="517" y="541"/>
                  </a:cxn>
                  <a:cxn ang="0">
                    <a:pos x="475" y="537"/>
                  </a:cxn>
                  <a:cxn ang="0">
                    <a:pos x="434" y="533"/>
                  </a:cxn>
                  <a:cxn ang="0">
                    <a:pos x="392" y="527"/>
                  </a:cxn>
                  <a:cxn ang="0">
                    <a:pos x="351" y="521"/>
                  </a:cxn>
                  <a:cxn ang="0">
                    <a:pos x="311" y="514"/>
                  </a:cxn>
                  <a:cxn ang="0">
                    <a:pos x="270" y="506"/>
                  </a:cxn>
                  <a:cxn ang="0">
                    <a:pos x="232" y="499"/>
                  </a:cxn>
                  <a:cxn ang="0">
                    <a:pos x="197" y="490"/>
                  </a:cxn>
                  <a:cxn ang="0">
                    <a:pos x="162" y="481"/>
                  </a:cxn>
                  <a:cxn ang="0">
                    <a:pos x="130" y="472"/>
                  </a:cxn>
                  <a:cxn ang="0">
                    <a:pos x="97" y="461"/>
                  </a:cxn>
                  <a:cxn ang="0">
                    <a:pos x="69" y="451"/>
                  </a:cxn>
                  <a:cxn ang="0">
                    <a:pos x="41" y="441"/>
                  </a:cxn>
                  <a:cxn ang="0">
                    <a:pos x="15" y="429"/>
                  </a:cxn>
                  <a:cxn ang="0">
                    <a:pos x="1" y="370"/>
                  </a:cxn>
                  <a:cxn ang="0">
                    <a:pos x="0" y="263"/>
                  </a:cxn>
                </a:cxnLst>
                <a:rect l="0" t="0" r="r" b="b"/>
                <a:pathLst>
                  <a:path w="578" h="544">
                    <a:moveTo>
                      <a:pt x="2" y="209"/>
                    </a:moveTo>
                    <a:lnTo>
                      <a:pt x="3" y="198"/>
                    </a:lnTo>
                    <a:lnTo>
                      <a:pt x="4" y="186"/>
                    </a:lnTo>
                    <a:lnTo>
                      <a:pt x="4" y="176"/>
                    </a:lnTo>
                    <a:lnTo>
                      <a:pt x="5" y="164"/>
                    </a:lnTo>
                    <a:lnTo>
                      <a:pt x="10" y="122"/>
                    </a:lnTo>
                    <a:lnTo>
                      <a:pt x="15" y="80"/>
                    </a:lnTo>
                    <a:lnTo>
                      <a:pt x="20" y="40"/>
                    </a:lnTo>
                    <a:lnTo>
                      <a:pt x="27" y="0"/>
                    </a:lnTo>
                    <a:lnTo>
                      <a:pt x="38" y="3"/>
                    </a:lnTo>
                    <a:lnTo>
                      <a:pt x="49" y="8"/>
                    </a:lnTo>
                    <a:lnTo>
                      <a:pt x="61" y="11"/>
                    </a:lnTo>
                    <a:lnTo>
                      <a:pt x="71" y="15"/>
                    </a:lnTo>
                    <a:lnTo>
                      <a:pt x="83" y="18"/>
                    </a:lnTo>
                    <a:lnTo>
                      <a:pt x="94" y="22"/>
                    </a:lnTo>
                    <a:lnTo>
                      <a:pt x="106" y="25"/>
                    </a:lnTo>
                    <a:lnTo>
                      <a:pt x="117" y="28"/>
                    </a:lnTo>
                    <a:lnTo>
                      <a:pt x="129" y="32"/>
                    </a:lnTo>
                    <a:lnTo>
                      <a:pt x="140" y="35"/>
                    </a:lnTo>
                    <a:lnTo>
                      <a:pt x="152" y="39"/>
                    </a:lnTo>
                    <a:lnTo>
                      <a:pt x="164" y="42"/>
                    </a:lnTo>
                    <a:lnTo>
                      <a:pt x="176" y="46"/>
                    </a:lnTo>
                    <a:lnTo>
                      <a:pt x="188" y="49"/>
                    </a:lnTo>
                    <a:lnTo>
                      <a:pt x="200" y="51"/>
                    </a:lnTo>
                    <a:lnTo>
                      <a:pt x="213" y="55"/>
                    </a:lnTo>
                    <a:lnTo>
                      <a:pt x="233" y="60"/>
                    </a:lnTo>
                    <a:lnTo>
                      <a:pt x="255" y="64"/>
                    </a:lnTo>
                    <a:lnTo>
                      <a:pt x="277" y="69"/>
                    </a:lnTo>
                    <a:lnTo>
                      <a:pt x="299" y="72"/>
                    </a:lnTo>
                    <a:lnTo>
                      <a:pt x="321" y="76"/>
                    </a:lnTo>
                    <a:lnTo>
                      <a:pt x="343" y="79"/>
                    </a:lnTo>
                    <a:lnTo>
                      <a:pt x="366" y="83"/>
                    </a:lnTo>
                    <a:lnTo>
                      <a:pt x="389" y="86"/>
                    </a:lnTo>
                    <a:lnTo>
                      <a:pt x="411" y="88"/>
                    </a:lnTo>
                    <a:lnTo>
                      <a:pt x="435" y="91"/>
                    </a:lnTo>
                    <a:lnTo>
                      <a:pt x="458" y="93"/>
                    </a:lnTo>
                    <a:lnTo>
                      <a:pt x="481" y="95"/>
                    </a:lnTo>
                    <a:lnTo>
                      <a:pt x="505" y="98"/>
                    </a:lnTo>
                    <a:lnTo>
                      <a:pt x="529" y="99"/>
                    </a:lnTo>
                    <a:lnTo>
                      <a:pt x="554" y="100"/>
                    </a:lnTo>
                    <a:lnTo>
                      <a:pt x="578" y="101"/>
                    </a:lnTo>
                    <a:lnTo>
                      <a:pt x="578" y="313"/>
                    </a:lnTo>
                    <a:lnTo>
                      <a:pt x="578" y="544"/>
                    </a:lnTo>
                    <a:lnTo>
                      <a:pt x="557" y="543"/>
                    </a:lnTo>
                    <a:lnTo>
                      <a:pt x="537" y="542"/>
                    </a:lnTo>
                    <a:lnTo>
                      <a:pt x="517" y="541"/>
                    </a:lnTo>
                    <a:lnTo>
                      <a:pt x="496" y="539"/>
                    </a:lnTo>
                    <a:lnTo>
                      <a:pt x="475" y="537"/>
                    </a:lnTo>
                    <a:lnTo>
                      <a:pt x="455" y="535"/>
                    </a:lnTo>
                    <a:lnTo>
                      <a:pt x="434" y="533"/>
                    </a:lnTo>
                    <a:lnTo>
                      <a:pt x="413" y="531"/>
                    </a:lnTo>
                    <a:lnTo>
                      <a:pt x="392" y="527"/>
                    </a:lnTo>
                    <a:lnTo>
                      <a:pt x="372" y="525"/>
                    </a:lnTo>
                    <a:lnTo>
                      <a:pt x="351" y="521"/>
                    </a:lnTo>
                    <a:lnTo>
                      <a:pt x="330" y="518"/>
                    </a:lnTo>
                    <a:lnTo>
                      <a:pt x="311" y="514"/>
                    </a:lnTo>
                    <a:lnTo>
                      <a:pt x="290" y="511"/>
                    </a:lnTo>
                    <a:lnTo>
                      <a:pt x="270" y="506"/>
                    </a:lnTo>
                    <a:lnTo>
                      <a:pt x="251" y="503"/>
                    </a:lnTo>
                    <a:lnTo>
                      <a:pt x="232" y="499"/>
                    </a:lnTo>
                    <a:lnTo>
                      <a:pt x="215" y="495"/>
                    </a:lnTo>
                    <a:lnTo>
                      <a:pt x="197" y="490"/>
                    </a:lnTo>
                    <a:lnTo>
                      <a:pt x="179" y="486"/>
                    </a:lnTo>
                    <a:lnTo>
                      <a:pt x="162" y="481"/>
                    </a:lnTo>
                    <a:lnTo>
                      <a:pt x="146" y="476"/>
                    </a:lnTo>
                    <a:lnTo>
                      <a:pt x="130" y="472"/>
                    </a:lnTo>
                    <a:lnTo>
                      <a:pt x="114" y="467"/>
                    </a:lnTo>
                    <a:lnTo>
                      <a:pt x="97" y="461"/>
                    </a:lnTo>
                    <a:lnTo>
                      <a:pt x="83" y="457"/>
                    </a:lnTo>
                    <a:lnTo>
                      <a:pt x="69" y="451"/>
                    </a:lnTo>
                    <a:lnTo>
                      <a:pt x="54" y="446"/>
                    </a:lnTo>
                    <a:lnTo>
                      <a:pt x="41" y="441"/>
                    </a:lnTo>
                    <a:lnTo>
                      <a:pt x="27" y="435"/>
                    </a:lnTo>
                    <a:lnTo>
                      <a:pt x="15" y="429"/>
                    </a:lnTo>
                    <a:lnTo>
                      <a:pt x="3" y="423"/>
                    </a:lnTo>
                    <a:lnTo>
                      <a:pt x="1" y="370"/>
                    </a:lnTo>
                    <a:lnTo>
                      <a:pt x="0" y="316"/>
                    </a:lnTo>
                    <a:lnTo>
                      <a:pt x="0" y="263"/>
                    </a:lnTo>
                    <a:lnTo>
                      <a:pt x="2" y="209"/>
                    </a:lnTo>
                    <a:close/>
                  </a:path>
                </a:pathLst>
              </a:custGeom>
              <a:grpFill/>
              <a:ln w="9525">
                <a:noFill/>
                <a:round/>
                <a:headEnd/>
                <a:tailEnd/>
              </a:ln>
            </p:spPr>
            <p:txBody>
              <a:bodyPr/>
              <a:lstStyle/>
              <a:p>
                <a:pPr algn="ctr">
                  <a:defRPr/>
                </a:pPr>
                <a:endParaRPr lang="en-US" sz="900" dirty="0"/>
              </a:p>
            </p:txBody>
          </p:sp>
          <p:sp>
            <p:nvSpPr>
              <p:cNvPr id="81" name="Freeform 80"/>
              <p:cNvSpPr>
                <a:spLocks/>
              </p:cNvSpPr>
              <p:nvPr/>
            </p:nvSpPr>
            <p:spPr bwMode="auto">
              <a:xfrm>
                <a:off x="2904" y="1814"/>
                <a:ext cx="263" cy="250"/>
              </a:xfrm>
              <a:custGeom>
                <a:avLst/>
                <a:gdLst/>
                <a:ahLst/>
                <a:cxnLst>
                  <a:cxn ang="0">
                    <a:pos x="0" y="67"/>
                  </a:cxn>
                  <a:cxn ang="0">
                    <a:pos x="26" y="66"/>
                  </a:cxn>
                  <a:cxn ang="0">
                    <a:pos x="50" y="64"/>
                  </a:cxn>
                  <a:cxn ang="0">
                    <a:pos x="74" y="63"/>
                  </a:cxn>
                  <a:cxn ang="0">
                    <a:pos x="98" y="59"/>
                  </a:cxn>
                  <a:cxn ang="0">
                    <a:pos x="122" y="57"/>
                  </a:cxn>
                  <a:cxn ang="0">
                    <a:pos x="145" y="53"/>
                  </a:cxn>
                  <a:cxn ang="0">
                    <a:pos x="169" y="50"/>
                  </a:cxn>
                  <a:cxn ang="0">
                    <a:pos x="192" y="45"/>
                  </a:cxn>
                  <a:cxn ang="0">
                    <a:pos x="213" y="41"/>
                  </a:cxn>
                  <a:cxn ang="0">
                    <a:pos x="235" y="36"/>
                  </a:cxn>
                  <a:cxn ang="0">
                    <a:pos x="257" y="32"/>
                  </a:cxn>
                  <a:cxn ang="0">
                    <a:pos x="279" y="26"/>
                  </a:cxn>
                  <a:cxn ang="0">
                    <a:pos x="300" y="20"/>
                  </a:cxn>
                  <a:cxn ang="0">
                    <a:pos x="321" y="13"/>
                  </a:cxn>
                  <a:cxn ang="0">
                    <a:pos x="340" y="7"/>
                  </a:cxn>
                  <a:cxn ang="0">
                    <a:pos x="360" y="0"/>
                  </a:cxn>
                  <a:cxn ang="0">
                    <a:pos x="376" y="28"/>
                  </a:cxn>
                  <a:cxn ang="0">
                    <a:pos x="391" y="56"/>
                  </a:cxn>
                  <a:cxn ang="0">
                    <a:pos x="406" y="85"/>
                  </a:cxn>
                  <a:cxn ang="0">
                    <a:pos x="421" y="114"/>
                  </a:cxn>
                  <a:cxn ang="0">
                    <a:pos x="435" y="144"/>
                  </a:cxn>
                  <a:cxn ang="0">
                    <a:pos x="448" y="176"/>
                  </a:cxn>
                  <a:cxn ang="0">
                    <a:pos x="462" y="208"/>
                  </a:cxn>
                  <a:cxn ang="0">
                    <a:pos x="475" y="240"/>
                  </a:cxn>
                  <a:cxn ang="0">
                    <a:pos x="482" y="260"/>
                  </a:cxn>
                  <a:cxn ang="0">
                    <a:pos x="489" y="278"/>
                  </a:cxn>
                  <a:cxn ang="0">
                    <a:pos x="496" y="298"/>
                  </a:cxn>
                  <a:cxn ang="0">
                    <a:pos x="501" y="317"/>
                  </a:cxn>
                  <a:cxn ang="0">
                    <a:pos x="508" y="338"/>
                  </a:cxn>
                  <a:cxn ang="0">
                    <a:pos x="514" y="357"/>
                  </a:cxn>
                  <a:cxn ang="0">
                    <a:pos x="520" y="378"/>
                  </a:cxn>
                  <a:cxn ang="0">
                    <a:pos x="526" y="399"/>
                  </a:cxn>
                  <a:cxn ang="0">
                    <a:pos x="497" y="409"/>
                  </a:cxn>
                  <a:cxn ang="0">
                    <a:pos x="468" y="420"/>
                  </a:cxn>
                  <a:cxn ang="0">
                    <a:pos x="438" y="429"/>
                  </a:cxn>
                  <a:cxn ang="0">
                    <a:pos x="408" y="438"/>
                  </a:cxn>
                  <a:cxn ang="0">
                    <a:pos x="377" y="446"/>
                  </a:cxn>
                  <a:cxn ang="0">
                    <a:pos x="346" y="454"/>
                  </a:cxn>
                  <a:cxn ang="0">
                    <a:pos x="314" y="462"/>
                  </a:cxn>
                  <a:cxn ang="0">
                    <a:pos x="280" y="469"/>
                  </a:cxn>
                  <a:cxn ang="0">
                    <a:pos x="247" y="475"/>
                  </a:cxn>
                  <a:cxn ang="0">
                    <a:pos x="213" y="481"/>
                  </a:cxn>
                  <a:cxn ang="0">
                    <a:pos x="179" y="485"/>
                  </a:cxn>
                  <a:cxn ang="0">
                    <a:pos x="143" y="490"/>
                  </a:cxn>
                  <a:cxn ang="0">
                    <a:pos x="109" y="493"/>
                  </a:cxn>
                  <a:cxn ang="0">
                    <a:pos x="73" y="497"/>
                  </a:cxn>
                  <a:cxn ang="0">
                    <a:pos x="37" y="499"/>
                  </a:cxn>
                  <a:cxn ang="0">
                    <a:pos x="0" y="501"/>
                  </a:cxn>
                  <a:cxn ang="0">
                    <a:pos x="0" y="290"/>
                  </a:cxn>
                  <a:cxn ang="0">
                    <a:pos x="0" y="67"/>
                  </a:cxn>
                </a:cxnLst>
                <a:rect l="0" t="0" r="r" b="b"/>
                <a:pathLst>
                  <a:path w="526" h="501">
                    <a:moveTo>
                      <a:pt x="0" y="67"/>
                    </a:moveTo>
                    <a:lnTo>
                      <a:pt x="26" y="66"/>
                    </a:lnTo>
                    <a:lnTo>
                      <a:pt x="50" y="64"/>
                    </a:lnTo>
                    <a:lnTo>
                      <a:pt x="74" y="63"/>
                    </a:lnTo>
                    <a:lnTo>
                      <a:pt x="98" y="59"/>
                    </a:lnTo>
                    <a:lnTo>
                      <a:pt x="122" y="57"/>
                    </a:lnTo>
                    <a:lnTo>
                      <a:pt x="145" y="53"/>
                    </a:lnTo>
                    <a:lnTo>
                      <a:pt x="169" y="50"/>
                    </a:lnTo>
                    <a:lnTo>
                      <a:pt x="192" y="45"/>
                    </a:lnTo>
                    <a:lnTo>
                      <a:pt x="213" y="41"/>
                    </a:lnTo>
                    <a:lnTo>
                      <a:pt x="235" y="36"/>
                    </a:lnTo>
                    <a:lnTo>
                      <a:pt x="257" y="32"/>
                    </a:lnTo>
                    <a:lnTo>
                      <a:pt x="279" y="26"/>
                    </a:lnTo>
                    <a:lnTo>
                      <a:pt x="300" y="20"/>
                    </a:lnTo>
                    <a:lnTo>
                      <a:pt x="321" y="13"/>
                    </a:lnTo>
                    <a:lnTo>
                      <a:pt x="340" y="7"/>
                    </a:lnTo>
                    <a:lnTo>
                      <a:pt x="360" y="0"/>
                    </a:lnTo>
                    <a:lnTo>
                      <a:pt x="376" y="28"/>
                    </a:lnTo>
                    <a:lnTo>
                      <a:pt x="391" y="56"/>
                    </a:lnTo>
                    <a:lnTo>
                      <a:pt x="406" y="85"/>
                    </a:lnTo>
                    <a:lnTo>
                      <a:pt x="421" y="114"/>
                    </a:lnTo>
                    <a:lnTo>
                      <a:pt x="435" y="144"/>
                    </a:lnTo>
                    <a:lnTo>
                      <a:pt x="448" y="176"/>
                    </a:lnTo>
                    <a:lnTo>
                      <a:pt x="462" y="208"/>
                    </a:lnTo>
                    <a:lnTo>
                      <a:pt x="475" y="240"/>
                    </a:lnTo>
                    <a:lnTo>
                      <a:pt x="482" y="260"/>
                    </a:lnTo>
                    <a:lnTo>
                      <a:pt x="489" y="278"/>
                    </a:lnTo>
                    <a:lnTo>
                      <a:pt x="496" y="298"/>
                    </a:lnTo>
                    <a:lnTo>
                      <a:pt x="501" y="317"/>
                    </a:lnTo>
                    <a:lnTo>
                      <a:pt x="508" y="338"/>
                    </a:lnTo>
                    <a:lnTo>
                      <a:pt x="514" y="357"/>
                    </a:lnTo>
                    <a:lnTo>
                      <a:pt x="520" y="378"/>
                    </a:lnTo>
                    <a:lnTo>
                      <a:pt x="526" y="399"/>
                    </a:lnTo>
                    <a:lnTo>
                      <a:pt x="497" y="409"/>
                    </a:lnTo>
                    <a:lnTo>
                      <a:pt x="468" y="420"/>
                    </a:lnTo>
                    <a:lnTo>
                      <a:pt x="438" y="429"/>
                    </a:lnTo>
                    <a:lnTo>
                      <a:pt x="408" y="438"/>
                    </a:lnTo>
                    <a:lnTo>
                      <a:pt x="377" y="446"/>
                    </a:lnTo>
                    <a:lnTo>
                      <a:pt x="346" y="454"/>
                    </a:lnTo>
                    <a:lnTo>
                      <a:pt x="314" y="462"/>
                    </a:lnTo>
                    <a:lnTo>
                      <a:pt x="280" y="469"/>
                    </a:lnTo>
                    <a:lnTo>
                      <a:pt x="247" y="475"/>
                    </a:lnTo>
                    <a:lnTo>
                      <a:pt x="213" y="481"/>
                    </a:lnTo>
                    <a:lnTo>
                      <a:pt x="179" y="485"/>
                    </a:lnTo>
                    <a:lnTo>
                      <a:pt x="143" y="490"/>
                    </a:lnTo>
                    <a:lnTo>
                      <a:pt x="109" y="493"/>
                    </a:lnTo>
                    <a:lnTo>
                      <a:pt x="73" y="497"/>
                    </a:lnTo>
                    <a:lnTo>
                      <a:pt x="37" y="499"/>
                    </a:lnTo>
                    <a:lnTo>
                      <a:pt x="0" y="501"/>
                    </a:lnTo>
                    <a:lnTo>
                      <a:pt x="0" y="290"/>
                    </a:lnTo>
                    <a:lnTo>
                      <a:pt x="0" y="67"/>
                    </a:lnTo>
                    <a:close/>
                  </a:path>
                </a:pathLst>
              </a:custGeom>
              <a:grpFill/>
              <a:ln w="9525">
                <a:noFill/>
                <a:round/>
                <a:headEnd/>
                <a:tailEnd/>
              </a:ln>
            </p:spPr>
            <p:txBody>
              <a:bodyPr/>
              <a:lstStyle/>
              <a:p>
                <a:pPr algn="ctr">
                  <a:defRPr/>
                </a:pPr>
                <a:endParaRPr lang="en-US" sz="900" dirty="0"/>
              </a:p>
            </p:txBody>
          </p:sp>
          <p:sp>
            <p:nvSpPr>
              <p:cNvPr id="82" name="Freeform 81"/>
              <p:cNvSpPr>
                <a:spLocks/>
              </p:cNvSpPr>
              <p:nvPr/>
            </p:nvSpPr>
            <p:spPr bwMode="auto">
              <a:xfrm>
                <a:off x="2594" y="1814"/>
                <a:ext cx="262" cy="250"/>
              </a:xfrm>
              <a:custGeom>
                <a:avLst/>
                <a:gdLst/>
                <a:ahLst/>
                <a:cxnLst>
                  <a:cxn ang="0">
                    <a:pos x="525" y="501"/>
                  </a:cxn>
                  <a:cxn ang="0">
                    <a:pos x="487" y="499"/>
                  </a:cxn>
                  <a:cxn ang="0">
                    <a:pos x="449" y="497"/>
                  </a:cxn>
                  <a:cxn ang="0">
                    <a:pos x="412" y="493"/>
                  </a:cxn>
                  <a:cxn ang="0">
                    <a:pos x="375" y="489"/>
                  </a:cxn>
                  <a:cxn ang="0">
                    <a:pos x="338" y="484"/>
                  </a:cxn>
                  <a:cxn ang="0">
                    <a:pos x="302" y="480"/>
                  </a:cxn>
                  <a:cxn ang="0">
                    <a:pos x="267" y="474"/>
                  </a:cxn>
                  <a:cxn ang="0">
                    <a:pos x="232" y="467"/>
                  </a:cxn>
                  <a:cxn ang="0">
                    <a:pos x="201" y="460"/>
                  </a:cxn>
                  <a:cxn ang="0">
                    <a:pos x="170" y="453"/>
                  </a:cxn>
                  <a:cxn ang="0">
                    <a:pos x="140" y="445"/>
                  </a:cxn>
                  <a:cxn ang="0">
                    <a:pos x="111" y="437"/>
                  </a:cxn>
                  <a:cxn ang="0">
                    <a:pos x="81" y="428"/>
                  </a:cxn>
                  <a:cxn ang="0">
                    <a:pos x="54" y="419"/>
                  </a:cxn>
                  <a:cxn ang="0">
                    <a:pos x="26" y="409"/>
                  </a:cxn>
                  <a:cxn ang="0">
                    <a:pos x="0" y="399"/>
                  </a:cxn>
                  <a:cxn ang="0">
                    <a:pos x="12" y="354"/>
                  </a:cxn>
                  <a:cxn ang="0">
                    <a:pos x="26" y="309"/>
                  </a:cxn>
                  <a:cxn ang="0">
                    <a:pos x="40" y="266"/>
                  </a:cxn>
                  <a:cxn ang="0">
                    <a:pos x="56" y="224"/>
                  </a:cxn>
                  <a:cxn ang="0">
                    <a:pos x="80" y="164"/>
                  </a:cxn>
                  <a:cxn ang="0">
                    <a:pos x="107" y="108"/>
                  </a:cxn>
                  <a:cxn ang="0">
                    <a:pos x="134" y="52"/>
                  </a:cxn>
                  <a:cxn ang="0">
                    <a:pos x="164" y="0"/>
                  </a:cxn>
                  <a:cxn ang="0">
                    <a:pos x="200" y="12"/>
                  </a:cxn>
                  <a:cxn ang="0">
                    <a:pos x="238" y="24"/>
                  </a:cxn>
                  <a:cxn ang="0">
                    <a:pos x="276" y="34"/>
                  </a:cxn>
                  <a:cxn ang="0">
                    <a:pos x="315" y="42"/>
                  </a:cxn>
                  <a:cxn ang="0">
                    <a:pos x="340" y="47"/>
                  </a:cxn>
                  <a:cxn ang="0">
                    <a:pos x="365" y="51"/>
                  </a:cxn>
                  <a:cxn ang="0">
                    <a:pos x="391" y="55"/>
                  </a:cxn>
                  <a:cxn ang="0">
                    <a:pos x="417" y="58"/>
                  </a:cxn>
                  <a:cxn ang="0">
                    <a:pos x="443" y="62"/>
                  </a:cxn>
                  <a:cxn ang="0">
                    <a:pos x="471" y="64"/>
                  </a:cxn>
                  <a:cxn ang="0">
                    <a:pos x="497" y="66"/>
                  </a:cxn>
                  <a:cxn ang="0">
                    <a:pos x="525" y="67"/>
                  </a:cxn>
                </a:cxnLst>
                <a:rect l="0" t="0" r="r" b="b"/>
                <a:pathLst>
                  <a:path w="525" h="501">
                    <a:moveTo>
                      <a:pt x="525" y="283"/>
                    </a:moveTo>
                    <a:lnTo>
                      <a:pt x="525" y="501"/>
                    </a:lnTo>
                    <a:lnTo>
                      <a:pt x="505" y="500"/>
                    </a:lnTo>
                    <a:lnTo>
                      <a:pt x="487" y="499"/>
                    </a:lnTo>
                    <a:lnTo>
                      <a:pt x="467" y="498"/>
                    </a:lnTo>
                    <a:lnTo>
                      <a:pt x="449" y="497"/>
                    </a:lnTo>
                    <a:lnTo>
                      <a:pt x="430" y="495"/>
                    </a:lnTo>
                    <a:lnTo>
                      <a:pt x="412" y="493"/>
                    </a:lnTo>
                    <a:lnTo>
                      <a:pt x="393" y="491"/>
                    </a:lnTo>
                    <a:lnTo>
                      <a:pt x="375" y="489"/>
                    </a:lnTo>
                    <a:lnTo>
                      <a:pt x="357" y="488"/>
                    </a:lnTo>
                    <a:lnTo>
                      <a:pt x="338" y="484"/>
                    </a:lnTo>
                    <a:lnTo>
                      <a:pt x="320" y="482"/>
                    </a:lnTo>
                    <a:lnTo>
                      <a:pt x="302" y="480"/>
                    </a:lnTo>
                    <a:lnTo>
                      <a:pt x="285" y="476"/>
                    </a:lnTo>
                    <a:lnTo>
                      <a:pt x="267" y="474"/>
                    </a:lnTo>
                    <a:lnTo>
                      <a:pt x="250" y="470"/>
                    </a:lnTo>
                    <a:lnTo>
                      <a:pt x="232" y="467"/>
                    </a:lnTo>
                    <a:lnTo>
                      <a:pt x="216" y="463"/>
                    </a:lnTo>
                    <a:lnTo>
                      <a:pt x="201" y="460"/>
                    </a:lnTo>
                    <a:lnTo>
                      <a:pt x="185" y="457"/>
                    </a:lnTo>
                    <a:lnTo>
                      <a:pt x="170" y="453"/>
                    </a:lnTo>
                    <a:lnTo>
                      <a:pt x="155" y="450"/>
                    </a:lnTo>
                    <a:lnTo>
                      <a:pt x="140" y="445"/>
                    </a:lnTo>
                    <a:lnTo>
                      <a:pt x="125" y="442"/>
                    </a:lnTo>
                    <a:lnTo>
                      <a:pt x="111" y="437"/>
                    </a:lnTo>
                    <a:lnTo>
                      <a:pt x="96" y="432"/>
                    </a:lnTo>
                    <a:lnTo>
                      <a:pt x="81" y="428"/>
                    </a:lnTo>
                    <a:lnTo>
                      <a:pt x="68" y="423"/>
                    </a:lnTo>
                    <a:lnTo>
                      <a:pt x="54" y="419"/>
                    </a:lnTo>
                    <a:lnTo>
                      <a:pt x="40" y="414"/>
                    </a:lnTo>
                    <a:lnTo>
                      <a:pt x="26" y="409"/>
                    </a:lnTo>
                    <a:lnTo>
                      <a:pt x="13" y="404"/>
                    </a:lnTo>
                    <a:lnTo>
                      <a:pt x="0" y="399"/>
                    </a:lnTo>
                    <a:lnTo>
                      <a:pt x="5" y="376"/>
                    </a:lnTo>
                    <a:lnTo>
                      <a:pt x="12" y="354"/>
                    </a:lnTo>
                    <a:lnTo>
                      <a:pt x="19" y="331"/>
                    </a:lnTo>
                    <a:lnTo>
                      <a:pt x="26" y="309"/>
                    </a:lnTo>
                    <a:lnTo>
                      <a:pt x="33" y="287"/>
                    </a:lnTo>
                    <a:lnTo>
                      <a:pt x="40" y="266"/>
                    </a:lnTo>
                    <a:lnTo>
                      <a:pt x="48" y="245"/>
                    </a:lnTo>
                    <a:lnTo>
                      <a:pt x="56" y="224"/>
                    </a:lnTo>
                    <a:lnTo>
                      <a:pt x="68" y="194"/>
                    </a:lnTo>
                    <a:lnTo>
                      <a:pt x="80" y="164"/>
                    </a:lnTo>
                    <a:lnTo>
                      <a:pt x="93" y="135"/>
                    </a:lnTo>
                    <a:lnTo>
                      <a:pt x="107" y="108"/>
                    </a:lnTo>
                    <a:lnTo>
                      <a:pt x="121" y="80"/>
                    </a:lnTo>
                    <a:lnTo>
                      <a:pt x="134" y="52"/>
                    </a:lnTo>
                    <a:lnTo>
                      <a:pt x="149" y="26"/>
                    </a:lnTo>
                    <a:lnTo>
                      <a:pt x="164" y="0"/>
                    </a:lnTo>
                    <a:lnTo>
                      <a:pt x="183" y="6"/>
                    </a:lnTo>
                    <a:lnTo>
                      <a:pt x="200" y="12"/>
                    </a:lnTo>
                    <a:lnTo>
                      <a:pt x="218" y="18"/>
                    </a:lnTo>
                    <a:lnTo>
                      <a:pt x="238" y="24"/>
                    </a:lnTo>
                    <a:lnTo>
                      <a:pt x="256" y="28"/>
                    </a:lnTo>
                    <a:lnTo>
                      <a:pt x="276" y="34"/>
                    </a:lnTo>
                    <a:lnTo>
                      <a:pt x="296" y="37"/>
                    </a:lnTo>
                    <a:lnTo>
                      <a:pt x="315" y="42"/>
                    </a:lnTo>
                    <a:lnTo>
                      <a:pt x="328" y="44"/>
                    </a:lnTo>
                    <a:lnTo>
                      <a:pt x="340" y="47"/>
                    </a:lnTo>
                    <a:lnTo>
                      <a:pt x="352" y="49"/>
                    </a:lnTo>
                    <a:lnTo>
                      <a:pt x="365" y="51"/>
                    </a:lnTo>
                    <a:lnTo>
                      <a:pt x="379" y="52"/>
                    </a:lnTo>
                    <a:lnTo>
                      <a:pt x="391" y="55"/>
                    </a:lnTo>
                    <a:lnTo>
                      <a:pt x="404" y="57"/>
                    </a:lnTo>
                    <a:lnTo>
                      <a:pt x="417" y="58"/>
                    </a:lnTo>
                    <a:lnTo>
                      <a:pt x="430" y="59"/>
                    </a:lnTo>
                    <a:lnTo>
                      <a:pt x="443" y="62"/>
                    </a:lnTo>
                    <a:lnTo>
                      <a:pt x="457" y="63"/>
                    </a:lnTo>
                    <a:lnTo>
                      <a:pt x="471" y="64"/>
                    </a:lnTo>
                    <a:lnTo>
                      <a:pt x="483" y="65"/>
                    </a:lnTo>
                    <a:lnTo>
                      <a:pt x="497" y="66"/>
                    </a:lnTo>
                    <a:lnTo>
                      <a:pt x="511" y="66"/>
                    </a:lnTo>
                    <a:lnTo>
                      <a:pt x="525" y="67"/>
                    </a:lnTo>
                    <a:lnTo>
                      <a:pt x="525" y="283"/>
                    </a:lnTo>
                    <a:close/>
                  </a:path>
                </a:pathLst>
              </a:custGeom>
              <a:grpFill/>
              <a:ln w="9525">
                <a:noFill/>
                <a:round/>
                <a:headEnd/>
                <a:tailEnd/>
              </a:ln>
            </p:spPr>
            <p:txBody>
              <a:bodyPr/>
              <a:lstStyle/>
              <a:p>
                <a:pPr algn="ctr">
                  <a:defRPr/>
                </a:pPr>
                <a:endParaRPr lang="en-US" sz="900" dirty="0"/>
              </a:p>
            </p:txBody>
          </p:sp>
          <p:sp>
            <p:nvSpPr>
              <p:cNvPr id="83" name="Freeform 82"/>
              <p:cNvSpPr>
                <a:spLocks/>
              </p:cNvSpPr>
              <p:nvPr/>
            </p:nvSpPr>
            <p:spPr bwMode="auto">
              <a:xfrm>
                <a:off x="2904" y="2342"/>
                <a:ext cx="281" cy="236"/>
              </a:xfrm>
              <a:custGeom>
                <a:avLst/>
                <a:gdLst/>
                <a:ahLst/>
                <a:cxnLst>
                  <a:cxn ang="0">
                    <a:pos x="0" y="336"/>
                  </a:cxn>
                  <a:cxn ang="0">
                    <a:pos x="0" y="110"/>
                  </a:cxn>
                  <a:cxn ang="0">
                    <a:pos x="38" y="109"/>
                  </a:cxn>
                  <a:cxn ang="0">
                    <a:pos x="76" y="105"/>
                  </a:cxn>
                  <a:cxn ang="0">
                    <a:pos x="113" y="103"/>
                  </a:cxn>
                  <a:cxn ang="0">
                    <a:pos x="150" y="98"/>
                  </a:cxn>
                  <a:cxn ang="0">
                    <a:pos x="187" y="94"/>
                  </a:cxn>
                  <a:cxn ang="0">
                    <a:pos x="223" y="89"/>
                  </a:cxn>
                  <a:cxn ang="0">
                    <a:pos x="258" y="83"/>
                  </a:cxn>
                  <a:cxn ang="0">
                    <a:pos x="294" y="76"/>
                  </a:cxn>
                  <a:cxn ang="0">
                    <a:pos x="330" y="70"/>
                  </a:cxn>
                  <a:cxn ang="0">
                    <a:pos x="364" y="62"/>
                  </a:cxn>
                  <a:cxn ang="0">
                    <a:pos x="398" y="52"/>
                  </a:cxn>
                  <a:cxn ang="0">
                    <a:pos x="431" y="43"/>
                  </a:cxn>
                  <a:cxn ang="0">
                    <a:pos x="465" y="34"/>
                  </a:cxn>
                  <a:cxn ang="0">
                    <a:pos x="498" y="24"/>
                  </a:cxn>
                  <a:cxn ang="0">
                    <a:pos x="530" y="12"/>
                  </a:cxn>
                  <a:cxn ang="0">
                    <a:pos x="561" y="0"/>
                  </a:cxn>
                  <a:cxn ang="0">
                    <a:pos x="558" y="29"/>
                  </a:cxn>
                  <a:cxn ang="0">
                    <a:pos x="553" y="57"/>
                  </a:cxn>
                  <a:cxn ang="0">
                    <a:pos x="550" y="83"/>
                  </a:cxn>
                  <a:cxn ang="0">
                    <a:pos x="545" y="111"/>
                  </a:cxn>
                  <a:cxn ang="0">
                    <a:pos x="541" y="138"/>
                  </a:cxn>
                  <a:cxn ang="0">
                    <a:pos x="536" y="164"/>
                  </a:cxn>
                  <a:cxn ang="0">
                    <a:pos x="530" y="189"/>
                  </a:cxn>
                  <a:cxn ang="0">
                    <a:pos x="523" y="216"/>
                  </a:cxn>
                  <a:cxn ang="0">
                    <a:pos x="518" y="238"/>
                  </a:cxn>
                  <a:cxn ang="0">
                    <a:pos x="511" y="260"/>
                  </a:cxn>
                  <a:cxn ang="0">
                    <a:pos x="504" y="281"/>
                  </a:cxn>
                  <a:cxn ang="0">
                    <a:pos x="496" y="303"/>
                  </a:cxn>
                  <a:cxn ang="0">
                    <a:pos x="488" y="325"/>
                  </a:cxn>
                  <a:cxn ang="0">
                    <a:pos x="478" y="347"/>
                  </a:cxn>
                  <a:cxn ang="0">
                    <a:pos x="468" y="370"/>
                  </a:cxn>
                  <a:cxn ang="0">
                    <a:pos x="456" y="392"/>
                  </a:cxn>
                  <a:cxn ang="0">
                    <a:pos x="430" y="400"/>
                  </a:cxn>
                  <a:cxn ang="0">
                    <a:pos x="403" y="409"/>
                  </a:cxn>
                  <a:cxn ang="0">
                    <a:pos x="377" y="416"/>
                  </a:cxn>
                  <a:cxn ang="0">
                    <a:pos x="349" y="424"/>
                  </a:cxn>
                  <a:cxn ang="0">
                    <a:pos x="322" y="431"/>
                  </a:cxn>
                  <a:cxn ang="0">
                    <a:pos x="294" y="437"/>
                  </a:cxn>
                  <a:cxn ang="0">
                    <a:pos x="265" y="443"/>
                  </a:cxn>
                  <a:cxn ang="0">
                    <a:pos x="238" y="448"/>
                  </a:cxn>
                  <a:cxn ang="0">
                    <a:pos x="209" y="453"/>
                  </a:cxn>
                  <a:cxn ang="0">
                    <a:pos x="179" y="458"/>
                  </a:cxn>
                  <a:cxn ang="0">
                    <a:pos x="150" y="462"/>
                  </a:cxn>
                  <a:cxn ang="0">
                    <a:pos x="120" y="466"/>
                  </a:cxn>
                  <a:cxn ang="0">
                    <a:pos x="91" y="468"/>
                  </a:cxn>
                  <a:cxn ang="0">
                    <a:pos x="61" y="470"/>
                  </a:cxn>
                  <a:cxn ang="0">
                    <a:pos x="30" y="473"/>
                  </a:cxn>
                  <a:cxn ang="0">
                    <a:pos x="0" y="474"/>
                  </a:cxn>
                  <a:cxn ang="0">
                    <a:pos x="0" y="336"/>
                  </a:cxn>
                </a:cxnLst>
                <a:rect l="0" t="0" r="r" b="b"/>
                <a:pathLst>
                  <a:path w="561" h="474">
                    <a:moveTo>
                      <a:pt x="0" y="336"/>
                    </a:moveTo>
                    <a:lnTo>
                      <a:pt x="0" y="110"/>
                    </a:lnTo>
                    <a:lnTo>
                      <a:pt x="38" y="109"/>
                    </a:lnTo>
                    <a:lnTo>
                      <a:pt x="76" y="105"/>
                    </a:lnTo>
                    <a:lnTo>
                      <a:pt x="113" y="103"/>
                    </a:lnTo>
                    <a:lnTo>
                      <a:pt x="150" y="98"/>
                    </a:lnTo>
                    <a:lnTo>
                      <a:pt x="187" y="94"/>
                    </a:lnTo>
                    <a:lnTo>
                      <a:pt x="223" y="89"/>
                    </a:lnTo>
                    <a:lnTo>
                      <a:pt x="258" y="83"/>
                    </a:lnTo>
                    <a:lnTo>
                      <a:pt x="294" y="76"/>
                    </a:lnTo>
                    <a:lnTo>
                      <a:pt x="330" y="70"/>
                    </a:lnTo>
                    <a:lnTo>
                      <a:pt x="364" y="62"/>
                    </a:lnTo>
                    <a:lnTo>
                      <a:pt x="398" y="52"/>
                    </a:lnTo>
                    <a:lnTo>
                      <a:pt x="431" y="43"/>
                    </a:lnTo>
                    <a:lnTo>
                      <a:pt x="465" y="34"/>
                    </a:lnTo>
                    <a:lnTo>
                      <a:pt x="498" y="24"/>
                    </a:lnTo>
                    <a:lnTo>
                      <a:pt x="530" y="12"/>
                    </a:lnTo>
                    <a:lnTo>
                      <a:pt x="561" y="0"/>
                    </a:lnTo>
                    <a:lnTo>
                      <a:pt x="558" y="29"/>
                    </a:lnTo>
                    <a:lnTo>
                      <a:pt x="553" y="57"/>
                    </a:lnTo>
                    <a:lnTo>
                      <a:pt x="550" y="83"/>
                    </a:lnTo>
                    <a:lnTo>
                      <a:pt x="545" y="111"/>
                    </a:lnTo>
                    <a:lnTo>
                      <a:pt x="541" y="138"/>
                    </a:lnTo>
                    <a:lnTo>
                      <a:pt x="536" y="164"/>
                    </a:lnTo>
                    <a:lnTo>
                      <a:pt x="530" y="189"/>
                    </a:lnTo>
                    <a:lnTo>
                      <a:pt x="523" y="216"/>
                    </a:lnTo>
                    <a:lnTo>
                      <a:pt x="518" y="238"/>
                    </a:lnTo>
                    <a:lnTo>
                      <a:pt x="511" y="260"/>
                    </a:lnTo>
                    <a:lnTo>
                      <a:pt x="504" y="281"/>
                    </a:lnTo>
                    <a:lnTo>
                      <a:pt x="496" y="303"/>
                    </a:lnTo>
                    <a:lnTo>
                      <a:pt x="488" y="325"/>
                    </a:lnTo>
                    <a:lnTo>
                      <a:pt x="478" y="347"/>
                    </a:lnTo>
                    <a:lnTo>
                      <a:pt x="468" y="370"/>
                    </a:lnTo>
                    <a:lnTo>
                      <a:pt x="456" y="392"/>
                    </a:lnTo>
                    <a:lnTo>
                      <a:pt x="430" y="400"/>
                    </a:lnTo>
                    <a:lnTo>
                      <a:pt x="403" y="409"/>
                    </a:lnTo>
                    <a:lnTo>
                      <a:pt x="377" y="416"/>
                    </a:lnTo>
                    <a:lnTo>
                      <a:pt x="349" y="424"/>
                    </a:lnTo>
                    <a:lnTo>
                      <a:pt x="322" y="431"/>
                    </a:lnTo>
                    <a:lnTo>
                      <a:pt x="294" y="437"/>
                    </a:lnTo>
                    <a:lnTo>
                      <a:pt x="265" y="443"/>
                    </a:lnTo>
                    <a:lnTo>
                      <a:pt x="238" y="448"/>
                    </a:lnTo>
                    <a:lnTo>
                      <a:pt x="209" y="453"/>
                    </a:lnTo>
                    <a:lnTo>
                      <a:pt x="179" y="458"/>
                    </a:lnTo>
                    <a:lnTo>
                      <a:pt x="150" y="462"/>
                    </a:lnTo>
                    <a:lnTo>
                      <a:pt x="120" y="466"/>
                    </a:lnTo>
                    <a:lnTo>
                      <a:pt x="91" y="468"/>
                    </a:lnTo>
                    <a:lnTo>
                      <a:pt x="61" y="470"/>
                    </a:lnTo>
                    <a:lnTo>
                      <a:pt x="30" y="473"/>
                    </a:lnTo>
                    <a:lnTo>
                      <a:pt x="0" y="474"/>
                    </a:lnTo>
                    <a:lnTo>
                      <a:pt x="0" y="336"/>
                    </a:lnTo>
                    <a:close/>
                  </a:path>
                </a:pathLst>
              </a:custGeom>
              <a:grpFill/>
              <a:ln w="9525">
                <a:noFill/>
                <a:round/>
                <a:headEnd/>
                <a:tailEnd/>
              </a:ln>
            </p:spPr>
            <p:txBody>
              <a:bodyPr/>
              <a:lstStyle/>
              <a:p>
                <a:pPr algn="ctr">
                  <a:defRPr/>
                </a:pPr>
                <a:endParaRPr lang="en-US" sz="900" dirty="0"/>
              </a:p>
            </p:txBody>
          </p:sp>
          <p:sp>
            <p:nvSpPr>
              <p:cNvPr id="84" name="Freeform 83"/>
              <p:cNvSpPr>
                <a:spLocks/>
              </p:cNvSpPr>
              <p:nvPr/>
            </p:nvSpPr>
            <p:spPr bwMode="auto">
              <a:xfrm>
                <a:off x="3136" y="1704"/>
                <a:ext cx="216" cy="286"/>
              </a:xfrm>
              <a:custGeom>
                <a:avLst/>
                <a:gdLst/>
                <a:ahLst/>
                <a:cxnLst>
                  <a:cxn ang="0">
                    <a:pos x="210" y="11"/>
                  </a:cxn>
                  <a:cxn ang="0">
                    <a:pos x="241" y="35"/>
                  </a:cxn>
                  <a:cxn ang="0">
                    <a:pos x="272" y="64"/>
                  </a:cxn>
                  <a:cxn ang="0">
                    <a:pos x="303" y="95"/>
                  </a:cxn>
                  <a:cxn ang="0">
                    <a:pos x="333" y="128"/>
                  </a:cxn>
                  <a:cxn ang="0">
                    <a:pos x="363" y="162"/>
                  </a:cxn>
                  <a:cxn ang="0">
                    <a:pos x="392" y="198"/>
                  </a:cxn>
                  <a:cxn ang="0">
                    <a:pos x="420" y="233"/>
                  </a:cxn>
                  <a:cxn ang="0">
                    <a:pos x="431" y="274"/>
                  </a:cxn>
                  <a:cxn ang="0">
                    <a:pos x="421" y="319"/>
                  </a:cxn>
                  <a:cxn ang="0">
                    <a:pos x="403" y="362"/>
                  </a:cxn>
                  <a:cxn ang="0">
                    <a:pos x="376" y="404"/>
                  </a:cxn>
                  <a:cxn ang="0">
                    <a:pos x="342" y="444"/>
                  </a:cxn>
                  <a:cxn ang="0">
                    <a:pos x="300" y="483"/>
                  </a:cxn>
                  <a:cxn ang="0">
                    <a:pos x="251" y="520"/>
                  </a:cxn>
                  <a:cxn ang="0">
                    <a:pos x="196" y="555"/>
                  </a:cxn>
                  <a:cxn ang="0">
                    <a:pos x="157" y="539"/>
                  </a:cxn>
                  <a:cxn ang="0">
                    <a:pos x="136" y="475"/>
                  </a:cxn>
                  <a:cxn ang="0">
                    <a:pos x="113" y="413"/>
                  </a:cxn>
                  <a:cxn ang="0">
                    <a:pos x="89" y="353"/>
                  </a:cxn>
                  <a:cxn ang="0">
                    <a:pos x="67" y="304"/>
                  </a:cxn>
                  <a:cxn ang="0">
                    <a:pos x="49" y="266"/>
                  </a:cxn>
                  <a:cxn ang="0">
                    <a:pos x="30" y="228"/>
                  </a:cxn>
                  <a:cxn ang="0">
                    <a:pos x="11" y="192"/>
                  </a:cxn>
                  <a:cxn ang="0">
                    <a:pos x="17" y="164"/>
                  </a:cxn>
                  <a:cxn ang="0">
                    <a:pos x="49" y="146"/>
                  </a:cxn>
                  <a:cxn ang="0">
                    <a:pos x="78" y="126"/>
                  </a:cxn>
                  <a:cxn ang="0">
                    <a:pos x="105" y="106"/>
                  </a:cxn>
                  <a:cxn ang="0">
                    <a:pos x="129" y="84"/>
                  </a:cxn>
                  <a:cxn ang="0">
                    <a:pos x="151" y="61"/>
                  </a:cxn>
                  <a:cxn ang="0">
                    <a:pos x="171" y="37"/>
                  </a:cxn>
                  <a:cxn ang="0">
                    <a:pos x="188" y="12"/>
                  </a:cxn>
                </a:cxnLst>
                <a:rect l="0" t="0" r="r" b="b"/>
                <a:pathLst>
                  <a:path w="432" h="571">
                    <a:moveTo>
                      <a:pt x="195" y="0"/>
                    </a:moveTo>
                    <a:lnTo>
                      <a:pt x="210" y="11"/>
                    </a:lnTo>
                    <a:lnTo>
                      <a:pt x="225" y="23"/>
                    </a:lnTo>
                    <a:lnTo>
                      <a:pt x="241" y="35"/>
                    </a:lnTo>
                    <a:lnTo>
                      <a:pt x="256" y="49"/>
                    </a:lnTo>
                    <a:lnTo>
                      <a:pt x="272" y="64"/>
                    </a:lnTo>
                    <a:lnTo>
                      <a:pt x="287" y="79"/>
                    </a:lnTo>
                    <a:lnTo>
                      <a:pt x="303" y="95"/>
                    </a:lnTo>
                    <a:lnTo>
                      <a:pt x="318" y="111"/>
                    </a:lnTo>
                    <a:lnTo>
                      <a:pt x="333" y="128"/>
                    </a:lnTo>
                    <a:lnTo>
                      <a:pt x="349" y="145"/>
                    </a:lnTo>
                    <a:lnTo>
                      <a:pt x="363" y="162"/>
                    </a:lnTo>
                    <a:lnTo>
                      <a:pt x="378" y="179"/>
                    </a:lnTo>
                    <a:lnTo>
                      <a:pt x="392" y="198"/>
                    </a:lnTo>
                    <a:lnTo>
                      <a:pt x="406" y="215"/>
                    </a:lnTo>
                    <a:lnTo>
                      <a:pt x="420" y="233"/>
                    </a:lnTo>
                    <a:lnTo>
                      <a:pt x="432" y="251"/>
                    </a:lnTo>
                    <a:lnTo>
                      <a:pt x="431" y="274"/>
                    </a:lnTo>
                    <a:lnTo>
                      <a:pt x="428" y="296"/>
                    </a:lnTo>
                    <a:lnTo>
                      <a:pt x="421" y="319"/>
                    </a:lnTo>
                    <a:lnTo>
                      <a:pt x="413" y="341"/>
                    </a:lnTo>
                    <a:lnTo>
                      <a:pt x="403" y="362"/>
                    </a:lnTo>
                    <a:lnTo>
                      <a:pt x="391" y="383"/>
                    </a:lnTo>
                    <a:lnTo>
                      <a:pt x="376" y="404"/>
                    </a:lnTo>
                    <a:lnTo>
                      <a:pt x="360" y="425"/>
                    </a:lnTo>
                    <a:lnTo>
                      <a:pt x="342" y="444"/>
                    </a:lnTo>
                    <a:lnTo>
                      <a:pt x="322" y="464"/>
                    </a:lnTo>
                    <a:lnTo>
                      <a:pt x="300" y="483"/>
                    </a:lnTo>
                    <a:lnTo>
                      <a:pt x="277" y="502"/>
                    </a:lnTo>
                    <a:lnTo>
                      <a:pt x="251" y="520"/>
                    </a:lnTo>
                    <a:lnTo>
                      <a:pt x="225" y="537"/>
                    </a:lnTo>
                    <a:lnTo>
                      <a:pt x="196" y="555"/>
                    </a:lnTo>
                    <a:lnTo>
                      <a:pt x="166" y="571"/>
                    </a:lnTo>
                    <a:lnTo>
                      <a:pt x="157" y="539"/>
                    </a:lnTo>
                    <a:lnTo>
                      <a:pt x="147" y="506"/>
                    </a:lnTo>
                    <a:lnTo>
                      <a:pt x="136" y="475"/>
                    </a:lnTo>
                    <a:lnTo>
                      <a:pt x="125" y="443"/>
                    </a:lnTo>
                    <a:lnTo>
                      <a:pt x="113" y="413"/>
                    </a:lnTo>
                    <a:lnTo>
                      <a:pt x="102" y="383"/>
                    </a:lnTo>
                    <a:lnTo>
                      <a:pt x="89" y="353"/>
                    </a:lnTo>
                    <a:lnTo>
                      <a:pt x="76" y="323"/>
                    </a:lnTo>
                    <a:lnTo>
                      <a:pt x="67" y="304"/>
                    </a:lnTo>
                    <a:lnTo>
                      <a:pt x="58" y="284"/>
                    </a:lnTo>
                    <a:lnTo>
                      <a:pt x="49" y="266"/>
                    </a:lnTo>
                    <a:lnTo>
                      <a:pt x="40" y="246"/>
                    </a:lnTo>
                    <a:lnTo>
                      <a:pt x="30" y="228"/>
                    </a:lnTo>
                    <a:lnTo>
                      <a:pt x="20" y="209"/>
                    </a:lnTo>
                    <a:lnTo>
                      <a:pt x="11" y="192"/>
                    </a:lnTo>
                    <a:lnTo>
                      <a:pt x="0" y="174"/>
                    </a:lnTo>
                    <a:lnTo>
                      <a:pt x="17" y="164"/>
                    </a:lnTo>
                    <a:lnTo>
                      <a:pt x="33" y="155"/>
                    </a:lnTo>
                    <a:lnTo>
                      <a:pt x="49" y="146"/>
                    </a:lnTo>
                    <a:lnTo>
                      <a:pt x="64" y="136"/>
                    </a:lnTo>
                    <a:lnTo>
                      <a:pt x="78" y="126"/>
                    </a:lnTo>
                    <a:lnTo>
                      <a:pt x="91" y="116"/>
                    </a:lnTo>
                    <a:lnTo>
                      <a:pt x="105" y="106"/>
                    </a:lnTo>
                    <a:lnTo>
                      <a:pt x="118" y="94"/>
                    </a:lnTo>
                    <a:lnTo>
                      <a:pt x="129" y="84"/>
                    </a:lnTo>
                    <a:lnTo>
                      <a:pt x="141" y="72"/>
                    </a:lnTo>
                    <a:lnTo>
                      <a:pt x="151" y="61"/>
                    </a:lnTo>
                    <a:lnTo>
                      <a:pt x="162" y="49"/>
                    </a:lnTo>
                    <a:lnTo>
                      <a:pt x="171" y="37"/>
                    </a:lnTo>
                    <a:lnTo>
                      <a:pt x="180" y="25"/>
                    </a:lnTo>
                    <a:lnTo>
                      <a:pt x="188" y="12"/>
                    </a:lnTo>
                    <a:lnTo>
                      <a:pt x="195" y="0"/>
                    </a:lnTo>
                    <a:close/>
                  </a:path>
                </a:pathLst>
              </a:custGeom>
              <a:grpFill/>
              <a:ln w="9525">
                <a:noFill/>
                <a:round/>
                <a:headEnd/>
                <a:tailEnd/>
              </a:ln>
            </p:spPr>
            <p:txBody>
              <a:bodyPr/>
              <a:lstStyle/>
              <a:p>
                <a:pPr algn="ctr">
                  <a:defRPr/>
                </a:pPr>
                <a:endParaRPr lang="en-US" sz="900" dirty="0"/>
              </a:p>
            </p:txBody>
          </p:sp>
          <p:sp>
            <p:nvSpPr>
              <p:cNvPr id="85" name="Freeform 84"/>
              <p:cNvSpPr>
                <a:spLocks/>
              </p:cNvSpPr>
              <p:nvPr/>
            </p:nvSpPr>
            <p:spPr bwMode="auto">
              <a:xfrm>
                <a:off x="3003" y="1595"/>
                <a:ext cx="184" cy="149"/>
              </a:xfrm>
              <a:custGeom>
                <a:avLst/>
                <a:gdLst/>
                <a:ahLst/>
                <a:cxnLst>
                  <a:cxn ang="0">
                    <a:pos x="4" y="0"/>
                  </a:cxn>
                  <a:cxn ang="0">
                    <a:pos x="22" y="3"/>
                  </a:cxn>
                  <a:cxn ang="0">
                    <a:pos x="42" y="7"/>
                  </a:cxn>
                  <a:cxn ang="0">
                    <a:pos x="63" y="10"/>
                  </a:cxn>
                  <a:cxn ang="0">
                    <a:pos x="83" y="16"/>
                  </a:cxn>
                  <a:cxn ang="0">
                    <a:pos x="105" y="22"/>
                  </a:cxn>
                  <a:cxn ang="0">
                    <a:pos x="128" y="28"/>
                  </a:cxn>
                  <a:cxn ang="0">
                    <a:pos x="151" y="36"/>
                  </a:cxn>
                  <a:cxn ang="0">
                    <a:pos x="174" y="44"/>
                  </a:cxn>
                  <a:cxn ang="0">
                    <a:pos x="199" y="54"/>
                  </a:cxn>
                  <a:cxn ang="0">
                    <a:pos x="223" y="64"/>
                  </a:cxn>
                  <a:cxn ang="0">
                    <a:pos x="247" y="76"/>
                  </a:cxn>
                  <a:cxn ang="0">
                    <a:pos x="271" y="89"/>
                  </a:cxn>
                  <a:cxn ang="0">
                    <a:pos x="295" y="102"/>
                  </a:cxn>
                  <a:cxn ang="0">
                    <a:pos x="321" y="118"/>
                  </a:cxn>
                  <a:cxn ang="0">
                    <a:pos x="344" y="135"/>
                  </a:cxn>
                  <a:cxn ang="0">
                    <a:pos x="368" y="153"/>
                  </a:cxn>
                  <a:cxn ang="0">
                    <a:pos x="359" y="173"/>
                  </a:cxn>
                  <a:cxn ang="0">
                    <a:pos x="345" y="192"/>
                  </a:cxn>
                  <a:cxn ang="0">
                    <a:pos x="330" y="211"/>
                  </a:cxn>
                  <a:cxn ang="0">
                    <a:pos x="311" y="229"/>
                  </a:cxn>
                  <a:cxn ang="0">
                    <a:pos x="290" y="247"/>
                  </a:cxn>
                  <a:cxn ang="0">
                    <a:pos x="265" y="265"/>
                  </a:cxn>
                  <a:cxn ang="0">
                    <a:pos x="239" y="282"/>
                  </a:cxn>
                  <a:cxn ang="0">
                    <a:pos x="209" y="298"/>
                  </a:cxn>
                  <a:cxn ang="0">
                    <a:pos x="193" y="272"/>
                  </a:cxn>
                  <a:cxn ang="0">
                    <a:pos x="178" y="246"/>
                  </a:cxn>
                  <a:cxn ang="0">
                    <a:pos x="161" y="222"/>
                  </a:cxn>
                  <a:cxn ang="0">
                    <a:pos x="144" y="199"/>
                  </a:cxn>
                  <a:cxn ang="0">
                    <a:pos x="128" y="178"/>
                  </a:cxn>
                  <a:cxn ang="0">
                    <a:pos x="112" y="159"/>
                  </a:cxn>
                  <a:cxn ang="0">
                    <a:pos x="96" y="140"/>
                  </a:cxn>
                  <a:cxn ang="0">
                    <a:pos x="80" y="123"/>
                  </a:cxn>
                  <a:cxn ang="0">
                    <a:pos x="70" y="113"/>
                  </a:cxn>
                  <a:cxn ang="0">
                    <a:pos x="59" y="102"/>
                  </a:cxn>
                  <a:cxn ang="0">
                    <a:pos x="49" y="92"/>
                  </a:cxn>
                  <a:cxn ang="0">
                    <a:pos x="38" y="83"/>
                  </a:cxn>
                  <a:cxn ang="0">
                    <a:pos x="29" y="75"/>
                  </a:cxn>
                  <a:cxn ang="0">
                    <a:pos x="19" y="67"/>
                  </a:cxn>
                  <a:cxn ang="0">
                    <a:pos x="10" y="59"/>
                  </a:cxn>
                  <a:cxn ang="0">
                    <a:pos x="0" y="52"/>
                  </a:cxn>
                  <a:cxn ang="0">
                    <a:pos x="4" y="45"/>
                  </a:cxn>
                  <a:cxn ang="0">
                    <a:pos x="7" y="38"/>
                  </a:cxn>
                  <a:cxn ang="0">
                    <a:pos x="9" y="31"/>
                  </a:cxn>
                  <a:cxn ang="0">
                    <a:pos x="10" y="23"/>
                  </a:cxn>
                  <a:cxn ang="0">
                    <a:pos x="10" y="17"/>
                  </a:cxn>
                  <a:cxn ang="0">
                    <a:pos x="9" y="11"/>
                  </a:cxn>
                  <a:cxn ang="0">
                    <a:pos x="6" y="6"/>
                  </a:cxn>
                  <a:cxn ang="0">
                    <a:pos x="4" y="0"/>
                  </a:cxn>
                </a:cxnLst>
                <a:rect l="0" t="0" r="r" b="b"/>
                <a:pathLst>
                  <a:path w="368" h="298">
                    <a:moveTo>
                      <a:pt x="4" y="0"/>
                    </a:moveTo>
                    <a:lnTo>
                      <a:pt x="22" y="3"/>
                    </a:lnTo>
                    <a:lnTo>
                      <a:pt x="42" y="7"/>
                    </a:lnTo>
                    <a:lnTo>
                      <a:pt x="63" y="10"/>
                    </a:lnTo>
                    <a:lnTo>
                      <a:pt x="83" y="16"/>
                    </a:lnTo>
                    <a:lnTo>
                      <a:pt x="105" y="22"/>
                    </a:lnTo>
                    <a:lnTo>
                      <a:pt x="128" y="28"/>
                    </a:lnTo>
                    <a:lnTo>
                      <a:pt x="151" y="36"/>
                    </a:lnTo>
                    <a:lnTo>
                      <a:pt x="174" y="44"/>
                    </a:lnTo>
                    <a:lnTo>
                      <a:pt x="199" y="54"/>
                    </a:lnTo>
                    <a:lnTo>
                      <a:pt x="223" y="64"/>
                    </a:lnTo>
                    <a:lnTo>
                      <a:pt x="247" y="76"/>
                    </a:lnTo>
                    <a:lnTo>
                      <a:pt x="271" y="89"/>
                    </a:lnTo>
                    <a:lnTo>
                      <a:pt x="295" y="102"/>
                    </a:lnTo>
                    <a:lnTo>
                      <a:pt x="321" y="118"/>
                    </a:lnTo>
                    <a:lnTo>
                      <a:pt x="344" y="135"/>
                    </a:lnTo>
                    <a:lnTo>
                      <a:pt x="368" y="153"/>
                    </a:lnTo>
                    <a:lnTo>
                      <a:pt x="359" y="173"/>
                    </a:lnTo>
                    <a:lnTo>
                      <a:pt x="345" y="192"/>
                    </a:lnTo>
                    <a:lnTo>
                      <a:pt x="330" y="211"/>
                    </a:lnTo>
                    <a:lnTo>
                      <a:pt x="311" y="229"/>
                    </a:lnTo>
                    <a:lnTo>
                      <a:pt x="290" y="247"/>
                    </a:lnTo>
                    <a:lnTo>
                      <a:pt x="265" y="265"/>
                    </a:lnTo>
                    <a:lnTo>
                      <a:pt x="239" y="282"/>
                    </a:lnTo>
                    <a:lnTo>
                      <a:pt x="209" y="298"/>
                    </a:lnTo>
                    <a:lnTo>
                      <a:pt x="193" y="272"/>
                    </a:lnTo>
                    <a:lnTo>
                      <a:pt x="178" y="246"/>
                    </a:lnTo>
                    <a:lnTo>
                      <a:pt x="161" y="222"/>
                    </a:lnTo>
                    <a:lnTo>
                      <a:pt x="144" y="199"/>
                    </a:lnTo>
                    <a:lnTo>
                      <a:pt x="128" y="178"/>
                    </a:lnTo>
                    <a:lnTo>
                      <a:pt x="112" y="159"/>
                    </a:lnTo>
                    <a:lnTo>
                      <a:pt x="96" y="140"/>
                    </a:lnTo>
                    <a:lnTo>
                      <a:pt x="80" y="123"/>
                    </a:lnTo>
                    <a:lnTo>
                      <a:pt x="70" y="113"/>
                    </a:lnTo>
                    <a:lnTo>
                      <a:pt x="59" y="102"/>
                    </a:lnTo>
                    <a:lnTo>
                      <a:pt x="49" y="92"/>
                    </a:lnTo>
                    <a:lnTo>
                      <a:pt x="38" y="83"/>
                    </a:lnTo>
                    <a:lnTo>
                      <a:pt x="29" y="75"/>
                    </a:lnTo>
                    <a:lnTo>
                      <a:pt x="19" y="67"/>
                    </a:lnTo>
                    <a:lnTo>
                      <a:pt x="10" y="59"/>
                    </a:lnTo>
                    <a:lnTo>
                      <a:pt x="0" y="52"/>
                    </a:lnTo>
                    <a:lnTo>
                      <a:pt x="4" y="45"/>
                    </a:lnTo>
                    <a:lnTo>
                      <a:pt x="7" y="38"/>
                    </a:lnTo>
                    <a:lnTo>
                      <a:pt x="9" y="31"/>
                    </a:lnTo>
                    <a:lnTo>
                      <a:pt x="10" y="23"/>
                    </a:lnTo>
                    <a:lnTo>
                      <a:pt x="10" y="17"/>
                    </a:lnTo>
                    <a:lnTo>
                      <a:pt x="9" y="11"/>
                    </a:lnTo>
                    <a:lnTo>
                      <a:pt x="6" y="6"/>
                    </a:lnTo>
                    <a:lnTo>
                      <a:pt x="4" y="0"/>
                    </a:lnTo>
                    <a:close/>
                  </a:path>
                </a:pathLst>
              </a:custGeom>
              <a:grpFill/>
              <a:ln w="9525">
                <a:noFill/>
                <a:round/>
                <a:headEnd/>
                <a:tailEnd/>
              </a:ln>
            </p:spPr>
            <p:txBody>
              <a:bodyPr/>
              <a:lstStyle/>
              <a:p>
                <a:pPr algn="ctr">
                  <a:defRPr/>
                </a:pPr>
                <a:endParaRPr lang="en-US" sz="900" dirty="0"/>
              </a:p>
            </p:txBody>
          </p:sp>
          <p:sp>
            <p:nvSpPr>
              <p:cNvPr id="86" name="Freeform 85"/>
              <p:cNvSpPr>
                <a:spLocks/>
              </p:cNvSpPr>
              <p:nvPr/>
            </p:nvSpPr>
            <p:spPr bwMode="auto">
              <a:xfrm>
                <a:off x="2904" y="1650"/>
                <a:ext cx="149" cy="141"/>
              </a:xfrm>
              <a:custGeom>
                <a:avLst/>
                <a:gdLst/>
                <a:ahLst/>
                <a:cxnLst>
                  <a:cxn ang="0">
                    <a:pos x="230" y="122"/>
                  </a:cxn>
                  <a:cxn ang="0">
                    <a:pos x="240" y="135"/>
                  </a:cxn>
                  <a:cxn ang="0">
                    <a:pos x="249" y="148"/>
                  </a:cxn>
                  <a:cxn ang="0">
                    <a:pos x="258" y="162"/>
                  </a:cxn>
                  <a:cxn ang="0">
                    <a:pos x="268" y="175"/>
                  </a:cxn>
                  <a:cxn ang="0">
                    <a:pos x="276" y="189"/>
                  </a:cxn>
                  <a:cxn ang="0">
                    <a:pos x="284" y="203"/>
                  </a:cxn>
                  <a:cxn ang="0">
                    <a:pos x="292" y="218"/>
                  </a:cxn>
                  <a:cxn ang="0">
                    <a:pos x="299" y="232"/>
                  </a:cxn>
                  <a:cxn ang="0">
                    <a:pos x="283" y="237"/>
                  </a:cxn>
                  <a:cxn ang="0">
                    <a:pos x="266" y="242"/>
                  </a:cxn>
                  <a:cxn ang="0">
                    <a:pos x="249" y="247"/>
                  </a:cxn>
                  <a:cxn ang="0">
                    <a:pos x="233" y="250"/>
                  </a:cxn>
                  <a:cxn ang="0">
                    <a:pos x="215" y="255"/>
                  </a:cxn>
                  <a:cxn ang="0">
                    <a:pos x="197" y="258"/>
                  </a:cxn>
                  <a:cxn ang="0">
                    <a:pos x="179" y="263"/>
                  </a:cxn>
                  <a:cxn ang="0">
                    <a:pos x="160" y="265"/>
                  </a:cxn>
                  <a:cxn ang="0">
                    <a:pos x="141" y="269"/>
                  </a:cxn>
                  <a:cxn ang="0">
                    <a:pos x="122" y="272"/>
                  </a:cxn>
                  <a:cxn ang="0">
                    <a:pos x="103" y="275"/>
                  </a:cxn>
                  <a:cxn ang="0">
                    <a:pos x="83" y="277"/>
                  </a:cxn>
                  <a:cxn ang="0">
                    <a:pos x="63" y="279"/>
                  </a:cxn>
                  <a:cxn ang="0">
                    <a:pos x="42" y="280"/>
                  </a:cxn>
                  <a:cxn ang="0">
                    <a:pos x="21" y="281"/>
                  </a:cxn>
                  <a:cxn ang="0">
                    <a:pos x="0" y="283"/>
                  </a:cxn>
                  <a:cxn ang="0">
                    <a:pos x="0" y="104"/>
                  </a:cxn>
                  <a:cxn ang="0">
                    <a:pos x="0" y="21"/>
                  </a:cxn>
                  <a:cxn ang="0">
                    <a:pos x="7" y="21"/>
                  </a:cxn>
                  <a:cxn ang="0">
                    <a:pos x="13" y="20"/>
                  </a:cxn>
                  <a:cxn ang="0">
                    <a:pos x="20" y="20"/>
                  </a:cxn>
                  <a:cxn ang="0">
                    <a:pos x="26" y="19"/>
                  </a:cxn>
                  <a:cxn ang="0">
                    <a:pos x="33" y="18"/>
                  </a:cxn>
                  <a:cxn ang="0">
                    <a:pos x="38" y="17"/>
                  </a:cxn>
                  <a:cxn ang="0">
                    <a:pos x="44" y="17"/>
                  </a:cxn>
                  <a:cxn ang="0">
                    <a:pos x="50" y="15"/>
                  </a:cxn>
                  <a:cxn ang="0">
                    <a:pos x="58" y="13"/>
                  </a:cxn>
                  <a:cxn ang="0">
                    <a:pos x="66" y="12"/>
                  </a:cxn>
                  <a:cxn ang="0">
                    <a:pos x="74" y="10"/>
                  </a:cxn>
                  <a:cxn ang="0">
                    <a:pos x="81" y="8"/>
                  </a:cxn>
                  <a:cxn ang="0">
                    <a:pos x="88" y="6"/>
                  </a:cxn>
                  <a:cxn ang="0">
                    <a:pos x="95" y="5"/>
                  </a:cxn>
                  <a:cxn ang="0">
                    <a:pos x="102" y="3"/>
                  </a:cxn>
                  <a:cxn ang="0">
                    <a:pos x="109" y="0"/>
                  </a:cxn>
                  <a:cxn ang="0">
                    <a:pos x="125" y="13"/>
                  </a:cxn>
                  <a:cxn ang="0">
                    <a:pos x="141" y="27"/>
                  </a:cxn>
                  <a:cxn ang="0">
                    <a:pos x="156" y="41"/>
                  </a:cxn>
                  <a:cxn ang="0">
                    <a:pos x="171" y="56"/>
                  </a:cxn>
                  <a:cxn ang="0">
                    <a:pos x="186" y="72"/>
                  </a:cxn>
                  <a:cxn ang="0">
                    <a:pos x="201" y="88"/>
                  </a:cxn>
                  <a:cxn ang="0">
                    <a:pos x="216" y="105"/>
                  </a:cxn>
                  <a:cxn ang="0">
                    <a:pos x="230" y="122"/>
                  </a:cxn>
                </a:cxnLst>
                <a:rect l="0" t="0" r="r" b="b"/>
                <a:pathLst>
                  <a:path w="299" h="283">
                    <a:moveTo>
                      <a:pt x="230" y="122"/>
                    </a:moveTo>
                    <a:lnTo>
                      <a:pt x="240" y="135"/>
                    </a:lnTo>
                    <a:lnTo>
                      <a:pt x="249" y="148"/>
                    </a:lnTo>
                    <a:lnTo>
                      <a:pt x="258" y="162"/>
                    </a:lnTo>
                    <a:lnTo>
                      <a:pt x="268" y="175"/>
                    </a:lnTo>
                    <a:lnTo>
                      <a:pt x="276" y="189"/>
                    </a:lnTo>
                    <a:lnTo>
                      <a:pt x="284" y="203"/>
                    </a:lnTo>
                    <a:lnTo>
                      <a:pt x="292" y="218"/>
                    </a:lnTo>
                    <a:lnTo>
                      <a:pt x="299" y="232"/>
                    </a:lnTo>
                    <a:lnTo>
                      <a:pt x="283" y="237"/>
                    </a:lnTo>
                    <a:lnTo>
                      <a:pt x="266" y="242"/>
                    </a:lnTo>
                    <a:lnTo>
                      <a:pt x="249" y="247"/>
                    </a:lnTo>
                    <a:lnTo>
                      <a:pt x="233" y="250"/>
                    </a:lnTo>
                    <a:lnTo>
                      <a:pt x="215" y="255"/>
                    </a:lnTo>
                    <a:lnTo>
                      <a:pt x="197" y="258"/>
                    </a:lnTo>
                    <a:lnTo>
                      <a:pt x="179" y="263"/>
                    </a:lnTo>
                    <a:lnTo>
                      <a:pt x="160" y="265"/>
                    </a:lnTo>
                    <a:lnTo>
                      <a:pt x="141" y="269"/>
                    </a:lnTo>
                    <a:lnTo>
                      <a:pt x="122" y="272"/>
                    </a:lnTo>
                    <a:lnTo>
                      <a:pt x="103" y="275"/>
                    </a:lnTo>
                    <a:lnTo>
                      <a:pt x="83" y="277"/>
                    </a:lnTo>
                    <a:lnTo>
                      <a:pt x="63" y="279"/>
                    </a:lnTo>
                    <a:lnTo>
                      <a:pt x="42" y="280"/>
                    </a:lnTo>
                    <a:lnTo>
                      <a:pt x="21" y="281"/>
                    </a:lnTo>
                    <a:lnTo>
                      <a:pt x="0" y="283"/>
                    </a:lnTo>
                    <a:lnTo>
                      <a:pt x="0" y="104"/>
                    </a:lnTo>
                    <a:lnTo>
                      <a:pt x="0" y="21"/>
                    </a:lnTo>
                    <a:lnTo>
                      <a:pt x="7" y="21"/>
                    </a:lnTo>
                    <a:lnTo>
                      <a:pt x="13" y="20"/>
                    </a:lnTo>
                    <a:lnTo>
                      <a:pt x="20" y="20"/>
                    </a:lnTo>
                    <a:lnTo>
                      <a:pt x="26" y="19"/>
                    </a:lnTo>
                    <a:lnTo>
                      <a:pt x="33" y="18"/>
                    </a:lnTo>
                    <a:lnTo>
                      <a:pt x="38" y="17"/>
                    </a:lnTo>
                    <a:lnTo>
                      <a:pt x="44" y="17"/>
                    </a:lnTo>
                    <a:lnTo>
                      <a:pt x="50" y="15"/>
                    </a:lnTo>
                    <a:lnTo>
                      <a:pt x="58" y="13"/>
                    </a:lnTo>
                    <a:lnTo>
                      <a:pt x="66" y="12"/>
                    </a:lnTo>
                    <a:lnTo>
                      <a:pt x="74" y="10"/>
                    </a:lnTo>
                    <a:lnTo>
                      <a:pt x="81" y="8"/>
                    </a:lnTo>
                    <a:lnTo>
                      <a:pt x="88" y="6"/>
                    </a:lnTo>
                    <a:lnTo>
                      <a:pt x="95" y="5"/>
                    </a:lnTo>
                    <a:lnTo>
                      <a:pt x="102" y="3"/>
                    </a:lnTo>
                    <a:lnTo>
                      <a:pt x="109" y="0"/>
                    </a:lnTo>
                    <a:lnTo>
                      <a:pt x="125" y="13"/>
                    </a:lnTo>
                    <a:lnTo>
                      <a:pt x="141" y="27"/>
                    </a:lnTo>
                    <a:lnTo>
                      <a:pt x="156" y="41"/>
                    </a:lnTo>
                    <a:lnTo>
                      <a:pt x="171" y="56"/>
                    </a:lnTo>
                    <a:lnTo>
                      <a:pt x="186" y="72"/>
                    </a:lnTo>
                    <a:lnTo>
                      <a:pt x="201" y="88"/>
                    </a:lnTo>
                    <a:lnTo>
                      <a:pt x="216" y="105"/>
                    </a:lnTo>
                    <a:lnTo>
                      <a:pt x="230" y="122"/>
                    </a:lnTo>
                    <a:close/>
                  </a:path>
                </a:pathLst>
              </a:custGeom>
              <a:grpFill/>
              <a:ln w="9525">
                <a:noFill/>
                <a:round/>
                <a:headEnd/>
                <a:tailEnd/>
              </a:ln>
            </p:spPr>
            <p:txBody>
              <a:bodyPr/>
              <a:lstStyle/>
              <a:p>
                <a:pPr algn="ctr">
                  <a:defRPr/>
                </a:pPr>
                <a:endParaRPr lang="en-US" sz="900" dirty="0"/>
              </a:p>
            </p:txBody>
          </p:sp>
          <p:sp>
            <p:nvSpPr>
              <p:cNvPr id="87" name="Freeform 86"/>
              <p:cNvSpPr>
                <a:spLocks/>
              </p:cNvSpPr>
              <p:nvPr/>
            </p:nvSpPr>
            <p:spPr bwMode="auto">
              <a:xfrm>
                <a:off x="2824" y="1584"/>
                <a:ext cx="113" cy="40"/>
              </a:xfrm>
              <a:custGeom>
                <a:avLst/>
                <a:gdLst/>
                <a:ahLst/>
                <a:cxnLst>
                  <a:cxn ang="0">
                    <a:pos x="114" y="0"/>
                  </a:cxn>
                  <a:cxn ang="0">
                    <a:pos x="137" y="1"/>
                  </a:cxn>
                  <a:cxn ang="0">
                    <a:pos x="158" y="3"/>
                  </a:cxn>
                  <a:cxn ang="0">
                    <a:pos x="177" y="7"/>
                  </a:cxn>
                  <a:cxn ang="0">
                    <a:pos x="194" y="12"/>
                  </a:cxn>
                  <a:cxn ang="0">
                    <a:pos x="207" y="18"/>
                  </a:cxn>
                  <a:cxn ang="0">
                    <a:pos x="218" y="25"/>
                  </a:cxn>
                  <a:cxn ang="0">
                    <a:pos x="225" y="32"/>
                  </a:cxn>
                  <a:cxn ang="0">
                    <a:pos x="227" y="40"/>
                  </a:cxn>
                  <a:cxn ang="0">
                    <a:pos x="226" y="45"/>
                  </a:cxn>
                  <a:cxn ang="0">
                    <a:pos x="224" y="51"/>
                  </a:cxn>
                  <a:cxn ang="0">
                    <a:pos x="220" y="55"/>
                  </a:cxn>
                  <a:cxn ang="0">
                    <a:pos x="214" y="59"/>
                  </a:cxn>
                  <a:cxn ang="0">
                    <a:pos x="207" y="63"/>
                  </a:cxn>
                  <a:cxn ang="0">
                    <a:pos x="199" y="67"/>
                  </a:cxn>
                  <a:cxn ang="0">
                    <a:pos x="190" y="70"/>
                  </a:cxn>
                  <a:cxn ang="0">
                    <a:pos x="180" y="74"/>
                  </a:cxn>
                  <a:cxn ang="0">
                    <a:pos x="173" y="75"/>
                  </a:cxn>
                  <a:cxn ang="0">
                    <a:pos x="165" y="77"/>
                  </a:cxn>
                  <a:cxn ang="0">
                    <a:pos x="157" y="78"/>
                  </a:cxn>
                  <a:cxn ang="0">
                    <a:pos x="149" y="78"/>
                  </a:cxn>
                  <a:cxn ang="0">
                    <a:pos x="141" y="79"/>
                  </a:cxn>
                  <a:cxn ang="0">
                    <a:pos x="133" y="81"/>
                  </a:cxn>
                  <a:cxn ang="0">
                    <a:pos x="123" y="81"/>
                  </a:cxn>
                  <a:cxn ang="0">
                    <a:pos x="114" y="81"/>
                  </a:cxn>
                  <a:cxn ang="0">
                    <a:pos x="91" y="79"/>
                  </a:cxn>
                  <a:cxn ang="0">
                    <a:pos x="69" y="77"/>
                  </a:cxn>
                  <a:cxn ang="0">
                    <a:pos x="51" y="74"/>
                  </a:cxn>
                  <a:cxn ang="0">
                    <a:pos x="34" y="69"/>
                  </a:cxn>
                  <a:cxn ang="0">
                    <a:pos x="20" y="63"/>
                  </a:cxn>
                  <a:cxn ang="0">
                    <a:pos x="9" y="56"/>
                  </a:cxn>
                  <a:cxn ang="0">
                    <a:pos x="2" y="48"/>
                  </a:cxn>
                  <a:cxn ang="0">
                    <a:pos x="0" y="40"/>
                  </a:cxn>
                  <a:cxn ang="0">
                    <a:pos x="2" y="32"/>
                  </a:cxn>
                  <a:cxn ang="0">
                    <a:pos x="9" y="25"/>
                  </a:cxn>
                  <a:cxn ang="0">
                    <a:pos x="20" y="18"/>
                  </a:cxn>
                  <a:cxn ang="0">
                    <a:pos x="34" y="12"/>
                  </a:cxn>
                  <a:cxn ang="0">
                    <a:pos x="51" y="7"/>
                  </a:cxn>
                  <a:cxn ang="0">
                    <a:pos x="69" y="3"/>
                  </a:cxn>
                  <a:cxn ang="0">
                    <a:pos x="91" y="1"/>
                  </a:cxn>
                  <a:cxn ang="0">
                    <a:pos x="114" y="0"/>
                  </a:cxn>
                </a:cxnLst>
                <a:rect l="0" t="0" r="r" b="b"/>
                <a:pathLst>
                  <a:path w="227" h="81">
                    <a:moveTo>
                      <a:pt x="114" y="0"/>
                    </a:moveTo>
                    <a:lnTo>
                      <a:pt x="137" y="1"/>
                    </a:lnTo>
                    <a:lnTo>
                      <a:pt x="158" y="3"/>
                    </a:lnTo>
                    <a:lnTo>
                      <a:pt x="177" y="7"/>
                    </a:lnTo>
                    <a:lnTo>
                      <a:pt x="194" y="12"/>
                    </a:lnTo>
                    <a:lnTo>
                      <a:pt x="207" y="18"/>
                    </a:lnTo>
                    <a:lnTo>
                      <a:pt x="218" y="25"/>
                    </a:lnTo>
                    <a:lnTo>
                      <a:pt x="225" y="32"/>
                    </a:lnTo>
                    <a:lnTo>
                      <a:pt x="227" y="40"/>
                    </a:lnTo>
                    <a:lnTo>
                      <a:pt x="226" y="45"/>
                    </a:lnTo>
                    <a:lnTo>
                      <a:pt x="224" y="51"/>
                    </a:lnTo>
                    <a:lnTo>
                      <a:pt x="220" y="55"/>
                    </a:lnTo>
                    <a:lnTo>
                      <a:pt x="214" y="59"/>
                    </a:lnTo>
                    <a:lnTo>
                      <a:pt x="207" y="63"/>
                    </a:lnTo>
                    <a:lnTo>
                      <a:pt x="199" y="67"/>
                    </a:lnTo>
                    <a:lnTo>
                      <a:pt x="190" y="70"/>
                    </a:lnTo>
                    <a:lnTo>
                      <a:pt x="180" y="74"/>
                    </a:lnTo>
                    <a:lnTo>
                      <a:pt x="173" y="75"/>
                    </a:lnTo>
                    <a:lnTo>
                      <a:pt x="165" y="77"/>
                    </a:lnTo>
                    <a:lnTo>
                      <a:pt x="157" y="78"/>
                    </a:lnTo>
                    <a:lnTo>
                      <a:pt x="149" y="78"/>
                    </a:lnTo>
                    <a:lnTo>
                      <a:pt x="141" y="79"/>
                    </a:lnTo>
                    <a:lnTo>
                      <a:pt x="133" y="81"/>
                    </a:lnTo>
                    <a:lnTo>
                      <a:pt x="123" y="81"/>
                    </a:lnTo>
                    <a:lnTo>
                      <a:pt x="114" y="81"/>
                    </a:lnTo>
                    <a:lnTo>
                      <a:pt x="91" y="79"/>
                    </a:lnTo>
                    <a:lnTo>
                      <a:pt x="69" y="77"/>
                    </a:lnTo>
                    <a:lnTo>
                      <a:pt x="51" y="74"/>
                    </a:lnTo>
                    <a:lnTo>
                      <a:pt x="34" y="69"/>
                    </a:lnTo>
                    <a:lnTo>
                      <a:pt x="20" y="63"/>
                    </a:lnTo>
                    <a:lnTo>
                      <a:pt x="9" y="56"/>
                    </a:lnTo>
                    <a:lnTo>
                      <a:pt x="2" y="48"/>
                    </a:lnTo>
                    <a:lnTo>
                      <a:pt x="0" y="40"/>
                    </a:lnTo>
                    <a:lnTo>
                      <a:pt x="2" y="32"/>
                    </a:lnTo>
                    <a:lnTo>
                      <a:pt x="9" y="25"/>
                    </a:lnTo>
                    <a:lnTo>
                      <a:pt x="20" y="18"/>
                    </a:lnTo>
                    <a:lnTo>
                      <a:pt x="34" y="12"/>
                    </a:lnTo>
                    <a:lnTo>
                      <a:pt x="51" y="7"/>
                    </a:lnTo>
                    <a:lnTo>
                      <a:pt x="69" y="3"/>
                    </a:lnTo>
                    <a:lnTo>
                      <a:pt x="91" y="1"/>
                    </a:lnTo>
                    <a:lnTo>
                      <a:pt x="114" y="0"/>
                    </a:lnTo>
                    <a:close/>
                  </a:path>
                </a:pathLst>
              </a:custGeom>
              <a:grpFill/>
              <a:ln w="9525">
                <a:noFill/>
                <a:round/>
                <a:headEnd/>
                <a:tailEnd/>
              </a:ln>
            </p:spPr>
            <p:txBody>
              <a:bodyPr/>
              <a:lstStyle/>
              <a:p>
                <a:pPr algn="ctr">
                  <a:defRPr/>
                </a:pPr>
                <a:endParaRPr lang="en-US" sz="900" dirty="0"/>
              </a:p>
            </p:txBody>
          </p:sp>
          <p:sp>
            <p:nvSpPr>
              <p:cNvPr id="88" name="Freeform 87"/>
              <p:cNvSpPr>
                <a:spLocks/>
              </p:cNvSpPr>
              <p:nvPr/>
            </p:nvSpPr>
            <p:spPr bwMode="auto">
              <a:xfrm>
                <a:off x="2707" y="1648"/>
                <a:ext cx="149" cy="143"/>
              </a:xfrm>
              <a:custGeom>
                <a:avLst/>
                <a:gdLst/>
                <a:ahLst/>
                <a:cxnLst>
                  <a:cxn ang="0">
                    <a:pos x="194" y="0"/>
                  </a:cxn>
                  <a:cxn ang="0">
                    <a:pos x="205" y="5"/>
                  </a:cxn>
                  <a:cxn ang="0">
                    <a:pos x="217" y="8"/>
                  </a:cxn>
                  <a:cxn ang="0">
                    <a:pos x="230" y="11"/>
                  </a:cxn>
                  <a:cxn ang="0">
                    <a:pos x="243" y="15"/>
                  </a:cxn>
                  <a:cxn ang="0">
                    <a:pos x="256" y="17"/>
                  </a:cxn>
                  <a:cxn ang="0">
                    <a:pos x="270" y="20"/>
                  </a:cxn>
                  <a:cxn ang="0">
                    <a:pos x="284" y="22"/>
                  </a:cxn>
                  <a:cxn ang="0">
                    <a:pos x="299" y="23"/>
                  </a:cxn>
                  <a:cxn ang="0">
                    <a:pos x="299" y="192"/>
                  </a:cxn>
                  <a:cxn ang="0">
                    <a:pos x="299" y="286"/>
                  </a:cxn>
                  <a:cxn ang="0">
                    <a:pos x="279" y="284"/>
                  </a:cxn>
                  <a:cxn ang="0">
                    <a:pos x="260" y="283"/>
                  </a:cxn>
                  <a:cxn ang="0">
                    <a:pos x="240" y="282"/>
                  </a:cxn>
                  <a:cxn ang="0">
                    <a:pos x="220" y="280"/>
                  </a:cxn>
                  <a:cxn ang="0">
                    <a:pos x="202" y="278"/>
                  </a:cxn>
                  <a:cxn ang="0">
                    <a:pos x="182" y="275"/>
                  </a:cxn>
                  <a:cxn ang="0">
                    <a:pos x="165" y="273"/>
                  </a:cxn>
                  <a:cxn ang="0">
                    <a:pos x="147" y="269"/>
                  </a:cxn>
                  <a:cxn ang="0">
                    <a:pos x="127" y="266"/>
                  </a:cxn>
                  <a:cxn ang="0">
                    <a:pos x="108" y="263"/>
                  </a:cxn>
                  <a:cxn ang="0">
                    <a:pos x="88" y="258"/>
                  </a:cxn>
                  <a:cxn ang="0">
                    <a:pos x="70" y="253"/>
                  </a:cxn>
                  <a:cxn ang="0">
                    <a:pos x="51" y="250"/>
                  </a:cxn>
                  <a:cxn ang="0">
                    <a:pos x="34" y="245"/>
                  </a:cxn>
                  <a:cxn ang="0">
                    <a:pos x="17" y="240"/>
                  </a:cxn>
                  <a:cxn ang="0">
                    <a:pos x="0" y="235"/>
                  </a:cxn>
                  <a:cxn ang="0">
                    <a:pos x="10" y="216"/>
                  </a:cxn>
                  <a:cxn ang="0">
                    <a:pos x="19" y="198"/>
                  </a:cxn>
                  <a:cxn ang="0">
                    <a:pos x="30" y="181"/>
                  </a:cxn>
                  <a:cxn ang="0">
                    <a:pos x="41" y="164"/>
                  </a:cxn>
                  <a:cxn ang="0">
                    <a:pos x="53" y="146"/>
                  </a:cxn>
                  <a:cxn ang="0">
                    <a:pos x="65" y="129"/>
                  </a:cxn>
                  <a:cxn ang="0">
                    <a:pos x="79" y="113"/>
                  </a:cxn>
                  <a:cxn ang="0">
                    <a:pos x="91" y="97"/>
                  </a:cxn>
                  <a:cxn ang="0">
                    <a:pos x="104" y="83"/>
                  </a:cxn>
                  <a:cxn ang="0">
                    <a:pos x="117" y="70"/>
                  </a:cxn>
                  <a:cxn ang="0">
                    <a:pos x="129" y="56"/>
                  </a:cxn>
                  <a:cxn ang="0">
                    <a:pos x="142" y="45"/>
                  </a:cxn>
                  <a:cxn ang="0">
                    <a:pos x="155" y="32"/>
                  </a:cxn>
                  <a:cxn ang="0">
                    <a:pos x="167" y="21"/>
                  </a:cxn>
                  <a:cxn ang="0">
                    <a:pos x="181" y="10"/>
                  </a:cxn>
                  <a:cxn ang="0">
                    <a:pos x="194" y="0"/>
                  </a:cxn>
                </a:cxnLst>
                <a:rect l="0" t="0" r="r" b="b"/>
                <a:pathLst>
                  <a:path w="299" h="286">
                    <a:moveTo>
                      <a:pt x="194" y="0"/>
                    </a:moveTo>
                    <a:lnTo>
                      <a:pt x="205" y="5"/>
                    </a:lnTo>
                    <a:lnTo>
                      <a:pt x="217" y="8"/>
                    </a:lnTo>
                    <a:lnTo>
                      <a:pt x="230" y="11"/>
                    </a:lnTo>
                    <a:lnTo>
                      <a:pt x="243" y="15"/>
                    </a:lnTo>
                    <a:lnTo>
                      <a:pt x="256" y="17"/>
                    </a:lnTo>
                    <a:lnTo>
                      <a:pt x="270" y="20"/>
                    </a:lnTo>
                    <a:lnTo>
                      <a:pt x="284" y="22"/>
                    </a:lnTo>
                    <a:lnTo>
                      <a:pt x="299" y="23"/>
                    </a:lnTo>
                    <a:lnTo>
                      <a:pt x="299" y="192"/>
                    </a:lnTo>
                    <a:lnTo>
                      <a:pt x="299" y="286"/>
                    </a:lnTo>
                    <a:lnTo>
                      <a:pt x="279" y="284"/>
                    </a:lnTo>
                    <a:lnTo>
                      <a:pt x="260" y="283"/>
                    </a:lnTo>
                    <a:lnTo>
                      <a:pt x="240" y="282"/>
                    </a:lnTo>
                    <a:lnTo>
                      <a:pt x="220" y="280"/>
                    </a:lnTo>
                    <a:lnTo>
                      <a:pt x="202" y="278"/>
                    </a:lnTo>
                    <a:lnTo>
                      <a:pt x="182" y="275"/>
                    </a:lnTo>
                    <a:lnTo>
                      <a:pt x="165" y="273"/>
                    </a:lnTo>
                    <a:lnTo>
                      <a:pt x="147" y="269"/>
                    </a:lnTo>
                    <a:lnTo>
                      <a:pt x="127" y="266"/>
                    </a:lnTo>
                    <a:lnTo>
                      <a:pt x="108" y="263"/>
                    </a:lnTo>
                    <a:lnTo>
                      <a:pt x="88" y="258"/>
                    </a:lnTo>
                    <a:lnTo>
                      <a:pt x="70" y="253"/>
                    </a:lnTo>
                    <a:lnTo>
                      <a:pt x="51" y="250"/>
                    </a:lnTo>
                    <a:lnTo>
                      <a:pt x="34" y="245"/>
                    </a:lnTo>
                    <a:lnTo>
                      <a:pt x="17" y="240"/>
                    </a:lnTo>
                    <a:lnTo>
                      <a:pt x="0" y="235"/>
                    </a:lnTo>
                    <a:lnTo>
                      <a:pt x="10" y="216"/>
                    </a:lnTo>
                    <a:lnTo>
                      <a:pt x="19" y="198"/>
                    </a:lnTo>
                    <a:lnTo>
                      <a:pt x="30" y="181"/>
                    </a:lnTo>
                    <a:lnTo>
                      <a:pt x="41" y="164"/>
                    </a:lnTo>
                    <a:lnTo>
                      <a:pt x="53" y="146"/>
                    </a:lnTo>
                    <a:lnTo>
                      <a:pt x="65" y="129"/>
                    </a:lnTo>
                    <a:lnTo>
                      <a:pt x="79" y="113"/>
                    </a:lnTo>
                    <a:lnTo>
                      <a:pt x="91" y="97"/>
                    </a:lnTo>
                    <a:lnTo>
                      <a:pt x="104" y="83"/>
                    </a:lnTo>
                    <a:lnTo>
                      <a:pt x="117" y="70"/>
                    </a:lnTo>
                    <a:lnTo>
                      <a:pt x="129" y="56"/>
                    </a:lnTo>
                    <a:lnTo>
                      <a:pt x="142" y="45"/>
                    </a:lnTo>
                    <a:lnTo>
                      <a:pt x="155" y="32"/>
                    </a:lnTo>
                    <a:lnTo>
                      <a:pt x="167" y="21"/>
                    </a:lnTo>
                    <a:lnTo>
                      <a:pt x="181" y="10"/>
                    </a:lnTo>
                    <a:lnTo>
                      <a:pt x="194" y="0"/>
                    </a:lnTo>
                    <a:close/>
                  </a:path>
                </a:pathLst>
              </a:custGeom>
              <a:grpFill/>
              <a:ln w="9525">
                <a:noFill/>
                <a:round/>
                <a:headEnd/>
                <a:tailEnd/>
              </a:ln>
            </p:spPr>
            <p:txBody>
              <a:bodyPr/>
              <a:lstStyle/>
              <a:p>
                <a:pPr algn="ctr">
                  <a:defRPr/>
                </a:pPr>
                <a:endParaRPr lang="en-US" sz="900" dirty="0"/>
              </a:p>
            </p:txBody>
          </p:sp>
          <p:sp>
            <p:nvSpPr>
              <p:cNvPr id="89" name="Freeform 88"/>
              <p:cNvSpPr>
                <a:spLocks/>
              </p:cNvSpPr>
              <p:nvPr/>
            </p:nvSpPr>
            <p:spPr bwMode="auto">
              <a:xfrm>
                <a:off x="2575" y="1594"/>
                <a:ext cx="188" cy="150"/>
              </a:xfrm>
              <a:custGeom>
                <a:avLst/>
                <a:gdLst/>
                <a:ahLst/>
                <a:cxnLst>
                  <a:cxn ang="0">
                    <a:pos x="375" y="0"/>
                  </a:cxn>
                  <a:cxn ang="0">
                    <a:pos x="372" y="5"/>
                  </a:cxn>
                  <a:cxn ang="0">
                    <a:pos x="370" y="12"/>
                  </a:cxn>
                  <a:cxn ang="0">
                    <a:pos x="368" y="18"/>
                  </a:cxn>
                  <a:cxn ang="0">
                    <a:pos x="368" y="25"/>
                  </a:cxn>
                  <a:cxn ang="0">
                    <a:pos x="368" y="31"/>
                  </a:cxn>
                  <a:cxn ang="0">
                    <a:pos x="369" y="36"/>
                  </a:cxn>
                  <a:cxn ang="0">
                    <a:pos x="372" y="42"/>
                  </a:cxn>
                  <a:cxn ang="0">
                    <a:pos x="374" y="48"/>
                  </a:cxn>
                  <a:cxn ang="0">
                    <a:pos x="359" y="58"/>
                  </a:cxn>
                  <a:cxn ang="0">
                    <a:pos x="344" y="71"/>
                  </a:cxn>
                  <a:cxn ang="0">
                    <a:pos x="329" y="84"/>
                  </a:cxn>
                  <a:cxn ang="0">
                    <a:pos x="313" y="99"/>
                  </a:cxn>
                  <a:cxn ang="0">
                    <a:pos x="297" y="115"/>
                  </a:cxn>
                  <a:cxn ang="0">
                    <a:pos x="279" y="132"/>
                  </a:cxn>
                  <a:cxn ang="0">
                    <a:pos x="263" y="150"/>
                  </a:cxn>
                  <a:cxn ang="0">
                    <a:pos x="246" y="170"/>
                  </a:cxn>
                  <a:cxn ang="0">
                    <a:pos x="235" y="184"/>
                  </a:cxn>
                  <a:cxn ang="0">
                    <a:pos x="224" y="199"/>
                  </a:cxn>
                  <a:cxn ang="0">
                    <a:pos x="213" y="214"/>
                  </a:cxn>
                  <a:cxn ang="0">
                    <a:pos x="201" y="230"/>
                  </a:cxn>
                  <a:cxn ang="0">
                    <a:pos x="191" y="246"/>
                  </a:cxn>
                  <a:cxn ang="0">
                    <a:pos x="179" y="263"/>
                  </a:cxn>
                  <a:cxn ang="0">
                    <a:pos x="169" y="282"/>
                  </a:cxn>
                  <a:cxn ang="0">
                    <a:pos x="159" y="300"/>
                  </a:cxn>
                  <a:cxn ang="0">
                    <a:pos x="129" y="284"/>
                  </a:cxn>
                  <a:cxn ang="0">
                    <a:pos x="102" y="267"/>
                  </a:cxn>
                  <a:cxn ang="0">
                    <a:pos x="77" y="249"/>
                  </a:cxn>
                  <a:cxn ang="0">
                    <a:pos x="56" y="231"/>
                  </a:cxn>
                  <a:cxn ang="0">
                    <a:pos x="38" y="213"/>
                  </a:cxn>
                  <a:cxn ang="0">
                    <a:pos x="21" y="194"/>
                  </a:cxn>
                  <a:cxn ang="0">
                    <a:pos x="9" y="175"/>
                  </a:cxn>
                  <a:cxn ang="0">
                    <a:pos x="0" y="155"/>
                  </a:cxn>
                  <a:cxn ang="0">
                    <a:pos x="16" y="142"/>
                  </a:cxn>
                  <a:cxn ang="0">
                    <a:pos x="33" y="130"/>
                  </a:cxn>
                  <a:cxn ang="0">
                    <a:pos x="49" y="118"/>
                  </a:cxn>
                  <a:cxn ang="0">
                    <a:pos x="66" y="107"/>
                  </a:cxn>
                  <a:cxn ang="0">
                    <a:pos x="84" y="97"/>
                  </a:cxn>
                  <a:cxn ang="0">
                    <a:pos x="101" y="87"/>
                  </a:cxn>
                  <a:cxn ang="0">
                    <a:pos x="118" y="78"/>
                  </a:cxn>
                  <a:cxn ang="0">
                    <a:pos x="135" y="70"/>
                  </a:cxn>
                  <a:cxn ang="0">
                    <a:pos x="153" y="62"/>
                  </a:cxn>
                  <a:cxn ang="0">
                    <a:pos x="169" y="55"/>
                  </a:cxn>
                  <a:cxn ang="0">
                    <a:pos x="185" y="48"/>
                  </a:cxn>
                  <a:cxn ang="0">
                    <a:pos x="202" y="42"/>
                  </a:cxn>
                  <a:cxn ang="0">
                    <a:pos x="218" y="36"/>
                  </a:cxn>
                  <a:cxn ang="0">
                    <a:pos x="235" y="32"/>
                  </a:cxn>
                  <a:cxn ang="0">
                    <a:pos x="249" y="26"/>
                  </a:cxn>
                  <a:cxn ang="0">
                    <a:pos x="266" y="23"/>
                  </a:cxn>
                  <a:cxn ang="0">
                    <a:pos x="281" y="18"/>
                  </a:cxn>
                  <a:cxn ang="0">
                    <a:pos x="296" y="15"/>
                  </a:cxn>
                  <a:cxn ang="0">
                    <a:pos x="309" y="11"/>
                  </a:cxn>
                  <a:cxn ang="0">
                    <a:pos x="323" y="9"/>
                  </a:cxn>
                  <a:cxn ang="0">
                    <a:pos x="337" y="5"/>
                  </a:cxn>
                  <a:cxn ang="0">
                    <a:pos x="350" y="3"/>
                  </a:cxn>
                  <a:cxn ang="0">
                    <a:pos x="362" y="2"/>
                  </a:cxn>
                  <a:cxn ang="0">
                    <a:pos x="375" y="0"/>
                  </a:cxn>
                </a:cxnLst>
                <a:rect l="0" t="0" r="r" b="b"/>
                <a:pathLst>
                  <a:path w="375" h="300">
                    <a:moveTo>
                      <a:pt x="375" y="0"/>
                    </a:moveTo>
                    <a:lnTo>
                      <a:pt x="372" y="5"/>
                    </a:lnTo>
                    <a:lnTo>
                      <a:pt x="370" y="12"/>
                    </a:lnTo>
                    <a:lnTo>
                      <a:pt x="368" y="18"/>
                    </a:lnTo>
                    <a:lnTo>
                      <a:pt x="368" y="25"/>
                    </a:lnTo>
                    <a:lnTo>
                      <a:pt x="368" y="31"/>
                    </a:lnTo>
                    <a:lnTo>
                      <a:pt x="369" y="36"/>
                    </a:lnTo>
                    <a:lnTo>
                      <a:pt x="372" y="42"/>
                    </a:lnTo>
                    <a:lnTo>
                      <a:pt x="374" y="48"/>
                    </a:lnTo>
                    <a:lnTo>
                      <a:pt x="359" y="58"/>
                    </a:lnTo>
                    <a:lnTo>
                      <a:pt x="344" y="71"/>
                    </a:lnTo>
                    <a:lnTo>
                      <a:pt x="329" y="84"/>
                    </a:lnTo>
                    <a:lnTo>
                      <a:pt x="313" y="99"/>
                    </a:lnTo>
                    <a:lnTo>
                      <a:pt x="297" y="115"/>
                    </a:lnTo>
                    <a:lnTo>
                      <a:pt x="279" y="132"/>
                    </a:lnTo>
                    <a:lnTo>
                      <a:pt x="263" y="150"/>
                    </a:lnTo>
                    <a:lnTo>
                      <a:pt x="246" y="170"/>
                    </a:lnTo>
                    <a:lnTo>
                      <a:pt x="235" y="184"/>
                    </a:lnTo>
                    <a:lnTo>
                      <a:pt x="224" y="199"/>
                    </a:lnTo>
                    <a:lnTo>
                      <a:pt x="213" y="214"/>
                    </a:lnTo>
                    <a:lnTo>
                      <a:pt x="201" y="230"/>
                    </a:lnTo>
                    <a:lnTo>
                      <a:pt x="191" y="246"/>
                    </a:lnTo>
                    <a:lnTo>
                      <a:pt x="179" y="263"/>
                    </a:lnTo>
                    <a:lnTo>
                      <a:pt x="169" y="282"/>
                    </a:lnTo>
                    <a:lnTo>
                      <a:pt x="159" y="300"/>
                    </a:lnTo>
                    <a:lnTo>
                      <a:pt x="129" y="284"/>
                    </a:lnTo>
                    <a:lnTo>
                      <a:pt x="102" y="267"/>
                    </a:lnTo>
                    <a:lnTo>
                      <a:pt x="77" y="249"/>
                    </a:lnTo>
                    <a:lnTo>
                      <a:pt x="56" y="231"/>
                    </a:lnTo>
                    <a:lnTo>
                      <a:pt x="38" y="213"/>
                    </a:lnTo>
                    <a:lnTo>
                      <a:pt x="21" y="194"/>
                    </a:lnTo>
                    <a:lnTo>
                      <a:pt x="9" y="175"/>
                    </a:lnTo>
                    <a:lnTo>
                      <a:pt x="0" y="155"/>
                    </a:lnTo>
                    <a:lnTo>
                      <a:pt x="16" y="142"/>
                    </a:lnTo>
                    <a:lnTo>
                      <a:pt x="33" y="130"/>
                    </a:lnTo>
                    <a:lnTo>
                      <a:pt x="49" y="118"/>
                    </a:lnTo>
                    <a:lnTo>
                      <a:pt x="66" y="107"/>
                    </a:lnTo>
                    <a:lnTo>
                      <a:pt x="84" y="97"/>
                    </a:lnTo>
                    <a:lnTo>
                      <a:pt x="101" y="87"/>
                    </a:lnTo>
                    <a:lnTo>
                      <a:pt x="118" y="78"/>
                    </a:lnTo>
                    <a:lnTo>
                      <a:pt x="135" y="70"/>
                    </a:lnTo>
                    <a:lnTo>
                      <a:pt x="153" y="62"/>
                    </a:lnTo>
                    <a:lnTo>
                      <a:pt x="169" y="55"/>
                    </a:lnTo>
                    <a:lnTo>
                      <a:pt x="185" y="48"/>
                    </a:lnTo>
                    <a:lnTo>
                      <a:pt x="202" y="42"/>
                    </a:lnTo>
                    <a:lnTo>
                      <a:pt x="218" y="36"/>
                    </a:lnTo>
                    <a:lnTo>
                      <a:pt x="235" y="32"/>
                    </a:lnTo>
                    <a:lnTo>
                      <a:pt x="249" y="26"/>
                    </a:lnTo>
                    <a:lnTo>
                      <a:pt x="266" y="23"/>
                    </a:lnTo>
                    <a:lnTo>
                      <a:pt x="281" y="18"/>
                    </a:lnTo>
                    <a:lnTo>
                      <a:pt x="296" y="15"/>
                    </a:lnTo>
                    <a:lnTo>
                      <a:pt x="309" y="11"/>
                    </a:lnTo>
                    <a:lnTo>
                      <a:pt x="323" y="9"/>
                    </a:lnTo>
                    <a:lnTo>
                      <a:pt x="337" y="5"/>
                    </a:lnTo>
                    <a:lnTo>
                      <a:pt x="350" y="3"/>
                    </a:lnTo>
                    <a:lnTo>
                      <a:pt x="362" y="2"/>
                    </a:lnTo>
                    <a:lnTo>
                      <a:pt x="375" y="0"/>
                    </a:lnTo>
                    <a:close/>
                  </a:path>
                </a:pathLst>
              </a:custGeom>
              <a:grpFill/>
              <a:ln w="9525">
                <a:noFill/>
                <a:round/>
                <a:headEnd/>
                <a:tailEnd/>
              </a:ln>
            </p:spPr>
            <p:txBody>
              <a:bodyPr/>
              <a:lstStyle/>
              <a:p>
                <a:pPr algn="ctr">
                  <a:defRPr/>
                </a:pPr>
                <a:endParaRPr lang="en-US" sz="900" dirty="0"/>
              </a:p>
            </p:txBody>
          </p:sp>
          <p:sp>
            <p:nvSpPr>
              <p:cNvPr id="90" name="Freeform 89"/>
              <p:cNvSpPr>
                <a:spLocks/>
              </p:cNvSpPr>
              <p:nvPr/>
            </p:nvSpPr>
            <p:spPr bwMode="auto">
              <a:xfrm>
                <a:off x="2409" y="1704"/>
                <a:ext cx="216" cy="286"/>
              </a:xfrm>
              <a:custGeom>
                <a:avLst/>
                <a:gdLst/>
                <a:ahLst/>
                <a:cxnLst>
                  <a:cxn ang="0">
                    <a:pos x="244" y="12"/>
                  </a:cxn>
                  <a:cxn ang="0">
                    <a:pos x="261" y="37"/>
                  </a:cxn>
                  <a:cxn ang="0">
                    <a:pos x="280" y="61"/>
                  </a:cxn>
                  <a:cxn ang="0">
                    <a:pos x="303" y="84"/>
                  </a:cxn>
                  <a:cxn ang="0">
                    <a:pos x="327" y="106"/>
                  </a:cxn>
                  <a:cxn ang="0">
                    <a:pos x="353" y="126"/>
                  </a:cxn>
                  <a:cxn ang="0">
                    <a:pos x="383" y="146"/>
                  </a:cxn>
                  <a:cxn ang="0">
                    <a:pos x="414" y="164"/>
                  </a:cxn>
                  <a:cxn ang="0">
                    <a:pos x="418" y="198"/>
                  </a:cxn>
                  <a:cxn ang="0">
                    <a:pos x="391" y="247"/>
                  </a:cxn>
                  <a:cxn ang="0">
                    <a:pos x="367" y="298"/>
                  </a:cxn>
                  <a:cxn ang="0">
                    <a:pos x="344" y="350"/>
                  </a:cxn>
                  <a:cxn ang="0">
                    <a:pos x="324" y="399"/>
                  </a:cxn>
                  <a:cxn ang="0">
                    <a:pos x="305" y="448"/>
                  </a:cxn>
                  <a:cxn ang="0">
                    <a:pos x="288" y="496"/>
                  </a:cxn>
                  <a:cxn ang="0">
                    <a:pos x="273" y="546"/>
                  </a:cxn>
                  <a:cxn ang="0">
                    <a:pos x="236" y="555"/>
                  </a:cxn>
                  <a:cxn ang="0">
                    <a:pos x="181" y="520"/>
                  </a:cxn>
                  <a:cxn ang="0">
                    <a:pos x="132" y="483"/>
                  </a:cxn>
                  <a:cxn ang="0">
                    <a:pos x="90" y="444"/>
                  </a:cxn>
                  <a:cxn ang="0">
                    <a:pos x="55" y="404"/>
                  </a:cxn>
                  <a:cxn ang="0">
                    <a:pos x="29" y="362"/>
                  </a:cxn>
                  <a:cxn ang="0">
                    <a:pos x="10" y="319"/>
                  </a:cxn>
                  <a:cxn ang="0">
                    <a:pos x="1" y="274"/>
                  </a:cxn>
                  <a:cxn ang="0">
                    <a:pos x="13" y="233"/>
                  </a:cxn>
                  <a:cxn ang="0">
                    <a:pos x="39" y="198"/>
                  </a:cxn>
                  <a:cxn ang="0">
                    <a:pos x="68" y="162"/>
                  </a:cxn>
                  <a:cxn ang="0">
                    <a:pos x="98" y="128"/>
                  </a:cxn>
                  <a:cxn ang="0">
                    <a:pos x="129" y="95"/>
                  </a:cxn>
                  <a:cxn ang="0">
                    <a:pos x="160" y="64"/>
                  </a:cxn>
                  <a:cxn ang="0">
                    <a:pos x="191" y="35"/>
                  </a:cxn>
                  <a:cxn ang="0">
                    <a:pos x="222" y="11"/>
                  </a:cxn>
                </a:cxnLst>
                <a:rect l="0" t="0" r="r" b="b"/>
                <a:pathLst>
                  <a:path w="432" h="571">
                    <a:moveTo>
                      <a:pt x="237" y="0"/>
                    </a:moveTo>
                    <a:lnTo>
                      <a:pt x="244" y="12"/>
                    </a:lnTo>
                    <a:lnTo>
                      <a:pt x="252" y="25"/>
                    </a:lnTo>
                    <a:lnTo>
                      <a:pt x="261" y="37"/>
                    </a:lnTo>
                    <a:lnTo>
                      <a:pt x="271" y="49"/>
                    </a:lnTo>
                    <a:lnTo>
                      <a:pt x="280" y="61"/>
                    </a:lnTo>
                    <a:lnTo>
                      <a:pt x="291" y="72"/>
                    </a:lnTo>
                    <a:lnTo>
                      <a:pt x="303" y="84"/>
                    </a:lnTo>
                    <a:lnTo>
                      <a:pt x="314" y="94"/>
                    </a:lnTo>
                    <a:lnTo>
                      <a:pt x="327" y="106"/>
                    </a:lnTo>
                    <a:lnTo>
                      <a:pt x="340" y="116"/>
                    </a:lnTo>
                    <a:lnTo>
                      <a:pt x="353" y="126"/>
                    </a:lnTo>
                    <a:lnTo>
                      <a:pt x="368" y="136"/>
                    </a:lnTo>
                    <a:lnTo>
                      <a:pt x="383" y="146"/>
                    </a:lnTo>
                    <a:lnTo>
                      <a:pt x="398" y="155"/>
                    </a:lnTo>
                    <a:lnTo>
                      <a:pt x="414" y="164"/>
                    </a:lnTo>
                    <a:lnTo>
                      <a:pt x="432" y="174"/>
                    </a:lnTo>
                    <a:lnTo>
                      <a:pt x="418" y="198"/>
                    </a:lnTo>
                    <a:lnTo>
                      <a:pt x="405" y="222"/>
                    </a:lnTo>
                    <a:lnTo>
                      <a:pt x="391" y="247"/>
                    </a:lnTo>
                    <a:lnTo>
                      <a:pt x="379" y="271"/>
                    </a:lnTo>
                    <a:lnTo>
                      <a:pt x="367" y="298"/>
                    </a:lnTo>
                    <a:lnTo>
                      <a:pt x="355" y="323"/>
                    </a:lnTo>
                    <a:lnTo>
                      <a:pt x="344" y="350"/>
                    </a:lnTo>
                    <a:lnTo>
                      <a:pt x="333" y="376"/>
                    </a:lnTo>
                    <a:lnTo>
                      <a:pt x="324" y="399"/>
                    </a:lnTo>
                    <a:lnTo>
                      <a:pt x="313" y="423"/>
                    </a:lnTo>
                    <a:lnTo>
                      <a:pt x="305" y="448"/>
                    </a:lnTo>
                    <a:lnTo>
                      <a:pt x="296" y="472"/>
                    </a:lnTo>
                    <a:lnTo>
                      <a:pt x="288" y="496"/>
                    </a:lnTo>
                    <a:lnTo>
                      <a:pt x="281" y="520"/>
                    </a:lnTo>
                    <a:lnTo>
                      <a:pt x="273" y="546"/>
                    </a:lnTo>
                    <a:lnTo>
                      <a:pt x="266" y="571"/>
                    </a:lnTo>
                    <a:lnTo>
                      <a:pt x="236" y="555"/>
                    </a:lnTo>
                    <a:lnTo>
                      <a:pt x="207" y="537"/>
                    </a:lnTo>
                    <a:lnTo>
                      <a:pt x="181" y="520"/>
                    </a:lnTo>
                    <a:lnTo>
                      <a:pt x="155" y="502"/>
                    </a:lnTo>
                    <a:lnTo>
                      <a:pt x="132" y="483"/>
                    </a:lnTo>
                    <a:lnTo>
                      <a:pt x="110" y="464"/>
                    </a:lnTo>
                    <a:lnTo>
                      <a:pt x="90" y="444"/>
                    </a:lnTo>
                    <a:lnTo>
                      <a:pt x="71" y="425"/>
                    </a:lnTo>
                    <a:lnTo>
                      <a:pt x="55" y="404"/>
                    </a:lnTo>
                    <a:lnTo>
                      <a:pt x="41" y="383"/>
                    </a:lnTo>
                    <a:lnTo>
                      <a:pt x="29" y="362"/>
                    </a:lnTo>
                    <a:lnTo>
                      <a:pt x="18" y="341"/>
                    </a:lnTo>
                    <a:lnTo>
                      <a:pt x="10" y="319"/>
                    </a:lnTo>
                    <a:lnTo>
                      <a:pt x="4" y="296"/>
                    </a:lnTo>
                    <a:lnTo>
                      <a:pt x="1" y="274"/>
                    </a:lnTo>
                    <a:lnTo>
                      <a:pt x="0" y="251"/>
                    </a:lnTo>
                    <a:lnTo>
                      <a:pt x="13" y="233"/>
                    </a:lnTo>
                    <a:lnTo>
                      <a:pt x="25" y="215"/>
                    </a:lnTo>
                    <a:lnTo>
                      <a:pt x="39" y="198"/>
                    </a:lnTo>
                    <a:lnTo>
                      <a:pt x="54" y="179"/>
                    </a:lnTo>
                    <a:lnTo>
                      <a:pt x="68" y="162"/>
                    </a:lnTo>
                    <a:lnTo>
                      <a:pt x="83" y="145"/>
                    </a:lnTo>
                    <a:lnTo>
                      <a:pt x="98" y="128"/>
                    </a:lnTo>
                    <a:lnTo>
                      <a:pt x="114" y="111"/>
                    </a:lnTo>
                    <a:lnTo>
                      <a:pt x="129" y="95"/>
                    </a:lnTo>
                    <a:lnTo>
                      <a:pt x="145" y="79"/>
                    </a:lnTo>
                    <a:lnTo>
                      <a:pt x="160" y="64"/>
                    </a:lnTo>
                    <a:lnTo>
                      <a:pt x="176" y="49"/>
                    </a:lnTo>
                    <a:lnTo>
                      <a:pt x="191" y="35"/>
                    </a:lnTo>
                    <a:lnTo>
                      <a:pt x="207" y="23"/>
                    </a:lnTo>
                    <a:lnTo>
                      <a:pt x="222" y="11"/>
                    </a:lnTo>
                    <a:lnTo>
                      <a:pt x="237" y="0"/>
                    </a:lnTo>
                    <a:close/>
                  </a:path>
                </a:pathLst>
              </a:custGeom>
              <a:grpFill/>
              <a:ln w="9525">
                <a:noFill/>
                <a:round/>
                <a:headEnd/>
                <a:tailEnd/>
              </a:ln>
            </p:spPr>
            <p:txBody>
              <a:bodyPr/>
              <a:lstStyle/>
              <a:p>
                <a:pPr algn="ctr">
                  <a:defRPr/>
                </a:pPr>
                <a:endParaRPr lang="en-US" sz="900" dirty="0"/>
              </a:p>
            </p:txBody>
          </p:sp>
          <p:sp>
            <p:nvSpPr>
              <p:cNvPr id="91" name="Freeform 90"/>
              <p:cNvSpPr>
                <a:spLocks/>
              </p:cNvSpPr>
              <p:nvPr/>
            </p:nvSpPr>
            <p:spPr bwMode="auto">
              <a:xfrm>
                <a:off x="2318" y="1900"/>
                <a:ext cx="210" cy="352"/>
              </a:xfrm>
              <a:custGeom>
                <a:avLst/>
                <a:gdLst/>
                <a:ahLst/>
                <a:cxnLst>
                  <a:cxn ang="0">
                    <a:pos x="99" y="0"/>
                  </a:cxn>
                  <a:cxn ang="0">
                    <a:pos x="109" y="22"/>
                  </a:cxn>
                  <a:cxn ang="0">
                    <a:pos x="121" y="43"/>
                  </a:cxn>
                  <a:cxn ang="0">
                    <a:pos x="133" y="64"/>
                  </a:cxn>
                  <a:cxn ang="0">
                    <a:pos x="148" y="84"/>
                  </a:cxn>
                  <a:cxn ang="0">
                    <a:pos x="165" y="104"/>
                  </a:cxn>
                  <a:cxn ang="0">
                    <a:pos x="182" y="123"/>
                  </a:cxn>
                  <a:cxn ang="0">
                    <a:pos x="200" y="143"/>
                  </a:cxn>
                  <a:cxn ang="0">
                    <a:pos x="220" y="161"/>
                  </a:cxn>
                  <a:cxn ang="0">
                    <a:pos x="241" y="180"/>
                  </a:cxn>
                  <a:cxn ang="0">
                    <a:pos x="264" y="197"/>
                  </a:cxn>
                  <a:cxn ang="0">
                    <a:pos x="287" y="214"/>
                  </a:cxn>
                  <a:cxn ang="0">
                    <a:pos x="311" y="232"/>
                  </a:cxn>
                  <a:cxn ang="0">
                    <a:pos x="337" y="248"/>
                  </a:cxn>
                  <a:cxn ang="0">
                    <a:pos x="364" y="263"/>
                  </a:cxn>
                  <a:cxn ang="0">
                    <a:pos x="391" y="278"/>
                  </a:cxn>
                  <a:cxn ang="0">
                    <a:pos x="420" y="293"/>
                  </a:cxn>
                  <a:cxn ang="0">
                    <a:pos x="413" y="330"/>
                  </a:cxn>
                  <a:cxn ang="0">
                    <a:pos x="406" y="368"/>
                  </a:cxn>
                  <a:cxn ang="0">
                    <a:pos x="401" y="406"/>
                  </a:cxn>
                  <a:cxn ang="0">
                    <a:pos x="395" y="445"/>
                  </a:cxn>
                  <a:cxn ang="0">
                    <a:pos x="393" y="469"/>
                  </a:cxn>
                  <a:cxn ang="0">
                    <a:pos x="390" y="493"/>
                  </a:cxn>
                  <a:cxn ang="0">
                    <a:pos x="389" y="517"/>
                  </a:cxn>
                  <a:cxn ang="0">
                    <a:pos x="387" y="541"/>
                  </a:cxn>
                  <a:cxn ang="0">
                    <a:pos x="385" y="583"/>
                  </a:cxn>
                  <a:cxn ang="0">
                    <a:pos x="385" y="623"/>
                  </a:cxn>
                  <a:cxn ang="0">
                    <a:pos x="383" y="665"/>
                  </a:cxn>
                  <a:cxn ang="0">
                    <a:pos x="385" y="705"/>
                  </a:cxn>
                  <a:cxn ang="0">
                    <a:pos x="348" y="685"/>
                  </a:cxn>
                  <a:cxn ang="0">
                    <a:pos x="312" y="665"/>
                  </a:cxn>
                  <a:cxn ang="0">
                    <a:pos x="277" y="643"/>
                  </a:cxn>
                  <a:cxn ang="0">
                    <a:pos x="244" y="622"/>
                  </a:cxn>
                  <a:cxn ang="0">
                    <a:pos x="211" y="599"/>
                  </a:cxn>
                  <a:cxn ang="0">
                    <a:pos x="180" y="576"/>
                  </a:cxn>
                  <a:cxn ang="0">
                    <a:pos x="150" y="553"/>
                  </a:cxn>
                  <a:cxn ang="0">
                    <a:pos x="122" y="528"/>
                  </a:cxn>
                  <a:cxn ang="0">
                    <a:pos x="97" y="502"/>
                  </a:cxn>
                  <a:cxn ang="0">
                    <a:pos x="74" y="475"/>
                  </a:cxn>
                  <a:cxn ang="0">
                    <a:pos x="54" y="447"/>
                  </a:cxn>
                  <a:cxn ang="0">
                    <a:pos x="36" y="418"/>
                  </a:cxn>
                  <a:cxn ang="0">
                    <a:pos x="22" y="387"/>
                  </a:cxn>
                  <a:cxn ang="0">
                    <a:pos x="10" y="356"/>
                  </a:cxn>
                  <a:cxn ang="0">
                    <a:pos x="3" y="323"/>
                  </a:cxn>
                  <a:cxn ang="0">
                    <a:pos x="0" y="288"/>
                  </a:cxn>
                  <a:cxn ang="0">
                    <a:pos x="8" y="250"/>
                  </a:cxn>
                  <a:cxn ang="0">
                    <a:pos x="18" y="213"/>
                  </a:cxn>
                  <a:cxn ang="0">
                    <a:pos x="29" y="176"/>
                  </a:cxn>
                  <a:cxn ang="0">
                    <a:pos x="40" y="140"/>
                  </a:cxn>
                  <a:cxn ang="0">
                    <a:pos x="53" y="104"/>
                  </a:cxn>
                  <a:cxn ang="0">
                    <a:pos x="68" y="69"/>
                  </a:cxn>
                  <a:cxn ang="0">
                    <a:pos x="83" y="35"/>
                  </a:cxn>
                  <a:cxn ang="0">
                    <a:pos x="99" y="0"/>
                  </a:cxn>
                </a:cxnLst>
                <a:rect l="0" t="0" r="r" b="b"/>
                <a:pathLst>
                  <a:path w="420" h="705">
                    <a:moveTo>
                      <a:pt x="99" y="0"/>
                    </a:moveTo>
                    <a:lnTo>
                      <a:pt x="109" y="22"/>
                    </a:lnTo>
                    <a:lnTo>
                      <a:pt x="121" y="43"/>
                    </a:lnTo>
                    <a:lnTo>
                      <a:pt x="133" y="64"/>
                    </a:lnTo>
                    <a:lnTo>
                      <a:pt x="148" y="84"/>
                    </a:lnTo>
                    <a:lnTo>
                      <a:pt x="165" y="104"/>
                    </a:lnTo>
                    <a:lnTo>
                      <a:pt x="182" y="123"/>
                    </a:lnTo>
                    <a:lnTo>
                      <a:pt x="200" y="143"/>
                    </a:lnTo>
                    <a:lnTo>
                      <a:pt x="220" y="161"/>
                    </a:lnTo>
                    <a:lnTo>
                      <a:pt x="241" y="180"/>
                    </a:lnTo>
                    <a:lnTo>
                      <a:pt x="264" y="197"/>
                    </a:lnTo>
                    <a:lnTo>
                      <a:pt x="287" y="214"/>
                    </a:lnTo>
                    <a:lnTo>
                      <a:pt x="311" y="232"/>
                    </a:lnTo>
                    <a:lnTo>
                      <a:pt x="337" y="248"/>
                    </a:lnTo>
                    <a:lnTo>
                      <a:pt x="364" y="263"/>
                    </a:lnTo>
                    <a:lnTo>
                      <a:pt x="391" y="278"/>
                    </a:lnTo>
                    <a:lnTo>
                      <a:pt x="420" y="293"/>
                    </a:lnTo>
                    <a:lnTo>
                      <a:pt x="413" y="330"/>
                    </a:lnTo>
                    <a:lnTo>
                      <a:pt x="406" y="368"/>
                    </a:lnTo>
                    <a:lnTo>
                      <a:pt x="401" y="406"/>
                    </a:lnTo>
                    <a:lnTo>
                      <a:pt x="395" y="445"/>
                    </a:lnTo>
                    <a:lnTo>
                      <a:pt x="393" y="469"/>
                    </a:lnTo>
                    <a:lnTo>
                      <a:pt x="390" y="493"/>
                    </a:lnTo>
                    <a:lnTo>
                      <a:pt x="389" y="517"/>
                    </a:lnTo>
                    <a:lnTo>
                      <a:pt x="387" y="541"/>
                    </a:lnTo>
                    <a:lnTo>
                      <a:pt x="385" y="583"/>
                    </a:lnTo>
                    <a:lnTo>
                      <a:pt x="385" y="623"/>
                    </a:lnTo>
                    <a:lnTo>
                      <a:pt x="383" y="665"/>
                    </a:lnTo>
                    <a:lnTo>
                      <a:pt x="385" y="705"/>
                    </a:lnTo>
                    <a:lnTo>
                      <a:pt x="348" y="685"/>
                    </a:lnTo>
                    <a:lnTo>
                      <a:pt x="312" y="665"/>
                    </a:lnTo>
                    <a:lnTo>
                      <a:pt x="277" y="643"/>
                    </a:lnTo>
                    <a:lnTo>
                      <a:pt x="244" y="622"/>
                    </a:lnTo>
                    <a:lnTo>
                      <a:pt x="211" y="599"/>
                    </a:lnTo>
                    <a:lnTo>
                      <a:pt x="180" y="576"/>
                    </a:lnTo>
                    <a:lnTo>
                      <a:pt x="150" y="553"/>
                    </a:lnTo>
                    <a:lnTo>
                      <a:pt x="122" y="528"/>
                    </a:lnTo>
                    <a:lnTo>
                      <a:pt x="97" y="502"/>
                    </a:lnTo>
                    <a:lnTo>
                      <a:pt x="74" y="475"/>
                    </a:lnTo>
                    <a:lnTo>
                      <a:pt x="54" y="447"/>
                    </a:lnTo>
                    <a:lnTo>
                      <a:pt x="36" y="418"/>
                    </a:lnTo>
                    <a:lnTo>
                      <a:pt x="22" y="387"/>
                    </a:lnTo>
                    <a:lnTo>
                      <a:pt x="10" y="356"/>
                    </a:lnTo>
                    <a:lnTo>
                      <a:pt x="3" y="323"/>
                    </a:lnTo>
                    <a:lnTo>
                      <a:pt x="0" y="288"/>
                    </a:lnTo>
                    <a:lnTo>
                      <a:pt x="8" y="250"/>
                    </a:lnTo>
                    <a:lnTo>
                      <a:pt x="18" y="213"/>
                    </a:lnTo>
                    <a:lnTo>
                      <a:pt x="29" y="176"/>
                    </a:lnTo>
                    <a:lnTo>
                      <a:pt x="40" y="140"/>
                    </a:lnTo>
                    <a:lnTo>
                      <a:pt x="53" y="104"/>
                    </a:lnTo>
                    <a:lnTo>
                      <a:pt x="68" y="69"/>
                    </a:lnTo>
                    <a:lnTo>
                      <a:pt x="83" y="35"/>
                    </a:lnTo>
                    <a:lnTo>
                      <a:pt x="99" y="0"/>
                    </a:lnTo>
                    <a:close/>
                  </a:path>
                </a:pathLst>
              </a:custGeom>
              <a:grpFill/>
              <a:ln w="9525">
                <a:noFill/>
                <a:round/>
                <a:headEnd/>
                <a:tailEnd/>
              </a:ln>
            </p:spPr>
            <p:txBody>
              <a:bodyPr/>
              <a:lstStyle/>
              <a:p>
                <a:pPr algn="ctr">
                  <a:defRPr/>
                </a:pPr>
                <a:endParaRPr lang="en-US" sz="900" dirty="0"/>
              </a:p>
            </p:txBody>
          </p:sp>
          <p:sp>
            <p:nvSpPr>
              <p:cNvPr id="92" name="Freeform 91"/>
              <p:cNvSpPr>
                <a:spLocks/>
              </p:cNvSpPr>
              <p:nvPr/>
            </p:nvSpPr>
            <p:spPr bwMode="auto">
              <a:xfrm>
                <a:off x="2307" y="2149"/>
                <a:ext cx="256" cy="365"/>
              </a:xfrm>
              <a:custGeom>
                <a:avLst/>
                <a:gdLst/>
                <a:ahLst/>
                <a:cxnLst>
                  <a:cxn ang="0">
                    <a:pos x="0" y="11"/>
                  </a:cxn>
                  <a:cxn ang="0">
                    <a:pos x="0" y="9"/>
                  </a:cxn>
                  <a:cxn ang="0">
                    <a:pos x="1" y="5"/>
                  </a:cxn>
                  <a:cxn ang="0">
                    <a:pos x="1" y="3"/>
                  </a:cxn>
                  <a:cxn ang="0">
                    <a:pos x="1" y="0"/>
                  </a:cxn>
                  <a:cxn ang="0">
                    <a:pos x="12" y="25"/>
                  </a:cxn>
                  <a:cxn ang="0">
                    <a:pos x="25" y="49"/>
                  </a:cxn>
                  <a:cxn ang="0">
                    <a:pos x="41" y="73"/>
                  </a:cxn>
                  <a:cxn ang="0">
                    <a:pos x="60" y="96"/>
                  </a:cxn>
                  <a:cxn ang="0">
                    <a:pos x="82" y="119"/>
                  </a:cxn>
                  <a:cxn ang="0">
                    <a:pos x="106" y="141"/>
                  </a:cxn>
                  <a:cxn ang="0">
                    <a:pos x="131" y="163"/>
                  </a:cxn>
                  <a:cxn ang="0">
                    <a:pos x="159" y="185"/>
                  </a:cxn>
                  <a:cxn ang="0">
                    <a:pos x="188" y="206"/>
                  </a:cxn>
                  <a:cxn ang="0">
                    <a:pos x="219" y="227"/>
                  </a:cxn>
                  <a:cxn ang="0">
                    <a:pos x="250" y="246"/>
                  </a:cxn>
                  <a:cxn ang="0">
                    <a:pos x="282" y="265"/>
                  </a:cxn>
                  <a:cxn ang="0">
                    <a:pos x="316" y="283"/>
                  </a:cxn>
                  <a:cxn ang="0">
                    <a:pos x="349" y="301"/>
                  </a:cxn>
                  <a:cxn ang="0">
                    <a:pos x="382" y="319"/>
                  </a:cxn>
                  <a:cxn ang="0">
                    <a:pos x="416" y="335"/>
                  </a:cxn>
                  <a:cxn ang="0">
                    <a:pos x="419" y="374"/>
                  </a:cxn>
                  <a:cxn ang="0">
                    <a:pos x="424" y="412"/>
                  </a:cxn>
                  <a:cxn ang="0">
                    <a:pos x="430" y="450"/>
                  </a:cxn>
                  <a:cxn ang="0">
                    <a:pos x="435" y="487"/>
                  </a:cxn>
                  <a:cxn ang="0">
                    <a:pos x="441" y="517"/>
                  </a:cxn>
                  <a:cxn ang="0">
                    <a:pos x="448" y="547"/>
                  </a:cxn>
                  <a:cxn ang="0">
                    <a:pos x="456" y="577"/>
                  </a:cxn>
                  <a:cxn ang="0">
                    <a:pos x="464" y="607"/>
                  </a:cxn>
                  <a:cxn ang="0">
                    <a:pos x="475" y="638"/>
                  </a:cxn>
                  <a:cxn ang="0">
                    <a:pos x="486" y="668"/>
                  </a:cxn>
                  <a:cxn ang="0">
                    <a:pos x="499" y="699"/>
                  </a:cxn>
                  <a:cxn ang="0">
                    <a:pos x="513" y="731"/>
                  </a:cxn>
                  <a:cxn ang="0">
                    <a:pos x="470" y="709"/>
                  </a:cxn>
                  <a:cxn ang="0">
                    <a:pos x="427" y="686"/>
                  </a:cxn>
                  <a:cxn ang="0">
                    <a:pos x="387" y="662"/>
                  </a:cxn>
                  <a:cxn ang="0">
                    <a:pos x="348" y="635"/>
                  </a:cxn>
                  <a:cxn ang="0">
                    <a:pos x="310" y="608"/>
                  </a:cxn>
                  <a:cxn ang="0">
                    <a:pos x="274" y="579"/>
                  </a:cxn>
                  <a:cxn ang="0">
                    <a:pos x="240" y="549"/>
                  </a:cxn>
                  <a:cxn ang="0">
                    <a:pos x="206" y="518"/>
                  </a:cxn>
                  <a:cxn ang="0">
                    <a:pos x="176" y="486"/>
                  </a:cxn>
                  <a:cxn ang="0">
                    <a:pos x="147" y="453"/>
                  </a:cxn>
                  <a:cxn ang="0">
                    <a:pos x="121" y="419"/>
                  </a:cxn>
                  <a:cxn ang="0">
                    <a:pos x="97" y="384"/>
                  </a:cxn>
                  <a:cxn ang="0">
                    <a:pos x="75" y="350"/>
                  </a:cxn>
                  <a:cxn ang="0">
                    <a:pos x="55" y="313"/>
                  </a:cxn>
                  <a:cxn ang="0">
                    <a:pos x="38" y="277"/>
                  </a:cxn>
                  <a:cxn ang="0">
                    <a:pos x="24" y="240"/>
                  </a:cxn>
                  <a:cxn ang="0">
                    <a:pos x="14" y="184"/>
                  </a:cxn>
                  <a:cxn ang="0">
                    <a:pos x="6" y="128"/>
                  </a:cxn>
                  <a:cxn ang="0">
                    <a:pos x="1" y="70"/>
                  </a:cxn>
                  <a:cxn ang="0">
                    <a:pos x="0" y="11"/>
                  </a:cxn>
                </a:cxnLst>
                <a:rect l="0" t="0" r="r" b="b"/>
                <a:pathLst>
                  <a:path w="513" h="731">
                    <a:moveTo>
                      <a:pt x="0" y="11"/>
                    </a:moveTo>
                    <a:lnTo>
                      <a:pt x="0" y="9"/>
                    </a:lnTo>
                    <a:lnTo>
                      <a:pt x="1" y="5"/>
                    </a:lnTo>
                    <a:lnTo>
                      <a:pt x="1" y="3"/>
                    </a:lnTo>
                    <a:lnTo>
                      <a:pt x="1" y="0"/>
                    </a:lnTo>
                    <a:lnTo>
                      <a:pt x="12" y="25"/>
                    </a:lnTo>
                    <a:lnTo>
                      <a:pt x="25" y="49"/>
                    </a:lnTo>
                    <a:lnTo>
                      <a:pt x="41" y="73"/>
                    </a:lnTo>
                    <a:lnTo>
                      <a:pt x="60" y="96"/>
                    </a:lnTo>
                    <a:lnTo>
                      <a:pt x="82" y="119"/>
                    </a:lnTo>
                    <a:lnTo>
                      <a:pt x="106" y="141"/>
                    </a:lnTo>
                    <a:lnTo>
                      <a:pt x="131" y="163"/>
                    </a:lnTo>
                    <a:lnTo>
                      <a:pt x="159" y="185"/>
                    </a:lnTo>
                    <a:lnTo>
                      <a:pt x="188" y="206"/>
                    </a:lnTo>
                    <a:lnTo>
                      <a:pt x="219" y="227"/>
                    </a:lnTo>
                    <a:lnTo>
                      <a:pt x="250" y="246"/>
                    </a:lnTo>
                    <a:lnTo>
                      <a:pt x="282" y="265"/>
                    </a:lnTo>
                    <a:lnTo>
                      <a:pt x="316" y="283"/>
                    </a:lnTo>
                    <a:lnTo>
                      <a:pt x="349" y="301"/>
                    </a:lnTo>
                    <a:lnTo>
                      <a:pt x="382" y="319"/>
                    </a:lnTo>
                    <a:lnTo>
                      <a:pt x="416" y="335"/>
                    </a:lnTo>
                    <a:lnTo>
                      <a:pt x="419" y="374"/>
                    </a:lnTo>
                    <a:lnTo>
                      <a:pt x="424" y="412"/>
                    </a:lnTo>
                    <a:lnTo>
                      <a:pt x="430" y="450"/>
                    </a:lnTo>
                    <a:lnTo>
                      <a:pt x="435" y="487"/>
                    </a:lnTo>
                    <a:lnTo>
                      <a:pt x="441" y="517"/>
                    </a:lnTo>
                    <a:lnTo>
                      <a:pt x="448" y="547"/>
                    </a:lnTo>
                    <a:lnTo>
                      <a:pt x="456" y="577"/>
                    </a:lnTo>
                    <a:lnTo>
                      <a:pt x="464" y="607"/>
                    </a:lnTo>
                    <a:lnTo>
                      <a:pt x="475" y="638"/>
                    </a:lnTo>
                    <a:lnTo>
                      <a:pt x="486" y="668"/>
                    </a:lnTo>
                    <a:lnTo>
                      <a:pt x="499" y="699"/>
                    </a:lnTo>
                    <a:lnTo>
                      <a:pt x="513" y="731"/>
                    </a:lnTo>
                    <a:lnTo>
                      <a:pt x="470" y="709"/>
                    </a:lnTo>
                    <a:lnTo>
                      <a:pt x="427" y="686"/>
                    </a:lnTo>
                    <a:lnTo>
                      <a:pt x="387" y="662"/>
                    </a:lnTo>
                    <a:lnTo>
                      <a:pt x="348" y="635"/>
                    </a:lnTo>
                    <a:lnTo>
                      <a:pt x="310" y="608"/>
                    </a:lnTo>
                    <a:lnTo>
                      <a:pt x="274" y="579"/>
                    </a:lnTo>
                    <a:lnTo>
                      <a:pt x="240" y="549"/>
                    </a:lnTo>
                    <a:lnTo>
                      <a:pt x="206" y="518"/>
                    </a:lnTo>
                    <a:lnTo>
                      <a:pt x="176" y="486"/>
                    </a:lnTo>
                    <a:lnTo>
                      <a:pt x="147" y="453"/>
                    </a:lnTo>
                    <a:lnTo>
                      <a:pt x="121" y="419"/>
                    </a:lnTo>
                    <a:lnTo>
                      <a:pt x="97" y="384"/>
                    </a:lnTo>
                    <a:lnTo>
                      <a:pt x="75" y="350"/>
                    </a:lnTo>
                    <a:lnTo>
                      <a:pt x="55" y="313"/>
                    </a:lnTo>
                    <a:lnTo>
                      <a:pt x="38" y="277"/>
                    </a:lnTo>
                    <a:lnTo>
                      <a:pt x="24" y="240"/>
                    </a:lnTo>
                    <a:lnTo>
                      <a:pt x="14" y="184"/>
                    </a:lnTo>
                    <a:lnTo>
                      <a:pt x="6" y="128"/>
                    </a:lnTo>
                    <a:lnTo>
                      <a:pt x="1" y="70"/>
                    </a:lnTo>
                    <a:lnTo>
                      <a:pt x="0" y="11"/>
                    </a:lnTo>
                    <a:close/>
                  </a:path>
                </a:pathLst>
              </a:custGeom>
              <a:grpFill/>
              <a:ln w="9525">
                <a:noFill/>
                <a:round/>
                <a:headEnd/>
                <a:tailEnd/>
              </a:ln>
            </p:spPr>
            <p:txBody>
              <a:bodyPr/>
              <a:lstStyle/>
              <a:p>
                <a:pPr algn="ctr">
                  <a:defRPr/>
                </a:pPr>
                <a:endParaRPr lang="en-US" sz="900" dirty="0"/>
              </a:p>
            </p:txBody>
          </p:sp>
          <p:sp>
            <p:nvSpPr>
              <p:cNvPr id="93" name="Freeform 92"/>
              <p:cNvSpPr>
                <a:spLocks/>
              </p:cNvSpPr>
              <p:nvPr/>
            </p:nvSpPr>
            <p:spPr bwMode="auto">
              <a:xfrm>
                <a:off x="2379" y="2437"/>
                <a:ext cx="286" cy="253"/>
              </a:xfrm>
              <a:custGeom>
                <a:avLst/>
                <a:gdLst/>
                <a:ahLst/>
                <a:cxnLst>
                  <a:cxn ang="0">
                    <a:pos x="0" y="0"/>
                  </a:cxn>
                  <a:cxn ang="0">
                    <a:pos x="14" y="20"/>
                  </a:cxn>
                  <a:cxn ang="0">
                    <a:pos x="31" y="41"/>
                  </a:cxn>
                  <a:cxn ang="0">
                    <a:pos x="52" y="62"/>
                  </a:cxn>
                  <a:cxn ang="0">
                    <a:pos x="74" y="82"/>
                  </a:cxn>
                  <a:cxn ang="0">
                    <a:pos x="99" y="103"/>
                  </a:cxn>
                  <a:cxn ang="0">
                    <a:pos x="126" y="124"/>
                  </a:cxn>
                  <a:cxn ang="0">
                    <a:pos x="153" y="144"/>
                  </a:cxn>
                  <a:cxn ang="0">
                    <a:pos x="182" y="165"/>
                  </a:cxn>
                  <a:cxn ang="0">
                    <a:pos x="212" y="184"/>
                  </a:cxn>
                  <a:cxn ang="0">
                    <a:pos x="242" y="203"/>
                  </a:cxn>
                  <a:cxn ang="0">
                    <a:pos x="272" y="220"/>
                  </a:cxn>
                  <a:cxn ang="0">
                    <a:pos x="302" y="237"/>
                  </a:cxn>
                  <a:cxn ang="0">
                    <a:pos x="332" y="252"/>
                  </a:cxn>
                  <a:cxn ang="0">
                    <a:pos x="360" y="265"/>
                  </a:cxn>
                  <a:cxn ang="0">
                    <a:pos x="387" y="278"/>
                  </a:cxn>
                  <a:cxn ang="0">
                    <a:pos x="412" y="288"/>
                  </a:cxn>
                  <a:cxn ang="0">
                    <a:pos x="418" y="303"/>
                  </a:cxn>
                  <a:cxn ang="0">
                    <a:pos x="424" y="318"/>
                  </a:cxn>
                  <a:cxn ang="0">
                    <a:pos x="431" y="334"/>
                  </a:cxn>
                  <a:cxn ang="0">
                    <a:pos x="439" y="349"/>
                  </a:cxn>
                  <a:cxn ang="0">
                    <a:pos x="447" y="366"/>
                  </a:cxn>
                  <a:cxn ang="0">
                    <a:pos x="456" y="381"/>
                  </a:cxn>
                  <a:cxn ang="0">
                    <a:pos x="466" y="397"/>
                  </a:cxn>
                  <a:cxn ang="0">
                    <a:pos x="478" y="413"/>
                  </a:cxn>
                  <a:cxn ang="0">
                    <a:pos x="487" y="424"/>
                  </a:cxn>
                  <a:cxn ang="0">
                    <a:pos x="496" y="436"/>
                  </a:cxn>
                  <a:cxn ang="0">
                    <a:pos x="508" y="447"/>
                  </a:cxn>
                  <a:cxn ang="0">
                    <a:pos x="518" y="460"/>
                  </a:cxn>
                  <a:cxn ang="0">
                    <a:pos x="531" y="471"/>
                  </a:cxn>
                  <a:cxn ang="0">
                    <a:pos x="544" y="483"/>
                  </a:cxn>
                  <a:cxn ang="0">
                    <a:pos x="557" y="496"/>
                  </a:cxn>
                  <a:cxn ang="0">
                    <a:pos x="572" y="507"/>
                  </a:cxn>
                  <a:cxn ang="0">
                    <a:pos x="537" y="490"/>
                  </a:cxn>
                  <a:cxn ang="0">
                    <a:pos x="500" y="471"/>
                  </a:cxn>
                  <a:cxn ang="0">
                    <a:pos x="461" y="451"/>
                  </a:cxn>
                  <a:cxn ang="0">
                    <a:pos x="422" y="428"/>
                  </a:cxn>
                  <a:cxn ang="0">
                    <a:pos x="381" y="402"/>
                  </a:cxn>
                  <a:cxn ang="0">
                    <a:pos x="341" y="376"/>
                  </a:cxn>
                  <a:cxn ang="0">
                    <a:pos x="302" y="347"/>
                  </a:cxn>
                  <a:cxn ang="0">
                    <a:pos x="261" y="316"/>
                  </a:cxn>
                  <a:cxn ang="0">
                    <a:pos x="222" y="284"/>
                  </a:cxn>
                  <a:cxn ang="0">
                    <a:pos x="185" y="249"/>
                  </a:cxn>
                  <a:cxn ang="0">
                    <a:pos x="149" y="212"/>
                  </a:cxn>
                  <a:cxn ang="0">
                    <a:pos x="114" y="173"/>
                  </a:cxn>
                  <a:cxn ang="0">
                    <a:pos x="82" y="133"/>
                  </a:cxn>
                  <a:cxn ang="0">
                    <a:pos x="52" y="90"/>
                  </a:cxn>
                  <a:cxn ang="0">
                    <a:pos x="24" y="47"/>
                  </a:cxn>
                  <a:cxn ang="0">
                    <a:pos x="0" y="0"/>
                  </a:cxn>
                </a:cxnLst>
                <a:rect l="0" t="0" r="r" b="b"/>
                <a:pathLst>
                  <a:path w="572" h="507">
                    <a:moveTo>
                      <a:pt x="0" y="0"/>
                    </a:moveTo>
                    <a:lnTo>
                      <a:pt x="14" y="20"/>
                    </a:lnTo>
                    <a:lnTo>
                      <a:pt x="31" y="41"/>
                    </a:lnTo>
                    <a:lnTo>
                      <a:pt x="52" y="62"/>
                    </a:lnTo>
                    <a:lnTo>
                      <a:pt x="74" y="82"/>
                    </a:lnTo>
                    <a:lnTo>
                      <a:pt x="99" y="103"/>
                    </a:lnTo>
                    <a:lnTo>
                      <a:pt x="126" y="124"/>
                    </a:lnTo>
                    <a:lnTo>
                      <a:pt x="153" y="144"/>
                    </a:lnTo>
                    <a:lnTo>
                      <a:pt x="182" y="165"/>
                    </a:lnTo>
                    <a:lnTo>
                      <a:pt x="212" y="184"/>
                    </a:lnTo>
                    <a:lnTo>
                      <a:pt x="242" y="203"/>
                    </a:lnTo>
                    <a:lnTo>
                      <a:pt x="272" y="220"/>
                    </a:lnTo>
                    <a:lnTo>
                      <a:pt x="302" y="237"/>
                    </a:lnTo>
                    <a:lnTo>
                      <a:pt x="332" y="252"/>
                    </a:lnTo>
                    <a:lnTo>
                      <a:pt x="360" y="265"/>
                    </a:lnTo>
                    <a:lnTo>
                      <a:pt x="387" y="278"/>
                    </a:lnTo>
                    <a:lnTo>
                      <a:pt x="412" y="288"/>
                    </a:lnTo>
                    <a:lnTo>
                      <a:pt x="418" y="303"/>
                    </a:lnTo>
                    <a:lnTo>
                      <a:pt x="424" y="318"/>
                    </a:lnTo>
                    <a:lnTo>
                      <a:pt x="431" y="334"/>
                    </a:lnTo>
                    <a:lnTo>
                      <a:pt x="439" y="349"/>
                    </a:lnTo>
                    <a:lnTo>
                      <a:pt x="447" y="366"/>
                    </a:lnTo>
                    <a:lnTo>
                      <a:pt x="456" y="381"/>
                    </a:lnTo>
                    <a:lnTo>
                      <a:pt x="466" y="397"/>
                    </a:lnTo>
                    <a:lnTo>
                      <a:pt x="478" y="413"/>
                    </a:lnTo>
                    <a:lnTo>
                      <a:pt x="487" y="424"/>
                    </a:lnTo>
                    <a:lnTo>
                      <a:pt x="496" y="436"/>
                    </a:lnTo>
                    <a:lnTo>
                      <a:pt x="508" y="447"/>
                    </a:lnTo>
                    <a:lnTo>
                      <a:pt x="518" y="460"/>
                    </a:lnTo>
                    <a:lnTo>
                      <a:pt x="531" y="471"/>
                    </a:lnTo>
                    <a:lnTo>
                      <a:pt x="544" y="483"/>
                    </a:lnTo>
                    <a:lnTo>
                      <a:pt x="557" y="496"/>
                    </a:lnTo>
                    <a:lnTo>
                      <a:pt x="572" y="507"/>
                    </a:lnTo>
                    <a:lnTo>
                      <a:pt x="537" y="490"/>
                    </a:lnTo>
                    <a:lnTo>
                      <a:pt x="500" y="471"/>
                    </a:lnTo>
                    <a:lnTo>
                      <a:pt x="461" y="451"/>
                    </a:lnTo>
                    <a:lnTo>
                      <a:pt x="422" y="428"/>
                    </a:lnTo>
                    <a:lnTo>
                      <a:pt x="381" y="402"/>
                    </a:lnTo>
                    <a:lnTo>
                      <a:pt x="341" y="376"/>
                    </a:lnTo>
                    <a:lnTo>
                      <a:pt x="302" y="347"/>
                    </a:lnTo>
                    <a:lnTo>
                      <a:pt x="261" y="316"/>
                    </a:lnTo>
                    <a:lnTo>
                      <a:pt x="222" y="284"/>
                    </a:lnTo>
                    <a:lnTo>
                      <a:pt x="185" y="249"/>
                    </a:lnTo>
                    <a:lnTo>
                      <a:pt x="149" y="212"/>
                    </a:lnTo>
                    <a:lnTo>
                      <a:pt x="114" y="173"/>
                    </a:lnTo>
                    <a:lnTo>
                      <a:pt x="82" y="133"/>
                    </a:lnTo>
                    <a:lnTo>
                      <a:pt x="52" y="90"/>
                    </a:lnTo>
                    <a:lnTo>
                      <a:pt x="24" y="47"/>
                    </a:lnTo>
                    <a:lnTo>
                      <a:pt x="0" y="0"/>
                    </a:lnTo>
                    <a:close/>
                  </a:path>
                </a:pathLst>
              </a:custGeom>
              <a:grpFill/>
              <a:ln w="9525">
                <a:noFill/>
                <a:round/>
                <a:headEnd/>
                <a:tailEnd/>
              </a:ln>
            </p:spPr>
            <p:txBody>
              <a:bodyPr/>
              <a:lstStyle/>
              <a:p>
                <a:pPr algn="ctr">
                  <a:defRPr/>
                </a:pPr>
                <a:endParaRPr lang="en-US" sz="900" dirty="0"/>
              </a:p>
            </p:txBody>
          </p:sp>
          <p:sp>
            <p:nvSpPr>
              <p:cNvPr id="94" name="Freeform 93"/>
              <p:cNvSpPr>
                <a:spLocks/>
              </p:cNvSpPr>
              <p:nvPr/>
            </p:nvSpPr>
            <p:spPr bwMode="auto">
              <a:xfrm>
                <a:off x="2648" y="2599"/>
                <a:ext cx="208" cy="136"/>
              </a:xfrm>
              <a:custGeom>
                <a:avLst/>
                <a:gdLst/>
                <a:ahLst/>
                <a:cxnLst>
                  <a:cxn ang="0">
                    <a:pos x="417" y="273"/>
                  </a:cxn>
                  <a:cxn ang="0">
                    <a:pos x="398" y="272"/>
                  </a:cxn>
                  <a:cxn ang="0">
                    <a:pos x="379" y="271"/>
                  </a:cxn>
                  <a:cxn ang="0">
                    <a:pos x="358" y="268"/>
                  </a:cxn>
                  <a:cxn ang="0">
                    <a:pos x="337" y="266"/>
                  </a:cxn>
                  <a:cxn ang="0">
                    <a:pos x="315" y="261"/>
                  </a:cxn>
                  <a:cxn ang="0">
                    <a:pos x="292" y="257"/>
                  </a:cxn>
                  <a:cxn ang="0">
                    <a:pos x="269" y="250"/>
                  </a:cxn>
                  <a:cxn ang="0">
                    <a:pos x="245" y="241"/>
                  </a:cxn>
                  <a:cxn ang="0">
                    <a:pos x="231" y="235"/>
                  </a:cxn>
                  <a:cxn ang="0">
                    <a:pos x="218" y="229"/>
                  </a:cxn>
                  <a:cxn ang="0">
                    <a:pos x="204" y="222"/>
                  </a:cxn>
                  <a:cxn ang="0">
                    <a:pos x="190" y="215"/>
                  </a:cxn>
                  <a:cxn ang="0">
                    <a:pos x="175" y="209"/>
                  </a:cxn>
                  <a:cxn ang="0">
                    <a:pos x="160" y="200"/>
                  </a:cxn>
                  <a:cxn ang="0">
                    <a:pos x="146" y="192"/>
                  </a:cxn>
                  <a:cxn ang="0">
                    <a:pos x="131" y="183"/>
                  </a:cxn>
                  <a:cxn ang="0">
                    <a:pos x="117" y="174"/>
                  </a:cxn>
                  <a:cxn ang="0">
                    <a:pos x="103" y="165"/>
                  </a:cxn>
                  <a:cxn ang="0">
                    <a:pos x="90" y="153"/>
                  </a:cxn>
                  <a:cxn ang="0">
                    <a:pos x="76" y="143"/>
                  </a:cxn>
                  <a:cxn ang="0">
                    <a:pos x="63" y="131"/>
                  </a:cxn>
                  <a:cxn ang="0">
                    <a:pos x="52" y="119"/>
                  </a:cxn>
                  <a:cxn ang="0">
                    <a:pos x="40" y="106"/>
                  </a:cxn>
                  <a:cxn ang="0">
                    <a:pos x="30" y="92"/>
                  </a:cxn>
                  <a:cxn ang="0">
                    <a:pos x="19" y="71"/>
                  </a:cxn>
                  <a:cxn ang="0">
                    <a:pos x="14" y="48"/>
                  </a:cxn>
                  <a:cxn ang="0">
                    <a:pos x="8" y="24"/>
                  </a:cxn>
                  <a:cxn ang="0">
                    <a:pos x="0" y="0"/>
                  </a:cxn>
                  <a:cxn ang="0">
                    <a:pos x="10" y="4"/>
                  </a:cxn>
                  <a:cxn ang="0">
                    <a:pos x="21" y="8"/>
                  </a:cxn>
                  <a:cxn ang="0">
                    <a:pos x="31" y="12"/>
                  </a:cxn>
                  <a:cxn ang="0">
                    <a:pos x="42" y="15"/>
                  </a:cxn>
                  <a:cxn ang="0">
                    <a:pos x="53" y="17"/>
                  </a:cxn>
                  <a:cxn ang="0">
                    <a:pos x="64" y="21"/>
                  </a:cxn>
                  <a:cxn ang="0">
                    <a:pos x="76" y="24"/>
                  </a:cxn>
                  <a:cxn ang="0">
                    <a:pos x="87" y="27"/>
                  </a:cxn>
                  <a:cxn ang="0">
                    <a:pos x="100" y="30"/>
                  </a:cxn>
                  <a:cxn ang="0">
                    <a:pos x="112" y="32"/>
                  </a:cxn>
                  <a:cxn ang="0">
                    <a:pos x="123" y="36"/>
                  </a:cxn>
                  <a:cxn ang="0">
                    <a:pos x="136" y="38"/>
                  </a:cxn>
                  <a:cxn ang="0">
                    <a:pos x="148" y="40"/>
                  </a:cxn>
                  <a:cxn ang="0">
                    <a:pos x="160" y="43"/>
                  </a:cxn>
                  <a:cxn ang="0">
                    <a:pos x="173" y="45"/>
                  </a:cxn>
                  <a:cxn ang="0">
                    <a:pos x="185" y="47"/>
                  </a:cxn>
                  <a:cxn ang="0">
                    <a:pos x="200" y="50"/>
                  </a:cxn>
                  <a:cxn ang="0">
                    <a:pos x="214" y="52"/>
                  </a:cxn>
                  <a:cxn ang="0">
                    <a:pos x="229" y="54"/>
                  </a:cxn>
                  <a:cxn ang="0">
                    <a:pos x="244" y="55"/>
                  </a:cxn>
                  <a:cxn ang="0">
                    <a:pos x="259" y="58"/>
                  </a:cxn>
                  <a:cxn ang="0">
                    <a:pos x="273" y="60"/>
                  </a:cxn>
                  <a:cxn ang="0">
                    <a:pos x="288" y="61"/>
                  </a:cxn>
                  <a:cxn ang="0">
                    <a:pos x="303" y="62"/>
                  </a:cxn>
                  <a:cxn ang="0">
                    <a:pos x="318" y="65"/>
                  </a:cxn>
                  <a:cxn ang="0">
                    <a:pos x="332" y="66"/>
                  </a:cxn>
                  <a:cxn ang="0">
                    <a:pos x="347" y="67"/>
                  </a:cxn>
                  <a:cxn ang="0">
                    <a:pos x="360" y="68"/>
                  </a:cxn>
                  <a:cxn ang="0">
                    <a:pos x="375" y="68"/>
                  </a:cxn>
                  <a:cxn ang="0">
                    <a:pos x="389" y="69"/>
                  </a:cxn>
                  <a:cxn ang="0">
                    <a:pos x="403" y="70"/>
                  </a:cxn>
                  <a:cxn ang="0">
                    <a:pos x="417" y="70"/>
                  </a:cxn>
                  <a:cxn ang="0">
                    <a:pos x="417" y="166"/>
                  </a:cxn>
                  <a:cxn ang="0">
                    <a:pos x="417" y="273"/>
                  </a:cxn>
                </a:cxnLst>
                <a:rect l="0" t="0" r="r" b="b"/>
                <a:pathLst>
                  <a:path w="417" h="273">
                    <a:moveTo>
                      <a:pt x="417" y="273"/>
                    </a:moveTo>
                    <a:lnTo>
                      <a:pt x="398" y="272"/>
                    </a:lnTo>
                    <a:lnTo>
                      <a:pt x="379" y="271"/>
                    </a:lnTo>
                    <a:lnTo>
                      <a:pt x="358" y="268"/>
                    </a:lnTo>
                    <a:lnTo>
                      <a:pt x="337" y="266"/>
                    </a:lnTo>
                    <a:lnTo>
                      <a:pt x="315" y="261"/>
                    </a:lnTo>
                    <a:lnTo>
                      <a:pt x="292" y="257"/>
                    </a:lnTo>
                    <a:lnTo>
                      <a:pt x="269" y="250"/>
                    </a:lnTo>
                    <a:lnTo>
                      <a:pt x="245" y="241"/>
                    </a:lnTo>
                    <a:lnTo>
                      <a:pt x="231" y="235"/>
                    </a:lnTo>
                    <a:lnTo>
                      <a:pt x="218" y="229"/>
                    </a:lnTo>
                    <a:lnTo>
                      <a:pt x="204" y="222"/>
                    </a:lnTo>
                    <a:lnTo>
                      <a:pt x="190" y="215"/>
                    </a:lnTo>
                    <a:lnTo>
                      <a:pt x="175" y="209"/>
                    </a:lnTo>
                    <a:lnTo>
                      <a:pt x="160" y="200"/>
                    </a:lnTo>
                    <a:lnTo>
                      <a:pt x="146" y="192"/>
                    </a:lnTo>
                    <a:lnTo>
                      <a:pt x="131" y="183"/>
                    </a:lnTo>
                    <a:lnTo>
                      <a:pt x="117" y="174"/>
                    </a:lnTo>
                    <a:lnTo>
                      <a:pt x="103" y="165"/>
                    </a:lnTo>
                    <a:lnTo>
                      <a:pt x="90" y="153"/>
                    </a:lnTo>
                    <a:lnTo>
                      <a:pt x="76" y="143"/>
                    </a:lnTo>
                    <a:lnTo>
                      <a:pt x="63" y="131"/>
                    </a:lnTo>
                    <a:lnTo>
                      <a:pt x="52" y="119"/>
                    </a:lnTo>
                    <a:lnTo>
                      <a:pt x="40" y="106"/>
                    </a:lnTo>
                    <a:lnTo>
                      <a:pt x="30" y="92"/>
                    </a:lnTo>
                    <a:lnTo>
                      <a:pt x="19" y="71"/>
                    </a:lnTo>
                    <a:lnTo>
                      <a:pt x="14" y="48"/>
                    </a:lnTo>
                    <a:lnTo>
                      <a:pt x="8" y="24"/>
                    </a:lnTo>
                    <a:lnTo>
                      <a:pt x="0" y="0"/>
                    </a:lnTo>
                    <a:lnTo>
                      <a:pt x="10" y="4"/>
                    </a:lnTo>
                    <a:lnTo>
                      <a:pt x="21" y="8"/>
                    </a:lnTo>
                    <a:lnTo>
                      <a:pt x="31" y="12"/>
                    </a:lnTo>
                    <a:lnTo>
                      <a:pt x="42" y="15"/>
                    </a:lnTo>
                    <a:lnTo>
                      <a:pt x="53" y="17"/>
                    </a:lnTo>
                    <a:lnTo>
                      <a:pt x="64" y="21"/>
                    </a:lnTo>
                    <a:lnTo>
                      <a:pt x="76" y="24"/>
                    </a:lnTo>
                    <a:lnTo>
                      <a:pt x="87" y="27"/>
                    </a:lnTo>
                    <a:lnTo>
                      <a:pt x="100" y="30"/>
                    </a:lnTo>
                    <a:lnTo>
                      <a:pt x="112" y="32"/>
                    </a:lnTo>
                    <a:lnTo>
                      <a:pt x="123" y="36"/>
                    </a:lnTo>
                    <a:lnTo>
                      <a:pt x="136" y="38"/>
                    </a:lnTo>
                    <a:lnTo>
                      <a:pt x="148" y="40"/>
                    </a:lnTo>
                    <a:lnTo>
                      <a:pt x="160" y="43"/>
                    </a:lnTo>
                    <a:lnTo>
                      <a:pt x="173" y="45"/>
                    </a:lnTo>
                    <a:lnTo>
                      <a:pt x="185" y="47"/>
                    </a:lnTo>
                    <a:lnTo>
                      <a:pt x="200" y="50"/>
                    </a:lnTo>
                    <a:lnTo>
                      <a:pt x="214" y="52"/>
                    </a:lnTo>
                    <a:lnTo>
                      <a:pt x="229" y="54"/>
                    </a:lnTo>
                    <a:lnTo>
                      <a:pt x="244" y="55"/>
                    </a:lnTo>
                    <a:lnTo>
                      <a:pt x="259" y="58"/>
                    </a:lnTo>
                    <a:lnTo>
                      <a:pt x="273" y="60"/>
                    </a:lnTo>
                    <a:lnTo>
                      <a:pt x="288" y="61"/>
                    </a:lnTo>
                    <a:lnTo>
                      <a:pt x="303" y="62"/>
                    </a:lnTo>
                    <a:lnTo>
                      <a:pt x="318" y="65"/>
                    </a:lnTo>
                    <a:lnTo>
                      <a:pt x="332" y="66"/>
                    </a:lnTo>
                    <a:lnTo>
                      <a:pt x="347" y="67"/>
                    </a:lnTo>
                    <a:lnTo>
                      <a:pt x="360" y="68"/>
                    </a:lnTo>
                    <a:lnTo>
                      <a:pt x="375" y="68"/>
                    </a:lnTo>
                    <a:lnTo>
                      <a:pt x="389" y="69"/>
                    </a:lnTo>
                    <a:lnTo>
                      <a:pt x="403" y="70"/>
                    </a:lnTo>
                    <a:lnTo>
                      <a:pt x="417" y="70"/>
                    </a:lnTo>
                    <a:lnTo>
                      <a:pt x="417" y="166"/>
                    </a:lnTo>
                    <a:lnTo>
                      <a:pt x="417" y="273"/>
                    </a:lnTo>
                    <a:close/>
                  </a:path>
                </a:pathLst>
              </a:custGeom>
              <a:grpFill/>
              <a:ln w="9525">
                <a:noFill/>
                <a:round/>
                <a:headEnd/>
                <a:tailEnd/>
              </a:ln>
            </p:spPr>
            <p:txBody>
              <a:bodyPr/>
              <a:lstStyle/>
              <a:p>
                <a:pPr algn="ctr">
                  <a:defRPr/>
                </a:pPr>
                <a:endParaRPr lang="en-US" sz="900" dirty="0"/>
              </a:p>
            </p:txBody>
          </p:sp>
          <p:sp>
            <p:nvSpPr>
              <p:cNvPr id="95" name="Freeform 94"/>
              <p:cNvSpPr>
                <a:spLocks/>
              </p:cNvSpPr>
              <p:nvPr/>
            </p:nvSpPr>
            <p:spPr bwMode="auto">
              <a:xfrm>
                <a:off x="2904" y="2604"/>
                <a:ext cx="202" cy="131"/>
              </a:xfrm>
              <a:custGeom>
                <a:avLst/>
                <a:gdLst/>
                <a:ahLst/>
                <a:cxnLst>
                  <a:cxn ang="0">
                    <a:pos x="171" y="229"/>
                  </a:cxn>
                  <a:cxn ang="0">
                    <a:pos x="147" y="237"/>
                  </a:cxn>
                  <a:cxn ang="0">
                    <a:pos x="124" y="244"/>
                  </a:cxn>
                  <a:cxn ang="0">
                    <a:pos x="102" y="249"/>
                  </a:cxn>
                  <a:cxn ang="0">
                    <a:pos x="80" y="253"/>
                  </a:cxn>
                  <a:cxn ang="0">
                    <a:pos x="59" y="256"/>
                  </a:cxn>
                  <a:cxn ang="0">
                    <a:pos x="38" y="259"/>
                  </a:cxn>
                  <a:cxn ang="0">
                    <a:pos x="19" y="260"/>
                  </a:cxn>
                  <a:cxn ang="0">
                    <a:pos x="0" y="261"/>
                  </a:cxn>
                  <a:cxn ang="0">
                    <a:pos x="0" y="161"/>
                  </a:cxn>
                  <a:cxn ang="0">
                    <a:pos x="0" y="58"/>
                  </a:cxn>
                  <a:cxn ang="0">
                    <a:pos x="26" y="57"/>
                  </a:cxn>
                  <a:cxn ang="0">
                    <a:pos x="51" y="56"/>
                  </a:cxn>
                  <a:cxn ang="0">
                    <a:pos x="78" y="54"/>
                  </a:cxn>
                  <a:cxn ang="0">
                    <a:pos x="103" y="51"/>
                  </a:cxn>
                  <a:cxn ang="0">
                    <a:pos x="129" y="49"/>
                  </a:cxn>
                  <a:cxn ang="0">
                    <a:pos x="155" y="46"/>
                  </a:cxn>
                  <a:cxn ang="0">
                    <a:pos x="181" y="43"/>
                  </a:cxn>
                  <a:cxn ang="0">
                    <a:pos x="207" y="39"/>
                  </a:cxn>
                  <a:cxn ang="0">
                    <a:pos x="232" y="35"/>
                  </a:cxn>
                  <a:cxn ang="0">
                    <a:pos x="258" y="31"/>
                  </a:cxn>
                  <a:cxn ang="0">
                    <a:pos x="283" y="26"/>
                  </a:cxn>
                  <a:cxn ang="0">
                    <a:pos x="308" y="21"/>
                  </a:cxn>
                  <a:cxn ang="0">
                    <a:pos x="332" y="17"/>
                  </a:cxn>
                  <a:cxn ang="0">
                    <a:pos x="356" y="11"/>
                  </a:cxn>
                  <a:cxn ang="0">
                    <a:pos x="380" y="5"/>
                  </a:cxn>
                  <a:cxn ang="0">
                    <a:pos x="403" y="0"/>
                  </a:cxn>
                  <a:cxn ang="0">
                    <a:pos x="399" y="9"/>
                  </a:cxn>
                  <a:cxn ang="0">
                    <a:pos x="394" y="18"/>
                  </a:cxn>
                  <a:cxn ang="0">
                    <a:pos x="390" y="27"/>
                  </a:cxn>
                  <a:cxn ang="0">
                    <a:pos x="385" y="36"/>
                  </a:cxn>
                  <a:cxn ang="0">
                    <a:pos x="379" y="46"/>
                  </a:cxn>
                  <a:cxn ang="0">
                    <a:pos x="375" y="54"/>
                  </a:cxn>
                  <a:cxn ang="0">
                    <a:pos x="369" y="63"/>
                  </a:cxn>
                  <a:cxn ang="0">
                    <a:pos x="363" y="71"/>
                  </a:cxn>
                  <a:cxn ang="0">
                    <a:pos x="352" y="86"/>
                  </a:cxn>
                  <a:cxn ang="0">
                    <a:pos x="340" y="101"/>
                  </a:cxn>
                  <a:cxn ang="0">
                    <a:pos x="329" y="115"/>
                  </a:cxn>
                  <a:cxn ang="0">
                    <a:pos x="316" y="129"/>
                  </a:cxn>
                  <a:cxn ang="0">
                    <a:pos x="303" y="140"/>
                  </a:cxn>
                  <a:cxn ang="0">
                    <a:pos x="291" y="153"/>
                  </a:cxn>
                  <a:cxn ang="0">
                    <a:pos x="277" y="163"/>
                  </a:cxn>
                  <a:cxn ang="0">
                    <a:pos x="264" y="173"/>
                  </a:cxn>
                  <a:cxn ang="0">
                    <a:pos x="251" y="183"/>
                  </a:cxn>
                  <a:cxn ang="0">
                    <a:pos x="239" y="192"/>
                  </a:cxn>
                  <a:cxn ang="0">
                    <a:pos x="226" y="200"/>
                  </a:cxn>
                  <a:cxn ang="0">
                    <a:pos x="215" y="207"/>
                  </a:cxn>
                  <a:cxn ang="0">
                    <a:pos x="203" y="214"/>
                  </a:cxn>
                  <a:cxn ang="0">
                    <a:pos x="192" y="220"/>
                  </a:cxn>
                  <a:cxn ang="0">
                    <a:pos x="181" y="224"/>
                  </a:cxn>
                  <a:cxn ang="0">
                    <a:pos x="171" y="229"/>
                  </a:cxn>
                </a:cxnLst>
                <a:rect l="0" t="0" r="r" b="b"/>
                <a:pathLst>
                  <a:path w="403" h="261">
                    <a:moveTo>
                      <a:pt x="171" y="229"/>
                    </a:moveTo>
                    <a:lnTo>
                      <a:pt x="147" y="237"/>
                    </a:lnTo>
                    <a:lnTo>
                      <a:pt x="124" y="244"/>
                    </a:lnTo>
                    <a:lnTo>
                      <a:pt x="102" y="249"/>
                    </a:lnTo>
                    <a:lnTo>
                      <a:pt x="80" y="253"/>
                    </a:lnTo>
                    <a:lnTo>
                      <a:pt x="59" y="256"/>
                    </a:lnTo>
                    <a:lnTo>
                      <a:pt x="38" y="259"/>
                    </a:lnTo>
                    <a:lnTo>
                      <a:pt x="19" y="260"/>
                    </a:lnTo>
                    <a:lnTo>
                      <a:pt x="0" y="261"/>
                    </a:lnTo>
                    <a:lnTo>
                      <a:pt x="0" y="161"/>
                    </a:lnTo>
                    <a:lnTo>
                      <a:pt x="0" y="58"/>
                    </a:lnTo>
                    <a:lnTo>
                      <a:pt x="26" y="57"/>
                    </a:lnTo>
                    <a:lnTo>
                      <a:pt x="51" y="56"/>
                    </a:lnTo>
                    <a:lnTo>
                      <a:pt x="78" y="54"/>
                    </a:lnTo>
                    <a:lnTo>
                      <a:pt x="103" y="51"/>
                    </a:lnTo>
                    <a:lnTo>
                      <a:pt x="129" y="49"/>
                    </a:lnTo>
                    <a:lnTo>
                      <a:pt x="155" y="46"/>
                    </a:lnTo>
                    <a:lnTo>
                      <a:pt x="181" y="43"/>
                    </a:lnTo>
                    <a:lnTo>
                      <a:pt x="207" y="39"/>
                    </a:lnTo>
                    <a:lnTo>
                      <a:pt x="232" y="35"/>
                    </a:lnTo>
                    <a:lnTo>
                      <a:pt x="258" y="31"/>
                    </a:lnTo>
                    <a:lnTo>
                      <a:pt x="283" y="26"/>
                    </a:lnTo>
                    <a:lnTo>
                      <a:pt x="308" y="21"/>
                    </a:lnTo>
                    <a:lnTo>
                      <a:pt x="332" y="17"/>
                    </a:lnTo>
                    <a:lnTo>
                      <a:pt x="356" y="11"/>
                    </a:lnTo>
                    <a:lnTo>
                      <a:pt x="380" y="5"/>
                    </a:lnTo>
                    <a:lnTo>
                      <a:pt x="403" y="0"/>
                    </a:lnTo>
                    <a:lnTo>
                      <a:pt x="399" y="9"/>
                    </a:lnTo>
                    <a:lnTo>
                      <a:pt x="394" y="18"/>
                    </a:lnTo>
                    <a:lnTo>
                      <a:pt x="390" y="27"/>
                    </a:lnTo>
                    <a:lnTo>
                      <a:pt x="385" y="36"/>
                    </a:lnTo>
                    <a:lnTo>
                      <a:pt x="379" y="46"/>
                    </a:lnTo>
                    <a:lnTo>
                      <a:pt x="375" y="54"/>
                    </a:lnTo>
                    <a:lnTo>
                      <a:pt x="369" y="63"/>
                    </a:lnTo>
                    <a:lnTo>
                      <a:pt x="363" y="71"/>
                    </a:lnTo>
                    <a:lnTo>
                      <a:pt x="352" y="86"/>
                    </a:lnTo>
                    <a:lnTo>
                      <a:pt x="340" y="101"/>
                    </a:lnTo>
                    <a:lnTo>
                      <a:pt x="329" y="115"/>
                    </a:lnTo>
                    <a:lnTo>
                      <a:pt x="316" y="129"/>
                    </a:lnTo>
                    <a:lnTo>
                      <a:pt x="303" y="140"/>
                    </a:lnTo>
                    <a:lnTo>
                      <a:pt x="291" y="153"/>
                    </a:lnTo>
                    <a:lnTo>
                      <a:pt x="277" y="163"/>
                    </a:lnTo>
                    <a:lnTo>
                      <a:pt x="264" y="173"/>
                    </a:lnTo>
                    <a:lnTo>
                      <a:pt x="251" y="183"/>
                    </a:lnTo>
                    <a:lnTo>
                      <a:pt x="239" y="192"/>
                    </a:lnTo>
                    <a:lnTo>
                      <a:pt x="226" y="200"/>
                    </a:lnTo>
                    <a:lnTo>
                      <a:pt x="215" y="207"/>
                    </a:lnTo>
                    <a:lnTo>
                      <a:pt x="203" y="214"/>
                    </a:lnTo>
                    <a:lnTo>
                      <a:pt x="192" y="220"/>
                    </a:lnTo>
                    <a:lnTo>
                      <a:pt x="181" y="224"/>
                    </a:lnTo>
                    <a:lnTo>
                      <a:pt x="171" y="229"/>
                    </a:lnTo>
                    <a:close/>
                  </a:path>
                </a:pathLst>
              </a:custGeom>
              <a:grpFill/>
              <a:ln w="9525">
                <a:noFill/>
                <a:round/>
                <a:headEnd/>
                <a:tailEnd/>
              </a:ln>
            </p:spPr>
            <p:txBody>
              <a:bodyPr/>
              <a:lstStyle/>
              <a:p>
                <a:pPr algn="ctr">
                  <a:defRPr/>
                </a:pPr>
                <a:endParaRPr lang="en-US" sz="900" dirty="0"/>
              </a:p>
            </p:txBody>
          </p:sp>
          <p:sp>
            <p:nvSpPr>
              <p:cNvPr id="96" name="Freeform 95"/>
              <p:cNvSpPr>
                <a:spLocks/>
              </p:cNvSpPr>
              <p:nvPr/>
            </p:nvSpPr>
            <p:spPr bwMode="auto">
              <a:xfrm>
                <a:off x="3104" y="2437"/>
                <a:ext cx="278" cy="248"/>
              </a:xfrm>
              <a:custGeom>
                <a:avLst/>
                <a:gdLst/>
                <a:ahLst/>
                <a:cxnLst>
                  <a:cxn ang="0">
                    <a:pos x="0" y="497"/>
                  </a:cxn>
                  <a:cxn ang="0">
                    <a:pos x="13" y="485"/>
                  </a:cxn>
                  <a:cxn ang="0">
                    <a:pos x="25" y="473"/>
                  </a:cxn>
                  <a:cxn ang="0">
                    <a:pos x="36" y="461"/>
                  </a:cxn>
                  <a:cxn ang="0">
                    <a:pos x="46" y="450"/>
                  </a:cxn>
                  <a:cxn ang="0">
                    <a:pos x="56" y="438"/>
                  </a:cxn>
                  <a:cxn ang="0">
                    <a:pos x="65" y="427"/>
                  </a:cxn>
                  <a:cxn ang="0">
                    <a:pos x="73" y="415"/>
                  </a:cxn>
                  <a:cxn ang="0">
                    <a:pos x="81" y="404"/>
                  </a:cxn>
                  <a:cxn ang="0">
                    <a:pos x="90" y="389"/>
                  </a:cxn>
                  <a:cxn ang="0">
                    <a:pos x="99" y="375"/>
                  </a:cxn>
                  <a:cxn ang="0">
                    <a:pos x="107" y="360"/>
                  </a:cxn>
                  <a:cxn ang="0">
                    <a:pos x="114" y="346"/>
                  </a:cxn>
                  <a:cxn ang="0">
                    <a:pos x="122" y="332"/>
                  </a:cxn>
                  <a:cxn ang="0">
                    <a:pos x="129" y="317"/>
                  </a:cxn>
                  <a:cxn ang="0">
                    <a:pos x="136" y="303"/>
                  </a:cxn>
                  <a:cxn ang="0">
                    <a:pos x="143" y="288"/>
                  </a:cxn>
                  <a:cxn ang="0">
                    <a:pos x="168" y="278"/>
                  </a:cxn>
                  <a:cxn ang="0">
                    <a:pos x="195" y="265"/>
                  </a:cxn>
                  <a:cxn ang="0">
                    <a:pos x="223" y="252"/>
                  </a:cxn>
                  <a:cxn ang="0">
                    <a:pos x="252" y="237"/>
                  </a:cxn>
                  <a:cxn ang="0">
                    <a:pos x="282" y="220"/>
                  </a:cxn>
                  <a:cxn ang="0">
                    <a:pos x="313" y="203"/>
                  </a:cxn>
                  <a:cxn ang="0">
                    <a:pos x="343" y="184"/>
                  </a:cxn>
                  <a:cxn ang="0">
                    <a:pos x="373" y="165"/>
                  </a:cxn>
                  <a:cxn ang="0">
                    <a:pos x="402" y="144"/>
                  </a:cxn>
                  <a:cxn ang="0">
                    <a:pos x="430" y="124"/>
                  </a:cxn>
                  <a:cxn ang="0">
                    <a:pos x="456" y="103"/>
                  </a:cxn>
                  <a:cxn ang="0">
                    <a:pos x="480" y="82"/>
                  </a:cxn>
                  <a:cxn ang="0">
                    <a:pos x="503" y="62"/>
                  </a:cxn>
                  <a:cxn ang="0">
                    <a:pos x="524" y="41"/>
                  </a:cxn>
                  <a:cxn ang="0">
                    <a:pos x="541" y="20"/>
                  </a:cxn>
                  <a:cxn ang="0">
                    <a:pos x="555" y="0"/>
                  </a:cxn>
                  <a:cxn ang="0">
                    <a:pos x="531" y="47"/>
                  </a:cxn>
                  <a:cxn ang="0">
                    <a:pos x="505" y="90"/>
                  </a:cxn>
                  <a:cxn ang="0">
                    <a:pos x="476" y="132"/>
                  </a:cxn>
                  <a:cxn ang="0">
                    <a:pos x="443" y="172"/>
                  </a:cxn>
                  <a:cxn ang="0">
                    <a:pos x="411" y="210"/>
                  </a:cxn>
                  <a:cxn ang="0">
                    <a:pos x="376" y="246"/>
                  </a:cxn>
                  <a:cxn ang="0">
                    <a:pos x="340" y="279"/>
                  </a:cxn>
                  <a:cxn ang="0">
                    <a:pos x="302" y="310"/>
                  </a:cxn>
                  <a:cxn ang="0">
                    <a:pos x="264" y="340"/>
                  </a:cxn>
                  <a:cxn ang="0">
                    <a:pos x="226" y="369"/>
                  </a:cxn>
                  <a:cxn ang="0">
                    <a:pos x="187" y="394"/>
                  </a:cxn>
                  <a:cxn ang="0">
                    <a:pos x="149" y="419"/>
                  </a:cxn>
                  <a:cxn ang="0">
                    <a:pos x="109" y="440"/>
                  </a:cxn>
                  <a:cxn ang="0">
                    <a:pos x="73" y="461"/>
                  </a:cxn>
                  <a:cxn ang="0">
                    <a:pos x="36" y="480"/>
                  </a:cxn>
                  <a:cxn ang="0">
                    <a:pos x="0" y="497"/>
                  </a:cxn>
                </a:cxnLst>
                <a:rect l="0" t="0" r="r" b="b"/>
                <a:pathLst>
                  <a:path w="555" h="497">
                    <a:moveTo>
                      <a:pt x="0" y="497"/>
                    </a:moveTo>
                    <a:lnTo>
                      <a:pt x="13" y="485"/>
                    </a:lnTo>
                    <a:lnTo>
                      <a:pt x="25" y="473"/>
                    </a:lnTo>
                    <a:lnTo>
                      <a:pt x="36" y="461"/>
                    </a:lnTo>
                    <a:lnTo>
                      <a:pt x="46" y="450"/>
                    </a:lnTo>
                    <a:lnTo>
                      <a:pt x="56" y="438"/>
                    </a:lnTo>
                    <a:lnTo>
                      <a:pt x="65" y="427"/>
                    </a:lnTo>
                    <a:lnTo>
                      <a:pt x="73" y="415"/>
                    </a:lnTo>
                    <a:lnTo>
                      <a:pt x="81" y="404"/>
                    </a:lnTo>
                    <a:lnTo>
                      <a:pt x="90" y="389"/>
                    </a:lnTo>
                    <a:lnTo>
                      <a:pt x="99" y="375"/>
                    </a:lnTo>
                    <a:lnTo>
                      <a:pt x="107" y="360"/>
                    </a:lnTo>
                    <a:lnTo>
                      <a:pt x="114" y="346"/>
                    </a:lnTo>
                    <a:lnTo>
                      <a:pt x="122" y="332"/>
                    </a:lnTo>
                    <a:lnTo>
                      <a:pt x="129" y="317"/>
                    </a:lnTo>
                    <a:lnTo>
                      <a:pt x="136" y="303"/>
                    </a:lnTo>
                    <a:lnTo>
                      <a:pt x="143" y="288"/>
                    </a:lnTo>
                    <a:lnTo>
                      <a:pt x="168" y="278"/>
                    </a:lnTo>
                    <a:lnTo>
                      <a:pt x="195" y="265"/>
                    </a:lnTo>
                    <a:lnTo>
                      <a:pt x="223" y="252"/>
                    </a:lnTo>
                    <a:lnTo>
                      <a:pt x="252" y="237"/>
                    </a:lnTo>
                    <a:lnTo>
                      <a:pt x="282" y="220"/>
                    </a:lnTo>
                    <a:lnTo>
                      <a:pt x="313" y="203"/>
                    </a:lnTo>
                    <a:lnTo>
                      <a:pt x="343" y="184"/>
                    </a:lnTo>
                    <a:lnTo>
                      <a:pt x="373" y="165"/>
                    </a:lnTo>
                    <a:lnTo>
                      <a:pt x="402" y="144"/>
                    </a:lnTo>
                    <a:lnTo>
                      <a:pt x="430" y="124"/>
                    </a:lnTo>
                    <a:lnTo>
                      <a:pt x="456" y="103"/>
                    </a:lnTo>
                    <a:lnTo>
                      <a:pt x="480" y="82"/>
                    </a:lnTo>
                    <a:lnTo>
                      <a:pt x="503" y="62"/>
                    </a:lnTo>
                    <a:lnTo>
                      <a:pt x="524" y="41"/>
                    </a:lnTo>
                    <a:lnTo>
                      <a:pt x="541" y="20"/>
                    </a:lnTo>
                    <a:lnTo>
                      <a:pt x="555" y="0"/>
                    </a:lnTo>
                    <a:lnTo>
                      <a:pt x="531" y="47"/>
                    </a:lnTo>
                    <a:lnTo>
                      <a:pt x="505" y="90"/>
                    </a:lnTo>
                    <a:lnTo>
                      <a:pt x="476" y="132"/>
                    </a:lnTo>
                    <a:lnTo>
                      <a:pt x="443" y="172"/>
                    </a:lnTo>
                    <a:lnTo>
                      <a:pt x="411" y="210"/>
                    </a:lnTo>
                    <a:lnTo>
                      <a:pt x="376" y="246"/>
                    </a:lnTo>
                    <a:lnTo>
                      <a:pt x="340" y="279"/>
                    </a:lnTo>
                    <a:lnTo>
                      <a:pt x="302" y="310"/>
                    </a:lnTo>
                    <a:lnTo>
                      <a:pt x="264" y="340"/>
                    </a:lnTo>
                    <a:lnTo>
                      <a:pt x="226" y="369"/>
                    </a:lnTo>
                    <a:lnTo>
                      <a:pt x="187" y="394"/>
                    </a:lnTo>
                    <a:lnTo>
                      <a:pt x="149" y="419"/>
                    </a:lnTo>
                    <a:lnTo>
                      <a:pt x="109" y="440"/>
                    </a:lnTo>
                    <a:lnTo>
                      <a:pt x="73" y="461"/>
                    </a:lnTo>
                    <a:lnTo>
                      <a:pt x="36" y="480"/>
                    </a:lnTo>
                    <a:lnTo>
                      <a:pt x="0" y="497"/>
                    </a:lnTo>
                    <a:close/>
                  </a:path>
                </a:pathLst>
              </a:custGeom>
              <a:grpFill/>
              <a:ln w="9525">
                <a:noFill/>
                <a:round/>
                <a:headEnd/>
                <a:tailEnd/>
              </a:ln>
            </p:spPr>
            <p:txBody>
              <a:bodyPr/>
              <a:lstStyle/>
              <a:p>
                <a:pPr algn="ctr">
                  <a:defRPr/>
                </a:pPr>
                <a:endParaRPr lang="en-US" sz="900" dirty="0"/>
              </a:p>
            </p:txBody>
          </p:sp>
          <p:sp>
            <p:nvSpPr>
              <p:cNvPr id="97" name="Freeform 96"/>
              <p:cNvSpPr>
                <a:spLocks/>
              </p:cNvSpPr>
              <p:nvPr/>
            </p:nvSpPr>
            <p:spPr bwMode="auto">
              <a:xfrm>
                <a:off x="3197" y="2149"/>
                <a:ext cx="256" cy="365"/>
              </a:xfrm>
              <a:custGeom>
                <a:avLst/>
                <a:gdLst/>
                <a:ahLst/>
                <a:cxnLst>
                  <a:cxn ang="0">
                    <a:pos x="488" y="240"/>
                  </a:cxn>
                  <a:cxn ang="0">
                    <a:pos x="474" y="277"/>
                  </a:cxn>
                  <a:cxn ang="0">
                    <a:pos x="457" y="313"/>
                  </a:cxn>
                  <a:cxn ang="0">
                    <a:pos x="437" y="350"/>
                  </a:cxn>
                  <a:cxn ang="0">
                    <a:pos x="415" y="384"/>
                  </a:cxn>
                  <a:cxn ang="0">
                    <a:pos x="391" y="419"/>
                  </a:cxn>
                  <a:cxn ang="0">
                    <a:pos x="365" y="453"/>
                  </a:cxn>
                  <a:cxn ang="0">
                    <a:pos x="336" y="486"/>
                  </a:cxn>
                  <a:cxn ang="0">
                    <a:pos x="305" y="518"/>
                  </a:cxn>
                  <a:cxn ang="0">
                    <a:pos x="273" y="549"/>
                  </a:cxn>
                  <a:cxn ang="0">
                    <a:pos x="238" y="579"/>
                  </a:cxn>
                  <a:cxn ang="0">
                    <a:pos x="202" y="608"/>
                  </a:cxn>
                  <a:cxn ang="0">
                    <a:pos x="164" y="635"/>
                  </a:cxn>
                  <a:cxn ang="0">
                    <a:pos x="125" y="662"/>
                  </a:cxn>
                  <a:cxn ang="0">
                    <a:pos x="85" y="686"/>
                  </a:cxn>
                  <a:cxn ang="0">
                    <a:pos x="42" y="709"/>
                  </a:cxn>
                  <a:cxn ang="0">
                    <a:pos x="0" y="731"/>
                  </a:cxn>
                  <a:cxn ang="0">
                    <a:pos x="12" y="704"/>
                  </a:cxn>
                  <a:cxn ang="0">
                    <a:pos x="23" y="677"/>
                  </a:cxn>
                  <a:cxn ang="0">
                    <a:pos x="33" y="650"/>
                  </a:cxn>
                  <a:cxn ang="0">
                    <a:pos x="42" y="624"/>
                  </a:cxn>
                  <a:cxn ang="0">
                    <a:pos x="50" y="599"/>
                  </a:cxn>
                  <a:cxn ang="0">
                    <a:pos x="57" y="572"/>
                  </a:cxn>
                  <a:cxn ang="0">
                    <a:pos x="64" y="547"/>
                  </a:cxn>
                  <a:cxn ang="0">
                    <a:pos x="70" y="520"/>
                  </a:cxn>
                  <a:cxn ang="0">
                    <a:pos x="78" y="474"/>
                  </a:cxn>
                  <a:cxn ang="0">
                    <a:pos x="85" y="428"/>
                  </a:cxn>
                  <a:cxn ang="0">
                    <a:pos x="91" y="382"/>
                  </a:cxn>
                  <a:cxn ang="0">
                    <a:pos x="96" y="335"/>
                  </a:cxn>
                  <a:cxn ang="0">
                    <a:pos x="130" y="319"/>
                  </a:cxn>
                  <a:cxn ang="0">
                    <a:pos x="163" y="301"/>
                  </a:cxn>
                  <a:cxn ang="0">
                    <a:pos x="197" y="283"/>
                  </a:cxn>
                  <a:cxn ang="0">
                    <a:pos x="230" y="265"/>
                  </a:cxn>
                  <a:cxn ang="0">
                    <a:pos x="262" y="246"/>
                  </a:cxn>
                  <a:cxn ang="0">
                    <a:pos x="293" y="227"/>
                  </a:cxn>
                  <a:cxn ang="0">
                    <a:pos x="324" y="206"/>
                  </a:cxn>
                  <a:cxn ang="0">
                    <a:pos x="353" y="185"/>
                  </a:cxn>
                  <a:cxn ang="0">
                    <a:pos x="381" y="163"/>
                  </a:cxn>
                  <a:cxn ang="0">
                    <a:pos x="406" y="141"/>
                  </a:cxn>
                  <a:cxn ang="0">
                    <a:pos x="430" y="119"/>
                  </a:cxn>
                  <a:cxn ang="0">
                    <a:pos x="452" y="96"/>
                  </a:cxn>
                  <a:cxn ang="0">
                    <a:pos x="471" y="73"/>
                  </a:cxn>
                  <a:cxn ang="0">
                    <a:pos x="487" y="49"/>
                  </a:cxn>
                  <a:cxn ang="0">
                    <a:pos x="501" y="25"/>
                  </a:cxn>
                  <a:cxn ang="0">
                    <a:pos x="511" y="0"/>
                  </a:cxn>
                  <a:cxn ang="0">
                    <a:pos x="511" y="3"/>
                  </a:cxn>
                  <a:cxn ang="0">
                    <a:pos x="511" y="5"/>
                  </a:cxn>
                  <a:cxn ang="0">
                    <a:pos x="511" y="9"/>
                  </a:cxn>
                  <a:cxn ang="0">
                    <a:pos x="511" y="11"/>
                  </a:cxn>
                  <a:cxn ang="0">
                    <a:pos x="510" y="70"/>
                  </a:cxn>
                  <a:cxn ang="0">
                    <a:pos x="505" y="128"/>
                  </a:cxn>
                  <a:cxn ang="0">
                    <a:pos x="498" y="184"/>
                  </a:cxn>
                  <a:cxn ang="0">
                    <a:pos x="488" y="240"/>
                  </a:cxn>
                </a:cxnLst>
                <a:rect l="0" t="0" r="r" b="b"/>
                <a:pathLst>
                  <a:path w="511" h="731">
                    <a:moveTo>
                      <a:pt x="488" y="240"/>
                    </a:moveTo>
                    <a:lnTo>
                      <a:pt x="474" y="277"/>
                    </a:lnTo>
                    <a:lnTo>
                      <a:pt x="457" y="313"/>
                    </a:lnTo>
                    <a:lnTo>
                      <a:pt x="437" y="350"/>
                    </a:lnTo>
                    <a:lnTo>
                      <a:pt x="415" y="384"/>
                    </a:lnTo>
                    <a:lnTo>
                      <a:pt x="391" y="419"/>
                    </a:lnTo>
                    <a:lnTo>
                      <a:pt x="365" y="453"/>
                    </a:lnTo>
                    <a:lnTo>
                      <a:pt x="336" y="486"/>
                    </a:lnTo>
                    <a:lnTo>
                      <a:pt x="305" y="518"/>
                    </a:lnTo>
                    <a:lnTo>
                      <a:pt x="273" y="549"/>
                    </a:lnTo>
                    <a:lnTo>
                      <a:pt x="238" y="579"/>
                    </a:lnTo>
                    <a:lnTo>
                      <a:pt x="202" y="608"/>
                    </a:lnTo>
                    <a:lnTo>
                      <a:pt x="164" y="635"/>
                    </a:lnTo>
                    <a:lnTo>
                      <a:pt x="125" y="662"/>
                    </a:lnTo>
                    <a:lnTo>
                      <a:pt x="85" y="686"/>
                    </a:lnTo>
                    <a:lnTo>
                      <a:pt x="42" y="709"/>
                    </a:lnTo>
                    <a:lnTo>
                      <a:pt x="0" y="731"/>
                    </a:lnTo>
                    <a:lnTo>
                      <a:pt x="12" y="704"/>
                    </a:lnTo>
                    <a:lnTo>
                      <a:pt x="23" y="677"/>
                    </a:lnTo>
                    <a:lnTo>
                      <a:pt x="33" y="650"/>
                    </a:lnTo>
                    <a:lnTo>
                      <a:pt x="42" y="624"/>
                    </a:lnTo>
                    <a:lnTo>
                      <a:pt x="50" y="599"/>
                    </a:lnTo>
                    <a:lnTo>
                      <a:pt x="57" y="572"/>
                    </a:lnTo>
                    <a:lnTo>
                      <a:pt x="64" y="547"/>
                    </a:lnTo>
                    <a:lnTo>
                      <a:pt x="70" y="520"/>
                    </a:lnTo>
                    <a:lnTo>
                      <a:pt x="78" y="474"/>
                    </a:lnTo>
                    <a:lnTo>
                      <a:pt x="85" y="428"/>
                    </a:lnTo>
                    <a:lnTo>
                      <a:pt x="91" y="382"/>
                    </a:lnTo>
                    <a:lnTo>
                      <a:pt x="96" y="335"/>
                    </a:lnTo>
                    <a:lnTo>
                      <a:pt x="130" y="319"/>
                    </a:lnTo>
                    <a:lnTo>
                      <a:pt x="163" y="301"/>
                    </a:lnTo>
                    <a:lnTo>
                      <a:pt x="197" y="283"/>
                    </a:lnTo>
                    <a:lnTo>
                      <a:pt x="230" y="265"/>
                    </a:lnTo>
                    <a:lnTo>
                      <a:pt x="262" y="246"/>
                    </a:lnTo>
                    <a:lnTo>
                      <a:pt x="293" y="227"/>
                    </a:lnTo>
                    <a:lnTo>
                      <a:pt x="324" y="206"/>
                    </a:lnTo>
                    <a:lnTo>
                      <a:pt x="353" y="185"/>
                    </a:lnTo>
                    <a:lnTo>
                      <a:pt x="381" y="163"/>
                    </a:lnTo>
                    <a:lnTo>
                      <a:pt x="406" y="141"/>
                    </a:lnTo>
                    <a:lnTo>
                      <a:pt x="430" y="119"/>
                    </a:lnTo>
                    <a:lnTo>
                      <a:pt x="452" y="96"/>
                    </a:lnTo>
                    <a:lnTo>
                      <a:pt x="471" y="73"/>
                    </a:lnTo>
                    <a:lnTo>
                      <a:pt x="487" y="49"/>
                    </a:lnTo>
                    <a:lnTo>
                      <a:pt x="501" y="25"/>
                    </a:lnTo>
                    <a:lnTo>
                      <a:pt x="511" y="0"/>
                    </a:lnTo>
                    <a:lnTo>
                      <a:pt x="511" y="3"/>
                    </a:lnTo>
                    <a:lnTo>
                      <a:pt x="511" y="5"/>
                    </a:lnTo>
                    <a:lnTo>
                      <a:pt x="511" y="9"/>
                    </a:lnTo>
                    <a:lnTo>
                      <a:pt x="511" y="11"/>
                    </a:lnTo>
                    <a:lnTo>
                      <a:pt x="510" y="70"/>
                    </a:lnTo>
                    <a:lnTo>
                      <a:pt x="505" y="128"/>
                    </a:lnTo>
                    <a:lnTo>
                      <a:pt x="498" y="184"/>
                    </a:lnTo>
                    <a:lnTo>
                      <a:pt x="488" y="240"/>
                    </a:lnTo>
                    <a:close/>
                  </a:path>
                </a:pathLst>
              </a:custGeom>
              <a:grpFill/>
              <a:ln w="9525">
                <a:noFill/>
                <a:round/>
                <a:headEnd/>
                <a:tailEnd/>
              </a:ln>
            </p:spPr>
            <p:txBody>
              <a:bodyPr/>
              <a:lstStyle/>
              <a:p>
                <a:pPr algn="ctr">
                  <a:defRPr/>
                </a:pPr>
                <a:endParaRPr lang="en-US" sz="900" dirty="0"/>
              </a:p>
            </p:txBody>
          </p:sp>
        </p:grpSp>
        <p:sp>
          <p:nvSpPr>
            <p:cNvPr id="8198" name="TextBox 75"/>
            <p:cNvSpPr txBox="1">
              <a:spLocks noChangeArrowheads="1"/>
            </p:cNvSpPr>
            <p:nvPr/>
          </p:nvSpPr>
          <p:spPr bwMode="auto">
            <a:xfrm>
              <a:off x="5392212" y="3200453"/>
              <a:ext cx="1728014" cy="419123"/>
            </a:xfrm>
            <a:prstGeom prst="rect">
              <a:avLst/>
            </a:prstGeom>
            <a:noFill/>
            <a:ln w="9525">
              <a:noFill/>
              <a:miter lim="800000"/>
              <a:headEnd/>
              <a:tailEnd/>
            </a:ln>
          </p:spPr>
          <p:txBody>
            <a:bodyPr wrap="none">
              <a:spAutoFit/>
            </a:bodyPr>
            <a:lstStyle/>
            <a:p>
              <a:pPr algn="ctr"/>
              <a:r>
                <a:rPr lang="en-US" sz="1000" dirty="0">
                  <a:latin typeface="Garamond" pitchFamily="18" charset="0"/>
                </a:rPr>
                <a:t>Bock Consulting</a:t>
              </a:r>
            </a:p>
          </p:txBody>
        </p:sp>
      </p:gr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 calcmode="lin" valueType="num">
                                      <p:cBhvr additive="base">
                                        <p:cTn id="7" dur="500" fill="hold"/>
                                        <p:tgtEl>
                                          <p:spTgt spid="9219">
                                            <p:txEl>
                                              <p:pRg st="1" end="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2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9219">
                                            <p:txEl>
                                              <p:pRg st="2" end="2"/>
                                            </p:txEl>
                                          </p:spTgt>
                                        </p:tgtEl>
                                        <p:attrNameLst>
                                          <p:attrName>style.visibility</p:attrName>
                                        </p:attrNameLst>
                                      </p:cBhvr>
                                      <p:to>
                                        <p:strVal val="visible"/>
                                      </p:to>
                                    </p:set>
                                    <p:anim calcmode="lin" valueType="num">
                                      <p:cBhvr additive="base">
                                        <p:cTn id="13" dur="500" fill="hold"/>
                                        <p:tgtEl>
                                          <p:spTgt spid="9219">
                                            <p:txEl>
                                              <p:pRg st="2" end="2"/>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921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9219">
                                            <p:txEl>
                                              <p:pRg st="3" end="3"/>
                                            </p:txEl>
                                          </p:spTgt>
                                        </p:tgtEl>
                                        <p:attrNameLst>
                                          <p:attrName>style.visibility</p:attrName>
                                        </p:attrNameLst>
                                      </p:cBhvr>
                                      <p:to>
                                        <p:strVal val="visible"/>
                                      </p:to>
                                    </p:set>
                                    <p:anim calcmode="lin" valueType="num">
                                      <p:cBhvr additive="base">
                                        <p:cTn id="19" dur="500" fill="hold"/>
                                        <p:tgtEl>
                                          <p:spTgt spid="9219">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921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9219">
                                            <p:txEl>
                                              <p:pRg st="4" end="4"/>
                                            </p:txEl>
                                          </p:spTgt>
                                        </p:tgtEl>
                                        <p:attrNameLst>
                                          <p:attrName>style.visibility</p:attrName>
                                        </p:attrNameLst>
                                      </p:cBhvr>
                                      <p:to>
                                        <p:strVal val="visible"/>
                                      </p:to>
                                    </p:set>
                                    <p:anim calcmode="lin" valueType="num">
                                      <p:cBhvr additive="base">
                                        <p:cTn id="25" dur="500" fill="hold"/>
                                        <p:tgtEl>
                                          <p:spTgt spid="9219">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921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524000"/>
          </a:xfrm>
        </p:spPr>
        <p:txBody>
          <a:bodyPr/>
          <a:lstStyle/>
          <a:p>
            <a:pPr eaLnBrk="1" fontAlgn="auto" hangingPunct="1">
              <a:spcAft>
                <a:spcPts val="0"/>
              </a:spcAft>
              <a:defRPr/>
            </a:pPr>
            <a:r>
              <a:rPr lang="en-US" dirty="0" smtClean="0">
                <a:solidFill>
                  <a:schemeClr val="tx2">
                    <a:tint val="100000"/>
                    <a:satMod val="250000"/>
                  </a:schemeClr>
                </a:solidFill>
              </a:rPr>
              <a:t>Do You Need A Vocational Rehabilitation Counselor?	</a:t>
            </a:r>
          </a:p>
        </p:txBody>
      </p:sp>
      <p:grpSp>
        <p:nvGrpSpPr>
          <p:cNvPr id="3" name="Group 9"/>
          <p:cNvGrpSpPr>
            <a:grpSpLocks/>
          </p:cNvGrpSpPr>
          <p:nvPr/>
        </p:nvGrpSpPr>
        <p:grpSpPr bwMode="auto">
          <a:xfrm>
            <a:off x="7848600" y="6043613"/>
            <a:ext cx="1143000" cy="738187"/>
            <a:chOff x="5392212" y="2362208"/>
            <a:chExt cx="1728014" cy="1257368"/>
          </a:xfrm>
        </p:grpSpPr>
        <p:grpSp>
          <p:nvGrpSpPr>
            <p:cNvPr id="4" name="Group 7"/>
            <p:cNvGrpSpPr>
              <a:grpSpLocks/>
            </p:cNvGrpSpPr>
            <p:nvPr/>
          </p:nvGrpSpPr>
          <p:grpSpPr bwMode="auto">
            <a:xfrm>
              <a:off x="5867362" y="2362232"/>
              <a:ext cx="796922" cy="800100"/>
              <a:chOff x="2307" y="1584"/>
              <a:chExt cx="1146" cy="1151"/>
            </a:xfrm>
            <a:solidFill>
              <a:schemeClr val="tx1"/>
            </a:solidFill>
          </p:grpSpPr>
          <p:sp>
            <p:nvSpPr>
              <p:cNvPr id="33" name="Freeform 32"/>
              <p:cNvSpPr>
                <a:spLocks/>
              </p:cNvSpPr>
              <p:nvPr/>
            </p:nvSpPr>
            <p:spPr bwMode="auto">
              <a:xfrm>
                <a:off x="3232" y="1900"/>
                <a:ext cx="210" cy="352"/>
              </a:xfrm>
              <a:custGeom>
                <a:avLst/>
                <a:gdLst/>
                <a:ahLst/>
                <a:cxnLst>
                  <a:cxn ang="0">
                    <a:pos x="321" y="0"/>
                  </a:cxn>
                  <a:cxn ang="0">
                    <a:pos x="337" y="35"/>
                  </a:cxn>
                  <a:cxn ang="0">
                    <a:pos x="352" y="69"/>
                  </a:cxn>
                  <a:cxn ang="0">
                    <a:pos x="367" y="104"/>
                  </a:cxn>
                  <a:cxn ang="0">
                    <a:pos x="380" y="140"/>
                  </a:cxn>
                  <a:cxn ang="0">
                    <a:pos x="391" y="176"/>
                  </a:cxn>
                  <a:cxn ang="0">
                    <a:pos x="402" y="213"/>
                  </a:cxn>
                  <a:cxn ang="0">
                    <a:pos x="411" y="250"/>
                  </a:cxn>
                  <a:cxn ang="0">
                    <a:pos x="419" y="288"/>
                  </a:cxn>
                  <a:cxn ang="0">
                    <a:pos x="416" y="323"/>
                  </a:cxn>
                  <a:cxn ang="0">
                    <a:pos x="409" y="356"/>
                  </a:cxn>
                  <a:cxn ang="0">
                    <a:pos x="397" y="387"/>
                  </a:cxn>
                  <a:cxn ang="0">
                    <a:pos x="383" y="418"/>
                  </a:cxn>
                  <a:cxn ang="0">
                    <a:pos x="366" y="447"/>
                  </a:cxn>
                  <a:cxn ang="0">
                    <a:pos x="345" y="475"/>
                  </a:cxn>
                  <a:cxn ang="0">
                    <a:pos x="322" y="502"/>
                  </a:cxn>
                  <a:cxn ang="0">
                    <a:pos x="297" y="528"/>
                  </a:cxn>
                  <a:cxn ang="0">
                    <a:pos x="269" y="553"/>
                  </a:cxn>
                  <a:cxn ang="0">
                    <a:pos x="241" y="576"/>
                  </a:cxn>
                  <a:cxn ang="0">
                    <a:pos x="208" y="599"/>
                  </a:cxn>
                  <a:cxn ang="0">
                    <a:pos x="176" y="622"/>
                  </a:cxn>
                  <a:cxn ang="0">
                    <a:pos x="142" y="643"/>
                  </a:cxn>
                  <a:cxn ang="0">
                    <a:pos x="107" y="665"/>
                  </a:cxn>
                  <a:cxn ang="0">
                    <a:pos x="71" y="685"/>
                  </a:cxn>
                  <a:cxn ang="0">
                    <a:pos x="34" y="705"/>
                  </a:cxn>
                  <a:cxn ang="0">
                    <a:pos x="36" y="665"/>
                  </a:cxn>
                  <a:cxn ang="0">
                    <a:pos x="36" y="623"/>
                  </a:cxn>
                  <a:cxn ang="0">
                    <a:pos x="34" y="583"/>
                  </a:cxn>
                  <a:cxn ang="0">
                    <a:pos x="32" y="541"/>
                  </a:cxn>
                  <a:cxn ang="0">
                    <a:pos x="32" y="531"/>
                  </a:cxn>
                  <a:cxn ang="0">
                    <a:pos x="31" y="520"/>
                  </a:cxn>
                  <a:cxn ang="0">
                    <a:pos x="31" y="509"/>
                  </a:cxn>
                  <a:cxn ang="0">
                    <a:pos x="30" y="499"/>
                  </a:cxn>
                  <a:cxn ang="0">
                    <a:pos x="25" y="446"/>
                  </a:cxn>
                  <a:cxn ang="0">
                    <a:pos x="18" y="394"/>
                  </a:cxn>
                  <a:cxn ang="0">
                    <a:pos x="9" y="343"/>
                  </a:cxn>
                  <a:cxn ang="0">
                    <a:pos x="0" y="293"/>
                  </a:cxn>
                  <a:cxn ang="0">
                    <a:pos x="29" y="278"/>
                  </a:cxn>
                  <a:cxn ang="0">
                    <a:pos x="56" y="263"/>
                  </a:cxn>
                  <a:cxn ang="0">
                    <a:pos x="83" y="248"/>
                  </a:cxn>
                  <a:cxn ang="0">
                    <a:pos x="109" y="232"/>
                  </a:cxn>
                  <a:cxn ang="0">
                    <a:pos x="133" y="214"/>
                  </a:cxn>
                  <a:cxn ang="0">
                    <a:pos x="157" y="197"/>
                  </a:cxn>
                  <a:cxn ang="0">
                    <a:pos x="178" y="180"/>
                  </a:cxn>
                  <a:cxn ang="0">
                    <a:pos x="200" y="161"/>
                  </a:cxn>
                  <a:cxn ang="0">
                    <a:pos x="220" y="143"/>
                  </a:cxn>
                  <a:cxn ang="0">
                    <a:pos x="238" y="123"/>
                  </a:cxn>
                  <a:cxn ang="0">
                    <a:pos x="256" y="104"/>
                  </a:cxn>
                  <a:cxn ang="0">
                    <a:pos x="272" y="84"/>
                  </a:cxn>
                  <a:cxn ang="0">
                    <a:pos x="286" y="64"/>
                  </a:cxn>
                  <a:cxn ang="0">
                    <a:pos x="299" y="43"/>
                  </a:cxn>
                  <a:cxn ang="0">
                    <a:pos x="311" y="22"/>
                  </a:cxn>
                  <a:cxn ang="0">
                    <a:pos x="321" y="0"/>
                  </a:cxn>
                </a:cxnLst>
                <a:rect l="0" t="0" r="r" b="b"/>
                <a:pathLst>
                  <a:path w="419" h="705">
                    <a:moveTo>
                      <a:pt x="321" y="0"/>
                    </a:moveTo>
                    <a:lnTo>
                      <a:pt x="337" y="35"/>
                    </a:lnTo>
                    <a:lnTo>
                      <a:pt x="352" y="69"/>
                    </a:lnTo>
                    <a:lnTo>
                      <a:pt x="367" y="104"/>
                    </a:lnTo>
                    <a:lnTo>
                      <a:pt x="380" y="140"/>
                    </a:lnTo>
                    <a:lnTo>
                      <a:pt x="391" y="176"/>
                    </a:lnTo>
                    <a:lnTo>
                      <a:pt x="402" y="213"/>
                    </a:lnTo>
                    <a:lnTo>
                      <a:pt x="411" y="250"/>
                    </a:lnTo>
                    <a:lnTo>
                      <a:pt x="419" y="288"/>
                    </a:lnTo>
                    <a:lnTo>
                      <a:pt x="416" y="323"/>
                    </a:lnTo>
                    <a:lnTo>
                      <a:pt x="409" y="356"/>
                    </a:lnTo>
                    <a:lnTo>
                      <a:pt x="397" y="387"/>
                    </a:lnTo>
                    <a:lnTo>
                      <a:pt x="383" y="418"/>
                    </a:lnTo>
                    <a:lnTo>
                      <a:pt x="366" y="447"/>
                    </a:lnTo>
                    <a:lnTo>
                      <a:pt x="345" y="475"/>
                    </a:lnTo>
                    <a:lnTo>
                      <a:pt x="322" y="502"/>
                    </a:lnTo>
                    <a:lnTo>
                      <a:pt x="297" y="528"/>
                    </a:lnTo>
                    <a:lnTo>
                      <a:pt x="269" y="553"/>
                    </a:lnTo>
                    <a:lnTo>
                      <a:pt x="241" y="576"/>
                    </a:lnTo>
                    <a:lnTo>
                      <a:pt x="208" y="599"/>
                    </a:lnTo>
                    <a:lnTo>
                      <a:pt x="176" y="622"/>
                    </a:lnTo>
                    <a:lnTo>
                      <a:pt x="142" y="643"/>
                    </a:lnTo>
                    <a:lnTo>
                      <a:pt x="107" y="665"/>
                    </a:lnTo>
                    <a:lnTo>
                      <a:pt x="71" y="685"/>
                    </a:lnTo>
                    <a:lnTo>
                      <a:pt x="34" y="705"/>
                    </a:lnTo>
                    <a:lnTo>
                      <a:pt x="36" y="665"/>
                    </a:lnTo>
                    <a:lnTo>
                      <a:pt x="36" y="623"/>
                    </a:lnTo>
                    <a:lnTo>
                      <a:pt x="34" y="583"/>
                    </a:lnTo>
                    <a:lnTo>
                      <a:pt x="32" y="541"/>
                    </a:lnTo>
                    <a:lnTo>
                      <a:pt x="32" y="531"/>
                    </a:lnTo>
                    <a:lnTo>
                      <a:pt x="31" y="520"/>
                    </a:lnTo>
                    <a:lnTo>
                      <a:pt x="31" y="509"/>
                    </a:lnTo>
                    <a:lnTo>
                      <a:pt x="30" y="499"/>
                    </a:lnTo>
                    <a:lnTo>
                      <a:pt x="25" y="446"/>
                    </a:lnTo>
                    <a:lnTo>
                      <a:pt x="18" y="394"/>
                    </a:lnTo>
                    <a:lnTo>
                      <a:pt x="9" y="343"/>
                    </a:lnTo>
                    <a:lnTo>
                      <a:pt x="0" y="293"/>
                    </a:lnTo>
                    <a:lnTo>
                      <a:pt x="29" y="278"/>
                    </a:lnTo>
                    <a:lnTo>
                      <a:pt x="56" y="263"/>
                    </a:lnTo>
                    <a:lnTo>
                      <a:pt x="83" y="248"/>
                    </a:lnTo>
                    <a:lnTo>
                      <a:pt x="109" y="232"/>
                    </a:lnTo>
                    <a:lnTo>
                      <a:pt x="133" y="214"/>
                    </a:lnTo>
                    <a:lnTo>
                      <a:pt x="157" y="197"/>
                    </a:lnTo>
                    <a:lnTo>
                      <a:pt x="178" y="180"/>
                    </a:lnTo>
                    <a:lnTo>
                      <a:pt x="200" y="161"/>
                    </a:lnTo>
                    <a:lnTo>
                      <a:pt x="220" y="143"/>
                    </a:lnTo>
                    <a:lnTo>
                      <a:pt x="238" y="123"/>
                    </a:lnTo>
                    <a:lnTo>
                      <a:pt x="256" y="104"/>
                    </a:lnTo>
                    <a:lnTo>
                      <a:pt x="272" y="84"/>
                    </a:lnTo>
                    <a:lnTo>
                      <a:pt x="286" y="64"/>
                    </a:lnTo>
                    <a:lnTo>
                      <a:pt x="299" y="43"/>
                    </a:lnTo>
                    <a:lnTo>
                      <a:pt x="311" y="22"/>
                    </a:lnTo>
                    <a:lnTo>
                      <a:pt x="321" y="0"/>
                    </a:lnTo>
                    <a:close/>
                  </a:path>
                </a:pathLst>
              </a:custGeom>
              <a:grpFill/>
              <a:ln w="9525">
                <a:noFill/>
                <a:round/>
                <a:headEnd/>
                <a:tailEnd/>
              </a:ln>
            </p:spPr>
            <p:txBody>
              <a:bodyPr/>
              <a:lstStyle/>
              <a:p>
                <a:pPr algn="ctr">
                  <a:defRPr/>
                </a:pPr>
                <a:endParaRPr lang="en-US" sz="900" dirty="0"/>
              </a:p>
            </p:txBody>
          </p:sp>
          <p:sp>
            <p:nvSpPr>
              <p:cNvPr id="55" name="Freeform 54"/>
              <p:cNvSpPr>
                <a:spLocks/>
              </p:cNvSpPr>
              <p:nvPr/>
            </p:nvSpPr>
            <p:spPr bwMode="auto">
              <a:xfrm>
                <a:off x="2904" y="2069"/>
                <a:ext cx="289" cy="272"/>
              </a:xfrm>
              <a:custGeom>
                <a:avLst/>
                <a:gdLst/>
                <a:ahLst/>
                <a:cxnLst>
                  <a:cxn ang="0">
                    <a:pos x="575" y="209"/>
                  </a:cxn>
                  <a:cxn ang="0">
                    <a:pos x="577" y="263"/>
                  </a:cxn>
                  <a:cxn ang="0">
                    <a:pos x="579" y="316"/>
                  </a:cxn>
                  <a:cxn ang="0">
                    <a:pos x="576" y="370"/>
                  </a:cxn>
                  <a:cxn ang="0">
                    <a:pos x="574" y="423"/>
                  </a:cxn>
                  <a:cxn ang="0">
                    <a:pos x="549" y="435"/>
                  </a:cxn>
                  <a:cxn ang="0">
                    <a:pos x="522" y="446"/>
                  </a:cxn>
                  <a:cxn ang="0">
                    <a:pos x="492" y="458"/>
                  </a:cxn>
                  <a:cxn ang="0">
                    <a:pos x="461" y="468"/>
                  </a:cxn>
                  <a:cxn ang="0">
                    <a:pos x="428" y="479"/>
                  </a:cxn>
                  <a:cxn ang="0">
                    <a:pos x="392" y="488"/>
                  </a:cxn>
                  <a:cxn ang="0">
                    <a:pos x="356" y="497"/>
                  </a:cxn>
                  <a:cxn ang="0">
                    <a:pos x="318" y="505"/>
                  </a:cxn>
                  <a:cxn ang="0">
                    <a:pos x="280" y="512"/>
                  </a:cxn>
                  <a:cxn ang="0">
                    <a:pos x="241" y="519"/>
                  </a:cxn>
                  <a:cxn ang="0">
                    <a:pos x="201" y="526"/>
                  </a:cxn>
                  <a:cxn ang="0">
                    <a:pos x="162" y="532"/>
                  </a:cxn>
                  <a:cxn ang="0">
                    <a:pos x="120" y="536"/>
                  </a:cxn>
                  <a:cxn ang="0">
                    <a:pos x="80" y="540"/>
                  </a:cxn>
                  <a:cxn ang="0">
                    <a:pos x="41" y="542"/>
                  </a:cxn>
                  <a:cxn ang="0">
                    <a:pos x="0" y="544"/>
                  </a:cxn>
                  <a:cxn ang="0">
                    <a:pos x="0" y="309"/>
                  </a:cxn>
                  <a:cxn ang="0">
                    <a:pos x="0" y="101"/>
                  </a:cxn>
                  <a:cxn ang="0">
                    <a:pos x="38" y="100"/>
                  </a:cxn>
                  <a:cxn ang="0">
                    <a:pos x="76" y="98"/>
                  </a:cxn>
                  <a:cxn ang="0">
                    <a:pos x="113" y="94"/>
                  </a:cxn>
                  <a:cxn ang="0">
                    <a:pos x="151" y="91"/>
                  </a:cxn>
                  <a:cxn ang="0">
                    <a:pos x="187" y="86"/>
                  </a:cxn>
                  <a:cxn ang="0">
                    <a:pos x="223" y="81"/>
                  </a:cxn>
                  <a:cxn ang="0">
                    <a:pos x="258" y="76"/>
                  </a:cxn>
                  <a:cxn ang="0">
                    <a:pos x="293" y="69"/>
                  </a:cxn>
                  <a:cxn ang="0">
                    <a:pos x="327" y="63"/>
                  </a:cxn>
                  <a:cxn ang="0">
                    <a:pos x="361" y="55"/>
                  </a:cxn>
                  <a:cxn ang="0">
                    <a:pos x="394" y="47"/>
                  </a:cxn>
                  <a:cxn ang="0">
                    <a:pos x="427" y="39"/>
                  </a:cxn>
                  <a:cxn ang="0">
                    <a:pos x="459" y="30"/>
                  </a:cxn>
                  <a:cxn ang="0">
                    <a:pos x="490" y="20"/>
                  </a:cxn>
                  <a:cxn ang="0">
                    <a:pos x="520" y="10"/>
                  </a:cxn>
                  <a:cxn ang="0">
                    <a:pos x="550" y="0"/>
                  </a:cxn>
                  <a:cxn ang="0">
                    <a:pos x="557" y="41"/>
                  </a:cxn>
                  <a:cxn ang="0">
                    <a:pos x="564" y="84"/>
                  </a:cxn>
                  <a:cxn ang="0">
                    <a:pos x="568" y="127"/>
                  </a:cxn>
                  <a:cxn ang="0">
                    <a:pos x="573" y="171"/>
                  </a:cxn>
                  <a:cxn ang="0">
                    <a:pos x="574" y="180"/>
                  </a:cxn>
                  <a:cxn ang="0">
                    <a:pos x="574" y="190"/>
                  </a:cxn>
                  <a:cxn ang="0">
                    <a:pos x="575" y="200"/>
                  </a:cxn>
                  <a:cxn ang="0">
                    <a:pos x="575" y="209"/>
                  </a:cxn>
                </a:cxnLst>
                <a:rect l="0" t="0" r="r" b="b"/>
                <a:pathLst>
                  <a:path w="579" h="544">
                    <a:moveTo>
                      <a:pt x="575" y="209"/>
                    </a:moveTo>
                    <a:lnTo>
                      <a:pt x="577" y="263"/>
                    </a:lnTo>
                    <a:lnTo>
                      <a:pt x="579" y="316"/>
                    </a:lnTo>
                    <a:lnTo>
                      <a:pt x="576" y="370"/>
                    </a:lnTo>
                    <a:lnTo>
                      <a:pt x="574" y="423"/>
                    </a:lnTo>
                    <a:lnTo>
                      <a:pt x="549" y="435"/>
                    </a:lnTo>
                    <a:lnTo>
                      <a:pt x="522" y="446"/>
                    </a:lnTo>
                    <a:lnTo>
                      <a:pt x="492" y="458"/>
                    </a:lnTo>
                    <a:lnTo>
                      <a:pt x="461" y="468"/>
                    </a:lnTo>
                    <a:lnTo>
                      <a:pt x="428" y="479"/>
                    </a:lnTo>
                    <a:lnTo>
                      <a:pt x="392" y="488"/>
                    </a:lnTo>
                    <a:lnTo>
                      <a:pt x="356" y="497"/>
                    </a:lnTo>
                    <a:lnTo>
                      <a:pt x="318" y="505"/>
                    </a:lnTo>
                    <a:lnTo>
                      <a:pt x="280" y="512"/>
                    </a:lnTo>
                    <a:lnTo>
                      <a:pt x="241" y="519"/>
                    </a:lnTo>
                    <a:lnTo>
                      <a:pt x="201" y="526"/>
                    </a:lnTo>
                    <a:lnTo>
                      <a:pt x="162" y="532"/>
                    </a:lnTo>
                    <a:lnTo>
                      <a:pt x="120" y="536"/>
                    </a:lnTo>
                    <a:lnTo>
                      <a:pt x="80" y="540"/>
                    </a:lnTo>
                    <a:lnTo>
                      <a:pt x="41" y="542"/>
                    </a:lnTo>
                    <a:lnTo>
                      <a:pt x="0" y="544"/>
                    </a:lnTo>
                    <a:lnTo>
                      <a:pt x="0" y="309"/>
                    </a:lnTo>
                    <a:lnTo>
                      <a:pt x="0" y="101"/>
                    </a:lnTo>
                    <a:lnTo>
                      <a:pt x="38" y="100"/>
                    </a:lnTo>
                    <a:lnTo>
                      <a:pt x="76" y="98"/>
                    </a:lnTo>
                    <a:lnTo>
                      <a:pt x="113" y="94"/>
                    </a:lnTo>
                    <a:lnTo>
                      <a:pt x="151" y="91"/>
                    </a:lnTo>
                    <a:lnTo>
                      <a:pt x="187" y="86"/>
                    </a:lnTo>
                    <a:lnTo>
                      <a:pt x="223" y="81"/>
                    </a:lnTo>
                    <a:lnTo>
                      <a:pt x="258" y="76"/>
                    </a:lnTo>
                    <a:lnTo>
                      <a:pt x="293" y="69"/>
                    </a:lnTo>
                    <a:lnTo>
                      <a:pt x="327" y="63"/>
                    </a:lnTo>
                    <a:lnTo>
                      <a:pt x="361" y="55"/>
                    </a:lnTo>
                    <a:lnTo>
                      <a:pt x="394" y="47"/>
                    </a:lnTo>
                    <a:lnTo>
                      <a:pt x="427" y="39"/>
                    </a:lnTo>
                    <a:lnTo>
                      <a:pt x="459" y="30"/>
                    </a:lnTo>
                    <a:lnTo>
                      <a:pt x="490" y="20"/>
                    </a:lnTo>
                    <a:lnTo>
                      <a:pt x="520" y="10"/>
                    </a:lnTo>
                    <a:lnTo>
                      <a:pt x="550" y="0"/>
                    </a:lnTo>
                    <a:lnTo>
                      <a:pt x="557" y="41"/>
                    </a:lnTo>
                    <a:lnTo>
                      <a:pt x="564" y="84"/>
                    </a:lnTo>
                    <a:lnTo>
                      <a:pt x="568" y="127"/>
                    </a:lnTo>
                    <a:lnTo>
                      <a:pt x="573" y="171"/>
                    </a:lnTo>
                    <a:lnTo>
                      <a:pt x="574" y="180"/>
                    </a:lnTo>
                    <a:lnTo>
                      <a:pt x="574" y="190"/>
                    </a:lnTo>
                    <a:lnTo>
                      <a:pt x="575" y="200"/>
                    </a:lnTo>
                    <a:lnTo>
                      <a:pt x="575" y="209"/>
                    </a:lnTo>
                    <a:close/>
                  </a:path>
                </a:pathLst>
              </a:custGeom>
              <a:grpFill/>
              <a:ln w="9525">
                <a:noFill/>
                <a:round/>
                <a:headEnd/>
                <a:tailEnd/>
              </a:ln>
            </p:spPr>
            <p:txBody>
              <a:bodyPr/>
              <a:lstStyle/>
              <a:p>
                <a:pPr algn="ctr">
                  <a:defRPr/>
                </a:pPr>
                <a:endParaRPr lang="en-US" sz="900" dirty="0"/>
              </a:p>
            </p:txBody>
          </p:sp>
          <p:sp>
            <p:nvSpPr>
              <p:cNvPr id="56" name="Freeform 55"/>
              <p:cNvSpPr>
                <a:spLocks/>
              </p:cNvSpPr>
              <p:nvPr/>
            </p:nvSpPr>
            <p:spPr bwMode="auto">
              <a:xfrm>
                <a:off x="2575" y="2342"/>
                <a:ext cx="281" cy="236"/>
              </a:xfrm>
              <a:custGeom>
                <a:avLst/>
                <a:gdLst/>
                <a:ahLst/>
                <a:cxnLst>
                  <a:cxn ang="0">
                    <a:pos x="548" y="474"/>
                  </a:cxn>
                  <a:cxn ang="0">
                    <a:pos x="520" y="471"/>
                  </a:cxn>
                  <a:cxn ang="0">
                    <a:pos x="493" y="470"/>
                  </a:cxn>
                  <a:cxn ang="0">
                    <a:pos x="466" y="468"/>
                  </a:cxn>
                  <a:cxn ang="0">
                    <a:pos x="439" y="465"/>
                  </a:cxn>
                  <a:cxn ang="0">
                    <a:pos x="412" y="461"/>
                  </a:cxn>
                  <a:cxn ang="0">
                    <a:pos x="386" y="458"/>
                  </a:cxn>
                  <a:cxn ang="0">
                    <a:pos x="359" y="454"/>
                  </a:cxn>
                  <a:cxn ang="0">
                    <a:pos x="330" y="450"/>
                  </a:cxn>
                  <a:cxn ang="0">
                    <a:pos x="299" y="444"/>
                  </a:cxn>
                  <a:cxn ang="0">
                    <a:pos x="268" y="437"/>
                  </a:cxn>
                  <a:cxn ang="0">
                    <a:pos x="238" y="430"/>
                  </a:cxn>
                  <a:cxn ang="0">
                    <a:pos x="208" y="422"/>
                  </a:cxn>
                  <a:cxn ang="0">
                    <a:pos x="178" y="414"/>
                  </a:cxn>
                  <a:cxn ang="0">
                    <a:pos x="149" y="406"/>
                  </a:cxn>
                  <a:cxn ang="0">
                    <a:pos x="120" y="397"/>
                  </a:cxn>
                  <a:cxn ang="0">
                    <a:pos x="92" y="364"/>
                  </a:cxn>
                  <a:cxn ang="0">
                    <a:pos x="68" y="309"/>
                  </a:cxn>
                  <a:cxn ang="0">
                    <a:pos x="48" y="254"/>
                  </a:cxn>
                  <a:cxn ang="0">
                    <a:pos x="34" y="199"/>
                  </a:cxn>
                  <a:cxn ang="0">
                    <a:pos x="19" y="129"/>
                  </a:cxn>
                  <a:cxn ang="0">
                    <a:pos x="5" y="44"/>
                  </a:cxn>
                  <a:cxn ang="0">
                    <a:pos x="17" y="7"/>
                  </a:cxn>
                  <a:cxn ang="0">
                    <a:pos x="53" y="20"/>
                  </a:cxn>
                  <a:cxn ang="0">
                    <a:pos x="90" y="32"/>
                  </a:cxn>
                  <a:cxn ang="0">
                    <a:pos x="126" y="43"/>
                  </a:cxn>
                  <a:cxn ang="0">
                    <a:pos x="163" y="52"/>
                  </a:cxn>
                  <a:cxn ang="0">
                    <a:pos x="201" y="63"/>
                  </a:cxn>
                  <a:cxn ang="0">
                    <a:pos x="240" y="71"/>
                  </a:cxn>
                  <a:cxn ang="0">
                    <a:pos x="280" y="79"/>
                  </a:cxn>
                  <a:cxn ang="0">
                    <a:pos x="315" y="85"/>
                  </a:cxn>
                  <a:cxn ang="0">
                    <a:pos x="348" y="90"/>
                  </a:cxn>
                  <a:cxn ang="0">
                    <a:pos x="380" y="95"/>
                  </a:cxn>
                  <a:cxn ang="0">
                    <a:pos x="412" y="98"/>
                  </a:cxn>
                  <a:cxn ang="0">
                    <a:pos x="445" y="102"/>
                  </a:cxn>
                  <a:cxn ang="0">
                    <a:pos x="478" y="105"/>
                  </a:cxn>
                  <a:cxn ang="0">
                    <a:pos x="511" y="108"/>
                  </a:cxn>
                  <a:cxn ang="0">
                    <a:pos x="545" y="109"/>
                  </a:cxn>
                  <a:cxn ang="0">
                    <a:pos x="562" y="277"/>
                  </a:cxn>
                </a:cxnLst>
                <a:rect l="0" t="0" r="r" b="b"/>
                <a:pathLst>
                  <a:path w="562" h="474">
                    <a:moveTo>
                      <a:pt x="562" y="474"/>
                    </a:moveTo>
                    <a:lnTo>
                      <a:pt x="548" y="474"/>
                    </a:lnTo>
                    <a:lnTo>
                      <a:pt x="534" y="473"/>
                    </a:lnTo>
                    <a:lnTo>
                      <a:pt x="520" y="471"/>
                    </a:lnTo>
                    <a:lnTo>
                      <a:pt x="506" y="471"/>
                    </a:lnTo>
                    <a:lnTo>
                      <a:pt x="493" y="470"/>
                    </a:lnTo>
                    <a:lnTo>
                      <a:pt x="480" y="469"/>
                    </a:lnTo>
                    <a:lnTo>
                      <a:pt x="466" y="468"/>
                    </a:lnTo>
                    <a:lnTo>
                      <a:pt x="452" y="466"/>
                    </a:lnTo>
                    <a:lnTo>
                      <a:pt x="439" y="465"/>
                    </a:lnTo>
                    <a:lnTo>
                      <a:pt x="426" y="463"/>
                    </a:lnTo>
                    <a:lnTo>
                      <a:pt x="412" y="461"/>
                    </a:lnTo>
                    <a:lnTo>
                      <a:pt x="399" y="460"/>
                    </a:lnTo>
                    <a:lnTo>
                      <a:pt x="386" y="458"/>
                    </a:lnTo>
                    <a:lnTo>
                      <a:pt x="373" y="456"/>
                    </a:lnTo>
                    <a:lnTo>
                      <a:pt x="359" y="454"/>
                    </a:lnTo>
                    <a:lnTo>
                      <a:pt x="346" y="452"/>
                    </a:lnTo>
                    <a:lnTo>
                      <a:pt x="330" y="450"/>
                    </a:lnTo>
                    <a:lnTo>
                      <a:pt x="315" y="446"/>
                    </a:lnTo>
                    <a:lnTo>
                      <a:pt x="299" y="444"/>
                    </a:lnTo>
                    <a:lnTo>
                      <a:pt x="284" y="440"/>
                    </a:lnTo>
                    <a:lnTo>
                      <a:pt x="268" y="437"/>
                    </a:lnTo>
                    <a:lnTo>
                      <a:pt x="253" y="433"/>
                    </a:lnTo>
                    <a:lnTo>
                      <a:pt x="238" y="430"/>
                    </a:lnTo>
                    <a:lnTo>
                      <a:pt x="223" y="427"/>
                    </a:lnTo>
                    <a:lnTo>
                      <a:pt x="208" y="422"/>
                    </a:lnTo>
                    <a:lnTo>
                      <a:pt x="193" y="418"/>
                    </a:lnTo>
                    <a:lnTo>
                      <a:pt x="178" y="414"/>
                    </a:lnTo>
                    <a:lnTo>
                      <a:pt x="163" y="410"/>
                    </a:lnTo>
                    <a:lnTo>
                      <a:pt x="149" y="406"/>
                    </a:lnTo>
                    <a:lnTo>
                      <a:pt x="134" y="401"/>
                    </a:lnTo>
                    <a:lnTo>
                      <a:pt x="120" y="397"/>
                    </a:lnTo>
                    <a:lnTo>
                      <a:pt x="106" y="392"/>
                    </a:lnTo>
                    <a:lnTo>
                      <a:pt x="92" y="364"/>
                    </a:lnTo>
                    <a:lnTo>
                      <a:pt x="79" y="337"/>
                    </a:lnTo>
                    <a:lnTo>
                      <a:pt x="68" y="309"/>
                    </a:lnTo>
                    <a:lnTo>
                      <a:pt x="57" y="281"/>
                    </a:lnTo>
                    <a:lnTo>
                      <a:pt x="48" y="254"/>
                    </a:lnTo>
                    <a:lnTo>
                      <a:pt x="41" y="226"/>
                    </a:lnTo>
                    <a:lnTo>
                      <a:pt x="34" y="199"/>
                    </a:lnTo>
                    <a:lnTo>
                      <a:pt x="27" y="171"/>
                    </a:lnTo>
                    <a:lnTo>
                      <a:pt x="19" y="129"/>
                    </a:lnTo>
                    <a:lnTo>
                      <a:pt x="12" y="88"/>
                    </a:lnTo>
                    <a:lnTo>
                      <a:pt x="5" y="44"/>
                    </a:lnTo>
                    <a:lnTo>
                      <a:pt x="0" y="0"/>
                    </a:lnTo>
                    <a:lnTo>
                      <a:pt x="17" y="7"/>
                    </a:lnTo>
                    <a:lnTo>
                      <a:pt x="35" y="13"/>
                    </a:lnTo>
                    <a:lnTo>
                      <a:pt x="53" y="20"/>
                    </a:lnTo>
                    <a:lnTo>
                      <a:pt x="71" y="26"/>
                    </a:lnTo>
                    <a:lnTo>
                      <a:pt x="90" y="32"/>
                    </a:lnTo>
                    <a:lnTo>
                      <a:pt x="108" y="37"/>
                    </a:lnTo>
                    <a:lnTo>
                      <a:pt x="126" y="43"/>
                    </a:lnTo>
                    <a:lnTo>
                      <a:pt x="145" y="48"/>
                    </a:lnTo>
                    <a:lnTo>
                      <a:pt x="163" y="52"/>
                    </a:lnTo>
                    <a:lnTo>
                      <a:pt x="183" y="58"/>
                    </a:lnTo>
                    <a:lnTo>
                      <a:pt x="201" y="63"/>
                    </a:lnTo>
                    <a:lnTo>
                      <a:pt x="221" y="67"/>
                    </a:lnTo>
                    <a:lnTo>
                      <a:pt x="240" y="71"/>
                    </a:lnTo>
                    <a:lnTo>
                      <a:pt x="260" y="75"/>
                    </a:lnTo>
                    <a:lnTo>
                      <a:pt x="280" y="79"/>
                    </a:lnTo>
                    <a:lnTo>
                      <a:pt x="299" y="82"/>
                    </a:lnTo>
                    <a:lnTo>
                      <a:pt x="315" y="85"/>
                    </a:lnTo>
                    <a:lnTo>
                      <a:pt x="331" y="88"/>
                    </a:lnTo>
                    <a:lnTo>
                      <a:pt x="348" y="90"/>
                    </a:lnTo>
                    <a:lnTo>
                      <a:pt x="364" y="93"/>
                    </a:lnTo>
                    <a:lnTo>
                      <a:pt x="380" y="95"/>
                    </a:lnTo>
                    <a:lnTo>
                      <a:pt x="396" y="97"/>
                    </a:lnTo>
                    <a:lnTo>
                      <a:pt x="412" y="98"/>
                    </a:lnTo>
                    <a:lnTo>
                      <a:pt x="429" y="101"/>
                    </a:lnTo>
                    <a:lnTo>
                      <a:pt x="445" y="102"/>
                    </a:lnTo>
                    <a:lnTo>
                      <a:pt x="462" y="104"/>
                    </a:lnTo>
                    <a:lnTo>
                      <a:pt x="478" y="105"/>
                    </a:lnTo>
                    <a:lnTo>
                      <a:pt x="495" y="106"/>
                    </a:lnTo>
                    <a:lnTo>
                      <a:pt x="511" y="108"/>
                    </a:lnTo>
                    <a:lnTo>
                      <a:pt x="528" y="109"/>
                    </a:lnTo>
                    <a:lnTo>
                      <a:pt x="545" y="109"/>
                    </a:lnTo>
                    <a:lnTo>
                      <a:pt x="562" y="110"/>
                    </a:lnTo>
                    <a:lnTo>
                      <a:pt x="562" y="277"/>
                    </a:lnTo>
                    <a:lnTo>
                      <a:pt x="562" y="474"/>
                    </a:lnTo>
                    <a:close/>
                  </a:path>
                </a:pathLst>
              </a:custGeom>
              <a:grpFill/>
              <a:ln w="9525">
                <a:noFill/>
                <a:round/>
                <a:headEnd/>
                <a:tailEnd/>
              </a:ln>
            </p:spPr>
            <p:txBody>
              <a:bodyPr/>
              <a:lstStyle/>
              <a:p>
                <a:pPr algn="ctr">
                  <a:defRPr/>
                </a:pPr>
                <a:endParaRPr lang="en-US" sz="900" dirty="0"/>
              </a:p>
            </p:txBody>
          </p:sp>
          <p:sp>
            <p:nvSpPr>
              <p:cNvPr id="57" name="Freeform 56"/>
              <p:cNvSpPr>
                <a:spLocks/>
              </p:cNvSpPr>
              <p:nvPr/>
            </p:nvSpPr>
            <p:spPr bwMode="auto">
              <a:xfrm>
                <a:off x="2567" y="2069"/>
                <a:ext cx="289" cy="272"/>
              </a:xfrm>
              <a:custGeom>
                <a:avLst/>
                <a:gdLst/>
                <a:ahLst/>
                <a:cxnLst>
                  <a:cxn ang="0">
                    <a:pos x="3" y="198"/>
                  </a:cxn>
                  <a:cxn ang="0">
                    <a:pos x="4" y="176"/>
                  </a:cxn>
                  <a:cxn ang="0">
                    <a:pos x="10" y="122"/>
                  </a:cxn>
                  <a:cxn ang="0">
                    <a:pos x="20" y="40"/>
                  </a:cxn>
                  <a:cxn ang="0">
                    <a:pos x="38" y="3"/>
                  </a:cxn>
                  <a:cxn ang="0">
                    <a:pos x="61" y="11"/>
                  </a:cxn>
                  <a:cxn ang="0">
                    <a:pos x="83" y="18"/>
                  </a:cxn>
                  <a:cxn ang="0">
                    <a:pos x="106" y="25"/>
                  </a:cxn>
                  <a:cxn ang="0">
                    <a:pos x="129" y="32"/>
                  </a:cxn>
                  <a:cxn ang="0">
                    <a:pos x="152" y="39"/>
                  </a:cxn>
                  <a:cxn ang="0">
                    <a:pos x="176" y="46"/>
                  </a:cxn>
                  <a:cxn ang="0">
                    <a:pos x="200" y="51"/>
                  </a:cxn>
                  <a:cxn ang="0">
                    <a:pos x="233" y="60"/>
                  </a:cxn>
                  <a:cxn ang="0">
                    <a:pos x="277" y="69"/>
                  </a:cxn>
                  <a:cxn ang="0">
                    <a:pos x="321" y="76"/>
                  </a:cxn>
                  <a:cxn ang="0">
                    <a:pos x="366" y="83"/>
                  </a:cxn>
                  <a:cxn ang="0">
                    <a:pos x="411" y="88"/>
                  </a:cxn>
                  <a:cxn ang="0">
                    <a:pos x="458" y="93"/>
                  </a:cxn>
                  <a:cxn ang="0">
                    <a:pos x="505" y="98"/>
                  </a:cxn>
                  <a:cxn ang="0">
                    <a:pos x="554" y="100"/>
                  </a:cxn>
                  <a:cxn ang="0">
                    <a:pos x="578" y="313"/>
                  </a:cxn>
                  <a:cxn ang="0">
                    <a:pos x="557" y="543"/>
                  </a:cxn>
                  <a:cxn ang="0">
                    <a:pos x="517" y="541"/>
                  </a:cxn>
                  <a:cxn ang="0">
                    <a:pos x="475" y="537"/>
                  </a:cxn>
                  <a:cxn ang="0">
                    <a:pos x="434" y="533"/>
                  </a:cxn>
                  <a:cxn ang="0">
                    <a:pos x="392" y="527"/>
                  </a:cxn>
                  <a:cxn ang="0">
                    <a:pos x="351" y="521"/>
                  </a:cxn>
                  <a:cxn ang="0">
                    <a:pos x="311" y="514"/>
                  </a:cxn>
                  <a:cxn ang="0">
                    <a:pos x="270" y="506"/>
                  </a:cxn>
                  <a:cxn ang="0">
                    <a:pos x="232" y="499"/>
                  </a:cxn>
                  <a:cxn ang="0">
                    <a:pos x="197" y="490"/>
                  </a:cxn>
                  <a:cxn ang="0">
                    <a:pos x="162" y="481"/>
                  </a:cxn>
                  <a:cxn ang="0">
                    <a:pos x="130" y="472"/>
                  </a:cxn>
                  <a:cxn ang="0">
                    <a:pos x="97" y="461"/>
                  </a:cxn>
                  <a:cxn ang="0">
                    <a:pos x="69" y="451"/>
                  </a:cxn>
                  <a:cxn ang="0">
                    <a:pos x="41" y="441"/>
                  </a:cxn>
                  <a:cxn ang="0">
                    <a:pos x="15" y="429"/>
                  </a:cxn>
                  <a:cxn ang="0">
                    <a:pos x="1" y="370"/>
                  </a:cxn>
                  <a:cxn ang="0">
                    <a:pos x="0" y="263"/>
                  </a:cxn>
                </a:cxnLst>
                <a:rect l="0" t="0" r="r" b="b"/>
                <a:pathLst>
                  <a:path w="578" h="544">
                    <a:moveTo>
                      <a:pt x="2" y="209"/>
                    </a:moveTo>
                    <a:lnTo>
                      <a:pt x="3" y="198"/>
                    </a:lnTo>
                    <a:lnTo>
                      <a:pt x="4" y="186"/>
                    </a:lnTo>
                    <a:lnTo>
                      <a:pt x="4" y="176"/>
                    </a:lnTo>
                    <a:lnTo>
                      <a:pt x="5" y="164"/>
                    </a:lnTo>
                    <a:lnTo>
                      <a:pt x="10" y="122"/>
                    </a:lnTo>
                    <a:lnTo>
                      <a:pt x="15" y="80"/>
                    </a:lnTo>
                    <a:lnTo>
                      <a:pt x="20" y="40"/>
                    </a:lnTo>
                    <a:lnTo>
                      <a:pt x="27" y="0"/>
                    </a:lnTo>
                    <a:lnTo>
                      <a:pt x="38" y="3"/>
                    </a:lnTo>
                    <a:lnTo>
                      <a:pt x="49" y="8"/>
                    </a:lnTo>
                    <a:lnTo>
                      <a:pt x="61" y="11"/>
                    </a:lnTo>
                    <a:lnTo>
                      <a:pt x="71" y="15"/>
                    </a:lnTo>
                    <a:lnTo>
                      <a:pt x="83" y="18"/>
                    </a:lnTo>
                    <a:lnTo>
                      <a:pt x="94" y="22"/>
                    </a:lnTo>
                    <a:lnTo>
                      <a:pt x="106" y="25"/>
                    </a:lnTo>
                    <a:lnTo>
                      <a:pt x="117" y="28"/>
                    </a:lnTo>
                    <a:lnTo>
                      <a:pt x="129" y="32"/>
                    </a:lnTo>
                    <a:lnTo>
                      <a:pt x="140" y="35"/>
                    </a:lnTo>
                    <a:lnTo>
                      <a:pt x="152" y="39"/>
                    </a:lnTo>
                    <a:lnTo>
                      <a:pt x="164" y="42"/>
                    </a:lnTo>
                    <a:lnTo>
                      <a:pt x="176" y="46"/>
                    </a:lnTo>
                    <a:lnTo>
                      <a:pt x="188" y="49"/>
                    </a:lnTo>
                    <a:lnTo>
                      <a:pt x="200" y="51"/>
                    </a:lnTo>
                    <a:lnTo>
                      <a:pt x="213" y="55"/>
                    </a:lnTo>
                    <a:lnTo>
                      <a:pt x="233" y="60"/>
                    </a:lnTo>
                    <a:lnTo>
                      <a:pt x="255" y="64"/>
                    </a:lnTo>
                    <a:lnTo>
                      <a:pt x="277" y="69"/>
                    </a:lnTo>
                    <a:lnTo>
                      <a:pt x="299" y="72"/>
                    </a:lnTo>
                    <a:lnTo>
                      <a:pt x="321" y="76"/>
                    </a:lnTo>
                    <a:lnTo>
                      <a:pt x="343" y="79"/>
                    </a:lnTo>
                    <a:lnTo>
                      <a:pt x="366" y="83"/>
                    </a:lnTo>
                    <a:lnTo>
                      <a:pt x="389" y="86"/>
                    </a:lnTo>
                    <a:lnTo>
                      <a:pt x="411" y="88"/>
                    </a:lnTo>
                    <a:lnTo>
                      <a:pt x="435" y="91"/>
                    </a:lnTo>
                    <a:lnTo>
                      <a:pt x="458" y="93"/>
                    </a:lnTo>
                    <a:lnTo>
                      <a:pt x="481" y="95"/>
                    </a:lnTo>
                    <a:lnTo>
                      <a:pt x="505" y="98"/>
                    </a:lnTo>
                    <a:lnTo>
                      <a:pt x="529" y="99"/>
                    </a:lnTo>
                    <a:lnTo>
                      <a:pt x="554" y="100"/>
                    </a:lnTo>
                    <a:lnTo>
                      <a:pt x="578" y="101"/>
                    </a:lnTo>
                    <a:lnTo>
                      <a:pt x="578" y="313"/>
                    </a:lnTo>
                    <a:lnTo>
                      <a:pt x="578" y="544"/>
                    </a:lnTo>
                    <a:lnTo>
                      <a:pt x="557" y="543"/>
                    </a:lnTo>
                    <a:lnTo>
                      <a:pt x="537" y="542"/>
                    </a:lnTo>
                    <a:lnTo>
                      <a:pt x="517" y="541"/>
                    </a:lnTo>
                    <a:lnTo>
                      <a:pt x="496" y="539"/>
                    </a:lnTo>
                    <a:lnTo>
                      <a:pt x="475" y="537"/>
                    </a:lnTo>
                    <a:lnTo>
                      <a:pt x="455" y="535"/>
                    </a:lnTo>
                    <a:lnTo>
                      <a:pt x="434" y="533"/>
                    </a:lnTo>
                    <a:lnTo>
                      <a:pt x="413" y="531"/>
                    </a:lnTo>
                    <a:lnTo>
                      <a:pt x="392" y="527"/>
                    </a:lnTo>
                    <a:lnTo>
                      <a:pt x="372" y="525"/>
                    </a:lnTo>
                    <a:lnTo>
                      <a:pt x="351" y="521"/>
                    </a:lnTo>
                    <a:lnTo>
                      <a:pt x="330" y="518"/>
                    </a:lnTo>
                    <a:lnTo>
                      <a:pt x="311" y="514"/>
                    </a:lnTo>
                    <a:lnTo>
                      <a:pt x="290" y="511"/>
                    </a:lnTo>
                    <a:lnTo>
                      <a:pt x="270" y="506"/>
                    </a:lnTo>
                    <a:lnTo>
                      <a:pt x="251" y="503"/>
                    </a:lnTo>
                    <a:lnTo>
                      <a:pt x="232" y="499"/>
                    </a:lnTo>
                    <a:lnTo>
                      <a:pt x="215" y="495"/>
                    </a:lnTo>
                    <a:lnTo>
                      <a:pt x="197" y="490"/>
                    </a:lnTo>
                    <a:lnTo>
                      <a:pt x="179" y="486"/>
                    </a:lnTo>
                    <a:lnTo>
                      <a:pt x="162" y="481"/>
                    </a:lnTo>
                    <a:lnTo>
                      <a:pt x="146" y="476"/>
                    </a:lnTo>
                    <a:lnTo>
                      <a:pt x="130" y="472"/>
                    </a:lnTo>
                    <a:lnTo>
                      <a:pt x="114" y="467"/>
                    </a:lnTo>
                    <a:lnTo>
                      <a:pt x="97" y="461"/>
                    </a:lnTo>
                    <a:lnTo>
                      <a:pt x="83" y="457"/>
                    </a:lnTo>
                    <a:lnTo>
                      <a:pt x="69" y="451"/>
                    </a:lnTo>
                    <a:lnTo>
                      <a:pt x="54" y="446"/>
                    </a:lnTo>
                    <a:lnTo>
                      <a:pt x="41" y="441"/>
                    </a:lnTo>
                    <a:lnTo>
                      <a:pt x="27" y="435"/>
                    </a:lnTo>
                    <a:lnTo>
                      <a:pt x="15" y="429"/>
                    </a:lnTo>
                    <a:lnTo>
                      <a:pt x="3" y="423"/>
                    </a:lnTo>
                    <a:lnTo>
                      <a:pt x="1" y="370"/>
                    </a:lnTo>
                    <a:lnTo>
                      <a:pt x="0" y="316"/>
                    </a:lnTo>
                    <a:lnTo>
                      <a:pt x="0" y="263"/>
                    </a:lnTo>
                    <a:lnTo>
                      <a:pt x="2" y="209"/>
                    </a:lnTo>
                    <a:close/>
                  </a:path>
                </a:pathLst>
              </a:custGeom>
              <a:grpFill/>
              <a:ln w="9525">
                <a:noFill/>
                <a:round/>
                <a:headEnd/>
                <a:tailEnd/>
              </a:ln>
            </p:spPr>
            <p:txBody>
              <a:bodyPr/>
              <a:lstStyle/>
              <a:p>
                <a:pPr algn="ctr">
                  <a:defRPr/>
                </a:pPr>
                <a:endParaRPr lang="en-US" sz="900" dirty="0"/>
              </a:p>
            </p:txBody>
          </p:sp>
          <p:sp>
            <p:nvSpPr>
              <p:cNvPr id="58" name="Freeform 57"/>
              <p:cNvSpPr>
                <a:spLocks/>
              </p:cNvSpPr>
              <p:nvPr/>
            </p:nvSpPr>
            <p:spPr bwMode="auto">
              <a:xfrm>
                <a:off x="2904" y="1814"/>
                <a:ext cx="263" cy="250"/>
              </a:xfrm>
              <a:custGeom>
                <a:avLst/>
                <a:gdLst/>
                <a:ahLst/>
                <a:cxnLst>
                  <a:cxn ang="0">
                    <a:pos x="0" y="67"/>
                  </a:cxn>
                  <a:cxn ang="0">
                    <a:pos x="26" y="66"/>
                  </a:cxn>
                  <a:cxn ang="0">
                    <a:pos x="50" y="64"/>
                  </a:cxn>
                  <a:cxn ang="0">
                    <a:pos x="74" y="63"/>
                  </a:cxn>
                  <a:cxn ang="0">
                    <a:pos x="98" y="59"/>
                  </a:cxn>
                  <a:cxn ang="0">
                    <a:pos x="122" y="57"/>
                  </a:cxn>
                  <a:cxn ang="0">
                    <a:pos x="145" y="53"/>
                  </a:cxn>
                  <a:cxn ang="0">
                    <a:pos x="169" y="50"/>
                  </a:cxn>
                  <a:cxn ang="0">
                    <a:pos x="192" y="45"/>
                  </a:cxn>
                  <a:cxn ang="0">
                    <a:pos x="213" y="41"/>
                  </a:cxn>
                  <a:cxn ang="0">
                    <a:pos x="235" y="36"/>
                  </a:cxn>
                  <a:cxn ang="0">
                    <a:pos x="257" y="32"/>
                  </a:cxn>
                  <a:cxn ang="0">
                    <a:pos x="279" y="26"/>
                  </a:cxn>
                  <a:cxn ang="0">
                    <a:pos x="300" y="20"/>
                  </a:cxn>
                  <a:cxn ang="0">
                    <a:pos x="321" y="13"/>
                  </a:cxn>
                  <a:cxn ang="0">
                    <a:pos x="340" y="7"/>
                  </a:cxn>
                  <a:cxn ang="0">
                    <a:pos x="360" y="0"/>
                  </a:cxn>
                  <a:cxn ang="0">
                    <a:pos x="376" y="28"/>
                  </a:cxn>
                  <a:cxn ang="0">
                    <a:pos x="391" y="56"/>
                  </a:cxn>
                  <a:cxn ang="0">
                    <a:pos x="406" y="85"/>
                  </a:cxn>
                  <a:cxn ang="0">
                    <a:pos x="421" y="114"/>
                  </a:cxn>
                  <a:cxn ang="0">
                    <a:pos x="435" y="144"/>
                  </a:cxn>
                  <a:cxn ang="0">
                    <a:pos x="448" y="176"/>
                  </a:cxn>
                  <a:cxn ang="0">
                    <a:pos x="462" y="208"/>
                  </a:cxn>
                  <a:cxn ang="0">
                    <a:pos x="475" y="240"/>
                  </a:cxn>
                  <a:cxn ang="0">
                    <a:pos x="482" y="260"/>
                  </a:cxn>
                  <a:cxn ang="0">
                    <a:pos x="489" y="278"/>
                  </a:cxn>
                  <a:cxn ang="0">
                    <a:pos x="496" y="298"/>
                  </a:cxn>
                  <a:cxn ang="0">
                    <a:pos x="501" y="317"/>
                  </a:cxn>
                  <a:cxn ang="0">
                    <a:pos x="508" y="338"/>
                  </a:cxn>
                  <a:cxn ang="0">
                    <a:pos x="514" y="357"/>
                  </a:cxn>
                  <a:cxn ang="0">
                    <a:pos x="520" y="378"/>
                  </a:cxn>
                  <a:cxn ang="0">
                    <a:pos x="526" y="399"/>
                  </a:cxn>
                  <a:cxn ang="0">
                    <a:pos x="497" y="409"/>
                  </a:cxn>
                  <a:cxn ang="0">
                    <a:pos x="468" y="420"/>
                  </a:cxn>
                  <a:cxn ang="0">
                    <a:pos x="438" y="429"/>
                  </a:cxn>
                  <a:cxn ang="0">
                    <a:pos x="408" y="438"/>
                  </a:cxn>
                  <a:cxn ang="0">
                    <a:pos x="377" y="446"/>
                  </a:cxn>
                  <a:cxn ang="0">
                    <a:pos x="346" y="454"/>
                  </a:cxn>
                  <a:cxn ang="0">
                    <a:pos x="314" y="462"/>
                  </a:cxn>
                  <a:cxn ang="0">
                    <a:pos x="280" y="469"/>
                  </a:cxn>
                  <a:cxn ang="0">
                    <a:pos x="247" y="475"/>
                  </a:cxn>
                  <a:cxn ang="0">
                    <a:pos x="213" y="481"/>
                  </a:cxn>
                  <a:cxn ang="0">
                    <a:pos x="179" y="485"/>
                  </a:cxn>
                  <a:cxn ang="0">
                    <a:pos x="143" y="490"/>
                  </a:cxn>
                  <a:cxn ang="0">
                    <a:pos x="109" y="493"/>
                  </a:cxn>
                  <a:cxn ang="0">
                    <a:pos x="73" y="497"/>
                  </a:cxn>
                  <a:cxn ang="0">
                    <a:pos x="37" y="499"/>
                  </a:cxn>
                  <a:cxn ang="0">
                    <a:pos x="0" y="501"/>
                  </a:cxn>
                  <a:cxn ang="0">
                    <a:pos x="0" y="290"/>
                  </a:cxn>
                  <a:cxn ang="0">
                    <a:pos x="0" y="67"/>
                  </a:cxn>
                </a:cxnLst>
                <a:rect l="0" t="0" r="r" b="b"/>
                <a:pathLst>
                  <a:path w="526" h="501">
                    <a:moveTo>
                      <a:pt x="0" y="67"/>
                    </a:moveTo>
                    <a:lnTo>
                      <a:pt x="26" y="66"/>
                    </a:lnTo>
                    <a:lnTo>
                      <a:pt x="50" y="64"/>
                    </a:lnTo>
                    <a:lnTo>
                      <a:pt x="74" y="63"/>
                    </a:lnTo>
                    <a:lnTo>
                      <a:pt x="98" y="59"/>
                    </a:lnTo>
                    <a:lnTo>
                      <a:pt x="122" y="57"/>
                    </a:lnTo>
                    <a:lnTo>
                      <a:pt x="145" y="53"/>
                    </a:lnTo>
                    <a:lnTo>
                      <a:pt x="169" y="50"/>
                    </a:lnTo>
                    <a:lnTo>
                      <a:pt x="192" y="45"/>
                    </a:lnTo>
                    <a:lnTo>
                      <a:pt x="213" y="41"/>
                    </a:lnTo>
                    <a:lnTo>
                      <a:pt x="235" y="36"/>
                    </a:lnTo>
                    <a:lnTo>
                      <a:pt x="257" y="32"/>
                    </a:lnTo>
                    <a:lnTo>
                      <a:pt x="279" y="26"/>
                    </a:lnTo>
                    <a:lnTo>
                      <a:pt x="300" y="20"/>
                    </a:lnTo>
                    <a:lnTo>
                      <a:pt x="321" y="13"/>
                    </a:lnTo>
                    <a:lnTo>
                      <a:pt x="340" y="7"/>
                    </a:lnTo>
                    <a:lnTo>
                      <a:pt x="360" y="0"/>
                    </a:lnTo>
                    <a:lnTo>
                      <a:pt x="376" y="28"/>
                    </a:lnTo>
                    <a:lnTo>
                      <a:pt x="391" y="56"/>
                    </a:lnTo>
                    <a:lnTo>
                      <a:pt x="406" y="85"/>
                    </a:lnTo>
                    <a:lnTo>
                      <a:pt x="421" y="114"/>
                    </a:lnTo>
                    <a:lnTo>
                      <a:pt x="435" y="144"/>
                    </a:lnTo>
                    <a:lnTo>
                      <a:pt x="448" y="176"/>
                    </a:lnTo>
                    <a:lnTo>
                      <a:pt x="462" y="208"/>
                    </a:lnTo>
                    <a:lnTo>
                      <a:pt x="475" y="240"/>
                    </a:lnTo>
                    <a:lnTo>
                      <a:pt x="482" y="260"/>
                    </a:lnTo>
                    <a:lnTo>
                      <a:pt x="489" y="278"/>
                    </a:lnTo>
                    <a:lnTo>
                      <a:pt x="496" y="298"/>
                    </a:lnTo>
                    <a:lnTo>
                      <a:pt x="501" y="317"/>
                    </a:lnTo>
                    <a:lnTo>
                      <a:pt x="508" y="338"/>
                    </a:lnTo>
                    <a:lnTo>
                      <a:pt x="514" y="357"/>
                    </a:lnTo>
                    <a:lnTo>
                      <a:pt x="520" y="378"/>
                    </a:lnTo>
                    <a:lnTo>
                      <a:pt x="526" y="399"/>
                    </a:lnTo>
                    <a:lnTo>
                      <a:pt x="497" y="409"/>
                    </a:lnTo>
                    <a:lnTo>
                      <a:pt x="468" y="420"/>
                    </a:lnTo>
                    <a:lnTo>
                      <a:pt x="438" y="429"/>
                    </a:lnTo>
                    <a:lnTo>
                      <a:pt x="408" y="438"/>
                    </a:lnTo>
                    <a:lnTo>
                      <a:pt x="377" y="446"/>
                    </a:lnTo>
                    <a:lnTo>
                      <a:pt x="346" y="454"/>
                    </a:lnTo>
                    <a:lnTo>
                      <a:pt x="314" y="462"/>
                    </a:lnTo>
                    <a:lnTo>
                      <a:pt x="280" y="469"/>
                    </a:lnTo>
                    <a:lnTo>
                      <a:pt x="247" y="475"/>
                    </a:lnTo>
                    <a:lnTo>
                      <a:pt x="213" y="481"/>
                    </a:lnTo>
                    <a:lnTo>
                      <a:pt x="179" y="485"/>
                    </a:lnTo>
                    <a:lnTo>
                      <a:pt x="143" y="490"/>
                    </a:lnTo>
                    <a:lnTo>
                      <a:pt x="109" y="493"/>
                    </a:lnTo>
                    <a:lnTo>
                      <a:pt x="73" y="497"/>
                    </a:lnTo>
                    <a:lnTo>
                      <a:pt x="37" y="499"/>
                    </a:lnTo>
                    <a:lnTo>
                      <a:pt x="0" y="501"/>
                    </a:lnTo>
                    <a:lnTo>
                      <a:pt x="0" y="290"/>
                    </a:lnTo>
                    <a:lnTo>
                      <a:pt x="0" y="67"/>
                    </a:lnTo>
                    <a:close/>
                  </a:path>
                </a:pathLst>
              </a:custGeom>
              <a:grpFill/>
              <a:ln w="9525">
                <a:noFill/>
                <a:round/>
                <a:headEnd/>
                <a:tailEnd/>
              </a:ln>
            </p:spPr>
            <p:txBody>
              <a:bodyPr/>
              <a:lstStyle/>
              <a:p>
                <a:pPr algn="ctr">
                  <a:defRPr/>
                </a:pPr>
                <a:endParaRPr lang="en-US" sz="900" dirty="0"/>
              </a:p>
            </p:txBody>
          </p:sp>
          <p:sp>
            <p:nvSpPr>
              <p:cNvPr id="59" name="Freeform 58"/>
              <p:cNvSpPr>
                <a:spLocks/>
              </p:cNvSpPr>
              <p:nvPr/>
            </p:nvSpPr>
            <p:spPr bwMode="auto">
              <a:xfrm>
                <a:off x="2594" y="1814"/>
                <a:ext cx="262" cy="250"/>
              </a:xfrm>
              <a:custGeom>
                <a:avLst/>
                <a:gdLst/>
                <a:ahLst/>
                <a:cxnLst>
                  <a:cxn ang="0">
                    <a:pos x="525" y="501"/>
                  </a:cxn>
                  <a:cxn ang="0">
                    <a:pos x="487" y="499"/>
                  </a:cxn>
                  <a:cxn ang="0">
                    <a:pos x="449" y="497"/>
                  </a:cxn>
                  <a:cxn ang="0">
                    <a:pos x="412" y="493"/>
                  </a:cxn>
                  <a:cxn ang="0">
                    <a:pos x="375" y="489"/>
                  </a:cxn>
                  <a:cxn ang="0">
                    <a:pos x="338" y="484"/>
                  </a:cxn>
                  <a:cxn ang="0">
                    <a:pos x="302" y="480"/>
                  </a:cxn>
                  <a:cxn ang="0">
                    <a:pos x="267" y="474"/>
                  </a:cxn>
                  <a:cxn ang="0">
                    <a:pos x="232" y="467"/>
                  </a:cxn>
                  <a:cxn ang="0">
                    <a:pos x="201" y="460"/>
                  </a:cxn>
                  <a:cxn ang="0">
                    <a:pos x="170" y="453"/>
                  </a:cxn>
                  <a:cxn ang="0">
                    <a:pos x="140" y="445"/>
                  </a:cxn>
                  <a:cxn ang="0">
                    <a:pos x="111" y="437"/>
                  </a:cxn>
                  <a:cxn ang="0">
                    <a:pos x="81" y="428"/>
                  </a:cxn>
                  <a:cxn ang="0">
                    <a:pos x="54" y="419"/>
                  </a:cxn>
                  <a:cxn ang="0">
                    <a:pos x="26" y="409"/>
                  </a:cxn>
                  <a:cxn ang="0">
                    <a:pos x="0" y="399"/>
                  </a:cxn>
                  <a:cxn ang="0">
                    <a:pos x="12" y="354"/>
                  </a:cxn>
                  <a:cxn ang="0">
                    <a:pos x="26" y="309"/>
                  </a:cxn>
                  <a:cxn ang="0">
                    <a:pos x="40" y="266"/>
                  </a:cxn>
                  <a:cxn ang="0">
                    <a:pos x="56" y="224"/>
                  </a:cxn>
                  <a:cxn ang="0">
                    <a:pos x="80" y="164"/>
                  </a:cxn>
                  <a:cxn ang="0">
                    <a:pos x="107" y="108"/>
                  </a:cxn>
                  <a:cxn ang="0">
                    <a:pos x="134" y="52"/>
                  </a:cxn>
                  <a:cxn ang="0">
                    <a:pos x="164" y="0"/>
                  </a:cxn>
                  <a:cxn ang="0">
                    <a:pos x="200" y="12"/>
                  </a:cxn>
                  <a:cxn ang="0">
                    <a:pos x="238" y="24"/>
                  </a:cxn>
                  <a:cxn ang="0">
                    <a:pos x="276" y="34"/>
                  </a:cxn>
                  <a:cxn ang="0">
                    <a:pos x="315" y="42"/>
                  </a:cxn>
                  <a:cxn ang="0">
                    <a:pos x="340" y="47"/>
                  </a:cxn>
                  <a:cxn ang="0">
                    <a:pos x="365" y="51"/>
                  </a:cxn>
                  <a:cxn ang="0">
                    <a:pos x="391" y="55"/>
                  </a:cxn>
                  <a:cxn ang="0">
                    <a:pos x="417" y="58"/>
                  </a:cxn>
                  <a:cxn ang="0">
                    <a:pos x="443" y="62"/>
                  </a:cxn>
                  <a:cxn ang="0">
                    <a:pos x="471" y="64"/>
                  </a:cxn>
                  <a:cxn ang="0">
                    <a:pos x="497" y="66"/>
                  </a:cxn>
                  <a:cxn ang="0">
                    <a:pos x="525" y="67"/>
                  </a:cxn>
                </a:cxnLst>
                <a:rect l="0" t="0" r="r" b="b"/>
                <a:pathLst>
                  <a:path w="525" h="501">
                    <a:moveTo>
                      <a:pt x="525" y="283"/>
                    </a:moveTo>
                    <a:lnTo>
                      <a:pt x="525" y="501"/>
                    </a:lnTo>
                    <a:lnTo>
                      <a:pt x="505" y="500"/>
                    </a:lnTo>
                    <a:lnTo>
                      <a:pt x="487" y="499"/>
                    </a:lnTo>
                    <a:lnTo>
                      <a:pt x="467" y="498"/>
                    </a:lnTo>
                    <a:lnTo>
                      <a:pt x="449" y="497"/>
                    </a:lnTo>
                    <a:lnTo>
                      <a:pt x="430" y="495"/>
                    </a:lnTo>
                    <a:lnTo>
                      <a:pt x="412" y="493"/>
                    </a:lnTo>
                    <a:lnTo>
                      <a:pt x="393" y="491"/>
                    </a:lnTo>
                    <a:lnTo>
                      <a:pt x="375" y="489"/>
                    </a:lnTo>
                    <a:lnTo>
                      <a:pt x="357" y="488"/>
                    </a:lnTo>
                    <a:lnTo>
                      <a:pt x="338" y="484"/>
                    </a:lnTo>
                    <a:lnTo>
                      <a:pt x="320" y="482"/>
                    </a:lnTo>
                    <a:lnTo>
                      <a:pt x="302" y="480"/>
                    </a:lnTo>
                    <a:lnTo>
                      <a:pt x="285" y="476"/>
                    </a:lnTo>
                    <a:lnTo>
                      <a:pt x="267" y="474"/>
                    </a:lnTo>
                    <a:lnTo>
                      <a:pt x="250" y="470"/>
                    </a:lnTo>
                    <a:lnTo>
                      <a:pt x="232" y="467"/>
                    </a:lnTo>
                    <a:lnTo>
                      <a:pt x="216" y="463"/>
                    </a:lnTo>
                    <a:lnTo>
                      <a:pt x="201" y="460"/>
                    </a:lnTo>
                    <a:lnTo>
                      <a:pt x="185" y="457"/>
                    </a:lnTo>
                    <a:lnTo>
                      <a:pt x="170" y="453"/>
                    </a:lnTo>
                    <a:lnTo>
                      <a:pt x="155" y="450"/>
                    </a:lnTo>
                    <a:lnTo>
                      <a:pt x="140" y="445"/>
                    </a:lnTo>
                    <a:lnTo>
                      <a:pt x="125" y="442"/>
                    </a:lnTo>
                    <a:lnTo>
                      <a:pt x="111" y="437"/>
                    </a:lnTo>
                    <a:lnTo>
                      <a:pt x="96" y="432"/>
                    </a:lnTo>
                    <a:lnTo>
                      <a:pt x="81" y="428"/>
                    </a:lnTo>
                    <a:lnTo>
                      <a:pt x="68" y="423"/>
                    </a:lnTo>
                    <a:lnTo>
                      <a:pt x="54" y="419"/>
                    </a:lnTo>
                    <a:lnTo>
                      <a:pt x="40" y="414"/>
                    </a:lnTo>
                    <a:lnTo>
                      <a:pt x="26" y="409"/>
                    </a:lnTo>
                    <a:lnTo>
                      <a:pt x="13" y="404"/>
                    </a:lnTo>
                    <a:lnTo>
                      <a:pt x="0" y="399"/>
                    </a:lnTo>
                    <a:lnTo>
                      <a:pt x="5" y="376"/>
                    </a:lnTo>
                    <a:lnTo>
                      <a:pt x="12" y="354"/>
                    </a:lnTo>
                    <a:lnTo>
                      <a:pt x="19" y="331"/>
                    </a:lnTo>
                    <a:lnTo>
                      <a:pt x="26" y="309"/>
                    </a:lnTo>
                    <a:lnTo>
                      <a:pt x="33" y="287"/>
                    </a:lnTo>
                    <a:lnTo>
                      <a:pt x="40" y="266"/>
                    </a:lnTo>
                    <a:lnTo>
                      <a:pt x="48" y="245"/>
                    </a:lnTo>
                    <a:lnTo>
                      <a:pt x="56" y="224"/>
                    </a:lnTo>
                    <a:lnTo>
                      <a:pt x="68" y="194"/>
                    </a:lnTo>
                    <a:lnTo>
                      <a:pt x="80" y="164"/>
                    </a:lnTo>
                    <a:lnTo>
                      <a:pt x="93" y="135"/>
                    </a:lnTo>
                    <a:lnTo>
                      <a:pt x="107" y="108"/>
                    </a:lnTo>
                    <a:lnTo>
                      <a:pt x="121" y="80"/>
                    </a:lnTo>
                    <a:lnTo>
                      <a:pt x="134" y="52"/>
                    </a:lnTo>
                    <a:lnTo>
                      <a:pt x="149" y="26"/>
                    </a:lnTo>
                    <a:lnTo>
                      <a:pt x="164" y="0"/>
                    </a:lnTo>
                    <a:lnTo>
                      <a:pt x="183" y="6"/>
                    </a:lnTo>
                    <a:lnTo>
                      <a:pt x="200" y="12"/>
                    </a:lnTo>
                    <a:lnTo>
                      <a:pt x="218" y="18"/>
                    </a:lnTo>
                    <a:lnTo>
                      <a:pt x="238" y="24"/>
                    </a:lnTo>
                    <a:lnTo>
                      <a:pt x="256" y="28"/>
                    </a:lnTo>
                    <a:lnTo>
                      <a:pt x="276" y="34"/>
                    </a:lnTo>
                    <a:lnTo>
                      <a:pt x="296" y="37"/>
                    </a:lnTo>
                    <a:lnTo>
                      <a:pt x="315" y="42"/>
                    </a:lnTo>
                    <a:lnTo>
                      <a:pt x="328" y="44"/>
                    </a:lnTo>
                    <a:lnTo>
                      <a:pt x="340" y="47"/>
                    </a:lnTo>
                    <a:lnTo>
                      <a:pt x="352" y="49"/>
                    </a:lnTo>
                    <a:lnTo>
                      <a:pt x="365" y="51"/>
                    </a:lnTo>
                    <a:lnTo>
                      <a:pt x="379" y="52"/>
                    </a:lnTo>
                    <a:lnTo>
                      <a:pt x="391" y="55"/>
                    </a:lnTo>
                    <a:lnTo>
                      <a:pt x="404" y="57"/>
                    </a:lnTo>
                    <a:lnTo>
                      <a:pt x="417" y="58"/>
                    </a:lnTo>
                    <a:lnTo>
                      <a:pt x="430" y="59"/>
                    </a:lnTo>
                    <a:lnTo>
                      <a:pt x="443" y="62"/>
                    </a:lnTo>
                    <a:lnTo>
                      <a:pt x="457" y="63"/>
                    </a:lnTo>
                    <a:lnTo>
                      <a:pt x="471" y="64"/>
                    </a:lnTo>
                    <a:lnTo>
                      <a:pt x="483" y="65"/>
                    </a:lnTo>
                    <a:lnTo>
                      <a:pt x="497" y="66"/>
                    </a:lnTo>
                    <a:lnTo>
                      <a:pt x="511" y="66"/>
                    </a:lnTo>
                    <a:lnTo>
                      <a:pt x="525" y="67"/>
                    </a:lnTo>
                    <a:lnTo>
                      <a:pt x="525" y="283"/>
                    </a:lnTo>
                    <a:close/>
                  </a:path>
                </a:pathLst>
              </a:custGeom>
              <a:grpFill/>
              <a:ln w="9525">
                <a:noFill/>
                <a:round/>
                <a:headEnd/>
                <a:tailEnd/>
              </a:ln>
            </p:spPr>
            <p:txBody>
              <a:bodyPr/>
              <a:lstStyle/>
              <a:p>
                <a:pPr algn="ctr">
                  <a:defRPr/>
                </a:pPr>
                <a:endParaRPr lang="en-US" sz="900" dirty="0"/>
              </a:p>
            </p:txBody>
          </p:sp>
          <p:sp>
            <p:nvSpPr>
              <p:cNvPr id="60" name="Freeform 59"/>
              <p:cNvSpPr>
                <a:spLocks/>
              </p:cNvSpPr>
              <p:nvPr/>
            </p:nvSpPr>
            <p:spPr bwMode="auto">
              <a:xfrm>
                <a:off x="2904" y="2342"/>
                <a:ext cx="281" cy="236"/>
              </a:xfrm>
              <a:custGeom>
                <a:avLst/>
                <a:gdLst/>
                <a:ahLst/>
                <a:cxnLst>
                  <a:cxn ang="0">
                    <a:pos x="0" y="336"/>
                  </a:cxn>
                  <a:cxn ang="0">
                    <a:pos x="0" y="110"/>
                  </a:cxn>
                  <a:cxn ang="0">
                    <a:pos x="38" y="109"/>
                  </a:cxn>
                  <a:cxn ang="0">
                    <a:pos x="76" y="105"/>
                  </a:cxn>
                  <a:cxn ang="0">
                    <a:pos x="113" y="103"/>
                  </a:cxn>
                  <a:cxn ang="0">
                    <a:pos x="150" y="98"/>
                  </a:cxn>
                  <a:cxn ang="0">
                    <a:pos x="187" y="94"/>
                  </a:cxn>
                  <a:cxn ang="0">
                    <a:pos x="223" y="89"/>
                  </a:cxn>
                  <a:cxn ang="0">
                    <a:pos x="258" y="83"/>
                  </a:cxn>
                  <a:cxn ang="0">
                    <a:pos x="294" y="76"/>
                  </a:cxn>
                  <a:cxn ang="0">
                    <a:pos x="330" y="70"/>
                  </a:cxn>
                  <a:cxn ang="0">
                    <a:pos x="364" y="62"/>
                  </a:cxn>
                  <a:cxn ang="0">
                    <a:pos x="398" y="52"/>
                  </a:cxn>
                  <a:cxn ang="0">
                    <a:pos x="431" y="43"/>
                  </a:cxn>
                  <a:cxn ang="0">
                    <a:pos x="465" y="34"/>
                  </a:cxn>
                  <a:cxn ang="0">
                    <a:pos x="498" y="24"/>
                  </a:cxn>
                  <a:cxn ang="0">
                    <a:pos x="530" y="12"/>
                  </a:cxn>
                  <a:cxn ang="0">
                    <a:pos x="561" y="0"/>
                  </a:cxn>
                  <a:cxn ang="0">
                    <a:pos x="558" y="29"/>
                  </a:cxn>
                  <a:cxn ang="0">
                    <a:pos x="553" y="57"/>
                  </a:cxn>
                  <a:cxn ang="0">
                    <a:pos x="550" y="83"/>
                  </a:cxn>
                  <a:cxn ang="0">
                    <a:pos x="545" y="111"/>
                  </a:cxn>
                  <a:cxn ang="0">
                    <a:pos x="541" y="138"/>
                  </a:cxn>
                  <a:cxn ang="0">
                    <a:pos x="536" y="164"/>
                  </a:cxn>
                  <a:cxn ang="0">
                    <a:pos x="530" y="189"/>
                  </a:cxn>
                  <a:cxn ang="0">
                    <a:pos x="523" y="216"/>
                  </a:cxn>
                  <a:cxn ang="0">
                    <a:pos x="518" y="238"/>
                  </a:cxn>
                  <a:cxn ang="0">
                    <a:pos x="511" y="260"/>
                  </a:cxn>
                  <a:cxn ang="0">
                    <a:pos x="504" y="281"/>
                  </a:cxn>
                  <a:cxn ang="0">
                    <a:pos x="496" y="303"/>
                  </a:cxn>
                  <a:cxn ang="0">
                    <a:pos x="488" y="325"/>
                  </a:cxn>
                  <a:cxn ang="0">
                    <a:pos x="478" y="347"/>
                  </a:cxn>
                  <a:cxn ang="0">
                    <a:pos x="468" y="370"/>
                  </a:cxn>
                  <a:cxn ang="0">
                    <a:pos x="456" y="392"/>
                  </a:cxn>
                  <a:cxn ang="0">
                    <a:pos x="430" y="400"/>
                  </a:cxn>
                  <a:cxn ang="0">
                    <a:pos x="403" y="409"/>
                  </a:cxn>
                  <a:cxn ang="0">
                    <a:pos x="377" y="416"/>
                  </a:cxn>
                  <a:cxn ang="0">
                    <a:pos x="349" y="424"/>
                  </a:cxn>
                  <a:cxn ang="0">
                    <a:pos x="322" y="431"/>
                  </a:cxn>
                  <a:cxn ang="0">
                    <a:pos x="294" y="437"/>
                  </a:cxn>
                  <a:cxn ang="0">
                    <a:pos x="265" y="443"/>
                  </a:cxn>
                  <a:cxn ang="0">
                    <a:pos x="238" y="448"/>
                  </a:cxn>
                  <a:cxn ang="0">
                    <a:pos x="209" y="453"/>
                  </a:cxn>
                  <a:cxn ang="0">
                    <a:pos x="179" y="458"/>
                  </a:cxn>
                  <a:cxn ang="0">
                    <a:pos x="150" y="462"/>
                  </a:cxn>
                  <a:cxn ang="0">
                    <a:pos x="120" y="466"/>
                  </a:cxn>
                  <a:cxn ang="0">
                    <a:pos x="91" y="468"/>
                  </a:cxn>
                  <a:cxn ang="0">
                    <a:pos x="61" y="470"/>
                  </a:cxn>
                  <a:cxn ang="0">
                    <a:pos x="30" y="473"/>
                  </a:cxn>
                  <a:cxn ang="0">
                    <a:pos x="0" y="474"/>
                  </a:cxn>
                  <a:cxn ang="0">
                    <a:pos x="0" y="336"/>
                  </a:cxn>
                </a:cxnLst>
                <a:rect l="0" t="0" r="r" b="b"/>
                <a:pathLst>
                  <a:path w="561" h="474">
                    <a:moveTo>
                      <a:pt x="0" y="336"/>
                    </a:moveTo>
                    <a:lnTo>
                      <a:pt x="0" y="110"/>
                    </a:lnTo>
                    <a:lnTo>
                      <a:pt x="38" y="109"/>
                    </a:lnTo>
                    <a:lnTo>
                      <a:pt x="76" y="105"/>
                    </a:lnTo>
                    <a:lnTo>
                      <a:pt x="113" y="103"/>
                    </a:lnTo>
                    <a:lnTo>
                      <a:pt x="150" y="98"/>
                    </a:lnTo>
                    <a:lnTo>
                      <a:pt x="187" y="94"/>
                    </a:lnTo>
                    <a:lnTo>
                      <a:pt x="223" y="89"/>
                    </a:lnTo>
                    <a:lnTo>
                      <a:pt x="258" y="83"/>
                    </a:lnTo>
                    <a:lnTo>
                      <a:pt x="294" y="76"/>
                    </a:lnTo>
                    <a:lnTo>
                      <a:pt x="330" y="70"/>
                    </a:lnTo>
                    <a:lnTo>
                      <a:pt x="364" y="62"/>
                    </a:lnTo>
                    <a:lnTo>
                      <a:pt x="398" y="52"/>
                    </a:lnTo>
                    <a:lnTo>
                      <a:pt x="431" y="43"/>
                    </a:lnTo>
                    <a:lnTo>
                      <a:pt x="465" y="34"/>
                    </a:lnTo>
                    <a:lnTo>
                      <a:pt x="498" y="24"/>
                    </a:lnTo>
                    <a:lnTo>
                      <a:pt x="530" y="12"/>
                    </a:lnTo>
                    <a:lnTo>
                      <a:pt x="561" y="0"/>
                    </a:lnTo>
                    <a:lnTo>
                      <a:pt x="558" y="29"/>
                    </a:lnTo>
                    <a:lnTo>
                      <a:pt x="553" y="57"/>
                    </a:lnTo>
                    <a:lnTo>
                      <a:pt x="550" y="83"/>
                    </a:lnTo>
                    <a:lnTo>
                      <a:pt x="545" y="111"/>
                    </a:lnTo>
                    <a:lnTo>
                      <a:pt x="541" y="138"/>
                    </a:lnTo>
                    <a:lnTo>
                      <a:pt x="536" y="164"/>
                    </a:lnTo>
                    <a:lnTo>
                      <a:pt x="530" y="189"/>
                    </a:lnTo>
                    <a:lnTo>
                      <a:pt x="523" y="216"/>
                    </a:lnTo>
                    <a:lnTo>
                      <a:pt x="518" y="238"/>
                    </a:lnTo>
                    <a:lnTo>
                      <a:pt x="511" y="260"/>
                    </a:lnTo>
                    <a:lnTo>
                      <a:pt x="504" y="281"/>
                    </a:lnTo>
                    <a:lnTo>
                      <a:pt x="496" y="303"/>
                    </a:lnTo>
                    <a:lnTo>
                      <a:pt x="488" y="325"/>
                    </a:lnTo>
                    <a:lnTo>
                      <a:pt x="478" y="347"/>
                    </a:lnTo>
                    <a:lnTo>
                      <a:pt x="468" y="370"/>
                    </a:lnTo>
                    <a:lnTo>
                      <a:pt x="456" y="392"/>
                    </a:lnTo>
                    <a:lnTo>
                      <a:pt x="430" y="400"/>
                    </a:lnTo>
                    <a:lnTo>
                      <a:pt x="403" y="409"/>
                    </a:lnTo>
                    <a:lnTo>
                      <a:pt x="377" y="416"/>
                    </a:lnTo>
                    <a:lnTo>
                      <a:pt x="349" y="424"/>
                    </a:lnTo>
                    <a:lnTo>
                      <a:pt x="322" y="431"/>
                    </a:lnTo>
                    <a:lnTo>
                      <a:pt x="294" y="437"/>
                    </a:lnTo>
                    <a:lnTo>
                      <a:pt x="265" y="443"/>
                    </a:lnTo>
                    <a:lnTo>
                      <a:pt x="238" y="448"/>
                    </a:lnTo>
                    <a:lnTo>
                      <a:pt x="209" y="453"/>
                    </a:lnTo>
                    <a:lnTo>
                      <a:pt x="179" y="458"/>
                    </a:lnTo>
                    <a:lnTo>
                      <a:pt x="150" y="462"/>
                    </a:lnTo>
                    <a:lnTo>
                      <a:pt x="120" y="466"/>
                    </a:lnTo>
                    <a:lnTo>
                      <a:pt x="91" y="468"/>
                    </a:lnTo>
                    <a:lnTo>
                      <a:pt x="61" y="470"/>
                    </a:lnTo>
                    <a:lnTo>
                      <a:pt x="30" y="473"/>
                    </a:lnTo>
                    <a:lnTo>
                      <a:pt x="0" y="474"/>
                    </a:lnTo>
                    <a:lnTo>
                      <a:pt x="0" y="336"/>
                    </a:lnTo>
                    <a:close/>
                  </a:path>
                </a:pathLst>
              </a:custGeom>
              <a:grpFill/>
              <a:ln w="9525">
                <a:noFill/>
                <a:round/>
                <a:headEnd/>
                <a:tailEnd/>
              </a:ln>
            </p:spPr>
            <p:txBody>
              <a:bodyPr/>
              <a:lstStyle/>
              <a:p>
                <a:pPr algn="ctr">
                  <a:defRPr/>
                </a:pPr>
                <a:endParaRPr lang="en-US" sz="900" dirty="0"/>
              </a:p>
            </p:txBody>
          </p:sp>
          <p:sp>
            <p:nvSpPr>
              <p:cNvPr id="61" name="Freeform 60"/>
              <p:cNvSpPr>
                <a:spLocks/>
              </p:cNvSpPr>
              <p:nvPr/>
            </p:nvSpPr>
            <p:spPr bwMode="auto">
              <a:xfrm>
                <a:off x="3136" y="1704"/>
                <a:ext cx="216" cy="286"/>
              </a:xfrm>
              <a:custGeom>
                <a:avLst/>
                <a:gdLst/>
                <a:ahLst/>
                <a:cxnLst>
                  <a:cxn ang="0">
                    <a:pos x="210" y="11"/>
                  </a:cxn>
                  <a:cxn ang="0">
                    <a:pos x="241" y="35"/>
                  </a:cxn>
                  <a:cxn ang="0">
                    <a:pos x="272" y="64"/>
                  </a:cxn>
                  <a:cxn ang="0">
                    <a:pos x="303" y="95"/>
                  </a:cxn>
                  <a:cxn ang="0">
                    <a:pos x="333" y="128"/>
                  </a:cxn>
                  <a:cxn ang="0">
                    <a:pos x="363" y="162"/>
                  </a:cxn>
                  <a:cxn ang="0">
                    <a:pos x="392" y="198"/>
                  </a:cxn>
                  <a:cxn ang="0">
                    <a:pos x="420" y="233"/>
                  </a:cxn>
                  <a:cxn ang="0">
                    <a:pos x="431" y="274"/>
                  </a:cxn>
                  <a:cxn ang="0">
                    <a:pos x="421" y="319"/>
                  </a:cxn>
                  <a:cxn ang="0">
                    <a:pos x="403" y="362"/>
                  </a:cxn>
                  <a:cxn ang="0">
                    <a:pos x="376" y="404"/>
                  </a:cxn>
                  <a:cxn ang="0">
                    <a:pos x="342" y="444"/>
                  </a:cxn>
                  <a:cxn ang="0">
                    <a:pos x="300" y="483"/>
                  </a:cxn>
                  <a:cxn ang="0">
                    <a:pos x="251" y="520"/>
                  </a:cxn>
                  <a:cxn ang="0">
                    <a:pos x="196" y="555"/>
                  </a:cxn>
                  <a:cxn ang="0">
                    <a:pos x="157" y="539"/>
                  </a:cxn>
                  <a:cxn ang="0">
                    <a:pos x="136" y="475"/>
                  </a:cxn>
                  <a:cxn ang="0">
                    <a:pos x="113" y="413"/>
                  </a:cxn>
                  <a:cxn ang="0">
                    <a:pos x="89" y="353"/>
                  </a:cxn>
                  <a:cxn ang="0">
                    <a:pos x="67" y="304"/>
                  </a:cxn>
                  <a:cxn ang="0">
                    <a:pos x="49" y="266"/>
                  </a:cxn>
                  <a:cxn ang="0">
                    <a:pos x="30" y="228"/>
                  </a:cxn>
                  <a:cxn ang="0">
                    <a:pos x="11" y="192"/>
                  </a:cxn>
                  <a:cxn ang="0">
                    <a:pos x="17" y="164"/>
                  </a:cxn>
                  <a:cxn ang="0">
                    <a:pos x="49" y="146"/>
                  </a:cxn>
                  <a:cxn ang="0">
                    <a:pos x="78" y="126"/>
                  </a:cxn>
                  <a:cxn ang="0">
                    <a:pos x="105" y="106"/>
                  </a:cxn>
                  <a:cxn ang="0">
                    <a:pos x="129" y="84"/>
                  </a:cxn>
                  <a:cxn ang="0">
                    <a:pos x="151" y="61"/>
                  </a:cxn>
                  <a:cxn ang="0">
                    <a:pos x="171" y="37"/>
                  </a:cxn>
                  <a:cxn ang="0">
                    <a:pos x="188" y="12"/>
                  </a:cxn>
                </a:cxnLst>
                <a:rect l="0" t="0" r="r" b="b"/>
                <a:pathLst>
                  <a:path w="432" h="571">
                    <a:moveTo>
                      <a:pt x="195" y="0"/>
                    </a:moveTo>
                    <a:lnTo>
                      <a:pt x="210" y="11"/>
                    </a:lnTo>
                    <a:lnTo>
                      <a:pt x="225" y="23"/>
                    </a:lnTo>
                    <a:lnTo>
                      <a:pt x="241" y="35"/>
                    </a:lnTo>
                    <a:lnTo>
                      <a:pt x="256" y="49"/>
                    </a:lnTo>
                    <a:lnTo>
                      <a:pt x="272" y="64"/>
                    </a:lnTo>
                    <a:lnTo>
                      <a:pt x="287" y="79"/>
                    </a:lnTo>
                    <a:lnTo>
                      <a:pt x="303" y="95"/>
                    </a:lnTo>
                    <a:lnTo>
                      <a:pt x="318" y="111"/>
                    </a:lnTo>
                    <a:lnTo>
                      <a:pt x="333" y="128"/>
                    </a:lnTo>
                    <a:lnTo>
                      <a:pt x="349" y="145"/>
                    </a:lnTo>
                    <a:lnTo>
                      <a:pt x="363" y="162"/>
                    </a:lnTo>
                    <a:lnTo>
                      <a:pt x="378" y="179"/>
                    </a:lnTo>
                    <a:lnTo>
                      <a:pt x="392" y="198"/>
                    </a:lnTo>
                    <a:lnTo>
                      <a:pt x="406" y="215"/>
                    </a:lnTo>
                    <a:lnTo>
                      <a:pt x="420" y="233"/>
                    </a:lnTo>
                    <a:lnTo>
                      <a:pt x="432" y="251"/>
                    </a:lnTo>
                    <a:lnTo>
                      <a:pt x="431" y="274"/>
                    </a:lnTo>
                    <a:lnTo>
                      <a:pt x="428" y="296"/>
                    </a:lnTo>
                    <a:lnTo>
                      <a:pt x="421" y="319"/>
                    </a:lnTo>
                    <a:lnTo>
                      <a:pt x="413" y="341"/>
                    </a:lnTo>
                    <a:lnTo>
                      <a:pt x="403" y="362"/>
                    </a:lnTo>
                    <a:lnTo>
                      <a:pt x="391" y="383"/>
                    </a:lnTo>
                    <a:lnTo>
                      <a:pt x="376" y="404"/>
                    </a:lnTo>
                    <a:lnTo>
                      <a:pt x="360" y="425"/>
                    </a:lnTo>
                    <a:lnTo>
                      <a:pt x="342" y="444"/>
                    </a:lnTo>
                    <a:lnTo>
                      <a:pt x="322" y="464"/>
                    </a:lnTo>
                    <a:lnTo>
                      <a:pt x="300" y="483"/>
                    </a:lnTo>
                    <a:lnTo>
                      <a:pt x="277" y="502"/>
                    </a:lnTo>
                    <a:lnTo>
                      <a:pt x="251" y="520"/>
                    </a:lnTo>
                    <a:lnTo>
                      <a:pt x="225" y="537"/>
                    </a:lnTo>
                    <a:lnTo>
                      <a:pt x="196" y="555"/>
                    </a:lnTo>
                    <a:lnTo>
                      <a:pt x="166" y="571"/>
                    </a:lnTo>
                    <a:lnTo>
                      <a:pt x="157" y="539"/>
                    </a:lnTo>
                    <a:lnTo>
                      <a:pt x="147" y="506"/>
                    </a:lnTo>
                    <a:lnTo>
                      <a:pt x="136" y="475"/>
                    </a:lnTo>
                    <a:lnTo>
                      <a:pt x="125" y="443"/>
                    </a:lnTo>
                    <a:lnTo>
                      <a:pt x="113" y="413"/>
                    </a:lnTo>
                    <a:lnTo>
                      <a:pt x="102" y="383"/>
                    </a:lnTo>
                    <a:lnTo>
                      <a:pt x="89" y="353"/>
                    </a:lnTo>
                    <a:lnTo>
                      <a:pt x="76" y="323"/>
                    </a:lnTo>
                    <a:lnTo>
                      <a:pt x="67" y="304"/>
                    </a:lnTo>
                    <a:lnTo>
                      <a:pt x="58" y="284"/>
                    </a:lnTo>
                    <a:lnTo>
                      <a:pt x="49" y="266"/>
                    </a:lnTo>
                    <a:lnTo>
                      <a:pt x="40" y="246"/>
                    </a:lnTo>
                    <a:lnTo>
                      <a:pt x="30" y="228"/>
                    </a:lnTo>
                    <a:lnTo>
                      <a:pt x="20" y="209"/>
                    </a:lnTo>
                    <a:lnTo>
                      <a:pt x="11" y="192"/>
                    </a:lnTo>
                    <a:lnTo>
                      <a:pt x="0" y="174"/>
                    </a:lnTo>
                    <a:lnTo>
                      <a:pt x="17" y="164"/>
                    </a:lnTo>
                    <a:lnTo>
                      <a:pt x="33" y="155"/>
                    </a:lnTo>
                    <a:lnTo>
                      <a:pt x="49" y="146"/>
                    </a:lnTo>
                    <a:lnTo>
                      <a:pt x="64" y="136"/>
                    </a:lnTo>
                    <a:lnTo>
                      <a:pt x="78" y="126"/>
                    </a:lnTo>
                    <a:lnTo>
                      <a:pt x="91" y="116"/>
                    </a:lnTo>
                    <a:lnTo>
                      <a:pt x="105" y="106"/>
                    </a:lnTo>
                    <a:lnTo>
                      <a:pt x="118" y="94"/>
                    </a:lnTo>
                    <a:lnTo>
                      <a:pt x="129" y="84"/>
                    </a:lnTo>
                    <a:lnTo>
                      <a:pt x="141" y="72"/>
                    </a:lnTo>
                    <a:lnTo>
                      <a:pt x="151" y="61"/>
                    </a:lnTo>
                    <a:lnTo>
                      <a:pt x="162" y="49"/>
                    </a:lnTo>
                    <a:lnTo>
                      <a:pt x="171" y="37"/>
                    </a:lnTo>
                    <a:lnTo>
                      <a:pt x="180" y="25"/>
                    </a:lnTo>
                    <a:lnTo>
                      <a:pt x="188" y="12"/>
                    </a:lnTo>
                    <a:lnTo>
                      <a:pt x="195" y="0"/>
                    </a:lnTo>
                    <a:close/>
                  </a:path>
                </a:pathLst>
              </a:custGeom>
              <a:grpFill/>
              <a:ln w="9525">
                <a:noFill/>
                <a:round/>
                <a:headEnd/>
                <a:tailEnd/>
              </a:ln>
            </p:spPr>
            <p:txBody>
              <a:bodyPr/>
              <a:lstStyle/>
              <a:p>
                <a:pPr algn="ctr">
                  <a:defRPr/>
                </a:pPr>
                <a:endParaRPr lang="en-US" sz="900" dirty="0"/>
              </a:p>
            </p:txBody>
          </p:sp>
          <p:sp>
            <p:nvSpPr>
              <p:cNvPr id="62" name="Freeform 61"/>
              <p:cNvSpPr>
                <a:spLocks/>
              </p:cNvSpPr>
              <p:nvPr/>
            </p:nvSpPr>
            <p:spPr bwMode="auto">
              <a:xfrm>
                <a:off x="3003" y="1595"/>
                <a:ext cx="184" cy="149"/>
              </a:xfrm>
              <a:custGeom>
                <a:avLst/>
                <a:gdLst/>
                <a:ahLst/>
                <a:cxnLst>
                  <a:cxn ang="0">
                    <a:pos x="4" y="0"/>
                  </a:cxn>
                  <a:cxn ang="0">
                    <a:pos x="22" y="3"/>
                  </a:cxn>
                  <a:cxn ang="0">
                    <a:pos x="42" y="7"/>
                  </a:cxn>
                  <a:cxn ang="0">
                    <a:pos x="63" y="10"/>
                  </a:cxn>
                  <a:cxn ang="0">
                    <a:pos x="83" y="16"/>
                  </a:cxn>
                  <a:cxn ang="0">
                    <a:pos x="105" y="22"/>
                  </a:cxn>
                  <a:cxn ang="0">
                    <a:pos x="128" y="28"/>
                  </a:cxn>
                  <a:cxn ang="0">
                    <a:pos x="151" y="36"/>
                  </a:cxn>
                  <a:cxn ang="0">
                    <a:pos x="174" y="44"/>
                  </a:cxn>
                  <a:cxn ang="0">
                    <a:pos x="199" y="54"/>
                  </a:cxn>
                  <a:cxn ang="0">
                    <a:pos x="223" y="64"/>
                  </a:cxn>
                  <a:cxn ang="0">
                    <a:pos x="247" y="76"/>
                  </a:cxn>
                  <a:cxn ang="0">
                    <a:pos x="271" y="89"/>
                  </a:cxn>
                  <a:cxn ang="0">
                    <a:pos x="295" y="102"/>
                  </a:cxn>
                  <a:cxn ang="0">
                    <a:pos x="321" y="118"/>
                  </a:cxn>
                  <a:cxn ang="0">
                    <a:pos x="344" y="135"/>
                  </a:cxn>
                  <a:cxn ang="0">
                    <a:pos x="368" y="153"/>
                  </a:cxn>
                  <a:cxn ang="0">
                    <a:pos x="359" y="173"/>
                  </a:cxn>
                  <a:cxn ang="0">
                    <a:pos x="345" y="192"/>
                  </a:cxn>
                  <a:cxn ang="0">
                    <a:pos x="330" y="211"/>
                  </a:cxn>
                  <a:cxn ang="0">
                    <a:pos x="311" y="229"/>
                  </a:cxn>
                  <a:cxn ang="0">
                    <a:pos x="290" y="247"/>
                  </a:cxn>
                  <a:cxn ang="0">
                    <a:pos x="265" y="265"/>
                  </a:cxn>
                  <a:cxn ang="0">
                    <a:pos x="239" y="282"/>
                  </a:cxn>
                  <a:cxn ang="0">
                    <a:pos x="209" y="298"/>
                  </a:cxn>
                  <a:cxn ang="0">
                    <a:pos x="193" y="272"/>
                  </a:cxn>
                  <a:cxn ang="0">
                    <a:pos x="178" y="246"/>
                  </a:cxn>
                  <a:cxn ang="0">
                    <a:pos x="161" y="222"/>
                  </a:cxn>
                  <a:cxn ang="0">
                    <a:pos x="144" y="199"/>
                  </a:cxn>
                  <a:cxn ang="0">
                    <a:pos x="128" y="178"/>
                  </a:cxn>
                  <a:cxn ang="0">
                    <a:pos x="112" y="159"/>
                  </a:cxn>
                  <a:cxn ang="0">
                    <a:pos x="96" y="140"/>
                  </a:cxn>
                  <a:cxn ang="0">
                    <a:pos x="80" y="123"/>
                  </a:cxn>
                  <a:cxn ang="0">
                    <a:pos x="70" y="113"/>
                  </a:cxn>
                  <a:cxn ang="0">
                    <a:pos x="59" y="102"/>
                  </a:cxn>
                  <a:cxn ang="0">
                    <a:pos x="49" y="92"/>
                  </a:cxn>
                  <a:cxn ang="0">
                    <a:pos x="38" y="83"/>
                  </a:cxn>
                  <a:cxn ang="0">
                    <a:pos x="29" y="75"/>
                  </a:cxn>
                  <a:cxn ang="0">
                    <a:pos x="19" y="67"/>
                  </a:cxn>
                  <a:cxn ang="0">
                    <a:pos x="10" y="59"/>
                  </a:cxn>
                  <a:cxn ang="0">
                    <a:pos x="0" y="52"/>
                  </a:cxn>
                  <a:cxn ang="0">
                    <a:pos x="4" y="45"/>
                  </a:cxn>
                  <a:cxn ang="0">
                    <a:pos x="7" y="38"/>
                  </a:cxn>
                  <a:cxn ang="0">
                    <a:pos x="9" y="31"/>
                  </a:cxn>
                  <a:cxn ang="0">
                    <a:pos x="10" y="23"/>
                  </a:cxn>
                  <a:cxn ang="0">
                    <a:pos x="10" y="17"/>
                  </a:cxn>
                  <a:cxn ang="0">
                    <a:pos x="9" y="11"/>
                  </a:cxn>
                  <a:cxn ang="0">
                    <a:pos x="6" y="6"/>
                  </a:cxn>
                  <a:cxn ang="0">
                    <a:pos x="4" y="0"/>
                  </a:cxn>
                </a:cxnLst>
                <a:rect l="0" t="0" r="r" b="b"/>
                <a:pathLst>
                  <a:path w="368" h="298">
                    <a:moveTo>
                      <a:pt x="4" y="0"/>
                    </a:moveTo>
                    <a:lnTo>
                      <a:pt x="22" y="3"/>
                    </a:lnTo>
                    <a:lnTo>
                      <a:pt x="42" y="7"/>
                    </a:lnTo>
                    <a:lnTo>
                      <a:pt x="63" y="10"/>
                    </a:lnTo>
                    <a:lnTo>
                      <a:pt x="83" y="16"/>
                    </a:lnTo>
                    <a:lnTo>
                      <a:pt x="105" y="22"/>
                    </a:lnTo>
                    <a:lnTo>
                      <a:pt x="128" y="28"/>
                    </a:lnTo>
                    <a:lnTo>
                      <a:pt x="151" y="36"/>
                    </a:lnTo>
                    <a:lnTo>
                      <a:pt x="174" y="44"/>
                    </a:lnTo>
                    <a:lnTo>
                      <a:pt x="199" y="54"/>
                    </a:lnTo>
                    <a:lnTo>
                      <a:pt x="223" y="64"/>
                    </a:lnTo>
                    <a:lnTo>
                      <a:pt x="247" y="76"/>
                    </a:lnTo>
                    <a:lnTo>
                      <a:pt x="271" y="89"/>
                    </a:lnTo>
                    <a:lnTo>
                      <a:pt x="295" y="102"/>
                    </a:lnTo>
                    <a:lnTo>
                      <a:pt x="321" y="118"/>
                    </a:lnTo>
                    <a:lnTo>
                      <a:pt x="344" y="135"/>
                    </a:lnTo>
                    <a:lnTo>
                      <a:pt x="368" y="153"/>
                    </a:lnTo>
                    <a:lnTo>
                      <a:pt x="359" y="173"/>
                    </a:lnTo>
                    <a:lnTo>
                      <a:pt x="345" y="192"/>
                    </a:lnTo>
                    <a:lnTo>
                      <a:pt x="330" y="211"/>
                    </a:lnTo>
                    <a:lnTo>
                      <a:pt x="311" y="229"/>
                    </a:lnTo>
                    <a:lnTo>
                      <a:pt x="290" y="247"/>
                    </a:lnTo>
                    <a:lnTo>
                      <a:pt x="265" y="265"/>
                    </a:lnTo>
                    <a:lnTo>
                      <a:pt x="239" y="282"/>
                    </a:lnTo>
                    <a:lnTo>
                      <a:pt x="209" y="298"/>
                    </a:lnTo>
                    <a:lnTo>
                      <a:pt x="193" y="272"/>
                    </a:lnTo>
                    <a:lnTo>
                      <a:pt x="178" y="246"/>
                    </a:lnTo>
                    <a:lnTo>
                      <a:pt x="161" y="222"/>
                    </a:lnTo>
                    <a:lnTo>
                      <a:pt x="144" y="199"/>
                    </a:lnTo>
                    <a:lnTo>
                      <a:pt x="128" y="178"/>
                    </a:lnTo>
                    <a:lnTo>
                      <a:pt x="112" y="159"/>
                    </a:lnTo>
                    <a:lnTo>
                      <a:pt x="96" y="140"/>
                    </a:lnTo>
                    <a:lnTo>
                      <a:pt x="80" y="123"/>
                    </a:lnTo>
                    <a:lnTo>
                      <a:pt x="70" y="113"/>
                    </a:lnTo>
                    <a:lnTo>
                      <a:pt x="59" y="102"/>
                    </a:lnTo>
                    <a:lnTo>
                      <a:pt x="49" y="92"/>
                    </a:lnTo>
                    <a:lnTo>
                      <a:pt x="38" y="83"/>
                    </a:lnTo>
                    <a:lnTo>
                      <a:pt x="29" y="75"/>
                    </a:lnTo>
                    <a:lnTo>
                      <a:pt x="19" y="67"/>
                    </a:lnTo>
                    <a:lnTo>
                      <a:pt x="10" y="59"/>
                    </a:lnTo>
                    <a:lnTo>
                      <a:pt x="0" y="52"/>
                    </a:lnTo>
                    <a:lnTo>
                      <a:pt x="4" y="45"/>
                    </a:lnTo>
                    <a:lnTo>
                      <a:pt x="7" y="38"/>
                    </a:lnTo>
                    <a:lnTo>
                      <a:pt x="9" y="31"/>
                    </a:lnTo>
                    <a:lnTo>
                      <a:pt x="10" y="23"/>
                    </a:lnTo>
                    <a:lnTo>
                      <a:pt x="10" y="17"/>
                    </a:lnTo>
                    <a:lnTo>
                      <a:pt x="9" y="11"/>
                    </a:lnTo>
                    <a:lnTo>
                      <a:pt x="6" y="6"/>
                    </a:lnTo>
                    <a:lnTo>
                      <a:pt x="4" y="0"/>
                    </a:lnTo>
                    <a:close/>
                  </a:path>
                </a:pathLst>
              </a:custGeom>
              <a:grpFill/>
              <a:ln w="9525">
                <a:noFill/>
                <a:round/>
                <a:headEnd/>
                <a:tailEnd/>
              </a:ln>
            </p:spPr>
            <p:txBody>
              <a:bodyPr/>
              <a:lstStyle/>
              <a:p>
                <a:pPr algn="ctr">
                  <a:defRPr/>
                </a:pPr>
                <a:endParaRPr lang="en-US" sz="900" dirty="0"/>
              </a:p>
            </p:txBody>
          </p:sp>
          <p:sp>
            <p:nvSpPr>
              <p:cNvPr id="63" name="Freeform 62"/>
              <p:cNvSpPr>
                <a:spLocks/>
              </p:cNvSpPr>
              <p:nvPr/>
            </p:nvSpPr>
            <p:spPr bwMode="auto">
              <a:xfrm>
                <a:off x="2904" y="1650"/>
                <a:ext cx="149" cy="141"/>
              </a:xfrm>
              <a:custGeom>
                <a:avLst/>
                <a:gdLst/>
                <a:ahLst/>
                <a:cxnLst>
                  <a:cxn ang="0">
                    <a:pos x="230" y="122"/>
                  </a:cxn>
                  <a:cxn ang="0">
                    <a:pos x="240" y="135"/>
                  </a:cxn>
                  <a:cxn ang="0">
                    <a:pos x="249" y="148"/>
                  </a:cxn>
                  <a:cxn ang="0">
                    <a:pos x="258" y="162"/>
                  </a:cxn>
                  <a:cxn ang="0">
                    <a:pos x="268" y="175"/>
                  </a:cxn>
                  <a:cxn ang="0">
                    <a:pos x="276" y="189"/>
                  </a:cxn>
                  <a:cxn ang="0">
                    <a:pos x="284" y="203"/>
                  </a:cxn>
                  <a:cxn ang="0">
                    <a:pos x="292" y="218"/>
                  </a:cxn>
                  <a:cxn ang="0">
                    <a:pos x="299" y="232"/>
                  </a:cxn>
                  <a:cxn ang="0">
                    <a:pos x="283" y="237"/>
                  </a:cxn>
                  <a:cxn ang="0">
                    <a:pos x="266" y="242"/>
                  </a:cxn>
                  <a:cxn ang="0">
                    <a:pos x="249" y="247"/>
                  </a:cxn>
                  <a:cxn ang="0">
                    <a:pos x="233" y="250"/>
                  </a:cxn>
                  <a:cxn ang="0">
                    <a:pos x="215" y="255"/>
                  </a:cxn>
                  <a:cxn ang="0">
                    <a:pos x="197" y="258"/>
                  </a:cxn>
                  <a:cxn ang="0">
                    <a:pos x="179" y="263"/>
                  </a:cxn>
                  <a:cxn ang="0">
                    <a:pos x="160" y="265"/>
                  </a:cxn>
                  <a:cxn ang="0">
                    <a:pos x="141" y="269"/>
                  </a:cxn>
                  <a:cxn ang="0">
                    <a:pos x="122" y="272"/>
                  </a:cxn>
                  <a:cxn ang="0">
                    <a:pos x="103" y="275"/>
                  </a:cxn>
                  <a:cxn ang="0">
                    <a:pos x="83" y="277"/>
                  </a:cxn>
                  <a:cxn ang="0">
                    <a:pos x="63" y="279"/>
                  </a:cxn>
                  <a:cxn ang="0">
                    <a:pos x="42" y="280"/>
                  </a:cxn>
                  <a:cxn ang="0">
                    <a:pos x="21" y="281"/>
                  </a:cxn>
                  <a:cxn ang="0">
                    <a:pos x="0" y="283"/>
                  </a:cxn>
                  <a:cxn ang="0">
                    <a:pos x="0" y="104"/>
                  </a:cxn>
                  <a:cxn ang="0">
                    <a:pos x="0" y="21"/>
                  </a:cxn>
                  <a:cxn ang="0">
                    <a:pos x="7" y="21"/>
                  </a:cxn>
                  <a:cxn ang="0">
                    <a:pos x="13" y="20"/>
                  </a:cxn>
                  <a:cxn ang="0">
                    <a:pos x="20" y="20"/>
                  </a:cxn>
                  <a:cxn ang="0">
                    <a:pos x="26" y="19"/>
                  </a:cxn>
                  <a:cxn ang="0">
                    <a:pos x="33" y="18"/>
                  </a:cxn>
                  <a:cxn ang="0">
                    <a:pos x="38" y="17"/>
                  </a:cxn>
                  <a:cxn ang="0">
                    <a:pos x="44" y="17"/>
                  </a:cxn>
                  <a:cxn ang="0">
                    <a:pos x="50" y="15"/>
                  </a:cxn>
                  <a:cxn ang="0">
                    <a:pos x="58" y="13"/>
                  </a:cxn>
                  <a:cxn ang="0">
                    <a:pos x="66" y="12"/>
                  </a:cxn>
                  <a:cxn ang="0">
                    <a:pos x="74" y="10"/>
                  </a:cxn>
                  <a:cxn ang="0">
                    <a:pos x="81" y="8"/>
                  </a:cxn>
                  <a:cxn ang="0">
                    <a:pos x="88" y="6"/>
                  </a:cxn>
                  <a:cxn ang="0">
                    <a:pos x="95" y="5"/>
                  </a:cxn>
                  <a:cxn ang="0">
                    <a:pos x="102" y="3"/>
                  </a:cxn>
                  <a:cxn ang="0">
                    <a:pos x="109" y="0"/>
                  </a:cxn>
                  <a:cxn ang="0">
                    <a:pos x="125" y="13"/>
                  </a:cxn>
                  <a:cxn ang="0">
                    <a:pos x="141" y="27"/>
                  </a:cxn>
                  <a:cxn ang="0">
                    <a:pos x="156" y="41"/>
                  </a:cxn>
                  <a:cxn ang="0">
                    <a:pos x="171" y="56"/>
                  </a:cxn>
                  <a:cxn ang="0">
                    <a:pos x="186" y="72"/>
                  </a:cxn>
                  <a:cxn ang="0">
                    <a:pos x="201" y="88"/>
                  </a:cxn>
                  <a:cxn ang="0">
                    <a:pos x="216" y="105"/>
                  </a:cxn>
                  <a:cxn ang="0">
                    <a:pos x="230" y="122"/>
                  </a:cxn>
                </a:cxnLst>
                <a:rect l="0" t="0" r="r" b="b"/>
                <a:pathLst>
                  <a:path w="299" h="283">
                    <a:moveTo>
                      <a:pt x="230" y="122"/>
                    </a:moveTo>
                    <a:lnTo>
                      <a:pt x="240" y="135"/>
                    </a:lnTo>
                    <a:lnTo>
                      <a:pt x="249" y="148"/>
                    </a:lnTo>
                    <a:lnTo>
                      <a:pt x="258" y="162"/>
                    </a:lnTo>
                    <a:lnTo>
                      <a:pt x="268" y="175"/>
                    </a:lnTo>
                    <a:lnTo>
                      <a:pt x="276" y="189"/>
                    </a:lnTo>
                    <a:lnTo>
                      <a:pt x="284" y="203"/>
                    </a:lnTo>
                    <a:lnTo>
                      <a:pt x="292" y="218"/>
                    </a:lnTo>
                    <a:lnTo>
                      <a:pt x="299" y="232"/>
                    </a:lnTo>
                    <a:lnTo>
                      <a:pt x="283" y="237"/>
                    </a:lnTo>
                    <a:lnTo>
                      <a:pt x="266" y="242"/>
                    </a:lnTo>
                    <a:lnTo>
                      <a:pt x="249" y="247"/>
                    </a:lnTo>
                    <a:lnTo>
                      <a:pt x="233" y="250"/>
                    </a:lnTo>
                    <a:lnTo>
                      <a:pt x="215" y="255"/>
                    </a:lnTo>
                    <a:lnTo>
                      <a:pt x="197" y="258"/>
                    </a:lnTo>
                    <a:lnTo>
                      <a:pt x="179" y="263"/>
                    </a:lnTo>
                    <a:lnTo>
                      <a:pt x="160" y="265"/>
                    </a:lnTo>
                    <a:lnTo>
                      <a:pt x="141" y="269"/>
                    </a:lnTo>
                    <a:lnTo>
                      <a:pt x="122" y="272"/>
                    </a:lnTo>
                    <a:lnTo>
                      <a:pt x="103" y="275"/>
                    </a:lnTo>
                    <a:lnTo>
                      <a:pt x="83" y="277"/>
                    </a:lnTo>
                    <a:lnTo>
                      <a:pt x="63" y="279"/>
                    </a:lnTo>
                    <a:lnTo>
                      <a:pt x="42" y="280"/>
                    </a:lnTo>
                    <a:lnTo>
                      <a:pt x="21" y="281"/>
                    </a:lnTo>
                    <a:lnTo>
                      <a:pt x="0" y="283"/>
                    </a:lnTo>
                    <a:lnTo>
                      <a:pt x="0" y="104"/>
                    </a:lnTo>
                    <a:lnTo>
                      <a:pt x="0" y="21"/>
                    </a:lnTo>
                    <a:lnTo>
                      <a:pt x="7" y="21"/>
                    </a:lnTo>
                    <a:lnTo>
                      <a:pt x="13" y="20"/>
                    </a:lnTo>
                    <a:lnTo>
                      <a:pt x="20" y="20"/>
                    </a:lnTo>
                    <a:lnTo>
                      <a:pt x="26" y="19"/>
                    </a:lnTo>
                    <a:lnTo>
                      <a:pt x="33" y="18"/>
                    </a:lnTo>
                    <a:lnTo>
                      <a:pt x="38" y="17"/>
                    </a:lnTo>
                    <a:lnTo>
                      <a:pt x="44" y="17"/>
                    </a:lnTo>
                    <a:lnTo>
                      <a:pt x="50" y="15"/>
                    </a:lnTo>
                    <a:lnTo>
                      <a:pt x="58" y="13"/>
                    </a:lnTo>
                    <a:lnTo>
                      <a:pt x="66" y="12"/>
                    </a:lnTo>
                    <a:lnTo>
                      <a:pt x="74" y="10"/>
                    </a:lnTo>
                    <a:lnTo>
                      <a:pt x="81" y="8"/>
                    </a:lnTo>
                    <a:lnTo>
                      <a:pt x="88" y="6"/>
                    </a:lnTo>
                    <a:lnTo>
                      <a:pt x="95" y="5"/>
                    </a:lnTo>
                    <a:lnTo>
                      <a:pt x="102" y="3"/>
                    </a:lnTo>
                    <a:lnTo>
                      <a:pt x="109" y="0"/>
                    </a:lnTo>
                    <a:lnTo>
                      <a:pt x="125" y="13"/>
                    </a:lnTo>
                    <a:lnTo>
                      <a:pt x="141" y="27"/>
                    </a:lnTo>
                    <a:lnTo>
                      <a:pt x="156" y="41"/>
                    </a:lnTo>
                    <a:lnTo>
                      <a:pt x="171" y="56"/>
                    </a:lnTo>
                    <a:lnTo>
                      <a:pt x="186" y="72"/>
                    </a:lnTo>
                    <a:lnTo>
                      <a:pt x="201" y="88"/>
                    </a:lnTo>
                    <a:lnTo>
                      <a:pt x="216" y="105"/>
                    </a:lnTo>
                    <a:lnTo>
                      <a:pt x="230" y="122"/>
                    </a:lnTo>
                    <a:close/>
                  </a:path>
                </a:pathLst>
              </a:custGeom>
              <a:grpFill/>
              <a:ln w="9525">
                <a:noFill/>
                <a:round/>
                <a:headEnd/>
                <a:tailEnd/>
              </a:ln>
            </p:spPr>
            <p:txBody>
              <a:bodyPr/>
              <a:lstStyle/>
              <a:p>
                <a:pPr algn="ctr">
                  <a:defRPr/>
                </a:pPr>
                <a:endParaRPr lang="en-US" sz="900" dirty="0"/>
              </a:p>
            </p:txBody>
          </p:sp>
          <p:sp>
            <p:nvSpPr>
              <p:cNvPr id="64" name="Freeform 63"/>
              <p:cNvSpPr>
                <a:spLocks/>
              </p:cNvSpPr>
              <p:nvPr/>
            </p:nvSpPr>
            <p:spPr bwMode="auto">
              <a:xfrm>
                <a:off x="2824" y="1584"/>
                <a:ext cx="113" cy="40"/>
              </a:xfrm>
              <a:custGeom>
                <a:avLst/>
                <a:gdLst/>
                <a:ahLst/>
                <a:cxnLst>
                  <a:cxn ang="0">
                    <a:pos x="114" y="0"/>
                  </a:cxn>
                  <a:cxn ang="0">
                    <a:pos x="137" y="1"/>
                  </a:cxn>
                  <a:cxn ang="0">
                    <a:pos x="158" y="3"/>
                  </a:cxn>
                  <a:cxn ang="0">
                    <a:pos x="177" y="7"/>
                  </a:cxn>
                  <a:cxn ang="0">
                    <a:pos x="194" y="12"/>
                  </a:cxn>
                  <a:cxn ang="0">
                    <a:pos x="207" y="18"/>
                  </a:cxn>
                  <a:cxn ang="0">
                    <a:pos x="218" y="25"/>
                  </a:cxn>
                  <a:cxn ang="0">
                    <a:pos x="225" y="32"/>
                  </a:cxn>
                  <a:cxn ang="0">
                    <a:pos x="227" y="40"/>
                  </a:cxn>
                  <a:cxn ang="0">
                    <a:pos x="226" y="45"/>
                  </a:cxn>
                  <a:cxn ang="0">
                    <a:pos x="224" y="51"/>
                  </a:cxn>
                  <a:cxn ang="0">
                    <a:pos x="220" y="55"/>
                  </a:cxn>
                  <a:cxn ang="0">
                    <a:pos x="214" y="59"/>
                  </a:cxn>
                  <a:cxn ang="0">
                    <a:pos x="207" y="63"/>
                  </a:cxn>
                  <a:cxn ang="0">
                    <a:pos x="199" y="67"/>
                  </a:cxn>
                  <a:cxn ang="0">
                    <a:pos x="190" y="70"/>
                  </a:cxn>
                  <a:cxn ang="0">
                    <a:pos x="180" y="74"/>
                  </a:cxn>
                  <a:cxn ang="0">
                    <a:pos x="173" y="75"/>
                  </a:cxn>
                  <a:cxn ang="0">
                    <a:pos x="165" y="77"/>
                  </a:cxn>
                  <a:cxn ang="0">
                    <a:pos x="157" y="78"/>
                  </a:cxn>
                  <a:cxn ang="0">
                    <a:pos x="149" y="78"/>
                  </a:cxn>
                  <a:cxn ang="0">
                    <a:pos x="141" y="79"/>
                  </a:cxn>
                  <a:cxn ang="0">
                    <a:pos x="133" y="81"/>
                  </a:cxn>
                  <a:cxn ang="0">
                    <a:pos x="123" y="81"/>
                  </a:cxn>
                  <a:cxn ang="0">
                    <a:pos x="114" y="81"/>
                  </a:cxn>
                  <a:cxn ang="0">
                    <a:pos x="91" y="79"/>
                  </a:cxn>
                  <a:cxn ang="0">
                    <a:pos x="69" y="77"/>
                  </a:cxn>
                  <a:cxn ang="0">
                    <a:pos x="51" y="74"/>
                  </a:cxn>
                  <a:cxn ang="0">
                    <a:pos x="34" y="69"/>
                  </a:cxn>
                  <a:cxn ang="0">
                    <a:pos x="20" y="63"/>
                  </a:cxn>
                  <a:cxn ang="0">
                    <a:pos x="9" y="56"/>
                  </a:cxn>
                  <a:cxn ang="0">
                    <a:pos x="2" y="48"/>
                  </a:cxn>
                  <a:cxn ang="0">
                    <a:pos x="0" y="40"/>
                  </a:cxn>
                  <a:cxn ang="0">
                    <a:pos x="2" y="32"/>
                  </a:cxn>
                  <a:cxn ang="0">
                    <a:pos x="9" y="25"/>
                  </a:cxn>
                  <a:cxn ang="0">
                    <a:pos x="20" y="18"/>
                  </a:cxn>
                  <a:cxn ang="0">
                    <a:pos x="34" y="12"/>
                  </a:cxn>
                  <a:cxn ang="0">
                    <a:pos x="51" y="7"/>
                  </a:cxn>
                  <a:cxn ang="0">
                    <a:pos x="69" y="3"/>
                  </a:cxn>
                  <a:cxn ang="0">
                    <a:pos x="91" y="1"/>
                  </a:cxn>
                  <a:cxn ang="0">
                    <a:pos x="114" y="0"/>
                  </a:cxn>
                </a:cxnLst>
                <a:rect l="0" t="0" r="r" b="b"/>
                <a:pathLst>
                  <a:path w="227" h="81">
                    <a:moveTo>
                      <a:pt x="114" y="0"/>
                    </a:moveTo>
                    <a:lnTo>
                      <a:pt x="137" y="1"/>
                    </a:lnTo>
                    <a:lnTo>
                      <a:pt x="158" y="3"/>
                    </a:lnTo>
                    <a:lnTo>
                      <a:pt x="177" y="7"/>
                    </a:lnTo>
                    <a:lnTo>
                      <a:pt x="194" y="12"/>
                    </a:lnTo>
                    <a:lnTo>
                      <a:pt x="207" y="18"/>
                    </a:lnTo>
                    <a:lnTo>
                      <a:pt x="218" y="25"/>
                    </a:lnTo>
                    <a:lnTo>
                      <a:pt x="225" y="32"/>
                    </a:lnTo>
                    <a:lnTo>
                      <a:pt x="227" y="40"/>
                    </a:lnTo>
                    <a:lnTo>
                      <a:pt x="226" y="45"/>
                    </a:lnTo>
                    <a:lnTo>
                      <a:pt x="224" y="51"/>
                    </a:lnTo>
                    <a:lnTo>
                      <a:pt x="220" y="55"/>
                    </a:lnTo>
                    <a:lnTo>
                      <a:pt x="214" y="59"/>
                    </a:lnTo>
                    <a:lnTo>
                      <a:pt x="207" y="63"/>
                    </a:lnTo>
                    <a:lnTo>
                      <a:pt x="199" y="67"/>
                    </a:lnTo>
                    <a:lnTo>
                      <a:pt x="190" y="70"/>
                    </a:lnTo>
                    <a:lnTo>
                      <a:pt x="180" y="74"/>
                    </a:lnTo>
                    <a:lnTo>
                      <a:pt x="173" y="75"/>
                    </a:lnTo>
                    <a:lnTo>
                      <a:pt x="165" y="77"/>
                    </a:lnTo>
                    <a:lnTo>
                      <a:pt x="157" y="78"/>
                    </a:lnTo>
                    <a:lnTo>
                      <a:pt x="149" y="78"/>
                    </a:lnTo>
                    <a:lnTo>
                      <a:pt x="141" y="79"/>
                    </a:lnTo>
                    <a:lnTo>
                      <a:pt x="133" y="81"/>
                    </a:lnTo>
                    <a:lnTo>
                      <a:pt x="123" y="81"/>
                    </a:lnTo>
                    <a:lnTo>
                      <a:pt x="114" y="81"/>
                    </a:lnTo>
                    <a:lnTo>
                      <a:pt x="91" y="79"/>
                    </a:lnTo>
                    <a:lnTo>
                      <a:pt x="69" y="77"/>
                    </a:lnTo>
                    <a:lnTo>
                      <a:pt x="51" y="74"/>
                    </a:lnTo>
                    <a:lnTo>
                      <a:pt x="34" y="69"/>
                    </a:lnTo>
                    <a:lnTo>
                      <a:pt x="20" y="63"/>
                    </a:lnTo>
                    <a:lnTo>
                      <a:pt x="9" y="56"/>
                    </a:lnTo>
                    <a:lnTo>
                      <a:pt x="2" y="48"/>
                    </a:lnTo>
                    <a:lnTo>
                      <a:pt x="0" y="40"/>
                    </a:lnTo>
                    <a:lnTo>
                      <a:pt x="2" y="32"/>
                    </a:lnTo>
                    <a:lnTo>
                      <a:pt x="9" y="25"/>
                    </a:lnTo>
                    <a:lnTo>
                      <a:pt x="20" y="18"/>
                    </a:lnTo>
                    <a:lnTo>
                      <a:pt x="34" y="12"/>
                    </a:lnTo>
                    <a:lnTo>
                      <a:pt x="51" y="7"/>
                    </a:lnTo>
                    <a:lnTo>
                      <a:pt x="69" y="3"/>
                    </a:lnTo>
                    <a:lnTo>
                      <a:pt x="91" y="1"/>
                    </a:lnTo>
                    <a:lnTo>
                      <a:pt x="114" y="0"/>
                    </a:lnTo>
                    <a:close/>
                  </a:path>
                </a:pathLst>
              </a:custGeom>
              <a:grpFill/>
              <a:ln w="9525">
                <a:noFill/>
                <a:round/>
                <a:headEnd/>
                <a:tailEnd/>
              </a:ln>
            </p:spPr>
            <p:txBody>
              <a:bodyPr/>
              <a:lstStyle/>
              <a:p>
                <a:pPr algn="ctr">
                  <a:defRPr/>
                </a:pPr>
                <a:endParaRPr lang="en-US" sz="900" dirty="0"/>
              </a:p>
            </p:txBody>
          </p:sp>
          <p:sp>
            <p:nvSpPr>
              <p:cNvPr id="65" name="Freeform 64"/>
              <p:cNvSpPr>
                <a:spLocks/>
              </p:cNvSpPr>
              <p:nvPr/>
            </p:nvSpPr>
            <p:spPr bwMode="auto">
              <a:xfrm>
                <a:off x="2707" y="1648"/>
                <a:ext cx="149" cy="143"/>
              </a:xfrm>
              <a:custGeom>
                <a:avLst/>
                <a:gdLst/>
                <a:ahLst/>
                <a:cxnLst>
                  <a:cxn ang="0">
                    <a:pos x="194" y="0"/>
                  </a:cxn>
                  <a:cxn ang="0">
                    <a:pos x="205" y="5"/>
                  </a:cxn>
                  <a:cxn ang="0">
                    <a:pos x="217" y="8"/>
                  </a:cxn>
                  <a:cxn ang="0">
                    <a:pos x="230" y="11"/>
                  </a:cxn>
                  <a:cxn ang="0">
                    <a:pos x="243" y="15"/>
                  </a:cxn>
                  <a:cxn ang="0">
                    <a:pos x="256" y="17"/>
                  </a:cxn>
                  <a:cxn ang="0">
                    <a:pos x="270" y="20"/>
                  </a:cxn>
                  <a:cxn ang="0">
                    <a:pos x="284" y="22"/>
                  </a:cxn>
                  <a:cxn ang="0">
                    <a:pos x="299" y="23"/>
                  </a:cxn>
                  <a:cxn ang="0">
                    <a:pos x="299" y="192"/>
                  </a:cxn>
                  <a:cxn ang="0">
                    <a:pos x="299" y="286"/>
                  </a:cxn>
                  <a:cxn ang="0">
                    <a:pos x="279" y="284"/>
                  </a:cxn>
                  <a:cxn ang="0">
                    <a:pos x="260" y="283"/>
                  </a:cxn>
                  <a:cxn ang="0">
                    <a:pos x="240" y="282"/>
                  </a:cxn>
                  <a:cxn ang="0">
                    <a:pos x="220" y="280"/>
                  </a:cxn>
                  <a:cxn ang="0">
                    <a:pos x="202" y="278"/>
                  </a:cxn>
                  <a:cxn ang="0">
                    <a:pos x="182" y="275"/>
                  </a:cxn>
                  <a:cxn ang="0">
                    <a:pos x="165" y="273"/>
                  </a:cxn>
                  <a:cxn ang="0">
                    <a:pos x="147" y="269"/>
                  </a:cxn>
                  <a:cxn ang="0">
                    <a:pos x="127" y="266"/>
                  </a:cxn>
                  <a:cxn ang="0">
                    <a:pos x="108" y="263"/>
                  </a:cxn>
                  <a:cxn ang="0">
                    <a:pos x="88" y="258"/>
                  </a:cxn>
                  <a:cxn ang="0">
                    <a:pos x="70" y="253"/>
                  </a:cxn>
                  <a:cxn ang="0">
                    <a:pos x="51" y="250"/>
                  </a:cxn>
                  <a:cxn ang="0">
                    <a:pos x="34" y="245"/>
                  </a:cxn>
                  <a:cxn ang="0">
                    <a:pos x="17" y="240"/>
                  </a:cxn>
                  <a:cxn ang="0">
                    <a:pos x="0" y="235"/>
                  </a:cxn>
                  <a:cxn ang="0">
                    <a:pos x="10" y="216"/>
                  </a:cxn>
                  <a:cxn ang="0">
                    <a:pos x="19" y="198"/>
                  </a:cxn>
                  <a:cxn ang="0">
                    <a:pos x="30" y="181"/>
                  </a:cxn>
                  <a:cxn ang="0">
                    <a:pos x="41" y="164"/>
                  </a:cxn>
                  <a:cxn ang="0">
                    <a:pos x="53" y="146"/>
                  </a:cxn>
                  <a:cxn ang="0">
                    <a:pos x="65" y="129"/>
                  </a:cxn>
                  <a:cxn ang="0">
                    <a:pos x="79" y="113"/>
                  </a:cxn>
                  <a:cxn ang="0">
                    <a:pos x="91" y="97"/>
                  </a:cxn>
                  <a:cxn ang="0">
                    <a:pos x="104" y="83"/>
                  </a:cxn>
                  <a:cxn ang="0">
                    <a:pos x="117" y="70"/>
                  </a:cxn>
                  <a:cxn ang="0">
                    <a:pos x="129" y="56"/>
                  </a:cxn>
                  <a:cxn ang="0">
                    <a:pos x="142" y="45"/>
                  </a:cxn>
                  <a:cxn ang="0">
                    <a:pos x="155" y="32"/>
                  </a:cxn>
                  <a:cxn ang="0">
                    <a:pos x="167" y="21"/>
                  </a:cxn>
                  <a:cxn ang="0">
                    <a:pos x="181" y="10"/>
                  </a:cxn>
                  <a:cxn ang="0">
                    <a:pos x="194" y="0"/>
                  </a:cxn>
                </a:cxnLst>
                <a:rect l="0" t="0" r="r" b="b"/>
                <a:pathLst>
                  <a:path w="299" h="286">
                    <a:moveTo>
                      <a:pt x="194" y="0"/>
                    </a:moveTo>
                    <a:lnTo>
                      <a:pt x="205" y="5"/>
                    </a:lnTo>
                    <a:lnTo>
                      <a:pt x="217" y="8"/>
                    </a:lnTo>
                    <a:lnTo>
                      <a:pt x="230" y="11"/>
                    </a:lnTo>
                    <a:lnTo>
                      <a:pt x="243" y="15"/>
                    </a:lnTo>
                    <a:lnTo>
                      <a:pt x="256" y="17"/>
                    </a:lnTo>
                    <a:lnTo>
                      <a:pt x="270" y="20"/>
                    </a:lnTo>
                    <a:lnTo>
                      <a:pt x="284" y="22"/>
                    </a:lnTo>
                    <a:lnTo>
                      <a:pt x="299" y="23"/>
                    </a:lnTo>
                    <a:lnTo>
                      <a:pt x="299" y="192"/>
                    </a:lnTo>
                    <a:lnTo>
                      <a:pt x="299" y="286"/>
                    </a:lnTo>
                    <a:lnTo>
                      <a:pt x="279" y="284"/>
                    </a:lnTo>
                    <a:lnTo>
                      <a:pt x="260" y="283"/>
                    </a:lnTo>
                    <a:lnTo>
                      <a:pt x="240" y="282"/>
                    </a:lnTo>
                    <a:lnTo>
                      <a:pt x="220" y="280"/>
                    </a:lnTo>
                    <a:lnTo>
                      <a:pt x="202" y="278"/>
                    </a:lnTo>
                    <a:lnTo>
                      <a:pt x="182" y="275"/>
                    </a:lnTo>
                    <a:lnTo>
                      <a:pt x="165" y="273"/>
                    </a:lnTo>
                    <a:lnTo>
                      <a:pt x="147" y="269"/>
                    </a:lnTo>
                    <a:lnTo>
                      <a:pt x="127" y="266"/>
                    </a:lnTo>
                    <a:lnTo>
                      <a:pt x="108" y="263"/>
                    </a:lnTo>
                    <a:lnTo>
                      <a:pt x="88" y="258"/>
                    </a:lnTo>
                    <a:lnTo>
                      <a:pt x="70" y="253"/>
                    </a:lnTo>
                    <a:lnTo>
                      <a:pt x="51" y="250"/>
                    </a:lnTo>
                    <a:lnTo>
                      <a:pt x="34" y="245"/>
                    </a:lnTo>
                    <a:lnTo>
                      <a:pt x="17" y="240"/>
                    </a:lnTo>
                    <a:lnTo>
                      <a:pt x="0" y="235"/>
                    </a:lnTo>
                    <a:lnTo>
                      <a:pt x="10" y="216"/>
                    </a:lnTo>
                    <a:lnTo>
                      <a:pt x="19" y="198"/>
                    </a:lnTo>
                    <a:lnTo>
                      <a:pt x="30" y="181"/>
                    </a:lnTo>
                    <a:lnTo>
                      <a:pt x="41" y="164"/>
                    </a:lnTo>
                    <a:lnTo>
                      <a:pt x="53" y="146"/>
                    </a:lnTo>
                    <a:lnTo>
                      <a:pt x="65" y="129"/>
                    </a:lnTo>
                    <a:lnTo>
                      <a:pt x="79" y="113"/>
                    </a:lnTo>
                    <a:lnTo>
                      <a:pt x="91" y="97"/>
                    </a:lnTo>
                    <a:lnTo>
                      <a:pt x="104" y="83"/>
                    </a:lnTo>
                    <a:lnTo>
                      <a:pt x="117" y="70"/>
                    </a:lnTo>
                    <a:lnTo>
                      <a:pt x="129" y="56"/>
                    </a:lnTo>
                    <a:lnTo>
                      <a:pt x="142" y="45"/>
                    </a:lnTo>
                    <a:lnTo>
                      <a:pt x="155" y="32"/>
                    </a:lnTo>
                    <a:lnTo>
                      <a:pt x="167" y="21"/>
                    </a:lnTo>
                    <a:lnTo>
                      <a:pt x="181" y="10"/>
                    </a:lnTo>
                    <a:lnTo>
                      <a:pt x="194" y="0"/>
                    </a:lnTo>
                    <a:close/>
                  </a:path>
                </a:pathLst>
              </a:custGeom>
              <a:grpFill/>
              <a:ln w="9525">
                <a:noFill/>
                <a:round/>
                <a:headEnd/>
                <a:tailEnd/>
              </a:ln>
            </p:spPr>
            <p:txBody>
              <a:bodyPr/>
              <a:lstStyle/>
              <a:p>
                <a:pPr algn="ctr">
                  <a:defRPr/>
                </a:pPr>
                <a:endParaRPr lang="en-US" sz="900" dirty="0"/>
              </a:p>
            </p:txBody>
          </p:sp>
          <p:sp>
            <p:nvSpPr>
              <p:cNvPr id="66" name="Freeform 65"/>
              <p:cNvSpPr>
                <a:spLocks/>
              </p:cNvSpPr>
              <p:nvPr/>
            </p:nvSpPr>
            <p:spPr bwMode="auto">
              <a:xfrm>
                <a:off x="2575" y="1594"/>
                <a:ext cx="188" cy="150"/>
              </a:xfrm>
              <a:custGeom>
                <a:avLst/>
                <a:gdLst/>
                <a:ahLst/>
                <a:cxnLst>
                  <a:cxn ang="0">
                    <a:pos x="375" y="0"/>
                  </a:cxn>
                  <a:cxn ang="0">
                    <a:pos x="372" y="5"/>
                  </a:cxn>
                  <a:cxn ang="0">
                    <a:pos x="370" y="12"/>
                  </a:cxn>
                  <a:cxn ang="0">
                    <a:pos x="368" y="18"/>
                  </a:cxn>
                  <a:cxn ang="0">
                    <a:pos x="368" y="25"/>
                  </a:cxn>
                  <a:cxn ang="0">
                    <a:pos x="368" y="31"/>
                  </a:cxn>
                  <a:cxn ang="0">
                    <a:pos x="369" y="36"/>
                  </a:cxn>
                  <a:cxn ang="0">
                    <a:pos x="372" y="42"/>
                  </a:cxn>
                  <a:cxn ang="0">
                    <a:pos x="374" y="48"/>
                  </a:cxn>
                  <a:cxn ang="0">
                    <a:pos x="359" y="58"/>
                  </a:cxn>
                  <a:cxn ang="0">
                    <a:pos x="344" y="71"/>
                  </a:cxn>
                  <a:cxn ang="0">
                    <a:pos x="329" y="84"/>
                  </a:cxn>
                  <a:cxn ang="0">
                    <a:pos x="313" y="99"/>
                  </a:cxn>
                  <a:cxn ang="0">
                    <a:pos x="297" y="115"/>
                  </a:cxn>
                  <a:cxn ang="0">
                    <a:pos x="279" y="132"/>
                  </a:cxn>
                  <a:cxn ang="0">
                    <a:pos x="263" y="150"/>
                  </a:cxn>
                  <a:cxn ang="0">
                    <a:pos x="246" y="170"/>
                  </a:cxn>
                  <a:cxn ang="0">
                    <a:pos x="235" y="184"/>
                  </a:cxn>
                  <a:cxn ang="0">
                    <a:pos x="224" y="199"/>
                  </a:cxn>
                  <a:cxn ang="0">
                    <a:pos x="213" y="214"/>
                  </a:cxn>
                  <a:cxn ang="0">
                    <a:pos x="201" y="230"/>
                  </a:cxn>
                  <a:cxn ang="0">
                    <a:pos x="191" y="246"/>
                  </a:cxn>
                  <a:cxn ang="0">
                    <a:pos x="179" y="263"/>
                  </a:cxn>
                  <a:cxn ang="0">
                    <a:pos x="169" y="282"/>
                  </a:cxn>
                  <a:cxn ang="0">
                    <a:pos x="159" y="300"/>
                  </a:cxn>
                  <a:cxn ang="0">
                    <a:pos x="129" y="284"/>
                  </a:cxn>
                  <a:cxn ang="0">
                    <a:pos x="102" y="267"/>
                  </a:cxn>
                  <a:cxn ang="0">
                    <a:pos x="77" y="249"/>
                  </a:cxn>
                  <a:cxn ang="0">
                    <a:pos x="56" y="231"/>
                  </a:cxn>
                  <a:cxn ang="0">
                    <a:pos x="38" y="213"/>
                  </a:cxn>
                  <a:cxn ang="0">
                    <a:pos x="21" y="194"/>
                  </a:cxn>
                  <a:cxn ang="0">
                    <a:pos x="9" y="175"/>
                  </a:cxn>
                  <a:cxn ang="0">
                    <a:pos x="0" y="155"/>
                  </a:cxn>
                  <a:cxn ang="0">
                    <a:pos x="16" y="142"/>
                  </a:cxn>
                  <a:cxn ang="0">
                    <a:pos x="33" y="130"/>
                  </a:cxn>
                  <a:cxn ang="0">
                    <a:pos x="49" y="118"/>
                  </a:cxn>
                  <a:cxn ang="0">
                    <a:pos x="66" y="107"/>
                  </a:cxn>
                  <a:cxn ang="0">
                    <a:pos x="84" y="97"/>
                  </a:cxn>
                  <a:cxn ang="0">
                    <a:pos x="101" y="87"/>
                  </a:cxn>
                  <a:cxn ang="0">
                    <a:pos x="118" y="78"/>
                  </a:cxn>
                  <a:cxn ang="0">
                    <a:pos x="135" y="70"/>
                  </a:cxn>
                  <a:cxn ang="0">
                    <a:pos x="153" y="62"/>
                  </a:cxn>
                  <a:cxn ang="0">
                    <a:pos x="169" y="55"/>
                  </a:cxn>
                  <a:cxn ang="0">
                    <a:pos x="185" y="48"/>
                  </a:cxn>
                  <a:cxn ang="0">
                    <a:pos x="202" y="42"/>
                  </a:cxn>
                  <a:cxn ang="0">
                    <a:pos x="218" y="36"/>
                  </a:cxn>
                  <a:cxn ang="0">
                    <a:pos x="235" y="32"/>
                  </a:cxn>
                  <a:cxn ang="0">
                    <a:pos x="249" y="26"/>
                  </a:cxn>
                  <a:cxn ang="0">
                    <a:pos x="266" y="23"/>
                  </a:cxn>
                  <a:cxn ang="0">
                    <a:pos x="281" y="18"/>
                  </a:cxn>
                  <a:cxn ang="0">
                    <a:pos x="296" y="15"/>
                  </a:cxn>
                  <a:cxn ang="0">
                    <a:pos x="309" y="11"/>
                  </a:cxn>
                  <a:cxn ang="0">
                    <a:pos x="323" y="9"/>
                  </a:cxn>
                  <a:cxn ang="0">
                    <a:pos x="337" y="5"/>
                  </a:cxn>
                  <a:cxn ang="0">
                    <a:pos x="350" y="3"/>
                  </a:cxn>
                  <a:cxn ang="0">
                    <a:pos x="362" y="2"/>
                  </a:cxn>
                  <a:cxn ang="0">
                    <a:pos x="375" y="0"/>
                  </a:cxn>
                </a:cxnLst>
                <a:rect l="0" t="0" r="r" b="b"/>
                <a:pathLst>
                  <a:path w="375" h="300">
                    <a:moveTo>
                      <a:pt x="375" y="0"/>
                    </a:moveTo>
                    <a:lnTo>
                      <a:pt x="372" y="5"/>
                    </a:lnTo>
                    <a:lnTo>
                      <a:pt x="370" y="12"/>
                    </a:lnTo>
                    <a:lnTo>
                      <a:pt x="368" y="18"/>
                    </a:lnTo>
                    <a:lnTo>
                      <a:pt x="368" y="25"/>
                    </a:lnTo>
                    <a:lnTo>
                      <a:pt x="368" y="31"/>
                    </a:lnTo>
                    <a:lnTo>
                      <a:pt x="369" y="36"/>
                    </a:lnTo>
                    <a:lnTo>
                      <a:pt x="372" y="42"/>
                    </a:lnTo>
                    <a:lnTo>
                      <a:pt x="374" y="48"/>
                    </a:lnTo>
                    <a:lnTo>
                      <a:pt x="359" y="58"/>
                    </a:lnTo>
                    <a:lnTo>
                      <a:pt x="344" y="71"/>
                    </a:lnTo>
                    <a:lnTo>
                      <a:pt x="329" y="84"/>
                    </a:lnTo>
                    <a:lnTo>
                      <a:pt x="313" y="99"/>
                    </a:lnTo>
                    <a:lnTo>
                      <a:pt x="297" y="115"/>
                    </a:lnTo>
                    <a:lnTo>
                      <a:pt x="279" y="132"/>
                    </a:lnTo>
                    <a:lnTo>
                      <a:pt x="263" y="150"/>
                    </a:lnTo>
                    <a:lnTo>
                      <a:pt x="246" y="170"/>
                    </a:lnTo>
                    <a:lnTo>
                      <a:pt x="235" y="184"/>
                    </a:lnTo>
                    <a:lnTo>
                      <a:pt x="224" y="199"/>
                    </a:lnTo>
                    <a:lnTo>
                      <a:pt x="213" y="214"/>
                    </a:lnTo>
                    <a:lnTo>
                      <a:pt x="201" y="230"/>
                    </a:lnTo>
                    <a:lnTo>
                      <a:pt x="191" y="246"/>
                    </a:lnTo>
                    <a:lnTo>
                      <a:pt x="179" y="263"/>
                    </a:lnTo>
                    <a:lnTo>
                      <a:pt x="169" y="282"/>
                    </a:lnTo>
                    <a:lnTo>
                      <a:pt x="159" y="300"/>
                    </a:lnTo>
                    <a:lnTo>
                      <a:pt x="129" y="284"/>
                    </a:lnTo>
                    <a:lnTo>
                      <a:pt x="102" y="267"/>
                    </a:lnTo>
                    <a:lnTo>
                      <a:pt x="77" y="249"/>
                    </a:lnTo>
                    <a:lnTo>
                      <a:pt x="56" y="231"/>
                    </a:lnTo>
                    <a:lnTo>
                      <a:pt x="38" y="213"/>
                    </a:lnTo>
                    <a:lnTo>
                      <a:pt x="21" y="194"/>
                    </a:lnTo>
                    <a:lnTo>
                      <a:pt x="9" y="175"/>
                    </a:lnTo>
                    <a:lnTo>
                      <a:pt x="0" y="155"/>
                    </a:lnTo>
                    <a:lnTo>
                      <a:pt x="16" y="142"/>
                    </a:lnTo>
                    <a:lnTo>
                      <a:pt x="33" y="130"/>
                    </a:lnTo>
                    <a:lnTo>
                      <a:pt x="49" y="118"/>
                    </a:lnTo>
                    <a:lnTo>
                      <a:pt x="66" y="107"/>
                    </a:lnTo>
                    <a:lnTo>
                      <a:pt x="84" y="97"/>
                    </a:lnTo>
                    <a:lnTo>
                      <a:pt x="101" y="87"/>
                    </a:lnTo>
                    <a:lnTo>
                      <a:pt x="118" y="78"/>
                    </a:lnTo>
                    <a:lnTo>
                      <a:pt x="135" y="70"/>
                    </a:lnTo>
                    <a:lnTo>
                      <a:pt x="153" y="62"/>
                    </a:lnTo>
                    <a:lnTo>
                      <a:pt x="169" y="55"/>
                    </a:lnTo>
                    <a:lnTo>
                      <a:pt x="185" y="48"/>
                    </a:lnTo>
                    <a:lnTo>
                      <a:pt x="202" y="42"/>
                    </a:lnTo>
                    <a:lnTo>
                      <a:pt x="218" y="36"/>
                    </a:lnTo>
                    <a:lnTo>
                      <a:pt x="235" y="32"/>
                    </a:lnTo>
                    <a:lnTo>
                      <a:pt x="249" y="26"/>
                    </a:lnTo>
                    <a:lnTo>
                      <a:pt x="266" y="23"/>
                    </a:lnTo>
                    <a:lnTo>
                      <a:pt x="281" y="18"/>
                    </a:lnTo>
                    <a:lnTo>
                      <a:pt x="296" y="15"/>
                    </a:lnTo>
                    <a:lnTo>
                      <a:pt x="309" y="11"/>
                    </a:lnTo>
                    <a:lnTo>
                      <a:pt x="323" y="9"/>
                    </a:lnTo>
                    <a:lnTo>
                      <a:pt x="337" y="5"/>
                    </a:lnTo>
                    <a:lnTo>
                      <a:pt x="350" y="3"/>
                    </a:lnTo>
                    <a:lnTo>
                      <a:pt x="362" y="2"/>
                    </a:lnTo>
                    <a:lnTo>
                      <a:pt x="375" y="0"/>
                    </a:lnTo>
                    <a:close/>
                  </a:path>
                </a:pathLst>
              </a:custGeom>
              <a:grpFill/>
              <a:ln w="9525">
                <a:noFill/>
                <a:round/>
                <a:headEnd/>
                <a:tailEnd/>
              </a:ln>
            </p:spPr>
            <p:txBody>
              <a:bodyPr/>
              <a:lstStyle/>
              <a:p>
                <a:pPr algn="ctr">
                  <a:defRPr/>
                </a:pPr>
                <a:endParaRPr lang="en-US" sz="900" dirty="0"/>
              </a:p>
            </p:txBody>
          </p:sp>
          <p:sp>
            <p:nvSpPr>
              <p:cNvPr id="67" name="Freeform 66"/>
              <p:cNvSpPr>
                <a:spLocks/>
              </p:cNvSpPr>
              <p:nvPr/>
            </p:nvSpPr>
            <p:spPr bwMode="auto">
              <a:xfrm>
                <a:off x="2409" y="1704"/>
                <a:ext cx="216" cy="286"/>
              </a:xfrm>
              <a:custGeom>
                <a:avLst/>
                <a:gdLst/>
                <a:ahLst/>
                <a:cxnLst>
                  <a:cxn ang="0">
                    <a:pos x="244" y="12"/>
                  </a:cxn>
                  <a:cxn ang="0">
                    <a:pos x="261" y="37"/>
                  </a:cxn>
                  <a:cxn ang="0">
                    <a:pos x="280" y="61"/>
                  </a:cxn>
                  <a:cxn ang="0">
                    <a:pos x="303" y="84"/>
                  </a:cxn>
                  <a:cxn ang="0">
                    <a:pos x="327" y="106"/>
                  </a:cxn>
                  <a:cxn ang="0">
                    <a:pos x="353" y="126"/>
                  </a:cxn>
                  <a:cxn ang="0">
                    <a:pos x="383" y="146"/>
                  </a:cxn>
                  <a:cxn ang="0">
                    <a:pos x="414" y="164"/>
                  </a:cxn>
                  <a:cxn ang="0">
                    <a:pos x="418" y="198"/>
                  </a:cxn>
                  <a:cxn ang="0">
                    <a:pos x="391" y="247"/>
                  </a:cxn>
                  <a:cxn ang="0">
                    <a:pos x="367" y="298"/>
                  </a:cxn>
                  <a:cxn ang="0">
                    <a:pos x="344" y="350"/>
                  </a:cxn>
                  <a:cxn ang="0">
                    <a:pos x="324" y="399"/>
                  </a:cxn>
                  <a:cxn ang="0">
                    <a:pos x="305" y="448"/>
                  </a:cxn>
                  <a:cxn ang="0">
                    <a:pos x="288" y="496"/>
                  </a:cxn>
                  <a:cxn ang="0">
                    <a:pos x="273" y="546"/>
                  </a:cxn>
                  <a:cxn ang="0">
                    <a:pos x="236" y="555"/>
                  </a:cxn>
                  <a:cxn ang="0">
                    <a:pos x="181" y="520"/>
                  </a:cxn>
                  <a:cxn ang="0">
                    <a:pos x="132" y="483"/>
                  </a:cxn>
                  <a:cxn ang="0">
                    <a:pos x="90" y="444"/>
                  </a:cxn>
                  <a:cxn ang="0">
                    <a:pos x="55" y="404"/>
                  </a:cxn>
                  <a:cxn ang="0">
                    <a:pos x="29" y="362"/>
                  </a:cxn>
                  <a:cxn ang="0">
                    <a:pos x="10" y="319"/>
                  </a:cxn>
                  <a:cxn ang="0">
                    <a:pos x="1" y="274"/>
                  </a:cxn>
                  <a:cxn ang="0">
                    <a:pos x="13" y="233"/>
                  </a:cxn>
                  <a:cxn ang="0">
                    <a:pos x="39" y="198"/>
                  </a:cxn>
                  <a:cxn ang="0">
                    <a:pos x="68" y="162"/>
                  </a:cxn>
                  <a:cxn ang="0">
                    <a:pos x="98" y="128"/>
                  </a:cxn>
                  <a:cxn ang="0">
                    <a:pos x="129" y="95"/>
                  </a:cxn>
                  <a:cxn ang="0">
                    <a:pos x="160" y="64"/>
                  </a:cxn>
                  <a:cxn ang="0">
                    <a:pos x="191" y="35"/>
                  </a:cxn>
                  <a:cxn ang="0">
                    <a:pos x="222" y="11"/>
                  </a:cxn>
                </a:cxnLst>
                <a:rect l="0" t="0" r="r" b="b"/>
                <a:pathLst>
                  <a:path w="432" h="571">
                    <a:moveTo>
                      <a:pt x="237" y="0"/>
                    </a:moveTo>
                    <a:lnTo>
                      <a:pt x="244" y="12"/>
                    </a:lnTo>
                    <a:lnTo>
                      <a:pt x="252" y="25"/>
                    </a:lnTo>
                    <a:lnTo>
                      <a:pt x="261" y="37"/>
                    </a:lnTo>
                    <a:lnTo>
                      <a:pt x="271" y="49"/>
                    </a:lnTo>
                    <a:lnTo>
                      <a:pt x="280" y="61"/>
                    </a:lnTo>
                    <a:lnTo>
                      <a:pt x="291" y="72"/>
                    </a:lnTo>
                    <a:lnTo>
                      <a:pt x="303" y="84"/>
                    </a:lnTo>
                    <a:lnTo>
                      <a:pt x="314" y="94"/>
                    </a:lnTo>
                    <a:lnTo>
                      <a:pt x="327" y="106"/>
                    </a:lnTo>
                    <a:lnTo>
                      <a:pt x="340" y="116"/>
                    </a:lnTo>
                    <a:lnTo>
                      <a:pt x="353" y="126"/>
                    </a:lnTo>
                    <a:lnTo>
                      <a:pt x="368" y="136"/>
                    </a:lnTo>
                    <a:lnTo>
                      <a:pt x="383" y="146"/>
                    </a:lnTo>
                    <a:lnTo>
                      <a:pt x="398" y="155"/>
                    </a:lnTo>
                    <a:lnTo>
                      <a:pt x="414" y="164"/>
                    </a:lnTo>
                    <a:lnTo>
                      <a:pt x="432" y="174"/>
                    </a:lnTo>
                    <a:lnTo>
                      <a:pt x="418" y="198"/>
                    </a:lnTo>
                    <a:lnTo>
                      <a:pt x="405" y="222"/>
                    </a:lnTo>
                    <a:lnTo>
                      <a:pt x="391" y="247"/>
                    </a:lnTo>
                    <a:lnTo>
                      <a:pt x="379" y="271"/>
                    </a:lnTo>
                    <a:lnTo>
                      <a:pt x="367" y="298"/>
                    </a:lnTo>
                    <a:lnTo>
                      <a:pt x="355" y="323"/>
                    </a:lnTo>
                    <a:lnTo>
                      <a:pt x="344" y="350"/>
                    </a:lnTo>
                    <a:lnTo>
                      <a:pt x="333" y="376"/>
                    </a:lnTo>
                    <a:lnTo>
                      <a:pt x="324" y="399"/>
                    </a:lnTo>
                    <a:lnTo>
                      <a:pt x="313" y="423"/>
                    </a:lnTo>
                    <a:lnTo>
                      <a:pt x="305" y="448"/>
                    </a:lnTo>
                    <a:lnTo>
                      <a:pt x="296" y="472"/>
                    </a:lnTo>
                    <a:lnTo>
                      <a:pt x="288" y="496"/>
                    </a:lnTo>
                    <a:lnTo>
                      <a:pt x="281" y="520"/>
                    </a:lnTo>
                    <a:lnTo>
                      <a:pt x="273" y="546"/>
                    </a:lnTo>
                    <a:lnTo>
                      <a:pt x="266" y="571"/>
                    </a:lnTo>
                    <a:lnTo>
                      <a:pt x="236" y="555"/>
                    </a:lnTo>
                    <a:lnTo>
                      <a:pt x="207" y="537"/>
                    </a:lnTo>
                    <a:lnTo>
                      <a:pt x="181" y="520"/>
                    </a:lnTo>
                    <a:lnTo>
                      <a:pt x="155" y="502"/>
                    </a:lnTo>
                    <a:lnTo>
                      <a:pt x="132" y="483"/>
                    </a:lnTo>
                    <a:lnTo>
                      <a:pt x="110" y="464"/>
                    </a:lnTo>
                    <a:lnTo>
                      <a:pt x="90" y="444"/>
                    </a:lnTo>
                    <a:lnTo>
                      <a:pt x="71" y="425"/>
                    </a:lnTo>
                    <a:lnTo>
                      <a:pt x="55" y="404"/>
                    </a:lnTo>
                    <a:lnTo>
                      <a:pt x="41" y="383"/>
                    </a:lnTo>
                    <a:lnTo>
                      <a:pt x="29" y="362"/>
                    </a:lnTo>
                    <a:lnTo>
                      <a:pt x="18" y="341"/>
                    </a:lnTo>
                    <a:lnTo>
                      <a:pt x="10" y="319"/>
                    </a:lnTo>
                    <a:lnTo>
                      <a:pt x="4" y="296"/>
                    </a:lnTo>
                    <a:lnTo>
                      <a:pt x="1" y="274"/>
                    </a:lnTo>
                    <a:lnTo>
                      <a:pt x="0" y="251"/>
                    </a:lnTo>
                    <a:lnTo>
                      <a:pt x="13" y="233"/>
                    </a:lnTo>
                    <a:lnTo>
                      <a:pt x="25" y="215"/>
                    </a:lnTo>
                    <a:lnTo>
                      <a:pt x="39" y="198"/>
                    </a:lnTo>
                    <a:lnTo>
                      <a:pt x="54" y="179"/>
                    </a:lnTo>
                    <a:lnTo>
                      <a:pt x="68" y="162"/>
                    </a:lnTo>
                    <a:lnTo>
                      <a:pt x="83" y="145"/>
                    </a:lnTo>
                    <a:lnTo>
                      <a:pt x="98" y="128"/>
                    </a:lnTo>
                    <a:lnTo>
                      <a:pt x="114" y="111"/>
                    </a:lnTo>
                    <a:lnTo>
                      <a:pt x="129" y="95"/>
                    </a:lnTo>
                    <a:lnTo>
                      <a:pt x="145" y="79"/>
                    </a:lnTo>
                    <a:lnTo>
                      <a:pt x="160" y="64"/>
                    </a:lnTo>
                    <a:lnTo>
                      <a:pt x="176" y="49"/>
                    </a:lnTo>
                    <a:lnTo>
                      <a:pt x="191" y="35"/>
                    </a:lnTo>
                    <a:lnTo>
                      <a:pt x="207" y="23"/>
                    </a:lnTo>
                    <a:lnTo>
                      <a:pt x="222" y="11"/>
                    </a:lnTo>
                    <a:lnTo>
                      <a:pt x="237" y="0"/>
                    </a:lnTo>
                    <a:close/>
                  </a:path>
                </a:pathLst>
              </a:custGeom>
              <a:grpFill/>
              <a:ln w="9525">
                <a:noFill/>
                <a:round/>
                <a:headEnd/>
                <a:tailEnd/>
              </a:ln>
            </p:spPr>
            <p:txBody>
              <a:bodyPr/>
              <a:lstStyle/>
              <a:p>
                <a:pPr algn="ctr">
                  <a:defRPr/>
                </a:pPr>
                <a:endParaRPr lang="en-US" sz="900" dirty="0"/>
              </a:p>
            </p:txBody>
          </p:sp>
          <p:sp>
            <p:nvSpPr>
              <p:cNvPr id="68" name="Freeform 67"/>
              <p:cNvSpPr>
                <a:spLocks/>
              </p:cNvSpPr>
              <p:nvPr/>
            </p:nvSpPr>
            <p:spPr bwMode="auto">
              <a:xfrm>
                <a:off x="2318" y="1900"/>
                <a:ext cx="210" cy="352"/>
              </a:xfrm>
              <a:custGeom>
                <a:avLst/>
                <a:gdLst/>
                <a:ahLst/>
                <a:cxnLst>
                  <a:cxn ang="0">
                    <a:pos x="99" y="0"/>
                  </a:cxn>
                  <a:cxn ang="0">
                    <a:pos x="109" y="22"/>
                  </a:cxn>
                  <a:cxn ang="0">
                    <a:pos x="121" y="43"/>
                  </a:cxn>
                  <a:cxn ang="0">
                    <a:pos x="133" y="64"/>
                  </a:cxn>
                  <a:cxn ang="0">
                    <a:pos x="148" y="84"/>
                  </a:cxn>
                  <a:cxn ang="0">
                    <a:pos x="165" y="104"/>
                  </a:cxn>
                  <a:cxn ang="0">
                    <a:pos x="182" y="123"/>
                  </a:cxn>
                  <a:cxn ang="0">
                    <a:pos x="200" y="143"/>
                  </a:cxn>
                  <a:cxn ang="0">
                    <a:pos x="220" y="161"/>
                  </a:cxn>
                  <a:cxn ang="0">
                    <a:pos x="241" y="180"/>
                  </a:cxn>
                  <a:cxn ang="0">
                    <a:pos x="264" y="197"/>
                  </a:cxn>
                  <a:cxn ang="0">
                    <a:pos x="287" y="214"/>
                  </a:cxn>
                  <a:cxn ang="0">
                    <a:pos x="311" y="232"/>
                  </a:cxn>
                  <a:cxn ang="0">
                    <a:pos x="337" y="248"/>
                  </a:cxn>
                  <a:cxn ang="0">
                    <a:pos x="364" y="263"/>
                  </a:cxn>
                  <a:cxn ang="0">
                    <a:pos x="391" y="278"/>
                  </a:cxn>
                  <a:cxn ang="0">
                    <a:pos x="420" y="293"/>
                  </a:cxn>
                  <a:cxn ang="0">
                    <a:pos x="413" y="330"/>
                  </a:cxn>
                  <a:cxn ang="0">
                    <a:pos x="406" y="368"/>
                  </a:cxn>
                  <a:cxn ang="0">
                    <a:pos x="401" y="406"/>
                  </a:cxn>
                  <a:cxn ang="0">
                    <a:pos x="395" y="445"/>
                  </a:cxn>
                  <a:cxn ang="0">
                    <a:pos x="393" y="469"/>
                  </a:cxn>
                  <a:cxn ang="0">
                    <a:pos x="390" y="493"/>
                  </a:cxn>
                  <a:cxn ang="0">
                    <a:pos x="389" y="517"/>
                  </a:cxn>
                  <a:cxn ang="0">
                    <a:pos x="387" y="541"/>
                  </a:cxn>
                  <a:cxn ang="0">
                    <a:pos x="385" y="583"/>
                  </a:cxn>
                  <a:cxn ang="0">
                    <a:pos x="385" y="623"/>
                  </a:cxn>
                  <a:cxn ang="0">
                    <a:pos x="383" y="665"/>
                  </a:cxn>
                  <a:cxn ang="0">
                    <a:pos x="385" y="705"/>
                  </a:cxn>
                  <a:cxn ang="0">
                    <a:pos x="348" y="685"/>
                  </a:cxn>
                  <a:cxn ang="0">
                    <a:pos x="312" y="665"/>
                  </a:cxn>
                  <a:cxn ang="0">
                    <a:pos x="277" y="643"/>
                  </a:cxn>
                  <a:cxn ang="0">
                    <a:pos x="244" y="622"/>
                  </a:cxn>
                  <a:cxn ang="0">
                    <a:pos x="211" y="599"/>
                  </a:cxn>
                  <a:cxn ang="0">
                    <a:pos x="180" y="576"/>
                  </a:cxn>
                  <a:cxn ang="0">
                    <a:pos x="150" y="553"/>
                  </a:cxn>
                  <a:cxn ang="0">
                    <a:pos x="122" y="528"/>
                  </a:cxn>
                  <a:cxn ang="0">
                    <a:pos x="97" y="502"/>
                  </a:cxn>
                  <a:cxn ang="0">
                    <a:pos x="74" y="475"/>
                  </a:cxn>
                  <a:cxn ang="0">
                    <a:pos x="54" y="447"/>
                  </a:cxn>
                  <a:cxn ang="0">
                    <a:pos x="36" y="418"/>
                  </a:cxn>
                  <a:cxn ang="0">
                    <a:pos x="22" y="387"/>
                  </a:cxn>
                  <a:cxn ang="0">
                    <a:pos x="10" y="356"/>
                  </a:cxn>
                  <a:cxn ang="0">
                    <a:pos x="3" y="323"/>
                  </a:cxn>
                  <a:cxn ang="0">
                    <a:pos x="0" y="288"/>
                  </a:cxn>
                  <a:cxn ang="0">
                    <a:pos x="8" y="250"/>
                  </a:cxn>
                  <a:cxn ang="0">
                    <a:pos x="18" y="213"/>
                  </a:cxn>
                  <a:cxn ang="0">
                    <a:pos x="29" y="176"/>
                  </a:cxn>
                  <a:cxn ang="0">
                    <a:pos x="40" y="140"/>
                  </a:cxn>
                  <a:cxn ang="0">
                    <a:pos x="53" y="104"/>
                  </a:cxn>
                  <a:cxn ang="0">
                    <a:pos x="68" y="69"/>
                  </a:cxn>
                  <a:cxn ang="0">
                    <a:pos x="83" y="35"/>
                  </a:cxn>
                  <a:cxn ang="0">
                    <a:pos x="99" y="0"/>
                  </a:cxn>
                </a:cxnLst>
                <a:rect l="0" t="0" r="r" b="b"/>
                <a:pathLst>
                  <a:path w="420" h="705">
                    <a:moveTo>
                      <a:pt x="99" y="0"/>
                    </a:moveTo>
                    <a:lnTo>
                      <a:pt x="109" y="22"/>
                    </a:lnTo>
                    <a:lnTo>
                      <a:pt x="121" y="43"/>
                    </a:lnTo>
                    <a:lnTo>
                      <a:pt x="133" y="64"/>
                    </a:lnTo>
                    <a:lnTo>
                      <a:pt x="148" y="84"/>
                    </a:lnTo>
                    <a:lnTo>
                      <a:pt x="165" y="104"/>
                    </a:lnTo>
                    <a:lnTo>
                      <a:pt x="182" y="123"/>
                    </a:lnTo>
                    <a:lnTo>
                      <a:pt x="200" y="143"/>
                    </a:lnTo>
                    <a:lnTo>
                      <a:pt x="220" y="161"/>
                    </a:lnTo>
                    <a:lnTo>
                      <a:pt x="241" y="180"/>
                    </a:lnTo>
                    <a:lnTo>
                      <a:pt x="264" y="197"/>
                    </a:lnTo>
                    <a:lnTo>
                      <a:pt x="287" y="214"/>
                    </a:lnTo>
                    <a:lnTo>
                      <a:pt x="311" y="232"/>
                    </a:lnTo>
                    <a:lnTo>
                      <a:pt x="337" y="248"/>
                    </a:lnTo>
                    <a:lnTo>
                      <a:pt x="364" y="263"/>
                    </a:lnTo>
                    <a:lnTo>
                      <a:pt x="391" y="278"/>
                    </a:lnTo>
                    <a:lnTo>
                      <a:pt x="420" y="293"/>
                    </a:lnTo>
                    <a:lnTo>
                      <a:pt x="413" y="330"/>
                    </a:lnTo>
                    <a:lnTo>
                      <a:pt x="406" y="368"/>
                    </a:lnTo>
                    <a:lnTo>
                      <a:pt x="401" y="406"/>
                    </a:lnTo>
                    <a:lnTo>
                      <a:pt x="395" y="445"/>
                    </a:lnTo>
                    <a:lnTo>
                      <a:pt x="393" y="469"/>
                    </a:lnTo>
                    <a:lnTo>
                      <a:pt x="390" y="493"/>
                    </a:lnTo>
                    <a:lnTo>
                      <a:pt x="389" y="517"/>
                    </a:lnTo>
                    <a:lnTo>
                      <a:pt x="387" y="541"/>
                    </a:lnTo>
                    <a:lnTo>
                      <a:pt x="385" y="583"/>
                    </a:lnTo>
                    <a:lnTo>
                      <a:pt x="385" y="623"/>
                    </a:lnTo>
                    <a:lnTo>
                      <a:pt x="383" y="665"/>
                    </a:lnTo>
                    <a:lnTo>
                      <a:pt x="385" y="705"/>
                    </a:lnTo>
                    <a:lnTo>
                      <a:pt x="348" y="685"/>
                    </a:lnTo>
                    <a:lnTo>
                      <a:pt x="312" y="665"/>
                    </a:lnTo>
                    <a:lnTo>
                      <a:pt x="277" y="643"/>
                    </a:lnTo>
                    <a:lnTo>
                      <a:pt x="244" y="622"/>
                    </a:lnTo>
                    <a:lnTo>
                      <a:pt x="211" y="599"/>
                    </a:lnTo>
                    <a:lnTo>
                      <a:pt x="180" y="576"/>
                    </a:lnTo>
                    <a:lnTo>
                      <a:pt x="150" y="553"/>
                    </a:lnTo>
                    <a:lnTo>
                      <a:pt x="122" y="528"/>
                    </a:lnTo>
                    <a:lnTo>
                      <a:pt x="97" y="502"/>
                    </a:lnTo>
                    <a:lnTo>
                      <a:pt x="74" y="475"/>
                    </a:lnTo>
                    <a:lnTo>
                      <a:pt x="54" y="447"/>
                    </a:lnTo>
                    <a:lnTo>
                      <a:pt x="36" y="418"/>
                    </a:lnTo>
                    <a:lnTo>
                      <a:pt x="22" y="387"/>
                    </a:lnTo>
                    <a:lnTo>
                      <a:pt x="10" y="356"/>
                    </a:lnTo>
                    <a:lnTo>
                      <a:pt x="3" y="323"/>
                    </a:lnTo>
                    <a:lnTo>
                      <a:pt x="0" y="288"/>
                    </a:lnTo>
                    <a:lnTo>
                      <a:pt x="8" y="250"/>
                    </a:lnTo>
                    <a:lnTo>
                      <a:pt x="18" y="213"/>
                    </a:lnTo>
                    <a:lnTo>
                      <a:pt x="29" y="176"/>
                    </a:lnTo>
                    <a:lnTo>
                      <a:pt x="40" y="140"/>
                    </a:lnTo>
                    <a:lnTo>
                      <a:pt x="53" y="104"/>
                    </a:lnTo>
                    <a:lnTo>
                      <a:pt x="68" y="69"/>
                    </a:lnTo>
                    <a:lnTo>
                      <a:pt x="83" y="35"/>
                    </a:lnTo>
                    <a:lnTo>
                      <a:pt x="99" y="0"/>
                    </a:lnTo>
                    <a:close/>
                  </a:path>
                </a:pathLst>
              </a:custGeom>
              <a:grpFill/>
              <a:ln w="9525">
                <a:noFill/>
                <a:round/>
                <a:headEnd/>
                <a:tailEnd/>
              </a:ln>
            </p:spPr>
            <p:txBody>
              <a:bodyPr/>
              <a:lstStyle/>
              <a:p>
                <a:pPr algn="ctr">
                  <a:defRPr/>
                </a:pPr>
                <a:endParaRPr lang="en-US" sz="900" dirty="0"/>
              </a:p>
            </p:txBody>
          </p:sp>
          <p:sp>
            <p:nvSpPr>
              <p:cNvPr id="69" name="Freeform 68"/>
              <p:cNvSpPr>
                <a:spLocks/>
              </p:cNvSpPr>
              <p:nvPr/>
            </p:nvSpPr>
            <p:spPr bwMode="auto">
              <a:xfrm>
                <a:off x="2307" y="2149"/>
                <a:ext cx="256" cy="365"/>
              </a:xfrm>
              <a:custGeom>
                <a:avLst/>
                <a:gdLst/>
                <a:ahLst/>
                <a:cxnLst>
                  <a:cxn ang="0">
                    <a:pos x="0" y="11"/>
                  </a:cxn>
                  <a:cxn ang="0">
                    <a:pos x="0" y="9"/>
                  </a:cxn>
                  <a:cxn ang="0">
                    <a:pos x="1" y="5"/>
                  </a:cxn>
                  <a:cxn ang="0">
                    <a:pos x="1" y="3"/>
                  </a:cxn>
                  <a:cxn ang="0">
                    <a:pos x="1" y="0"/>
                  </a:cxn>
                  <a:cxn ang="0">
                    <a:pos x="12" y="25"/>
                  </a:cxn>
                  <a:cxn ang="0">
                    <a:pos x="25" y="49"/>
                  </a:cxn>
                  <a:cxn ang="0">
                    <a:pos x="41" y="73"/>
                  </a:cxn>
                  <a:cxn ang="0">
                    <a:pos x="60" y="96"/>
                  </a:cxn>
                  <a:cxn ang="0">
                    <a:pos x="82" y="119"/>
                  </a:cxn>
                  <a:cxn ang="0">
                    <a:pos x="106" y="141"/>
                  </a:cxn>
                  <a:cxn ang="0">
                    <a:pos x="131" y="163"/>
                  </a:cxn>
                  <a:cxn ang="0">
                    <a:pos x="159" y="185"/>
                  </a:cxn>
                  <a:cxn ang="0">
                    <a:pos x="188" y="206"/>
                  </a:cxn>
                  <a:cxn ang="0">
                    <a:pos x="219" y="227"/>
                  </a:cxn>
                  <a:cxn ang="0">
                    <a:pos x="250" y="246"/>
                  </a:cxn>
                  <a:cxn ang="0">
                    <a:pos x="282" y="265"/>
                  </a:cxn>
                  <a:cxn ang="0">
                    <a:pos x="316" y="283"/>
                  </a:cxn>
                  <a:cxn ang="0">
                    <a:pos x="349" y="301"/>
                  </a:cxn>
                  <a:cxn ang="0">
                    <a:pos x="382" y="319"/>
                  </a:cxn>
                  <a:cxn ang="0">
                    <a:pos x="416" y="335"/>
                  </a:cxn>
                  <a:cxn ang="0">
                    <a:pos x="419" y="374"/>
                  </a:cxn>
                  <a:cxn ang="0">
                    <a:pos x="424" y="412"/>
                  </a:cxn>
                  <a:cxn ang="0">
                    <a:pos x="430" y="450"/>
                  </a:cxn>
                  <a:cxn ang="0">
                    <a:pos x="435" y="487"/>
                  </a:cxn>
                  <a:cxn ang="0">
                    <a:pos x="441" y="517"/>
                  </a:cxn>
                  <a:cxn ang="0">
                    <a:pos x="448" y="547"/>
                  </a:cxn>
                  <a:cxn ang="0">
                    <a:pos x="456" y="577"/>
                  </a:cxn>
                  <a:cxn ang="0">
                    <a:pos x="464" y="607"/>
                  </a:cxn>
                  <a:cxn ang="0">
                    <a:pos x="475" y="638"/>
                  </a:cxn>
                  <a:cxn ang="0">
                    <a:pos x="486" y="668"/>
                  </a:cxn>
                  <a:cxn ang="0">
                    <a:pos x="499" y="699"/>
                  </a:cxn>
                  <a:cxn ang="0">
                    <a:pos x="513" y="731"/>
                  </a:cxn>
                  <a:cxn ang="0">
                    <a:pos x="470" y="709"/>
                  </a:cxn>
                  <a:cxn ang="0">
                    <a:pos x="427" y="686"/>
                  </a:cxn>
                  <a:cxn ang="0">
                    <a:pos x="387" y="662"/>
                  </a:cxn>
                  <a:cxn ang="0">
                    <a:pos x="348" y="635"/>
                  </a:cxn>
                  <a:cxn ang="0">
                    <a:pos x="310" y="608"/>
                  </a:cxn>
                  <a:cxn ang="0">
                    <a:pos x="274" y="579"/>
                  </a:cxn>
                  <a:cxn ang="0">
                    <a:pos x="240" y="549"/>
                  </a:cxn>
                  <a:cxn ang="0">
                    <a:pos x="206" y="518"/>
                  </a:cxn>
                  <a:cxn ang="0">
                    <a:pos x="176" y="486"/>
                  </a:cxn>
                  <a:cxn ang="0">
                    <a:pos x="147" y="453"/>
                  </a:cxn>
                  <a:cxn ang="0">
                    <a:pos x="121" y="419"/>
                  </a:cxn>
                  <a:cxn ang="0">
                    <a:pos x="97" y="384"/>
                  </a:cxn>
                  <a:cxn ang="0">
                    <a:pos x="75" y="350"/>
                  </a:cxn>
                  <a:cxn ang="0">
                    <a:pos x="55" y="313"/>
                  </a:cxn>
                  <a:cxn ang="0">
                    <a:pos x="38" y="277"/>
                  </a:cxn>
                  <a:cxn ang="0">
                    <a:pos x="24" y="240"/>
                  </a:cxn>
                  <a:cxn ang="0">
                    <a:pos x="14" y="184"/>
                  </a:cxn>
                  <a:cxn ang="0">
                    <a:pos x="6" y="128"/>
                  </a:cxn>
                  <a:cxn ang="0">
                    <a:pos x="1" y="70"/>
                  </a:cxn>
                  <a:cxn ang="0">
                    <a:pos x="0" y="11"/>
                  </a:cxn>
                </a:cxnLst>
                <a:rect l="0" t="0" r="r" b="b"/>
                <a:pathLst>
                  <a:path w="513" h="731">
                    <a:moveTo>
                      <a:pt x="0" y="11"/>
                    </a:moveTo>
                    <a:lnTo>
                      <a:pt x="0" y="9"/>
                    </a:lnTo>
                    <a:lnTo>
                      <a:pt x="1" y="5"/>
                    </a:lnTo>
                    <a:lnTo>
                      <a:pt x="1" y="3"/>
                    </a:lnTo>
                    <a:lnTo>
                      <a:pt x="1" y="0"/>
                    </a:lnTo>
                    <a:lnTo>
                      <a:pt x="12" y="25"/>
                    </a:lnTo>
                    <a:lnTo>
                      <a:pt x="25" y="49"/>
                    </a:lnTo>
                    <a:lnTo>
                      <a:pt x="41" y="73"/>
                    </a:lnTo>
                    <a:lnTo>
                      <a:pt x="60" y="96"/>
                    </a:lnTo>
                    <a:lnTo>
                      <a:pt x="82" y="119"/>
                    </a:lnTo>
                    <a:lnTo>
                      <a:pt x="106" y="141"/>
                    </a:lnTo>
                    <a:lnTo>
                      <a:pt x="131" y="163"/>
                    </a:lnTo>
                    <a:lnTo>
                      <a:pt x="159" y="185"/>
                    </a:lnTo>
                    <a:lnTo>
                      <a:pt x="188" y="206"/>
                    </a:lnTo>
                    <a:lnTo>
                      <a:pt x="219" y="227"/>
                    </a:lnTo>
                    <a:lnTo>
                      <a:pt x="250" y="246"/>
                    </a:lnTo>
                    <a:lnTo>
                      <a:pt x="282" y="265"/>
                    </a:lnTo>
                    <a:lnTo>
                      <a:pt x="316" y="283"/>
                    </a:lnTo>
                    <a:lnTo>
                      <a:pt x="349" y="301"/>
                    </a:lnTo>
                    <a:lnTo>
                      <a:pt x="382" y="319"/>
                    </a:lnTo>
                    <a:lnTo>
                      <a:pt x="416" y="335"/>
                    </a:lnTo>
                    <a:lnTo>
                      <a:pt x="419" y="374"/>
                    </a:lnTo>
                    <a:lnTo>
                      <a:pt x="424" y="412"/>
                    </a:lnTo>
                    <a:lnTo>
                      <a:pt x="430" y="450"/>
                    </a:lnTo>
                    <a:lnTo>
                      <a:pt x="435" y="487"/>
                    </a:lnTo>
                    <a:lnTo>
                      <a:pt x="441" y="517"/>
                    </a:lnTo>
                    <a:lnTo>
                      <a:pt x="448" y="547"/>
                    </a:lnTo>
                    <a:lnTo>
                      <a:pt x="456" y="577"/>
                    </a:lnTo>
                    <a:lnTo>
                      <a:pt x="464" y="607"/>
                    </a:lnTo>
                    <a:lnTo>
                      <a:pt x="475" y="638"/>
                    </a:lnTo>
                    <a:lnTo>
                      <a:pt x="486" y="668"/>
                    </a:lnTo>
                    <a:lnTo>
                      <a:pt x="499" y="699"/>
                    </a:lnTo>
                    <a:lnTo>
                      <a:pt x="513" y="731"/>
                    </a:lnTo>
                    <a:lnTo>
                      <a:pt x="470" y="709"/>
                    </a:lnTo>
                    <a:lnTo>
                      <a:pt x="427" y="686"/>
                    </a:lnTo>
                    <a:lnTo>
                      <a:pt x="387" y="662"/>
                    </a:lnTo>
                    <a:lnTo>
                      <a:pt x="348" y="635"/>
                    </a:lnTo>
                    <a:lnTo>
                      <a:pt x="310" y="608"/>
                    </a:lnTo>
                    <a:lnTo>
                      <a:pt x="274" y="579"/>
                    </a:lnTo>
                    <a:lnTo>
                      <a:pt x="240" y="549"/>
                    </a:lnTo>
                    <a:lnTo>
                      <a:pt x="206" y="518"/>
                    </a:lnTo>
                    <a:lnTo>
                      <a:pt x="176" y="486"/>
                    </a:lnTo>
                    <a:lnTo>
                      <a:pt x="147" y="453"/>
                    </a:lnTo>
                    <a:lnTo>
                      <a:pt x="121" y="419"/>
                    </a:lnTo>
                    <a:lnTo>
                      <a:pt x="97" y="384"/>
                    </a:lnTo>
                    <a:lnTo>
                      <a:pt x="75" y="350"/>
                    </a:lnTo>
                    <a:lnTo>
                      <a:pt x="55" y="313"/>
                    </a:lnTo>
                    <a:lnTo>
                      <a:pt x="38" y="277"/>
                    </a:lnTo>
                    <a:lnTo>
                      <a:pt x="24" y="240"/>
                    </a:lnTo>
                    <a:lnTo>
                      <a:pt x="14" y="184"/>
                    </a:lnTo>
                    <a:lnTo>
                      <a:pt x="6" y="128"/>
                    </a:lnTo>
                    <a:lnTo>
                      <a:pt x="1" y="70"/>
                    </a:lnTo>
                    <a:lnTo>
                      <a:pt x="0" y="11"/>
                    </a:lnTo>
                    <a:close/>
                  </a:path>
                </a:pathLst>
              </a:custGeom>
              <a:grpFill/>
              <a:ln w="9525">
                <a:noFill/>
                <a:round/>
                <a:headEnd/>
                <a:tailEnd/>
              </a:ln>
            </p:spPr>
            <p:txBody>
              <a:bodyPr/>
              <a:lstStyle/>
              <a:p>
                <a:pPr algn="ctr">
                  <a:defRPr/>
                </a:pPr>
                <a:endParaRPr lang="en-US" sz="900" dirty="0"/>
              </a:p>
            </p:txBody>
          </p:sp>
          <p:sp>
            <p:nvSpPr>
              <p:cNvPr id="70" name="Freeform 69"/>
              <p:cNvSpPr>
                <a:spLocks/>
              </p:cNvSpPr>
              <p:nvPr/>
            </p:nvSpPr>
            <p:spPr bwMode="auto">
              <a:xfrm>
                <a:off x="2379" y="2437"/>
                <a:ext cx="286" cy="253"/>
              </a:xfrm>
              <a:custGeom>
                <a:avLst/>
                <a:gdLst/>
                <a:ahLst/>
                <a:cxnLst>
                  <a:cxn ang="0">
                    <a:pos x="0" y="0"/>
                  </a:cxn>
                  <a:cxn ang="0">
                    <a:pos x="14" y="20"/>
                  </a:cxn>
                  <a:cxn ang="0">
                    <a:pos x="31" y="41"/>
                  </a:cxn>
                  <a:cxn ang="0">
                    <a:pos x="52" y="62"/>
                  </a:cxn>
                  <a:cxn ang="0">
                    <a:pos x="74" y="82"/>
                  </a:cxn>
                  <a:cxn ang="0">
                    <a:pos x="99" y="103"/>
                  </a:cxn>
                  <a:cxn ang="0">
                    <a:pos x="126" y="124"/>
                  </a:cxn>
                  <a:cxn ang="0">
                    <a:pos x="153" y="144"/>
                  </a:cxn>
                  <a:cxn ang="0">
                    <a:pos x="182" y="165"/>
                  </a:cxn>
                  <a:cxn ang="0">
                    <a:pos x="212" y="184"/>
                  </a:cxn>
                  <a:cxn ang="0">
                    <a:pos x="242" y="203"/>
                  </a:cxn>
                  <a:cxn ang="0">
                    <a:pos x="272" y="220"/>
                  </a:cxn>
                  <a:cxn ang="0">
                    <a:pos x="302" y="237"/>
                  </a:cxn>
                  <a:cxn ang="0">
                    <a:pos x="332" y="252"/>
                  </a:cxn>
                  <a:cxn ang="0">
                    <a:pos x="360" y="265"/>
                  </a:cxn>
                  <a:cxn ang="0">
                    <a:pos x="387" y="278"/>
                  </a:cxn>
                  <a:cxn ang="0">
                    <a:pos x="412" y="288"/>
                  </a:cxn>
                  <a:cxn ang="0">
                    <a:pos x="418" y="303"/>
                  </a:cxn>
                  <a:cxn ang="0">
                    <a:pos x="424" y="318"/>
                  </a:cxn>
                  <a:cxn ang="0">
                    <a:pos x="431" y="334"/>
                  </a:cxn>
                  <a:cxn ang="0">
                    <a:pos x="439" y="349"/>
                  </a:cxn>
                  <a:cxn ang="0">
                    <a:pos x="447" y="366"/>
                  </a:cxn>
                  <a:cxn ang="0">
                    <a:pos x="456" y="381"/>
                  </a:cxn>
                  <a:cxn ang="0">
                    <a:pos x="466" y="397"/>
                  </a:cxn>
                  <a:cxn ang="0">
                    <a:pos x="478" y="413"/>
                  </a:cxn>
                  <a:cxn ang="0">
                    <a:pos x="487" y="424"/>
                  </a:cxn>
                  <a:cxn ang="0">
                    <a:pos x="496" y="436"/>
                  </a:cxn>
                  <a:cxn ang="0">
                    <a:pos x="508" y="447"/>
                  </a:cxn>
                  <a:cxn ang="0">
                    <a:pos x="518" y="460"/>
                  </a:cxn>
                  <a:cxn ang="0">
                    <a:pos x="531" y="471"/>
                  </a:cxn>
                  <a:cxn ang="0">
                    <a:pos x="544" y="483"/>
                  </a:cxn>
                  <a:cxn ang="0">
                    <a:pos x="557" y="496"/>
                  </a:cxn>
                  <a:cxn ang="0">
                    <a:pos x="572" y="507"/>
                  </a:cxn>
                  <a:cxn ang="0">
                    <a:pos x="537" y="490"/>
                  </a:cxn>
                  <a:cxn ang="0">
                    <a:pos x="500" y="471"/>
                  </a:cxn>
                  <a:cxn ang="0">
                    <a:pos x="461" y="451"/>
                  </a:cxn>
                  <a:cxn ang="0">
                    <a:pos x="422" y="428"/>
                  </a:cxn>
                  <a:cxn ang="0">
                    <a:pos x="381" y="402"/>
                  </a:cxn>
                  <a:cxn ang="0">
                    <a:pos x="341" y="376"/>
                  </a:cxn>
                  <a:cxn ang="0">
                    <a:pos x="302" y="347"/>
                  </a:cxn>
                  <a:cxn ang="0">
                    <a:pos x="261" y="316"/>
                  </a:cxn>
                  <a:cxn ang="0">
                    <a:pos x="222" y="284"/>
                  </a:cxn>
                  <a:cxn ang="0">
                    <a:pos x="185" y="249"/>
                  </a:cxn>
                  <a:cxn ang="0">
                    <a:pos x="149" y="212"/>
                  </a:cxn>
                  <a:cxn ang="0">
                    <a:pos x="114" y="173"/>
                  </a:cxn>
                  <a:cxn ang="0">
                    <a:pos x="82" y="133"/>
                  </a:cxn>
                  <a:cxn ang="0">
                    <a:pos x="52" y="90"/>
                  </a:cxn>
                  <a:cxn ang="0">
                    <a:pos x="24" y="47"/>
                  </a:cxn>
                  <a:cxn ang="0">
                    <a:pos x="0" y="0"/>
                  </a:cxn>
                </a:cxnLst>
                <a:rect l="0" t="0" r="r" b="b"/>
                <a:pathLst>
                  <a:path w="572" h="507">
                    <a:moveTo>
                      <a:pt x="0" y="0"/>
                    </a:moveTo>
                    <a:lnTo>
                      <a:pt x="14" y="20"/>
                    </a:lnTo>
                    <a:lnTo>
                      <a:pt x="31" y="41"/>
                    </a:lnTo>
                    <a:lnTo>
                      <a:pt x="52" y="62"/>
                    </a:lnTo>
                    <a:lnTo>
                      <a:pt x="74" y="82"/>
                    </a:lnTo>
                    <a:lnTo>
                      <a:pt x="99" y="103"/>
                    </a:lnTo>
                    <a:lnTo>
                      <a:pt x="126" y="124"/>
                    </a:lnTo>
                    <a:lnTo>
                      <a:pt x="153" y="144"/>
                    </a:lnTo>
                    <a:lnTo>
                      <a:pt x="182" y="165"/>
                    </a:lnTo>
                    <a:lnTo>
                      <a:pt x="212" y="184"/>
                    </a:lnTo>
                    <a:lnTo>
                      <a:pt x="242" y="203"/>
                    </a:lnTo>
                    <a:lnTo>
                      <a:pt x="272" y="220"/>
                    </a:lnTo>
                    <a:lnTo>
                      <a:pt x="302" y="237"/>
                    </a:lnTo>
                    <a:lnTo>
                      <a:pt x="332" y="252"/>
                    </a:lnTo>
                    <a:lnTo>
                      <a:pt x="360" y="265"/>
                    </a:lnTo>
                    <a:lnTo>
                      <a:pt x="387" y="278"/>
                    </a:lnTo>
                    <a:lnTo>
                      <a:pt x="412" y="288"/>
                    </a:lnTo>
                    <a:lnTo>
                      <a:pt x="418" y="303"/>
                    </a:lnTo>
                    <a:lnTo>
                      <a:pt x="424" y="318"/>
                    </a:lnTo>
                    <a:lnTo>
                      <a:pt x="431" y="334"/>
                    </a:lnTo>
                    <a:lnTo>
                      <a:pt x="439" y="349"/>
                    </a:lnTo>
                    <a:lnTo>
                      <a:pt x="447" y="366"/>
                    </a:lnTo>
                    <a:lnTo>
                      <a:pt x="456" y="381"/>
                    </a:lnTo>
                    <a:lnTo>
                      <a:pt x="466" y="397"/>
                    </a:lnTo>
                    <a:lnTo>
                      <a:pt x="478" y="413"/>
                    </a:lnTo>
                    <a:lnTo>
                      <a:pt x="487" y="424"/>
                    </a:lnTo>
                    <a:lnTo>
                      <a:pt x="496" y="436"/>
                    </a:lnTo>
                    <a:lnTo>
                      <a:pt x="508" y="447"/>
                    </a:lnTo>
                    <a:lnTo>
                      <a:pt x="518" y="460"/>
                    </a:lnTo>
                    <a:lnTo>
                      <a:pt x="531" y="471"/>
                    </a:lnTo>
                    <a:lnTo>
                      <a:pt x="544" y="483"/>
                    </a:lnTo>
                    <a:lnTo>
                      <a:pt x="557" y="496"/>
                    </a:lnTo>
                    <a:lnTo>
                      <a:pt x="572" y="507"/>
                    </a:lnTo>
                    <a:lnTo>
                      <a:pt x="537" y="490"/>
                    </a:lnTo>
                    <a:lnTo>
                      <a:pt x="500" y="471"/>
                    </a:lnTo>
                    <a:lnTo>
                      <a:pt x="461" y="451"/>
                    </a:lnTo>
                    <a:lnTo>
                      <a:pt x="422" y="428"/>
                    </a:lnTo>
                    <a:lnTo>
                      <a:pt x="381" y="402"/>
                    </a:lnTo>
                    <a:lnTo>
                      <a:pt x="341" y="376"/>
                    </a:lnTo>
                    <a:lnTo>
                      <a:pt x="302" y="347"/>
                    </a:lnTo>
                    <a:lnTo>
                      <a:pt x="261" y="316"/>
                    </a:lnTo>
                    <a:lnTo>
                      <a:pt x="222" y="284"/>
                    </a:lnTo>
                    <a:lnTo>
                      <a:pt x="185" y="249"/>
                    </a:lnTo>
                    <a:lnTo>
                      <a:pt x="149" y="212"/>
                    </a:lnTo>
                    <a:lnTo>
                      <a:pt x="114" y="173"/>
                    </a:lnTo>
                    <a:lnTo>
                      <a:pt x="82" y="133"/>
                    </a:lnTo>
                    <a:lnTo>
                      <a:pt x="52" y="90"/>
                    </a:lnTo>
                    <a:lnTo>
                      <a:pt x="24" y="47"/>
                    </a:lnTo>
                    <a:lnTo>
                      <a:pt x="0" y="0"/>
                    </a:lnTo>
                    <a:close/>
                  </a:path>
                </a:pathLst>
              </a:custGeom>
              <a:grpFill/>
              <a:ln w="9525">
                <a:noFill/>
                <a:round/>
                <a:headEnd/>
                <a:tailEnd/>
              </a:ln>
            </p:spPr>
            <p:txBody>
              <a:bodyPr/>
              <a:lstStyle/>
              <a:p>
                <a:pPr algn="ctr">
                  <a:defRPr/>
                </a:pPr>
                <a:endParaRPr lang="en-US" sz="900" dirty="0"/>
              </a:p>
            </p:txBody>
          </p:sp>
          <p:sp>
            <p:nvSpPr>
              <p:cNvPr id="71" name="Freeform 70"/>
              <p:cNvSpPr>
                <a:spLocks/>
              </p:cNvSpPr>
              <p:nvPr/>
            </p:nvSpPr>
            <p:spPr bwMode="auto">
              <a:xfrm>
                <a:off x="2648" y="2599"/>
                <a:ext cx="208" cy="136"/>
              </a:xfrm>
              <a:custGeom>
                <a:avLst/>
                <a:gdLst/>
                <a:ahLst/>
                <a:cxnLst>
                  <a:cxn ang="0">
                    <a:pos x="417" y="273"/>
                  </a:cxn>
                  <a:cxn ang="0">
                    <a:pos x="398" y="272"/>
                  </a:cxn>
                  <a:cxn ang="0">
                    <a:pos x="379" y="271"/>
                  </a:cxn>
                  <a:cxn ang="0">
                    <a:pos x="358" y="268"/>
                  </a:cxn>
                  <a:cxn ang="0">
                    <a:pos x="337" y="266"/>
                  </a:cxn>
                  <a:cxn ang="0">
                    <a:pos x="315" y="261"/>
                  </a:cxn>
                  <a:cxn ang="0">
                    <a:pos x="292" y="257"/>
                  </a:cxn>
                  <a:cxn ang="0">
                    <a:pos x="269" y="250"/>
                  </a:cxn>
                  <a:cxn ang="0">
                    <a:pos x="245" y="241"/>
                  </a:cxn>
                  <a:cxn ang="0">
                    <a:pos x="231" y="235"/>
                  </a:cxn>
                  <a:cxn ang="0">
                    <a:pos x="218" y="229"/>
                  </a:cxn>
                  <a:cxn ang="0">
                    <a:pos x="204" y="222"/>
                  </a:cxn>
                  <a:cxn ang="0">
                    <a:pos x="190" y="215"/>
                  </a:cxn>
                  <a:cxn ang="0">
                    <a:pos x="175" y="209"/>
                  </a:cxn>
                  <a:cxn ang="0">
                    <a:pos x="160" y="200"/>
                  </a:cxn>
                  <a:cxn ang="0">
                    <a:pos x="146" y="192"/>
                  </a:cxn>
                  <a:cxn ang="0">
                    <a:pos x="131" y="183"/>
                  </a:cxn>
                  <a:cxn ang="0">
                    <a:pos x="117" y="174"/>
                  </a:cxn>
                  <a:cxn ang="0">
                    <a:pos x="103" y="165"/>
                  </a:cxn>
                  <a:cxn ang="0">
                    <a:pos x="90" y="153"/>
                  </a:cxn>
                  <a:cxn ang="0">
                    <a:pos x="76" y="143"/>
                  </a:cxn>
                  <a:cxn ang="0">
                    <a:pos x="63" y="131"/>
                  </a:cxn>
                  <a:cxn ang="0">
                    <a:pos x="52" y="119"/>
                  </a:cxn>
                  <a:cxn ang="0">
                    <a:pos x="40" y="106"/>
                  </a:cxn>
                  <a:cxn ang="0">
                    <a:pos x="30" y="92"/>
                  </a:cxn>
                  <a:cxn ang="0">
                    <a:pos x="19" y="71"/>
                  </a:cxn>
                  <a:cxn ang="0">
                    <a:pos x="14" y="48"/>
                  </a:cxn>
                  <a:cxn ang="0">
                    <a:pos x="8" y="24"/>
                  </a:cxn>
                  <a:cxn ang="0">
                    <a:pos x="0" y="0"/>
                  </a:cxn>
                  <a:cxn ang="0">
                    <a:pos x="10" y="4"/>
                  </a:cxn>
                  <a:cxn ang="0">
                    <a:pos x="21" y="8"/>
                  </a:cxn>
                  <a:cxn ang="0">
                    <a:pos x="31" y="12"/>
                  </a:cxn>
                  <a:cxn ang="0">
                    <a:pos x="42" y="15"/>
                  </a:cxn>
                  <a:cxn ang="0">
                    <a:pos x="53" y="17"/>
                  </a:cxn>
                  <a:cxn ang="0">
                    <a:pos x="64" y="21"/>
                  </a:cxn>
                  <a:cxn ang="0">
                    <a:pos x="76" y="24"/>
                  </a:cxn>
                  <a:cxn ang="0">
                    <a:pos x="87" y="27"/>
                  </a:cxn>
                  <a:cxn ang="0">
                    <a:pos x="100" y="30"/>
                  </a:cxn>
                  <a:cxn ang="0">
                    <a:pos x="112" y="32"/>
                  </a:cxn>
                  <a:cxn ang="0">
                    <a:pos x="123" y="36"/>
                  </a:cxn>
                  <a:cxn ang="0">
                    <a:pos x="136" y="38"/>
                  </a:cxn>
                  <a:cxn ang="0">
                    <a:pos x="148" y="40"/>
                  </a:cxn>
                  <a:cxn ang="0">
                    <a:pos x="160" y="43"/>
                  </a:cxn>
                  <a:cxn ang="0">
                    <a:pos x="173" y="45"/>
                  </a:cxn>
                  <a:cxn ang="0">
                    <a:pos x="185" y="47"/>
                  </a:cxn>
                  <a:cxn ang="0">
                    <a:pos x="200" y="50"/>
                  </a:cxn>
                  <a:cxn ang="0">
                    <a:pos x="214" y="52"/>
                  </a:cxn>
                  <a:cxn ang="0">
                    <a:pos x="229" y="54"/>
                  </a:cxn>
                  <a:cxn ang="0">
                    <a:pos x="244" y="55"/>
                  </a:cxn>
                  <a:cxn ang="0">
                    <a:pos x="259" y="58"/>
                  </a:cxn>
                  <a:cxn ang="0">
                    <a:pos x="273" y="60"/>
                  </a:cxn>
                  <a:cxn ang="0">
                    <a:pos x="288" y="61"/>
                  </a:cxn>
                  <a:cxn ang="0">
                    <a:pos x="303" y="62"/>
                  </a:cxn>
                  <a:cxn ang="0">
                    <a:pos x="318" y="65"/>
                  </a:cxn>
                  <a:cxn ang="0">
                    <a:pos x="332" y="66"/>
                  </a:cxn>
                  <a:cxn ang="0">
                    <a:pos x="347" y="67"/>
                  </a:cxn>
                  <a:cxn ang="0">
                    <a:pos x="360" y="68"/>
                  </a:cxn>
                  <a:cxn ang="0">
                    <a:pos x="375" y="68"/>
                  </a:cxn>
                  <a:cxn ang="0">
                    <a:pos x="389" y="69"/>
                  </a:cxn>
                  <a:cxn ang="0">
                    <a:pos x="403" y="70"/>
                  </a:cxn>
                  <a:cxn ang="0">
                    <a:pos x="417" y="70"/>
                  </a:cxn>
                  <a:cxn ang="0">
                    <a:pos x="417" y="166"/>
                  </a:cxn>
                  <a:cxn ang="0">
                    <a:pos x="417" y="273"/>
                  </a:cxn>
                </a:cxnLst>
                <a:rect l="0" t="0" r="r" b="b"/>
                <a:pathLst>
                  <a:path w="417" h="273">
                    <a:moveTo>
                      <a:pt x="417" y="273"/>
                    </a:moveTo>
                    <a:lnTo>
                      <a:pt x="398" y="272"/>
                    </a:lnTo>
                    <a:lnTo>
                      <a:pt x="379" y="271"/>
                    </a:lnTo>
                    <a:lnTo>
                      <a:pt x="358" y="268"/>
                    </a:lnTo>
                    <a:lnTo>
                      <a:pt x="337" y="266"/>
                    </a:lnTo>
                    <a:lnTo>
                      <a:pt x="315" y="261"/>
                    </a:lnTo>
                    <a:lnTo>
                      <a:pt x="292" y="257"/>
                    </a:lnTo>
                    <a:lnTo>
                      <a:pt x="269" y="250"/>
                    </a:lnTo>
                    <a:lnTo>
                      <a:pt x="245" y="241"/>
                    </a:lnTo>
                    <a:lnTo>
                      <a:pt x="231" y="235"/>
                    </a:lnTo>
                    <a:lnTo>
                      <a:pt x="218" y="229"/>
                    </a:lnTo>
                    <a:lnTo>
                      <a:pt x="204" y="222"/>
                    </a:lnTo>
                    <a:lnTo>
                      <a:pt x="190" y="215"/>
                    </a:lnTo>
                    <a:lnTo>
                      <a:pt x="175" y="209"/>
                    </a:lnTo>
                    <a:lnTo>
                      <a:pt x="160" y="200"/>
                    </a:lnTo>
                    <a:lnTo>
                      <a:pt x="146" y="192"/>
                    </a:lnTo>
                    <a:lnTo>
                      <a:pt x="131" y="183"/>
                    </a:lnTo>
                    <a:lnTo>
                      <a:pt x="117" y="174"/>
                    </a:lnTo>
                    <a:lnTo>
                      <a:pt x="103" y="165"/>
                    </a:lnTo>
                    <a:lnTo>
                      <a:pt x="90" y="153"/>
                    </a:lnTo>
                    <a:lnTo>
                      <a:pt x="76" y="143"/>
                    </a:lnTo>
                    <a:lnTo>
                      <a:pt x="63" y="131"/>
                    </a:lnTo>
                    <a:lnTo>
                      <a:pt x="52" y="119"/>
                    </a:lnTo>
                    <a:lnTo>
                      <a:pt x="40" y="106"/>
                    </a:lnTo>
                    <a:lnTo>
                      <a:pt x="30" y="92"/>
                    </a:lnTo>
                    <a:lnTo>
                      <a:pt x="19" y="71"/>
                    </a:lnTo>
                    <a:lnTo>
                      <a:pt x="14" y="48"/>
                    </a:lnTo>
                    <a:lnTo>
                      <a:pt x="8" y="24"/>
                    </a:lnTo>
                    <a:lnTo>
                      <a:pt x="0" y="0"/>
                    </a:lnTo>
                    <a:lnTo>
                      <a:pt x="10" y="4"/>
                    </a:lnTo>
                    <a:lnTo>
                      <a:pt x="21" y="8"/>
                    </a:lnTo>
                    <a:lnTo>
                      <a:pt x="31" y="12"/>
                    </a:lnTo>
                    <a:lnTo>
                      <a:pt x="42" y="15"/>
                    </a:lnTo>
                    <a:lnTo>
                      <a:pt x="53" y="17"/>
                    </a:lnTo>
                    <a:lnTo>
                      <a:pt x="64" y="21"/>
                    </a:lnTo>
                    <a:lnTo>
                      <a:pt x="76" y="24"/>
                    </a:lnTo>
                    <a:lnTo>
                      <a:pt x="87" y="27"/>
                    </a:lnTo>
                    <a:lnTo>
                      <a:pt x="100" y="30"/>
                    </a:lnTo>
                    <a:lnTo>
                      <a:pt x="112" y="32"/>
                    </a:lnTo>
                    <a:lnTo>
                      <a:pt x="123" y="36"/>
                    </a:lnTo>
                    <a:lnTo>
                      <a:pt x="136" y="38"/>
                    </a:lnTo>
                    <a:lnTo>
                      <a:pt x="148" y="40"/>
                    </a:lnTo>
                    <a:lnTo>
                      <a:pt x="160" y="43"/>
                    </a:lnTo>
                    <a:lnTo>
                      <a:pt x="173" y="45"/>
                    </a:lnTo>
                    <a:lnTo>
                      <a:pt x="185" y="47"/>
                    </a:lnTo>
                    <a:lnTo>
                      <a:pt x="200" y="50"/>
                    </a:lnTo>
                    <a:lnTo>
                      <a:pt x="214" y="52"/>
                    </a:lnTo>
                    <a:lnTo>
                      <a:pt x="229" y="54"/>
                    </a:lnTo>
                    <a:lnTo>
                      <a:pt x="244" y="55"/>
                    </a:lnTo>
                    <a:lnTo>
                      <a:pt x="259" y="58"/>
                    </a:lnTo>
                    <a:lnTo>
                      <a:pt x="273" y="60"/>
                    </a:lnTo>
                    <a:lnTo>
                      <a:pt x="288" y="61"/>
                    </a:lnTo>
                    <a:lnTo>
                      <a:pt x="303" y="62"/>
                    </a:lnTo>
                    <a:lnTo>
                      <a:pt x="318" y="65"/>
                    </a:lnTo>
                    <a:lnTo>
                      <a:pt x="332" y="66"/>
                    </a:lnTo>
                    <a:lnTo>
                      <a:pt x="347" y="67"/>
                    </a:lnTo>
                    <a:lnTo>
                      <a:pt x="360" y="68"/>
                    </a:lnTo>
                    <a:lnTo>
                      <a:pt x="375" y="68"/>
                    </a:lnTo>
                    <a:lnTo>
                      <a:pt x="389" y="69"/>
                    </a:lnTo>
                    <a:lnTo>
                      <a:pt x="403" y="70"/>
                    </a:lnTo>
                    <a:lnTo>
                      <a:pt x="417" y="70"/>
                    </a:lnTo>
                    <a:lnTo>
                      <a:pt x="417" y="166"/>
                    </a:lnTo>
                    <a:lnTo>
                      <a:pt x="417" y="273"/>
                    </a:lnTo>
                    <a:close/>
                  </a:path>
                </a:pathLst>
              </a:custGeom>
              <a:grpFill/>
              <a:ln w="9525">
                <a:noFill/>
                <a:round/>
                <a:headEnd/>
                <a:tailEnd/>
              </a:ln>
            </p:spPr>
            <p:txBody>
              <a:bodyPr/>
              <a:lstStyle/>
              <a:p>
                <a:pPr algn="ctr">
                  <a:defRPr/>
                </a:pPr>
                <a:endParaRPr lang="en-US" sz="900" dirty="0"/>
              </a:p>
            </p:txBody>
          </p:sp>
          <p:sp>
            <p:nvSpPr>
              <p:cNvPr id="72" name="Freeform 71"/>
              <p:cNvSpPr>
                <a:spLocks/>
              </p:cNvSpPr>
              <p:nvPr/>
            </p:nvSpPr>
            <p:spPr bwMode="auto">
              <a:xfrm>
                <a:off x="2904" y="2604"/>
                <a:ext cx="202" cy="131"/>
              </a:xfrm>
              <a:custGeom>
                <a:avLst/>
                <a:gdLst/>
                <a:ahLst/>
                <a:cxnLst>
                  <a:cxn ang="0">
                    <a:pos x="171" y="229"/>
                  </a:cxn>
                  <a:cxn ang="0">
                    <a:pos x="147" y="237"/>
                  </a:cxn>
                  <a:cxn ang="0">
                    <a:pos x="124" y="244"/>
                  </a:cxn>
                  <a:cxn ang="0">
                    <a:pos x="102" y="249"/>
                  </a:cxn>
                  <a:cxn ang="0">
                    <a:pos x="80" y="253"/>
                  </a:cxn>
                  <a:cxn ang="0">
                    <a:pos x="59" y="256"/>
                  </a:cxn>
                  <a:cxn ang="0">
                    <a:pos x="38" y="259"/>
                  </a:cxn>
                  <a:cxn ang="0">
                    <a:pos x="19" y="260"/>
                  </a:cxn>
                  <a:cxn ang="0">
                    <a:pos x="0" y="261"/>
                  </a:cxn>
                  <a:cxn ang="0">
                    <a:pos x="0" y="161"/>
                  </a:cxn>
                  <a:cxn ang="0">
                    <a:pos x="0" y="58"/>
                  </a:cxn>
                  <a:cxn ang="0">
                    <a:pos x="26" y="57"/>
                  </a:cxn>
                  <a:cxn ang="0">
                    <a:pos x="51" y="56"/>
                  </a:cxn>
                  <a:cxn ang="0">
                    <a:pos x="78" y="54"/>
                  </a:cxn>
                  <a:cxn ang="0">
                    <a:pos x="103" y="51"/>
                  </a:cxn>
                  <a:cxn ang="0">
                    <a:pos x="129" y="49"/>
                  </a:cxn>
                  <a:cxn ang="0">
                    <a:pos x="155" y="46"/>
                  </a:cxn>
                  <a:cxn ang="0">
                    <a:pos x="181" y="43"/>
                  </a:cxn>
                  <a:cxn ang="0">
                    <a:pos x="207" y="39"/>
                  </a:cxn>
                  <a:cxn ang="0">
                    <a:pos x="232" y="35"/>
                  </a:cxn>
                  <a:cxn ang="0">
                    <a:pos x="258" y="31"/>
                  </a:cxn>
                  <a:cxn ang="0">
                    <a:pos x="283" y="26"/>
                  </a:cxn>
                  <a:cxn ang="0">
                    <a:pos x="308" y="21"/>
                  </a:cxn>
                  <a:cxn ang="0">
                    <a:pos x="332" y="17"/>
                  </a:cxn>
                  <a:cxn ang="0">
                    <a:pos x="356" y="11"/>
                  </a:cxn>
                  <a:cxn ang="0">
                    <a:pos x="380" y="5"/>
                  </a:cxn>
                  <a:cxn ang="0">
                    <a:pos x="403" y="0"/>
                  </a:cxn>
                  <a:cxn ang="0">
                    <a:pos x="399" y="9"/>
                  </a:cxn>
                  <a:cxn ang="0">
                    <a:pos x="394" y="18"/>
                  </a:cxn>
                  <a:cxn ang="0">
                    <a:pos x="390" y="27"/>
                  </a:cxn>
                  <a:cxn ang="0">
                    <a:pos x="385" y="36"/>
                  </a:cxn>
                  <a:cxn ang="0">
                    <a:pos x="379" y="46"/>
                  </a:cxn>
                  <a:cxn ang="0">
                    <a:pos x="375" y="54"/>
                  </a:cxn>
                  <a:cxn ang="0">
                    <a:pos x="369" y="63"/>
                  </a:cxn>
                  <a:cxn ang="0">
                    <a:pos x="363" y="71"/>
                  </a:cxn>
                  <a:cxn ang="0">
                    <a:pos x="352" y="86"/>
                  </a:cxn>
                  <a:cxn ang="0">
                    <a:pos x="340" y="101"/>
                  </a:cxn>
                  <a:cxn ang="0">
                    <a:pos x="329" y="115"/>
                  </a:cxn>
                  <a:cxn ang="0">
                    <a:pos x="316" y="129"/>
                  </a:cxn>
                  <a:cxn ang="0">
                    <a:pos x="303" y="140"/>
                  </a:cxn>
                  <a:cxn ang="0">
                    <a:pos x="291" y="153"/>
                  </a:cxn>
                  <a:cxn ang="0">
                    <a:pos x="277" y="163"/>
                  </a:cxn>
                  <a:cxn ang="0">
                    <a:pos x="264" y="173"/>
                  </a:cxn>
                  <a:cxn ang="0">
                    <a:pos x="251" y="183"/>
                  </a:cxn>
                  <a:cxn ang="0">
                    <a:pos x="239" y="192"/>
                  </a:cxn>
                  <a:cxn ang="0">
                    <a:pos x="226" y="200"/>
                  </a:cxn>
                  <a:cxn ang="0">
                    <a:pos x="215" y="207"/>
                  </a:cxn>
                  <a:cxn ang="0">
                    <a:pos x="203" y="214"/>
                  </a:cxn>
                  <a:cxn ang="0">
                    <a:pos x="192" y="220"/>
                  </a:cxn>
                  <a:cxn ang="0">
                    <a:pos x="181" y="224"/>
                  </a:cxn>
                  <a:cxn ang="0">
                    <a:pos x="171" y="229"/>
                  </a:cxn>
                </a:cxnLst>
                <a:rect l="0" t="0" r="r" b="b"/>
                <a:pathLst>
                  <a:path w="403" h="261">
                    <a:moveTo>
                      <a:pt x="171" y="229"/>
                    </a:moveTo>
                    <a:lnTo>
                      <a:pt x="147" y="237"/>
                    </a:lnTo>
                    <a:lnTo>
                      <a:pt x="124" y="244"/>
                    </a:lnTo>
                    <a:lnTo>
                      <a:pt x="102" y="249"/>
                    </a:lnTo>
                    <a:lnTo>
                      <a:pt x="80" y="253"/>
                    </a:lnTo>
                    <a:lnTo>
                      <a:pt x="59" y="256"/>
                    </a:lnTo>
                    <a:lnTo>
                      <a:pt x="38" y="259"/>
                    </a:lnTo>
                    <a:lnTo>
                      <a:pt x="19" y="260"/>
                    </a:lnTo>
                    <a:lnTo>
                      <a:pt x="0" y="261"/>
                    </a:lnTo>
                    <a:lnTo>
                      <a:pt x="0" y="161"/>
                    </a:lnTo>
                    <a:lnTo>
                      <a:pt x="0" y="58"/>
                    </a:lnTo>
                    <a:lnTo>
                      <a:pt x="26" y="57"/>
                    </a:lnTo>
                    <a:lnTo>
                      <a:pt x="51" y="56"/>
                    </a:lnTo>
                    <a:lnTo>
                      <a:pt x="78" y="54"/>
                    </a:lnTo>
                    <a:lnTo>
                      <a:pt x="103" y="51"/>
                    </a:lnTo>
                    <a:lnTo>
                      <a:pt x="129" y="49"/>
                    </a:lnTo>
                    <a:lnTo>
                      <a:pt x="155" y="46"/>
                    </a:lnTo>
                    <a:lnTo>
                      <a:pt x="181" y="43"/>
                    </a:lnTo>
                    <a:lnTo>
                      <a:pt x="207" y="39"/>
                    </a:lnTo>
                    <a:lnTo>
                      <a:pt x="232" y="35"/>
                    </a:lnTo>
                    <a:lnTo>
                      <a:pt x="258" y="31"/>
                    </a:lnTo>
                    <a:lnTo>
                      <a:pt x="283" y="26"/>
                    </a:lnTo>
                    <a:lnTo>
                      <a:pt x="308" y="21"/>
                    </a:lnTo>
                    <a:lnTo>
                      <a:pt x="332" y="17"/>
                    </a:lnTo>
                    <a:lnTo>
                      <a:pt x="356" y="11"/>
                    </a:lnTo>
                    <a:lnTo>
                      <a:pt x="380" y="5"/>
                    </a:lnTo>
                    <a:lnTo>
                      <a:pt x="403" y="0"/>
                    </a:lnTo>
                    <a:lnTo>
                      <a:pt x="399" y="9"/>
                    </a:lnTo>
                    <a:lnTo>
                      <a:pt x="394" y="18"/>
                    </a:lnTo>
                    <a:lnTo>
                      <a:pt x="390" y="27"/>
                    </a:lnTo>
                    <a:lnTo>
                      <a:pt x="385" y="36"/>
                    </a:lnTo>
                    <a:lnTo>
                      <a:pt x="379" y="46"/>
                    </a:lnTo>
                    <a:lnTo>
                      <a:pt x="375" y="54"/>
                    </a:lnTo>
                    <a:lnTo>
                      <a:pt x="369" y="63"/>
                    </a:lnTo>
                    <a:lnTo>
                      <a:pt x="363" y="71"/>
                    </a:lnTo>
                    <a:lnTo>
                      <a:pt x="352" y="86"/>
                    </a:lnTo>
                    <a:lnTo>
                      <a:pt x="340" y="101"/>
                    </a:lnTo>
                    <a:lnTo>
                      <a:pt x="329" y="115"/>
                    </a:lnTo>
                    <a:lnTo>
                      <a:pt x="316" y="129"/>
                    </a:lnTo>
                    <a:lnTo>
                      <a:pt x="303" y="140"/>
                    </a:lnTo>
                    <a:lnTo>
                      <a:pt x="291" y="153"/>
                    </a:lnTo>
                    <a:lnTo>
                      <a:pt x="277" y="163"/>
                    </a:lnTo>
                    <a:lnTo>
                      <a:pt x="264" y="173"/>
                    </a:lnTo>
                    <a:lnTo>
                      <a:pt x="251" y="183"/>
                    </a:lnTo>
                    <a:lnTo>
                      <a:pt x="239" y="192"/>
                    </a:lnTo>
                    <a:lnTo>
                      <a:pt x="226" y="200"/>
                    </a:lnTo>
                    <a:lnTo>
                      <a:pt x="215" y="207"/>
                    </a:lnTo>
                    <a:lnTo>
                      <a:pt x="203" y="214"/>
                    </a:lnTo>
                    <a:lnTo>
                      <a:pt x="192" y="220"/>
                    </a:lnTo>
                    <a:lnTo>
                      <a:pt x="181" y="224"/>
                    </a:lnTo>
                    <a:lnTo>
                      <a:pt x="171" y="229"/>
                    </a:lnTo>
                    <a:close/>
                  </a:path>
                </a:pathLst>
              </a:custGeom>
              <a:grpFill/>
              <a:ln w="9525">
                <a:noFill/>
                <a:round/>
                <a:headEnd/>
                <a:tailEnd/>
              </a:ln>
            </p:spPr>
            <p:txBody>
              <a:bodyPr/>
              <a:lstStyle/>
              <a:p>
                <a:pPr algn="ctr">
                  <a:defRPr/>
                </a:pPr>
                <a:endParaRPr lang="en-US" sz="900" dirty="0"/>
              </a:p>
            </p:txBody>
          </p:sp>
          <p:sp>
            <p:nvSpPr>
              <p:cNvPr id="73" name="Freeform 72"/>
              <p:cNvSpPr>
                <a:spLocks/>
              </p:cNvSpPr>
              <p:nvPr/>
            </p:nvSpPr>
            <p:spPr bwMode="auto">
              <a:xfrm>
                <a:off x="3104" y="2437"/>
                <a:ext cx="278" cy="248"/>
              </a:xfrm>
              <a:custGeom>
                <a:avLst/>
                <a:gdLst/>
                <a:ahLst/>
                <a:cxnLst>
                  <a:cxn ang="0">
                    <a:pos x="0" y="497"/>
                  </a:cxn>
                  <a:cxn ang="0">
                    <a:pos x="13" y="485"/>
                  </a:cxn>
                  <a:cxn ang="0">
                    <a:pos x="25" y="473"/>
                  </a:cxn>
                  <a:cxn ang="0">
                    <a:pos x="36" y="461"/>
                  </a:cxn>
                  <a:cxn ang="0">
                    <a:pos x="46" y="450"/>
                  </a:cxn>
                  <a:cxn ang="0">
                    <a:pos x="56" y="438"/>
                  </a:cxn>
                  <a:cxn ang="0">
                    <a:pos x="65" y="427"/>
                  </a:cxn>
                  <a:cxn ang="0">
                    <a:pos x="73" y="415"/>
                  </a:cxn>
                  <a:cxn ang="0">
                    <a:pos x="81" y="404"/>
                  </a:cxn>
                  <a:cxn ang="0">
                    <a:pos x="90" y="389"/>
                  </a:cxn>
                  <a:cxn ang="0">
                    <a:pos x="99" y="375"/>
                  </a:cxn>
                  <a:cxn ang="0">
                    <a:pos x="107" y="360"/>
                  </a:cxn>
                  <a:cxn ang="0">
                    <a:pos x="114" y="346"/>
                  </a:cxn>
                  <a:cxn ang="0">
                    <a:pos x="122" y="332"/>
                  </a:cxn>
                  <a:cxn ang="0">
                    <a:pos x="129" y="317"/>
                  </a:cxn>
                  <a:cxn ang="0">
                    <a:pos x="136" y="303"/>
                  </a:cxn>
                  <a:cxn ang="0">
                    <a:pos x="143" y="288"/>
                  </a:cxn>
                  <a:cxn ang="0">
                    <a:pos x="168" y="278"/>
                  </a:cxn>
                  <a:cxn ang="0">
                    <a:pos x="195" y="265"/>
                  </a:cxn>
                  <a:cxn ang="0">
                    <a:pos x="223" y="252"/>
                  </a:cxn>
                  <a:cxn ang="0">
                    <a:pos x="252" y="237"/>
                  </a:cxn>
                  <a:cxn ang="0">
                    <a:pos x="282" y="220"/>
                  </a:cxn>
                  <a:cxn ang="0">
                    <a:pos x="313" y="203"/>
                  </a:cxn>
                  <a:cxn ang="0">
                    <a:pos x="343" y="184"/>
                  </a:cxn>
                  <a:cxn ang="0">
                    <a:pos x="373" y="165"/>
                  </a:cxn>
                  <a:cxn ang="0">
                    <a:pos x="402" y="144"/>
                  </a:cxn>
                  <a:cxn ang="0">
                    <a:pos x="430" y="124"/>
                  </a:cxn>
                  <a:cxn ang="0">
                    <a:pos x="456" y="103"/>
                  </a:cxn>
                  <a:cxn ang="0">
                    <a:pos x="480" y="82"/>
                  </a:cxn>
                  <a:cxn ang="0">
                    <a:pos x="503" y="62"/>
                  </a:cxn>
                  <a:cxn ang="0">
                    <a:pos x="524" y="41"/>
                  </a:cxn>
                  <a:cxn ang="0">
                    <a:pos x="541" y="20"/>
                  </a:cxn>
                  <a:cxn ang="0">
                    <a:pos x="555" y="0"/>
                  </a:cxn>
                  <a:cxn ang="0">
                    <a:pos x="531" y="47"/>
                  </a:cxn>
                  <a:cxn ang="0">
                    <a:pos x="505" y="90"/>
                  </a:cxn>
                  <a:cxn ang="0">
                    <a:pos x="476" y="132"/>
                  </a:cxn>
                  <a:cxn ang="0">
                    <a:pos x="443" y="172"/>
                  </a:cxn>
                  <a:cxn ang="0">
                    <a:pos x="411" y="210"/>
                  </a:cxn>
                  <a:cxn ang="0">
                    <a:pos x="376" y="246"/>
                  </a:cxn>
                  <a:cxn ang="0">
                    <a:pos x="340" y="279"/>
                  </a:cxn>
                  <a:cxn ang="0">
                    <a:pos x="302" y="310"/>
                  </a:cxn>
                  <a:cxn ang="0">
                    <a:pos x="264" y="340"/>
                  </a:cxn>
                  <a:cxn ang="0">
                    <a:pos x="226" y="369"/>
                  </a:cxn>
                  <a:cxn ang="0">
                    <a:pos x="187" y="394"/>
                  </a:cxn>
                  <a:cxn ang="0">
                    <a:pos x="149" y="419"/>
                  </a:cxn>
                  <a:cxn ang="0">
                    <a:pos x="109" y="440"/>
                  </a:cxn>
                  <a:cxn ang="0">
                    <a:pos x="73" y="461"/>
                  </a:cxn>
                  <a:cxn ang="0">
                    <a:pos x="36" y="480"/>
                  </a:cxn>
                  <a:cxn ang="0">
                    <a:pos x="0" y="497"/>
                  </a:cxn>
                </a:cxnLst>
                <a:rect l="0" t="0" r="r" b="b"/>
                <a:pathLst>
                  <a:path w="555" h="497">
                    <a:moveTo>
                      <a:pt x="0" y="497"/>
                    </a:moveTo>
                    <a:lnTo>
                      <a:pt x="13" y="485"/>
                    </a:lnTo>
                    <a:lnTo>
                      <a:pt x="25" y="473"/>
                    </a:lnTo>
                    <a:lnTo>
                      <a:pt x="36" y="461"/>
                    </a:lnTo>
                    <a:lnTo>
                      <a:pt x="46" y="450"/>
                    </a:lnTo>
                    <a:lnTo>
                      <a:pt x="56" y="438"/>
                    </a:lnTo>
                    <a:lnTo>
                      <a:pt x="65" y="427"/>
                    </a:lnTo>
                    <a:lnTo>
                      <a:pt x="73" y="415"/>
                    </a:lnTo>
                    <a:lnTo>
                      <a:pt x="81" y="404"/>
                    </a:lnTo>
                    <a:lnTo>
                      <a:pt x="90" y="389"/>
                    </a:lnTo>
                    <a:lnTo>
                      <a:pt x="99" y="375"/>
                    </a:lnTo>
                    <a:lnTo>
                      <a:pt x="107" y="360"/>
                    </a:lnTo>
                    <a:lnTo>
                      <a:pt x="114" y="346"/>
                    </a:lnTo>
                    <a:lnTo>
                      <a:pt x="122" y="332"/>
                    </a:lnTo>
                    <a:lnTo>
                      <a:pt x="129" y="317"/>
                    </a:lnTo>
                    <a:lnTo>
                      <a:pt x="136" y="303"/>
                    </a:lnTo>
                    <a:lnTo>
                      <a:pt x="143" y="288"/>
                    </a:lnTo>
                    <a:lnTo>
                      <a:pt x="168" y="278"/>
                    </a:lnTo>
                    <a:lnTo>
                      <a:pt x="195" y="265"/>
                    </a:lnTo>
                    <a:lnTo>
                      <a:pt x="223" y="252"/>
                    </a:lnTo>
                    <a:lnTo>
                      <a:pt x="252" y="237"/>
                    </a:lnTo>
                    <a:lnTo>
                      <a:pt x="282" y="220"/>
                    </a:lnTo>
                    <a:lnTo>
                      <a:pt x="313" y="203"/>
                    </a:lnTo>
                    <a:lnTo>
                      <a:pt x="343" y="184"/>
                    </a:lnTo>
                    <a:lnTo>
                      <a:pt x="373" y="165"/>
                    </a:lnTo>
                    <a:lnTo>
                      <a:pt x="402" y="144"/>
                    </a:lnTo>
                    <a:lnTo>
                      <a:pt x="430" y="124"/>
                    </a:lnTo>
                    <a:lnTo>
                      <a:pt x="456" y="103"/>
                    </a:lnTo>
                    <a:lnTo>
                      <a:pt x="480" y="82"/>
                    </a:lnTo>
                    <a:lnTo>
                      <a:pt x="503" y="62"/>
                    </a:lnTo>
                    <a:lnTo>
                      <a:pt x="524" y="41"/>
                    </a:lnTo>
                    <a:lnTo>
                      <a:pt x="541" y="20"/>
                    </a:lnTo>
                    <a:lnTo>
                      <a:pt x="555" y="0"/>
                    </a:lnTo>
                    <a:lnTo>
                      <a:pt x="531" y="47"/>
                    </a:lnTo>
                    <a:lnTo>
                      <a:pt x="505" y="90"/>
                    </a:lnTo>
                    <a:lnTo>
                      <a:pt x="476" y="132"/>
                    </a:lnTo>
                    <a:lnTo>
                      <a:pt x="443" y="172"/>
                    </a:lnTo>
                    <a:lnTo>
                      <a:pt x="411" y="210"/>
                    </a:lnTo>
                    <a:lnTo>
                      <a:pt x="376" y="246"/>
                    </a:lnTo>
                    <a:lnTo>
                      <a:pt x="340" y="279"/>
                    </a:lnTo>
                    <a:lnTo>
                      <a:pt x="302" y="310"/>
                    </a:lnTo>
                    <a:lnTo>
                      <a:pt x="264" y="340"/>
                    </a:lnTo>
                    <a:lnTo>
                      <a:pt x="226" y="369"/>
                    </a:lnTo>
                    <a:lnTo>
                      <a:pt x="187" y="394"/>
                    </a:lnTo>
                    <a:lnTo>
                      <a:pt x="149" y="419"/>
                    </a:lnTo>
                    <a:lnTo>
                      <a:pt x="109" y="440"/>
                    </a:lnTo>
                    <a:lnTo>
                      <a:pt x="73" y="461"/>
                    </a:lnTo>
                    <a:lnTo>
                      <a:pt x="36" y="480"/>
                    </a:lnTo>
                    <a:lnTo>
                      <a:pt x="0" y="497"/>
                    </a:lnTo>
                    <a:close/>
                  </a:path>
                </a:pathLst>
              </a:custGeom>
              <a:grpFill/>
              <a:ln w="9525">
                <a:noFill/>
                <a:round/>
                <a:headEnd/>
                <a:tailEnd/>
              </a:ln>
            </p:spPr>
            <p:txBody>
              <a:bodyPr/>
              <a:lstStyle/>
              <a:p>
                <a:pPr algn="ctr">
                  <a:defRPr/>
                </a:pPr>
                <a:endParaRPr lang="en-US" sz="900" dirty="0"/>
              </a:p>
            </p:txBody>
          </p:sp>
          <p:sp>
            <p:nvSpPr>
              <p:cNvPr id="74" name="Freeform 73"/>
              <p:cNvSpPr>
                <a:spLocks/>
              </p:cNvSpPr>
              <p:nvPr/>
            </p:nvSpPr>
            <p:spPr bwMode="auto">
              <a:xfrm>
                <a:off x="3197" y="2149"/>
                <a:ext cx="256" cy="365"/>
              </a:xfrm>
              <a:custGeom>
                <a:avLst/>
                <a:gdLst/>
                <a:ahLst/>
                <a:cxnLst>
                  <a:cxn ang="0">
                    <a:pos x="488" y="240"/>
                  </a:cxn>
                  <a:cxn ang="0">
                    <a:pos x="474" y="277"/>
                  </a:cxn>
                  <a:cxn ang="0">
                    <a:pos x="457" y="313"/>
                  </a:cxn>
                  <a:cxn ang="0">
                    <a:pos x="437" y="350"/>
                  </a:cxn>
                  <a:cxn ang="0">
                    <a:pos x="415" y="384"/>
                  </a:cxn>
                  <a:cxn ang="0">
                    <a:pos x="391" y="419"/>
                  </a:cxn>
                  <a:cxn ang="0">
                    <a:pos x="365" y="453"/>
                  </a:cxn>
                  <a:cxn ang="0">
                    <a:pos x="336" y="486"/>
                  </a:cxn>
                  <a:cxn ang="0">
                    <a:pos x="305" y="518"/>
                  </a:cxn>
                  <a:cxn ang="0">
                    <a:pos x="273" y="549"/>
                  </a:cxn>
                  <a:cxn ang="0">
                    <a:pos x="238" y="579"/>
                  </a:cxn>
                  <a:cxn ang="0">
                    <a:pos x="202" y="608"/>
                  </a:cxn>
                  <a:cxn ang="0">
                    <a:pos x="164" y="635"/>
                  </a:cxn>
                  <a:cxn ang="0">
                    <a:pos x="125" y="662"/>
                  </a:cxn>
                  <a:cxn ang="0">
                    <a:pos x="85" y="686"/>
                  </a:cxn>
                  <a:cxn ang="0">
                    <a:pos x="42" y="709"/>
                  </a:cxn>
                  <a:cxn ang="0">
                    <a:pos x="0" y="731"/>
                  </a:cxn>
                  <a:cxn ang="0">
                    <a:pos x="12" y="704"/>
                  </a:cxn>
                  <a:cxn ang="0">
                    <a:pos x="23" y="677"/>
                  </a:cxn>
                  <a:cxn ang="0">
                    <a:pos x="33" y="650"/>
                  </a:cxn>
                  <a:cxn ang="0">
                    <a:pos x="42" y="624"/>
                  </a:cxn>
                  <a:cxn ang="0">
                    <a:pos x="50" y="599"/>
                  </a:cxn>
                  <a:cxn ang="0">
                    <a:pos x="57" y="572"/>
                  </a:cxn>
                  <a:cxn ang="0">
                    <a:pos x="64" y="547"/>
                  </a:cxn>
                  <a:cxn ang="0">
                    <a:pos x="70" y="520"/>
                  </a:cxn>
                  <a:cxn ang="0">
                    <a:pos x="78" y="474"/>
                  </a:cxn>
                  <a:cxn ang="0">
                    <a:pos x="85" y="428"/>
                  </a:cxn>
                  <a:cxn ang="0">
                    <a:pos x="91" y="382"/>
                  </a:cxn>
                  <a:cxn ang="0">
                    <a:pos x="96" y="335"/>
                  </a:cxn>
                  <a:cxn ang="0">
                    <a:pos x="130" y="319"/>
                  </a:cxn>
                  <a:cxn ang="0">
                    <a:pos x="163" y="301"/>
                  </a:cxn>
                  <a:cxn ang="0">
                    <a:pos x="197" y="283"/>
                  </a:cxn>
                  <a:cxn ang="0">
                    <a:pos x="230" y="265"/>
                  </a:cxn>
                  <a:cxn ang="0">
                    <a:pos x="262" y="246"/>
                  </a:cxn>
                  <a:cxn ang="0">
                    <a:pos x="293" y="227"/>
                  </a:cxn>
                  <a:cxn ang="0">
                    <a:pos x="324" y="206"/>
                  </a:cxn>
                  <a:cxn ang="0">
                    <a:pos x="353" y="185"/>
                  </a:cxn>
                  <a:cxn ang="0">
                    <a:pos x="381" y="163"/>
                  </a:cxn>
                  <a:cxn ang="0">
                    <a:pos x="406" y="141"/>
                  </a:cxn>
                  <a:cxn ang="0">
                    <a:pos x="430" y="119"/>
                  </a:cxn>
                  <a:cxn ang="0">
                    <a:pos x="452" y="96"/>
                  </a:cxn>
                  <a:cxn ang="0">
                    <a:pos x="471" y="73"/>
                  </a:cxn>
                  <a:cxn ang="0">
                    <a:pos x="487" y="49"/>
                  </a:cxn>
                  <a:cxn ang="0">
                    <a:pos x="501" y="25"/>
                  </a:cxn>
                  <a:cxn ang="0">
                    <a:pos x="511" y="0"/>
                  </a:cxn>
                  <a:cxn ang="0">
                    <a:pos x="511" y="3"/>
                  </a:cxn>
                  <a:cxn ang="0">
                    <a:pos x="511" y="5"/>
                  </a:cxn>
                  <a:cxn ang="0">
                    <a:pos x="511" y="9"/>
                  </a:cxn>
                  <a:cxn ang="0">
                    <a:pos x="511" y="11"/>
                  </a:cxn>
                  <a:cxn ang="0">
                    <a:pos x="510" y="70"/>
                  </a:cxn>
                  <a:cxn ang="0">
                    <a:pos x="505" y="128"/>
                  </a:cxn>
                  <a:cxn ang="0">
                    <a:pos x="498" y="184"/>
                  </a:cxn>
                  <a:cxn ang="0">
                    <a:pos x="488" y="240"/>
                  </a:cxn>
                </a:cxnLst>
                <a:rect l="0" t="0" r="r" b="b"/>
                <a:pathLst>
                  <a:path w="511" h="731">
                    <a:moveTo>
                      <a:pt x="488" y="240"/>
                    </a:moveTo>
                    <a:lnTo>
                      <a:pt x="474" y="277"/>
                    </a:lnTo>
                    <a:lnTo>
                      <a:pt x="457" y="313"/>
                    </a:lnTo>
                    <a:lnTo>
                      <a:pt x="437" y="350"/>
                    </a:lnTo>
                    <a:lnTo>
                      <a:pt x="415" y="384"/>
                    </a:lnTo>
                    <a:lnTo>
                      <a:pt x="391" y="419"/>
                    </a:lnTo>
                    <a:lnTo>
                      <a:pt x="365" y="453"/>
                    </a:lnTo>
                    <a:lnTo>
                      <a:pt x="336" y="486"/>
                    </a:lnTo>
                    <a:lnTo>
                      <a:pt x="305" y="518"/>
                    </a:lnTo>
                    <a:lnTo>
                      <a:pt x="273" y="549"/>
                    </a:lnTo>
                    <a:lnTo>
                      <a:pt x="238" y="579"/>
                    </a:lnTo>
                    <a:lnTo>
                      <a:pt x="202" y="608"/>
                    </a:lnTo>
                    <a:lnTo>
                      <a:pt x="164" y="635"/>
                    </a:lnTo>
                    <a:lnTo>
                      <a:pt x="125" y="662"/>
                    </a:lnTo>
                    <a:lnTo>
                      <a:pt x="85" y="686"/>
                    </a:lnTo>
                    <a:lnTo>
                      <a:pt x="42" y="709"/>
                    </a:lnTo>
                    <a:lnTo>
                      <a:pt x="0" y="731"/>
                    </a:lnTo>
                    <a:lnTo>
                      <a:pt x="12" y="704"/>
                    </a:lnTo>
                    <a:lnTo>
                      <a:pt x="23" y="677"/>
                    </a:lnTo>
                    <a:lnTo>
                      <a:pt x="33" y="650"/>
                    </a:lnTo>
                    <a:lnTo>
                      <a:pt x="42" y="624"/>
                    </a:lnTo>
                    <a:lnTo>
                      <a:pt x="50" y="599"/>
                    </a:lnTo>
                    <a:lnTo>
                      <a:pt x="57" y="572"/>
                    </a:lnTo>
                    <a:lnTo>
                      <a:pt x="64" y="547"/>
                    </a:lnTo>
                    <a:lnTo>
                      <a:pt x="70" y="520"/>
                    </a:lnTo>
                    <a:lnTo>
                      <a:pt x="78" y="474"/>
                    </a:lnTo>
                    <a:lnTo>
                      <a:pt x="85" y="428"/>
                    </a:lnTo>
                    <a:lnTo>
                      <a:pt x="91" y="382"/>
                    </a:lnTo>
                    <a:lnTo>
                      <a:pt x="96" y="335"/>
                    </a:lnTo>
                    <a:lnTo>
                      <a:pt x="130" y="319"/>
                    </a:lnTo>
                    <a:lnTo>
                      <a:pt x="163" y="301"/>
                    </a:lnTo>
                    <a:lnTo>
                      <a:pt x="197" y="283"/>
                    </a:lnTo>
                    <a:lnTo>
                      <a:pt x="230" y="265"/>
                    </a:lnTo>
                    <a:lnTo>
                      <a:pt x="262" y="246"/>
                    </a:lnTo>
                    <a:lnTo>
                      <a:pt x="293" y="227"/>
                    </a:lnTo>
                    <a:lnTo>
                      <a:pt x="324" y="206"/>
                    </a:lnTo>
                    <a:lnTo>
                      <a:pt x="353" y="185"/>
                    </a:lnTo>
                    <a:lnTo>
                      <a:pt x="381" y="163"/>
                    </a:lnTo>
                    <a:lnTo>
                      <a:pt x="406" y="141"/>
                    </a:lnTo>
                    <a:lnTo>
                      <a:pt x="430" y="119"/>
                    </a:lnTo>
                    <a:lnTo>
                      <a:pt x="452" y="96"/>
                    </a:lnTo>
                    <a:lnTo>
                      <a:pt x="471" y="73"/>
                    </a:lnTo>
                    <a:lnTo>
                      <a:pt x="487" y="49"/>
                    </a:lnTo>
                    <a:lnTo>
                      <a:pt x="501" y="25"/>
                    </a:lnTo>
                    <a:lnTo>
                      <a:pt x="511" y="0"/>
                    </a:lnTo>
                    <a:lnTo>
                      <a:pt x="511" y="3"/>
                    </a:lnTo>
                    <a:lnTo>
                      <a:pt x="511" y="5"/>
                    </a:lnTo>
                    <a:lnTo>
                      <a:pt x="511" y="9"/>
                    </a:lnTo>
                    <a:lnTo>
                      <a:pt x="511" y="11"/>
                    </a:lnTo>
                    <a:lnTo>
                      <a:pt x="510" y="70"/>
                    </a:lnTo>
                    <a:lnTo>
                      <a:pt x="505" y="128"/>
                    </a:lnTo>
                    <a:lnTo>
                      <a:pt x="498" y="184"/>
                    </a:lnTo>
                    <a:lnTo>
                      <a:pt x="488" y="240"/>
                    </a:lnTo>
                    <a:close/>
                  </a:path>
                </a:pathLst>
              </a:custGeom>
              <a:grpFill/>
              <a:ln w="9525">
                <a:noFill/>
                <a:round/>
                <a:headEnd/>
                <a:tailEnd/>
              </a:ln>
            </p:spPr>
            <p:txBody>
              <a:bodyPr/>
              <a:lstStyle/>
              <a:p>
                <a:pPr algn="ctr">
                  <a:defRPr/>
                </a:pPr>
                <a:endParaRPr lang="en-US" sz="900" dirty="0"/>
              </a:p>
            </p:txBody>
          </p:sp>
        </p:grpSp>
        <p:sp>
          <p:nvSpPr>
            <p:cNvPr id="9222" name="TextBox 31"/>
            <p:cNvSpPr txBox="1">
              <a:spLocks noChangeArrowheads="1"/>
            </p:cNvSpPr>
            <p:nvPr/>
          </p:nvSpPr>
          <p:spPr bwMode="auto">
            <a:xfrm>
              <a:off x="5392212" y="3200453"/>
              <a:ext cx="1728014" cy="419123"/>
            </a:xfrm>
            <a:prstGeom prst="rect">
              <a:avLst/>
            </a:prstGeom>
            <a:noFill/>
            <a:ln w="9525">
              <a:noFill/>
              <a:miter lim="800000"/>
              <a:headEnd/>
              <a:tailEnd/>
            </a:ln>
          </p:spPr>
          <p:txBody>
            <a:bodyPr wrap="none">
              <a:spAutoFit/>
            </a:bodyPr>
            <a:lstStyle/>
            <a:p>
              <a:pPr algn="ctr"/>
              <a:r>
                <a:rPr lang="en-US" sz="1000" dirty="0">
                  <a:latin typeface="Garamond" pitchFamily="18" charset="0"/>
                </a:rPr>
                <a:t>Bock Consulting</a:t>
              </a:r>
            </a:p>
          </p:txBody>
        </p:sp>
      </p:grpSp>
      <p:sp>
        <p:nvSpPr>
          <p:cNvPr id="77" name="Content Placeholder 2"/>
          <p:cNvSpPr txBox="1">
            <a:spLocks/>
          </p:cNvSpPr>
          <p:nvPr/>
        </p:nvSpPr>
        <p:spPr bwMode="auto">
          <a:xfrm>
            <a:off x="457200" y="2209800"/>
            <a:ext cx="7772400" cy="3657600"/>
          </a:xfrm>
          <a:prstGeom prst="rect">
            <a:avLst/>
          </a:prstGeom>
          <a:noFill/>
          <a:ln w="9525">
            <a:noFill/>
            <a:miter lim="800000"/>
            <a:headEnd/>
            <a:tailEnd/>
          </a:ln>
        </p:spPr>
        <p:txBody>
          <a:bodyPr/>
          <a:lstStyle/>
          <a:p>
            <a:pPr marL="319088" indent="-319088" eaLnBrk="1" hangingPunct="1">
              <a:spcAft>
                <a:spcPts val="1800"/>
              </a:spcAft>
              <a:buClr>
                <a:schemeClr val="accent1"/>
              </a:buClr>
              <a:buSzPct val="70000"/>
              <a:buFont typeface="Wingdings 2" pitchFamily="18" charset="2"/>
              <a:buChar char=""/>
              <a:defRPr/>
            </a:pPr>
            <a:r>
              <a:rPr lang="en-US" sz="3200" dirty="0">
                <a:latin typeface="+mn-lt"/>
              </a:rPr>
              <a:t>RCW 51.32.090</a:t>
            </a:r>
            <a:br>
              <a:rPr lang="en-US" sz="3200" dirty="0">
                <a:latin typeface="+mn-lt"/>
              </a:rPr>
            </a:br>
            <a:r>
              <a:rPr lang="en-US" sz="2400" dirty="0">
                <a:latin typeface="+mn-lt"/>
              </a:rPr>
              <a:t>Temporary total disability — Partial restoration of earning power — Return to available work — When employer continues wages — Limitations.</a:t>
            </a:r>
            <a:endParaRPr lang="en-US" sz="3200" dirty="0">
              <a:latin typeface="+mn-lt"/>
            </a:endParaRPr>
          </a:p>
          <a:p>
            <a:pPr marL="319088" indent="-319088" eaLnBrk="1" hangingPunct="1">
              <a:spcAft>
                <a:spcPts val="1800"/>
              </a:spcAft>
              <a:buClr>
                <a:schemeClr val="accent1"/>
              </a:buClr>
              <a:buSzPct val="70000"/>
              <a:buFont typeface="Wingdings 2" pitchFamily="18" charset="2"/>
              <a:buChar char=""/>
              <a:defRPr/>
            </a:pPr>
            <a:r>
              <a:rPr lang="en-US" sz="3200" dirty="0">
                <a:latin typeface="+mn-lt"/>
              </a:rPr>
              <a:t>Utilizing the </a:t>
            </a:r>
            <a:r>
              <a:rPr lang="en-US" sz="3200" dirty="0" smtClean="0">
                <a:latin typeface="+mn-lt"/>
              </a:rPr>
              <a:t>Work Status Activity Report </a:t>
            </a:r>
            <a:r>
              <a:rPr lang="en-US" sz="3200" dirty="0">
                <a:latin typeface="+mn-lt"/>
              </a:rPr>
              <a:t>and Job Descriptions prior to VRC involvement.</a:t>
            </a:r>
          </a:p>
        </p:txBody>
      </p:sp>
    </p:spTree>
  </p:cSld>
  <p:clrMapOvr>
    <a:masterClrMapping/>
  </p:clrMapOvr>
  <p:transition>
    <p:comb dir="vert"/>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914400"/>
          </a:xfrm>
        </p:spPr>
        <p:txBody>
          <a:bodyPr/>
          <a:lstStyle/>
          <a:p>
            <a:pPr eaLnBrk="1" fontAlgn="auto" hangingPunct="1">
              <a:spcAft>
                <a:spcPts val="0"/>
              </a:spcAft>
              <a:defRPr/>
            </a:pPr>
            <a:r>
              <a:rPr lang="en-US" dirty="0" smtClean="0">
                <a:solidFill>
                  <a:schemeClr val="tx2">
                    <a:tint val="100000"/>
                    <a:satMod val="250000"/>
                  </a:schemeClr>
                </a:solidFill>
              </a:rPr>
              <a:t>Why We Exist – RCW 51.32.095</a:t>
            </a:r>
          </a:p>
        </p:txBody>
      </p:sp>
      <p:grpSp>
        <p:nvGrpSpPr>
          <p:cNvPr id="3" name="Group 9"/>
          <p:cNvGrpSpPr>
            <a:grpSpLocks/>
          </p:cNvGrpSpPr>
          <p:nvPr/>
        </p:nvGrpSpPr>
        <p:grpSpPr bwMode="auto">
          <a:xfrm>
            <a:off x="7848600" y="6043613"/>
            <a:ext cx="1143000" cy="738187"/>
            <a:chOff x="5392212" y="2362208"/>
            <a:chExt cx="1728014" cy="1257368"/>
          </a:xfrm>
        </p:grpSpPr>
        <p:grpSp>
          <p:nvGrpSpPr>
            <p:cNvPr id="4" name="Group 7"/>
            <p:cNvGrpSpPr>
              <a:grpSpLocks/>
            </p:cNvGrpSpPr>
            <p:nvPr/>
          </p:nvGrpSpPr>
          <p:grpSpPr bwMode="auto">
            <a:xfrm>
              <a:off x="5867362" y="2362232"/>
              <a:ext cx="796922" cy="800100"/>
              <a:chOff x="2307" y="1584"/>
              <a:chExt cx="1146" cy="1151"/>
            </a:xfrm>
            <a:solidFill>
              <a:schemeClr val="tx1"/>
            </a:solidFill>
          </p:grpSpPr>
          <p:sp>
            <p:nvSpPr>
              <p:cNvPr id="33" name="Freeform 32"/>
              <p:cNvSpPr>
                <a:spLocks/>
              </p:cNvSpPr>
              <p:nvPr/>
            </p:nvSpPr>
            <p:spPr bwMode="auto">
              <a:xfrm>
                <a:off x="3232" y="1900"/>
                <a:ext cx="210" cy="352"/>
              </a:xfrm>
              <a:custGeom>
                <a:avLst/>
                <a:gdLst/>
                <a:ahLst/>
                <a:cxnLst>
                  <a:cxn ang="0">
                    <a:pos x="321" y="0"/>
                  </a:cxn>
                  <a:cxn ang="0">
                    <a:pos x="337" y="35"/>
                  </a:cxn>
                  <a:cxn ang="0">
                    <a:pos x="352" y="69"/>
                  </a:cxn>
                  <a:cxn ang="0">
                    <a:pos x="367" y="104"/>
                  </a:cxn>
                  <a:cxn ang="0">
                    <a:pos x="380" y="140"/>
                  </a:cxn>
                  <a:cxn ang="0">
                    <a:pos x="391" y="176"/>
                  </a:cxn>
                  <a:cxn ang="0">
                    <a:pos x="402" y="213"/>
                  </a:cxn>
                  <a:cxn ang="0">
                    <a:pos x="411" y="250"/>
                  </a:cxn>
                  <a:cxn ang="0">
                    <a:pos x="419" y="288"/>
                  </a:cxn>
                  <a:cxn ang="0">
                    <a:pos x="416" y="323"/>
                  </a:cxn>
                  <a:cxn ang="0">
                    <a:pos x="409" y="356"/>
                  </a:cxn>
                  <a:cxn ang="0">
                    <a:pos x="397" y="387"/>
                  </a:cxn>
                  <a:cxn ang="0">
                    <a:pos x="383" y="418"/>
                  </a:cxn>
                  <a:cxn ang="0">
                    <a:pos x="366" y="447"/>
                  </a:cxn>
                  <a:cxn ang="0">
                    <a:pos x="345" y="475"/>
                  </a:cxn>
                  <a:cxn ang="0">
                    <a:pos x="322" y="502"/>
                  </a:cxn>
                  <a:cxn ang="0">
                    <a:pos x="297" y="528"/>
                  </a:cxn>
                  <a:cxn ang="0">
                    <a:pos x="269" y="553"/>
                  </a:cxn>
                  <a:cxn ang="0">
                    <a:pos x="241" y="576"/>
                  </a:cxn>
                  <a:cxn ang="0">
                    <a:pos x="208" y="599"/>
                  </a:cxn>
                  <a:cxn ang="0">
                    <a:pos x="176" y="622"/>
                  </a:cxn>
                  <a:cxn ang="0">
                    <a:pos x="142" y="643"/>
                  </a:cxn>
                  <a:cxn ang="0">
                    <a:pos x="107" y="665"/>
                  </a:cxn>
                  <a:cxn ang="0">
                    <a:pos x="71" y="685"/>
                  </a:cxn>
                  <a:cxn ang="0">
                    <a:pos x="34" y="705"/>
                  </a:cxn>
                  <a:cxn ang="0">
                    <a:pos x="36" y="665"/>
                  </a:cxn>
                  <a:cxn ang="0">
                    <a:pos x="36" y="623"/>
                  </a:cxn>
                  <a:cxn ang="0">
                    <a:pos x="34" y="583"/>
                  </a:cxn>
                  <a:cxn ang="0">
                    <a:pos x="32" y="541"/>
                  </a:cxn>
                  <a:cxn ang="0">
                    <a:pos x="32" y="531"/>
                  </a:cxn>
                  <a:cxn ang="0">
                    <a:pos x="31" y="520"/>
                  </a:cxn>
                  <a:cxn ang="0">
                    <a:pos x="31" y="509"/>
                  </a:cxn>
                  <a:cxn ang="0">
                    <a:pos x="30" y="499"/>
                  </a:cxn>
                  <a:cxn ang="0">
                    <a:pos x="25" y="446"/>
                  </a:cxn>
                  <a:cxn ang="0">
                    <a:pos x="18" y="394"/>
                  </a:cxn>
                  <a:cxn ang="0">
                    <a:pos x="9" y="343"/>
                  </a:cxn>
                  <a:cxn ang="0">
                    <a:pos x="0" y="293"/>
                  </a:cxn>
                  <a:cxn ang="0">
                    <a:pos x="29" y="278"/>
                  </a:cxn>
                  <a:cxn ang="0">
                    <a:pos x="56" y="263"/>
                  </a:cxn>
                  <a:cxn ang="0">
                    <a:pos x="83" y="248"/>
                  </a:cxn>
                  <a:cxn ang="0">
                    <a:pos x="109" y="232"/>
                  </a:cxn>
                  <a:cxn ang="0">
                    <a:pos x="133" y="214"/>
                  </a:cxn>
                  <a:cxn ang="0">
                    <a:pos x="157" y="197"/>
                  </a:cxn>
                  <a:cxn ang="0">
                    <a:pos x="178" y="180"/>
                  </a:cxn>
                  <a:cxn ang="0">
                    <a:pos x="200" y="161"/>
                  </a:cxn>
                  <a:cxn ang="0">
                    <a:pos x="220" y="143"/>
                  </a:cxn>
                  <a:cxn ang="0">
                    <a:pos x="238" y="123"/>
                  </a:cxn>
                  <a:cxn ang="0">
                    <a:pos x="256" y="104"/>
                  </a:cxn>
                  <a:cxn ang="0">
                    <a:pos x="272" y="84"/>
                  </a:cxn>
                  <a:cxn ang="0">
                    <a:pos x="286" y="64"/>
                  </a:cxn>
                  <a:cxn ang="0">
                    <a:pos x="299" y="43"/>
                  </a:cxn>
                  <a:cxn ang="0">
                    <a:pos x="311" y="22"/>
                  </a:cxn>
                  <a:cxn ang="0">
                    <a:pos x="321" y="0"/>
                  </a:cxn>
                </a:cxnLst>
                <a:rect l="0" t="0" r="r" b="b"/>
                <a:pathLst>
                  <a:path w="419" h="705">
                    <a:moveTo>
                      <a:pt x="321" y="0"/>
                    </a:moveTo>
                    <a:lnTo>
                      <a:pt x="337" y="35"/>
                    </a:lnTo>
                    <a:lnTo>
                      <a:pt x="352" y="69"/>
                    </a:lnTo>
                    <a:lnTo>
                      <a:pt x="367" y="104"/>
                    </a:lnTo>
                    <a:lnTo>
                      <a:pt x="380" y="140"/>
                    </a:lnTo>
                    <a:lnTo>
                      <a:pt x="391" y="176"/>
                    </a:lnTo>
                    <a:lnTo>
                      <a:pt x="402" y="213"/>
                    </a:lnTo>
                    <a:lnTo>
                      <a:pt x="411" y="250"/>
                    </a:lnTo>
                    <a:lnTo>
                      <a:pt x="419" y="288"/>
                    </a:lnTo>
                    <a:lnTo>
                      <a:pt x="416" y="323"/>
                    </a:lnTo>
                    <a:lnTo>
                      <a:pt x="409" y="356"/>
                    </a:lnTo>
                    <a:lnTo>
                      <a:pt x="397" y="387"/>
                    </a:lnTo>
                    <a:lnTo>
                      <a:pt x="383" y="418"/>
                    </a:lnTo>
                    <a:lnTo>
                      <a:pt x="366" y="447"/>
                    </a:lnTo>
                    <a:lnTo>
                      <a:pt x="345" y="475"/>
                    </a:lnTo>
                    <a:lnTo>
                      <a:pt x="322" y="502"/>
                    </a:lnTo>
                    <a:lnTo>
                      <a:pt x="297" y="528"/>
                    </a:lnTo>
                    <a:lnTo>
                      <a:pt x="269" y="553"/>
                    </a:lnTo>
                    <a:lnTo>
                      <a:pt x="241" y="576"/>
                    </a:lnTo>
                    <a:lnTo>
                      <a:pt x="208" y="599"/>
                    </a:lnTo>
                    <a:lnTo>
                      <a:pt x="176" y="622"/>
                    </a:lnTo>
                    <a:lnTo>
                      <a:pt x="142" y="643"/>
                    </a:lnTo>
                    <a:lnTo>
                      <a:pt x="107" y="665"/>
                    </a:lnTo>
                    <a:lnTo>
                      <a:pt x="71" y="685"/>
                    </a:lnTo>
                    <a:lnTo>
                      <a:pt x="34" y="705"/>
                    </a:lnTo>
                    <a:lnTo>
                      <a:pt x="36" y="665"/>
                    </a:lnTo>
                    <a:lnTo>
                      <a:pt x="36" y="623"/>
                    </a:lnTo>
                    <a:lnTo>
                      <a:pt x="34" y="583"/>
                    </a:lnTo>
                    <a:lnTo>
                      <a:pt x="32" y="541"/>
                    </a:lnTo>
                    <a:lnTo>
                      <a:pt x="32" y="531"/>
                    </a:lnTo>
                    <a:lnTo>
                      <a:pt x="31" y="520"/>
                    </a:lnTo>
                    <a:lnTo>
                      <a:pt x="31" y="509"/>
                    </a:lnTo>
                    <a:lnTo>
                      <a:pt x="30" y="499"/>
                    </a:lnTo>
                    <a:lnTo>
                      <a:pt x="25" y="446"/>
                    </a:lnTo>
                    <a:lnTo>
                      <a:pt x="18" y="394"/>
                    </a:lnTo>
                    <a:lnTo>
                      <a:pt x="9" y="343"/>
                    </a:lnTo>
                    <a:lnTo>
                      <a:pt x="0" y="293"/>
                    </a:lnTo>
                    <a:lnTo>
                      <a:pt x="29" y="278"/>
                    </a:lnTo>
                    <a:lnTo>
                      <a:pt x="56" y="263"/>
                    </a:lnTo>
                    <a:lnTo>
                      <a:pt x="83" y="248"/>
                    </a:lnTo>
                    <a:lnTo>
                      <a:pt x="109" y="232"/>
                    </a:lnTo>
                    <a:lnTo>
                      <a:pt x="133" y="214"/>
                    </a:lnTo>
                    <a:lnTo>
                      <a:pt x="157" y="197"/>
                    </a:lnTo>
                    <a:lnTo>
                      <a:pt x="178" y="180"/>
                    </a:lnTo>
                    <a:lnTo>
                      <a:pt x="200" y="161"/>
                    </a:lnTo>
                    <a:lnTo>
                      <a:pt x="220" y="143"/>
                    </a:lnTo>
                    <a:lnTo>
                      <a:pt x="238" y="123"/>
                    </a:lnTo>
                    <a:lnTo>
                      <a:pt x="256" y="104"/>
                    </a:lnTo>
                    <a:lnTo>
                      <a:pt x="272" y="84"/>
                    </a:lnTo>
                    <a:lnTo>
                      <a:pt x="286" y="64"/>
                    </a:lnTo>
                    <a:lnTo>
                      <a:pt x="299" y="43"/>
                    </a:lnTo>
                    <a:lnTo>
                      <a:pt x="311" y="22"/>
                    </a:lnTo>
                    <a:lnTo>
                      <a:pt x="321" y="0"/>
                    </a:lnTo>
                    <a:close/>
                  </a:path>
                </a:pathLst>
              </a:custGeom>
              <a:grpFill/>
              <a:ln w="9525">
                <a:noFill/>
                <a:round/>
                <a:headEnd/>
                <a:tailEnd/>
              </a:ln>
            </p:spPr>
            <p:txBody>
              <a:bodyPr/>
              <a:lstStyle/>
              <a:p>
                <a:pPr algn="ctr">
                  <a:defRPr/>
                </a:pPr>
                <a:endParaRPr lang="en-US" sz="900" dirty="0"/>
              </a:p>
            </p:txBody>
          </p:sp>
          <p:sp>
            <p:nvSpPr>
              <p:cNvPr id="55" name="Freeform 54"/>
              <p:cNvSpPr>
                <a:spLocks/>
              </p:cNvSpPr>
              <p:nvPr/>
            </p:nvSpPr>
            <p:spPr bwMode="auto">
              <a:xfrm>
                <a:off x="2904" y="2069"/>
                <a:ext cx="289" cy="272"/>
              </a:xfrm>
              <a:custGeom>
                <a:avLst/>
                <a:gdLst/>
                <a:ahLst/>
                <a:cxnLst>
                  <a:cxn ang="0">
                    <a:pos x="575" y="209"/>
                  </a:cxn>
                  <a:cxn ang="0">
                    <a:pos x="577" y="263"/>
                  </a:cxn>
                  <a:cxn ang="0">
                    <a:pos x="579" y="316"/>
                  </a:cxn>
                  <a:cxn ang="0">
                    <a:pos x="576" y="370"/>
                  </a:cxn>
                  <a:cxn ang="0">
                    <a:pos x="574" y="423"/>
                  </a:cxn>
                  <a:cxn ang="0">
                    <a:pos x="549" y="435"/>
                  </a:cxn>
                  <a:cxn ang="0">
                    <a:pos x="522" y="446"/>
                  </a:cxn>
                  <a:cxn ang="0">
                    <a:pos x="492" y="458"/>
                  </a:cxn>
                  <a:cxn ang="0">
                    <a:pos x="461" y="468"/>
                  </a:cxn>
                  <a:cxn ang="0">
                    <a:pos x="428" y="479"/>
                  </a:cxn>
                  <a:cxn ang="0">
                    <a:pos x="392" y="488"/>
                  </a:cxn>
                  <a:cxn ang="0">
                    <a:pos x="356" y="497"/>
                  </a:cxn>
                  <a:cxn ang="0">
                    <a:pos x="318" y="505"/>
                  </a:cxn>
                  <a:cxn ang="0">
                    <a:pos x="280" y="512"/>
                  </a:cxn>
                  <a:cxn ang="0">
                    <a:pos x="241" y="519"/>
                  </a:cxn>
                  <a:cxn ang="0">
                    <a:pos x="201" y="526"/>
                  </a:cxn>
                  <a:cxn ang="0">
                    <a:pos x="162" y="532"/>
                  </a:cxn>
                  <a:cxn ang="0">
                    <a:pos x="120" y="536"/>
                  </a:cxn>
                  <a:cxn ang="0">
                    <a:pos x="80" y="540"/>
                  </a:cxn>
                  <a:cxn ang="0">
                    <a:pos x="41" y="542"/>
                  </a:cxn>
                  <a:cxn ang="0">
                    <a:pos x="0" y="544"/>
                  </a:cxn>
                  <a:cxn ang="0">
                    <a:pos x="0" y="309"/>
                  </a:cxn>
                  <a:cxn ang="0">
                    <a:pos x="0" y="101"/>
                  </a:cxn>
                  <a:cxn ang="0">
                    <a:pos x="38" y="100"/>
                  </a:cxn>
                  <a:cxn ang="0">
                    <a:pos x="76" y="98"/>
                  </a:cxn>
                  <a:cxn ang="0">
                    <a:pos x="113" y="94"/>
                  </a:cxn>
                  <a:cxn ang="0">
                    <a:pos x="151" y="91"/>
                  </a:cxn>
                  <a:cxn ang="0">
                    <a:pos x="187" y="86"/>
                  </a:cxn>
                  <a:cxn ang="0">
                    <a:pos x="223" y="81"/>
                  </a:cxn>
                  <a:cxn ang="0">
                    <a:pos x="258" y="76"/>
                  </a:cxn>
                  <a:cxn ang="0">
                    <a:pos x="293" y="69"/>
                  </a:cxn>
                  <a:cxn ang="0">
                    <a:pos x="327" y="63"/>
                  </a:cxn>
                  <a:cxn ang="0">
                    <a:pos x="361" y="55"/>
                  </a:cxn>
                  <a:cxn ang="0">
                    <a:pos x="394" y="47"/>
                  </a:cxn>
                  <a:cxn ang="0">
                    <a:pos x="427" y="39"/>
                  </a:cxn>
                  <a:cxn ang="0">
                    <a:pos x="459" y="30"/>
                  </a:cxn>
                  <a:cxn ang="0">
                    <a:pos x="490" y="20"/>
                  </a:cxn>
                  <a:cxn ang="0">
                    <a:pos x="520" y="10"/>
                  </a:cxn>
                  <a:cxn ang="0">
                    <a:pos x="550" y="0"/>
                  </a:cxn>
                  <a:cxn ang="0">
                    <a:pos x="557" y="41"/>
                  </a:cxn>
                  <a:cxn ang="0">
                    <a:pos x="564" y="84"/>
                  </a:cxn>
                  <a:cxn ang="0">
                    <a:pos x="568" y="127"/>
                  </a:cxn>
                  <a:cxn ang="0">
                    <a:pos x="573" y="171"/>
                  </a:cxn>
                  <a:cxn ang="0">
                    <a:pos x="574" y="180"/>
                  </a:cxn>
                  <a:cxn ang="0">
                    <a:pos x="574" y="190"/>
                  </a:cxn>
                  <a:cxn ang="0">
                    <a:pos x="575" y="200"/>
                  </a:cxn>
                  <a:cxn ang="0">
                    <a:pos x="575" y="209"/>
                  </a:cxn>
                </a:cxnLst>
                <a:rect l="0" t="0" r="r" b="b"/>
                <a:pathLst>
                  <a:path w="579" h="544">
                    <a:moveTo>
                      <a:pt x="575" y="209"/>
                    </a:moveTo>
                    <a:lnTo>
                      <a:pt x="577" y="263"/>
                    </a:lnTo>
                    <a:lnTo>
                      <a:pt x="579" y="316"/>
                    </a:lnTo>
                    <a:lnTo>
                      <a:pt x="576" y="370"/>
                    </a:lnTo>
                    <a:lnTo>
                      <a:pt x="574" y="423"/>
                    </a:lnTo>
                    <a:lnTo>
                      <a:pt x="549" y="435"/>
                    </a:lnTo>
                    <a:lnTo>
                      <a:pt x="522" y="446"/>
                    </a:lnTo>
                    <a:lnTo>
                      <a:pt x="492" y="458"/>
                    </a:lnTo>
                    <a:lnTo>
                      <a:pt x="461" y="468"/>
                    </a:lnTo>
                    <a:lnTo>
                      <a:pt x="428" y="479"/>
                    </a:lnTo>
                    <a:lnTo>
                      <a:pt x="392" y="488"/>
                    </a:lnTo>
                    <a:lnTo>
                      <a:pt x="356" y="497"/>
                    </a:lnTo>
                    <a:lnTo>
                      <a:pt x="318" y="505"/>
                    </a:lnTo>
                    <a:lnTo>
                      <a:pt x="280" y="512"/>
                    </a:lnTo>
                    <a:lnTo>
                      <a:pt x="241" y="519"/>
                    </a:lnTo>
                    <a:lnTo>
                      <a:pt x="201" y="526"/>
                    </a:lnTo>
                    <a:lnTo>
                      <a:pt x="162" y="532"/>
                    </a:lnTo>
                    <a:lnTo>
                      <a:pt x="120" y="536"/>
                    </a:lnTo>
                    <a:lnTo>
                      <a:pt x="80" y="540"/>
                    </a:lnTo>
                    <a:lnTo>
                      <a:pt x="41" y="542"/>
                    </a:lnTo>
                    <a:lnTo>
                      <a:pt x="0" y="544"/>
                    </a:lnTo>
                    <a:lnTo>
                      <a:pt x="0" y="309"/>
                    </a:lnTo>
                    <a:lnTo>
                      <a:pt x="0" y="101"/>
                    </a:lnTo>
                    <a:lnTo>
                      <a:pt x="38" y="100"/>
                    </a:lnTo>
                    <a:lnTo>
                      <a:pt x="76" y="98"/>
                    </a:lnTo>
                    <a:lnTo>
                      <a:pt x="113" y="94"/>
                    </a:lnTo>
                    <a:lnTo>
                      <a:pt x="151" y="91"/>
                    </a:lnTo>
                    <a:lnTo>
                      <a:pt x="187" y="86"/>
                    </a:lnTo>
                    <a:lnTo>
                      <a:pt x="223" y="81"/>
                    </a:lnTo>
                    <a:lnTo>
                      <a:pt x="258" y="76"/>
                    </a:lnTo>
                    <a:lnTo>
                      <a:pt x="293" y="69"/>
                    </a:lnTo>
                    <a:lnTo>
                      <a:pt x="327" y="63"/>
                    </a:lnTo>
                    <a:lnTo>
                      <a:pt x="361" y="55"/>
                    </a:lnTo>
                    <a:lnTo>
                      <a:pt x="394" y="47"/>
                    </a:lnTo>
                    <a:lnTo>
                      <a:pt x="427" y="39"/>
                    </a:lnTo>
                    <a:lnTo>
                      <a:pt x="459" y="30"/>
                    </a:lnTo>
                    <a:lnTo>
                      <a:pt x="490" y="20"/>
                    </a:lnTo>
                    <a:lnTo>
                      <a:pt x="520" y="10"/>
                    </a:lnTo>
                    <a:lnTo>
                      <a:pt x="550" y="0"/>
                    </a:lnTo>
                    <a:lnTo>
                      <a:pt x="557" y="41"/>
                    </a:lnTo>
                    <a:lnTo>
                      <a:pt x="564" y="84"/>
                    </a:lnTo>
                    <a:lnTo>
                      <a:pt x="568" y="127"/>
                    </a:lnTo>
                    <a:lnTo>
                      <a:pt x="573" y="171"/>
                    </a:lnTo>
                    <a:lnTo>
                      <a:pt x="574" y="180"/>
                    </a:lnTo>
                    <a:lnTo>
                      <a:pt x="574" y="190"/>
                    </a:lnTo>
                    <a:lnTo>
                      <a:pt x="575" y="200"/>
                    </a:lnTo>
                    <a:lnTo>
                      <a:pt x="575" y="209"/>
                    </a:lnTo>
                    <a:close/>
                  </a:path>
                </a:pathLst>
              </a:custGeom>
              <a:grpFill/>
              <a:ln w="9525">
                <a:noFill/>
                <a:round/>
                <a:headEnd/>
                <a:tailEnd/>
              </a:ln>
            </p:spPr>
            <p:txBody>
              <a:bodyPr/>
              <a:lstStyle/>
              <a:p>
                <a:pPr algn="ctr">
                  <a:defRPr/>
                </a:pPr>
                <a:endParaRPr lang="en-US" sz="900" dirty="0"/>
              </a:p>
            </p:txBody>
          </p:sp>
          <p:sp>
            <p:nvSpPr>
              <p:cNvPr id="56" name="Freeform 55"/>
              <p:cNvSpPr>
                <a:spLocks/>
              </p:cNvSpPr>
              <p:nvPr/>
            </p:nvSpPr>
            <p:spPr bwMode="auto">
              <a:xfrm>
                <a:off x="2575" y="2342"/>
                <a:ext cx="281" cy="236"/>
              </a:xfrm>
              <a:custGeom>
                <a:avLst/>
                <a:gdLst/>
                <a:ahLst/>
                <a:cxnLst>
                  <a:cxn ang="0">
                    <a:pos x="548" y="474"/>
                  </a:cxn>
                  <a:cxn ang="0">
                    <a:pos x="520" y="471"/>
                  </a:cxn>
                  <a:cxn ang="0">
                    <a:pos x="493" y="470"/>
                  </a:cxn>
                  <a:cxn ang="0">
                    <a:pos x="466" y="468"/>
                  </a:cxn>
                  <a:cxn ang="0">
                    <a:pos x="439" y="465"/>
                  </a:cxn>
                  <a:cxn ang="0">
                    <a:pos x="412" y="461"/>
                  </a:cxn>
                  <a:cxn ang="0">
                    <a:pos x="386" y="458"/>
                  </a:cxn>
                  <a:cxn ang="0">
                    <a:pos x="359" y="454"/>
                  </a:cxn>
                  <a:cxn ang="0">
                    <a:pos x="330" y="450"/>
                  </a:cxn>
                  <a:cxn ang="0">
                    <a:pos x="299" y="444"/>
                  </a:cxn>
                  <a:cxn ang="0">
                    <a:pos x="268" y="437"/>
                  </a:cxn>
                  <a:cxn ang="0">
                    <a:pos x="238" y="430"/>
                  </a:cxn>
                  <a:cxn ang="0">
                    <a:pos x="208" y="422"/>
                  </a:cxn>
                  <a:cxn ang="0">
                    <a:pos x="178" y="414"/>
                  </a:cxn>
                  <a:cxn ang="0">
                    <a:pos x="149" y="406"/>
                  </a:cxn>
                  <a:cxn ang="0">
                    <a:pos x="120" y="397"/>
                  </a:cxn>
                  <a:cxn ang="0">
                    <a:pos x="92" y="364"/>
                  </a:cxn>
                  <a:cxn ang="0">
                    <a:pos x="68" y="309"/>
                  </a:cxn>
                  <a:cxn ang="0">
                    <a:pos x="48" y="254"/>
                  </a:cxn>
                  <a:cxn ang="0">
                    <a:pos x="34" y="199"/>
                  </a:cxn>
                  <a:cxn ang="0">
                    <a:pos x="19" y="129"/>
                  </a:cxn>
                  <a:cxn ang="0">
                    <a:pos x="5" y="44"/>
                  </a:cxn>
                  <a:cxn ang="0">
                    <a:pos x="17" y="7"/>
                  </a:cxn>
                  <a:cxn ang="0">
                    <a:pos x="53" y="20"/>
                  </a:cxn>
                  <a:cxn ang="0">
                    <a:pos x="90" y="32"/>
                  </a:cxn>
                  <a:cxn ang="0">
                    <a:pos x="126" y="43"/>
                  </a:cxn>
                  <a:cxn ang="0">
                    <a:pos x="163" y="52"/>
                  </a:cxn>
                  <a:cxn ang="0">
                    <a:pos x="201" y="63"/>
                  </a:cxn>
                  <a:cxn ang="0">
                    <a:pos x="240" y="71"/>
                  </a:cxn>
                  <a:cxn ang="0">
                    <a:pos x="280" y="79"/>
                  </a:cxn>
                  <a:cxn ang="0">
                    <a:pos x="315" y="85"/>
                  </a:cxn>
                  <a:cxn ang="0">
                    <a:pos x="348" y="90"/>
                  </a:cxn>
                  <a:cxn ang="0">
                    <a:pos x="380" y="95"/>
                  </a:cxn>
                  <a:cxn ang="0">
                    <a:pos x="412" y="98"/>
                  </a:cxn>
                  <a:cxn ang="0">
                    <a:pos x="445" y="102"/>
                  </a:cxn>
                  <a:cxn ang="0">
                    <a:pos x="478" y="105"/>
                  </a:cxn>
                  <a:cxn ang="0">
                    <a:pos x="511" y="108"/>
                  </a:cxn>
                  <a:cxn ang="0">
                    <a:pos x="545" y="109"/>
                  </a:cxn>
                  <a:cxn ang="0">
                    <a:pos x="562" y="277"/>
                  </a:cxn>
                </a:cxnLst>
                <a:rect l="0" t="0" r="r" b="b"/>
                <a:pathLst>
                  <a:path w="562" h="474">
                    <a:moveTo>
                      <a:pt x="562" y="474"/>
                    </a:moveTo>
                    <a:lnTo>
                      <a:pt x="548" y="474"/>
                    </a:lnTo>
                    <a:lnTo>
                      <a:pt x="534" y="473"/>
                    </a:lnTo>
                    <a:lnTo>
                      <a:pt x="520" y="471"/>
                    </a:lnTo>
                    <a:lnTo>
                      <a:pt x="506" y="471"/>
                    </a:lnTo>
                    <a:lnTo>
                      <a:pt x="493" y="470"/>
                    </a:lnTo>
                    <a:lnTo>
                      <a:pt x="480" y="469"/>
                    </a:lnTo>
                    <a:lnTo>
                      <a:pt x="466" y="468"/>
                    </a:lnTo>
                    <a:lnTo>
                      <a:pt x="452" y="466"/>
                    </a:lnTo>
                    <a:lnTo>
                      <a:pt x="439" y="465"/>
                    </a:lnTo>
                    <a:lnTo>
                      <a:pt x="426" y="463"/>
                    </a:lnTo>
                    <a:lnTo>
                      <a:pt x="412" y="461"/>
                    </a:lnTo>
                    <a:lnTo>
                      <a:pt x="399" y="460"/>
                    </a:lnTo>
                    <a:lnTo>
                      <a:pt x="386" y="458"/>
                    </a:lnTo>
                    <a:lnTo>
                      <a:pt x="373" y="456"/>
                    </a:lnTo>
                    <a:lnTo>
                      <a:pt x="359" y="454"/>
                    </a:lnTo>
                    <a:lnTo>
                      <a:pt x="346" y="452"/>
                    </a:lnTo>
                    <a:lnTo>
                      <a:pt x="330" y="450"/>
                    </a:lnTo>
                    <a:lnTo>
                      <a:pt x="315" y="446"/>
                    </a:lnTo>
                    <a:lnTo>
                      <a:pt x="299" y="444"/>
                    </a:lnTo>
                    <a:lnTo>
                      <a:pt x="284" y="440"/>
                    </a:lnTo>
                    <a:lnTo>
                      <a:pt x="268" y="437"/>
                    </a:lnTo>
                    <a:lnTo>
                      <a:pt x="253" y="433"/>
                    </a:lnTo>
                    <a:lnTo>
                      <a:pt x="238" y="430"/>
                    </a:lnTo>
                    <a:lnTo>
                      <a:pt x="223" y="427"/>
                    </a:lnTo>
                    <a:lnTo>
                      <a:pt x="208" y="422"/>
                    </a:lnTo>
                    <a:lnTo>
                      <a:pt x="193" y="418"/>
                    </a:lnTo>
                    <a:lnTo>
                      <a:pt x="178" y="414"/>
                    </a:lnTo>
                    <a:lnTo>
                      <a:pt x="163" y="410"/>
                    </a:lnTo>
                    <a:lnTo>
                      <a:pt x="149" y="406"/>
                    </a:lnTo>
                    <a:lnTo>
                      <a:pt x="134" y="401"/>
                    </a:lnTo>
                    <a:lnTo>
                      <a:pt x="120" y="397"/>
                    </a:lnTo>
                    <a:lnTo>
                      <a:pt x="106" y="392"/>
                    </a:lnTo>
                    <a:lnTo>
                      <a:pt x="92" y="364"/>
                    </a:lnTo>
                    <a:lnTo>
                      <a:pt x="79" y="337"/>
                    </a:lnTo>
                    <a:lnTo>
                      <a:pt x="68" y="309"/>
                    </a:lnTo>
                    <a:lnTo>
                      <a:pt x="57" y="281"/>
                    </a:lnTo>
                    <a:lnTo>
                      <a:pt x="48" y="254"/>
                    </a:lnTo>
                    <a:lnTo>
                      <a:pt x="41" y="226"/>
                    </a:lnTo>
                    <a:lnTo>
                      <a:pt x="34" y="199"/>
                    </a:lnTo>
                    <a:lnTo>
                      <a:pt x="27" y="171"/>
                    </a:lnTo>
                    <a:lnTo>
                      <a:pt x="19" y="129"/>
                    </a:lnTo>
                    <a:lnTo>
                      <a:pt x="12" y="88"/>
                    </a:lnTo>
                    <a:lnTo>
                      <a:pt x="5" y="44"/>
                    </a:lnTo>
                    <a:lnTo>
                      <a:pt x="0" y="0"/>
                    </a:lnTo>
                    <a:lnTo>
                      <a:pt x="17" y="7"/>
                    </a:lnTo>
                    <a:lnTo>
                      <a:pt x="35" y="13"/>
                    </a:lnTo>
                    <a:lnTo>
                      <a:pt x="53" y="20"/>
                    </a:lnTo>
                    <a:lnTo>
                      <a:pt x="71" y="26"/>
                    </a:lnTo>
                    <a:lnTo>
                      <a:pt x="90" y="32"/>
                    </a:lnTo>
                    <a:lnTo>
                      <a:pt x="108" y="37"/>
                    </a:lnTo>
                    <a:lnTo>
                      <a:pt x="126" y="43"/>
                    </a:lnTo>
                    <a:lnTo>
                      <a:pt x="145" y="48"/>
                    </a:lnTo>
                    <a:lnTo>
                      <a:pt x="163" y="52"/>
                    </a:lnTo>
                    <a:lnTo>
                      <a:pt x="183" y="58"/>
                    </a:lnTo>
                    <a:lnTo>
                      <a:pt x="201" y="63"/>
                    </a:lnTo>
                    <a:lnTo>
                      <a:pt x="221" y="67"/>
                    </a:lnTo>
                    <a:lnTo>
                      <a:pt x="240" y="71"/>
                    </a:lnTo>
                    <a:lnTo>
                      <a:pt x="260" y="75"/>
                    </a:lnTo>
                    <a:lnTo>
                      <a:pt x="280" y="79"/>
                    </a:lnTo>
                    <a:lnTo>
                      <a:pt x="299" y="82"/>
                    </a:lnTo>
                    <a:lnTo>
                      <a:pt x="315" y="85"/>
                    </a:lnTo>
                    <a:lnTo>
                      <a:pt x="331" y="88"/>
                    </a:lnTo>
                    <a:lnTo>
                      <a:pt x="348" y="90"/>
                    </a:lnTo>
                    <a:lnTo>
                      <a:pt x="364" y="93"/>
                    </a:lnTo>
                    <a:lnTo>
                      <a:pt x="380" y="95"/>
                    </a:lnTo>
                    <a:lnTo>
                      <a:pt x="396" y="97"/>
                    </a:lnTo>
                    <a:lnTo>
                      <a:pt x="412" y="98"/>
                    </a:lnTo>
                    <a:lnTo>
                      <a:pt x="429" y="101"/>
                    </a:lnTo>
                    <a:lnTo>
                      <a:pt x="445" y="102"/>
                    </a:lnTo>
                    <a:lnTo>
                      <a:pt x="462" y="104"/>
                    </a:lnTo>
                    <a:lnTo>
                      <a:pt x="478" y="105"/>
                    </a:lnTo>
                    <a:lnTo>
                      <a:pt x="495" y="106"/>
                    </a:lnTo>
                    <a:lnTo>
                      <a:pt x="511" y="108"/>
                    </a:lnTo>
                    <a:lnTo>
                      <a:pt x="528" y="109"/>
                    </a:lnTo>
                    <a:lnTo>
                      <a:pt x="545" y="109"/>
                    </a:lnTo>
                    <a:lnTo>
                      <a:pt x="562" y="110"/>
                    </a:lnTo>
                    <a:lnTo>
                      <a:pt x="562" y="277"/>
                    </a:lnTo>
                    <a:lnTo>
                      <a:pt x="562" y="474"/>
                    </a:lnTo>
                    <a:close/>
                  </a:path>
                </a:pathLst>
              </a:custGeom>
              <a:grpFill/>
              <a:ln w="9525">
                <a:noFill/>
                <a:round/>
                <a:headEnd/>
                <a:tailEnd/>
              </a:ln>
            </p:spPr>
            <p:txBody>
              <a:bodyPr/>
              <a:lstStyle/>
              <a:p>
                <a:pPr algn="ctr">
                  <a:defRPr/>
                </a:pPr>
                <a:endParaRPr lang="en-US" sz="900" dirty="0"/>
              </a:p>
            </p:txBody>
          </p:sp>
          <p:sp>
            <p:nvSpPr>
              <p:cNvPr id="57" name="Freeform 56"/>
              <p:cNvSpPr>
                <a:spLocks/>
              </p:cNvSpPr>
              <p:nvPr/>
            </p:nvSpPr>
            <p:spPr bwMode="auto">
              <a:xfrm>
                <a:off x="2567" y="2069"/>
                <a:ext cx="289" cy="272"/>
              </a:xfrm>
              <a:custGeom>
                <a:avLst/>
                <a:gdLst/>
                <a:ahLst/>
                <a:cxnLst>
                  <a:cxn ang="0">
                    <a:pos x="3" y="198"/>
                  </a:cxn>
                  <a:cxn ang="0">
                    <a:pos x="4" y="176"/>
                  </a:cxn>
                  <a:cxn ang="0">
                    <a:pos x="10" y="122"/>
                  </a:cxn>
                  <a:cxn ang="0">
                    <a:pos x="20" y="40"/>
                  </a:cxn>
                  <a:cxn ang="0">
                    <a:pos x="38" y="3"/>
                  </a:cxn>
                  <a:cxn ang="0">
                    <a:pos x="61" y="11"/>
                  </a:cxn>
                  <a:cxn ang="0">
                    <a:pos x="83" y="18"/>
                  </a:cxn>
                  <a:cxn ang="0">
                    <a:pos x="106" y="25"/>
                  </a:cxn>
                  <a:cxn ang="0">
                    <a:pos x="129" y="32"/>
                  </a:cxn>
                  <a:cxn ang="0">
                    <a:pos x="152" y="39"/>
                  </a:cxn>
                  <a:cxn ang="0">
                    <a:pos x="176" y="46"/>
                  </a:cxn>
                  <a:cxn ang="0">
                    <a:pos x="200" y="51"/>
                  </a:cxn>
                  <a:cxn ang="0">
                    <a:pos x="233" y="60"/>
                  </a:cxn>
                  <a:cxn ang="0">
                    <a:pos x="277" y="69"/>
                  </a:cxn>
                  <a:cxn ang="0">
                    <a:pos x="321" y="76"/>
                  </a:cxn>
                  <a:cxn ang="0">
                    <a:pos x="366" y="83"/>
                  </a:cxn>
                  <a:cxn ang="0">
                    <a:pos x="411" y="88"/>
                  </a:cxn>
                  <a:cxn ang="0">
                    <a:pos x="458" y="93"/>
                  </a:cxn>
                  <a:cxn ang="0">
                    <a:pos x="505" y="98"/>
                  </a:cxn>
                  <a:cxn ang="0">
                    <a:pos x="554" y="100"/>
                  </a:cxn>
                  <a:cxn ang="0">
                    <a:pos x="578" y="313"/>
                  </a:cxn>
                  <a:cxn ang="0">
                    <a:pos x="557" y="543"/>
                  </a:cxn>
                  <a:cxn ang="0">
                    <a:pos x="517" y="541"/>
                  </a:cxn>
                  <a:cxn ang="0">
                    <a:pos x="475" y="537"/>
                  </a:cxn>
                  <a:cxn ang="0">
                    <a:pos x="434" y="533"/>
                  </a:cxn>
                  <a:cxn ang="0">
                    <a:pos x="392" y="527"/>
                  </a:cxn>
                  <a:cxn ang="0">
                    <a:pos x="351" y="521"/>
                  </a:cxn>
                  <a:cxn ang="0">
                    <a:pos x="311" y="514"/>
                  </a:cxn>
                  <a:cxn ang="0">
                    <a:pos x="270" y="506"/>
                  </a:cxn>
                  <a:cxn ang="0">
                    <a:pos x="232" y="499"/>
                  </a:cxn>
                  <a:cxn ang="0">
                    <a:pos x="197" y="490"/>
                  </a:cxn>
                  <a:cxn ang="0">
                    <a:pos x="162" y="481"/>
                  </a:cxn>
                  <a:cxn ang="0">
                    <a:pos x="130" y="472"/>
                  </a:cxn>
                  <a:cxn ang="0">
                    <a:pos x="97" y="461"/>
                  </a:cxn>
                  <a:cxn ang="0">
                    <a:pos x="69" y="451"/>
                  </a:cxn>
                  <a:cxn ang="0">
                    <a:pos x="41" y="441"/>
                  </a:cxn>
                  <a:cxn ang="0">
                    <a:pos x="15" y="429"/>
                  </a:cxn>
                  <a:cxn ang="0">
                    <a:pos x="1" y="370"/>
                  </a:cxn>
                  <a:cxn ang="0">
                    <a:pos x="0" y="263"/>
                  </a:cxn>
                </a:cxnLst>
                <a:rect l="0" t="0" r="r" b="b"/>
                <a:pathLst>
                  <a:path w="578" h="544">
                    <a:moveTo>
                      <a:pt x="2" y="209"/>
                    </a:moveTo>
                    <a:lnTo>
                      <a:pt x="3" y="198"/>
                    </a:lnTo>
                    <a:lnTo>
                      <a:pt x="4" y="186"/>
                    </a:lnTo>
                    <a:lnTo>
                      <a:pt x="4" y="176"/>
                    </a:lnTo>
                    <a:lnTo>
                      <a:pt x="5" y="164"/>
                    </a:lnTo>
                    <a:lnTo>
                      <a:pt x="10" y="122"/>
                    </a:lnTo>
                    <a:lnTo>
                      <a:pt x="15" y="80"/>
                    </a:lnTo>
                    <a:lnTo>
                      <a:pt x="20" y="40"/>
                    </a:lnTo>
                    <a:lnTo>
                      <a:pt x="27" y="0"/>
                    </a:lnTo>
                    <a:lnTo>
                      <a:pt x="38" y="3"/>
                    </a:lnTo>
                    <a:lnTo>
                      <a:pt x="49" y="8"/>
                    </a:lnTo>
                    <a:lnTo>
                      <a:pt x="61" y="11"/>
                    </a:lnTo>
                    <a:lnTo>
                      <a:pt x="71" y="15"/>
                    </a:lnTo>
                    <a:lnTo>
                      <a:pt x="83" y="18"/>
                    </a:lnTo>
                    <a:lnTo>
                      <a:pt x="94" y="22"/>
                    </a:lnTo>
                    <a:lnTo>
                      <a:pt x="106" y="25"/>
                    </a:lnTo>
                    <a:lnTo>
                      <a:pt x="117" y="28"/>
                    </a:lnTo>
                    <a:lnTo>
                      <a:pt x="129" y="32"/>
                    </a:lnTo>
                    <a:lnTo>
                      <a:pt x="140" y="35"/>
                    </a:lnTo>
                    <a:lnTo>
                      <a:pt x="152" y="39"/>
                    </a:lnTo>
                    <a:lnTo>
                      <a:pt x="164" y="42"/>
                    </a:lnTo>
                    <a:lnTo>
                      <a:pt x="176" y="46"/>
                    </a:lnTo>
                    <a:lnTo>
                      <a:pt x="188" y="49"/>
                    </a:lnTo>
                    <a:lnTo>
                      <a:pt x="200" y="51"/>
                    </a:lnTo>
                    <a:lnTo>
                      <a:pt x="213" y="55"/>
                    </a:lnTo>
                    <a:lnTo>
                      <a:pt x="233" y="60"/>
                    </a:lnTo>
                    <a:lnTo>
                      <a:pt x="255" y="64"/>
                    </a:lnTo>
                    <a:lnTo>
                      <a:pt x="277" y="69"/>
                    </a:lnTo>
                    <a:lnTo>
                      <a:pt x="299" y="72"/>
                    </a:lnTo>
                    <a:lnTo>
                      <a:pt x="321" y="76"/>
                    </a:lnTo>
                    <a:lnTo>
                      <a:pt x="343" y="79"/>
                    </a:lnTo>
                    <a:lnTo>
                      <a:pt x="366" y="83"/>
                    </a:lnTo>
                    <a:lnTo>
                      <a:pt x="389" y="86"/>
                    </a:lnTo>
                    <a:lnTo>
                      <a:pt x="411" y="88"/>
                    </a:lnTo>
                    <a:lnTo>
                      <a:pt x="435" y="91"/>
                    </a:lnTo>
                    <a:lnTo>
                      <a:pt x="458" y="93"/>
                    </a:lnTo>
                    <a:lnTo>
                      <a:pt x="481" y="95"/>
                    </a:lnTo>
                    <a:lnTo>
                      <a:pt x="505" y="98"/>
                    </a:lnTo>
                    <a:lnTo>
                      <a:pt x="529" y="99"/>
                    </a:lnTo>
                    <a:lnTo>
                      <a:pt x="554" y="100"/>
                    </a:lnTo>
                    <a:lnTo>
                      <a:pt x="578" y="101"/>
                    </a:lnTo>
                    <a:lnTo>
                      <a:pt x="578" y="313"/>
                    </a:lnTo>
                    <a:lnTo>
                      <a:pt x="578" y="544"/>
                    </a:lnTo>
                    <a:lnTo>
                      <a:pt x="557" y="543"/>
                    </a:lnTo>
                    <a:lnTo>
                      <a:pt x="537" y="542"/>
                    </a:lnTo>
                    <a:lnTo>
                      <a:pt x="517" y="541"/>
                    </a:lnTo>
                    <a:lnTo>
                      <a:pt x="496" y="539"/>
                    </a:lnTo>
                    <a:lnTo>
                      <a:pt x="475" y="537"/>
                    </a:lnTo>
                    <a:lnTo>
                      <a:pt x="455" y="535"/>
                    </a:lnTo>
                    <a:lnTo>
                      <a:pt x="434" y="533"/>
                    </a:lnTo>
                    <a:lnTo>
                      <a:pt x="413" y="531"/>
                    </a:lnTo>
                    <a:lnTo>
                      <a:pt x="392" y="527"/>
                    </a:lnTo>
                    <a:lnTo>
                      <a:pt x="372" y="525"/>
                    </a:lnTo>
                    <a:lnTo>
                      <a:pt x="351" y="521"/>
                    </a:lnTo>
                    <a:lnTo>
                      <a:pt x="330" y="518"/>
                    </a:lnTo>
                    <a:lnTo>
                      <a:pt x="311" y="514"/>
                    </a:lnTo>
                    <a:lnTo>
                      <a:pt x="290" y="511"/>
                    </a:lnTo>
                    <a:lnTo>
                      <a:pt x="270" y="506"/>
                    </a:lnTo>
                    <a:lnTo>
                      <a:pt x="251" y="503"/>
                    </a:lnTo>
                    <a:lnTo>
                      <a:pt x="232" y="499"/>
                    </a:lnTo>
                    <a:lnTo>
                      <a:pt x="215" y="495"/>
                    </a:lnTo>
                    <a:lnTo>
                      <a:pt x="197" y="490"/>
                    </a:lnTo>
                    <a:lnTo>
                      <a:pt x="179" y="486"/>
                    </a:lnTo>
                    <a:lnTo>
                      <a:pt x="162" y="481"/>
                    </a:lnTo>
                    <a:lnTo>
                      <a:pt x="146" y="476"/>
                    </a:lnTo>
                    <a:lnTo>
                      <a:pt x="130" y="472"/>
                    </a:lnTo>
                    <a:lnTo>
                      <a:pt x="114" y="467"/>
                    </a:lnTo>
                    <a:lnTo>
                      <a:pt x="97" y="461"/>
                    </a:lnTo>
                    <a:lnTo>
                      <a:pt x="83" y="457"/>
                    </a:lnTo>
                    <a:lnTo>
                      <a:pt x="69" y="451"/>
                    </a:lnTo>
                    <a:lnTo>
                      <a:pt x="54" y="446"/>
                    </a:lnTo>
                    <a:lnTo>
                      <a:pt x="41" y="441"/>
                    </a:lnTo>
                    <a:lnTo>
                      <a:pt x="27" y="435"/>
                    </a:lnTo>
                    <a:lnTo>
                      <a:pt x="15" y="429"/>
                    </a:lnTo>
                    <a:lnTo>
                      <a:pt x="3" y="423"/>
                    </a:lnTo>
                    <a:lnTo>
                      <a:pt x="1" y="370"/>
                    </a:lnTo>
                    <a:lnTo>
                      <a:pt x="0" y="316"/>
                    </a:lnTo>
                    <a:lnTo>
                      <a:pt x="0" y="263"/>
                    </a:lnTo>
                    <a:lnTo>
                      <a:pt x="2" y="209"/>
                    </a:lnTo>
                    <a:close/>
                  </a:path>
                </a:pathLst>
              </a:custGeom>
              <a:grpFill/>
              <a:ln w="9525">
                <a:noFill/>
                <a:round/>
                <a:headEnd/>
                <a:tailEnd/>
              </a:ln>
            </p:spPr>
            <p:txBody>
              <a:bodyPr/>
              <a:lstStyle/>
              <a:p>
                <a:pPr algn="ctr">
                  <a:defRPr/>
                </a:pPr>
                <a:endParaRPr lang="en-US" sz="900" dirty="0"/>
              </a:p>
            </p:txBody>
          </p:sp>
          <p:sp>
            <p:nvSpPr>
              <p:cNvPr id="58" name="Freeform 57"/>
              <p:cNvSpPr>
                <a:spLocks/>
              </p:cNvSpPr>
              <p:nvPr/>
            </p:nvSpPr>
            <p:spPr bwMode="auto">
              <a:xfrm>
                <a:off x="2904" y="1814"/>
                <a:ext cx="263" cy="250"/>
              </a:xfrm>
              <a:custGeom>
                <a:avLst/>
                <a:gdLst/>
                <a:ahLst/>
                <a:cxnLst>
                  <a:cxn ang="0">
                    <a:pos x="0" y="67"/>
                  </a:cxn>
                  <a:cxn ang="0">
                    <a:pos x="26" y="66"/>
                  </a:cxn>
                  <a:cxn ang="0">
                    <a:pos x="50" y="64"/>
                  </a:cxn>
                  <a:cxn ang="0">
                    <a:pos x="74" y="63"/>
                  </a:cxn>
                  <a:cxn ang="0">
                    <a:pos x="98" y="59"/>
                  </a:cxn>
                  <a:cxn ang="0">
                    <a:pos x="122" y="57"/>
                  </a:cxn>
                  <a:cxn ang="0">
                    <a:pos x="145" y="53"/>
                  </a:cxn>
                  <a:cxn ang="0">
                    <a:pos x="169" y="50"/>
                  </a:cxn>
                  <a:cxn ang="0">
                    <a:pos x="192" y="45"/>
                  </a:cxn>
                  <a:cxn ang="0">
                    <a:pos x="213" y="41"/>
                  </a:cxn>
                  <a:cxn ang="0">
                    <a:pos x="235" y="36"/>
                  </a:cxn>
                  <a:cxn ang="0">
                    <a:pos x="257" y="32"/>
                  </a:cxn>
                  <a:cxn ang="0">
                    <a:pos x="279" y="26"/>
                  </a:cxn>
                  <a:cxn ang="0">
                    <a:pos x="300" y="20"/>
                  </a:cxn>
                  <a:cxn ang="0">
                    <a:pos x="321" y="13"/>
                  </a:cxn>
                  <a:cxn ang="0">
                    <a:pos x="340" y="7"/>
                  </a:cxn>
                  <a:cxn ang="0">
                    <a:pos x="360" y="0"/>
                  </a:cxn>
                  <a:cxn ang="0">
                    <a:pos x="376" y="28"/>
                  </a:cxn>
                  <a:cxn ang="0">
                    <a:pos x="391" y="56"/>
                  </a:cxn>
                  <a:cxn ang="0">
                    <a:pos x="406" y="85"/>
                  </a:cxn>
                  <a:cxn ang="0">
                    <a:pos x="421" y="114"/>
                  </a:cxn>
                  <a:cxn ang="0">
                    <a:pos x="435" y="144"/>
                  </a:cxn>
                  <a:cxn ang="0">
                    <a:pos x="448" y="176"/>
                  </a:cxn>
                  <a:cxn ang="0">
                    <a:pos x="462" y="208"/>
                  </a:cxn>
                  <a:cxn ang="0">
                    <a:pos x="475" y="240"/>
                  </a:cxn>
                  <a:cxn ang="0">
                    <a:pos x="482" y="260"/>
                  </a:cxn>
                  <a:cxn ang="0">
                    <a:pos x="489" y="278"/>
                  </a:cxn>
                  <a:cxn ang="0">
                    <a:pos x="496" y="298"/>
                  </a:cxn>
                  <a:cxn ang="0">
                    <a:pos x="501" y="317"/>
                  </a:cxn>
                  <a:cxn ang="0">
                    <a:pos x="508" y="338"/>
                  </a:cxn>
                  <a:cxn ang="0">
                    <a:pos x="514" y="357"/>
                  </a:cxn>
                  <a:cxn ang="0">
                    <a:pos x="520" y="378"/>
                  </a:cxn>
                  <a:cxn ang="0">
                    <a:pos x="526" y="399"/>
                  </a:cxn>
                  <a:cxn ang="0">
                    <a:pos x="497" y="409"/>
                  </a:cxn>
                  <a:cxn ang="0">
                    <a:pos x="468" y="420"/>
                  </a:cxn>
                  <a:cxn ang="0">
                    <a:pos x="438" y="429"/>
                  </a:cxn>
                  <a:cxn ang="0">
                    <a:pos x="408" y="438"/>
                  </a:cxn>
                  <a:cxn ang="0">
                    <a:pos x="377" y="446"/>
                  </a:cxn>
                  <a:cxn ang="0">
                    <a:pos x="346" y="454"/>
                  </a:cxn>
                  <a:cxn ang="0">
                    <a:pos x="314" y="462"/>
                  </a:cxn>
                  <a:cxn ang="0">
                    <a:pos x="280" y="469"/>
                  </a:cxn>
                  <a:cxn ang="0">
                    <a:pos x="247" y="475"/>
                  </a:cxn>
                  <a:cxn ang="0">
                    <a:pos x="213" y="481"/>
                  </a:cxn>
                  <a:cxn ang="0">
                    <a:pos x="179" y="485"/>
                  </a:cxn>
                  <a:cxn ang="0">
                    <a:pos x="143" y="490"/>
                  </a:cxn>
                  <a:cxn ang="0">
                    <a:pos x="109" y="493"/>
                  </a:cxn>
                  <a:cxn ang="0">
                    <a:pos x="73" y="497"/>
                  </a:cxn>
                  <a:cxn ang="0">
                    <a:pos x="37" y="499"/>
                  </a:cxn>
                  <a:cxn ang="0">
                    <a:pos x="0" y="501"/>
                  </a:cxn>
                  <a:cxn ang="0">
                    <a:pos x="0" y="290"/>
                  </a:cxn>
                  <a:cxn ang="0">
                    <a:pos x="0" y="67"/>
                  </a:cxn>
                </a:cxnLst>
                <a:rect l="0" t="0" r="r" b="b"/>
                <a:pathLst>
                  <a:path w="526" h="501">
                    <a:moveTo>
                      <a:pt x="0" y="67"/>
                    </a:moveTo>
                    <a:lnTo>
                      <a:pt x="26" y="66"/>
                    </a:lnTo>
                    <a:lnTo>
                      <a:pt x="50" y="64"/>
                    </a:lnTo>
                    <a:lnTo>
                      <a:pt x="74" y="63"/>
                    </a:lnTo>
                    <a:lnTo>
                      <a:pt x="98" y="59"/>
                    </a:lnTo>
                    <a:lnTo>
                      <a:pt x="122" y="57"/>
                    </a:lnTo>
                    <a:lnTo>
                      <a:pt x="145" y="53"/>
                    </a:lnTo>
                    <a:lnTo>
                      <a:pt x="169" y="50"/>
                    </a:lnTo>
                    <a:lnTo>
                      <a:pt x="192" y="45"/>
                    </a:lnTo>
                    <a:lnTo>
                      <a:pt x="213" y="41"/>
                    </a:lnTo>
                    <a:lnTo>
                      <a:pt x="235" y="36"/>
                    </a:lnTo>
                    <a:lnTo>
                      <a:pt x="257" y="32"/>
                    </a:lnTo>
                    <a:lnTo>
                      <a:pt x="279" y="26"/>
                    </a:lnTo>
                    <a:lnTo>
                      <a:pt x="300" y="20"/>
                    </a:lnTo>
                    <a:lnTo>
                      <a:pt x="321" y="13"/>
                    </a:lnTo>
                    <a:lnTo>
                      <a:pt x="340" y="7"/>
                    </a:lnTo>
                    <a:lnTo>
                      <a:pt x="360" y="0"/>
                    </a:lnTo>
                    <a:lnTo>
                      <a:pt x="376" y="28"/>
                    </a:lnTo>
                    <a:lnTo>
                      <a:pt x="391" y="56"/>
                    </a:lnTo>
                    <a:lnTo>
                      <a:pt x="406" y="85"/>
                    </a:lnTo>
                    <a:lnTo>
                      <a:pt x="421" y="114"/>
                    </a:lnTo>
                    <a:lnTo>
                      <a:pt x="435" y="144"/>
                    </a:lnTo>
                    <a:lnTo>
                      <a:pt x="448" y="176"/>
                    </a:lnTo>
                    <a:lnTo>
                      <a:pt x="462" y="208"/>
                    </a:lnTo>
                    <a:lnTo>
                      <a:pt x="475" y="240"/>
                    </a:lnTo>
                    <a:lnTo>
                      <a:pt x="482" y="260"/>
                    </a:lnTo>
                    <a:lnTo>
                      <a:pt x="489" y="278"/>
                    </a:lnTo>
                    <a:lnTo>
                      <a:pt x="496" y="298"/>
                    </a:lnTo>
                    <a:lnTo>
                      <a:pt x="501" y="317"/>
                    </a:lnTo>
                    <a:lnTo>
                      <a:pt x="508" y="338"/>
                    </a:lnTo>
                    <a:lnTo>
                      <a:pt x="514" y="357"/>
                    </a:lnTo>
                    <a:lnTo>
                      <a:pt x="520" y="378"/>
                    </a:lnTo>
                    <a:lnTo>
                      <a:pt x="526" y="399"/>
                    </a:lnTo>
                    <a:lnTo>
                      <a:pt x="497" y="409"/>
                    </a:lnTo>
                    <a:lnTo>
                      <a:pt x="468" y="420"/>
                    </a:lnTo>
                    <a:lnTo>
                      <a:pt x="438" y="429"/>
                    </a:lnTo>
                    <a:lnTo>
                      <a:pt x="408" y="438"/>
                    </a:lnTo>
                    <a:lnTo>
                      <a:pt x="377" y="446"/>
                    </a:lnTo>
                    <a:lnTo>
                      <a:pt x="346" y="454"/>
                    </a:lnTo>
                    <a:lnTo>
                      <a:pt x="314" y="462"/>
                    </a:lnTo>
                    <a:lnTo>
                      <a:pt x="280" y="469"/>
                    </a:lnTo>
                    <a:lnTo>
                      <a:pt x="247" y="475"/>
                    </a:lnTo>
                    <a:lnTo>
                      <a:pt x="213" y="481"/>
                    </a:lnTo>
                    <a:lnTo>
                      <a:pt x="179" y="485"/>
                    </a:lnTo>
                    <a:lnTo>
                      <a:pt x="143" y="490"/>
                    </a:lnTo>
                    <a:lnTo>
                      <a:pt x="109" y="493"/>
                    </a:lnTo>
                    <a:lnTo>
                      <a:pt x="73" y="497"/>
                    </a:lnTo>
                    <a:lnTo>
                      <a:pt x="37" y="499"/>
                    </a:lnTo>
                    <a:lnTo>
                      <a:pt x="0" y="501"/>
                    </a:lnTo>
                    <a:lnTo>
                      <a:pt x="0" y="290"/>
                    </a:lnTo>
                    <a:lnTo>
                      <a:pt x="0" y="67"/>
                    </a:lnTo>
                    <a:close/>
                  </a:path>
                </a:pathLst>
              </a:custGeom>
              <a:grpFill/>
              <a:ln w="9525">
                <a:noFill/>
                <a:round/>
                <a:headEnd/>
                <a:tailEnd/>
              </a:ln>
            </p:spPr>
            <p:txBody>
              <a:bodyPr/>
              <a:lstStyle/>
              <a:p>
                <a:pPr algn="ctr">
                  <a:defRPr/>
                </a:pPr>
                <a:endParaRPr lang="en-US" sz="900" dirty="0"/>
              </a:p>
            </p:txBody>
          </p:sp>
          <p:sp>
            <p:nvSpPr>
              <p:cNvPr id="59" name="Freeform 58"/>
              <p:cNvSpPr>
                <a:spLocks/>
              </p:cNvSpPr>
              <p:nvPr/>
            </p:nvSpPr>
            <p:spPr bwMode="auto">
              <a:xfrm>
                <a:off x="2594" y="1814"/>
                <a:ext cx="262" cy="250"/>
              </a:xfrm>
              <a:custGeom>
                <a:avLst/>
                <a:gdLst/>
                <a:ahLst/>
                <a:cxnLst>
                  <a:cxn ang="0">
                    <a:pos x="525" y="501"/>
                  </a:cxn>
                  <a:cxn ang="0">
                    <a:pos x="487" y="499"/>
                  </a:cxn>
                  <a:cxn ang="0">
                    <a:pos x="449" y="497"/>
                  </a:cxn>
                  <a:cxn ang="0">
                    <a:pos x="412" y="493"/>
                  </a:cxn>
                  <a:cxn ang="0">
                    <a:pos x="375" y="489"/>
                  </a:cxn>
                  <a:cxn ang="0">
                    <a:pos x="338" y="484"/>
                  </a:cxn>
                  <a:cxn ang="0">
                    <a:pos x="302" y="480"/>
                  </a:cxn>
                  <a:cxn ang="0">
                    <a:pos x="267" y="474"/>
                  </a:cxn>
                  <a:cxn ang="0">
                    <a:pos x="232" y="467"/>
                  </a:cxn>
                  <a:cxn ang="0">
                    <a:pos x="201" y="460"/>
                  </a:cxn>
                  <a:cxn ang="0">
                    <a:pos x="170" y="453"/>
                  </a:cxn>
                  <a:cxn ang="0">
                    <a:pos x="140" y="445"/>
                  </a:cxn>
                  <a:cxn ang="0">
                    <a:pos x="111" y="437"/>
                  </a:cxn>
                  <a:cxn ang="0">
                    <a:pos x="81" y="428"/>
                  </a:cxn>
                  <a:cxn ang="0">
                    <a:pos x="54" y="419"/>
                  </a:cxn>
                  <a:cxn ang="0">
                    <a:pos x="26" y="409"/>
                  </a:cxn>
                  <a:cxn ang="0">
                    <a:pos x="0" y="399"/>
                  </a:cxn>
                  <a:cxn ang="0">
                    <a:pos x="12" y="354"/>
                  </a:cxn>
                  <a:cxn ang="0">
                    <a:pos x="26" y="309"/>
                  </a:cxn>
                  <a:cxn ang="0">
                    <a:pos x="40" y="266"/>
                  </a:cxn>
                  <a:cxn ang="0">
                    <a:pos x="56" y="224"/>
                  </a:cxn>
                  <a:cxn ang="0">
                    <a:pos x="80" y="164"/>
                  </a:cxn>
                  <a:cxn ang="0">
                    <a:pos x="107" y="108"/>
                  </a:cxn>
                  <a:cxn ang="0">
                    <a:pos x="134" y="52"/>
                  </a:cxn>
                  <a:cxn ang="0">
                    <a:pos x="164" y="0"/>
                  </a:cxn>
                  <a:cxn ang="0">
                    <a:pos x="200" y="12"/>
                  </a:cxn>
                  <a:cxn ang="0">
                    <a:pos x="238" y="24"/>
                  </a:cxn>
                  <a:cxn ang="0">
                    <a:pos x="276" y="34"/>
                  </a:cxn>
                  <a:cxn ang="0">
                    <a:pos x="315" y="42"/>
                  </a:cxn>
                  <a:cxn ang="0">
                    <a:pos x="340" y="47"/>
                  </a:cxn>
                  <a:cxn ang="0">
                    <a:pos x="365" y="51"/>
                  </a:cxn>
                  <a:cxn ang="0">
                    <a:pos x="391" y="55"/>
                  </a:cxn>
                  <a:cxn ang="0">
                    <a:pos x="417" y="58"/>
                  </a:cxn>
                  <a:cxn ang="0">
                    <a:pos x="443" y="62"/>
                  </a:cxn>
                  <a:cxn ang="0">
                    <a:pos x="471" y="64"/>
                  </a:cxn>
                  <a:cxn ang="0">
                    <a:pos x="497" y="66"/>
                  </a:cxn>
                  <a:cxn ang="0">
                    <a:pos x="525" y="67"/>
                  </a:cxn>
                </a:cxnLst>
                <a:rect l="0" t="0" r="r" b="b"/>
                <a:pathLst>
                  <a:path w="525" h="501">
                    <a:moveTo>
                      <a:pt x="525" y="283"/>
                    </a:moveTo>
                    <a:lnTo>
                      <a:pt x="525" y="501"/>
                    </a:lnTo>
                    <a:lnTo>
                      <a:pt x="505" y="500"/>
                    </a:lnTo>
                    <a:lnTo>
                      <a:pt x="487" y="499"/>
                    </a:lnTo>
                    <a:lnTo>
                      <a:pt x="467" y="498"/>
                    </a:lnTo>
                    <a:lnTo>
                      <a:pt x="449" y="497"/>
                    </a:lnTo>
                    <a:lnTo>
                      <a:pt x="430" y="495"/>
                    </a:lnTo>
                    <a:lnTo>
                      <a:pt x="412" y="493"/>
                    </a:lnTo>
                    <a:lnTo>
                      <a:pt x="393" y="491"/>
                    </a:lnTo>
                    <a:lnTo>
                      <a:pt x="375" y="489"/>
                    </a:lnTo>
                    <a:lnTo>
                      <a:pt x="357" y="488"/>
                    </a:lnTo>
                    <a:lnTo>
                      <a:pt x="338" y="484"/>
                    </a:lnTo>
                    <a:lnTo>
                      <a:pt x="320" y="482"/>
                    </a:lnTo>
                    <a:lnTo>
                      <a:pt x="302" y="480"/>
                    </a:lnTo>
                    <a:lnTo>
                      <a:pt x="285" y="476"/>
                    </a:lnTo>
                    <a:lnTo>
                      <a:pt x="267" y="474"/>
                    </a:lnTo>
                    <a:lnTo>
                      <a:pt x="250" y="470"/>
                    </a:lnTo>
                    <a:lnTo>
                      <a:pt x="232" y="467"/>
                    </a:lnTo>
                    <a:lnTo>
                      <a:pt x="216" y="463"/>
                    </a:lnTo>
                    <a:lnTo>
                      <a:pt x="201" y="460"/>
                    </a:lnTo>
                    <a:lnTo>
                      <a:pt x="185" y="457"/>
                    </a:lnTo>
                    <a:lnTo>
                      <a:pt x="170" y="453"/>
                    </a:lnTo>
                    <a:lnTo>
                      <a:pt x="155" y="450"/>
                    </a:lnTo>
                    <a:lnTo>
                      <a:pt x="140" y="445"/>
                    </a:lnTo>
                    <a:lnTo>
                      <a:pt x="125" y="442"/>
                    </a:lnTo>
                    <a:lnTo>
                      <a:pt x="111" y="437"/>
                    </a:lnTo>
                    <a:lnTo>
                      <a:pt x="96" y="432"/>
                    </a:lnTo>
                    <a:lnTo>
                      <a:pt x="81" y="428"/>
                    </a:lnTo>
                    <a:lnTo>
                      <a:pt x="68" y="423"/>
                    </a:lnTo>
                    <a:lnTo>
                      <a:pt x="54" y="419"/>
                    </a:lnTo>
                    <a:lnTo>
                      <a:pt x="40" y="414"/>
                    </a:lnTo>
                    <a:lnTo>
                      <a:pt x="26" y="409"/>
                    </a:lnTo>
                    <a:lnTo>
                      <a:pt x="13" y="404"/>
                    </a:lnTo>
                    <a:lnTo>
                      <a:pt x="0" y="399"/>
                    </a:lnTo>
                    <a:lnTo>
                      <a:pt x="5" y="376"/>
                    </a:lnTo>
                    <a:lnTo>
                      <a:pt x="12" y="354"/>
                    </a:lnTo>
                    <a:lnTo>
                      <a:pt x="19" y="331"/>
                    </a:lnTo>
                    <a:lnTo>
                      <a:pt x="26" y="309"/>
                    </a:lnTo>
                    <a:lnTo>
                      <a:pt x="33" y="287"/>
                    </a:lnTo>
                    <a:lnTo>
                      <a:pt x="40" y="266"/>
                    </a:lnTo>
                    <a:lnTo>
                      <a:pt x="48" y="245"/>
                    </a:lnTo>
                    <a:lnTo>
                      <a:pt x="56" y="224"/>
                    </a:lnTo>
                    <a:lnTo>
                      <a:pt x="68" y="194"/>
                    </a:lnTo>
                    <a:lnTo>
                      <a:pt x="80" y="164"/>
                    </a:lnTo>
                    <a:lnTo>
                      <a:pt x="93" y="135"/>
                    </a:lnTo>
                    <a:lnTo>
                      <a:pt x="107" y="108"/>
                    </a:lnTo>
                    <a:lnTo>
                      <a:pt x="121" y="80"/>
                    </a:lnTo>
                    <a:lnTo>
                      <a:pt x="134" y="52"/>
                    </a:lnTo>
                    <a:lnTo>
                      <a:pt x="149" y="26"/>
                    </a:lnTo>
                    <a:lnTo>
                      <a:pt x="164" y="0"/>
                    </a:lnTo>
                    <a:lnTo>
                      <a:pt x="183" y="6"/>
                    </a:lnTo>
                    <a:lnTo>
                      <a:pt x="200" y="12"/>
                    </a:lnTo>
                    <a:lnTo>
                      <a:pt x="218" y="18"/>
                    </a:lnTo>
                    <a:lnTo>
                      <a:pt x="238" y="24"/>
                    </a:lnTo>
                    <a:lnTo>
                      <a:pt x="256" y="28"/>
                    </a:lnTo>
                    <a:lnTo>
                      <a:pt x="276" y="34"/>
                    </a:lnTo>
                    <a:lnTo>
                      <a:pt x="296" y="37"/>
                    </a:lnTo>
                    <a:lnTo>
                      <a:pt x="315" y="42"/>
                    </a:lnTo>
                    <a:lnTo>
                      <a:pt x="328" y="44"/>
                    </a:lnTo>
                    <a:lnTo>
                      <a:pt x="340" y="47"/>
                    </a:lnTo>
                    <a:lnTo>
                      <a:pt x="352" y="49"/>
                    </a:lnTo>
                    <a:lnTo>
                      <a:pt x="365" y="51"/>
                    </a:lnTo>
                    <a:lnTo>
                      <a:pt x="379" y="52"/>
                    </a:lnTo>
                    <a:lnTo>
                      <a:pt x="391" y="55"/>
                    </a:lnTo>
                    <a:lnTo>
                      <a:pt x="404" y="57"/>
                    </a:lnTo>
                    <a:lnTo>
                      <a:pt x="417" y="58"/>
                    </a:lnTo>
                    <a:lnTo>
                      <a:pt x="430" y="59"/>
                    </a:lnTo>
                    <a:lnTo>
                      <a:pt x="443" y="62"/>
                    </a:lnTo>
                    <a:lnTo>
                      <a:pt x="457" y="63"/>
                    </a:lnTo>
                    <a:lnTo>
                      <a:pt x="471" y="64"/>
                    </a:lnTo>
                    <a:lnTo>
                      <a:pt x="483" y="65"/>
                    </a:lnTo>
                    <a:lnTo>
                      <a:pt x="497" y="66"/>
                    </a:lnTo>
                    <a:lnTo>
                      <a:pt x="511" y="66"/>
                    </a:lnTo>
                    <a:lnTo>
                      <a:pt x="525" y="67"/>
                    </a:lnTo>
                    <a:lnTo>
                      <a:pt x="525" y="283"/>
                    </a:lnTo>
                    <a:close/>
                  </a:path>
                </a:pathLst>
              </a:custGeom>
              <a:grpFill/>
              <a:ln w="9525">
                <a:noFill/>
                <a:round/>
                <a:headEnd/>
                <a:tailEnd/>
              </a:ln>
            </p:spPr>
            <p:txBody>
              <a:bodyPr/>
              <a:lstStyle/>
              <a:p>
                <a:pPr algn="ctr">
                  <a:defRPr/>
                </a:pPr>
                <a:endParaRPr lang="en-US" sz="900" dirty="0"/>
              </a:p>
            </p:txBody>
          </p:sp>
          <p:sp>
            <p:nvSpPr>
              <p:cNvPr id="60" name="Freeform 59"/>
              <p:cNvSpPr>
                <a:spLocks/>
              </p:cNvSpPr>
              <p:nvPr/>
            </p:nvSpPr>
            <p:spPr bwMode="auto">
              <a:xfrm>
                <a:off x="2904" y="2342"/>
                <a:ext cx="281" cy="236"/>
              </a:xfrm>
              <a:custGeom>
                <a:avLst/>
                <a:gdLst/>
                <a:ahLst/>
                <a:cxnLst>
                  <a:cxn ang="0">
                    <a:pos x="0" y="336"/>
                  </a:cxn>
                  <a:cxn ang="0">
                    <a:pos x="0" y="110"/>
                  </a:cxn>
                  <a:cxn ang="0">
                    <a:pos x="38" y="109"/>
                  </a:cxn>
                  <a:cxn ang="0">
                    <a:pos x="76" y="105"/>
                  </a:cxn>
                  <a:cxn ang="0">
                    <a:pos x="113" y="103"/>
                  </a:cxn>
                  <a:cxn ang="0">
                    <a:pos x="150" y="98"/>
                  </a:cxn>
                  <a:cxn ang="0">
                    <a:pos x="187" y="94"/>
                  </a:cxn>
                  <a:cxn ang="0">
                    <a:pos x="223" y="89"/>
                  </a:cxn>
                  <a:cxn ang="0">
                    <a:pos x="258" y="83"/>
                  </a:cxn>
                  <a:cxn ang="0">
                    <a:pos x="294" y="76"/>
                  </a:cxn>
                  <a:cxn ang="0">
                    <a:pos x="330" y="70"/>
                  </a:cxn>
                  <a:cxn ang="0">
                    <a:pos x="364" y="62"/>
                  </a:cxn>
                  <a:cxn ang="0">
                    <a:pos x="398" y="52"/>
                  </a:cxn>
                  <a:cxn ang="0">
                    <a:pos x="431" y="43"/>
                  </a:cxn>
                  <a:cxn ang="0">
                    <a:pos x="465" y="34"/>
                  </a:cxn>
                  <a:cxn ang="0">
                    <a:pos x="498" y="24"/>
                  </a:cxn>
                  <a:cxn ang="0">
                    <a:pos x="530" y="12"/>
                  </a:cxn>
                  <a:cxn ang="0">
                    <a:pos x="561" y="0"/>
                  </a:cxn>
                  <a:cxn ang="0">
                    <a:pos x="558" y="29"/>
                  </a:cxn>
                  <a:cxn ang="0">
                    <a:pos x="553" y="57"/>
                  </a:cxn>
                  <a:cxn ang="0">
                    <a:pos x="550" y="83"/>
                  </a:cxn>
                  <a:cxn ang="0">
                    <a:pos x="545" y="111"/>
                  </a:cxn>
                  <a:cxn ang="0">
                    <a:pos x="541" y="138"/>
                  </a:cxn>
                  <a:cxn ang="0">
                    <a:pos x="536" y="164"/>
                  </a:cxn>
                  <a:cxn ang="0">
                    <a:pos x="530" y="189"/>
                  </a:cxn>
                  <a:cxn ang="0">
                    <a:pos x="523" y="216"/>
                  </a:cxn>
                  <a:cxn ang="0">
                    <a:pos x="518" y="238"/>
                  </a:cxn>
                  <a:cxn ang="0">
                    <a:pos x="511" y="260"/>
                  </a:cxn>
                  <a:cxn ang="0">
                    <a:pos x="504" y="281"/>
                  </a:cxn>
                  <a:cxn ang="0">
                    <a:pos x="496" y="303"/>
                  </a:cxn>
                  <a:cxn ang="0">
                    <a:pos x="488" y="325"/>
                  </a:cxn>
                  <a:cxn ang="0">
                    <a:pos x="478" y="347"/>
                  </a:cxn>
                  <a:cxn ang="0">
                    <a:pos x="468" y="370"/>
                  </a:cxn>
                  <a:cxn ang="0">
                    <a:pos x="456" y="392"/>
                  </a:cxn>
                  <a:cxn ang="0">
                    <a:pos x="430" y="400"/>
                  </a:cxn>
                  <a:cxn ang="0">
                    <a:pos x="403" y="409"/>
                  </a:cxn>
                  <a:cxn ang="0">
                    <a:pos x="377" y="416"/>
                  </a:cxn>
                  <a:cxn ang="0">
                    <a:pos x="349" y="424"/>
                  </a:cxn>
                  <a:cxn ang="0">
                    <a:pos x="322" y="431"/>
                  </a:cxn>
                  <a:cxn ang="0">
                    <a:pos x="294" y="437"/>
                  </a:cxn>
                  <a:cxn ang="0">
                    <a:pos x="265" y="443"/>
                  </a:cxn>
                  <a:cxn ang="0">
                    <a:pos x="238" y="448"/>
                  </a:cxn>
                  <a:cxn ang="0">
                    <a:pos x="209" y="453"/>
                  </a:cxn>
                  <a:cxn ang="0">
                    <a:pos x="179" y="458"/>
                  </a:cxn>
                  <a:cxn ang="0">
                    <a:pos x="150" y="462"/>
                  </a:cxn>
                  <a:cxn ang="0">
                    <a:pos x="120" y="466"/>
                  </a:cxn>
                  <a:cxn ang="0">
                    <a:pos x="91" y="468"/>
                  </a:cxn>
                  <a:cxn ang="0">
                    <a:pos x="61" y="470"/>
                  </a:cxn>
                  <a:cxn ang="0">
                    <a:pos x="30" y="473"/>
                  </a:cxn>
                  <a:cxn ang="0">
                    <a:pos x="0" y="474"/>
                  </a:cxn>
                  <a:cxn ang="0">
                    <a:pos x="0" y="336"/>
                  </a:cxn>
                </a:cxnLst>
                <a:rect l="0" t="0" r="r" b="b"/>
                <a:pathLst>
                  <a:path w="561" h="474">
                    <a:moveTo>
                      <a:pt x="0" y="336"/>
                    </a:moveTo>
                    <a:lnTo>
                      <a:pt x="0" y="110"/>
                    </a:lnTo>
                    <a:lnTo>
                      <a:pt x="38" y="109"/>
                    </a:lnTo>
                    <a:lnTo>
                      <a:pt x="76" y="105"/>
                    </a:lnTo>
                    <a:lnTo>
                      <a:pt x="113" y="103"/>
                    </a:lnTo>
                    <a:lnTo>
                      <a:pt x="150" y="98"/>
                    </a:lnTo>
                    <a:lnTo>
                      <a:pt x="187" y="94"/>
                    </a:lnTo>
                    <a:lnTo>
                      <a:pt x="223" y="89"/>
                    </a:lnTo>
                    <a:lnTo>
                      <a:pt x="258" y="83"/>
                    </a:lnTo>
                    <a:lnTo>
                      <a:pt x="294" y="76"/>
                    </a:lnTo>
                    <a:lnTo>
                      <a:pt x="330" y="70"/>
                    </a:lnTo>
                    <a:lnTo>
                      <a:pt x="364" y="62"/>
                    </a:lnTo>
                    <a:lnTo>
                      <a:pt x="398" y="52"/>
                    </a:lnTo>
                    <a:lnTo>
                      <a:pt x="431" y="43"/>
                    </a:lnTo>
                    <a:lnTo>
                      <a:pt x="465" y="34"/>
                    </a:lnTo>
                    <a:lnTo>
                      <a:pt x="498" y="24"/>
                    </a:lnTo>
                    <a:lnTo>
                      <a:pt x="530" y="12"/>
                    </a:lnTo>
                    <a:lnTo>
                      <a:pt x="561" y="0"/>
                    </a:lnTo>
                    <a:lnTo>
                      <a:pt x="558" y="29"/>
                    </a:lnTo>
                    <a:lnTo>
                      <a:pt x="553" y="57"/>
                    </a:lnTo>
                    <a:lnTo>
                      <a:pt x="550" y="83"/>
                    </a:lnTo>
                    <a:lnTo>
                      <a:pt x="545" y="111"/>
                    </a:lnTo>
                    <a:lnTo>
                      <a:pt x="541" y="138"/>
                    </a:lnTo>
                    <a:lnTo>
                      <a:pt x="536" y="164"/>
                    </a:lnTo>
                    <a:lnTo>
                      <a:pt x="530" y="189"/>
                    </a:lnTo>
                    <a:lnTo>
                      <a:pt x="523" y="216"/>
                    </a:lnTo>
                    <a:lnTo>
                      <a:pt x="518" y="238"/>
                    </a:lnTo>
                    <a:lnTo>
                      <a:pt x="511" y="260"/>
                    </a:lnTo>
                    <a:lnTo>
                      <a:pt x="504" y="281"/>
                    </a:lnTo>
                    <a:lnTo>
                      <a:pt x="496" y="303"/>
                    </a:lnTo>
                    <a:lnTo>
                      <a:pt x="488" y="325"/>
                    </a:lnTo>
                    <a:lnTo>
                      <a:pt x="478" y="347"/>
                    </a:lnTo>
                    <a:lnTo>
                      <a:pt x="468" y="370"/>
                    </a:lnTo>
                    <a:lnTo>
                      <a:pt x="456" y="392"/>
                    </a:lnTo>
                    <a:lnTo>
                      <a:pt x="430" y="400"/>
                    </a:lnTo>
                    <a:lnTo>
                      <a:pt x="403" y="409"/>
                    </a:lnTo>
                    <a:lnTo>
                      <a:pt x="377" y="416"/>
                    </a:lnTo>
                    <a:lnTo>
                      <a:pt x="349" y="424"/>
                    </a:lnTo>
                    <a:lnTo>
                      <a:pt x="322" y="431"/>
                    </a:lnTo>
                    <a:lnTo>
                      <a:pt x="294" y="437"/>
                    </a:lnTo>
                    <a:lnTo>
                      <a:pt x="265" y="443"/>
                    </a:lnTo>
                    <a:lnTo>
                      <a:pt x="238" y="448"/>
                    </a:lnTo>
                    <a:lnTo>
                      <a:pt x="209" y="453"/>
                    </a:lnTo>
                    <a:lnTo>
                      <a:pt x="179" y="458"/>
                    </a:lnTo>
                    <a:lnTo>
                      <a:pt x="150" y="462"/>
                    </a:lnTo>
                    <a:lnTo>
                      <a:pt x="120" y="466"/>
                    </a:lnTo>
                    <a:lnTo>
                      <a:pt x="91" y="468"/>
                    </a:lnTo>
                    <a:lnTo>
                      <a:pt x="61" y="470"/>
                    </a:lnTo>
                    <a:lnTo>
                      <a:pt x="30" y="473"/>
                    </a:lnTo>
                    <a:lnTo>
                      <a:pt x="0" y="474"/>
                    </a:lnTo>
                    <a:lnTo>
                      <a:pt x="0" y="336"/>
                    </a:lnTo>
                    <a:close/>
                  </a:path>
                </a:pathLst>
              </a:custGeom>
              <a:grpFill/>
              <a:ln w="9525">
                <a:noFill/>
                <a:round/>
                <a:headEnd/>
                <a:tailEnd/>
              </a:ln>
            </p:spPr>
            <p:txBody>
              <a:bodyPr/>
              <a:lstStyle/>
              <a:p>
                <a:pPr algn="ctr">
                  <a:defRPr/>
                </a:pPr>
                <a:endParaRPr lang="en-US" sz="900" dirty="0"/>
              </a:p>
            </p:txBody>
          </p:sp>
          <p:sp>
            <p:nvSpPr>
              <p:cNvPr id="61" name="Freeform 60"/>
              <p:cNvSpPr>
                <a:spLocks/>
              </p:cNvSpPr>
              <p:nvPr/>
            </p:nvSpPr>
            <p:spPr bwMode="auto">
              <a:xfrm>
                <a:off x="3136" y="1704"/>
                <a:ext cx="216" cy="286"/>
              </a:xfrm>
              <a:custGeom>
                <a:avLst/>
                <a:gdLst/>
                <a:ahLst/>
                <a:cxnLst>
                  <a:cxn ang="0">
                    <a:pos x="210" y="11"/>
                  </a:cxn>
                  <a:cxn ang="0">
                    <a:pos x="241" y="35"/>
                  </a:cxn>
                  <a:cxn ang="0">
                    <a:pos x="272" y="64"/>
                  </a:cxn>
                  <a:cxn ang="0">
                    <a:pos x="303" y="95"/>
                  </a:cxn>
                  <a:cxn ang="0">
                    <a:pos x="333" y="128"/>
                  </a:cxn>
                  <a:cxn ang="0">
                    <a:pos x="363" y="162"/>
                  </a:cxn>
                  <a:cxn ang="0">
                    <a:pos x="392" y="198"/>
                  </a:cxn>
                  <a:cxn ang="0">
                    <a:pos x="420" y="233"/>
                  </a:cxn>
                  <a:cxn ang="0">
                    <a:pos x="431" y="274"/>
                  </a:cxn>
                  <a:cxn ang="0">
                    <a:pos x="421" y="319"/>
                  </a:cxn>
                  <a:cxn ang="0">
                    <a:pos x="403" y="362"/>
                  </a:cxn>
                  <a:cxn ang="0">
                    <a:pos x="376" y="404"/>
                  </a:cxn>
                  <a:cxn ang="0">
                    <a:pos x="342" y="444"/>
                  </a:cxn>
                  <a:cxn ang="0">
                    <a:pos x="300" y="483"/>
                  </a:cxn>
                  <a:cxn ang="0">
                    <a:pos x="251" y="520"/>
                  </a:cxn>
                  <a:cxn ang="0">
                    <a:pos x="196" y="555"/>
                  </a:cxn>
                  <a:cxn ang="0">
                    <a:pos x="157" y="539"/>
                  </a:cxn>
                  <a:cxn ang="0">
                    <a:pos x="136" y="475"/>
                  </a:cxn>
                  <a:cxn ang="0">
                    <a:pos x="113" y="413"/>
                  </a:cxn>
                  <a:cxn ang="0">
                    <a:pos x="89" y="353"/>
                  </a:cxn>
                  <a:cxn ang="0">
                    <a:pos x="67" y="304"/>
                  </a:cxn>
                  <a:cxn ang="0">
                    <a:pos x="49" y="266"/>
                  </a:cxn>
                  <a:cxn ang="0">
                    <a:pos x="30" y="228"/>
                  </a:cxn>
                  <a:cxn ang="0">
                    <a:pos x="11" y="192"/>
                  </a:cxn>
                  <a:cxn ang="0">
                    <a:pos x="17" y="164"/>
                  </a:cxn>
                  <a:cxn ang="0">
                    <a:pos x="49" y="146"/>
                  </a:cxn>
                  <a:cxn ang="0">
                    <a:pos x="78" y="126"/>
                  </a:cxn>
                  <a:cxn ang="0">
                    <a:pos x="105" y="106"/>
                  </a:cxn>
                  <a:cxn ang="0">
                    <a:pos x="129" y="84"/>
                  </a:cxn>
                  <a:cxn ang="0">
                    <a:pos x="151" y="61"/>
                  </a:cxn>
                  <a:cxn ang="0">
                    <a:pos x="171" y="37"/>
                  </a:cxn>
                  <a:cxn ang="0">
                    <a:pos x="188" y="12"/>
                  </a:cxn>
                </a:cxnLst>
                <a:rect l="0" t="0" r="r" b="b"/>
                <a:pathLst>
                  <a:path w="432" h="571">
                    <a:moveTo>
                      <a:pt x="195" y="0"/>
                    </a:moveTo>
                    <a:lnTo>
                      <a:pt x="210" y="11"/>
                    </a:lnTo>
                    <a:lnTo>
                      <a:pt x="225" y="23"/>
                    </a:lnTo>
                    <a:lnTo>
                      <a:pt x="241" y="35"/>
                    </a:lnTo>
                    <a:lnTo>
                      <a:pt x="256" y="49"/>
                    </a:lnTo>
                    <a:lnTo>
                      <a:pt x="272" y="64"/>
                    </a:lnTo>
                    <a:lnTo>
                      <a:pt x="287" y="79"/>
                    </a:lnTo>
                    <a:lnTo>
                      <a:pt x="303" y="95"/>
                    </a:lnTo>
                    <a:lnTo>
                      <a:pt x="318" y="111"/>
                    </a:lnTo>
                    <a:lnTo>
                      <a:pt x="333" y="128"/>
                    </a:lnTo>
                    <a:lnTo>
                      <a:pt x="349" y="145"/>
                    </a:lnTo>
                    <a:lnTo>
                      <a:pt x="363" y="162"/>
                    </a:lnTo>
                    <a:lnTo>
                      <a:pt x="378" y="179"/>
                    </a:lnTo>
                    <a:lnTo>
                      <a:pt x="392" y="198"/>
                    </a:lnTo>
                    <a:lnTo>
                      <a:pt x="406" y="215"/>
                    </a:lnTo>
                    <a:lnTo>
                      <a:pt x="420" y="233"/>
                    </a:lnTo>
                    <a:lnTo>
                      <a:pt x="432" y="251"/>
                    </a:lnTo>
                    <a:lnTo>
                      <a:pt x="431" y="274"/>
                    </a:lnTo>
                    <a:lnTo>
                      <a:pt x="428" y="296"/>
                    </a:lnTo>
                    <a:lnTo>
                      <a:pt x="421" y="319"/>
                    </a:lnTo>
                    <a:lnTo>
                      <a:pt x="413" y="341"/>
                    </a:lnTo>
                    <a:lnTo>
                      <a:pt x="403" y="362"/>
                    </a:lnTo>
                    <a:lnTo>
                      <a:pt x="391" y="383"/>
                    </a:lnTo>
                    <a:lnTo>
                      <a:pt x="376" y="404"/>
                    </a:lnTo>
                    <a:lnTo>
                      <a:pt x="360" y="425"/>
                    </a:lnTo>
                    <a:lnTo>
                      <a:pt x="342" y="444"/>
                    </a:lnTo>
                    <a:lnTo>
                      <a:pt x="322" y="464"/>
                    </a:lnTo>
                    <a:lnTo>
                      <a:pt x="300" y="483"/>
                    </a:lnTo>
                    <a:lnTo>
                      <a:pt x="277" y="502"/>
                    </a:lnTo>
                    <a:lnTo>
                      <a:pt x="251" y="520"/>
                    </a:lnTo>
                    <a:lnTo>
                      <a:pt x="225" y="537"/>
                    </a:lnTo>
                    <a:lnTo>
                      <a:pt x="196" y="555"/>
                    </a:lnTo>
                    <a:lnTo>
                      <a:pt x="166" y="571"/>
                    </a:lnTo>
                    <a:lnTo>
                      <a:pt x="157" y="539"/>
                    </a:lnTo>
                    <a:lnTo>
                      <a:pt x="147" y="506"/>
                    </a:lnTo>
                    <a:lnTo>
                      <a:pt x="136" y="475"/>
                    </a:lnTo>
                    <a:lnTo>
                      <a:pt x="125" y="443"/>
                    </a:lnTo>
                    <a:lnTo>
                      <a:pt x="113" y="413"/>
                    </a:lnTo>
                    <a:lnTo>
                      <a:pt x="102" y="383"/>
                    </a:lnTo>
                    <a:lnTo>
                      <a:pt x="89" y="353"/>
                    </a:lnTo>
                    <a:lnTo>
                      <a:pt x="76" y="323"/>
                    </a:lnTo>
                    <a:lnTo>
                      <a:pt x="67" y="304"/>
                    </a:lnTo>
                    <a:lnTo>
                      <a:pt x="58" y="284"/>
                    </a:lnTo>
                    <a:lnTo>
                      <a:pt x="49" y="266"/>
                    </a:lnTo>
                    <a:lnTo>
                      <a:pt x="40" y="246"/>
                    </a:lnTo>
                    <a:lnTo>
                      <a:pt x="30" y="228"/>
                    </a:lnTo>
                    <a:lnTo>
                      <a:pt x="20" y="209"/>
                    </a:lnTo>
                    <a:lnTo>
                      <a:pt x="11" y="192"/>
                    </a:lnTo>
                    <a:lnTo>
                      <a:pt x="0" y="174"/>
                    </a:lnTo>
                    <a:lnTo>
                      <a:pt x="17" y="164"/>
                    </a:lnTo>
                    <a:lnTo>
                      <a:pt x="33" y="155"/>
                    </a:lnTo>
                    <a:lnTo>
                      <a:pt x="49" y="146"/>
                    </a:lnTo>
                    <a:lnTo>
                      <a:pt x="64" y="136"/>
                    </a:lnTo>
                    <a:lnTo>
                      <a:pt x="78" y="126"/>
                    </a:lnTo>
                    <a:lnTo>
                      <a:pt x="91" y="116"/>
                    </a:lnTo>
                    <a:lnTo>
                      <a:pt x="105" y="106"/>
                    </a:lnTo>
                    <a:lnTo>
                      <a:pt x="118" y="94"/>
                    </a:lnTo>
                    <a:lnTo>
                      <a:pt x="129" y="84"/>
                    </a:lnTo>
                    <a:lnTo>
                      <a:pt x="141" y="72"/>
                    </a:lnTo>
                    <a:lnTo>
                      <a:pt x="151" y="61"/>
                    </a:lnTo>
                    <a:lnTo>
                      <a:pt x="162" y="49"/>
                    </a:lnTo>
                    <a:lnTo>
                      <a:pt x="171" y="37"/>
                    </a:lnTo>
                    <a:lnTo>
                      <a:pt x="180" y="25"/>
                    </a:lnTo>
                    <a:lnTo>
                      <a:pt x="188" y="12"/>
                    </a:lnTo>
                    <a:lnTo>
                      <a:pt x="195" y="0"/>
                    </a:lnTo>
                    <a:close/>
                  </a:path>
                </a:pathLst>
              </a:custGeom>
              <a:grpFill/>
              <a:ln w="9525">
                <a:noFill/>
                <a:round/>
                <a:headEnd/>
                <a:tailEnd/>
              </a:ln>
            </p:spPr>
            <p:txBody>
              <a:bodyPr/>
              <a:lstStyle/>
              <a:p>
                <a:pPr algn="ctr">
                  <a:defRPr/>
                </a:pPr>
                <a:endParaRPr lang="en-US" sz="900" dirty="0"/>
              </a:p>
            </p:txBody>
          </p:sp>
          <p:sp>
            <p:nvSpPr>
              <p:cNvPr id="62" name="Freeform 61"/>
              <p:cNvSpPr>
                <a:spLocks/>
              </p:cNvSpPr>
              <p:nvPr/>
            </p:nvSpPr>
            <p:spPr bwMode="auto">
              <a:xfrm>
                <a:off x="3003" y="1595"/>
                <a:ext cx="184" cy="149"/>
              </a:xfrm>
              <a:custGeom>
                <a:avLst/>
                <a:gdLst/>
                <a:ahLst/>
                <a:cxnLst>
                  <a:cxn ang="0">
                    <a:pos x="4" y="0"/>
                  </a:cxn>
                  <a:cxn ang="0">
                    <a:pos x="22" y="3"/>
                  </a:cxn>
                  <a:cxn ang="0">
                    <a:pos x="42" y="7"/>
                  </a:cxn>
                  <a:cxn ang="0">
                    <a:pos x="63" y="10"/>
                  </a:cxn>
                  <a:cxn ang="0">
                    <a:pos x="83" y="16"/>
                  </a:cxn>
                  <a:cxn ang="0">
                    <a:pos x="105" y="22"/>
                  </a:cxn>
                  <a:cxn ang="0">
                    <a:pos x="128" y="28"/>
                  </a:cxn>
                  <a:cxn ang="0">
                    <a:pos x="151" y="36"/>
                  </a:cxn>
                  <a:cxn ang="0">
                    <a:pos x="174" y="44"/>
                  </a:cxn>
                  <a:cxn ang="0">
                    <a:pos x="199" y="54"/>
                  </a:cxn>
                  <a:cxn ang="0">
                    <a:pos x="223" y="64"/>
                  </a:cxn>
                  <a:cxn ang="0">
                    <a:pos x="247" y="76"/>
                  </a:cxn>
                  <a:cxn ang="0">
                    <a:pos x="271" y="89"/>
                  </a:cxn>
                  <a:cxn ang="0">
                    <a:pos x="295" y="102"/>
                  </a:cxn>
                  <a:cxn ang="0">
                    <a:pos x="321" y="118"/>
                  </a:cxn>
                  <a:cxn ang="0">
                    <a:pos x="344" y="135"/>
                  </a:cxn>
                  <a:cxn ang="0">
                    <a:pos x="368" y="153"/>
                  </a:cxn>
                  <a:cxn ang="0">
                    <a:pos x="359" y="173"/>
                  </a:cxn>
                  <a:cxn ang="0">
                    <a:pos x="345" y="192"/>
                  </a:cxn>
                  <a:cxn ang="0">
                    <a:pos x="330" y="211"/>
                  </a:cxn>
                  <a:cxn ang="0">
                    <a:pos x="311" y="229"/>
                  </a:cxn>
                  <a:cxn ang="0">
                    <a:pos x="290" y="247"/>
                  </a:cxn>
                  <a:cxn ang="0">
                    <a:pos x="265" y="265"/>
                  </a:cxn>
                  <a:cxn ang="0">
                    <a:pos x="239" y="282"/>
                  </a:cxn>
                  <a:cxn ang="0">
                    <a:pos x="209" y="298"/>
                  </a:cxn>
                  <a:cxn ang="0">
                    <a:pos x="193" y="272"/>
                  </a:cxn>
                  <a:cxn ang="0">
                    <a:pos x="178" y="246"/>
                  </a:cxn>
                  <a:cxn ang="0">
                    <a:pos x="161" y="222"/>
                  </a:cxn>
                  <a:cxn ang="0">
                    <a:pos x="144" y="199"/>
                  </a:cxn>
                  <a:cxn ang="0">
                    <a:pos x="128" y="178"/>
                  </a:cxn>
                  <a:cxn ang="0">
                    <a:pos x="112" y="159"/>
                  </a:cxn>
                  <a:cxn ang="0">
                    <a:pos x="96" y="140"/>
                  </a:cxn>
                  <a:cxn ang="0">
                    <a:pos x="80" y="123"/>
                  </a:cxn>
                  <a:cxn ang="0">
                    <a:pos x="70" y="113"/>
                  </a:cxn>
                  <a:cxn ang="0">
                    <a:pos x="59" y="102"/>
                  </a:cxn>
                  <a:cxn ang="0">
                    <a:pos x="49" y="92"/>
                  </a:cxn>
                  <a:cxn ang="0">
                    <a:pos x="38" y="83"/>
                  </a:cxn>
                  <a:cxn ang="0">
                    <a:pos x="29" y="75"/>
                  </a:cxn>
                  <a:cxn ang="0">
                    <a:pos x="19" y="67"/>
                  </a:cxn>
                  <a:cxn ang="0">
                    <a:pos x="10" y="59"/>
                  </a:cxn>
                  <a:cxn ang="0">
                    <a:pos x="0" y="52"/>
                  </a:cxn>
                  <a:cxn ang="0">
                    <a:pos x="4" y="45"/>
                  </a:cxn>
                  <a:cxn ang="0">
                    <a:pos x="7" y="38"/>
                  </a:cxn>
                  <a:cxn ang="0">
                    <a:pos x="9" y="31"/>
                  </a:cxn>
                  <a:cxn ang="0">
                    <a:pos x="10" y="23"/>
                  </a:cxn>
                  <a:cxn ang="0">
                    <a:pos x="10" y="17"/>
                  </a:cxn>
                  <a:cxn ang="0">
                    <a:pos x="9" y="11"/>
                  </a:cxn>
                  <a:cxn ang="0">
                    <a:pos x="6" y="6"/>
                  </a:cxn>
                  <a:cxn ang="0">
                    <a:pos x="4" y="0"/>
                  </a:cxn>
                </a:cxnLst>
                <a:rect l="0" t="0" r="r" b="b"/>
                <a:pathLst>
                  <a:path w="368" h="298">
                    <a:moveTo>
                      <a:pt x="4" y="0"/>
                    </a:moveTo>
                    <a:lnTo>
                      <a:pt x="22" y="3"/>
                    </a:lnTo>
                    <a:lnTo>
                      <a:pt x="42" y="7"/>
                    </a:lnTo>
                    <a:lnTo>
                      <a:pt x="63" y="10"/>
                    </a:lnTo>
                    <a:lnTo>
                      <a:pt x="83" y="16"/>
                    </a:lnTo>
                    <a:lnTo>
                      <a:pt x="105" y="22"/>
                    </a:lnTo>
                    <a:lnTo>
                      <a:pt x="128" y="28"/>
                    </a:lnTo>
                    <a:lnTo>
                      <a:pt x="151" y="36"/>
                    </a:lnTo>
                    <a:lnTo>
                      <a:pt x="174" y="44"/>
                    </a:lnTo>
                    <a:lnTo>
                      <a:pt x="199" y="54"/>
                    </a:lnTo>
                    <a:lnTo>
                      <a:pt x="223" y="64"/>
                    </a:lnTo>
                    <a:lnTo>
                      <a:pt x="247" y="76"/>
                    </a:lnTo>
                    <a:lnTo>
                      <a:pt x="271" y="89"/>
                    </a:lnTo>
                    <a:lnTo>
                      <a:pt x="295" y="102"/>
                    </a:lnTo>
                    <a:lnTo>
                      <a:pt x="321" y="118"/>
                    </a:lnTo>
                    <a:lnTo>
                      <a:pt x="344" y="135"/>
                    </a:lnTo>
                    <a:lnTo>
                      <a:pt x="368" y="153"/>
                    </a:lnTo>
                    <a:lnTo>
                      <a:pt x="359" y="173"/>
                    </a:lnTo>
                    <a:lnTo>
                      <a:pt x="345" y="192"/>
                    </a:lnTo>
                    <a:lnTo>
                      <a:pt x="330" y="211"/>
                    </a:lnTo>
                    <a:lnTo>
                      <a:pt x="311" y="229"/>
                    </a:lnTo>
                    <a:lnTo>
                      <a:pt x="290" y="247"/>
                    </a:lnTo>
                    <a:lnTo>
                      <a:pt x="265" y="265"/>
                    </a:lnTo>
                    <a:lnTo>
                      <a:pt x="239" y="282"/>
                    </a:lnTo>
                    <a:lnTo>
                      <a:pt x="209" y="298"/>
                    </a:lnTo>
                    <a:lnTo>
                      <a:pt x="193" y="272"/>
                    </a:lnTo>
                    <a:lnTo>
                      <a:pt x="178" y="246"/>
                    </a:lnTo>
                    <a:lnTo>
                      <a:pt x="161" y="222"/>
                    </a:lnTo>
                    <a:lnTo>
                      <a:pt x="144" y="199"/>
                    </a:lnTo>
                    <a:lnTo>
                      <a:pt x="128" y="178"/>
                    </a:lnTo>
                    <a:lnTo>
                      <a:pt x="112" y="159"/>
                    </a:lnTo>
                    <a:lnTo>
                      <a:pt x="96" y="140"/>
                    </a:lnTo>
                    <a:lnTo>
                      <a:pt x="80" y="123"/>
                    </a:lnTo>
                    <a:lnTo>
                      <a:pt x="70" y="113"/>
                    </a:lnTo>
                    <a:lnTo>
                      <a:pt x="59" y="102"/>
                    </a:lnTo>
                    <a:lnTo>
                      <a:pt x="49" y="92"/>
                    </a:lnTo>
                    <a:lnTo>
                      <a:pt x="38" y="83"/>
                    </a:lnTo>
                    <a:lnTo>
                      <a:pt x="29" y="75"/>
                    </a:lnTo>
                    <a:lnTo>
                      <a:pt x="19" y="67"/>
                    </a:lnTo>
                    <a:lnTo>
                      <a:pt x="10" y="59"/>
                    </a:lnTo>
                    <a:lnTo>
                      <a:pt x="0" y="52"/>
                    </a:lnTo>
                    <a:lnTo>
                      <a:pt x="4" y="45"/>
                    </a:lnTo>
                    <a:lnTo>
                      <a:pt x="7" y="38"/>
                    </a:lnTo>
                    <a:lnTo>
                      <a:pt x="9" y="31"/>
                    </a:lnTo>
                    <a:lnTo>
                      <a:pt x="10" y="23"/>
                    </a:lnTo>
                    <a:lnTo>
                      <a:pt x="10" y="17"/>
                    </a:lnTo>
                    <a:lnTo>
                      <a:pt x="9" y="11"/>
                    </a:lnTo>
                    <a:lnTo>
                      <a:pt x="6" y="6"/>
                    </a:lnTo>
                    <a:lnTo>
                      <a:pt x="4" y="0"/>
                    </a:lnTo>
                    <a:close/>
                  </a:path>
                </a:pathLst>
              </a:custGeom>
              <a:grpFill/>
              <a:ln w="9525">
                <a:noFill/>
                <a:round/>
                <a:headEnd/>
                <a:tailEnd/>
              </a:ln>
            </p:spPr>
            <p:txBody>
              <a:bodyPr/>
              <a:lstStyle/>
              <a:p>
                <a:pPr algn="ctr">
                  <a:defRPr/>
                </a:pPr>
                <a:endParaRPr lang="en-US" sz="900" dirty="0"/>
              </a:p>
            </p:txBody>
          </p:sp>
          <p:sp>
            <p:nvSpPr>
              <p:cNvPr id="63" name="Freeform 62"/>
              <p:cNvSpPr>
                <a:spLocks/>
              </p:cNvSpPr>
              <p:nvPr/>
            </p:nvSpPr>
            <p:spPr bwMode="auto">
              <a:xfrm>
                <a:off x="2904" y="1650"/>
                <a:ext cx="149" cy="141"/>
              </a:xfrm>
              <a:custGeom>
                <a:avLst/>
                <a:gdLst/>
                <a:ahLst/>
                <a:cxnLst>
                  <a:cxn ang="0">
                    <a:pos x="230" y="122"/>
                  </a:cxn>
                  <a:cxn ang="0">
                    <a:pos x="240" y="135"/>
                  </a:cxn>
                  <a:cxn ang="0">
                    <a:pos x="249" y="148"/>
                  </a:cxn>
                  <a:cxn ang="0">
                    <a:pos x="258" y="162"/>
                  </a:cxn>
                  <a:cxn ang="0">
                    <a:pos x="268" y="175"/>
                  </a:cxn>
                  <a:cxn ang="0">
                    <a:pos x="276" y="189"/>
                  </a:cxn>
                  <a:cxn ang="0">
                    <a:pos x="284" y="203"/>
                  </a:cxn>
                  <a:cxn ang="0">
                    <a:pos x="292" y="218"/>
                  </a:cxn>
                  <a:cxn ang="0">
                    <a:pos x="299" y="232"/>
                  </a:cxn>
                  <a:cxn ang="0">
                    <a:pos x="283" y="237"/>
                  </a:cxn>
                  <a:cxn ang="0">
                    <a:pos x="266" y="242"/>
                  </a:cxn>
                  <a:cxn ang="0">
                    <a:pos x="249" y="247"/>
                  </a:cxn>
                  <a:cxn ang="0">
                    <a:pos x="233" y="250"/>
                  </a:cxn>
                  <a:cxn ang="0">
                    <a:pos x="215" y="255"/>
                  </a:cxn>
                  <a:cxn ang="0">
                    <a:pos x="197" y="258"/>
                  </a:cxn>
                  <a:cxn ang="0">
                    <a:pos x="179" y="263"/>
                  </a:cxn>
                  <a:cxn ang="0">
                    <a:pos x="160" y="265"/>
                  </a:cxn>
                  <a:cxn ang="0">
                    <a:pos x="141" y="269"/>
                  </a:cxn>
                  <a:cxn ang="0">
                    <a:pos x="122" y="272"/>
                  </a:cxn>
                  <a:cxn ang="0">
                    <a:pos x="103" y="275"/>
                  </a:cxn>
                  <a:cxn ang="0">
                    <a:pos x="83" y="277"/>
                  </a:cxn>
                  <a:cxn ang="0">
                    <a:pos x="63" y="279"/>
                  </a:cxn>
                  <a:cxn ang="0">
                    <a:pos x="42" y="280"/>
                  </a:cxn>
                  <a:cxn ang="0">
                    <a:pos x="21" y="281"/>
                  </a:cxn>
                  <a:cxn ang="0">
                    <a:pos x="0" y="283"/>
                  </a:cxn>
                  <a:cxn ang="0">
                    <a:pos x="0" y="104"/>
                  </a:cxn>
                  <a:cxn ang="0">
                    <a:pos x="0" y="21"/>
                  </a:cxn>
                  <a:cxn ang="0">
                    <a:pos x="7" y="21"/>
                  </a:cxn>
                  <a:cxn ang="0">
                    <a:pos x="13" y="20"/>
                  </a:cxn>
                  <a:cxn ang="0">
                    <a:pos x="20" y="20"/>
                  </a:cxn>
                  <a:cxn ang="0">
                    <a:pos x="26" y="19"/>
                  </a:cxn>
                  <a:cxn ang="0">
                    <a:pos x="33" y="18"/>
                  </a:cxn>
                  <a:cxn ang="0">
                    <a:pos x="38" y="17"/>
                  </a:cxn>
                  <a:cxn ang="0">
                    <a:pos x="44" y="17"/>
                  </a:cxn>
                  <a:cxn ang="0">
                    <a:pos x="50" y="15"/>
                  </a:cxn>
                  <a:cxn ang="0">
                    <a:pos x="58" y="13"/>
                  </a:cxn>
                  <a:cxn ang="0">
                    <a:pos x="66" y="12"/>
                  </a:cxn>
                  <a:cxn ang="0">
                    <a:pos x="74" y="10"/>
                  </a:cxn>
                  <a:cxn ang="0">
                    <a:pos x="81" y="8"/>
                  </a:cxn>
                  <a:cxn ang="0">
                    <a:pos x="88" y="6"/>
                  </a:cxn>
                  <a:cxn ang="0">
                    <a:pos x="95" y="5"/>
                  </a:cxn>
                  <a:cxn ang="0">
                    <a:pos x="102" y="3"/>
                  </a:cxn>
                  <a:cxn ang="0">
                    <a:pos x="109" y="0"/>
                  </a:cxn>
                  <a:cxn ang="0">
                    <a:pos x="125" y="13"/>
                  </a:cxn>
                  <a:cxn ang="0">
                    <a:pos x="141" y="27"/>
                  </a:cxn>
                  <a:cxn ang="0">
                    <a:pos x="156" y="41"/>
                  </a:cxn>
                  <a:cxn ang="0">
                    <a:pos x="171" y="56"/>
                  </a:cxn>
                  <a:cxn ang="0">
                    <a:pos x="186" y="72"/>
                  </a:cxn>
                  <a:cxn ang="0">
                    <a:pos x="201" y="88"/>
                  </a:cxn>
                  <a:cxn ang="0">
                    <a:pos x="216" y="105"/>
                  </a:cxn>
                  <a:cxn ang="0">
                    <a:pos x="230" y="122"/>
                  </a:cxn>
                </a:cxnLst>
                <a:rect l="0" t="0" r="r" b="b"/>
                <a:pathLst>
                  <a:path w="299" h="283">
                    <a:moveTo>
                      <a:pt x="230" y="122"/>
                    </a:moveTo>
                    <a:lnTo>
                      <a:pt x="240" y="135"/>
                    </a:lnTo>
                    <a:lnTo>
                      <a:pt x="249" y="148"/>
                    </a:lnTo>
                    <a:lnTo>
                      <a:pt x="258" y="162"/>
                    </a:lnTo>
                    <a:lnTo>
                      <a:pt x="268" y="175"/>
                    </a:lnTo>
                    <a:lnTo>
                      <a:pt x="276" y="189"/>
                    </a:lnTo>
                    <a:lnTo>
                      <a:pt x="284" y="203"/>
                    </a:lnTo>
                    <a:lnTo>
                      <a:pt x="292" y="218"/>
                    </a:lnTo>
                    <a:lnTo>
                      <a:pt x="299" y="232"/>
                    </a:lnTo>
                    <a:lnTo>
                      <a:pt x="283" y="237"/>
                    </a:lnTo>
                    <a:lnTo>
                      <a:pt x="266" y="242"/>
                    </a:lnTo>
                    <a:lnTo>
                      <a:pt x="249" y="247"/>
                    </a:lnTo>
                    <a:lnTo>
                      <a:pt x="233" y="250"/>
                    </a:lnTo>
                    <a:lnTo>
                      <a:pt x="215" y="255"/>
                    </a:lnTo>
                    <a:lnTo>
                      <a:pt x="197" y="258"/>
                    </a:lnTo>
                    <a:lnTo>
                      <a:pt x="179" y="263"/>
                    </a:lnTo>
                    <a:lnTo>
                      <a:pt x="160" y="265"/>
                    </a:lnTo>
                    <a:lnTo>
                      <a:pt x="141" y="269"/>
                    </a:lnTo>
                    <a:lnTo>
                      <a:pt x="122" y="272"/>
                    </a:lnTo>
                    <a:lnTo>
                      <a:pt x="103" y="275"/>
                    </a:lnTo>
                    <a:lnTo>
                      <a:pt x="83" y="277"/>
                    </a:lnTo>
                    <a:lnTo>
                      <a:pt x="63" y="279"/>
                    </a:lnTo>
                    <a:lnTo>
                      <a:pt x="42" y="280"/>
                    </a:lnTo>
                    <a:lnTo>
                      <a:pt x="21" y="281"/>
                    </a:lnTo>
                    <a:lnTo>
                      <a:pt x="0" y="283"/>
                    </a:lnTo>
                    <a:lnTo>
                      <a:pt x="0" y="104"/>
                    </a:lnTo>
                    <a:lnTo>
                      <a:pt x="0" y="21"/>
                    </a:lnTo>
                    <a:lnTo>
                      <a:pt x="7" y="21"/>
                    </a:lnTo>
                    <a:lnTo>
                      <a:pt x="13" y="20"/>
                    </a:lnTo>
                    <a:lnTo>
                      <a:pt x="20" y="20"/>
                    </a:lnTo>
                    <a:lnTo>
                      <a:pt x="26" y="19"/>
                    </a:lnTo>
                    <a:lnTo>
                      <a:pt x="33" y="18"/>
                    </a:lnTo>
                    <a:lnTo>
                      <a:pt x="38" y="17"/>
                    </a:lnTo>
                    <a:lnTo>
                      <a:pt x="44" y="17"/>
                    </a:lnTo>
                    <a:lnTo>
                      <a:pt x="50" y="15"/>
                    </a:lnTo>
                    <a:lnTo>
                      <a:pt x="58" y="13"/>
                    </a:lnTo>
                    <a:lnTo>
                      <a:pt x="66" y="12"/>
                    </a:lnTo>
                    <a:lnTo>
                      <a:pt x="74" y="10"/>
                    </a:lnTo>
                    <a:lnTo>
                      <a:pt x="81" y="8"/>
                    </a:lnTo>
                    <a:lnTo>
                      <a:pt x="88" y="6"/>
                    </a:lnTo>
                    <a:lnTo>
                      <a:pt x="95" y="5"/>
                    </a:lnTo>
                    <a:lnTo>
                      <a:pt x="102" y="3"/>
                    </a:lnTo>
                    <a:lnTo>
                      <a:pt x="109" y="0"/>
                    </a:lnTo>
                    <a:lnTo>
                      <a:pt x="125" y="13"/>
                    </a:lnTo>
                    <a:lnTo>
                      <a:pt x="141" y="27"/>
                    </a:lnTo>
                    <a:lnTo>
                      <a:pt x="156" y="41"/>
                    </a:lnTo>
                    <a:lnTo>
                      <a:pt x="171" y="56"/>
                    </a:lnTo>
                    <a:lnTo>
                      <a:pt x="186" y="72"/>
                    </a:lnTo>
                    <a:lnTo>
                      <a:pt x="201" y="88"/>
                    </a:lnTo>
                    <a:lnTo>
                      <a:pt x="216" y="105"/>
                    </a:lnTo>
                    <a:lnTo>
                      <a:pt x="230" y="122"/>
                    </a:lnTo>
                    <a:close/>
                  </a:path>
                </a:pathLst>
              </a:custGeom>
              <a:grpFill/>
              <a:ln w="9525">
                <a:noFill/>
                <a:round/>
                <a:headEnd/>
                <a:tailEnd/>
              </a:ln>
            </p:spPr>
            <p:txBody>
              <a:bodyPr/>
              <a:lstStyle/>
              <a:p>
                <a:pPr algn="ctr">
                  <a:defRPr/>
                </a:pPr>
                <a:endParaRPr lang="en-US" sz="900" dirty="0"/>
              </a:p>
            </p:txBody>
          </p:sp>
          <p:sp>
            <p:nvSpPr>
              <p:cNvPr id="64" name="Freeform 63"/>
              <p:cNvSpPr>
                <a:spLocks/>
              </p:cNvSpPr>
              <p:nvPr/>
            </p:nvSpPr>
            <p:spPr bwMode="auto">
              <a:xfrm>
                <a:off x="2824" y="1584"/>
                <a:ext cx="113" cy="40"/>
              </a:xfrm>
              <a:custGeom>
                <a:avLst/>
                <a:gdLst/>
                <a:ahLst/>
                <a:cxnLst>
                  <a:cxn ang="0">
                    <a:pos x="114" y="0"/>
                  </a:cxn>
                  <a:cxn ang="0">
                    <a:pos x="137" y="1"/>
                  </a:cxn>
                  <a:cxn ang="0">
                    <a:pos x="158" y="3"/>
                  </a:cxn>
                  <a:cxn ang="0">
                    <a:pos x="177" y="7"/>
                  </a:cxn>
                  <a:cxn ang="0">
                    <a:pos x="194" y="12"/>
                  </a:cxn>
                  <a:cxn ang="0">
                    <a:pos x="207" y="18"/>
                  </a:cxn>
                  <a:cxn ang="0">
                    <a:pos x="218" y="25"/>
                  </a:cxn>
                  <a:cxn ang="0">
                    <a:pos x="225" y="32"/>
                  </a:cxn>
                  <a:cxn ang="0">
                    <a:pos x="227" y="40"/>
                  </a:cxn>
                  <a:cxn ang="0">
                    <a:pos x="226" y="45"/>
                  </a:cxn>
                  <a:cxn ang="0">
                    <a:pos x="224" y="51"/>
                  </a:cxn>
                  <a:cxn ang="0">
                    <a:pos x="220" y="55"/>
                  </a:cxn>
                  <a:cxn ang="0">
                    <a:pos x="214" y="59"/>
                  </a:cxn>
                  <a:cxn ang="0">
                    <a:pos x="207" y="63"/>
                  </a:cxn>
                  <a:cxn ang="0">
                    <a:pos x="199" y="67"/>
                  </a:cxn>
                  <a:cxn ang="0">
                    <a:pos x="190" y="70"/>
                  </a:cxn>
                  <a:cxn ang="0">
                    <a:pos x="180" y="74"/>
                  </a:cxn>
                  <a:cxn ang="0">
                    <a:pos x="173" y="75"/>
                  </a:cxn>
                  <a:cxn ang="0">
                    <a:pos x="165" y="77"/>
                  </a:cxn>
                  <a:cxn ang="0">
                    <a:pos x="157" y="78"/>
                  </a:cxn>
                  <a:cxn ang="0">
                    <a:pos x="149" y="78"/>
                  </a:cxn>
                  <a:cxn ang="0">
                    <a:pos x="141" y="79"/>
                  </a:cxn>
                  <a:cxn ang="0">
                    <a:pos x="133" y="81"/>
                  </a:cxn>
                  <a:cxn ang="0">
                    <a:pos x="123" y="81"/>
                  </a:cxn>
                  <a:cxn ang="0">
                    <a:pos x="114" y="81"/>
                  </a:cxn>
                  <a:cxn ang="0">
                    <a:pos x="91" y="79"/>
                  </a:cxn>
                  <a:cxn ang="0">
                    <a:pos x="69" y="77"/>
                  </a:cxn>
                  <a:cxn ang="0">
                    <a:pos x="51" y="74"/>
                  </a:cxn>
                  <a:cxn ang="0">
                    <a:pos x="34" y="69"/>
                  </a:cxn>
                  <a:cxn ang="0">
                    <a:pos x="20" y="63"/>
                  </a:cxn>
                  <a:cxn ang="0">
                    <a:pos x="9" y="56"/>
                  </a:cxn>
                  <a:cxn ang="0">
                    <a:pos x="2" y="48"/>
                  </a:cxn>
                  <a:cxn ang="0">
                    <a:pos x="0" y="40"/>
                  </a:cxn>
                  <a:cxn ang="0">
                    <a:pos x="2" y="32"/>
                  </a:cxn>
                  <a:cxn ang="0">
                    <a:pos x="9" y="25"/>
                  </a:cxn>
                  <a:cxn ang="0">
                    <a:pos x="20" y="18"/>
                  </a:cxn>
                  <a:cxn ang="0">
                    <a:pos x="34" y="12"/>
                  </a:cxn>
                  <a:cxn ang="0">
                    <a:pos x="51" y="7"/>
                  </a:cxn>
                  <a:cxn ang="0">
                    <a:pos x="69" y="3"/>
                  </a:cxn>
                  <a:cxn ang="0">
                    <a:pos x="91" y="1"/>
                  </a:cxn>
                  <a:cxn ang="0">
                    <a:pos x="114" y="0"/>
                  </a:cxn>
                </a:cxnLst>
                <a:rect l="0" t="0" r="r" b="b"/>
                <a:pathLst>
                  <a:path w="227" h="81">
                    <a:moveTo>
                      <a:pt x="114" y="0"/>
                    </a:moveTo>
                    <a:lnTo>
                      <a:pt x="137" y="1"/>
                    </a:lnTo>
                    <a:lnTo>
                      <a:pt x="158" y="3"/>
                    </a:lnTo>
                    <a:lnTo>
                      <a:pt x="177" y="7"/>
                    </a:lnTo>
                    <a:lnTo>
                      <a:pt x="194" y="12"/>
                    </a:lnTo>
                    <a:lnTo>
                      <a:pt x="207" y="18"/>
                    </a:lnTo>
                    <a:lnTo>
                      <a:pt x="218" y="25"/>
                    </a:lnTo>
                    <a:lnTo>
                      <a:pt x="225" y="32"/>
                    </a:lnTo>
                    <a:lnTo>
                      <a:pt x="227" y="40"/>
                    </a:lnTo>
                    <a:lnTo>
                      <a:pt x="226" y="45"/>
                    </a:lnTo>
                    <a:lnTo>
                      <a:pt x="224" y="51"/>
                    </a:lnTo>
                    <a:lnTo>
                      <a:pt x="220" y="55"/>
                    </a:lnTo>
                    <a:lnTo>
                      <a:pt x="214" y="59"/>
                    </a:lnTo>
                    <a:lnTo>
                      <a:pt x="207" y="63"/>
                    </a:lnTo>
                    <a:lnTo>
                      <a:pt x="199" y="67"/>
                    </a:lnTo>
                    <a:lnTo>
                      <a:pt x="190" y="70"/>
                    </a:lnTo>
                    <a:lnTo>
                      <a:pt x="180" y="74"/>
                    </a:lnTo>
                    <a:lnTo>
                      <a:pt x="173" y="75"/>
                    </a:lnTo>
                    <a:lnTo>
                      <a:pt x="165" y="77"/>
                    </a:lnTo>
                    <a:lnTo>
                      <a:pt x="157" y="78"/>
                    </a:lnTo>
                    <a:lnTo>
                      <a:pt x="149" y="78"/>
                    </a:lnTo>
                    <a:lnTo>
                      <a:pt x="141" y="79"/>
                    </a:lnTo>
                    <a:lnTo>
                      <a:pt x="133" y="81"/>
                    </a:lnTo>
                    <a:lnTo>
                      <a:pt x="123" y="81"/>
                    </a:lnTo>
                    <a:lnTo>
                      <a:pt x="114" y="81"/>
                    </a:lnTo>
                    <a:lnTo>
                      <a:pt x="91" y="79"/>
                    </a:lnTo>
                    <a:lnTo>
                      <a:pt x="69" y="77"/>
                    </a:lnTo>
                    <a:lnTo>
                      <a:pt x="51" y="74"/>
                    </a:lnTo>
                    <a:lnTo>
                      <a:pt x="34" y="69"/>
                    </a:lnTo>
                    <a:lnTo>
                      <a:pt x="20" y="63"/>
                    </a:lnTo>
                    <a:lnTo>
                      <a:pt x="9" y="56"/>
                    </a:lnTo>
                    <a:lnTo>
                      <a:pt x="2" y="48"/>
                    </a:lnTo>
                    <a:lnTo>
                      <a:pt x="0" y="40"/>
                    </a:lnTo>
                    <a:lnTo>
                      <a:pt x="2" y="32"/>
                    </a:lnTo>
                    <a:lnTo>
                      <a:pt x="9" y="25"/>
                    </a:lnTo>
                    <a:lnTo>
                      <a:pt x="20" y="18"/>
                    </a:lnTo>
                    <a:lnTo>
                      <a:pt x="34" y="12"/>
                    </a:lnTo>
                    <a:lnTo>
                      <a:pt x="51" y="7"/>
                    </a:lnTo>
                    <a:lnTo>
                      <a:pt x="69" y="3"/>
                    </a:lnTo>
                    <a:lnTo>
                      <a:pt x="91" y="1"/>
                    </a:lnTo>
                    <a:lnTo>
                      <a:pt x="114" y="0"/>
                    </a:lnTo>
                    <a:close/>
                  </a:path>
                </a:pathLst>
              </a:custGeom>
              <a:grpFill/>
              <a:ln w="9525">
                <a:noFill/>
                <a:round/>
                <a:headEnd/>
                <a:tailEnd/>
              </a:ln>
            </p:spPr>
            <p:txBody>
              <a:bodyPr/>
              <a:lstStyle/>
              <a:p>
                <a:pPr algn="ctr">
                  <a:defRPr/>
                </a:pPr>
                <a:endParaRPr lang="en-US" sz="900" dirty="0"/>
              </a:p>
            </p:txBody>
          </p:sp>
          <p:sp>
            <p:nvSpPr>
              <p:cNvPr id="65" name="Freeform 64"/>
              <p:cNvSpPr>
                <a:spLocks/>
              </p:cNvSpPr>
              <p:nvPr/>
            </p:nvSpPr>
            <p:spPr bwMode="auto">
              <a:xfrm>
                <a:off x="2707" y="1648"/>
                <a:ext cx="149" cy="143"/>
              </a:xfrm>
              <a:custGeom>
                <a:avLst/>
                <a:gdLst/>
                <a:ahLst/>
                <a:cxnLst>
                  <a:cxn ang="0">
                    <a:pos x="194" y="0"/>
                  </a:cxn>
                  <a:cxn ang="0">
                    <a:pos x="205" y="5"/>
                  </a:cxn>
                  <a:cxn ang="0">
                    <a:pos x="217" y="8"/>
                  </a:cxn>
                  <a:cxn ang="0">
                    <a:pos x="230" y="11"/>
                  </a:cxn>
                  <a:cxn ang="0">
                    <a:pos x="243" y="15"/>
                  </a:cxn>
                  <a:cxn ang="0">
                    <a:pos x="256" y="17"/>
                  </a:cxn>
                  <a:cxn ang="0">
                    <a:pos x="270" y="20"/>
                  </a:cxn>
                  <a:cxn ang="0">
                    <a:pos x="284" y="22"/>
                  </a:cxn>
                  <a:cxn ang="0">
                    <a:pos x="299" y="23"/>
                  </a:cxn>
                  <a:cxn ang="0">
                    <a:pos x="299" y="192"/>
                  </a:cxn>
                  <a:cxn ang="0">
                    <a:pos x="299" y="286"/>
                  </a:cxn>
                  <a:cxn ang="0">
                    <a:pos x="279" y="284"/>
                  </a:cxn>
                  <a:cxn ang="0">
                    <a:pos x="260" y="283"/>
                  </a:cxn>
                  <a:cxn ang="0">
                    <a:pos x="240" y="282"/>
                  </a:cxn>
                  <a:cxn ang="0">
                    <a:pos x="220" y="280"/>
                  </a:cxn>
                  <a:cxn ang="0">
                    <a:pos x="202" y="278"/>
                  </a:cxn>
                  <a:cxn ang="0">
                    <a:pos x="182" y="275"/>
                  </a:cxn>
                  <a:cxn ang="0">
                    <a:pos x="165" y="273"/>
                  </a:cxn>
                  <a:cxn ang="0">
                    <a:pos x="147" y="269"/>
                  </a:cxn>
                  <a:cxn ang="0">
                    <a:pos x="127" y="266"/>
                  </a:cxn>
                  <a:cxn ang="0">
                    <a:pos x="108" y="263"/>
                  </a:cxn>
                  <a:cxn ang="0">
                    <a:pos x="88" y="258"/>
                  </a:cxn>
                  <a:cxn ang="0">
                    <a:pos x="70" y="253"/>
                  </a:cxn>
                  <a:cxn ang="0">
                    <a:pos x="51" y="250"/>
                  </a:cxn>
                  <a:cxn ang="0">
                    <a:pos x="34" y="245"/>
                  </a:cxn>
                  <a:cxn ang="0">
                    <a:pos x="17" y="240"/>
                  </a:cxn>
                  <a:cxn ang="0">
                    <a:pos x="0" y="235"/>
                  </a:cxn>
                  <a:cxn ang="0">
                    <a:pos x="10" y="216"/>
                  </a:cxn>
                  <a:cxn ang="0">
                    <a:pos x="19" y="198"/>
                  </a:cxn>
                  <a:cxn ang="0">
                    <a:pos x="30" y="181"/>
                  </a:cxn>
                  <a:cxn ang="0">
                    <a:pos x="41" y="164"/>
                  </a:cxn>
                  <a:cxn ang="0">
                    <a:pos x="53" y="146"/>
                  </a:cxn>
                  <a:cxn ang="0">
                    <a:pos x="65" y="129"/>
                  </a:cxn>
                  <a:cxn ang="0">
                    <a:pos x="79" y="113"/>
                  </a:cxn>
                  <a:cxn ang="0">
                    <a:pos x="91" y="97"/>
                  </a:cxn>
                  <a:cxn ang="0">
                    <a:pos x="104" y="83"/>
                  </a:cxn>
                  <a:cxn ang="0">
                    <a:pos x="117" y="70"/>
                  </a:cxn>
                  <a:cxn ang="0">
                    <a:pos x="129" y="56"/>
                  </a:cxn>
                  <a:cxn ang="0">
                    <a:pos x="142" y="45"/>
                  </a:cxn>
                  <a:cxn ang="0">
                    <a:pos x="155" y="32"/>
                  </a:cxn>
                  <a:cxn ang="0">
                    <a:pos x="167" y="21"/>
                  </a:cxn>
                  <a:cxn ang="0">
                    <a:pos x="181" y="10"/>
                  </a:cxn>
                  <a:cxn ang="0">
                    <a:pos x="194" y="0"/>
                  </a:cxn>
                </a:cxnLst>
                <a:rect l="0" t="0" r="r" b="b"/>
                <a:pathLst>
                  <a:path w="299" h="286">
                    <a:moveTo>
                      <a:pt x="194" y="0"/>
                    </a:moveTo>
                    <a:lnTo>
                      <a:pt x="205" y="5"/>
                    </a:lnTo>
                    <a:lnTo>
                      <a:pt x="217" y="8"/>
                    </a:lnTo>
                    <a:lnTo>
                      <a:pt x="230" y="11"/>
                    </a:lnTo>
                    <a:lnTo>
                      <a:pt x="243" y="15"/>
                    </a:lnTo>
                    <a:lnTo>
                      <a:pt x="256" y="17"/>
                    </a:lnTo>
                    <a:lnTo>
                      <a:pt x="270" y="20"/>
                    </a:lnTo>
                    <a:lnTo>
                      <a:pt x="284" y="22"/>
                    </a:lnTo>
                    <a:lnTo>
                      <a:pt x="299" y="23"/>
                    </a:lnTo>
                    <a:lnTo>
                      <a:pt x="299" y="192"/>
                    </a:lnTo>
                    <a:lnTo>
                      <a:pt x="299" y="286"/>
                    </a:lnTo>
                    <a:lnTo>
                      <a:pt x="279" y="284"/>
                    </a:lnTo>
                    <a:lnTo>
                      <a:pt x="260" y="283"/>
                    </a:lnTo>
                    <a:lnTo>
                      <a:pt x="240" y="282"/>
                    </a:lnTo>
                    <a:lnTo>
                      <a:pt x="220" y="280"/>
                    </a:lnTo>
                    <a:lnTo>
                      <a:pt x="202" y="278"/>
                    </a:lnTo>
                    <a:lnTo>
                      <a:pt x="182" y="275"/>
                    </a:lnTo>
                    <a:lnTo>
                      <a:pt x="165" y="273"/>
                    </a:lnTo>
                    <a:lnTo>
                      <a:pt x="147" y="269"/>
                    </a:lnTo>
                    <a:lnTo>
                      <a:pt x="127" y="266"/>
                    </a:lnTo>
                    <a:lnTo>
                      <a:pt x="108" y="263"/>
                    </a:lnTo>
                    <a:lnTo>
                      <a:pt x="88" y="258"/>
                    </a:lnTo>
                    <a:lnTo>
                      <a:pt x="70" y="253"/>
                    </a:lnTo>
                    <a:lnTo>
                      <a:pt x="51" y="250"/>
                    </a:lnTo>
                    <a:lnTo>
                      <a:pt x="34" y="245"/>
                    </a:lnTo>
                    <a:lnTo>
                      <a:pt x="17" y="240"/>
                    </a:lnTo>
                    <a:lnTo>
                      <a:pt x="0" y="235"/>
                    </a:lnTo>
                    <a:lnTo>
                      <a:pt x="10" y="216"/>
                    </a:lnTo>
                    <a:lnTo>
                      <a:pt x="19" y="198"/>
                    </a:lnTo>
                    <a:lnTo>
                      <a:pt x="30" y="181"/>
                    </a:lnTo>
                    <a:lnTo>
                      <a:pt x="41" y="164"/>
                    </a:lnTo>
                    <a:lnTo>
                      <a:pt x="53" y="146"/>
                    </a:lnTo>
                    <a:lnTo>
                      <a:pt x="65" y="129"/>
                    </a:lnTo>
                    <a:lnTo>
                      <a:pt x="79" y="113"/>
                    </a:lnTo>
                    <a:lnTo>
                      <a:pt x="91" y="97"/>
                    </a:lnTo>
                    <a:lnTo>
                      <a:pt x="104" y="83"/>
                    </a:lnTo>
                    <a:lnTo>
                      <a:pt x="117" y="70"/>
                    </a:lnTo>
                    <a:lnTo>
                      <a:pt x="129" y="56"/>
                    </a:lnTo>
                    <a:lnTo>
                      <a:pt x="142" y="45"/>
                    </a:lnTo>
                    <a:lnTo>
                      <a:pt x="155" y="32"/>
                    </a:lnTo>
                    <a:lnTo>
                      <a:pt x="167" y="21"/>
                    </a:lnTo>
                    <a:lnTo>
                      <a:pt x="181" y="10"/>
                    </a:lnTo>
                    <a:lnTo>
                      <a:pt x="194" y="0"/>
                    </a:lnTo>
                    <a:close/>
                  </a:path>
                </a:pathLst>
              </a:custGeom>
              <a:grpFill/>
              <a:ln w="9525">
                <a:noFill/>
                <a:round/>
                <a:headEnd/>
                <a:tailEnd/>
              </a:ln>
            </p:spPr>
            <p:txBody>
              <a:bodyPr/>
              <a:lstStyle/>
              <a:p>
                <a:pPr algn="ctr">
                  <a:defRPr/>
                </a:pPr>
                <a:endParaRPr lang="en-US" sz="900" dirty="0"/>
              </a:p>
            </p:txBody>
          </p:sp>
          <p:sp>
            <p:nvSpPr>
              <p:cNvPr id="66" name="Freeform 65"/>
              <p:cNvSpPr>
                <a:spLocks/>
              </p:cNvSpPr>
              <p:nvPr/>
            </p:nvSpPr>
            <p:spPr bwMode="auto">
              <a:xfrm>
                <a:off x="2575" y="1594"/>
                <a:ext cx="188" cy="150"/>
              </a:xfrm>
              <a:custGeom>
                <a:avLst/>
                <a:gdLst/>
                <a:ahLst/>
                <a:cxnLst>
                  <a:cxn ang="0">
                    <a:pos x="375" y="0"/>
                  </a:cxn>
                  <a:cxn ang="0">
                    <a:pos x="372" y="5"/>
                  </a:cxn>
                  <a:cxn ang="0">
                    <a:pos x="370" y="12"/>
                  </a:cxn>
                  <a:cxn ang="0">
                    <a:pos x="368" y="18"/>
                  </a:cxn>
                  <a:cxn ang="0">
                    <a:pos x="368" y="25"/>
                  </a:cxn>
                  <a:cxn ang="0">
                    <a:pos x="368" y="31"/>
                  </a:cxn>
                  <a:cxn ang="0">
                    <a:pos x="369" y="36"/>
                  </a:cxn>
                  <a:cxn ang="0">
                    <a:pos x="372" y="42"/>
                  </a:cxn>
                  <a:cxn ang="0">
                    <a:pos x="374" y="48"/>
                  </a:cxn>
                  <a:cxn ang="0">
                    <a:pos x="359" y="58"/>
                  </a:cxn>
                  <a:cxn ang="0">
                    <a:pos x="344" y="71"/>
                  </a:cxn>
                  <a:cxn ang="0">
                    <a:pos x="329" y="84"/>
                  </a:cxn>
                  <a:cxn ang="0">
                    <a:pos x="313" y="99"/>
                  </a:cxn>
                  <a:cxn ang="0">
                    <a:pos x="297" y="115"/>
                  </a:cxn>
                  <a:cxn ang="0">
                    <a:pos x="279" y="132"/>
                  </a:cxn>
                  <a:cxn ang="0">
                    <a:pos x="263" y="150"/>
                  </a:cxn>
                  <a:cxn ang="0">
                    <a:pos x="246" y="170"/>
                  </a:cxn>
                  <a:cxn ang="0">
                    <a:pos x="235" y="184"/>
                  </a:cxn>
                  <a:cxn ang="0">
                    <a:pos x="224" y="199"/>
                  </a:cxn>
                  <a:cxn ang="0">
                    <a:pos x="213" y="214"/>
                  </a:cxn>
                  <a:cxn ang="0">
                    <a:pos x="201" y="230"/>
                  </a:cxn>
                  <a:cxn ang="0">
                    <a:pos x="191" y="246"/>
                  </a:cxn>
                  <a:cxn ang="0">
                    <a:pos x="179" y="263"/>
                  </a:cxn>
                  <a:cxn ang="0">
                    <a:pos x="169" y="282"/>
                  </a:cxn>
                  <a:cxn ang="0">
                    <a:pos x="159" y="300"/>
                  </a:cxn>
                  <a:cxn ang="0">
                    <a:pos x="129" y="284"/>
                  </a:cxn>
                  <a:cxn ang="0">
                    <a:pos x="102" y="267"/>
                  </a:cxn>
                  <a:cxn ang="0">
                    <a:pos x="77" y="249"/>
                  </a:cxn>
                  <a:cxn ang="0">
                    <a:pos x="56" y="231"/>
                  </a:cxn>
                  <a:cxn ang="0">
                    <a:pos x="38" y="213"/>
                  </a:cxn>
                  <a:cxn ang="0">
                    <a:pos x="21" y="194"/>
                  </a:cxn>
                  <a:cxn ang="0">
                    <a:pos x="9" y="175"/>
                  </a:cxn>
                  <a:cxn ang="0">
                    <a:pos x="0" y="155"/>
                  </a:cxn>
                  <a:cxn ang="0">
                    <a:pos x="16" y="142"/>
                  </a:cxn>
                  <a:cxn ang="0">
                    <a:pos x="33" y="130"/>
                  </a:cxn>
                  <a:cxn ang="0">
                    <a:pos x="49" y="118"/>
                  </a:cxn>
                  <a:cxn ang="0">
                    <a:pos x="66" y="107"/>
                  </a:cxn>
                  <a:cxn ang="0">
                    <a:pos x="84" y="97"/>
                  </a:cxn>
                  <a:cxn ang="0">
                    <a:pos x="101" y="87"/>
                  </a:cxn>
                  <a:cxn ang="0">
                    <a:pos x="118" y="78"/>
                  </a:cxn>
                  <a:cxn ang="0">
                    <a:pos x="135" y="70"/>
                  </a:cxn>
                  <a:cxn ang="0">
                    <a:pos x="153" y="62"/>
                  </a:cxn>
                  <a:cxn ang="0">
                    <a:pos x="169" y="55"/>
                  </a:cxn>
                  <a:cxn ang="0">
                    <a:pos x="185" y="48"/>
                  </a:cxn>
                  <a:cxn ang="0">
                    <a:pos x="202" y="42"/>
                  </a:cxn>
                  <a:cxn ang="0">
                    <a:pos x="218" y="36"/>
                  </a:cxn>
                  <a:cxn ang="0">
                    <a:pos x="235" y="32"/>
                  </a:cxn>
                  <a:cxn ang="0">
                    <a:pos x="249" y="26"/>
                  </a:cxn>
                  <a:cxn ang="0">
                    <a:pos x="266" y="23"/>
                  </a:cxn>
                  <a:cxn ang="0">
                    <a:pos x="281" y="18"/>
                  </a:cxn>
                  <a:cxn ang="0">
                    <a:pos x="296" y="15"/>
                  </a:cxn>
                  <a:cxn ang="0">
                    <a:pos x="309" y="11"/>
                  </a:cxn>
                  <a:cxn ang="0">
                    <a:pos x="323" y="9"/>
                  </a:cxn>
                  <a:cxn ang="0">
                    <a:pos x="337" y="5"/>
                  </a:cxn>
                  <a:cxn ang="0">
                    <a:pos x="350" y="3"/>
                  </a:cxn>
                  <a:cxn ang="0">
                    <a:pos x="362" y="2"/>
                  </a:cxn>
                  <a:cxn ang="0">
                    <a:pos x="375" y="0"/>
                  </a:cxn>
                </a:cxnLst>
                <a:rect l="0" t="0" r="r" b="b"/>
                <a:pathLst>
                  <a:path w="375" h="300">
                    <a:moveTo>
                      <a:pt x="375" y="0"/>
                    </a:moveTo>
                    <a:lnTo>
                      <a:pt x="372" y="5"/>
                    </a:lnTo>
                    <a:lnTo>
                      <a:pt x="370" y="12"/>
                    </a:lnTo>
                    <a:lnTo>
                      <a:pt x="368" y="18"/>
                    </a:lnTo>
                    <a:lnTo>
                      <a:pt x="368" y="25"/>
                    </a:lnTo>
                    <a:lnTo>
                      <a:pt x="368" y="31"/>
                    </a:lnTo>
                    <a:lnTo>
                      <a:pt x="369" y="36"/>
                    </a:lnTo>
                    <a:lnTo>
                      <a:pt x="372" y="42"/>
                    </a:lnTo>
                    <a:lnTo>
                      <a:pt x="374" y="48"/>
                    </a:lnTo>
                    <a:lnTo>
                      <a:pt x="359" y="58"/>
                    </a:lnTo>
                    <a:lnTo>
                      <a:pt x="344" y="71"/>
                    </a:lnTo>
                    <a:lnTo>
                      <a:pt x="329" y="84"/>
                    </a:lnTo>
                    <a:lnTo>
                      <a:pt x="313" y="99"/>
                    </a:lnTo>
                    <a:lnTo>
                      <a:pt x="297" y="115"/>
                    </a:lnTo>
                    <a:lnTo>
                      <a:pt x="279" y="132"/>
                    </a:lnTo>
                    <a:lnTo>
                      <a:pt x="263" y="150"/>
                    </a:lnTo>
                    <a:lnTo>
                      <a:pt x="246" y="170"/>
                    </a:lnTo>
                    <a:lnTo>
                      <a:pt x="235" y="184"/>
                    </a:lnTo>
                    <a:lnTo>
                      <a:pt x="224" y="199"/>
                    </a:lnTo>
                    <a:lnTo>
                      <a:pt x="213" y="214"/>
                    </a:lnTo>
                    <a:lnTo>
                      <a:pt x="201" y="230"/>
                    </a:lnTo>
                    <a:lnTo>
                      <a:pt x="191" y="246"/>
                    </a:lnTo>
                    <a:lnTo>
                      <a:pt x="179" y="263"/>
                    </a:lnTo>
                    <a:lnTo>
                      <a:pt x="169" y="282"/>
                    </a:lnTo>
                    <a:lnTo>
                      <a:pt x="159" y="300"/>
                    </a:lnTo>
                    <a:lnTo>
                      <a:pt x="129" y="284"/>
                    </a:lnTo>
                    <a:lnTo>
                      <a:pt x="102" y="267"/>
                    </a:lnTo>
                    <a:lnTo>
                      <a:pt x="77" y="249"/>
                    </a:lnTo>
                    <a:lnTo>
                      <a:pt x="56" y="231"/>
                    </a:lnTo>
                    <a:lnTo>
                      <a:pt x="38" y="213"/>
                    </a:lnTo>
                    <a:lnTo>
                      <a:pt x="21" y="194"/>
                    </a:lnTo>
                    <a:lnTo>
                      <a:pt x="9" y="175"/>
                    </a:lnTo>
                    <a:lnTo>
                      <a:pt x="0" y="155"/>
                    </a:lnTo>
                    <a:lnTo>
                      <a:pt x="16" y="142"/>
                    </a:lnTo>
                    <a:lnTo>
                      <a:pt x="33" y="130"/>
                    </a:lnTo>
                    <a:lnTo>
                      <a:pt x="49" y="118"/>
                    </a:lnTo>
                    <a:lnTo>
                      <a:pt x="66" y="107"/>
                    </a:lnTo>
                    <a:lnTo>
                      <a:pt x="84" y="97"/>
                    </a:lnTo>
                    <a:lnTo>
                      <a:pt x="101" y="87"/>
                    </a:lnTo>
                    <a:lnTo>
                      <a:pt x="118" y="78"/>
                    </a:lnTo>
                    <a:lnTo>
                      <a:pt x="135" y="70"/>
                    </a:lnTo>
                    <a:lnTo>
                      <a:pt x="153" y="62"/>
                    </a:lnTo>
                    <a:lnTo>
                      <a:pt x="169" y="55"/>
                    </a:lnTo>
                    <a:lnTo>
                      <a:pt x="185" y="48"/>
                    </a:lnTo>
                    <a:lnTo>
                      <a:pt x="202" y="42"/>
                    </a:lnTo>
                    <a:lnTo>
                      <a:pt x="218" y="36"/>
                    </a:lnTo>
                    <a:lnTo>
                      <a:pt x="235" y="32"/>
                    </a:lnTo>
                    <a:lnTo>
                      <a:pt x="249" y="26"/>
                    </a:lnTo>
                    <a:lnTo>
                      <a:pt x="266" y="23"/>
                    </a:lnTo>
                    <a:lnTo>
                      <a:pt x="281" y="18"/>
                    </a:lnTo>
                    <a:lnTo>
                      <a:pt x="296" y="15"/>
                    </a:lnTo>
                    <a:lnTo>
                      <a:pt x="309" y="11"/>
                    </a:lnTo>
                    <a:lnTo>
                      <a:pt x="323" y="9"/>
                    </a:lnTo>
                    <a:lnTo>
                      <a:pt x="337" y="5"/>
                    </a:lnTo>
                    <a:lnTo>
                      <a:pt x="350" y="3"/>
                    </a:lnTo>
                    <a:lnTo>
                      <a:pt x="362" y="2"/>
                    </a:lnTo>
                    <a:lnTo>
                      <a:pt x="375" y="0"/>
                    </a:lnTo>
                    <a:close/>
                  </a:path>
                </a:pathLst>
              </a:custGeom>
              <a:grpFill/>
              <a:ln w="9525">
                <a:noFill/>
                <a:round/>
                <a:headEnd/>
                <a:tailEnd/>
              </a:ln>
            </p:spPr>
            <p:txBody>
              <a:bodyPr/>
              <a:lstStyle/>
              <a:p>
                <a:pPr algn="ctr">
                  <a:defRPr/>
                </a:pPr>
                <a:endParaRPr lang="en-US" sz="900" dirty="0"/>
              </a:p>
            </p:txBody>
          </p:sp>
          <p:sp>
            <p:nvSpPr>
              <p:cNvPr id="67" name="Freeform 66"/>
              <p:cNvSpPr>
                <a:spLocks/>
              </p:cNvSpPr>
              <p:nvPr/>
            </p:nvSpPr>
            <p:spPr bwMode="auto">
              <a:xfrm>
                <a:off x="2409" y="1704"/>
                <a:ext cx="216" cy="286"/>
              </a:xfrm>
              <a:custGeom>
                <a:avLst/>
                <a:gdLst/>
                <a:ahLst/>
                <a:cxnLst>
                  <a:cxn ang="0">
                    <a:pos x="244" y="12"/>
                  </a:cxn>
                  <a:cxn ang="0">
                    <a:pos x="261" y="37"/>
                  </a:cxn>
                  <a:cxn ang="0">
                    <a:pos x="280" y="61"/>
                  </a:cxn>
                  <a:cxn ang="0">
                    <a:pos x="303" y="84"/>
                  </a:cxn>
                  <a:cxn ang="0">
                    <a:pos x="327" y="106"/>
                  </a:cxn>
                  <a:cxn ang="0">
                    <a:pos x="353" y="126"/>
                  </a:cxn>
                  <a:cxn ang="0">
                    <a:pos x="383" y="146"/>
                  </a:cxn>
                  <a:cxn ang="0">
                    <a:pos x="414" y="164"/>
                  </a:cxn>
                  <a:cxn ang="0">
                    <a:pos x="418" y="198"/>
                  </a:cxn>
                  <a:cxn ang="0">
                    <a:pos x="391" y="247"/>
                  </a:cxn>
                  <a:cxn ang="0">
                    <a:pos x="367" y="298"/>
                  </a:cxn>
                  <a:cxn ang="0">
                    <a:pos x="344" y="350"/>
                  </a:cxn>
                  <a:cxn ang="0">
                    <a:pos x="324" y="399"/>
                  </a:cxn>
                  <a:cxn ang="0">
                    <a:pos x="305" y="448"/>
                  </a:cxn>
                  <a:cxn ang="0">
                    <a:pos x="288" y="496"/>
                  </a:cxn>
                  <a:cxn ang="0">
                    <a:pos x="273" y="546"/>
                  </a:cxn>
                  <a:cxn ang="0">
                    <a:pos x="236" y="555"/>
                  </a:cxn>
                  <a:cxn ang="0">
                    <a:pos x="181" y="520"/>
                  </a:cxn>
                  <a:cxn ang="0">
                    <a:pos x="132" y="483"/>
                  </a:cxn>
                  <a:cxn ang="0">
                    <a:pos x="90" y="444"/>
                  </a:cxn>
                  <a:cxn ang="0">
                    <a:pos x="55" y="404"/>
                  </a:cxn>
                  <a:cxn ang="0">
                    <a:pos x="29" y="362"/>
                  </a:cxn>
                  <a:cxn ang="0">
                    <a:pos x="10" y="319"/>
                  </a:cxn>
                  <a:cxn ang="0">
                    <a:pos x="1" y="274"/>
                  </a:cxn>
                  <a:cxn ang="0">
                    <a:pos x="13" y="233"/>
                  </a:cxn>
                  <a:cxn ang="0">
                    <a:pos x="39" y="198"/>
                  </a:cxn>
                  <a:cxn ang="0">
                    <a:pos x="68" y="162"/>
                  </a:cxn>
                  <a:cxn ang="0">
                    <a:pos x="98" y="128"/>
                  </a:cxn>
                  <a:cxn ang="0">
                    <a:pos x="129" y="95"/>
                  </a:cxn>
                  <a:cxn ang="0">
                    <a:pos x="160" y="64"/>
                  </a:cxn>
                  <a:cxn ang="0">
                    <a:pos x="191" y="35"/>
                  </a:cxn>
                  <a:cxn ang="0">
                    <a:pos x="222" y="11"/>
                  </a:cxn>
                </a:cxnLst>
                <a:rect l="0" t="0" r="r" b="b"/>
                <a:pathLst>
                  <a:path w="432" h="571">
                    <a:moveTo>
                      <a:pt x="237" y="0"/>
                    </a:moveTo>
                    <a:lnTo>
                      <a:pt x="244" y="12"/>
                    </a:lnTo>
                    <a:lnTo>
                      <a:pt x="252" y="25"/>
                    </a:lnTo>
                    <a:lnTo>
                      <a:pt x="261" y="37"/>
                    </a:lnTo>
                    <a:lnTo>
                      <a:pt x="271" y="49"/>
                    </a:lnTo>
                    <a:lnTo>
                      <a:pt x="280" y="61"/>
                    </a:lnTo>
                    <a:lnTo>
                      <a:pt x="291" y="72"/>
                    </a:lnTo>
                    <a:lnTo>
                      <a:pt x="303" y="84"/>
                    </a:lnTo>
                    <a:lnTo>
                      <a:pt x="314" y="94"/>
                    </a:lnTo>
                    <a:lnTo>
                      <a:pt x="327" y="106"/>
                    </a:lnTo>
                    <a:lnTo>
                      <a:pt x="340" y="116"/>
                    </a:lnTo>
                    <a:lnTo>
                      <a:pt x="353" y="126"/>
                    </a:lnTo>
                    <a:lnTo>
                      <a:pt x="368" y="136"/>
                    </a:lnTo>
                    <a:lnTo>
                      <a:pt x="383" y="146"/>
                    </a:lnTo>
                    <a:lnTo>
                      <a:pt x="398" y="155"/>
                    </a:lnTo>
                    <a:lnTo>
                      <a:pt x="414" y="164"/>
                    </a:lnTo>
                    <a:lnTo>
                      <a:pt x="432" y="174"/>
                    </a:lnTo>
                    <a:lnTo>
                      <a:pt x="418" y="198"/>
                    </a:lnTo>
                    <a:lnTo>
                      <a:pt x="405" y="222"/>
                    </a:lnTo>
                    <a:lnTo>
                      <a:pt x="391" y="247"/>
                    </a:lnTo>
                    <a:lnTo>
                      <a:pt x="379" y="271"/>
                    </a:lnTo>
                    <a:lnTo>
                      <a:pt x="367" y="298"/>
                    </a:lnTo>
                    <a:lnTo>
                      <a:pt x="355" y="323"/>
                    </a:lnTo>
                    <a:lnTo>
                      <a:pt x="344" y="350"/>
                    </a:lnTo>
                    <a:lnTo>
                      <a:pt x="333" y="376"/>
                    </a:lnTo>
                    <a:lnTo>
                      <a:pt x="324" y="399"/>
                    </a:lnTo>
                    <a:lnTo>
                      <a:pt x="313" y="423"/>
                    </a:lnTo>
                    <a:lnTo>
                      <a:pt x="305" y="448"/>
                    </a:lnTo>
                    <a:lnTo>
                      <a:pt x="296" y="472"/>
                    </a:lnTo>
                    <a:lnTo>
                      <a:pt x="288" y="496"/>
                    </a:lnTo>
                    <a:lnTo>
                      <a:pt x="281" y="520"/>
                    </a:lnTo>
                    <a:lnTo>
                      <a:pt x="273" y="546"/>
                    </a:lnTo>
                    <a:lnTo>
                      <a:pt x="266" y="571"/>
                    </a:lnTo>
                    <a:lnTo>
                      <a:pt x="236" y="555"/>
                    </a:lnTo>
                    <a:lnTo>
                      <a:pt x="207" y="537"/>
                    </a:lnTo>
                    <a:lnTo>
                      <a:pt x="181" y="520"/>
                    </a:lnTo>
                    <a:lnTo>
                      <a:pt x="155" y="502"/>
                    </a:lnTo>
                    <a:lnTo>
                      <a:pt x="132" y="483"/>
                    </a:lnTo>
                    <a:lnTo>
                      <a:pt x="110" y="464"/>
                    </a:lnTo>
                    <a:lnTo>
                      <a:pt x="90" y="444"/>
                    </a:lnTo>
                    <a:lnTo>
                      <a:pt x="71" y="425"/>
                    </a:lnTo>
                    <a:lnTo>
                      <a:pt x="55" y="404"/>
                    </a:lnTo>
                    <a:lnTo>
                      <a:pt x="41" y="383"/>
                    </a:lnTo>
                    <a:lnTo>
                      <a:pt x="29" y="362"/>
                    </a:lnTo>
                    <a:lnTo>
                      <a:pt x="18" y="341"/>
                    </a:lnTo>
                    <a:lnTo>
                      <a:pt x="10" y="319"/>
                    </a:lnTo>
                    <a:lnTo>
                      <a:pt x="4" y="296"/>
                    </a:lnTo>
                    <a:lnTo>
                      <a:pt x="1" y="274"/>
                    </a:lnTo>
                    <a:lnTo>
                      <a:pt x="0" y="251"/>
                    </a:lnTo>
                    <a:lnTo>
                      <a:pt x="13" y="233"/>
                    </a:lnTo>
                    <a:lnTo>
                      <a:pt x="25" y="215"/>
                    </a:lnTo>
                    <a:lnTo>
                      <a:pt x="39" y="198"/>
                    </a:lnTo>
                    <a:lnTo>
                      <a:pt x="54" y="179"/>
                    </a:lnTo>
                    <a:lnTo>
                      <a:pt x="68" y="162"/>
                    </a:lnTo>
                    <a:lnTo>
                      <a:pt x="83" y="145"/>
                    </a:lnTo>
                    <a:lnTo>
                      <a:pt x="98" y="128"/>
                    </a:lnTo>
                    <a:lnTo>
                      <a:pt x="114" y="111"/>
                    </a:lnTo>
                    <a:lnTo>
                      <a:pt x="129" y="95"/>
                    </a:lnTo>
                    <a:lnTo>
                      <a:pt x="145" y="79"/>
                    </a:lnTo>
                    <a:lnTo>
                      <a:pt x="160" y="64"/>
                    </a:lnTo>
                    <a:lnTo>
                      <a:pt x="176" y="49"/>
                    </a:lnTo>
                    <a:lnTo>
                      <a:pt x="191" y="35"/>
                    </a:lnTo>
                    <a:lnTo>
                      <a:pt x="207" y="23"/>
                    </a:lnTo>
                    <a:lnTo>
                      <a:pt x="222" y="11"/>
                    </a:lnTo>
                    <a:lnTo>
                      <a:pt x="237" y="0"/>
                    </a:lnTo>
                    <a:close/>
                  </a:path>
                </a:pathLst>
              </a:custGeom>
              <a:grpFill/>
              <a:ln w="9525">
                <a:noFill/>
                <a:round/>
                <a:headEnd/>
                <a:tailEnd/>
              </a:ln>
            </p:spPr>
            <p:txBody>
              <a:bodyPr/>
              <a:lstStyle/>
              <a:p>
                <a:pPr algn="ctr">
                  <a:defRPr/>
                </a:pPr>
                <a:endParaRPr lang="en-US" sz="900" dirty="0"/>
              </a:p>
            </p:txBody>
          </p:sp>
          <p:sp>
            <p:nvSpPr>
              <p:cNvPr id="68" name="Freeform 67"/>
              <p:cNvSpPr>
                <a:spLocks/>
              </p:cNvSpPr>
              <p:nvPr/>
            </p:nvSpPr>
            <p:spPr bwMode="auto">
              <a:xfrm>
                <a:off x="2318" y="1900"/>
                <a:ext cx="210" cy="352"/>
              </a:xfrm>
              <a:custGeom>
                <a:avLst/>
                <a:gdLst/>
                <a:ahLst/>
                <a:cxnLst>
                  <a:cxn ang="0">
                    <a:pos x="99" y="0"/>
                  </a:cxn>
                  <a:cxn ang="0">
                    <a:pos x="109" y="22"/>
                  </a:cxn>
                  <a:cxn ang="0">
                    <a:pos x="121" y="43"/>
                  </a:cxn>
                  <a:cxn ang="0">
                    <a:pos x="133" y="64"/>
                  </a:cxn>
                  <a:cxn ang="0">
                    <a:pos x="148" y="84"/>
                  </a:cxn>
                  <a:cxn ang="0">
                    <a:pos x="165" y="104"/>
                  </a:cxn>
                  <a:cxn ang="0">
                    <a:pos x="182" y="123"/>
                  </a:cxn>
                  <a:cxn ang="0">
                    <a:pos x="200" y="143"/>
                  </a:cxn>
                  <a:cxn ang="0">
                    <a:pos x="220" y="161"/>
                  </a:cxn>
                  <a:cxn ang="0">
                    <a:pos x="241" y="180"/>
                  </a:cxn>
                  <a:cxn ang="0">
                    <a:pos x="264" y="197"/>
                  </a:cxn>
                  <a:cxn ang="0">
                    <a:pos x="287" y="214"/>
                  </a:cxn>
                  <a:cxn ang="0">
                    <a:pos x="311" y="232"/>
                  </a:cxn>
                  <a:cxn ang="0">
                    <a:pos x="337" y="248"/>
                  </a:cxn>
                  <a:cxn ang="0">
                    <a:pos x="364" y="263"/>
                  </a:cxn>
                  <a:cxn ang="0">
                    <a:pos x="391" y="278"/>
                  </a:cxn>
                  <a:cxn ang="0">
                    <a:pos x="420" y="293"/>
                  </a:cxn>
                  <a:cxn ang="0">
                    <a:pos x="413" y="330"/>
                  </a:cxn>
                  <a:cxn ang="0">
                    <a:pos x="406" y="368"/>
                  </a:cxn>
                  <a:cxn ang="0">
                    <a:pos x="401" y="406"/>
                  </a:cxn>
                  <a:cxn ang="0">
                    <a:pos x="395" y="445"/>
                  </a:cxn>
                  <a:cxn ang="0">
                    <a:pos x="393" y="469"/>
                  </a:cxn>
                  <a:cxn ang="0">
                    <a:pos x="390" y="493"/>
                  </a:cxn>
                  <a:cxn ang="0">
                    <a:pos x="389" y="517"/>
                  </a:cxn>
                  <a:cxn ang="0">
                    <a:pos x="387" y="541"/>
                  </a:cxn>
                  <a:cxn ang="0">
                    <a:pos x="385" y="583"/>
                  </a:cxn>
                  <a:cxn ang="0">
                    <a:pos x="385" y="623"/>
                  </a:cxn>
                  <a:cxn ang="0">
                    <a:pos x="383" y="665"/>
                  </a:cxn>
                  <a:cxn ang="0">
                    <a:pos x="385" y="705"/>
                  </a:cxn>
                  <a:cxn ang="0">
                    <a:pos x="348" y="685"/>
                  </a:cxn>
                  <a:cxn ang="0">
                    <a:pos x="312" y="665"/>
                  </a:cxn>
                  <a:cxn ang="0">
                    <a:pos x="277" y="643"/>
                  </a:cxn>
                  <a:cxn ang="0">
                    <a:pos x="244" y="622"/>
                  </a:cxn>
                  <a:cxn ang="0">
                    <a:pos x="211" y="599"/>
                  </a:cxn>
                  <a:cxn ang="0">
                    <a:pos x="180" y="576"/>
                  </a:cxn>
                  <a:cxn ang="0">
                    <a:pos x="150" y="553"/>
                  </a:cxn>
                  <a:cxn ang="0">
                    <a:pos x="122" y="528"/>
                  </a:cxn>
                  <a:cxn ang="0">
                    <a:pos x="97" y="502"/>
                  </a:cxn>
                  <a:cxn ang="0">
                    <a:pos x="74" y="475"/>
                  </a:cxn>
                  <a:cxn ang="0">
                    <a:pos x="54" y="447"/>
                  </a:cxn>
                  <a:cxn ang="0">
                    <a:pos x="36" y="418"/>
                  </a:cxn>
                  <a:cxn ang="0">
                    <a:pos x="22" y="387"/>
                  </a:cxn>
                  <a:cxn ang="0">
                    <a:pos x="10" y="356"/>
                  </a:cxn>
                  <a:cxn ang="0">
                    <a:pos x="3" y="323"/>
                  </a:cxn>
                  <a:cxn ang="0">
                    <a:pos x="0" y="288"/>
                  </a:cxn>
                  <a:cxn ang="0">
                    <a:pos x="8" y="250"/>
                  </a:cxn>
                  <a:cxn ang="0">
                    <a:pos x="18" y="213"/>
                  </a:cxn>
                  <a:cxn ang="0">
                    <a:pos x="29" y="176"/>
                  </a:cxn>
                  <a:cxn ang="0">
                    <a:pos x="40" y="140"/>
                  </a:cxn>
                  <a:cxn ang="0">
                    <a:pos x="53" y="104"/>
                  </a:cxn>
                  <a:cxn ang="0">
                    <a:pos x="68" y="69"/>
                  </a:cxn>
                  <a:cxn ang="0">
                    <a:pos x="83" y="35"/>
                  </a:cxn>
                  <a:cxn ang="0">
                    <a:pos x="99" y="0"/>
                  </a:cxn>
                </a:cxnLst>
                <a:rect l="0" t="0" r="r" b="b"/>
                <a:pathLst>
                  <a:path w="420" h="705">
                    <a:moveTo>
                      <a:pt x="99" y="0"/>
                    </a:moveTo>
                    <a:lnTo>
                      <a:pt x="109" y="22"/>
                    </a:lnTo>
                    <a:lnTo>
                      <a:pt x="121" y="43"/>
                    </a:lnTo>
                    <a:lnTo>
                      <a:pt x="133" y="64"/>
                    </a:lnTo>
                    <a:lnTo>
                      <a:pt x="148" y="84"/>
                    </a:lnTo>
                    <a:lnTo>
                      <a:pt x="165" y="104"/>
                    </a:lnTo>
                    <a:lnTo>
                      <a:pt x="182" y="123"/>
                    </a:lnTo>
                    <a:lnTo>
                      <a:pt x="200" y="143"/>
                    </a:lnTo>
                    <a:lnTo>
                      <a:pt x="220" y="161"/>
                    </a:lnTo>
                    <a:lnTo>
                      <a:pt x="241" y="180"/>
                    </a:lnTo>
                    <a:lnTo>
                      <a:pt x="264" y="197"/>
                    </a:lnTo>
                    <a:lnTo>
                      <a:pt x="287" y="214"/>
                    </a:lnTo>
                    <a:lnTo>
                      <a:pt x="311" y="232"/>
                    </a:lnTo>
                    <a:lnTo>
                      <a:pt x="337" y="248"/>
                    </a:lnTo>
                    <a:lnTo>
                      <a:pt x="364" y="263"/>
                    </a:lnTo>
                    <a:lnTo>
                      <a:pt x="391" y="278"/>
                    </a:lnTo>
                    <a:lnTo>
                      <a:pt x="420" y="293"/>
                    </a:lnTo>
                    <a:lnTo>
                      <a:pt x="413" y="330"/>
                    </a:lnTo>
                    <a:lnTo>
                      <a:pt x="406" y="368"/>
                    </a:lnTo>
                    <a:lnTo>
                      <a:pt x="401" y="406"/>
                    </a:lnTo>
                    <a:lnTo>
                      <a:pt x="395" y="445"/>
                    </a:lnTo>
                    <a:lnTo>
                      <a:pt x="393" y="469"/>
                    </a:lnTo>
                    <a:lnTo>
                      <a:pt x="390" y="493"/>
                    </a:lnTo>
                    <a:lnTo>
                      <a:pt x="389" y="517"/>
                    </a:lnTo>
                    <a:lnTo>
                      <a:pt x="387" y="541"/>
                    </a:lnTo>
                    <a:lnTo>
                      <a:pt x="385" y="583"/>
                    </a:lnTo>
                    <a:lnTo>
                      <a:pt x="385" y="623"/>
                    </a:lnTo>
                    <a:lnTo>
                      <a:pt x="383" y="665"/>
                    </a:lnTo>
                    <a:lnTo>
                      <a:pt x="385" y="705"/>
                    </a:lnTo>
                    <a:lnTo>
                      <a:pt x="348" y="685"/>
                    </a:lnTo>
                    <a:lnTo>
                      <a:pt x="312" y="665"/>
                    </a:lnTo>
                    <a:lnTo>
                      <a:pt x="277" y="643"/>
                    </a:lnTo>
                    <a:lnTo>
                      <a:pt x="244" y="622"/>
                    </a:lnTo>
                    <a:lnTo>
                      <a:pt x="211" y="599"/>
                    </a:lnTo>
                    <a:lnTo>
                      <a:pt x="180" y="576"/>
                    </a:lnTo>
                    <a:lnTo>
                      <a:pt x="150" y="553"/>
                    </a:lnTo>
                    <a:lnTo>
                      <a:pt x="122" y="528"/>
                    </a:lnTo>
                    <a:lnTo>
                      <a:pt x="97" y="502"/>
                    </a:lnTo>
                    <a:lnTo>
                      <a:pt x="74" y="475"/>
                    </a:lnTo>
                    <a:lnTo>
                      <a:pt x="54" y="447"/>
                    </a:lnTo>
                    <a:lnTo>
                      <a:pt x="36" y="418"/>
                    </a:lnTo>
                    <a:lnTo>
                      <a:pt x="22" y="387"/>
                    </a:lnTo>
                    <a:lnTo>
                      <a:pt x="10" y="356"/>
                    </a:lnTo>
                    <a:lnTo>
                      <a:pt x="3" y="323"/>
                    </a:lnTo>
                    <a:lnTo>
                      <a:pt x="0" y="288"/>
                    </a:lnTo>
                    <a:lnTo>
                      <a:pt x="8" y="250"/>
                    </a:lnTo>
                    <a:lnTo>
                      <a:pt x="18" y="213"/>
                    </a:lnTo>
                    <a:lnTo>
                      <a:pt x="29" y="176"/>
                    </a:lnTo>
                    <a:lnTo>
                      <a:pt x="40" y="140"/>
                    </a:lnTo>
                    <a:lnTo>
                      <a:pt x="53" y="104"/>
                    </a:lnTo>
                    <a:lnTo>
                      <a:pt x="68" y="69"/>
                    </a:lnTo>
                    <a:lnTo>
                      <a:pt x="83" y="35"/>
                    </a:lnTo>
                    <a:lnTo>
                      <a:pt x="99" y="0"/>
                    </a:lnTo>
                    <a:close/>
                  </a:path>
                </a:pathLst>
              </a:custGeom>
              <a:grpFill/>
              <a:ln w="9525">
                <a:noFill/>
                <a:round/>
                <a:headEnd/>
                <a:tailEnd/>
              </a:ln>
            </p:spPr>
            <p:txBody>
              <a:bodyPr/>
              <a:lstStyle/>
              <a:p>
                <a:pPr algn="ctr">
                  <a:defRPr/>
                </a:pPr>
                <a:endParaRPr lang="en-US" sz="900" dirty="0"/>
              </a:p>
            </p:txBody>
          </p:sp>
          <p:sp>
            <p:nvSpPr>
              <p:cNvPr id="69" name="Freeform 68"/>
              <p:cNvSpPr>
                <a:spLocks/>
              </p:cNvSpPr>
              <p:nvPr/>
            </p:nvSpPr>
            <p:spPr bwMode="auto">
              <a:xfrm>
                <a:off x="2307" y="2149"/>
                <a:ext cx="256" cy="365"/>
              </a:xfrm>
              <a:custGeom>
                <a:avLst/>
                <a:gdLst/>
                <a:ahLst/>
                <a:cxnLst>
                  <a:cxn ang="0">
                    <a:pos x="0" y="11"/>
                  </a:cxn>
                  <a:cxn ang="0">
                    <a:pos x="0" y="9"/>
                  </a:cxn>
                  <a:cxn ang="0">
                    <a:pos x="1" y="5"/>
                  </a:cxn>
                  <a:cxn ang="0">
                    <a:pos x="1" y="3"/>
                  </a:cxn>
                  <a:cxn ang="0">
                    <a:pos x="1" y="0"/>
                  </a:cxn>
                  <a:cxn ang="0">
                    <a:pos x="12" y="25"/>
                  </a:cxn>
                  <a:cxn ang="0">
                    <a:pos x="25" y="49"/>
                  </a:cxn>
                  <a:cxn ang="0">
                    <a:pos x="41" y="73"/>
                  </a:cxn>
                  <a:cxn ang="0">
                    <a:pos x="60" y="96"/>
                  </a:cxn>
                  <a:cxn ang="0">
                    <a:pos x="82" y="119"/>
                  </a:cxn>
                  <a:cxn ang="0">
                    <a:pos x="106" y="141"/>
                  </a:cxn>
                  <a:cxn ang="0">
                    <a:pos x="131" y="163"/>
                  </a:cxn>
                  <a:cxn ang="0">
                    <a:pos x="159" y="185"/>
                  </a:cxn>
                  <a:cxn ang="0">
                    <a:pos x="188" y="206"/>
                  </a:cxn>
                  <a:cxn ang="0">
                    <a:pos x="219" y="227"/>
                  </a:cxn>
                  <a:cxn ang="0">
                    <a:pos x="250" y="246"/>
                  </a:cxn>
                  <a:cxn ang="0">
                    <a:pos x="282" y="265"/>
                  </a:cxn>
                  <a:cxn ang="0">
                    <a:pos x="316" y="283"/>
                  </a:cxn>
                  <a:cxn ang="0">
                    <a:pos x="349" y="301"/>
                  </a:cxn>
                  <a:cxn ang="0">
                    <a:pos x="382" y="319"/>
                  </a:cxn>
                  <a:cxn ang="0">
                    <a:pos x="416" y="335"/>
                  </a:cxn>
                  <a:cxn ang="0">
                    <a:pos x="419" y="374"/>
                  </a:cxn>
                  <a:cxn ang="0">
                    <a:pos x="424" y="412"/>
                  </a:cxn>
                  <a:cxn ang="0">
                    <a:pos x="430" y="450"/>
                  </a:cxn>
                  <a:cxn ang="0">
                    <a:pos x="435" y="487"/>
                  </a:cxn>
                  <a:cxn ang="0">
                    <a:pos x="441" y="517"/>
                  </a:cxn>
                  <a:cxn ang="0">
                    <a:pos x="448" y="547"/>
                  </a:cxn>
                  <a:cxn ang="0">
                    <a:pos x="456" y="577"/>
                  </a:cxn>
                  <a:cxn ang="0">
                    <a:pos x="464" y="607"/>
                  </a:cxn>
                  <a:cxn ang="0">
                    <a:pos x="475" y="638"/>
                  </a:cxn>
                  <a:cxn ang="0">
                    <a:pos x="486" y="668"/>
                  </a:cxn>
                  <a:cxn ang="0">
                    <a:pos x="499" y="699"/>
                  </a:cxn>
                  <a:cxn ang="0">
                    <a:pos x="513" y="731"/>
                  </a:cxn>
                  <a:cxn ang="0">
                    <a:pos x="470" y="709"/>
                  </a:cxn>
                  <a:cxn ang="0">
                    <a:pos x="427" y="686"/>
                  </a:cxn>
                  <a:cxn ang="0">
                    <a:pos x="387" y="662"/>
                  </a:cxn>
                  <a:cxn ang="0">
                    <a:pos x="348" y="635"/>
                  </a:cxn>
                  <a:cxn ang="0">
                    <a:pos x="310" y="608"/>
                  </a:cxn>
                  <a:cxn ang="0">
                    <a:pos x="274" y="579"/>
                  </a:cxn>
                  <a:cxn ang="0">
                    <a:pos x="240" y="549"/>
                  </a:cxn>
                  <a:cxn ang="0">
                    <a:pos x="206" y="518"/>
                  </a:cxn>
                  <a:cxn ang="0">
                    <a:pos x="176" y="486"/>
                  </a:cxn>
                  <a:cxn ang="0">
                    <a:pos x="147" y="453"/>
                  </a:cxn>
                  <a:cxn ang="0">
                    <a:pos x="121" y="419"/>
                  </a:cxn>
                  <a:cxn ang="0">
                    <a:pos x="97" y="384"/>
                  </a:cxn>
                  <a:cxn ang="0">
                    <a:pos x="75" y="350"/>
                  </a:cxn>
                  <a:cxn ang="0">
                    <a:pos x="55" y="313"/>
                  </a:cxn>
                  <a:cxn ang="0">
                    <a:pos x="38" y="277"/>
                  </a:cxn>
                  <a:cxn ang="0">
                    <a:pos x="24" y="240"/>
                  </a:cxn>
                  <a:cxn ang="0">
                    <a:pos x="14" y="184"/>
                  </a:cxn>
                  <a:cxn ang="0">
                    <a:pos x="6" y="128"/>
                  </a:cxn>
                  <a:cxn ang="0">
                    <a:pos x="1" y="70"/>
                  </a:cxn>
                  <a:cxn ang="0">
                    <a:pos x="0" y="11"/>
                  </a:cxn>
                </a:cxnLst>
                <a:rect l="0" t="0" r="r" b="b"/>
                <a:pathLst>
                  <a:path w="513" h="731">
                    <a:moveTo>
                      <a:pt x="0" y="11"/>
                    </a:moveTo>
                    <a:lnTo>
                      <a:pt x="0" y="9"/>
                    </a:lnTo>
                    <a:lnTo>
                      <a:pt x="1" y="5"/>
                    </a:lnTo>
                    <a:lnTo>
                      <a:pt x="1" y="3"/>
                    </a:lnTo>
                    <a:lnTo>
                      <a:pt x="1" y="0"/>
                    </a:lnTo>
                    <a:lnTo>
                      <a:pt x="12" y="25"/>
                    </a:lnTo>
                    <a:lnTo>
                      <a:pt x="25" y="49"/>
                    </a:lnTo>
                    <a:lnTo>
                      <a:pt x="41" y="73"/>
                    </a:lnTo>
                    <a:lnTo>
                      <a:pt x="60" y="96"/>
                    </a:lnTo>
                    <a:lnTo>
                      <a:pt x="82" y="119"/>
                    </a:lnTo>
                    <a:lnTo>
                      <a:pt x="106" y="141"/>
                    </a:lnTo>
                    <a:lnTo>
                      <a:pt x="131" y="163"/>
                    </a:lnTo>
                    <a:lnTo>
                      <a:pt x="159" y="185"/>
                    </a:lnTo>
                    <a:lnTo>
                      <a:pt x="188" y="206"/>
                    </a:lnTo>
                    <a:lnTo>
                      <a:pt x="219" y="227"/>
                    </a:lnTo>
                    <a:lnTo>
                      <a:pt x="250" y="246"/>
                    </a:lnTo>
                    <a:lnTo>
                      <a:pt x="282" y="265"/>
                    </a:lnTo>
                    <a:lnTo>
                      <a:pt x="316" y="283"/>
                    </a:lnTo>
                    <a:lnTo>
                      <a:pt x="349" y="301"/>
                    </a:lnTo>
                    <a:lnTo>
                      <a:pt x="382" y="319"/>
                    </a:lnTo>
                    <a:lnTo>
                      <a:pt x="416" y="335"/>
                    </a:lnTo>
                    <a:lnTo>
                      <a:pt x="419" y="374"/>
                    </a:lnTo>
                    <a:lnTo>
                      <a:pt x="424" y="412"/>
                    </a:lnTo>
                    <a:lnTo>
                      <a:pt x="430" y="450"/>
                    </a:lnTo>
                    <a:lnTo>
                      <a:pt x="435" y="487"/>
                    </a:lnTo>
                    <a:lnTo>
                      <a:pt x="441" y="517"/>
                    </a:lnTo>
                    <a:lnTo>
                      <a:pt x="448" y="547"/>
                    </a:lnTo>
                    <a:lnTo>
                      <a:pt x="456" y="577"/>
                    </a:lnTo>
                    <a:lnTo>
                      <a:pt x="464" y="607"/>
                    </a:lnTo>
                    <a:lnTo>
                      <a:pt x="475" y="638"/>
                    </a:lnTo>
                    <a:lnTo>
                      <a:pt x="486" y="668"/>
                    </a:lnTo>
                    <a:lnTo>
                      <a:pt x="499" y="699"/>
                    </a:lnTo>
                    <a:lnTo>
                      <a:pt x="513" y="731"/>
                    </a:lnTo>
                    <a:lnTo>
                      <a:pt x="470" y="709"/>
                    </a:lnTo>
                    <a:lnTo>
                      <a:pt x="427" y="686"/>
                    </a:lnTo>
                    <a:lnTo>
                      <a:pt x="387" y="662"/>
                    </a:lnTo>
                    <a:lnTo>
                      <a:pt x="348" y="635"/>
                    </a:lnTo>
                    <a:lnTo>
                      <a:pt x="310" y="608"/>
                    </a:lnTo>
                    <a:lnTo>
                      <a:pt x="274" y="579"/>
                    </a:lnTo>
                    <a:lnTo>
                      <a:pt x="240" y="549"/>
                    </a:lnTo>
                    <a:lnTo>
                      <a:pt x="206" y="518"/>
                    </a:lnTo>
                    <a:lnTo>
                      <a:pt x="176" y="486"/>
                    </a:lnTo>
                    <a:lnTo>
                      <a:pt x="147" y="453"/>
                    </a:lnTo>
                    <a:lnTo>
                      <a:pt x="121" y="419"/>
                    </a:lnTo>
                    <a:lnTo>
                      <a:pt x="97" y="384"/>
                    </a:lnTo>
                    <a:lnTo>
                      <a:pt x="75" y="350"/>
                    </a:lnTo>
                    <a:lnTo>
                      <a:pt x="55" y="313"/>
                    </a:lnTo>
                    <a:lnTo>
                      <a:pt x="38" y="277"/>
                    </a:lnTo>
                    <a:lnTo>
                      <a:pt x="24" y="240"/>
                    </a:lnTo>
                    <a:lnTo>
                      <a:pt x="14" y="184"/>
                    </a:lnTo>
                    <a:lnTo>
                      <a:pt x="6" y="128"/>
                    </a:lnTo>
                    <a:lnTo>
                      <a:pt x="1" y="70"/>
                    </a:lnTo>
                    <a:lnTo>
                      <a:pt x="0" y="11"/>
                    </a:lnTo>
                    <a:close/>
                  </a:path>
                </a:pathLst>
              </a:custGeom>
              <a:grpFill/>
              <a:ln w="9525">
                <a:noFill/>
                <a:round/>
                <a:headEnd/>
                <a:tailEnd/>
              </a:ln>
            </p:spPr>
            <p:txBody>
              <a:bodyPr/>
              <a:lstStyle/>
              <a:p>
                <a:pPr algn="ctr">
                  <a:defRPr/>
                </a:pPr>
                <a:endParaRPr lang="en-US" sz="900" dirty="0"/>
              </a:p>
            </p:txBody>
          </p:sp>
          <p:sp>
            <p:nvSpPr>
              <p:cNvPr id="70" name="Freeform 69"/>
              <p:cNvSpPr>
                <a:spLocks/>
              </p:cNvSpPr>
              <p:nvPr/>
            </p:nvSpPr>
            <p:spPr bwMode="auto">
              <a:xfrm>
                <a:off x="2379" y="2437"/>
                <a:ext cx="286" cy="253"/>
              </a:xfrm>
              <a:custGeom>
                <a:avLst/>
                <a:gdLst/>
                <a:ahLst/>
                <a:cxnLst>
                  <a:cxn ang="0">
                    <a:pos x="0" y="0"/>
                  </a:cxn>
                  <a:cxn ang="0">
                    <a:pos x="14" y="20"/>
                  </a:cxn>
                  <a:cxn ang="0">
                    <a:pos x="31" y="41"/>
                  </a:cxn>
                  <a:cxn ang="0">
                    <a:pos x="52" y="62"/>
                  </a:cxn>
                  <a:cxn ang="0">
                    <a:pos x="74" y="82"/>
                  </a:cxn>
                  <a:cxn ang="0">
                    <a:pos x="99" y="103"/>
                  </a:cxn>
                  <a:cxn ang="0">
                    <a:pos x="126" y="124"/>
                  </a:cxn>
                  <a:cxn ang="0">
                    <a:pos x="153" y="144"/>
                  </a:cxn>
                  <a:cxn ang="0">
                    <a:pos x="182" y="165"/>
                  </a:cxn>
                  <a:cxn ang="0">
                    <a:pos x="212" y="184"/>
                  </a:cxn>
                  <a:cxn ang="0">
                    <a:pos x="242" y="203"/>
                  </a:cxn>
                  <a:cxn ang="0">
                    <a:pos x="272" y="220"/>
                  </a:cxn>
                  <a:cxn ang="0">
                    <a:pos x="302" y="237"/>
                  </a:cxn>
                  <a:cxn ang="0">
                    <a:pos x="332" y="252"/>
                  </a:cxn>
                  <a:cxn ang="0">
                    <a:pos x="360" y="265"/>
                  </a:cxn>
                  <a:cxn ang="0">
                    <a:pos x="387" y="278"/>
                  </a:cxn>
                  <a:cxn ang="0">
                    <a:pos x="412" y="288"/>
                  </a:cxn>
                  <a:cxn ang="0">
                    <a:pos x="418" y="303"/>
                  </a:cxn>
                  <a:cxn ang="0">
                    <a:pos x="424" y="318"/>
                  </a:cxn>
                  <a:cxn ang="0">
                    <a:pos x="431" y="334"/>
                  </a:cxn>
                  <a:cxn ang="0">
                    <a:pos x="439" y="349"/>
                  </a:cxn>
                  <a:cxn ang="0">
                    <a:pos x="447" y="366"/>
                  </a:cxn>
                  <a:cxn ang="0">
                    <a:pos x="456" y="381"/>
                  </a:cxn>
                  <a:cxn ang="0">
                    <a:pos x="466" y="397"/>
                  </a:cxn>
                  <a:cxn ang="0">
                    <a:pos x="478" y="413"/>
                  </a:cxn>
                  <a:cxn ang="0">
                    <a:pos x="487" y="424"/>
                  </a:cxn>
                  <a:cxn ang="0">
                    <a:pos x="496" y="436"/>
                  </a:cxn>
                  <a:cxn ang="0">
                    <a:pos x="508" y="447"/>
                  </a:cxn>
                  <a:cxn ang="0">
                    <a:pos x="518" y="460"/>
                  </a:cxn>
                  <a:cxn ang="0">
                    <a:pos x="531" y="471"/>
                  </a:cxn>
                  <a:cxn ang="0">
                    <a:pos x="544" y="483"/>
                  </a:cxn>
                  <a:cxn ang="0">
                    <a:pos x="557" y="496"/>
                  </a:cxn>
                  <a:cxn ang="0">
                    <a:pos x="572" y="507"/>
                  </a:cxn>
                  <a:cxn ang="0">
                    <a:pos x="537" y="490"/>
                  </a:cxn>
                  <a:cxn ang="0">
                    <a:pos x="500" y="471"/>
                  </a:cxn>
                  <a:cxn ang="0">
                    <a:pos x="461" y="451"/>
                  </a:cxn>
                  <a:cxn ang="0">
                    <a:pos x="422" y="428"/>
                  </a:cxn>
                  <a:cxn ang="0">
                    <a:pos x="381" y="402"/>
                  </a:cxn>
                  <a:cxn ang="0">
                    <a:pos x="341" y="376"/>
                  </a:cxn>
                  <a:cxn ang="0">
                    <a:pos x="302" y="347"/>
                  </a:cxn>
                  <a:cxn ang="0">
                    <a:pos x="261" y="316"/>
                  </a:cxn>
                  <a:cxn ang="0">
                    <a:pos x="222" y="284"/>
                  </a:cxn>
                  <a:cxn ang="0">
                    <a:pos x="185" y="249"/>
                  </a:cxn>
                  <a:cxn ang="0">
                    <a:pos x="149" y="212"/>
                  </a:cxn>
                  <a:cxn ang="0">
                    <a:pos x="114" y="173"/>
                  </a:cxn>
                  <a:cxn ang="0">
                    <a:pos x="82" y="133"/>
                  </a:cxn>
                  <a:cxn ang="0">
                    <a:pos x="52" y="90"/>
                  </a:cxn>
                  <a:cxn ang="0">
                    <a:pos x="24" y="47"/>
                  </a:cxn>
                  <a:cxn ang="0">
                    <a:pos x="0" y="0"/>
                  </a:cxn>
                </a:cxnLst>
                <a:rect l="0" t="0" r="r" b="b"/>
                <a:pathLst>
                  <a:path w="572" h="507">
                    <a:moveTo>
                      <a:pt x="0" y="0"/>
                    </a:moveTo>
                    <a:lnTo>
                      <a:pt x="14" y="20"/>
                    </a:lnTo>
                    <a:lnTo>
                      <a:pt x="31" y="41"/>
                    </a:lnTo>
                    <a:lnTo>
                      <a:pt x="52" y="62"/>
                    </a:lnTo>
                    <a:lnTo>
                      <a:pt x="74" y="82"/>
                    </a:lnTo>
                    <a:lnTo>
                      <a:pt x="99" y="103"/>
                    </a:lnTo>
                    <a:lnTo>
                      <a:pt x="126" y="124"/>
                    </a:lnTo>
                    <a:lnTo>
                      <a:pt x="153" y="144"/>
                    </a:lnTo>
                    <a:lnTo>
                      <a:pt x="182" y="165"/>
                    </a:lnTo>
                    <a:lnTo>
                      <a:pt x="212" y="184"/>
                    </a:lnTo>
                    <a:lnTo>
                      <a:pt x="242" y="203"/>
                    </a:lnTo>
                    <a:lnTo>
                      <a:pt x="272" y="220"/>
                    </a:lnTo>
                    <a:lnTo>
                      <a:pt x="302" y="237"/>
                    </a:lnTo>
                    <a:lnTo>
                      <a:pt x="332" y="252"/>
                    </a:lnTo>
                    <a:lnTo>
                      <a:pt x="360" y="265"/>
                    </a:lnTo>
                    <a:lnTo>
                      <a:pt x="387" y="278"/>
                    </a:lnTo>
                    <a:lnTo>
                      <a:pt x="412" y="288"/>
                    </a:lnTo>
                    <a:lnTo>
                      <a:pt x="418" y="303"/>
                    </a:lnTo>
                    <a:lnTo>
                      <a:pt x="424" y="318"/>
                    </a:lnTo>
                    <a:lnTo>
                      <a:pt x="431" y="334"/>
                    </a:lnTo>
                    <a:lnTo>
                      <a:pt x="439" y="349"/>
                    </a:lnTo>
                    <a:lnTo>
                      <a:pt x="447" y="366"/>
                    </a:lnTo>
                    <a:lnTo>
                      <a:pt x="456" y="381"/>
                    </a:lnTo>
                    <a:lnTo>
                      <a:pt x="466" y="397"/>
                    </a:lnTo>
                    <a:lnTo>
                      <a:pt x="478" y="413"/>
                    </a:lnTo>
                    <a:lnTo>
                      <a:pt x="487" y="424"/>
                    </a:lnTo>
                    <a:lnTo>
                      <a:pt x="496" y="436"/>
                    </a:lnTo>
                    <a:lnTo>
                      <a:pt x="508" y="447"/>
                    </a:lnTo>
                    <a:lnTo>
                      <a:pt x="518" y="460"/>
                    </a:lnTo>
                    <a:lnTo>
                      <a:pt x="531" y="471"/>
                    </a:lnTo>
                    <a:lnTo>
                      <a:pt x="544" y="483"/>
                    </a:lnTo>
                    <a:lnTo>
                      <a:pt x="557" y="496"/>
                    </a:lnTo>
                    <a:lnTo>
                      <a:pt x="572" y="507"/>
                    </a:lnTo>
                    <a:lnTo>
                      <a:pt x="537" y="490"/>
                    </a:lnTo>
                    <a:lnTo>
                      <a:pt x="500" y="471"/>
                    </a:lnTo>
                    <a:lnTo>
                      <a:pt x="461" y="451"/>
                    </a:lnTo>
                    <a:lnTo>
                      <a:pt x="422" y="428"/>
                    </a:lnTo>
                    <a:lnTo>
                      <a:pt x="381" y="402"/>
                    </a:lnTo>
                    <a:lnTo>
                      <a:pt x="341" y="376"/>
                    </a:lnTo>
                    <a:lnTo>
                      <a:pt x="302" y="347"/>
                    </a:lnTo>
                    <a:lnTo>
                      <a:pt x="261" y="316"/>
                    </a:lnTo>
                    <a:lnTo>
                      <a:pt x="222" y="284"/>
                    </a:lnTo>
                    <a:lnTo>
                      <a:pt x="185" y="249"/>
                    </a:lnTo>
                    <a:lnTo>
                      <a:pt x="149" y="212"/>
                    </a:lnTo>
                    <a:lnTo>
                      <a:pt x="114" y="173"/>
                    </a:lnTo>
                    <a:lnTo>
                      <a:pt x="82" y="133"/>
                    </a:lnTo>
                    <a:lnTo>
                      <a:pt x="52" y="90"/>
                    </a:lnTo>
                    <a:lnTo>
                      <a:pt x="24" y="47"/>
                    </a:lnTo>
                    <a:lnTo>
                      <a:pt x="0" y="0"/>
                    </a:lnTo>
                    <a:close/>
                  </a:path>
                </a:pathLst>
              </a:custGeom>
              <a:grpFill/>
              <a:ln w="9525">
                <a:noFill/>
                <a:round/>
                <a:headEnd/>
                <a:tailEnd/>
              </a:ln>
            </p:spPr>
            <p:txBody>
              <a:bodyPr/>
              <a:lstStyle/>
              <a:p>
                <a:pPr algn="ctr">
                  <a:defRPr/>
                </a:pPr>
                <a:endParaRPr lang="en-US" sz="900" dirty="0"/>
              </a:p>
            </p:txBody>
          </p:sp>
          <p:sp>
            <p:nvSpPr>
              <p:cNvPr id="71" name="Freeform 70"/>
              <p:cNvSpPr>
                <a:spLocks/>
              </p:cNvSpPr>
              <p:nvPr/>
            </p:nvSpPr>
            <p:spPr bwMode="auto">
              <a:xfrm>
                <a:off x="2648" y="2599"/>
                <a:ext cx="208" cy="136"/>
              </a:xfrm>
              <a:custGeom>
                <a:avLst/>
                <a:gdLst/>
                <a:ahLst/>
                <a:cxnLst>
                  <a:cxn ang="0">
                    <a:pos x="417" y="273"/>
                  </a:cxn>
                  <a:cxn ang="0">
                    <a:pos x="398" y="272"/>
                  </a:cxn>
                  <a:cxn ang="0">
                    <a:pos x="379" y="271"/>
                  </a:cxn>
                  <a:cxn ang="0">
                    <a:pos x="358" y="268"/>
                  </a:cxn>
                  <a:cxn ang="0">
                    <a:pos x="337" y="266"/>
                  </a:cxn>
                  <a:cxn ang="0">
                    <a:pos x="315" y="261"/>
                  </a:cxn>
                  <a:cxn ang="0">
                    <a:pos x="292" y="257"/>
                  </a:cxn>
                  <a:cxn ang="0">
                    <a:pos x="269" y="250"/>
                  </a:cxn>
                  <a:cxn ang="0">
                    <a:pos x="245" y="241"/>
                  </a:cxn>
                  <a:cxn ang="0">
                    <a:pos x="231" y="235"/>
                  </a:cxn>
                  <a:cxn ang="0">
                    <a:pos x="218" y="229"/>
                  </a:cxn>
                  <a:cxn ang="0">
                    <a:pos x="204" y="222"/>
                  </a:cxn>
                  <a:cxn ang="0">
                    <a:pos x="190" y="215"/>
                  </a:cxn>
                  <a:cxn ang="0">
                    <a:pos x="175" y="209"/>
                  </a:cxn>
                  <a:cxn ang="0">
                    <a:pos x="160" y="200"/>
                  </a:cxn>
                  <a:cxn ang="0">
                    <a:pos x="146" y="192"/>
                  </a:cxn>
                  <a:cxn ang="0">
                    <a:pos x="131" y="183"/>
                  </a:cxn>
                  <a:cxn ang="0">
                    <a:pos x="117" y="174"/>
                  </a:cxn>
                  <a:cxn ang="0">
                    <a:pos x="103" y="165"/>
                  </a:cxn>
                  <a:cxn ang="0">
                    <a:pos x="90" y="153"/>
                  </a:cxn>
                  <a:cxn ang="0">
                    <a:pos x="76" y="143"/>
                  </a:cxn>
                  <a:cxn ang="0">
                    <a:pos x="63" y="131"/>
                  </a:cxn>
                  <a:cxn ang="0">
                    <a:pos x="52" y="119"/>
                  </a:cxn>
                  <a:cxn ang="0">
                    <a:pos x="40" y="106"/>
                  </a:cxn>
                  <a:cxn ang="0">
                    <a:pos x="30" y="92"/>
                  </a:cxn>
                  <a:cxn ang="0">
                    <a:pos x="19" y="71"/>
                  </a:cxn>
                  <a:cxn ang="0">
                    <a:pos x="14" y="48"/>
                  </a:cxn>
                  <a:cxn ang="0">
                    <a:pos x="8" y="24"/>
                  </a:cxn>
                  <a:cxn ang="0">
                    <a:pos x="0" y="0"/>
                  </a:cxn>
                  <a:cxn ang="0">
                    <a:pos x="10" y="4"/>
                  </a:cxn>
                  <a:cxn ang="0">
                    <a:pos x="21" y="8"/>
                  </a:cxn>
                  <a:cxn ang="0">
                    <a:pos x="31" y="12"/>
                  </a:cxn>
                  <a:cxn ang="0">
                    <a:pos x="42" y="15"/>
                  </a:cxn>
                  <a:cxn ang="0">
                    <a:pos x="53" y="17"/>
                  </a:cxn>
                  <a:cxn ang="0">
                    <a:pos x="64" y="21"/>
                  </a:cxn>
                  <a:cxn ang="0">
                    <a:pos x="76" y="24"/>
                  </a:cxn>
                  <a:cxn ang="0">
                    <a:pos x="87" y="27"/>
                  </a:cxn>
                  <a:cxn ang="0">
                    <a:pos x="100" y="30"/>
                  </a:cxn>
                  <a:cxn ang="0">
                    <a:pos x="112" y="32"/>
                  </a:cxn>
                  <a:cxn ang="0">
                    <a:pos x="123" y="36"/>
                  </a:cxn>
                  <a:cxn ang="0">
                    <a:pos x="136" y="38"/>
                  </a:cxn>
                  <a:cxn ang="0">
                    <a:pos x="148" y="40"/>
                  </a:cxn>
                  <a:cxn ang="0">
                    <a:pos x="160" y="43"/>
                  </a:cxn>
                  <a:cxn ang="0">
                    <a:pos x="173" y="45"/>
                  </a:cxn>
                  <a:cxn ang="0">
                    <a:pos x="185" y="47"/>
                  </a:cxn>
                  <a:cxn ang="0">
                    <a:pos x="200" y="50"/>
                  </a:cxn>
                  <a:cxn ang="0">
                    <a:pos x="214" y="52"/>
                  </a:cxn>
                  <a:cxn ang="0">
                    <a:pos x="229" y="54"/>
                  </a:cxn>
                  <a:cxn ang="0">
                    <a:pos x="244" y="55"/>
                  </a:cxn>
                  <a:cxn ang="0">
                    <a:pos x="259" y="58"/>
                  </a:cxn>
                  <a:cxn ang="0">
                    <a:pos x="273" y="60"/>
                  </a:cxn>
                  <a:cxn ang="0">
                    <a:pos x="288" y="61"/>
                  </a:cxn>
                  <a:cxn ang="0">
                    <a:pos x="303" y="62"/>
                  </a:cxn>
                  <a:cxn ang="0">
                    <a:pos x="318" y="65"/>
                  </a:cxn>
                  <a:cxn ang="0">
                    <a:pos x="332" y="66"/>
                  </a:cxn>
                  <a:cxn ang="0">
                    <a:pos x="347" y="67"/>
                  </a:cxn>
                  <a:cxn ang="0">
                    <a:pos x="360" y="68"/>
                  </a:cxn>
                  <a:cxn ang="0">
                    <a:pos x="375" y="68"/>
                  </a:cxn>
                  <a:cxn ang="0">
                    <a:pos x="389" y="69"/>
                  </a:cxn>
                  <a:cxn ang="0">
                    <a:pos x="403" y="70"/>
                  </a:cxn>
                  <a:cxn ang="0">
                    <a:pos x="417" y="70"/>
                  </a:cxn>
                  <a:cxn ang="0">
                    <a:pos x="417" y="166"/>
                  </a:cxn>
                  <a:cxn ang="0">
                    <a:pos x="417" y="273"/>
                  </a:cxn>
                </a:cxnLst>
                <a:rect l="0" t="0" r="r" b="b"/>
                <a:pathLst>
                  <a:path w="417" h="273">
                    <a:moveTo>
                      <a:pt x="417" y="273"/>
                    </a:moveTo>
                    <a:lnTo>
                      <a:pt x="398" y="272"/>
                    </a:lnTo>
                    <a:lnTo>
                      <a:pt x="379" y="271"/>
                    </a:lnTo>
                    <a:lnTo>
                      <a:pt x="358" y="268"/>
                    </a:lnTo>
                    <a:lnTo>
                      <a:pt x="337" y="266"/>
                    </a:lnTo>
                    <a:lnTo>
                      <a:pt x="315" y="261"/>
                    </a:lnTo>
                    <a:lnTo>
                      <a:pt x="292" y="257"/>
                    </a:lnTo>
                    <a:lnTo>
                      <a:pt x="269" y="250"/>
                    </a:lnTo>
                    <a:lnTo>
                      <a:pt x="245" y="241"/>
                    </a:lnTo>
                    <a:lnTo>
                      <a:pt x="231" y="235"/>
                    </a:lnTo>
                    <a:lnTo>
                      <a:pt x="218" y="229"/>
                    </a:lnTo>
                    <a:lnTo>
                      <a:pt x="204" y="222"/>
                    </a:lnTo>
                    <a:lnTo>
                      <a:pt x="190" y="215"/>
                    </a:lnTo>
                    <a:lnTo>
                      <a:pt x="175" y="209"/>
                    </a:lnTo>
                    <a:lnTo>
                      <a:pt x="160" y="200"/>
                    </a:lnTo>
                    <a:lnTo>
                      <a:pt x="146" y="192"/>
                    </a:lnTo>
                    <a:lnTo>
                      <a:pt x="131" y="183"/>
                    </a:lnTo>
                    <a:lnTo>
                      <a:pt x="117" y="174"/>
                    </a:lnTo>
                    <a:lnTo>
                      <a:pt x="103" y="165"/>
                    </a:lnTo>
                    <a:lnTo>
                      <a:pt x="90" y="153"/>
                    </a:lnTo>
                    <a:lnTo>
                      <a:pt x="76" y="143"/>
                    </a:lnTo>
                    <a:lnTo>
                      <a:pt x="63" y="131"/>
                    </a:lnTo>
                    <a:lnTo>
                      <a:pt x="52" y="119"/>
                    </a:lnTo>
                    <a:lnTo>
                      <a:pt x="40" y="106"/>
                    </a:lnTo>
                    <a:lnTo>
                      <a:pt x="30" y="92"/>
                    </a:lnTo>
                    <a:lnTo>
                      <a:pt x="19" y="71"/>
                    </a:lnTo>
                    <a:lnTo>
                      <a:pt x="14" y="48"/>
                    </a:lnTo>
                    <a:lnTo>
                      <a:pt x="8" y="24"/>
                    </a:lnTo>
                    <a:lnTo>
                      <a:pt x="0" y="0"/>
                    </a:lnTo>
                    <a:lnTo>
                      <a:pt x="10" y="4"/>
                    </a:lnTo>
                    <a:lnTo>
                      <a:pt x="21" y="8"/>
                    </a:lnTo>
                    <a:lnTo>
                      <a:pt x="31" y="12"/>
                    </a:lnTo>
                    <a:lnTo>
                      <a:pt x="42" y="15"/>
                    </a:lnTo>
                    <a:lnTo>
                      <a:pt x="53" y="17"/>
                    </a:lnTo>
                    <a:lnTo>
                      <a:pt x="64" y="21"/>
                    </a:lnTo>
                    <a:lnTo>
                      <a:pt x="76" y="24"/>
                    </a:lnTo>
                    <a:lnTo>
                      <a:pt x="87" y="27"/>
                    </a:lnTo>
                    <a:lnTo>
                      <a:pt x="100" y="30"/>
                    </a:lnTo>
                    <a:lnTo>
                      <a:pt x="112" y="32"/>
                    </a:lnTo>
                    <a:lnTo>
                      <a:pt x="123" y="36"/>
                    </a:lnTo>
                    <a:lnTo>
                      <a:pt x="136" y="38"/>
                    </a:lnTo>
                    <a:lnTo>
                      <a:pt x="148" y="40"/>
                    </a:lnTo>
                    <a:lnTo>
                      <a:pt x="160" y="43"/>
                    </a:lnTo>
                    <a:lnTo>
                      <a:pt x="173" y="45"/>
                    </a:lnTo>
                    <a:lnTo>
                      <a:pt x="185" y="47"/>
                    </a:lnTo>
                    <a:lnTo>
                      <a:pt x="200" y="50"/>
                    </a:lnTo>
                    <a:lnTo>
                      <a:pt x="214" y="52"/>
                    </a:lnTo>
                    <a:lnTo>
                      <a:pt x="229" y="54"/>
                    </a:lnTo>
                    <a:lnTo>
                      <a:pt x="244" y="55"/>
                    </a:lnTo>
                    <a:lnTo>
                      <a:pt x="259" y="58"/>
                    </a:lnTo>
                    <a:lnTo>
                      <a:pt x="273" y="60"/>
                    </a:lnTo>
                    <a:lnTo>
                      <a:pt x="288" y="61"/>
                    </a:lnTo>
                    <a:lnTo>
                      <a:pt x="303" y="62"/>
                    </a:lnTo>
                    <a:lnTo>
                      <a:pt x="318" y="65"/>
                    </a:lnTo>
                    <a:lnTo>
                      <a:pt x="332" y="66"/>
                    </a:lnTo>
                    <a:lnTo>
                      <a:pt x="347" y="67"/>
                    </a:lnTo>
                    <a:lnTo>
                      <a:pt x="360" y="68"/>
                    </a:lnTo>
                    <a:lnTo>
                      <a:pt x="375" y="68"/>
                    </a:lnTo>
                    <a:lnTo>
                      <a:pt x="389" y="69"/>
                    </a:lnTo>
                    <a:lnTo>
                      <a:pt x="403" y="70"/>
                    </a:lnTo>
                    <a:lnTo>
                      <a:pt x="417" y="70"/>
                    </a:lnTo>
                    <a:lnTo>
                      <a:pt x="417" y="166"/>
                    </a:lnTo>
                    <a:lnTo>
                      <a:pt x="417" y="273"/>
                    </a:lnTo>
                    <a:close/>
                  </a:path>
                </a:pathLst>
              </a:custGeom>
              <a:grpFill/>
              <a:ln w="9525">
                <a:noFill/>
                <a:round/>
                <a:headEnd/>
                <a:tailEnd/>
              </a:ln>
            </p:spPr>
            <p:txBody>
              <a:bodyPr/>
              <a:lstStyle/>
              <a:p>
                <a:pPr algn="ctr">
                  <a:defRPr/>
                </a:pPr>
                <a:endParaRPr lang="en-US" sz="900" dirty="0"/>
              </a:p>
            </p:txBody>
          </p:sp>
          <p:sp>
            <p:nvSpPr>
              <p:cNvPr id="72" name="Freeform 71"/>
              <p:cNvSpPr>
                <a:spLocks/>
              </p:cNvSpPr>
              <p:nvPr/>
            </p:nvSpPr>
            <p:spPr bwMode="auto">
              <a:xfrm>
                <a:off x="2904" y="2604"/>
                <a:ext cx="202" cy="131"/>
              </a:xfrm>
              <a:custGeom>
                <a:avLst/>
                <a:gdLst/>
                <a:ahLst/>
                <a:cxnLst>
                  <a:cxn ang="0">
                    <a:pos x="171" y="229"/>
                  </a:cxn>
                  <a:cxn ang="0">
                    <a:pos x="147" y="237"/>
                  </a:cxn>
                  <a:cxn ang="0">
                    <a:pos x="124" y="244"/>
                  </a:cxn>
                  <a:cxn ang="0">
                    <a:pos x="102" y="249"/>
                  </a:cxn>
                  <a:cxn ang="0">
                    <a:pos x="80" y="253"/>
                  </a:cxn>
                  <a:cxn ang="0">
                    <a:pos x="59" y="256"/>
                  </a:cxn>
                  <a:cxn ang="0">
                    <a:pos x="38" y="259"/>
                  </a:cxn>
                  <a:cxn ang="0">
                    <a:pos x="19" y="260"/>
                  </a:cxn>
                  <a:cxn ang="0">
                    <a:pos x="0" y="261"/>
                  </a:cxn>
                  <a:cxn ang="0">
                    <a:pos x="0" y="161"/>
                  </a:cxn>
                  <a:cxn ang="0">
                    <a:pos x="0" y="58"/>
                  </a:cxn>
                  <a:cxn ang="0">
                    <a:pos x="26" y="57"/>
                  </a:cxn>
                  <a:cxn ang="0">
                    <a:pos x="51" y="56"/>
                  </a:cxn>
                  <a:cxn ang="0">
                    <a:pos x="78" y="54"/>
                  </a:cxn>
                  <a:cxn ang="0">
                    <a:pos x="103" y="51"/>
                  </a:cxn>
                  <a:cxn ang="0">
                    <a:pos x="129" y="49"/>
                  </a:cxn>
                  <a:cxn ang="0">
                    <a:pos x="155" y="46"/>
                  </a:cxn>
                  <a:cxn ang="0">
                    <a:pos x="181" y="43"/>
                  </a:cxn>
                  <a:cxn ang="0">
                    <a:pos x="207" y="39"/>
                  </a:cxn>
                  <a:cxn ang="0">
                    <a:pos x="232" y="35"/>
                  </a:cxn>
                  <a:cxn ang="0">
                    <a:pos x="258" y="31"/>
                  </a:cxn>
                  <a:cxn ang="0">
                    <a:pos x="283" y="26"/>
                  </a:cxn>
                  <a:cxn ang="0">
                    <a:pos x="308" y="21"/>
                  </a:cxn>
                  <a:cxn ang="0">
                    <a:pos x="332" y="17"/>
                  </a:cxn>
                  <a:cxn ang="0">
                    <a:pos x="356" y="11"/>
                  </a:cxn>
                  <a:cxn ang="0">
                    <a:pos x="380" y="5"/>
                  </a:cxn>
                  <a:cxn ang="0">
                    <a:pos x="403" y="0"/>
                  </a:cxn>
                  <a:cxn ang="0">
                    <a:pos x="399" y="9"/>
                  </a:cxn>
                  <a:cxn ang="0">
                    <a:pos x="394" y="18"/>
                  </a:cxn>
                  <a:cxn ang="0">
                    <a:pos x="390" y="27"/>
                  </a:cxn>
                  <a:cxn ang="0">
                    <a:pos x="385" y="36"/>
                  </a:cxn>
                  <a:cxn ang="0">
                    <a:pos x="379" y="46"/>
                  </a:cxn>
                  <a:cxn ang="0">
                    <a:pos x="375" y="54"/>
                  </a:cxn>
                  <a:cxn ang="0">
                    <a:pos x="369" y="63"/>
                  </a:cxn>
                  <a:cxn ang="0">
                    <a:pos x="363" y="71"/>
                  </a:cxn>
                  <a:cxn ang="0">
                    <a:pos x="352" y="86"/>
                  </a:cxn>
                  <a:cxn ang="0">
                    <a:pos x="340" y="101"/>
                  </a:cxn>
                  <a:cxn ang="0">
                    <a:pos x="329" y="115"/>
                  </a:cxn>
                  <a:cxn ang="0">
                    <a:pos x="316" y="129"/>
                  </a:cxn>
                  <a:cxn ang="0">
                    <a:pos x="303" y="140"/>
                  </a:cxn>
                  <a:cxn ang="0">
                    <a:pos x="291" y="153"/>
                  </a:cxn>
                  <a:cxn ang="0">
                    <a:pos x="277" y="163"/>
                  </a:cxn>
                  <a:cxn ang="0">
                    <a:pos x="264" y="173"/>
                  </a:cxn>
                  <a:cxn ang="0">
                    <a:pos x="251" y="183"/>
                  </a:cxn>
                  <a:cxn ang="0">
                    <a:pos x="239" y="192"/>
                  </a:cxn>
                  <a:cxn ang="0">
                    <a:pos x="226" y="200"/>
                  </a:cxn>
                  <a:cxn ang="0">
                    <a:pos x="215" y="207"/>
                  </a:cxn>
                  <a:cxn ang="0">
                    <a:pos x="203" y="214"/>
                  </a:cxn>
                  <a:cxn ang="0">
                    <a:pos x="192" y="220"/>
                  </a:cxn>
                  <a:cxn ang="0">
                    <a:pos x="181" y="224"/>
                  </a:cxn>
                  <a:cxn ang="0">
                    <a:pos x="171" y="229"/>
                  </a:cxn>
                </a:cxnLst>
                <a:rect l="0" t="0" r="r" b="b"/>
                <a:pathLst>
                  <a:path w="403" h="261">
                    <a:moveTo>
                      <a:pt x="171" y="229"/>
                    </a:moveTo>
                    <a:lnTo>
                      <a:pt x="147" y="237"/>
                    </a:lnTo>
                    <a:lnTo>
                      <a:pt x="124" y="244"/>
                    </a:lnTo>
                    <a:lnTo>
                      <a:pt x="102" y="249"/>
                    </a:lnTo>
                    <a:lnTo>
                      <a:pt x="80" y="253"/>
                    </a:lnTo>
                    <a:lnTo>
                      <a:pt x="59" y="256"/>
                    </a:lnTo>
                    <a:lnTo>
                      <a:pt x="38" y="259"/>
                    </a:lnTo>
                    <a:lnTo>
                      <a:pt x="19" y="260"/>
                    </a:lnTo>
                    <a:lnTo>
                      <a:pt x="0" y="261"/>
                    </a:lnTo>
                    <a:lnTo>
                      <a:pt x="0" y="161"/>
                    </a:lnTo>
                    <a:lnTo>
                      <a:pt x="0" y="58"/>
                    </a:lnTo>
                    <a:lnTo>
                      <a:pt x="26" y="57"/>
                    </a:lnTo>
                    <a:lnTo>
                      <a:pt x="51" y="56"/>
                    </a:lnTo>
                    <a:lnTo>
                      <a:pt x="78" y="54"/>
                    </a:lnTo>
                    <a:lnTo>
                      <a:pt x="103" y="51"/>
                    </a:lnTo>
                    <a:lnTo>
                      <a:pt x="129" y="49"/>
                    </a:lnTo>
                    <a:lnTo>
                      <a:pt x="155" y="46"/>
                    </a:lnTo>
                    <a:lnTo>
                      <a:pt x="181" y="43"/>
                    </a:lnTo>
                    <a:lnTo>
                      <a:pt x="207" y="39"/>
                    </a:lnTo>
                    <a:lnTo>
                      <a:pt x="232" y="35"/>
                    </a:lnTo>
                    <a:lnTo>
                      <a:pt x="258" y="31"/>
                    </a:lnTo>
                    <a:lnTo>
                      <a:pt x="283" y="26"/>
                    </a:lnTo>
                    <a:lnTo>
                      <a:pt x="308" y="21"/>
                    </a:lnTo>
                    <a:lnTo>
                      <a:pt x="332" y="17"/>
                    </a:lnTo>
                    <a:lnTo>
                      <a:pt x="356" y="11"/>
                    </a:lnTo>
                    <a:lnTo>
                      <a:pt x="380" y="5"/>
                    </a:lnTo>
                    <a:lnTo>
                      <a:pt x="403" y="0"/>
                    </a:lnTo>
                    <a:lnTo>
                      <a:pt x="399" y="9"/>
                    </a:lnTo>
                    <a:lnTo>
                      <a:pt x="394" y="18"/>
                    </a:lnTo>
                    <a:lnTo>
                      <a:pt x="390" y="27"/>
                    </a:lnTo>
                    <a:lnTo>
                      <a:pt x="385" y="36"/>
                    </a:lnTo>
                    <a:lnTo>
                      <a:pt x="379" y="46"/>
                    </a:lnTo>
                    <a:lnTo>
                      <a:pt x="375" y="54"/>
                    </a:lnTo>
                    <a:lnTo>
                      <a:pt x="369" y="63"/>
                    </a:lnTo>
                    <a:lnTo>
                      <a:pt x="363" y="71"/>
                    </a:lnTo>
                    <a:lnTo>
                      <a:pt x="352" y="86"/>
                    </a:lnTo>
                    <a:lnTo>
                      <a:pt x="340" y="101"/>
                    </a:lnTo>
                    <a:lnTo>
                      <a:pt x="329" y="115"/>
                    </a:lnTo>
                    <a:lnTo>
                      <a:pt x="316" y="129"/>
                    </a:lnTo>
                    <a:lnTo>
                      <a:pt x="303" y="140"/>
                    </a:lnTo>
                    <a:lnTo>
                      <a:pt x="291" y="153"/>
                    </a:lnTo>
                    <a:lnTo>
                      <a:pt x="277" y="163"/>
                    </a:lnTo>
                    <a:lnTo>
                      <a:pt x="264" y="173"/>
                    </a:lnTo>
                    <a:lnTo>
                      <a:pt x="251" y="183"/>
                    </a:lnTo>
                    <a:lnTo>
                      <a:pt x="239" y="192"/>
                    </a:lnTo>
                    <a:lnTo>
                      <a:pt x="226" y="200"/>
                    </a:lnTo>
                    <a:lnTo>
                      <a:pt x="215" y="207"/>
                    </a:lnTo>
                    <a:lnTo>
                      <a:pt x="203" y="214"/>
                    </a:lnTo>
                    <a:lnTo>
                      <a:pt x="192" y="220"/>
                    </a:lnTo>
                    <a:lnTo>
                      <a:pt x="181" y="224"/>
                    </a:lnTo>
                    <a:lnTo>
                      <a:pt x="171" y="229"/>
                    </a:lnTo>
                    <a:close/>
                  </a:path>
                </a:pathLst>
              </a:custGeom>
              <a:grpFill/>
              <a:ln w="9525">
                <a:noFill/>
                <a:round/>
                <a:headEnd/>
                <a:tailEnd/>
              </a:ln>
            </p:spPr>
            <p:txBody>
              <a:bodyPr/>
              <a:lstStyle/>
              <a:p>
                <a:pPr algn="ctr">
                  <a:defRPr/>
                </a:pPr>
                <a:endParaRPr lang="en-US" sz="900" dirty="0"/>
              </a:p>
            </p:txBody>
          </p:sp>
          <p:sp>
            <p:nvSpPr>
              <p:cNvPr id="73" name="Freeform 72"/>
              <p:cNvSpPr>
                <a:spLocks/>
              </p:cNvSpPr>
              <p:nvPr/>
            </p:nvSpPr>
            <p:spPr bwMode="auto">
              <a:xfrm>
                <a:off x="3104" y="2437"/>
                <a:ext cx="278" cy="248"/>
              </a:xfrm>
              <a:custGeom>
                <a:avLst/>
                <a:gdLst/>
                <a:ahLst/>
                <a:cxnLst>
                  <a:cxn ang="0">
                    <a:pos x="0" y="497"/>
                  </a:cxn>
                  <a:cxn ang="0">
                    <a:pos x="13" y="485"/>
                  </a:cxn>
                  <a:cxn ang="0">
                    <a:pos x="25" y="473"/>
                  </a:cxn>
                  <a:cxn ang="0">
                    <a:pos x="36" y="461"/>
                  </a:cxn>
                  <a:cxn ang="0">
                    <a:pos x="46" y="450"/>
                  </a:cxn>
                  <a:cxn ang="0">
                    <a:pos x="56" y="438"/>
                  </a:cxn>
                  <a:cxn ang="0">
                    <a:pos x="65" y="427"/>
                  </a:cxn>
                  <a:cxn ang="0">
                    <a:pos x="73" y="415"/>
                  </a:cxn>
                  <a:cxn ang="0">
                    <a:pos x="81" y="404"/>
                  </a:cxn>
                  <a:cxn ang="0">
                    <a:pos x="90" y="389"/>
                  </a:cxn>
                  <a:cxn ang="0">
                    <a:pos x="99" y="375"/>
                  </a:cxn>
                  <a:cxn ang="0">
                    <a:pos x="107" y="360"/>
                  </a:cxn>
                  <a:cxn ang="0">
                    <a:pos x="114" y="346"/>
                  </a:cxn>
                  <a:cxn ang="0">
                    <a:pos x="122" y="332"/>
                  </a:cxn>
                  <a:cxn ang="0">
                    <a:pos x="129" y="317"/>
                  </a:cxn>
                  <a:cxn ang="0">
                    <a:pos x="136" y="303"/>
                  </a:cxn>
                  <a:cxn ang="0">
                    <a:pos x="143" y="288"/>
                  </a:cxn>
                  <a:cxn ang="0">
                    <a:pos x="168" y="278"/>
                  </a:cxn>
                  <a:cxn ang="0">
                    <a:pos x="195" y="265"/>
                  </a:cxn>
                  <a:cxn ang="0">
                    <a:pos x="223" y="252"/>
                  </a:cxn>
                  <a:cxn ang="0">
                    <a:pos x="252" y="237"/>
                  </a:cxn>
                  <a:cxn ang="0">
                    <a:pos x="282" y="220"/>
                  </a:cxn>
                  <a:cxn ang="0">
                    <a:pos x="313" y="203"/>
                  </a:cxn>
                  <a:cxn ang="0">
                    <a:pos x="343" y="184"/>
                  </a:cxn>
                  <a:cxn ang="0">
                    <a:pos x="373" y="165"/>
                  </a:cxn>
                  <a:cxn ang="0">
                    <a:pos x="402" y="144"/>
                  </a:cxn>
                  <a:cxn ang="0">
                    <a:pos x="430" y="124"/>
                  </a:cxn>
                  <a:cxn ang="0">
                    <a:pos x="456" y="103"/>
                  </a:cxn>
                  <a:cxn ang="0">
                    <a:pos x="480" y="82"/>
                  </a:cxn>
                  <a:cxn ang="0">
                    <a:pos x="503" y="62"/>
                  </a:cxn>
                  <a:cxn ang="0">
                    <a:pos x="524" y="41"/>
                  </a:cxn>
                  <a:cxn ang="0">
                    <a:pos x="541" y="20"/>
                  </a:cxn>
                  <a:cxn ang="0">
                    <a:pos x="555" y="0"/>
                  </a:cxn>
                  <a:cxn ang="0">
                    <a:pos x="531" y="47"/>
                  </a:cxn>
                  <a:cxn ang="0">
                    <a:pos x="505" y="90"/>
                  </a:cxn>
                  <a:cxn ang="0">
                    <a:pos x="476" y="132"/>
                  </a:cxn>
                  <a:cxn ang="0">
                    <a:pos x="443" y="172"/>
                  </a:cxn>
                  <a:cxn ang="0">
                    <a:pos x="411" y="210"/>
                  </a:cxn>
                  <a:cxn ang="0">
                    <a:pos x="376" y="246"/>
                  </a:cxn>
                  <a:cxn ang="0">
                    <a:pos x="340" y="279"/>
                  </a:cxn>
                  <a:cxn ang="0">
                    <a:pos x="302" y="310"/>
                  </a:cxn>
                  <a:cxn ang="0">
                    <a:pos x="264" y="340"/>
                  </a:cxn>
                  <a:cxn ang="0">
                    <a:pos x="226" y="369"/>
                  </a:cxn>
                  <a:cxn ang="0">
                    <a:pos x="187" y="394"/>
                  </a:cxn>
                  <a:cxn ang="0">
                    <a:pos x="149" y="419"/>
                  </a:cxn>
                  <a:cxn ang="0">
                    <a:pos x="109" y="440"/>
                  </a:cxn>
                  <a:cxn ang="0">
                    <a:pos x="73" y="461"/>
                  </a:cxn>
                  <a:cxn ang="0">
                    <a:pos x="36" y="480"/>
                  </a:cxn>
                  <a:cxn ang="0">
                    <a:pos x="0" y="497"/>
                  </a:cxn>
                </a:cxnLst>
                <a:rect l="0" t="0" r="r" b="b"/>
                <a:pathLst>
                  <a:path w="555" h="497">
                    <a:moveTo>
                      <a:pt x="0" y="497"/>
                    </a:moveTo>
                    <a:lnTo>
                      <a:pt x="13" y="485"/>
                    </a:lnTo>
                    <a:lnTo>
                      <a:pt x="25" y="473"/>
                    </a:lnTo>
                    <a:lnTo>
                      <a:pt x="36" y="461"/>
                    </a:lnTo>
                    <a:lnTo>
                      <a:pt x="46" y="450"/>
                    </a:lnTo>
                    <a:lnTo>
                      <a:pt x="56" y="438"/>
                    </a:lnTo>
                    <a:lnTo>
                      <a:pt x="65" y="427"/>
                    </a:lnTo>
                    <a:lnTo>
                      <a:pt x="73" y="415"/>
                    </a:lnTo>
                    <a:lnTo>
                      <a:pt x="81" y="404"/>
                    </a:lnTo>
                    <a:lnTo>
                      <a:pt x="90" y="389"/>
                    </a:lnTo>
                    <a:lnTo>
                      <a:pt x="99" y="375"/>
                    </a:lnTo>
                    <a:lnTo>
                      <a:pt x="107" y="360"/>
                    </a:lnTo>
                    <a:lnTo>
                      <a:pt x="114" y="346"/>
                    </a:lnTo>
                    <a:lnTo>
                      <a:pt x="122" y="332"/>
                    </a:lnTo>
                    <a:lnTo>
                      <a:pt x="129" y="317"/>
                    </a:lnTo>
                    <a:lnTo>
                      <a:pt x="136" y="303"/>
                    </a:lnTo>
                    <a:lnTo>
                      <a:pt x="143" y="288"/>
                    </a:lnTo>
                    <a:lnTo>
                      <a:pt x="168" y="278"/>
                    </a:lnTo>
                    <a:lnTo>
                      <a:pt x="195" y="265"/>
                    </a:lnTo>
                    <a:lnTo>
                      <a:pt x="223" y="252"/>
                    </a:lnTo>
                    <a:lnTo>
                      <a:pt x="252" y="237"/>
                    </a:lnTo>
                    <a:lnTo>
                      <a:pt x="282" y="220"/>
                    </a:lnTo>
                    <a:lnTo>
                      <a:pt x="313" y="203"/>
                    </a:lnTo>
                    <a:lnTo>
                      <a:pt x="343" y="184"/>
                    </a:lnTo>
                    <a:lnTo>
                      <a:pt x="373" y="165"/>
                    </a:lnTo>
                    <a:lnTo>
                      <a:pt x="402" y="144"/>
                    </a:lnTo>
                    <a:lnTo>
                      <a:pt x="430" y="124"/>
                    </a:lnTo>
                    <a:lnTo>
                      <a:pt x="456" y="103"/>
                    </a:lnTo>
                    <a:lnTo>
                      <a:pt x="480" y="82"/>
                    </a:lnTo>
                    <a:lnTo>
                      <a:pt x="503" y="62"/>
                    </a:lnTo>
                    <a:lnTo>
                      <a:pt x="524" y="41"/>
                    </a:lnTo>
                    <a:lnTo>
                      <a:pt x="541" y="20"/>
                    </a:lnTo>
                    <a:lnTo>
                      <a:pt x="555" y="0"/>
                    </a:lnTo>
                    <a:lnTo>
                      <a:pt x="531" y="47"/>
                    </a:lnTo>
                    <a:lnTo>
                      <a:pt x="505" y="90"/>
                    </a:lnTo>
                    <a:lnTo>
                      <a:pt x="476" y="132"/>
                    </a:lnTo>
                    <a:lnTo>
                      <a:pt x="443" y="172"/>
                    </a:lnTo>
                    <a:lnTo>
                      <a:pt x="411" y="210"/>
                    </a:lnTo>
                    <a:lnTo>
                      <a:pt x="376" y="246"/>
                    </a:lnTo>
                    <a:lnTo>
                      <a:pt x="340" y="279"/>
                    </a:lnTo>
                    <a:lnTo>
                      <a:pt x="302" y="310"/>
                    </a:lnTo>
                    <a:lnTo>
                      <a:pt x="264" y="340"/>
                    </a:lnTo>
                    <a:lnTo>
                      <a:pt x="226" y="369"/>
                    </a:lnTo>
                    <a:lnTo>
                      <a:pt x="187" y="394"/>
                    </a:lnTo>
                    <a:lnTo>
                      <a:pt x="149" y="419"/>
                    </a:lnTo>
                    <a:lnTo>
                      <a:pt x="109" y="440"/>
                    </a:lnTo>
                    <a:lnTo>
                      <a:pt x="73" y="461"/>
                    </a:lnTo>
                    <a:lnTo>
                      <a:pt x="36" y="480"/>
                    </a:lnTo>
                    <a:lnTo>
                      <a:pt x="0" y="497"/>
                    </a:lnTo>
                    <a:close/>
                  </a:path>
                </a:pathLst>
              </a:custGeom>
              <a:grpFill/>
              <a:ln w="9525">
                <a:noFill/>
                <a:round/>
                <a:headEnd/>
                <a:tailEnd/>
              </a:ln>
            </p:spPr>
            <p:txBody>
              <a:bodyPr/>
              <a:lstStyle/>
              <a:p>
                <a:pPr algn="ctr">
                  <a:defRPr/>
                </a:pPr>
                <a:endParaRPr lang="en-US" sz="900" dirty="0"/>
              </a:p>
            </p:txBody>
          </p:sp>
          <p:sp>
            <p:nvSpPr>
              <p:cNvPr id="74" name="Freeform 73"/>
              <p:cNvSpPr>
                <a:spLocks/>
              </p:cNvSpPr>
              <p:nvPr/>
            </p:nvSpPr>
            <p:spPr bwMode="auto">
              <a:xfrm>
                <a:off x="3197" y="2149"/>
                <a:ext cx="256" cy="365"/>
              </a:xfrm>
              <a:custGeom>
                <a:avLst/>
                <a:gdLst/>
                <a:ahLst/>
                <a:cxnLst>
                  <a:cxn ang="0">
                    <a:pos x="488" y="240"/>
                  </a:cxn>
                  <a:cxn ang="0">
                    <a:pos x="474" y="277"/>
                  </a:cxn>
                  <a:cxn ang="0">
                    <a:pos x="457" y="313"/>
                  </a:cxn>
                  <a:cxn ang="0">
                    <a:pos x="437" y="350"/>
                  </a:cxn>
                  <a:cxn ang="0">
                    <a:pos x="415" y="384"/>
                  </a:cxn>
                  <a:cxn ang="0">
                    <a:pos x="391" y="419"/>
                  </a:cxn>
                  <a:cxn ang="0">
                    <a:pos x="365" y="453"/>
                  </a:cxn>
                  <a:cxn ang="0">
                    <a:pos x="336" y="486"/>
                  </a:cxn>
                  <a:cxn ang="0">
                    <a:pos x="305" y="518"/>
                  </a:cxn>
                  <a:cxn ang="0">
                    <a:pos x="273" y="549"/>
                  </a:cxn>
                  <a:cxn ang="0">
                    <a:pos x="238" y="579"/>
                  </a:cxn>
                  <a:cxn ang="0">
                    <a:pos x="202" y="608"/>
                  </a:cxn>
                  <a:cxn ang="0">
                    <a:pos x="164" y="635"/>
                  </a:cxn>
                  <a:cxn ang="0">
                    <a:pos x="125" y="662"/>
                  </a:cxn>
                  <a:cxn ang="0">
                    <a:pos x="85" y="686"/>
                  </a:cxn>
                  <a:cxn ang="0">
                    <a:pos x="42" y="709"/>
                  </a:cxn>
                  <a:cxn ang="0">
                    <a:pos x="0" y="731"/>
                  </a:cxn>
                  <a:cxn ang="0">
                    <a:pos x="12" y="704"/>
                  </a:cxn>
                  <a:cxn ang="0">
                    <a:pos x="23" y="677"/>
                  </a:cxn>
                  <a:cxn ang="0">
                    <a:pos x="33" y="650"/>
                  </a:cxn>
                  <a:cxn ang="0">
                    <a:pos x="42" y="624"/>
                  </a:cxn>
                  <a:cxn ang="0">
                    <a:pos x="50" y="599"/>
                  </a:cxn>
                  <a:cxn ang="0">
                    <a:pos x="57" y="572"/>
                  </a:cxn>
                  <a:cxn ang="0">
                    <a:pos x="64" y="547"/>
                  </a:cxn>
                  <a:cxn ang="0">
                    <a:pos x="70" y="520"/>
                  </a:cxn>
                  <a:cxn ang="0">
                    <a:pos x="78" y="474"/>
                  </a:cxn>
                  <a:cxn ang="0">
                    <a:pos x="85" y="428"/>
                  </a:cxn>
                  <a:cxn ang="0">
                    <a:pos x="91" y="382"/>
                  </a:cxn>
                  <a:cxn ang="0">
                    <a:pos x="96" y="335"/>
                  </a:cxn>
                  <a:cxn ang="0">
                    <a:pos x="130" y="319"/>
                  </a:cxn>
                  <a:cxn ang="0">
                    <a:pos x="163" y="301"/>
                  </a:cxn>
                  <a:cxn ang="0">
                    <a:pos x="197" y="283"/>
                  </a:cxn>
                  <a:cxn ang="0">
                    <a:pos x="230" y="265"/>
                  </a:cxn>
                  <a:cxn ang="0">
                    <a:pos x="262" y="246"/>
                  </a:cxn>
                  <a:cxn ang="0">
                    <a:pos x="293" y="227"/>
                  </a:cxn>
                  <a:cxn ang="0">
                    <a:pos x="324" y="206"/>
                  </a:cxn>
                  <a:cxn ang="0">
                    <a:pos x="353" y="185"/>
                  </a:cxn>
                  <a:cxn ang="0">
                    <a:pos x="381" y="163"/>
                  </a:cxn>
                  <a:cxn ang="0">
                    <a:pos x="406" y="141"/>
                  </a:cxn>
                  <a:cxn ang="0">
                    <a:pos x="430" y="119"/>
                  </a:cxn>
                  <a:cxn ang="0">
                    <a:pos x="452" y="96"/>
                  </a:cxn>
                  <a:cxn ang="0">
                    <a:pos x="471" y="73"/>
                  </a:cxn>
                  <a:cxn ang="0">
                    <a:pos x="487" y="49"/>
                  </a:cxn>
                  <a:cxn ang="0">
                    <a:pos x="501" y="25"/>
                  </a:cxn>
                  <a:cxn ang="0">
                    <a:pos x="511" y="0"/>
                  </a:cxn>
                  <a:cxn ang="0">
                    <a:pos x="511" y="3"/>
                  </a:cxn>
                  <a:cxn ang="0">
                    <a:pos x="511" y="5"/>
                  </a:cxn>
                  <a:cxn ang="0">
                    <a:pos x="511" y="9"/>
                  </a:cxn>
                  <a:cxn ang="0">
                    <a:pos x="511" y="11"/>
                  </a:cxn>
                  <a:cxn ang="0">
                    <a:pos x="510" y="70"/>
                  </a:cxn>
                  <a:cxn ang="0">
                    <a:pos x="505" y="128"/>
                  </a:cxn>
                  <a:cxn ang="0">
                    <a:pos x="498" y="184"/>
                  </a:cxn>
                  <a:cxn ang="0">
                    <a:pos x="488" y="240"/>
                  </a:cxn>
                </a:cxnLst>
                <a:rect l="0" t="0" r="r" b="b"/>
                <a:pathLst>
                  <a:path w="511" h="731">
                    <a:moveTo>
                      <a:pt x="488" y="240"/>
                    </a:moveTo>
                    <a:lnTo>
                      <a:pt x="474" y="277"/>
                    </a:lnTo>
                    <a:lnTo>
                      <a:pt x="457" y="313"/>
                    </a:lnTo>
                    <a:lnTo>
                      <a:pt x="437" y="350"/>
                    </a:lnTo>
                    <a:lnTo>
                      <a:pt x="415" y="384"/>
                    </a:lnTo>
                    <a:lnTo>
                      <a:pt x="391" y="419"/>
                    </a:lnTo>
                    <a:lnTo>
                      <a:pt x="365" y="453"/>
                    </a:lnTo>
                    <a:lnTo>
                      <a:pt x="336" y="486"/>
                    </a:lnTo>
                    <a:lnTo>
                      <a:pt x="305" y="518"/>
                    </a:lnTo>
                    <a:lnTo>
                      <a:pt x="273" y="549"/>
                    </a:lnTo>
                    <a:lnTo>
                      <a:pt x="238" y="579"/>
                    </a:lnTo>
                    <a:lnTo>
                      <a:pt x="202" y="608"/>
                    </a:lnTo>
                    <a:lnTo>
                      <a:pt x="164" y="635"/>
                    </a:lnTo>
                    <a:lnTo>
                      <a:pt x="125" y="662"/>
                    </a:lnTo>
                    <a:lnTo>
                      <a:pt x="85" y="686"/>
                    </a:lnTo>
                    <a:lnTo>
                      <a:pt x="42" y="709"/>
                    </a:lnTo>
                    <a:lnTo>
                      <a:pt x="0" y="731"/>
                    </a:lnTo>
                    <a:lnTo>
                      <a:pt x="12" y="704"/>
                    </a:lnTo>
                    <a:lnTo>
                      <a:pt x="23" y="677"/>
                    </a:lnTo>
                    <a:lnTo>
                      <a:pt x="33" y="650"/>
                    </a:lnTo>
                    <a:lnTo>
                      <a:pt x="42" y="624"/>
                    </a:lnTo>
                    <a:lnTo>
                      <a:pt x="50" y="599"/>
                    </a:lnTo>
                    <a:lnTo>
                      <a:pt x="57" y="572"/>
                    </a:lnTo>
                    <a:lnTo>
                      <a:pt x="64" y="547"/>
                    </a:lnTo>
                    <a:lnTo>
                      <a:pt x="70" y="520"/>
                    </a:lnTo>
                    <a:lnTo>
                      <a:pt x="78" y="474"/>
                    </a:lnTo>
                    <a:lnTo>
                      <a:pt x="85" y="428"/>
                    </a:lnTo>
                    <a:lnTo>
                      <a:pt x="91" y="382"/>
                    </a:lnTo>
                    <a:lnTo>
                      <a:pt x="96" y="335"/>
                    </a:lnTo>
                    <a:lnTo>
                      <a:pt x="130" y="319"/>
                    </a:lnTo>
                    <a:lnTo>
                      <a:pt x="163" y="301"/>
                    </a:lnTo>
                    <a:lnTo>
                      <a:pt x="197" y="283"/>
                    </a:lnTo>
                    <a:lnTo>
                      <a:pt x="230" y="265"/>
                    </a:lnTo>
                    <a:lnTo>
                      <a:pt x="262" y="246"/>
                    </a:lnTo>
                    <a:lnTo>
                      <a:pt x="293" y="227"/>
                    </a:lnTo>
                    <a:lnTo>
                      <a:pt x="324" y="206"/>
                    </a:lnTo>
                    <a:lnTo>
                      <a:pt x="353" y="185"/>
                    </a:lnTo>
                    <a:lnTo>
                      <a:pt x="381" y="163"/>
                    </a:lnTo>
                    <a:lnTo>
                      <a:pt x="406" y="141"/>
                    </a:lnTo>
                    <a:lnTo>
                      <a:pt x="430" y="119"/>
                    </a:lnTo>
                    <a:lnTo>
                      <a:pt x="452" y="96"/>
                    </a:lnTo>
                    <a:lnTo>
                      <a:pt x="471" y="73"/>
                    </a:lnTo>
                    <a:lnTo>
                      <a:pt x="487" y="49"/>
                    </a:lnTo>
                    <a:lnTo>
                      <a:pt x="501" y="25"/>
                    </a:lnTo>
                    <a:lnTo>
                      <a:pt x="511" y="0"/>
                    </a:lnTo>
                    <a:lnTo>
                      <a:pt x="511" y="3"/>
                    </a:lnTo>
                    <a:lnTo>
                      <a:pt x="511" y="5"/>
                    </a:lnTo>
                    <a:lnTo>
                      <a:pt x="511" y="9"/>
                    </a:lnTo>
                    <a:lnTo>
                      <a:pt x="511" y="11"/>
                    </a:lnTo>
                    <a:lnTo>
                      <a:pt x="510" y="70"/>
                    </a:lnTo>
                    <a:lnTo>
                      <a:pt x="505" y="128"/>
                    </a:lnTo>
                    <a:lnTo>
                      <a:pt x="498" y="184"/>
                    </a:lnTo>
                    <a:lnTo>
                      <a:pt x="488" y="240"/>
                    </a:lnTo>
                    <a:close/>
                  </a:path>
                </a:pathLst>
              </a:custGeom>
              <a:grpFill/>
              <a:ln w="9525">
                <a:noFill/>
                <a:round/>
                <a:headEnd/>
                <a:tailEnd/>
              </a:ln>
            </p:spPr>
            <p:txBody>
              <a:bodyPr/>
              <a:lstStyle/>
              <a:p>
                <a:pPr algn="ctr">
                  <a:defRPr/>
                </a:pPr>
                <a:endParaRPr lang="en-US" sz="900" dirty="0"/>
              </a:p>
            </p:txBody>
          </p:sp>
        </p:grpSp>
        <p:sp>
          <p:nvSpPr>
            <p:cNvPr id="10247" name="TextBox 31"/>
            <p:cNvSpPr txBox="1">
              <a:spLocks noChangeArrowheads="1"/>
            </p:cNvSpPr>
            <p:nvPr/>
          </p:nvSpPr>
          <p:spPr bwMode="auto">
            <a:xfrm>
              <a:off x="5392212" y="3200453"/>
              <a:ext cx="1728014" cy="419123"/>
            </a:xfrm>
            <a:prstGeom prst="rect">
              <a:avLst/>
            </a:prstGeom>
            <a:noFill/>
            <a:ln w="9525">
              <a:noFill/>
              <a:miter lim="800000"/>
              <a:headEnd/>
              <a:tailEnd/>
            </a:ln>
          </p:spPr>
          <p:txBody>
            <a:bodyPr wrap="none">
              <a:spAutoFit/>
            </a:bodyPr>
            <a:lstStyle/>
            <a:p>
              <a:pPr algn="ctr"/>
              <a:r>
                <a:rPr lang="en-US" sz="1000" dirty="0">
                  <a:latin typeface="Garamond" pitchFamily="18" charset="0"/>
                </a:rPr>
                <a:t>Bock Consulting</a:t>
              </a:r>
            </a:p>
          </p:txBody>
        </p:sp>
      </p:grpSp>
      <p:sp>
        <p:nvSpPr>
          <p:cNvPr id="30" name="Content Placeholder 2"/>
          <p:cNvSpPr txBox="1">
            <a:spLocks/>
          </p:cNvSpPr>
          <p:nvPr/>
        </p:nvSpPr>
        <p:spPr bwMode="auto">
          <a:xfrm>
            <a:off x="533400" y="2133600"/>
            <a:ext cx="7772400" cy="3657600"/>
          </a:xfrm>
          <a:prstGeom prst="rect">
            <a:avLst/>
          </a:prstGeom>
          <a:noFill/>
          <a:ln w="9525">
            <a:noFill/>
            <a:miter lim="800000"/>
            <a:headEnd/>
            <a:tailEnd/>
          </a:ln>
        </p:spPr>
        <p:txBody>
          <a:bodyPr/>
          <a:lstStyle/>
          <a:p>
            <a:pPr marL="319088" indent="-319088" eaLnBrk="1" hangingPunct="1">
              <a:spcAft>
                <a:spcPts val="1800"/>
              </a:spcAft>
              <a:buClr>
                <a:schemeClr val="accent1"/>
              </a:buClr>
              <a:buSzPct val="70000"/>
              <a:buFont typeface="Wingdings 2" pitchFamily="18" charset="2"/>
              <a:buChar char=""/>
              <a:defRPr/>
            </a:pPr>
            <a:r>
              <a:rPr lang="en-US" sz="3200" dirty="0">
                <a:latin typeface="+mn-lt"/>
              </a:rPr>
              <a:t>Return to work at the employer of record.</a:t>
            </a:r>
          </a:p>
          <a:p>
            <a:pPr marL="776288" lvl="1" indent="-319088" eaLnBrk="1" hangingPunct="1">
              <a:spcAft>
                <a:spcPts val="1800"/>
              </a:spcAft>
              <a:buClr>
                <a:schemeClr val="accent1"/>
              </a:buClr>
              <a:buSzPct val="70000"/>
              <a:buFont typeface="Wingdings 2" pitchFamily="18" charset="2"/>
              <a:buChar char=""/>
              <a:defRPr/>
            </a:pPr>
            <a:r>
              <a:rPr lang="en-US" sz="3200" dirty="0">
                <a:latin typeface="+mn-lt"/>
              </a:rPr>
              <a:t>Functional light duty.  </a:t>
            </a:r>
            <a:br>
              <a:rPr lang="en-US" sz="3200" dirty="0">
                <a:latin typeface="+mn-lt"/>
              </a:rPr>
            </a:br>
            <a:r>
              <a:rPr lang="en-US" sz="3200" dirty="0">
                <a:latin typeface="+mn-lt"/>
              </a:rPr>
              <a:t>New skills acquisition.</a:t>
            </a:r>
          </a:p>
          <a:p>
            <a:pPr marL="776288" lvl="1" indent="-319088" eaLnBrk="1" hangingPunct="1">
              <a:spcAft>
                <a:spcPts val="1800"/>
              </a:spcAft>
              <a:buClr>
                <a:schemeClr val="accent1"/>
              </a:buClr>
              <a:buSzPct val="70000"/>
              <a:buFont typeface="Wingdings 2" pitchFamily="18" charset="2"/>
              <a:buChar char=""/>
              <a:defRPr/>
            </a:pPr>
            <a:r>
              <a:rPr lang="en-US" sz="3200" dirty="0">
                <a:latin typeface="+mn-lt"/>
              </a:rPr>
              <a:t>Job </a:t>
            </a:r>
            <a:r>
              <a:rPr lang="en-US" sz="3200" dirty="0" smtClean="0">
                <a:latin typeface="+mn-lt"/>
              </a:rPr>
              <a:t>Analyses.</a:t>
            </a:r>
            <a:endParaRPr lang="en-US" sz="3200" dirty="0">
              <a:latin typeface="+mn-lt"/>
            </a:endParaRPr>
          </a:p>
          <a:p>
            <a:pPr marL="776288" lvl="1" indent="-319088" eaLnBrk="1" hangingPunct="1">
              <a:spcAft>
                <a:spcPts val="1800"/>
              </a:spcAft>
              <a:buClr>
                <a:schemeClr val="accent1"/>
              </a:buClr>
              <a:buSzPct val="70000"/>
              <a:buFont typeface="Wingdings 2" pitchFamily="18" charset="2"/>
              <a:buChar char=""/>
              <a:defRPr/>
            </a:pPr>
            <a:r>
              <a:rPr lang="en-US" sz="3200" dirty="0">
                <a:latin typeface="+mn-lt"/>
              </a:rPr>
              <a:t>New job.</a:t>
            </a:r>
          </a:p>
        </p:txBody>
      </p:sp>
      <p:pic>
        <p:nvPicPr>
          <p:cNvPr id="10245" name="Picture 4" descr="C:\Documents and Settings\Brice York\Local Settings\Temporary Internet Files\Content.IE5\TO812X6V\MPj04093210000[1].jpg"/>
          <p:cNvPicPr>
            <a:picLocks noChangeAspect="1" noChangeArrowheads="1"/>
          </p:cNvPicPr>
          <p:nvPr/>
        </p:nvPicPr>
        <p:blipFill>
          <a:blip r:embed="rId2" cstate="print"/>
          <a:srcRect/>
          <a:stretch>
            <a:fillRect/>
          </a:stretch>
        </p:blipFill>
        <p:spPr bwMode="auto">
          <a:xfrm>
            <a:off x="5511800" y="3276600"/>
            <a:ext cx="1982788" cy="2971800"/>
          </a:xfrm>
          <a:prstGeom prst="rect">
            <a:avLst/>
          </a:prstGeom>
          <a:noFill/>
          <a:ln w="9525">
            <a:noFill/>
            <a:miter lim="800000"/>
            <a:headEnd/>
            <a:tailEnd/>
          </a:ln>
        </p:spPr>
      </p:pic>
    </p:spTree>
  </p:cSld>
  <p:clrMapOvr>
    <a:masterClrMapping/>
  </p:clrMapOvr>
  <p:transition>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0">
                                            <p:txEl>
                                              <p:pRg st="1" end="1"/>
                                            </p:txEl>
                                          </p:spTgt>
                                        </p:tgtEl>
                                        <p:attrNameLst>
                                          <p:attrName>style.visibility</p:attrName>
                                        </p:attrNameLst>
                                      </p:cBhvr>
                                      <p:to>
                                        <p:strVal val="visible"/>
                                      </p:to>
                                    </p:set>
                                    <p:anim calcmode="lin" valueType="num">
                                      <p:cBhvr additive="base">
                                        <p:cTn id="7" dur="500" fill="hold"/>
                                        <p:tgtEl>
                                          <p:spTgt spid="30">
                                            <p:txEl>
                                              <p:pRg st="1" end="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0">
                                            <p:txEl>
                                              <p:pRg st="2" end="2"/>
                                            </p:txEl>
                                          </p:spTgt>
                                        </p:tgtEl>
                                        <p:attrNameLst>
                                          <p:attrName>style.visibility</p:attrName>
                                        </p:attrNameLst>
                                      </p:cBhvr>
                                      <p:to>
                                        <p:strVal val="visible"/>
                                      </p:to>
                                    </p:set>
                                    <p:anim calcmode="lin" valueType="num">
                                      <p:cBhvr additive="base">
                                        <p:cTn id="13" dur="500" fill="hold"/>
                                        <p:tgtEl>
                                          <p:spTgt spid="30">
                                            <p:txEl>
                                              <p:pRg st="2" end="2"/>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30">
                                            <p:txEl>
                                              <p:pRg st="3" end="3"/>
                                            </p:txEl>
                                          </p:spTgt>
                                        </p:tgtEl>
                                        <p:attrNameLst>
                                          <p:attrName>style.visibility</p:attrName>
                                        </p:attrNameLst>
                                      </p:cBhvr>
                                      <p:to>
                                        <p:strVal val="visible"/>
                                      </p:to>
                                    </p:set>
                                    <p:anim calcmode="lin" valueType="num">
                                      <p:cBhvr additive="base">
                                        <p:cTn id="19" dur="500" fill="hold"/>
                                        <p:tgtEl>
                                          <p:spTgt spid="30">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0">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914400"/>
          </a:xfrm>
        </p:spPr>
        <p:txBody>
          <a:bodyPr/>
          <a:lstStyle/>
          <a:p>
            <a:pPr eaLnBrk="1" fontAlgn="auto" hangingPunct="1">
              <a:spcAft>
                <a:spcPts val="0"/>
              </a:spcAft>
              <a:defRPr/>
            </a:pPr>
            <a:r>
              <a:rPr lang="en-US" dirty="0" smtClean="0">
                <a:solidFill>
                  <a:schemeClr val="tx2">
                    <a:tint val="100000"/>
                    <a:satMod val="250000"/>
                  </a:schemeClr>
                </a:solidFill>
              </a:rPr>
              <a:t>Why We Exist – RCW 51.32.095</a:t>
            </a:r>
          </a:p>
        </p:txBody>
      </p:sp>
      <p:grpSp>
        <p:nvGrpSpPr>
          <p:cNvPr id="3" name="Group 9"/>
          <p:cNvGrpSpPr>
            <a:grpSpLocks/>
          </p:cNvGrpSpPr>
          <p:nvPr/>
        </p:nvGrpSpPr>
        <p:grpSpPr bwMode="auto">
          <a:xfrm>
            <a:off x="7848600" y="6043613"/>
            <a:ext cx="1143000" cy="738187"/>
            <a:chOff x="5392212" y="2362208"/>
            <a:chExt cx="1728014" cy="1257368"/>
          </a:xfrm>
        </p:grpSpPr>
        <p:grpSp>
          <p:nvGrpSpPr>
            <p:cNvPr id="4" name="Group 7"/>
            <p:cNvGrpSpPr>
              <a:grpSpLocks/>
            </p:cNvGrpSpPr>
            <p:nvPr/>
          </p:nvGrpSpPr>
          <p:grpSpPr bwMode="auto">
            <a:xfrm>
              <a:off x="5867362" y="2362232"/>
              <a:ext cx="796922" cy="800100"/>
              <a:chOff x="2307" y="1584"/>
              <a:chExt cx="1146" cy="1151"/>
            </a:xfrm>
            <a:solidFill>
              <a:schemeClr val="tx1"/>
            </a:solidFill>
          </p:grpSpPr>
          <p:sp>
            <p:nvSpPr>
              <p:cNvPr id="33" name="Freeform 32"/>
              <p:cNvSpPr>
                <a:spLocks/>
              </p:cNvSpPr>
              <p:nvPr/>
            </p:nvSpPr>
            <p:spPr bwMode="auto">
              <a:xfrm>
                <a:off x="3232" y="1900"/>
                <a:ext cx="210" cy="352"/>
              </a:xfrm>
              <a:custGeom>
                <a:avLst/>
                <a:gdLst/>
                <a:ahLst/>
                <a:cxnLst>
                  <a:cxn ang="0">
                    <a:pos x="321" y="0"/>
                  </a:cxn>
                  <a:cxn ang="0">
                    <a:pos x="337" y="35"/>
                  </a:cxn>
                  <a:cxn ang="0">
                    <a:pos x="352" y="69"/>
                  </a:cxn>
                  <a:cxn ang="0">
                    <a:pos x="367" y="104"/>
                  </a:cxn>
                  <a:cxn ang="0">
                    <a:pos x="380" y="140"/>
                  </a:cxn>
                  <a:cxn ang="0">
                    <a:pos x="391" y="176"/>
                  </a:cxn>
                  <a:cxn ang="0">
                    <a:pos x="402" y="213"/>
                  </a:cxn>
                  <a:cxn ang="0">
                    <a:pos x="411" y="250"/>
                  </a:cxn>
                  <a:cxn ang="0">
                    <a:pos x="419" y="288"/>
                  </a:cxn>
                  <a:cxn ang="0">
                    <a:pos x="416" y="323"/>
                  </a:cxn>
                  <a:cxn ang="0">
                    <a:pos x="409" y="356"/>
                  </a:cxn>
                  <a:cxn ang="0">
                    <a:pos x="397" y="387"/>
                  </a:cxn>
                  <a:cxn ang="0">
                    <a:pos x="383" y="418"/>
                  </a:cxn>
                  <a:cxn ang="0">
                    <a:pos x="366" y="447"/>
                  </a:cxn>
                  <a:cxn ang="0">
                    <a:pos x="345" y="475"/>
                  </a:cxn>
                  <a:cxn ang="0">
                    <a:pos x="322" y="502"/>
                  </a:cxn>
                  <a:cxn ang="0">
                    <a:pos x="297" y="528"/>
                  </a:cxn>
                  <a:cxn ang="0">
                    <a:pos x="269" y="553"/>
                  </a:cxn>
                  <a:cxn ang="0">
                    <a:pos x="241" y="576"/>
                  </a:cxn>
                  <a:cxn ang="0">
                    <a:pos x="208" y="599"/>
                  </a:cxn>
                  <a:cxn ang="0">
                    <a:pos x="176" y="622"/>
                  </a:cxn>
                  <a:cxn ang="0">
                    <a:pos x="142" y="643"/>
                  </a:cxn>
                  <a:cxn ang="0">
                    <a:pos x="107" y="665"/>
                  </a:cxn>
                  <a:cxn ang="0">
                    <a:pos x="71" y="685"/>
                  </a:cxn>
                  <a:cxn ang="0">
                    <a:pos x="34" y="705"/>
                  </a:cxn>
                  <a:cxn ang="0">
                    <a:pos x="36" y="665"/>
                  </a:cxn>
                  <a:cxn ang="0">
                    <a:pos x="36" y="623"/>
                  </a:cxn>
                  <a:cxn ang="0">
                    <a:pos x="34" y="583"/>
                  </a:cxn>
                  <a:cxn ang="0">
                    <a:pos x="32" y="541"/>
                  </a:cxn>
                  <a:cxn ang="0">
                    <a:pos x="32" y="531"/>
                  </a:cxn>
                  <a:cxn ang="0">
                    <a:pos x="31" y="520"/>
                  </a:cxn>
                  <a:cxn ang="0">
                    <a:pos x="31" y="509"/>
                  </a:cxn>
                  <a:cxn ang="0">
                    <a:pos x="30" y="499"/>
                  </a:cxn>
                  <a:cxn ang="0">
                    <a:pos x="25" y="446"/>
                  </a:cxn>
                  <a:cxn ang="0">
                    <a:pos x="18" y="394"/>
                  </a:cxn>
                  <a:cxn ang="0">
                    <a:pos x="9" y="343"/>
                  </a:cxn>
                  <a:cxn ang="0">
                    <a:pos x="0" y="293"/>
                  </a:cxn>
                  <a:cxn ang="0">
                    <a:pos x="29" y="278"/>
                  </a:cxn>
                  <a:cxn ang="0">
                    <a:pos x="56" y="263"/>
                  </a:cxn>
                  <a:cxn ang="0">
                    <a:pos x="83" y="248"/>
                  </a:cxn>
                  <a:cxn ang="0">
                    <a:pos x="109" y="232"/>
                  </a:cxn>
                  <a:cxn ang="0">
                    <a:pos x="133" y="214"/>
                  </a:cxn>
                  <a:cxn ang="0">
                    <a:pos x="157" y="197"/>
                  </a:cxn>
                  <a:cxn ang="0">
                    <a:pos x="178" y="180"/>
                  </a:cxn>
                  <a:cxn ang="0">
                    <a:pos x="200" y="161"/>
                  </a:cxn>
                  <a:cxn ang="0">
                    <a:pos x="220" y="143"/>
                  </a:cxn>
                  <a:cxn ang="0">
                    <a:pos x="238" y="123"/>
                  </a:cxn>
                  <a:cxn ang="0">
                    <a:pos x="256" y="104"/>
                  </a:cxn>
                  <a:cxn ang="0">
                    <a:pos x="272" y="84"/>
                  </a:cxn>
                  <a:cxn ang="0">
                    <a:pos x="286" y="64"/>
                  </a:cxn>
                  <a:cxn ang="0">
                    <a:pos x="299" y="43"/>
                  </a:cxn>
                  <a:cxn ang="0">
                    <a:pos x="311" y="22"/>
                  </a:cxn>
                  <a:cxn ang="0">
                    <a:pos x="321" y="0"/>
                  </a:cxn>
                </a:cxnLst>
                <a:rect l="0" t="0" r="r" b="b"/>
                <a:pathLst>
                  <a:path w="419" h="705">
                    <a:moveTo>
                      <a:pt x="321" y="0"/>
                    </a:moveTo>
                    <a:lnTo>
                      <a:pt x="337" y="35"/>
                    </a:lnTo>
                    <a:lnTo>
                      <a:pt x="352" y="69"/>
                    </a:lnTo>
                    <a:lnTo>
                      <a:pt x="367" y="104"/>
                    </a:lnTo>
                    <a:lnTo>
                      <a:pt x="380" y="140"/>
                    </a:lnTo>
                    <a:lnTo>
                      <a:pt x="391" y="176"/>
                    </a:lnTo>
                    <a:lnTo>
                      <a:pt x="402" y="213"/>
                    </a:lnTo>
                    <a:lnTo>
                      <a:pt x="411" y="250"/>
                    </a:lnTo>
                    <a:lnTo>
                      <a:pt x="419" y="288"/>
                    </a:lnTo>
                    <a:lnTo>
                      <a:pt x="416" y="323"/>
                    </a:lnTo>
                    <a:lnTo>
                      <a:pt x="409" y="356"/>
                    </a:lnTo>
                    <a:lnTo>
                      <a:pt x="397" y="387"/>
                    </a:lnTo>
                    <a:lnTo>
                      <a:pt x="383" y="418"/>
                    </a:lnTo>
                    <a:lnTo>
                      <a:pt x="366" y="447"/>
                    </a:lnTo>
                    <a:lnTo>
                      <a:pt x="345" y="475"/>
                    </a:lnTo>
                    <a:lnTo>
                      <a:pt x="322" y="502"/>
                    </a:lnTo>
                    <a:lnTo>
                      <a:pt x="297" y="528"/>
                    </a:lnTo>
                    <a:lnTo>
                      <a:pt x="269" y="553"/>
                    </a:lnTo>
                    <a:lnTo>
                      <a:pt x="241" y="576"/>
                    </a:lnTo>
                    <a:lnTo>
                      <a:pt x="208" y="599"/>
                    </a:lnTo>
                    <a:lnTo>
                      <a:pt x="176" y="622"/>
                    </a:lnTo>
                    <a:lnTo>
                      <a:pt x="142" y="643"/>
                    </a:lnTo>
                    <a:lnTo>
                      <a:pt x="107" y="665"/>
                    </a:lnTo>
                    <a:lnTo>
                      <a:pt x="71" y="685"/>
                    </a:lnTo>
                    <a:lnTo>
                      <a:pt x="34" y="705"/>
                    </a:lnTo>
                    <a:lnTo>
                      <a:pt x="36" y="665"/>
                    </a:lnTo>
                    <a:lnTo>
                      <a:pt x="36" y="623"/>
                    </a:lnTo>
                    <a:lnTo>
                      <a:pt x="34" y="583"/>
                    </a:lnTo>
                    <a:lnTo>
                      <a:pt x="32" y="541"/>
                    </a:lnTo>
                    <a:lnTo>
                      <a:pt x="32" y="531"/>
                    </a:lnTo>
                    <a:lnTo>
                      <a:pt x="31" y="520"/>
                    </a:lnTo>
                    <a:lnTo>
                      <a:pt x="31" y="509"/>
                    </a:lnTo>
                    <a:lnTo>
                      <a:pt x="30" y="499"/>
                    </a:lnTo>
                    <a:lnTo>
                      <a:pt x="25" y="446"/>
                    </a:lnTo>
                    <a:lnTo>
                      <a:pt x="18" y="394"/>
                    </a:lnTo>
                    <a:lnTo>
                      <a:pt x="9" y="343"/>
                    </a:lnTo>
                    <a:lnTo>
                      <a:pt x="0" y="293"/>
                    </a:lnTo>
                    <a:lnTo>
                      <a:pt x="29" y="278"/>
                    </a:lnTo>
                    <a:lnTo>
                      <a:pt x="56" y="263"/>
                    </a:lnTo>
                    <a:lnTo>
                      <a:pt x="83" y="248"/>
                    </a:lnTo>
                    <a:lnTo>
                      <a:pt x="109" y="232"/>
                    </a:lnTo>
                    <a:lnTo>
                      <a:pt x="133" y="214"/>
                    </a:lnTo>
                    <a:lnTo>
                      <a:pt x="157" y="197"/>
                    </a:lnTo>
                    <a:lnTo>
                      <a:pt x="178" y="180"/>
                    </a:lnTo>
                    <a:lnTo>
                      <a:pt x="200" y="161"/>
                    </a:lnTo>
                    <a:lnTo>
                      <a:pt x="220" y="143"/>
                    </a:lnTo>
                    <a:lnTo>
                      <a:pt x="238" y="123"/>
                    </a:lnTo>
                    <a:lnTo>
                      <a:pt x="256" y="104"/>
                    </a:lnTo>
                    <a:lnTo>
                      <a:pt x="272" y="84"/>
                    </a:lnTo>
                    <a:lnTo>
                      <a:pt x="286" y="64"/>
                    </a:lnTo>
                    <a:lnTo>
                      <a:pt x="299" y="43"/>
                    </a:lnTo>
                    <a:lnTo>
                      <a:pt x="311" y="22"/>
                    </a:lnTo>
                    <a:lnTo>
                      <a:pt x="321" y="0"/>
                    </a:lnTo>
                    <a:close/>
                  </a:path>
                </a:pathLst>
              </a:custGeom>
              <a:grpFill/>
              <a:ln w="9525">
                <a:noFill/>
                <a:round/>
                <a:headEnd/>
                <a:tailEnd/>
              </a:ln>
            </p:spPr>
            <p:txBody>
              <a:bodyPr/>
              <a:lstStyle/>
              <a:p>
                <a:pPr algn="ctr">
                  <a:defRPr/>
                </a:pPr>
                <a:endParaRPr lang="en-US" sz="900" dirty="0"/>
              </a:p>
            </p:txBody>
          </p:sp>
          <p:sp>
            <p:nvSpPr>
              <p:cNvPr id="55" name="Freeform 54"/>
              <p:cNvSpPr>
                <a:spLocks/>
              </p:cNvSpPr>
              <p:nvPr/>
            </p:nvSpPr>
            <p:spPr bwMode="auto">
              <a:xfrm>
                <a:off x="2904" y="2069"/>
                <a:ext cx="289" cy="272"/>
              </a:xfrm>
              <a:custGeom>
                <a:avLst/>
                <a:gdLst/>
                <a:ahLst/>
                <a:cxnLst>
                  <a:cxn ang="0">
                    <a:pos x="575" y="209"/>
                  </a:cxn>
                  <a:cxn ang="0">
                    <a:pos x="577" y="263"/>
                  </a:cxn>
                  <a:cxn ang="0">
                    <a:pos x="579" y="316"/>
                  </a:cxn>
                  <a:cxn ang="0">
                    <a:pos x="576" y="370"/>
                  </a:cxn>
                  <a:cxn ang="0">
                    <a:pos x="574" y="423"/>
                  </a:cxn>
                  <a:cxn ang="0">
                    <a:pos x="549" y="435"/>
                  </a:cxn>
                  <a:cxn ang="0">
                    <a:pos x="522" y="446"/>
                  </a:cxn>
                  <a:cxn ang="0">
                    <a:pos x="492" y="458"/>
                  </a:cxn>
                  <a:cxn ang="0">
                    <a:pos x="461" y="468"/>
                  </a:cxn>
                  <a:cxn ang="0">
                    <a:pos x="428" y="479"/>
                  </a:cxn>
                  <a:cxn ang="0">
                    <a:pos x="392" y="488"/>
                  </a:cxn>
                  <a:cxn ang="0">
                    <a:pos x="356" y="497"/>
                  </a:cxn>
                  <a:cxn ang="0">
                    <a:pos x="318" y="505"/>
                  </a:cxn>
                  <a:cxn ang="0">
                    <a:pos x="280" y="512"/>
                  </a:cxn>
                  <a:cxn ang="0">
                    <a:pos x="241" y="519"/>
                  </a:cxn>
                  <a:cxn ang="0">
                    <a:pos x="201" y="526"/>
                  </a:cxn>
                  <a:cxn ang="0">
                    <a:pos x="162" y="532"/>
                  </a:cxn>
                  <a:cxn ang="0">
                    <a:pos x="120" y="536"/>
                  </a:cxn>
                  <a:cxn ang="0">
                    <a:pos x="80" y="540"/>
                  </a:cxn>
                  <a:cxn ang="0">
                    <a:pos x="41" y="542"/>
                  </a:cxn>
                  <a:cxn ang="0">
                    <a:pos x="0" y="544"/>
                  </a:cxn>
                  <a:cxn ang="0">
                    <a:pos x="0" y="309"/>
                  </a:cxn>
                  <a:cxn ang="0">
                    <a:pos x="0" y="101"/>
                  </a:cxn>
                  <a:cxn ang="0">
                    <a:pos x="38" y="100"/>
                  </a:cxn>
                  <a:cxn ang="0">
                    <a:pos x="76" y="98"/>
                  </a:cxn>
                  <a:cxn ang="0">
                    <a:pos x="113" y="94"/>
                  </a:cxn>
                  <a:cxn ang="0">
                    <a:pos x="151" y="91"/>
                  </a:cxn>
                  <a:cxn ang="0">
                    <a:pos x="187" y="86"/>
                  </a:cxn>
                  <a:cxn ang="0">
                    <a:pos x="223" y="81"/>
                  </a:cxn>
                  <a:cxn ang="0">
                    <a:pos x="258" y="76"/>
                  </a:cxn>
                  <a:cxn ang="0">
                    <a:pos x="293" y="69"/>
                  </a:cxn>
                  <a:cxn ang="0">
                    <a:pos x="327" y="63"/>
                  </a:cxn>
                  <a:cxn ang="0">
                    <a:pos x="361" y="55"/>
                  </a:cxn>
                  <a:cxn ang="0">
                    <a:pos x="394" y="47"/>
                  </a:cxn>
                  <a:cxn ang="0">
                    <a:pos x="427" y="39"/>
                  </a:cxn>
                  <a:cxn ang="0">
                    <a:pos x="459" y="30"/>
                  </a:cxn>
                  <a:cxn ang="0">
                    <a:pos x="490" y="20"/>
                  </a:cxn>
                  <a:cxn ang="0">
                    <a:pos x="520" y="10"/>
                  </a:cxn>
                  <a:cxn ang="0">
                    <a:pos x="550" y="0"/>
                  </a:cxn>
                  <a:cxn ang="0">
                    <a:pos x="557" y="41"/>
                  </a:cxn>
                  <a:cxn ang="0">
                    <a:pos x="564" y="84"/>
                  </a:cxn>
                  <a:cxn ang="0">
                    <a:pos x="568" y="127"/>
                  </a:cxn>
                  <a:cxn ang="0">
                    <a:pos x="573" y="171"/>
                  </a:cxn>
                  <a:cxn ang="0">
                    <a:pos x="574" y="180"/>
                  </a:cxn>
                  <a:cxn ang="0">
                    <a:pos x="574" y="190"/>
                  </a:cxn>
                  <a:cxn ang="0">
                    <a:pos x="575" y="200"/>
                  </a:cxn>
                  <a:cxn ang="0">
                    <a:pos x="575" y="209"/>
                  </a:cxn>
                </a:cxnLst>
                <a:rect l="0" t="0" r="r" b="b"/>
                <a:pathLst>
                  <a:path w="579" h="544">
                    <a:moveTo>
                      <a:pt x="575" y="209"/>
                    </a:moveTo>
                    <a:lnTo>
                      <a:pt x="577" y="263"/>
                    </a:lnTo>
                    <a:lnTo>
                      <a:pt x="579" y="316"/>
                    </a:lnTo>
                    <a:lnTo>
                      <a:pt x="576" y="370"/>
                    </a:lnTo>
                    <a:lnTo>
                      <a:pt x="574" y="423"/>
                    </a:lnTo>
                    <a:lnTo>
                      <a:pt x="549" y="435"/>
                    </a:lnTo>
                    <a:lnTo>
                      <a:pt x="522" y="446"/>
                    </a:lnTo>
                    <a:lnTo>
                      <a:pt x="492" y="458"/>
                    </a:lnTo>
                    <a:lnTo>
                      <a:pt x="461" y="468"/>
                    </a:lnTo>
                    <a:lnTo>
                      <a:pt x="428" y="479"/>
                    </a:lnTo>
                    <a:lnTo>
                      <a:pt x="392" y="488"/>
                    </a:lnTo>
                    <a:lnTo>
                      <a:pt x="356" y="497"/>
                    </a:lnTo>
                    <a:lnTo>
                      <a:pt x="318" y="505"/>
                    </a:lnTo>
                    <a:lnTo>
                      <a:pt x="280" y="512"/>
                    </a:lnTo>
                    <a:lnTo>
                      <a:pt x="241" y="519"/>
                    </a:lnTo>
                    <a:lnTo>
                      <a:pt x="201" y="526"/>
                    </a:lnTo>
                    <a:lnTo>
                      <a:pt x="162" y="532"/>
                    </a:lnTo>
                    <a:lnTo>
                      <a:pt x="120" y="536"/>
                    </a:lnTo>
                    <a:lnTo>
                      <a:pt x="80" y="540"/>
                    </a:lnTo>
                    <a:lnTo>
                      <a:pt x="41" y="542"/>
                    </a:lnTo>
                    <a:lnTo>
                      <a:pt x="0" y="544"/>
                    </a:lnTo>
                    <a:lnTo>
                      <a:pt x="0" y="309"/>
                    </a:lnTo>
                    <a:lnTo>
                      <a:pt x="0" y="101"/>
                    </a:lnTo>
                    <a:lnTo>
                      <a:pt x="38" y="100"/>
                    </a:lnTo>
                    <a:lnTo>
                      <a:pt x="76" y="98"/>
                    </a:lnTo>
                    <a:lnTo>
                      <a:pt x="113" y="94"/>
                    </a:lnTo>
                    <a:lnTo>
                      <a:pt x="151" y="91"/>
                    </a:lnTo>
                    <a:lnTo>
                      <a:pt x="187" y="86"/>
                    </a:lnTo>
                    <a:lnTo>
                      <a:pt x="223" y="81"/>
                    </a:lnTo>
                    <a:lnTo>
                      <a:pt x="258" y="76"/>
                    </a:lnTo>
                    <a:lnTo>
                      <a:pt x="293" y="69"/>
                    </a:lnTo>
                    <a:lnTo>
                      <a:pt x="327" y="63"/>
                    </a:lnTo>
                    <a:lnTo>
                      <a:pt x="361" y="55"/>
                    </a:lnTo>
                    <a:lnTo>
                      <a:pt x="394" y="47"/>
                    </a:lnTo>
                    <a:lnTo>
                      <a:pt x="427" y="39"/>
                    </a:lnTo>
                    <a:lnTo>
                      <a:pt x="459" y="30"/>
                    </a:lnTo>
                    <a:lnTo>
                      <a:pt x="490" y="20"/>
                    </a:lnTo>
                    <a:lnTo>
                      <a:pt x="520" y="10"/>
                    </a:lnTo>
                    <a:lnTo>
                      <a:pt x="550" y="0"/>
                    </a:lnTo>
                    <a:lnTo>
                      <a:pt x="557" y="41"/>
                    </a:lnTo>
                    <a:lnTo>
                      <a:pt x="564" y="84"/>
                    </a:lnTo>
                    <a:lnTo>
                      <a:pt x="568" y="127"/>
                    </a:lnTo>
                    <a:lnTo>
                      <a:pt x="573" y="171"/>
                    </a:lnTo>
                    <a:lnTo>
                      <a:pt x="574" y="180"/>
                    </a:lnTo>
                    <a:lnTo>
                      <a:pt x="574" y="190"/>
                    </a:lnTo>
                    <a:lnTo>
                      <a:pt x="575" y="200"/>
                    </a:lnTo>
                    <a:lnTo>
                      <a:pt x="575" y="209"/>
                    </a:lnTo>
                    <a:close/>
                  </a:path>
                </a:pathLst>
              </a:custGeom>
              <a:grpFill/>
              <a:ln w="9525">
                <a:noFill/>
                <a:round/>
                <a:headEnd/>
                <a:tailEnd/>
              </a:ln>
            </p:spPr>
            <p:txBody>
              <a:bodyPr/>
              <a:lstStyle/>
              <a:p>
                <a:pPr algn="ctr">
                  <a:defRPr/>
                </a:pPr>
                <a:endParaRPr lang="en-US" sz="900" dirty="0"/>
              </a:p>
            </p:txBody>
          </p:sp>
          <p:sp>
            <p:nvSpPr>
              <p:cNvPr id="56" name="Freeform 55"/>
              <p:cNvSpPr>
                <a:spLocks/>
              </p:cNvSpPr>
              <p:nvPr/>
            </p:nvSpPr>
            <p:spPr bwMode="auto">
              <a:xfrm>
                <a:off x="2575" y="2342"/>
                <a:ext cx="281" cy="236"/>
              </a:xfrm>
              <a:custGeom>
                <a:avLst/>
                <a:gdLst/>
                <a:ahLst/>
                <a:cxnLst>
                  <a:cxn ang="0">
                    <a:pos x="548" y="474"/>
                  </a:cxn>
                  <a:cxn ang="0">
                    <a:pos x="520" y="471"/>
                  </a:cxn>
                  <a:cxn ang="0">
                    <a:pos x="493" y="470"/>
                  </a:cxn>
                  <a:cxn ang="0">
                    <a:pos x="466" y="468"/>
                  </a:cxn>
                  <a:cxn ang="0">
                    <a:pos x="439" y="465"/>
                  </a:cxn>
                  <a:cxn ang="0">
                    <a:pos x="412" y="461"/>
                  </a:cxn>
                  <a:cxn ang="0">
                    <a:pos x="386" y="458"/>
                  </a:cxn>
                  <a:cxn ang="0">
                    <a:pos x="359" y="454"/>
                  </a:cxn>
                  <a:cxn ang="0">
                    <a:pos x="330" y="450"/>
                  </a:cxn>
                  <a:cxn ang="0">
                    <a:pos x="299" y="444"/>
                  </a:cxn>
                  <a:cxn ang="0">
                    <a:pos x="268" y="437"/>
                  </a:cxn>
                  <a:cxn ang="0">
                    <a:pos x="238" y="430"/>
                  </a:cxn>
                  <a:cxn ang="0">
                    <a:pos x="208" y="422"/>
                  </a:cxn>
                  <a:cxn ang="0">
                    <a:pos x="178" y="414"/>
                  </a:cxn>
                  <a:cxn ang="0">
                    <a:pos x="149" y="406"/>
                  </a:cxn>
                  <a:cxn ang="0">
                    <a:pos x="120" y="397"/>
                  </a:cxn>
                  <a:cxn ang="0">
                    <a:pos x="92" y="364"/>
                  </a:cxn>
                  <a:cxn ang="0">
                    <a:pos x="68" y="309"/>
                  </a:cxn>
                  <a:cxn ang="0">
                    <a:pos x="48" y="254"/>
                  </a:cxn>
                  <a:cxn ang="0">
                    <a:pos x="34" y="199"/>
                  </a:cxn>
                  <a:cxn ang="0">
                    <a:pos x="19" y="129"/>
                  </a:cxn>
                  <a:cxn ang="0">
                    <a:pos x="5" y="44"/>
                  </a:cxn>
                  <a:cxn ang="0">
                    <a:pos x="17" y="7"/>
                  </a:cxn>
                  <a:cxn ang="0">
                    <a:pos x="53" y="20"/>
                  </a:cxn>
                  <a:cxn ang="0">
                    <a:pos x="90" y="32"/>
                  </a:cxn>
                  <a:cxn ang="0">
                    <a:pos x="126" y="43"/>
                  </a:cxn>
                  <a:cxn ang="0">
                    <a:pos x="163" y="52"/>
                  </a:cxn>
                  <a:cxn ang="0">
                    <a:pos x="201" y="63"/>
                  </a:cxn>
                  <a:cxn ang="0">
                    <a:pos x="240" y="71"/>
                  </a:cxn>
                  <a:cxn ang="0">
                    <a:pos x="280" y="79"/>
                  </a:cxn>
                  <a:cxn ang="0">
                    <a:pos x="315" y="85"/>
                  </a:cxn>
                  <a:cxn ang="0">
                    <a:pos x="348" y="90"/>
                  </a:cxn>
                  <a:cxn ang="0">
                    <a:pos x="380" y="95"/>
                  </a:cxn>
                  <a:cxn ang="0">
                    <a:pos x="412" y="98"/>
                  </a:cxn>
                  <a:cxn ang="0">
                    <a:pos x="445" y="102"/>
                  </a:cxn>
                  <a:cxn ang="0">
                    <a:pos x="478" y="105"/>
                  </a:cxn>
                  <a:cxn ang="0">
                    <a:pos x="511" y="108"/>
                  </a:cxn>
                  <a:cxn ang="0">
                    <a:pos x="545" y="109"/>
                  </a:cxn>
                  <a:cxn ang="0">
                    <a:pos x="562" y="277"/>
                  </a:cxn>
                </a:cxnLst>
                <a:rect l="0" t="0" r="r" b="b"/>
                <a:pathLst>
                  <a:path w="562" h="474">
                    <a:moveTo>
                      <a:pt x="562" y="474"/>
                    </a:moveTo>
                    <a:lnTo>
                      <a:pt x="548" y="474"/>
                    </a:lnTo>
                    <a:lnTo>
                      <a:pt x="534" y="473"/>
                    </a:lnTo>
                    <a:lnTo>
                      <a:pt x="520" y="471"/>
                    </a:lnTo>
                    <a:lnTo>
                      <a:pt x="506" y="471"/>
                    </a:lnTo>
                    <a:lnTo>
                      <a:pt x="493" y="470"/>
                    </a:lnTo>
                    <a:lnTo>
                      <a:pt x="480" y="469"/>
                    </a:lnTo>
                    <a:lnTo>
                      <a:pt x="466" y="468"/>
                    </a:lnTo>
                    <a:lnTo>
                      <a:pt x="452" y="466"/>
                    </a:lnTo>
                    <a:lnTo>
                      <a:pt x="439" y="465"/>
                    </a:lnTo>
                    <a:lnTo>
                      <a:pt x="426" y="463"/>
                    </a:lnTo>
                    <a:lnTo>
                      <a:pt x="412" y="461"/>
                    </a:lnTo>
                    <a:lnTo>
                      <a:pt x="399" y="460"/>
                    </a:lnTo>
                    <a:lnTo>
                      <a:pt x="386" y="458"/>
                    </a:lnTo>
                    <a:lnTo>
                      <a:pt x="373" y="456"/>
                    </a:lnTo>
                    <a:lnTo>
                      <a:pt x="359" y="454"/>
                    </a:lnTo>
                    <a:lnTo>
                      <a:pt x="346" y="452"/>
                    </a:lnTo>
                    <a:lnTo>
                      <a:pt x="330" y="450"/>
                    </a:lnTo>
                    <a:lnTo>
                      <a:pt x="315" y="446"/>
                    </a:lnTo>
                    <a:lnTo>
                      <a:pt x="299" y="444"/>
                    </a:lnTo>
                    <a:lnTo>
                      <a:pt x="284" y="440"/>
                    </a:lnTo>
                    <a:lnTo>
                      <a:pt x="268" y="437"/>
                    </a:lnTo>
                    <a:lnTo>
                      <a:pt x="253" y="433"/>
                    </a:lnTo>
                    <a:lnTo>
                      <a:pt x="238" y="430"/>
                    </a:lnTo>
                    <a:lnTo>
                      <a:pt x="223" y="427"/>
                    </a:lnTo>
                    <a:lnTo>
                      <a:pt x="208" y="422"/>
                    </a:lnTo>
                    <a:lnTo>
                      <a:pt x="193" y="418"/>
                    </a:lnTo>
                    <a:lnTo>
                      <a:pt x="178" y="414"/>
                    </a:lnTo>
                    <a:lnTo>
                      <a:pt x="163" y="410"/>
                    </a:lnTo>
                    <a:lnTo>
                      <a:pt x="149" y="406"/>
                    </a:lnTo>
                    <a:lnTo>
                      <a:pt x="134" y="401"/>
                    </a:lnTo>
                    <a:lnTo>
                      <a:pt x="120" y="397"/>
                    </a:lnTo>
                    <a:lnTo>
                      <a:pt x="106" y="392"/>
                    </a:lnTo>
                    <a:lnTo>
                      <a:pt x="92" y="364"/>
                    </a:lnTo>
                    <a:lnTo>
                      <a:pt x="79" y="337"/>
                    </a:lnTo>
                    <a:lnTo>
                      <a:pt x="68" y="309"/>
                    </a:lnTo>
                    <a:lnTo>
                      <a:pt x="57" y="281"/>
                    </a:lnTo>
                    <a:lnTo>
                      <a:pt x="48" y="254"/>
                    </a:lnTo>
                    <a:lnTo>
                      <a:pt x="41" y="226"/>
                    </a:lnTo>
                    <a:lnTo>
                      <a:pt x="34" y="199"/>
                    </a:lnTo>
                    <a:lnTo>
                      <a:pt x="27" y="171"/>
                    </a:lnTo>
                    <a:lnTo>
                      <a:pt x="19" y="129"/>
                    </a:lnTo>
                    <a:lnTo>
                      <a:pt x="12" y="88"/>
                    </a:lnTo>
                    <a:lnTo>
                      <a:pt x="5" y="44"/>
                    </a:lnTo>
                    <a:lnTo>
                      <a:pt x="0" y="0"/>
                    </a:lnTo>
                    <a:lnTo>
                      <a:pt x="17" y="7"/>
                    </a:lnTo>
                    <a:lnTo>
                      <a:pt x="35" y="13"/>
                    </a:lnTo>
                    <a:lnTo>
                      <a:pt x="53" y="20"/>
                    </a:lnTo>
                    <a:lnTo>
                      <a:pt x="71" y="26"/>
                    </a:lnTo>
                    <a:lnTo>
                      <a:pt x="90" y="32"/>
                    </a:lnTo>
                    <a:lnTo>
                      <a:pt x="108" y="37"/>
                    </a:lnTo>
                    <a:lnTo>
                      <a:pt x="126" y="43"/>
                    </a:lnTo>
                    <a:lnTo>
                      <a:pt x="145" y="48"/>
                    </a:lnTo>
                    <a:lnTo>
                      <a:pt x="163" y="52"/>
                    </a:lnTo>
                    <a:lnTo>
                      <a:pt x="183" y="58"/>
                    </a:lnTo>
                    <a:lnTo>
                      <a:pt x="201" y="63"/>
                    </a:lnTo>
                    <a:lnTo>
                      <a:pt x="221" y="67"/>
                    </a:lnTo>
                    <a:lnTo>
                      <a:pt x="240" y="71"/>
                    </a:lnTo>
                    <a:lnTo>
                      <a:pt x="260" y="75"/>
                    </a:lnTo>
                    <a:lnTo>
                      <a:pt x="280" y="79"/>
                    </a:lnTo>
                    <a:lnTo>
                      <a:pt x="299" y="82"/>
                    </a:lnTo>
                    <a:lnTo>
                      <a:pt x="315" y="85"/>
                    </a:lnTo>
                    <a:lnTo>
                      <a:pt x="331" y="88"/>
                    </a:lnTo>
                    <a:lnTo>
                      <a:pt x="348" y="90"/>
                    </a:lnTo>
                    <a:lnTo>
                      <a:pt x="364" y="93"/>
                    </a:lnTo>
                    <a:lnTo>
                      <a:pt x="380" y="95"/>
                    </a:lnTo>
                    <a:lnTo>
                      <a:pt x="396" y="97"/>
                    </a:lnTo>
                    <a:lnTo>
                      <a:pt x="412" y="98"/>
                    </a:lnTo>
                    <a:lnTo>
                      <a:pt x="429" y="101"/>
                    </a:lnTo>
                    <a:lnTo>
                      <a:pt x="445" y="102"/>
                    </a:lnTo>
                    <a:lnTo>
                      <a:pt x="462" y="104"/>
                    </a:lnTo>
                    <a:lnTo>
                      <a:pt x="478" y="105"/>
                    </a:lnTo>
                    <a:lnTo>
                      <a:pt x="495" y="106"/>
                    </a:lnTo>
                    <a:lnTo>
                      <a:pt x="511" y="108"/>
                    </a:lnTo>
                    <a:lnTo>
                      <a:pt x="528" y="109"/>
                    </a:lnTo>
                    <a:lnTo>
                      <a:pt x="545" y="109"/>
                    </a:lnTo>
                    <a:lnTo>
                      <a:pt x="562" y="110"/>
                    </a:lnTo>
                    <a:lnTo>
                      <a:pt x="562" y="277"/>
                    </a:lnTo>
                    <a:lnTo>
                      <a:pt x="562" y="474"/>
                    </a:lnTo>
                    <a:close/>
                  </a:path>
                </a:pathLst>
              </a:custGeom>
              <a:grpFill/>
              <a:ln w="9525">
                <a:noFill/>
                <a:round/>
                <a:headEnd/>
                <a:tailEnd/>
              </a:ln>
            </p:spPr>
            <p:txBody>
              <a:bodyPr/>
              <a:lstStyle/>
              <a:p>
                <a:pPr algn="ctr">
                  <a:defRPr/>
                </a:pPr>
                <a:endParaRPr lang="en-US" sz="900" dirty="0"/>
              </a:p>
            </p:txBody>
          </p:sp>
          <p:sp>
            <p:nvSpPr>
              <p:cNvPr id="57" name="Freeform 56"/>
              <p:cNvSpPr>
                <a:spLocks/>
              </p:cNvSpPr>
              <p:nvPr/>
            </p:nvSpPr>
            <p:spPr bwMode="auto">
              <a:xfrm>
                <a:off x="2567" y="2069"/>
                <a:ext cx="289" cy="272"/>
              </a:xfrm>
              <a:custGeom>
                <a:avLst/>
                <a:gdLst/>
                <a:ahLst/>
                <a:cxnLst>
                  <a:cxn ang="0">
                    <a:pos x="3" y="198"/>
                  </a:cxn>
                  <a:cxn ang="0">
                    <a:pos x="4" y="176"/>
                  </a:cxn>
                  <a:cxn ang="0">
                    <a:pos x="10" y="122"/>
                  </a:cxn>
                  <a:cxn ang="0">
                    <a:pos x="20" y="40"/>
                  </a:cxn>
                  <a:cxn ang="0">
                    <a:pos x="38" y="3"/>
                  </a:cxn>
                  <a:cxn ang="0">
                    <a:pos x="61" y="11"/>
                  </a:cxn>
                  <a:cxn ang="0">
                    <a:pos x="83" y="18"/>
                  </a:cxn>
                  <a:cxn ang="0">
                    <a:pos x="106" y="25"/>
                  </a:cxn>
                  <a:cxn ang="0">
                    <a:pos x="129" y="32"/>
                  </a:cxn>
                  <a:cxn ang="0">
                    <a:pos x="152" y="39"/>
                  </a:cxn>
                  <a:cxn ang="0">
                    <a:pos x="176" y="46"/>
                  </a:cxn>
                  <a:cxn ang="0">
                    <a:pos x="200" y="51"/>
                  </a:cxn>
                  <a:cxn ang="0">
                    <a:pos x="233" y="60"/>
                  </a:cxn>
                  <a:cxn ang="0">
                    <a:pos x="277" y="69"/>
                  </a:cxn>
                  <a:cxn ang="0">
                    <a:pos x="321" y="76"/>
                  </a:cxn>
                  <a:cxn ang="0">
                    <a:pos x="366" y="83"/>
                  </a:cxn>
                  <a:cxn ang="0">
                    <a:pos x="411" y="88"/>
                  </a:cxn>
                  <a:cxn ang="0">
                    <a:pos x="458" y="93"/>
                  </a:cxn>
                  <a:cxn ang="0">
                    <a:pos x="505" y="98"/>
                  </a:cxn>
                  <a:cxn ang="0">
                    <a:pos x="554" y="100"/>
                  </a:cxn>
                  <a:cxn ang="0">
                    <a:pos x="578" y="313"/>
                  </a:cxn>
                  <a:cxn ang="0">
                    <a:pos x="557" y="543"/>
                  </a:cxn>
                  <a:cxn ang="0">
                    <a:pos x="517" y="541"/>
                  </a:cxn>
                  <a:cxn ang="0">
                    <a:pos x="475" y="537"/>
                  </a:cxn>
                  <a:cxn ang="0">
                    <a:pos x="434" y="533"/>
                  </a:cxn>
                  <a:cxn ang="0">
                    <a:pos x="392" y="527"/>
                  </a:cxn>
                  <a:cxn ang="0">
                    <a:pos x="351" y="521"/>
                  </a:cxn>
                  <a:cxn ang="0">
                    <a:pos x="311" y="514"/>
                  </a:cxn>
                  <a:cxn ang="0">
                    <a:pos x="270" y="506"/>
                  </a:cxn>
                  <a:cxn ang="0">
                    <a:pos x="232" y="499"/>
                  </a:cxn>
                  <a:cxn ang="0">
                    <a:pos x="197" y="490"/>
                  </a:cxn>
                  <a:cxn ang="0">
                    <a:pos x="162" y="481"/>
                  </a:cxn>
                  <a:cxn ang="0">
                    <a:pos x="130" y="472"/>
                  </a:cxn>
                  <a:cxn ang="0">
                    <a:pos x="97" y="461"/>
                  </a:cxn>
                  <a:cxn ang="0">
                    <a:pos x="69" y="451"/>
                  </a:cxn>
                  <a:cxn ang="0">
                    <a:pos x="41" y="441"/>
                  </a:cxn>
                  <a:cxn ang="0">
                    <a:pos x="15" y="429"/>
                  </a:cxn>
                  <a:cxn ang="0">
                    <a:pos x="1" y="370"/>
                  </a:cxn>
                  <a:cxn ang="0">
                    <a:pos x="0" y="263"/>
                  </a:cxn>
                </a:cxnLst>
                <a:rect l="0" t="0" r="r" b="b"/>
                <a:pathLst>
                  <a:path w="578" h="544">
                    <a:moveTo>
                      <a:pt x="2" y="209"/>
                    </a:moveTo>
                    <a:lnTo>
                      <a:pt x="3" y="198"/>
                    </a:lnTo>
                    <a:lnTo>
                      <a:pt x="4" y="186"/>
                    </a:lnTo>
                    <a:lnTo>
                      <a:pt x="4" y="176"/>
                    </a:lnTo>
                    <a:lnTo>
                      <a:pt x="5" y="164"/>
                    </a:lnTo>
                    <a:lnTo>
                      <a:pt x="10" y="122"/>
                    </a:lnTo>
                    <a:lnTo>
                      <a:pt x="15" y="80"/>
                    </a:lnTo>
                    <a:lnTo>
                      <a:pt x="20" y="40"/>
                    </a:lnTo>
                    <a:lnTo>
                      <a:pt x="27" y="0"/>
                    </a:lnTo>
                    <a:lnTo>
                      <a:pt x="38" y="3"/>
                    </a:lnTo>
                    <a:lnTo>
                      <a:pt x="49" y="8"/>
                    </a:lnTo>
                    <a:lnTo>
                      <a:pt x="61" y="11"/>
                    </a:lnTo>
                    <a:lnTo>
                      <a:pt x="71" y="15"/>
                    </a:lnTo>
                    <a:lnTo>
                      <a:pt x="83" y="18"/>
                    </a:lnTo>
                    <a:lnTo>
                      <a:pt x="94" y="22"/>
                    </a:lnTo>
                    <a:lnTo>
                      <a:pt x="106" y="25"/>
                    </a:lnTo>
                    <a:lnTo>
                      <a:pt x="117" y="28"/>
                    </a:lnTo>
                    <a:lnTo>
                      <a:pt x="129" y="32"/>
                    </a:lnTo>
                    <a:lnTo>
                      <a:pt x="140" y="35"/>
                    </a:lnTo>
                    <a:lnTo>
                      <a:pt x="152" y="39"/>
                    </a:lnTo>
                    <a:lnTo>
                      <a:pt x="164" y="42"/>
                    </a:lnTo>
                    <a:lnTo>
                      <a:pt x="176" y="46"/>
                    </a:lnTo>
                    <a:lnTo>
                      <a:pt x="188" y="49"/>
                    </a:lnTo>
                    <a:lnTo>
                      <a:pt x="200" y="51"/>
                    </a:lnTo>
                    <a:lnTo>
                      <a:pt x="213" y="55"/>
                    </a:lnTo>
                    <a:lnTo>
                      <a:pt x="233" y="60"/>
                    </a:lnTo>
                    <a:lnTo>
                      <a:pt x="255" y="64"/>
                    </a:lnTo>
                    <a:lnTo>
                      <a:pt x="277" y="69"/>
                    </a:lnTo>
                    <a:lnTo>
                      <a:pt x="299" y="72"/>
                    </a:lnTo>
                    <a:lnTo>
                      <a:pt x="321" y="76"/>
                    </a:lnTo>
                    <a:lnTo>
                      <a:pt x="343" y="79"/>
                    </a:lnTo>
                    <a:lnTo>
                      <a:pt x="366" y="83"/>
                    </a:lnTo>
                    <a:lnTo>
                      <a:pt x="389" y="86"/>
                    </a:lnTo>
                    <a:lnTo>
                      <a:pt x="411" y="88"/>
                    </a:lnTo>
                    <a:lnTo>
                      <a:pt x="435" y="91"/>
                    </a:lnTo>
                    <a:lnTo>
                      <a:pt x="458" y="93"/>
                    </a:lnTo>
                    <a:lnTo>
                      <a:pt x="481" y="95"/>
                    </a:lnTo>
                    <a:lnTo>
                      <a:pt x="505" y="98"/>
                    </a:lnTo>
                    <a:lnTo>
                      <a:pt x="529" y="99"/>
                    </a:lnTo>
                    <a:lnTo>
                      <a:pt x="554" y="100"/>
                    </a:lnTo>
                    <a:lnTo>
                      <a:pt x="578" y="101"/>
                    </a:lnTo>
                    <a:lnTo>
                      <a:pt x="578" y="313"/>
                    </a:lnTo>
                    <a:lnTo>
                      <a:pt x="578" y="544"/>
                    </a:lnTo>
                    <a:lnTo>
                      <a:pt x="557" y="543"/>
                    </a:lnTo>
                    <a:lnTo>
                      <a:pt x="537" y="542"/>
                    </a:lnTo>
                    <a:lnTo>
                      <a:pt x="517" y="541"/>
                    </a:lnTo>
                    <a:lnTo>
                      <a:pt x="496" y="539"/>
                    </a:lnTo>
                    <a:lnTo>
                      <a:pt x="475" y="537"/>
                    </a:lnTo>
                    <a:lnTo>
                      <a:pt x="455" y="535"/>
                    </a:lnTo>
                    <a:lnTo>
                      <a:pt x="434" y="533"/>
                    </a:lnTo>
                    <a:lnTo>
                      <a:pt x="413" y="531"/>
                    </a:lnTo>
                    <a:lnTo>
                      <a:pt x="392" y="527"/>
                    </a:lnTo>
                    <a:lnTo>
                      <a:pt x="372" y="525"/>
                    </a:lnTo>
                    <a:lnTo>
                      <a:pt x="351" y="521"/>
                    </a:lnTo>
                    <a:lnTo>
                      <a:pt x="330" y="518"/>
                    </a:lnTo>
                    <a:lnTo>
                      <a:pt x="311" y="514"/>
                    </a:lnTo>
                    <a:lnTo>
                      <a:pt x="290" y="511"/>
                    </a:lnTo>
                    <a:lnTo>
                      <a:pt x="270" y="506"/>
                    </a:lnTo>
                    <a:lnTo>
                      <a:pt x="251" y="503"/>
                    </a:lnTo>
                    <a:lnTo>
                      <a:pt x="232" y="499"/>
                    </a:lnTo>
                    <a:lnTo>
                      <a:pt x="215" y="495"/>
                    </a:lnTo>
                    <a:lnTo>
                      <a:pt x="197" y="490"/>
                    </a:lnTo>
                    <a:lnTo>
                      <a:pt x="179" y="486"/>
                    </a:lnTo>
                    <a:lnTo>
                      <a:pt x="162" y="481"/>
                    </a:lnTo>
                    <a:lnTo>
                      <a:pt x="146" y="476"/>
                    </a:lnTo>
                    <a:lnTo>
                      <a:pt x="130" y="472"/>
                    </a:lnTo>
                    <a:lnTo>
                      <a:pt x="114" y="467"/>
                    </a:lnTo>
                    <a:lnTo>
                      <a:pt x="97" y="461"/>
                    </a:lnTo>
                    <a:lnTo>
                      <a:pt x="83" y="457"/>
                    </a:lnTo>
                    <a:lnTo>
                      <a:pt x="69" y="451"/>
                    </a:lnTo>
                    <a:lnTo>
                      <a:pt x="54" y="446"/>
                    </a:lnTo>
                    <a:lnTo>
                      <a:pt x="41" y="441"/>
                    </a:lnTo>
                    <a:lnTo>
                      <a:pt x="27" y="435"/>
                    </a:lnTo>
                    <a:lnTo>
                      <a:pt x="15" y="429"/>
                    </a:lnTo>
                    <a:lnTo>
                      <a:pt x="3" y="423"/>
                    </a:lnTo>
                    <a:lnTo>
                      <a:pt x="1" y="370"/>
                    </a:lnTo>
                    <a:lnTo>
                      <a:pt x="0" y="316"/>
                    </a:lnTo>
                    <a:lnTo>
                      <a:pt x="0" y="263"/>
                    </a:lnTo>
                    <a:lnTo>
                      <a:pt x="2" y="209"/>
                    </a:lnTo>
                    <a:close/>
                  </a:path>
                </a:pathLst>
              </a:custGeom>
              <a:grpFill/>
              <a:ln w="9525">
                <a:noFill/>
                <a:round/>
                <a:headEnd/>
                <a:tailEnd/>
              </a:ln>
            </p:spPr>
            <p:txBody>
              <a:bodyPr/>
              <a:lstStyle/>
              <a:p>
                <a:pPr algn="ctr">
                  <a:defRPr/>
                </a:pPr>
                <a:endParaRPr lang="en-US" sz="900" dirty="0"/>
              </a:p>
            </p:txBody>
          </p:sp>
          <p:sp>
            <p:nvSpPr>
              <p:cNvPr id="58" name="Freeform 57"/>
              <p:cNvSpPr>
                <a:spLocks/>
              </p:cNvSpPr>
              <p:nvPr/>
            </p:nvSpPr>
            <p:spPr bwMode="auto">
              <a:xfrm>
                <a:off x="2904" y="1814"/>
                <a:ext cx="263" cy="250"/>
              </a:xfrm>
              <a:custGeom>
                <a:avLst/>
                <a:gdLst/>
                <a:ahLst/>
                <a:cxnLst>
                  <a:cxn ang="0">
                    <a:pos x="0" y="67"/>
                  </a:cxn>
                  <a:cxn ang="0">
                    <a:pos x="26" y="66"/>
                  </a:cxn>
                  <a:cxn ang="0">
                    <a:pos x="50" y="64"/>
                  </a:cxn>
                  <a:cxn ang="0">
                    <a:pos x="74" y="63"/>
                  </a:cxn>
                  <a:cxn ang="0">
                    <a:pos x="98" y="59"/>
                  </a:cxn>
                  <a:cxn ang="0">
                    <a:pos x="122" y="57"/>
                  </a:cxn>
                  <a:cxn ang="0">
                    <a:pos x="145" y="53"/>
                  </a:cxn>
                  <a:cxn ang="0">
                    <a:pos x="169" y="50"/>
                  </a:cxn>
                  <a:cxn ang="0">
                    <a:pos x="192" y="45"/>
                  </a:cxn>
                  <a:cxn ang="0">
                    <a:pos x="213" y="41"/>
                  </a:cxn>
                  <a:cxn ang="0">
                    <a:pos x="235" y="36"/>
                  </a:cxn>
                  <a:cxn ang="0">
                    <a:pos x="257" y="32"/>
                  </a:cxn>
                  <a:cxn ang="0">
                    <a:pos x="279" y="26"/>
                  </a:cxn>
                  <a:cxn ang="0">
                    <a:pos x="300" y="20"/>
                  </a:cxn>
                  <a:cxn ang="0">
                    <a:pos x="321" y="13"/>
                  </a:cxn>
                  <a:cxn ang="0">
                    <a:pos x="340" y="7"/>
                  </a:cxn>
                  <a:cxn ang="0">
                    <a:pos x="360" y="0"/>
                  </a:cxn>
                  <a:cxn ang="0">
                    <a:pos x="376" y="28"/>
                  </a:cxn>
                  <a:cxn ang="0">
                    <a:pos x="391" y="56"/>
                  </a:cxn>
                  <a:cxn ang="0">
                    <a:pos x="406" y="85"/>
                  </a:cxn>
                  <a:cxn ang="0">
                    <a:pos x="421" y="114"/>
                  </a:cxn>
                  <a:cxn ang="0">
                    <a:pos x="435" y="144"/>
                  </a:cxn>
                  <a:cxn ang="0">
                    <a:pos x="448" y="176"/>
                  </a:cxn>
                  <a:cxn ang="0">
                    <a:pos x="462" y="208"/>
                  </a:cxn>
                  <a:cxn ang="0">
                    <a:pos x="475" y="240"/>
                  </a:cxn>
                  <a:cxn ang="0">
                    <a:pos x="482" y="260"/>
                  </a:cxn>
                  <a:cxn ang="0">
                    <a:pos x="489" y="278"/>
                  </a:cxn>
                  <a:cxn ang="0">
                    <a:pos x="496" y="298"/>
                  </a:cxn>
                  <a:cxn ang="0">
                    <a:pos x="501" y="317"/>
                  </a:cxn>
                  <a:cxn ang="0">
                    <a:pos x="508" y="338"/>
                  </a:cxn>
                  <a:cxn ang="0">
                    <a:pos x="514" y="357"/>
                  </a:cxn>
                  <a:cxn ang="0">
                    <a:pos x="520" y="378"/>
                  </a:cxn>
                  <a:cxn ang="0">
                    <a:pos x="526" y="399"/>
                  </a:cxn>
                  <a:cxn ang="0">
                    <a:pos x="497" y="409"/>
                  </a:cxn>
                  <a:cxn ang="0">
                    <a:pos x="468" y="420"/>
                  </a:cxn>
                  <a:cxn ang="0">
                    <a:pos x="438" y="429"/>
                  </a:cxn>
                  <a:cxn ang="0">
                    <a:pos x="408" y="438"/>
                  </a:cxn>
                  <a:cxn ang="0">
                    <a:pos x="377" y="446"/>
                  </a:cxn>
                  <a:cxn ang="0">
                    <a:pos x="346" y="454"/>
                  </a:cxn>
                  <a:cxn ang="0">
                    <a:pos x="314" y="462"/>
                  </a:cxn>
                  <a:cxn ang="0">
                    <a:pos x="280" y="469"/>
                  </a:cxn>
                  <a:cxn ang="0">
                    <a:pos x="247" y="475"/>
                  </a:cxn>
                  <a:cxn ang="0">
                    <a:pos x="213" y="481"/>
                  </a:cxn>
                  <a:cxn ang="0">
                    <a:pos x="179" y="485"/>
                  </a:cxn>
                  <a:cxn ang="0">
                    <a:pos x="143" y="490"/>
                  </a:cxn>
                  <a:cxn ang="0">
                    <a:pos x="109" y="493"/>
                  </a:cxn>
                  <a:cxn ang="0">
                    <a:pos x="73" y="497"/>
                  </a:cxn>
                  <a:cxn ang="0">
                    <a:pos x="37" y="499"/>
                  </a:cxn>
                  <a:cxn ang="0">
                    <a:pos x="0" y="501"/>
                  </a:cxn>
                  <a:cxn ang="0">
                    <a:pos x="0" y="290"/>
                  </a:cxn>
                  <a:cxn ang="0">
                    <a:pos x="0" y="67"/>
                  </a:cxn>
                </a:cxnLst>
                <a:rect l="0" t="0" r="r" b="b"/>
                <a:pathLst>
                  <a:path w="526" h="501">
                    <a:moveTo>
                      <a:pt x="0" y="67"/>
                    </a:moveTo>
                    <a:lnTo>
                      <a:pt x="26" y="66"/>
                    </a:lnTo>
                    <a:lnTo>
                      <a:pt x="50" y="64"/>
                    </a:lnTo>
                    <a:lnTo>
                      <a:pt x="74" y="63"/>
                    </a:lnTo>
                    <a:lnTo>
                      <a:pt x="98" y="59"/>
                    </a:lnTo>
                    <a:lnTo>
                      <a:pt x="122" y="57"/>
                    </a:lnTo>
                    <a:lnTo>
                      <a:pt x="145" y="53"/>
                    </a:lnTo>
                    <a:lnTo>
                      <a:pt x="169" y="50"/>
                    </a:lnTo>
                    <a:lnTo>
                      <a:pt x="192" y="45"/>
                    </a:lnTo>
                    <a:lnTo>
                      <a:pt x="213" y="41"/>
                    </a:lnTo>
                    <a:lnTo>
                      <a:pt x="235" y="36"/>
                    </a:lnTo>
                    <a:lnTo>
                      <a:pt x="257" y="32"/>
                    </a:lnTo>
                    <a:lnTo>
                      <a:pt x="279" y="26"/>
                    </a:lnTo>
                    <a:lnTo>
                      <a:pt x="300" y="20"/>
                    </a:lnTo>
                    <a:lnTo>
                      <a:pt x="321" y="13"/>
                    </a:lnTo>
                    <a:lnTo>
                      <a:pt x="340" y="7"/>
                    </a:lnTo>
                    <a:lnTo>
                      <a:pt x="360" y="0"/>
                    </a:lnTo>
                    <a:lnTo>
                      <a:pt x="376" y="28"/>
                    </a:lnTo>
                    <a:lnTo>
                      <a:pt x="391" y="56"/>
                    </a:lnTo>
                    <a:lnTo>
                      <a:pt x="406" y="85"/>
                    </a:lnTo>
                    <a:lnTo>
                      <a:pt x="421" y="114"/>
                    </a:lnTo>
                    <a:lnTo>
                      <a:pt x="435" y="144"/>
                    </a:lnTo>
                    <a:lnTo>
                      <a:pt x="448" y="176"/>
                    </a:lnTo>
                    <a:lnTo>
                      <a:pt x="462" y="208"/>
                    </a:lnTo>
                    <a:lnTo>
                      <a:pt x="475" y="240"/>
                    </a:lnTo>
                    <a:lnTo>
                      <a:pt x="482" y="260"/>
                    </a:lnTo>
                    <a:lnTo>
                      <a:pt x="489" y="278"/>
                    </a:lnTo>
                    <a:lnTo>
                      <a:pt x="496" y="298"/>
                    </a:lnTo>
                    <a:lnTo>
                      <a:pt x="501" y="317"/>
                    </a:lnTo>
                    <a:lnTo>
                      <a:pt x="508" y="338"/>
                    </a:lnTo>
                    <a:lnTo>
                      <a:pt x="514" y="357"/>
                    </a:lnTo>
                    <a:lnTo>
                      <a:pt x="520" y="378"/>
                    </a:lnTo>
                    <a:lnTo>
                      <a:pt x="526" y="399"/>
                    </a:lnTo>
                    <a:lnTo>
                      <a:pt x="497" y="409"/>
                    </a:lnTo>
                    <a:lnTo>
                      <a:pt x="468" y="420"/>
                    </a:lnTo>
                    <a:lnTo>
                      <a:pt x="438" y="429"/>
                    </a:lnTo>
                    <a:lnTo>
                      <a:pt x="408" y="438"/>
                    </a:lnTo>
                    <a:lnTo>
                      <a:pt x="377" y="446"/>
                    </a:lnTo>
                    <a:lnTo>
                      <a:pt x="346" y="454"/>
                    </a:lnTo>
                    <a:lnTo>
                      <a:pt x="314" y="462"/>
                    </a:lnTo>
                    <a:lnTo>
                      <a:pt x="280" y="469"/>
                    </a:lnTo>
                    <a:lnTo>
                      <a:pt x="247" y="475"/>
                    </a:lnTo>
                    <a:lnTo>
                      <a:pt x="213" y="481"/>
                    </a:lnTo>
                    <a:lnTo>
                      <a:pt x="179" y="485"/>
                    </a:lnTo>
                    <a:lnTo>
                      <a:pt x="143" y="490"/>
                    </a:lnTo>
                    <a:lnTo>
                      <a:pt x="109" y="493"/>
                    </a:lnTo>
                    <a:lnTo>
                      <a:pt x="73" y="497"/>
                    </a:lnTo>
                    <a:lnTo>
                      <a:pt x="37" y="499"/>
                    </a:lnTo>
                    <a:lnTo>
                      <a:pt x="0" y="501"/>
                    </a:lnTo>
                    <a:lnTo>
                      <a:pt x="0" y="290"/>
                    </a:lnTo>
                    <a:lnTo>
                      <a:pt x="0" y="67"/>
                    </a:lnTo>
                    <a:close/>
                  </a:path>
                </a:pathLst>
              </a:custGeom>
              <a:grpFill/>
              <a:ln w="9525">
                <a:noFill/>
                <a:round/>
                <a:headEnd/>
                <a:tailEnd/>
              </a:ln>
            </p:spPr>
            <p:txBody>
              <a:bodyPr/>
              <a:lstStyle/>
              <a:p>
                <a:pPr algn="ctr">
                  <a:defRPr/>
                </a:pPr>
                <a:endParaRPr lang="en-US" sz="900" dirty="0"/>
              </a:p>
            </p:txBody>
          </p:sp>
          <p:sp>
            <p:nvSpPr>
              <p:cNvPr id="59" name="Freeform 58"/>
              <p:cNvSpPr>
                <a:spLocks/>
              </p:cNvSpPr>
              <p:nvPr/>
            </p:nvSpPr>
            <p:spPr bwMode="auto">
              <a:xfrm>
                <a:off x="2594" y="1814"/>
                <a:ext cx="262" cy="250"/>
              </a:xfrm>
              <a:custGeom>
                <a:avLst/>
                <a:gdLst/>
                <a:ahLst/>
                <a:cxnLst>
                  <a:cxn ang="0">
                    <a:pos x="525" y="501"/>
                  </a:cxn>
                  <a:cxn ang="0">
                    <a:pos x="487" y="499"/>
                  </a:cxn>
                  <a:cxn ang="0">
                    <a:pos x="449" y="497"/>
                  </a:cxn>
                  <a:cxn ang="0">
                    <a:pos x="412" y="493"/>
                  </a:cxn>
                  <a:cxn ang="0">
                    <a:pos x="375" y="489"/>
                  </a:cxn>
                  <a:cxn ang="0">
                    <a:pos x="338" y="484"/>
                  </a:cxn>
                  <a:cxn ang="0">
                    <a:pos x="302" y="480"/>
                  </a:cxn>
                  <a:cxn ang="0">
                    <a:pos x="267" y="474"/>
                  </a:cxn>
                  <a:cxn ang="0">
                    <a:pos x="232" y="467"/>
                  </a:cxn>
                  <a:cxn ang="0">
                    <a:pos x="201" y="460"/>
                  </a:cxn>
                  <a:cxn ang="0">
                    <a:pos x="170" y="453"/>
                  </a:cxn>
                  <a:cxn ang="0">
                    <a:pos x="140" y="445"/>
                  </a:cxn>
                  <a:cxn ang="0">
                    <a:pos x="111" y="437"/>
                  </a:cxn>
                  <a:cxn ang="0">
                    <a:pos x="81" y="428"/>
                  </a:cxn>
                  <a:cxn ang="0">
                    <a:pos x="54" y="419"/>
                  </a:cxn>
                  <a:cxn ang="0">
                    <a:pos x="26" y="409"/>
                  </a:cxn>
                  <a:cxn ang="0">
                    <a:pos x="0" y="399"/>
                  </a:cxn>
                  <a:cxn ang="0">
                    <a:pos x="12" y="354"/>
                  </a:cxn>
                  <a:cxn ang="0">
                    <a:pos x="26" y="309"/>
                  </a:cxn>
                  <a:cxn ang="0">
                    <a:pos x="40" y="266"/>
                  </a:cxn>
                  <a:cxn ang="0">
                    <a:pos x="56" y="224"/>
                  </a:cxn>
                  <a:cxn ang="0">
                    <a:pos x="80" y="164"/>
                  </a:cxn>
                  <a:cxn ang="0">
                    <a:pos x="107" y="108"/>
                  </a:cxn>
                  <a:cxn ang="0">
                    <a:pos x="134" y="52"/>
                  </a:cxn>
                  <a:cxn ang="0">
                    <a:pos x="164" y="0"/>
                  </a:cxn>
                  <a:cxn ang="0">
                    <a:pos x="200" y="12"/>
                  </a:cxn>
                  <a:cxn ang="0">
                    <a:pos x="238" y="24"/>
                  </a:cxn>
                  <a:cxn ang="0">
                    <a:pos x="276" y="34"/>
                  </a:cxn>
                  <a:cxn ang="0">
                    <a:pos x="315" y="42"/>
                  </a:cxn>
                  <a:cxn ang="0">
                    <a:pos x="340" y="47"/>
                  </a:cxn>
                  <a:cxn ang="0">
                    <a:pos x="365" y="51"/>
                  </a:cxn>
                  <a:cxn ang="0">
                    <a:pos x="391" y="55"/>
                  </a:cxn>
                  <a:cxn ang="0">
                    <a:pos x="417" y="58"/>
                  </a:cxn>
                  <a:cxn ang="0">
                    <a:pos x="443" y="62"/>
                  </a:cxn>
                  <a:cxn ang="0">
                    <a:pos x="471" y="64"/>
                  </a:cxn>
                  <a:cxn ang="0">
                    <a:pos x="497" y="66"/>
                  </a:cxn>
                  <a:cxn ang="0">
                    <a:pos x="525" y="67"/>
                  </a:cxn>
                </a:cxnLst>
                <a:rect l="0" t="0" r="r" b="b"/>
                <a:pathLst>
                  <a:path w="525" h="501">
                    <a:moveTo>
                      <a:pt x="525" y="283"/>
                    </a:moveTo>
                    <a:lnTo>
                      <a:pt x="525" y="501"/>
                    </a:lnTo>
                    <a:lnTo>
                      <a:pt x="505" y="500"/>
                    </a:lnTo>
                    <a:lnTo>
                      <a:pt x="487" y="499"/>
                    </a:lnTo>
                    <a:lnTo>
                      <a:pt x="467" y="498"/>
                    </a:lnTo>
                    <a:lnTo>
                      <a:pt x="449" y="497"/>
                    </a:lnTo>
                    <a:lnTo>
                      <a:pt x="430" y="495"/>
                    </a:lnTo>
                    <a:lnTo>
                      <a:pt x="412" y="493"/>
                    </a:lnTo>
                    <a:lnTo>
                      <a:pt x="393" y="491"/>
                    </a:lnTo>
                    <a:lnTo>
                      <a:pt x="375" y="489"/>
                    </a:lnTo>
                    <a:lnTo>
                      <a:pt x="357" y="488"/>
                    </a:lnTo>
                    <a:lnTo>
                      <a:pt x="338" y="484"/>
                    </a:lnTo>
                    <a:lnTo>
                      <a:pt x="320" y="482"/>
                    </a:lnTo>
                    <a:lnTo>
                      <a:pt x="302" y="480"/>
                    </a:lnTo>
                    <a:lnTo>
                      <a:pt x="285" y="476"/>
                    </a:lnTo>
                    <a:lnTo>
                      <a:pt x="267" y="474"/>
                    </a:lnTo>
                    <a:lnTo>
                      <a:pt x="250" y="470"/>
                    </a:lnTo>
                    <a:lnTo>
                      <a:pt x="232" y="467"/>
                    </a:lnTo>
                    <a:lnTo>
                      <a:pt x="216" y="463"/>
                    </a:lnTo>
                    <a:lnTo>
                      <a:pt x="201" y="460"/>
                    </a:lnTo>
                    <a:lnTo>
                      <a:pt x="185" y="457"/>
                    </a:lnTo>
                    <a:lnTo>
                      <a:pt x="170" y="453"/>
                    </a:lnTo>
                    <a:lnTo>
                      <a:pt x="155" y="450"/>
                    </a:lnTo>
                    <a:lnTo>
                      <a:pt x="140" y="445"/>
                    </a:lnTo>
                    <a:lnTo>
                      <a:pt x="125" y="442"/>
                    </a:lnTo>
                    <a:lnTo>
                      <a:pt x="111" y="437"/>
                    </a:lnTo>
                    <a:lnTo>
                      <a:pt x="96" y="432"/>
                    </a:lnTo>
                    <a:lnTo>
                      <a:pt x="81" y="428"/>
                    </a:lnTo>
                    <a:lnTo>
                      <a:pt x="68" y="423"/>
                    </a:lnTo>
                    <a:lnTo>
                      <a:pt x="54" y="419"/>
                    </a:lnTo>
                    <a:lnTo>
                      <a:pt x="40" y="414"/>
                    </a:lnTo>
                    <a:lnTo>
                      <a:pt x="26" y="409"/>
                    </a:lnTo>
                    <a:lnTo>
                      <a:pt x="13" y="404"/>
                    </a:lnTo>
                    <a:lnTo>
                      <a:pt x="0" y="399"/>
                    </a:lnTo>
                    <a:lnTo>
                      <a:pt x="5" y="376"/>
                    </a:lnTo>
                    <a:lnTo>
                      <a:pt x="12" y="354"/>
                    </a:lnTo>
                    <a:lnTo>
                      <a:pt x="19" y="331"/>
                    </a:lnTo>
                    <a:lnTo>
                      <a:pt x="26" y="309"/>
                    </a:lnTo>
                    <a:lnTo>
                      <a:pt x="33" y="287"/>
                    </a:lnTo>
                    <a:lnTo>
                      <a:pt x="40" y="266"/>
                    </a:lnTo>
                    <a:lnTo>
                      <a:pt x="48" y="245"/>
                    </a:lnTo>
                    <a:lnTo>
                      <a:pt x="56" y="224"/>
                    </a:lnTo>
                    <a:lnTo>
                      <a:pt x="68" y="194"/>
                    </a:lnTo>
                    <a:lnTo>
                      <a:pt x="80" y="164"/>
                    </a:lnTo>
                    <a:lnTo>
                      <a:pt x="93" y="135"/>
                    </a:lnTo>
                    <a:lnTo>
                      <a:pt x="107" y="108"/>
                    </a:lnTo>
                    <a:lnTo>
                      <a:pt x="121" y="80"/>
                    </a:lnTo>
                    <a:lnTo>
                      <a:pt x="134" y="52"/>
                    </a:lnTo>
                    <a:lnTo>
                      <a:pt x="149" y="26"/>
                    </a:lnTo>
                    <a:lnTo>
                      <a:pt x="164" y="0"/>
                    </a:lnTo>
                    <a:lnTo>
                      <a:pt x="183" y="6"/>
                    </a:lnTo>
                    <a:lnTo>
                      <a:pt x="200" y="12"/>
                    </a:lnTo>
                    <a:lnTo>
                      <a:pt x="218" y="18"/>
                    </a:lnTo>
                    <a:lnTo>
                      <a:pt x="238" y="24"/>
                    </a:lnTo>
                    <a:lnTo>
                      <a:pt x="256" y="28"/>
                    </a:lnTo>
                    <a:lnTo>
                      <a:pt x="276" y="34"/>
                    </a:lnTo>
                    <a:lnTo>
                      <a:pt x="296" y="37"/>
                    </a:lnTo>
                    <a:lnTo>
                      <a:pt x="315" y="42"/>
                    </a:lnTo>
                    <a:lnTo>
                      <a:pt x="328" y="44"/>
                    </a:lnTo>
                    <a:lnTo>
                      <a:pt x="340" y="47"/>
                    </a:lnTo>
                    <a:lnTo>
                      <a:pt x="352" y="49"/>
                    </a:lnTo>
                    <a:lnTo>
                      <a:pt x="365" y="51"/>
                    </a:lnTo>
                    <a:lnTo>
                      <a:pt x="379" y="52"/>
                    </a:lnTo>
                    <a:lnTo>
                      <a:pt x="391" y="55"/>
                    </a:lnTo>
                    <a:lnTo>
                      <a:pt x="404" y="57"/>
                    </a:lnTo>
                    <a:lnTo>
                      <a:pt x="417" y="58"/>
                    </a:lnTo>
                    <a:lnTo>
                      <a:pt x="430" y="59"/>
                    </a:lnTo>
                    <a:lnTo>
                      <a:pt x="443" y="62"/>
                    </a:lnTo>
                    <a:lnTo>
                      <a:pt x="457" y="63"/>
                    </a:lnTo>
                    <a:lnTo>
                      <a:pt x="471" y="64"/>
                    </a:lnTo>
                    <a:lnTo>
                      <a:pt x="483" y="65"/>
                    </a:lnTo>
                    <a:lnTo>
                      <a:pt x="497" y="66"/>
                    </a:lnTo>
                    <a:lnTo>
                      <a:pt x="511" y="66"/>
                    </a:lnTo>
                    <a:lnTo>
                      <a:pt x="525" y="67"/>
                    </a:lnTo>
                    <a:lnTo>
                      <a:pt x="525" y="283"/>
                    </a:lnTo>
                    <a:close/>
                  </a:path>
                </a:pathLst>
              </a:custGeom>
              <a:grpFill/>
              <a:ln w="9525">
                <a:noFill/>
                <a:round/>
                <a:headEnd/>
                <a:tailEnd/>
              </a:ln>
            </p:spPr>
            <p:txBody>
              <a:bodyPr/>
              <a:lstStyle/>
              <a:p>
                <a:pPr algn="ctr">
                  <a:defRPr/>
                </a:pPr>
                <a:endParaRPr lang="en-US" sz="900" dirty="0"/>
              </a:p>
            </p:txBody>
          </p:sp>
          <p:sp>
            <p:nvSpPr>
              <p:cNvPr id="60" name="Freeform 59"/>
              <p:cNvSpPr>
                <a:spLocks/>
              </p:cNvSpPr>
              <p:nvPr/>
            </p:nvSpPr>
            <p:spPr bwMode="auto">
              <a:xfrm>
                <a:off x="2904" y="2342"/>
                <a:ext cx="281" cy="236"/>
              </a:xfrm>
              <a:custGeom>
                <a:avLst/>
                <a:gdLst/>
                <a:ahLst/>
                <a:cxnLst>
                  <a:cxn ang="0">
                    <a:pos x="0" y="336"/>
                  </a:cxn>
                  <a:cxn ang="0">
                    <a:pos x="0" y="110"/>
                  </a:cxn>
                  <a:cxn ang="0">
                    <a:pos x="38" y="109"/>
                  </a:cxn>
                  <a:cxn ang="0">
                    <a:pos x="76" y="105"/>
                  </a:cxn>
                  <a:cxn ang="0">
                    <a:pos x="113" y="103"/>
                  </a:cxn>
                  <a:cxn ang="0">
                    <a:pos x="150" y="98"/>
                  </a:cxn>
                  <a:cxn ang="0">
                    <a:pos x="187" y="94"/>
                  </a:cxn>
                  <a:cxn ang="0">
                    <a:pos x="223" y="89"/>
                  </a:cxn>
                  <a:cxn ang="0">
                    <a:pos x="258" y="83"/>
                  </a:cxn>
                  <a:cxn ang="0">
                    <a:pos x="294" y="76"/>
                  </a:cxn>
                  <a:cxn ang="0">
                    <a:pos x="330" y="70"/>
                  </a:cxn>
                  <a:cxn ang="0">
                    <a:pos x="364" y="62"/>
                  </a:cxn>
                  <a:cxn ang="0">
                    <a:pos x="398" y="52"/>
                  </a:cxn>
                  <a:cxn ang="0">
                    <a:pos x="431" y="43"/>
                  </a:cxn>
                  <a:cxn ang="0">
                    <a:pos x="465" y="34"/>
                  </a:cxn>
                  <a:cxn ang="0">
                    <a:pos x="498" y="24"/>
                  </a:cxn>
                  <a:cxn ang="0">
                    <a:pos x="530" y="12"/>
                  </a:cxn>
                  <a:cxn ang="0">
                    <a:pos x="561" y="0"/>
                  </a:cxn>
                  <a:cxn ang="0">
                    <a:pos x="558" y="29"/>
                  </a:cxn>
                  <a:cxn ang="0">
                    <a:pos x="553" y="57"/>
                  </a:cxn>
                  <a:cxn ang="0">
                    <a:pos x="550" y="83"/>
                  </a:cxn>
                  <a:cxn ang="0">
                    <a:pos x="545" y="111"/>
                  </a:cxn>
                  <a:cxn ang="0">
                    <a:pos x="541" y="138"/>
                  </a:cxn>
                  <a:cxn ang="0">
                    <a:pos x="536" y="164"/>
                  </a:cxn>
                  <a:cxn ang="0">
                    <a:pos x="530" y="189"/>
                  </a:cxn>
                  <a:cxn ang="0">
                    <a:pos x="523" y="216"/>
                  </a:cxn>
                  <a:cxn ang="0">
                    <a:pos x="518" y="238"/>
                  </a:cxn>
                  <a:cxn ang="0">
                    <a:pos x="511" y="260"/>
                  </a:cxn>
                  <a:cxn ang="0">
                    <a:pos x="504" y="281"/>
                  </a:cxn>
                  <a:cxn ang="0">
                    <a:pos x="496" y="303"/>
                  </a:cxn>
                  <a:cxn ang="0">
                    <a:pos x="488" y="325"/>
                  </a:cxn>
                  <a:cxn ang="0">
                    <a:pos x="478" y="347"/>
                  </a:cxn>
                  <a:cxn ang="0">
                    <a:pos x="468" y="370"/>
                  </a:cxn>
                  <a:cxn ang="0">
                    <a:pos x="456" y="392"/>
                  </a:cxn>
                  <a:cxn ang="0">
                    <a:pos x="430" y="400"/>
                  </a:cxn>
                  <a:cxn ang="0">
                    <a:pos x="403" y="409"/>
                  </a:cxn>
                  <a:cxn ang="0">
                    <a:pos x="377" y="416"/>
                  </a:cxn>
                  <a:cxn ang="0">
                    <a:pos x="349" y="424"/>
                  </a:cxn>
                  <a:cxn ang="0">
                    <a:pos x="322" y="431"/>
                  </a:cxn>
                  <a:cxn ang="0">
                    <a:pos x="294" y="437"/>
                  </a:cxn>
                  <a:cxn ang="0">
                    <a:pos x="265" y="443"/>
                  </a:cxn>
                  <a:cxn ang="0">
                    <a:pos x="238" y="448"/>
                  </a:cxn>
                  <a:cxn ang="0">
                    <a:pos x="209" y="453"/>
                  </a:cxn>
                  <a:cxn ang="0">
                    <a:pos x="179" y="458"/>
                  </a:cxn>
                  <a:cxn ang="0">
                    <a:pos x="150" y="462"/>
                  </a:cxn>
                  <a:cxn ang="0">
                    <a:pos x="120" y="466"/>
                  </a:cxn>
                  <a:cxn ang="0">
                    <a:pos x="91" y="468"/>
                  </a:cxn>
                  <a:cxn ang="0">
                    <a:pos x="61" y="470"/>
                  </a:cxn>
                  <a:cxn ang="0">
                    <a:pos x="30" y="473"/>
                  </a:cxn>
                  <a:cxn ang="0">
                    <a:pos x="0" y="474"/>
                  </a:cxn>
                  <a:cxn ang="0">
                    <a:pos x="0" y="336"/>
                  </a:cxn>
                </a:cxnLst>
                <a:rect l="0" t="0" r="r" b="b"/>
                <a:pathLst>
                  <a:path w="561" h="474">
                    <a:moveTo>
                      <a:pt x="0" y="336"/>
                    </a:moveTo>
                    <a:lnTo>
                      <a:pt x="0" y="110"/>
                    </a:lnTo>
                    <a:lnTo>
                      <a:pt x="38" y="109"/>
                    </a:lnTo>
                    <a:lnTo>
                      <a:pt x="76" y="105"/>
                    </a:lnTo>
                    <a:lnTo>
                      <a:pt x="113" y="103"/>
                    </a:lnTo>
                    <a:lnTo>
                      <a:pt x="150" y="98"/>
                    </a:lnTo>
                    <a:lnTo>
                      <a:pt x="187" y="94"/>
                    </a:lnTo>
                    <a:lnTo>
                      <a:pt x="223" y="89"/>
                    </a:lnTo>
                    <a:lnTo>
                      <a:pt x="258" y="83"/>
                    </a:lnTo>
                    <a:lnTo>
                      <a:pt x="294" y="76"/>
                    </a:lnTo>
                    <a:lnTo>
                      <a:pt x="330" y="70"/>
                    </a:lnTo>
                    <a:lnTo>
                      <a:pt x="364" y="62"/>
                    </a:lnTo>
                    <a:lnTo>
                      <a:pt x="398" y="52"/>
                    </a:lnTo>
                    <a:lnTo>
                      <a:pt x="431" y="43"/>
                    </a:lnTo>
                    <a:lnTo>
                      <a:pt x="465" y="34"/>
                    </a:lnTo>
                    <a:lnTo>
                      <a:pt x="498" y="24"/>
                    </a:lnTo>
                    <a:lnTo>
                      <a:pt x="530" y="12"/>
                    </a:lnTo>
                    <a:lnTo>
                      <a:pt x="561" y="0"/>
                    </a:lnTo>
                    <a:lnTo>
                      <a:pt x="558" y="29"/>
                    </a:lnTo>
                    <a:lnTo>
                      <a:pt x="553" y="57"/>
                    </a:lnTo>
                    <a:lnTo>
                      <a:pt x="550" y="83"/>
                    </a:lnTo>
                    <a:lnTo>
                      <a:pt x="545" y="111"/>
                    </a:lnTo>
                    <a:lnTo>
                      <a:pt x="541" y="138"/>
                    </a:lnTo>
                    <a:lnTo>
                      <a:pt x="536" y="164"/>
                    </a:lnTo>
                    <a:lnTo>
                      <a:pt x="530" y="189"/>
                    </a:lnTo>
                    <a:lnTo>
                      <a:pt x="523" y="216"/>
                    </a:lnTo>
                    <a:lnTo>
                      <a:pt x="518" y="238"/>
                    </a:lnTo>
                    <a:lnTo>
                      <a:pt x="511" y="260"/>
                    </a:lnTo>
                    <a:lnTo>
                      <a:pt x="504" y="281"/>
                    </a:lnTo>
                    <a:lnTo>
                      <a:pt x="496" y="303"/>
                    </a:lnTo>
                    <a:lnTo>
                      <a:pt x="488" y="325"/>
                    </a:lnTo>
                    <a:lnTo>
                      <a:pt x="478" y="347"/>
                    </a:lnTo>
                    <a:lnTo>
                      <a:pt x="468" y="370"/>
                    </a:lnTo>
                    <a:lnTo>
                      <a:pt x="456" y="392"/>
                    </a:lnTo>
                    <a:lnTo>
                      <a:pt x="430" y="400"/>
                    </a:lnTo>
                    <a:lnTo>
                      <a:pt x="403" y="409"/>
                    </a:lnTo>
                    <a:lnTo>
                      <a:pt x="377" y="416"/>
                    </a:lnTo>
                    <a:lnTo>
                      <a:pt x="349" y="424"/>
                    </a:lnTo>
                    <a:lnTo>
                      <a:pt x="322" y="431"/>
                    </a:lnTo>
                    <a:lnTo>
                      <a:pt x="294" y="437"/>
                    </a:lnTo>
                    <a:lnTo>
                      <a:pt x="265" y="443"/>
                    </a:lnTo>
                    <a:lnTo>
                      <a:pt x="238" y="448"/>
                    </a:lnTo>
                    <a:lnTo>
                      <a:pt x="209" y="453"/>
                    </a:lnTo>
                    <a:lnTo>
                      <a:pt x="179" y="458"/>
                    </a:lnTo>
                    <a:lnTo>
                      <a:pt x="150" y="462"/>
                    </a:lnTo>
                    <a:lnTo>
                      <a:pt x="120" y="466"/>
                    </a:lnTo>
                    <a:lnTo>
                      <a:pt x="91" y="468"/>
                    </a:lnTo>
                    <a:lnTo>
                      <a:pt x="61" y="470"/>
                    </a:lnTo>
                    <a:lnTo>
                      <a:pt x="30" y="473"/>
                    </a:lnTo>
                    <a:lnTo>
                      <a:pt x="0" y="474"/>
                    </a:lnTo>
                    <a:lnTo>
                      <a:pt x="0" y="336"/>
                    </a:lnTo>
                    <a:close/>
                  </a:path>
                </a:pathLst>
              </a:custGeom>
              <a:grpFill/>
              <a:ln w="9525">
                <a:noFill/>
                <a:round/>
                <a:headEnd/>
                <a:tailEnd/>
              </a:ln>
            </p:spPr>
            <p:txBody>
              <a:bodyPr/>
              <a:lstStyle/>
              <a:p>
                <a:pPr algn="ctr">
                  <a:defRPr/>
                </a:pPr>
                <a:endParaRPr lang="en-US" sz="900" dirty="0"/>
              </a:p>
            </p:txBody>
          </p:sp>
          <p:sp>
            <p:nvSpPr>
              <p:cNvPr id="61" name="Freeform 60"/>
              <p:cNvSpPr>
                <a:spLocks/>
              </p:cNvSpPr>
              <p:nvPr/>
            </p:nvSpPr>
            <p:spPr bwMode="auto">
              <a:xfrm>
                <a:off x="3136" y="1704"/>
                <a:ext cx="216" cy="286"/>
              </a:xfrm>
              <a:custGeom>
                <a:avLst/>
                <a:gdLst/>
                <a:ahLst/>
                <a:cxnLst>
                  <a:cxn ang="0">
                    <a:pos x="210" y="11"/>
                  </a:cxn>
                  <a:cxn ang="0">
                    <a:pos x="241" y="35"/>
                  </a:cxn>
                  <a:cxn ang="0">
                    <a:pos x="272" y="64"/>
                  </a:cxn>
                  <a:cxn ang="0">
                    <a:pos x="303" y="95"/>
                  </a:cxn>
                  <a:cxn ang="0">
                    <a:pos x="333" y="128"/>
                  </a:cxn>
                  <a:cxn ang="0">
                    <a:pos x="363" y="162"/>
                  </a:cxn>
                  <a:cxn ang="0">
                    <a:pos x="392" y="198"/>
                  </a:cxn>
                  <a:cxn ang="0">
                    <a:pos x="420" y="233"/>
                  </a:cxn>
                  <a:cxn ang="0">
                    <a:pos x="431" y="274"/>
                  </a:cxn>
                  <a:cxn ang="0">
                    <a:pos x="421" y="319"/>
                  </a:cxn>
                  <a:cxn ang="0">
                    <a:pos x="403" y="362"/>
                  </a:cxn>
                  <a:cxn ang="0">
                    <a:pos x="376" y="404"/>
                  </a:cxn>
                  <a:cxn ang="0">
                    <a:pos x="342" y="444"/>
                  </a:cxn>
                  <a:cxn ang="0">
                    <a:pos x="300" y="483"/>
                  </a:cxn>
                  <a:cxn ang="0">
                    <a:pos x="251" y="520"/>
                  </a:cxn>
                  <a:cxn ang="0">
                    <a:pos x="196" y="555"/>
                  </a:cxn>
                  <a:cxn ang="0">
                    <a:pos x="157" y="539"/>
                  </a:cxn>
                  <a:cxn ang="0">
                    <a:pos x="136" y="475"/>
                  </a:cxn>
                  <a:cxn ang="0">
                    <a:pos x="113" y="413"/>
                  </a:cxn>
                  <a:cxn ang="0">
                    <a:pos x="89" y="353"/>
                  </a:cxn>
                  <a:cxn ang="0">
                    <a:pos x="67" y="304"/>
                  </a:cxn>
                  <a:cxn ang="0">
                    <a:pos x="49" y="266"/>
                  </a:cxn>
                  <a:cxn ang="0">
                    <a:pos x="30" y="228"/>
                  </a:cxn>
                  <a:cxn ang="0">
                    <a:pos x="11" y="192"/>
                  </a:cxn>
                  <a:cxn ang="0">
                    <a:pos x="17" y="164"/>
                  </a:cxn>
                  <a:cxn ang="0">
                    <a:pos x="49" y="146"/>
                  </a:cxn>
                  <a:cxn ang="0">
                    <a:pos x="78" y="126"/>
                  </a:cxn>
                  <a:cxn ang="0">
                    <a:pos x="105" y="106"/>
                  </a:cxn>
                  <a:cxn ang="0">
                    <a:pos x="129" y="84"/>
                  </a:cxn>
                  <a:cxn ang="0">
                    <a:pos x="151" y="61"/>
                  </a:cxn>
                  <a:cxn ang="0">
                    <a:pos x="171" y="37"/>
                  </a:cxn>
                  <a:cxn ang="0">
                    <a:pos x="188" y="12"/>
                  </a:cxn>
                </a:cxnLst>
                <a:rect l="0" t="0" r="r" b="b"/>
                <a:pathLst>
                  <a:path w="432" h="571">
                    <a:moveTo>
                      <a:pt x="195" y="0"/>
                    </a:moveTo>
                    <a:lnTo>
                      <a:pt x="210" y="11"/>
                    </a:lnTo>
                    <a:lnTo>
                      <a:pt x="225" y="23"/>
                    </a:lnTo>
                    <a:lnTo>
                      <a:pt x="241" y="35"/>
                    </a:lnTo>
                    <a:lnTo>
                      <a:pt x="256" y="49"/>
                    </a:lnTo>
                    <a:lnTo>
                      <a:pt x="272" y="64"/>
                    </a:lnTo>
                    <a:lnTo>
                      <a:pt x="287" y="79"/>
                    </a:lnTo>
                    <a:lnTo>
                      <a:pt x="303" y="95"/>
                    </a:lnTo>
                    <a:lnTo>
                      <a:pt x="318" y="111"/>
                    </a:lnTo>
                    <a:lnTo>
                      <a:pt x="333" y="128"/>
                    </a:lnTo>
                    <a:lnTo>
                      <a:pt x="349" y="145"/>
                    </a:lnTo>
                    <a:lnTo>
                      <a:pt x="363" y="162"/>
                    </a:lnTo>
                    <a:lnTo>
                      <a:pt x="378" y="179"/>
                    </a:lnTo>
                    <a:lnTo>
                      <a:pt x="392" y="198"/>
                    </a:lnTo>
                    <a:lnTo>
                      <a:pt x="406" y="215"/>
                    </a:lnTo>
                    <a:lnTo>
                      <a:pt x="420" y="233"/>
                    </a:lnTo>
                    <a:lnTo>
                      <a:pt x="432" y="251"/>
                    </a:lnTo>
                    <a:lnTo>
                      <a:pt x="431" y="274"/>
                    </a:lnTo>
                    <a:lnTo>
                      <a:pt x="428" y="296"/>
                    </a:lnTo>
                    <a:lnTo>
                      <a:pt x="421" y="319"/>
                    </a:lnTo>
                    <a:lnTo>
                      <a:pt x="413" y="341"/>
                    </a:lnTo>
                    <a:lnTo>
                      <a:pt x="403" y="362"/>
                    </a:lnTo>
                    <a:lnTo>
                      <a:pt x="391" y="383"/>
                    </a:lnTo>
                    <a:lnTo>
                      <a:pt x="376" y="404"/>
                    </a:lnTo>
                    <a:lnTo>
                      <a:pt x="360" y="425"/>
                    </a:lnTo>
                    <a:lnTo>
                      <a:pt x="342" y="444"/>
                    </a:lnTo>
                    <a:lnTo>
                      <a:pt x="322" y="464"/>
                    </a:lnTo>
                    <a:lnTo>
                      <a:pt x="300" y="483"/>
                    </a:lnTo>
                    <a:lnTo>
                      <a:pt x="277" y="502"/>
                    </a:lnTo>
                    <a:lnTo>
                      <a:pt x="251" y="520"/>
                    </a:lnTo>
                    <a:lnTo>
                      <a:pt x="225" y="537"/>
                    </a:lnTo>
                    <a:lnTo>
                      <a:pt x="196" y="555"/>
                    </a:lnTo>
                    <a:lnTo>
                      <a:pt x="166" y="571"/>
                    </a:lnTo>
                    <a:lnTo>
                      <a:pt x="157" y="539"/>
                    </a:lnTo>
                    <a:lnTo>
                      <a:pt x="147" y="506"/>
                    </a:lnTo>
                    <a:lnTo>
                      <a:pt x="136" y="475"/>
                    </a:lnTo>
                    <a:lnTo>
                      <a:pt x="125" y="443"/>
                    </a:lnTo>
                    <a:lnTo>
                      <a:pt x="113" y="413"/>
                    </a:lnTo>
                    <a:lnTo>
                      <a:pt x="102" y="383"/>
                    </a:lnTo>
                    <a:lnTo>
                      <a:pt x="89" y="353"/>
                    </a:lnTo>
                    <a:lnTo>
                      <a:pt x="76" y="323"/>
                    </a:lnTo>
                    <a:lnTo>
                      <a:pt x="67" y="304"/>
                    </a:lnTo>
                    <a:lnTo>
                      <a:pt x="58" y="284"/>
                    </a:lnTo>
                    <a:lnTo>
                      <a:pt x="49" y="266"/>
                    </a:lnTo>
                    <a:lnTo>
                      <a:pt x="40" y="246"/>
                    </a:lnTo>
                    <a:lnTo>
                      <a:pt x="30" y="228"/>
                    </a:lnTo>
                    <a:lnTo>
                      <a:pt x="20" y="209"/>
                    </a:lnTo>
                    <a:lnTo>
                      <a:pt x="11" y="192"/>
                    </a:lnTo>
                    <a:lnTo>
                      <a:pt x="0" y="174"/>
                    </a:lnTo>
                    <a:lnTo>
                      <a:pt x="17" y="164"/>
                    </a:lnTo>
                    <a:lnTo>
                      <a:pt x="33" y="155"/>
                    </a:lnTo>
                    <a:lnTo>
                      <a:pt x="49" y="146"/>
                    </a:lnTo>
                    <a:lnTo>
                      <a:pt x="64" y="136"/>
                    </a:lnTo>
                    <a:lnTo>
                      <a:pt x="78" y="126"/>
                    </a:lnTo>
                    <a:lnTo>
                      <a:pt x="91" y="116"/>
                    </a:lnTo>
                    <a:lnTo>
                      <a:pt x="105" y="106"/>
                    </a:lnTo>
                    <a:lnTo>
                      <a:pt x="118" y="94"/>
                    </a:lnTo>
                    <a:lnTo>
                      <a:pt x="129" y="84"/>
                    </a:lnTo>
                    <a:lnTo>
                      <a:pt x="141" y="72"/>
                    </a:lnTo>
                    <a:lnTo>
                      <a:pt x="151" y="61"/>
                    </a:lnTo>
                    <a:lnTo>
                      <a:pt x="162" y="49"/>
                    </a:lnTo>
                    <a:lnTo>
                      <a:pt x="171" y="37"/>
                    </a:lnTo>
                    <a:lnTo>
                      <a:pt x="180" y="25"/>
                    </a:lnTo>
                    <a:lnTo>
                      <a:pt x="188" y="12"/>
                    </a:lnTo>
                    <a:lnTo>
                      <a:pt x="195" y="0"/>
                    </a:lnTo>
                    <a:close/>
                  </a:path>
                </a:pathLst>
              </a:custGeom>
              <a:grpFill/>
              <a:ln w="9525">
                <a:noFill/>
                <a:round/>
                <a:headEnd/>
                <a:tailEnd/>
              </a:ln>
            </p:spPr>
            <p:txBody>
              <a:bodyPr/>
              <a:lstStyle/>
              <a:p>
                <a:pPr algn="ctr">
                  <a:defRPr/>
                </a:pPr>
                <a:endParaRPr lang="en-US" sz="900" dirty="0"/>
              </a:p>
            </p:txBody>
          </p:sp>
          <p:sp>
            <p:nvSpPr>
              <p:cNvPr id="62" name="Freeform 61"/>
              <p:cNvSpPr>
                <a:spLocks/>
              </p:cNvSpPr>
              <p:nvPr/>
            </p:nvSpPr>
            <p:spPr bwMode="auto">
              <a:xfrm>
                <a:off x="3003" y="1595"/>
                <a:ext cx="184" cy="149"/>
              </a:xfrm>
              <a:custGeom>
                <a:avLst/>
                <a:gdLst/>
                <a:ahLst/>
                <a:cxnLst>
                  <a:cxn ang="0">
                    <a:pos x="4" y="0"/>
                  </a:cxn>
                  <a:cxn ang="0">
                    <a:pos x="22" y="3"/>
                  </a:cxn>
                  <a:cxn ang="0">
                    <a:pos x="42" y="7"/>
                  </a:cxn>
                  <a:cxn ang="0">
                    <a:pos x="63" y="10"/>
                  </a:cxn>
                  <a:cxn ang="0">
                    <a:pos x="83" y="16"/>
                  </a:cxn>
                  <a:cxn ang="0">
                    <a:pos x="105" y="22"/>
                  </a:cxn>
                  <a:cxn ang="0">
                    <a:pos x="128" y="28"/>
                  </a:cxn>
                  <a:cxn ang="0">
                    <a:pos x="151" y="36"/>
                  </a:cxn>
                  <a:cxn ang="0">
                    <a:pos x="174" y="44"/>
                  </a:cxn>
                  <a:cxn ang="0">
                    <a:pos x="199" y="54"/>
                  </a:cxn>
                  <a:cxn ang="0">
                    <a:pos x="223" y="64"/>
                  </a:cxn>
                  <a:cxn ang="0">
                    <a:pos x="247" y="76"/>
                  </a:cxn>
                  <a:cxn ang="0">
                    <a:pos x="271" y="89"/>
                  </a:cxn>
                  <a:cxn ang="0">
                    <a:pos x="295" y="102"/>
                  </a:cxn>
                  <a:cxn ang="0">
                    <a:pos x="321" y="118"/>
                  </a:cxn>
                  <a:cxn ang="0">
                    <a:pos x="344" y="135"/>
                  </a:cxn>
                  <a:cxn ang="0">
                    <a:pos x="368" y="153"/>
                  </a:cxn>
                  <a:cxn ang="0">
                    <a:pos x="359" y="173"/>
                  </a:cxn>
                  <a:cxn ang="0">
                    <a:pos x="345" y="192"/>
                  </a:cxn>
                  <a:cxn ang="0">
                    <a:pos x="330" y="211"/>
                  </a:cxn>
                  <a:cxn ang="0">
                    <a:pos x="311" y="229"/>
                  </a:cxn>
                  <a:cxn ang="0">
                    <a:pos x="290" y="247"/>
                  </a:cxn>
                  <a:cxn ang="0">
                    <a:pos x="265" y="265"/>
                  </a:cxn>
                  <a:cxn ang="0">
                    <a:pos x="239" y="282"/>
                  </a:cxn>
                  <a:cxn ang="0">
                    <a:pos x="209" y="298"/>
                  </a:cxn>
                  <a:cxn ang="0">
                    <a:pos x="193" y="272"/>
                  </a:cxn>
                  <a:cxn ang="0">
                    <a:pos x="178" y="246"/>
                  </a:cxn>
                  <a:cxn ang="0">
                    <a:pos x="161" y="222"/>
                  </a:cxn>
                  <a:cxn ang="0">
                    <a:pos x="144" y="199"/>
                  </a:cxn>
                  <a:cxn ang="0">
                    <a:pos x="128" y="178"/>
                  </a:cxn>
                  <a:cxn ang="0">
                    <a:pos x="112" y="159"/>
                  </a:cxn>
                  <a:cxn ang="0">
                    <a:pos x="96" y="140"/>
                  </a:cxn>
                  <a:cxn ang="0">
                    <a:pos x="80" y="123"/>
                  </a:cxn>
                  <a:cxn ang="0">
                    <a:pos x="70" y="113"/>
                  </a:cxn>
                  <a:cxn ang="0">
                    <a:pos x="59" y="102"/>
                  </a:cxn>
                  <a:cxn ang="0">
                    <a:pos x="49" y="92"/>
                  </a:cxn>
                  <a:cxn ang="0">
                    <a:pos x="38" y="83"/>
                  </a:cxn>
                  <a:cxn ang="0">
                    <a:pos x="29" y="75"/>
                  </a:cxn>
                  <a:cxn ang="0">
                    <a:pos x="19" y="67"/>
                  </a:cxn>
                  <a:cxn ang="0">
                    <a:pos x="10" y="59"/>
                  </a:cxn>
                  <a:cxn ang="0">
                    <a:pos x="0" y="52"/>
                  </a:cxn>
                  <a:cxn ang="0">
                    <a:pos x="4" y="45"/>
                  </a:cxn>
                  <a:cxn ang="0">
                    <a:pos x="7" y="38"/>
                  </a:cxn>
                  <a:cxn ang="0">
                    <a:pos x="9" y="31"/>
                  </a:cxn>
                  <a:cxn ang="0">
                    <a:pos x="10" y="23"/>
                  </a:cxn>
                  <a:cxn ang="0">
                    <a:pos x="10" y="17"/>
                  </a:cxn>
                  <a:cxn ang="0">
                    <a:pos x="9" y="11"/>
                  </a:cxn>
                  <a:cxn ang="0">
                    <a:pos x="6" y="6"/>
                  </a:cxn>
                  <a:cxn ang="0">
                    <a:pos x="4" y="0"/>
                  </a:cxn>
                </a:cxnLst>
                <a:rect l="0" t="0" r="r" b="b"/>
                <a:pathLst>
                  <a:path w="368" h="298">
                    <a:moveTo>
                      <a:pt x="4" y="0"/>
                    </a:moveTo>
                    <a:lnTo>
                      <a:pt x="22" y="3"/>
                    </a:lnTo>
                    <a:lnTo>
                      <a:pt x="42" y="7"/>
                    </a:lnTo>
                    <a:lnTo>
                      <a:pt x="63" y="10"/>
                    </a:lnTo>
                    <a:lnTo>
                      <a:pt x="83" y="16"/>
                    </a:lnTo>
                    <a:lnTo>
                      <a:pt x="105" y="22"/>
                    </a:lnTo>
                    <a:lnTo>
                      <a:pt x="128" y="28"/>
                    </a:lnTo>
                    <a:lnTo>
                      <a:pt x="151" y="36"/>
                    </a:lnTo>
                    <a:lnTo>
                      <a:pt x="174" y="44"/>
                    </a:lnTo>
                    <a:lnTo>
                      <a:pt x="199" y="54"/>
                    </a:lnTo>
                    <a:lnTo>
                      <a:pt x="223" y="64"/>
                    </a:lnTo>
                    <a:lnTo>
                      <a:pt x="247" y="76"/>
                    </a:lnTo>
                    <a:lnTo>
                      <a:pt x="271" y="89"/>
                    </a:lnTo>
                    <a:lnTo>
                      <a:pt x="295" y="102"/>
                    </a:lnTo>
                    <a:lnTo>
                      <a:pt x="321" y="118"/>
                    </a:lnTo>
                    <a:lnTo>
                      <a:pt x="344" y="135"/>
                    </a:lnTo>
                    <a:lnTo>
                      <a:pt x="368" y="153"/>
                    </a:lnTo>
                    <a:lnTo>
                      <a:pt x="359" y="173"/>
                    </a:lnTo>
                    <a:lnTo>
                      <a:pt x="345" y="192"/>
                    </a:lnTo>
                    <a:lnTo>
                      <a:pt x="330" y="211"/>
                    </a:lnTo>
                    <a:lnTo>
                      <a:pt x="311" y="229"/>
                    </a:lnTo>
                    <a:lnTo>
                      <a:pt x="290" y="247"/>
                    </a:lnTo>
                    <a:lnTo>
                      <a:pt x="265" y="265"/>
                    </a:lnTo>
                    <a:lnTo>
                      <a:pt x="239" y="282"/>
                    </a:lnTo>
                    <a:lnTo>
                      <a:pt x="209" y="298"/>
                    </a:lnTo>
                    <a:lnTo>
                      <a:pt x="193" y="272"/>
                    </a:lnTo>
                    <a:lnTo>
                      <a:pt x="178" y="246"/>
                    </a:lnTo>
                    <a:lnTo>
                      <a:pt x="161" y="222"/>
                    </a:lnTo>
                    <a:lnTo>
                      <a:pt x="144" y="199"/>
                    </a:lnTo>
                    <a:lnTo>
                      <a:pt x="128" y="178"/>
                    </a:lnTo>
                    <a:lnTo>
                      <a:pt x="112" y="159"/>
                    </a:lnTo>
                    <a:lnTo>
                      <a:pt x="96" y="140"/>
                    </a:lnTo>
                    <a:lnTo>
                      <a:pt x="80" y="123"/>
                    </a:lnTo>
                    <a:lnTo>
                      <a:pt x="70" y="113"/>
                    </a:lnTo>
                    <a:lnTo>
                      <a:pt x="59" y="102"/>
                    </a:lnTo>
                    <a:lnTo>
                      <a:pt x="49" y="92"/>
                    </a:lnTo>
                    <a:lnTo>
                      <a:pt x="38" y="83"/>
                    </a:lnTo>
                    <a:lnTo>
                      <a:pt x="29" y="75"/>
                    </a:lnTo>
                    <a:lnTo>
                      <a:pt x="19" y="67"/>
                    </a:lnTo>
                    <a:lnTo>
                      <a:pt x="10" y="59"/>
                    </a:lnTo>
                    <a:lnTo>
                      <a:pt x="0" y="52"/>
                    </a:lnTo>
                    <a:lnTo>
                      <a:pt x="4" y="45"/>
                    </a:lnTo>
                    <a:lnTo>
                      <a:pt x="7" y="38"/>
                    </a:lnTo>
                    <a:lnTo>
                      <a:pt x="9" y="31"/>
                    </a:lnTo>
                    <a:lnTo>
                      <a:pt x="10" y="23"/>
                    </a:lnTo>
                    <a:lnTo>
                      <a:pt x="10" y="17"/>
                    </a:lnTo>
                    <a:lnTo>
                      <a:pt x="9" y="11"/>
                    </a:lnTo>
                    <a:lnTo>
                      <a:pt x="6" y="6"/>
                    </a:lnTo>
                    <a:lnTo>
                      <a:pt x="4" y="0"/>
                    </a:lnTo>
                    <a:close/>
                  </a:path>
                </a:pathLst>
              </a:custGeom>
              <a:grpFill/>
              <a:ln w="9525">
                <a:noFill/>
                <a:round/>
                <a:headEnd/>
                <a:tailEnd/>
              </a:ln>
            </p:spPr>
            <p:txBody>
              <a:bodyPr/>
              <a:lstStyle/>
              <a:p>
                <a:pPr algn="ctr">
                  <a:defRPr/>
                </a:pPr>
                <a:endParaRPr lang="en-US" sz="900" dirty="0"/>
              </a:p>
            </p:txBody>
          </p:sp>
          <p:sp>
            <p:nvSpPr>
              <p:cNvPr id="63" name="Freeform 62"/>
              <p:cNvSpPr>
                <a:spLocks/>
              </p:cNvSpPr>
              <p:nvPr/>
            </p:nvSpPr>
            <p:spPr bwMode="auto">
              <a:xfrm>
                <a:off x="2904" y="1650"/>
                <a:ext cx="149" cy="141"/>
              </a:xfrm>
              <a:custGeom>
                <a:avLst/>
                <a:gdLst/>
                <a:ahLst/>
                <a:cxnLst>
                  <a:cxn ang="0">
                    <a:pos x="230" y="122"/>
                  </a:cxn>
                  <a:cxn ang="0">
                    <a:pos x="240" y="135"/>
                  </a:cxn>
                  <a:cxn ang="0">
                    <a:pos x="249" y="148"/>
                  </a:cxn>
                  <a:cxn ang="0">
                    <a:pos x="258" y="162"/>
                  </a:cxn>
                  <a:cxn ang="0">
                    <a:pos x="268" y="175"/>
                  </a:cxn>
                  <a:cxn ang="0">
                    <a:pos x="276" y="189"/>
                  </a:cxn>
                  <a:cxn ang="0">
                    <a:pos x="284" y="203"/>
                  </a:cxn>
                  <a:cxn ang="0">
                    <a:pos x="292" y="218"/>
                  </a:cxn>
                  <a:cxn ang="0">
                    <a:pos x="299" y="232"/>
                  </a:cxn>
                  <a:cxn ang="0">
                    <a:pos x="283" y="237"/>
                  </a:cxn>
                  <a:cxn ang="0">
                    <a:pos x="266" y="242"/>
                  </a:cxn>
                  <a:cxn ang="0">
                    <a:pos x="249" y="247"/>
                  </a:cxn>
                  <a:cxn ang="0">
                    <a:pos x="233" y="250"/>
                  </a:cxn>
                  <a:cxn ang="0">
                    <a:pos x="215" y="255"/>
                  </a:cxn>
                  <a:cxn ang="0">
                    <a:pos x="197" y="258"/>
                  </a:cxn>
                  <a:cxn ang="0">
                    <a:pos x="179" y="263"/>
                  </a:cxn>
                  <a:cxn ang="0">
                    <a:pos x="160" y="265"/>
                  </a:cxn>
                  <a:cxn ang="0">
                    <a:pos x="141" y="269"/>
                  </a:cxn>
                  <a:cxn ang="0">
                    <a:pos x="122" y="272"/>
                  </a:cxn>
                  <a:cxn ang="0">
                    <a:pos x="103" y="275"/>
                  </a:cxn>
                  <a:cxn ang="0">
                    <a:pos x="83" y="277"/>
                  </a:cxn>
                  <a:cxn ang="0">
                    <a:pos x="63" y="279"/>
                  </a:cxn>
                  <a:cxn ang="0">
                    <a:pos x="42" y="280"/>
                  </a:cxn>
                  <a:cxn ang="0">
                    <a:pos x="21" y="281"/>
                  </a:cxn>
                  <a:cxn ang="0">
                    <a:pos x="0" y="283"/>
                  </a:cxn>
                  <a:cxn ang="0">
                    <a:pos x="0" y="104"/>
                  </a:cxn>
                  <a:cxn ang="0">
                    <a:pos x="0" y="21"/>
                  </a:cxn>
                  <a:cxn ang="0">
                    <a:pos x="7" y="21"/>
                  </a:cxn>
                  <a:cxn ang="0">
                    <a:pos x="13" y="20"/>
                  </a:cxn>
                  <a:cxn ang="0">
                    <a:pos x="20" y="20"/>
                  </a:cxn>
                  <a:cxn ang="0">
                    <a:pos x="26" y="19"/>
                  </a:cxn>
                  <a:cxn ang="0">
                    <a:pos x="33" y="18"/>
                  </a:cxn>
                  <a:cxn ang="0">
                    <a:pos x="38" y="17"/>
                  </a:cxn>
                  <a:cxn ang="0">
                    <a:pos x="44" y="17"/>
                  </a:cxn>
                  <a:cxn ang="0">
                    <a:pos x="50" y="15"/>
                  </a:cxn>
                  <a:cxn ang="0">
                    <a:pos x="58" y="13"/>
                  </a:cxn>
                  <a:cxn ang="0">
                    <a:pos x="66" y="12"/>
                  </a:cxn>
                  <a:cxn ang="0">
                    <a:pos x="74" y="10"/>
                  </a:cxn>
                  <a:cxn ang="0">
                    <a:pos x="81" y="8"/>
                  </a:cxn>
                  <a:cxn ang="0">
                    <a:pos x="88" y="6"/>
                  </a:cxn>
                  <a:cxn ang="0">
                    <a:pos x="95" y="5"/>
                  </a:cxn>
                  <a:cxn ang="0">
                    <a:pos x="102" y="3"/>
                  </a:cxn>
                  <a:cxn ang="0">
                    <a:pos x="109" y="0"/>
                  </a:cxn>
                  <a:cxn ang="0">
                    <a:pos x="125" y="13"/>
                  </a:cxn>
                  <a:cxn ang="0">
                    <a:pos x="141" y="27"/>
                  </a:cxn>
                  <a:cxn ang="0">
                    <a:pos x="156" y="41"/>
                  </a:cxn>
                  <a:cxn ang="0">
                    <a:pos x="171" y="56"/>
                  </a:cxn>
                  <a:cxn ang="0">
                    <a:pos x="186" y="72"/>
                  </a:cxn>
                  <a:cxn ang="0">
                    <a:pos x="201" y="88"/>
                  </a:cxn>
                  <a:cxn ang="0">
                    <a:pos x="216" y="105"/>
                  </a:cxn>
                  <a:cxn ang="0">
                    <a:pos x="230" y="122"/>
                  </a:cxn>
                </a:cxnLst>
                <a:rect l="0" t="0" r="r" b="b"/>
                <a:pathLst>
                  <a:path w="299" h="283">
                    <a:moveTo>
                      <a:pt x="230" y="122"/>
                    </a:moveTo>
                    <a:lnTo>
                      <a:pt x="240" y="135"/>
                    </a:lnTo>
                    <a:lnTo>
                      <a:pt x="249" y="148"/>
                    </a:lnTo>
                    <a:lnTo>
                      <a:pt x="258" y="162"/>
                    </a:lnTo>
                    <a:lnTo>
                      <a:pt x="268" y="175"/>
                    </a:lnTo>
                    <a:lnTo>
                      <a:pt x="276" y="189"/>
                    </a:lnTo>
                    <a:lnTo>
                      <a:pt x="284" y="203"/>
                    </a:lnTo>
                    <a:lnTo>
                      <a:pt x="292" y="218"/>
                    </a:lnTo>
                    <a:lnTo>
                      <a:pt x="299" y="232"/>
                    </a:lnTo>
                    <a:lnTo>
                      <a:pt x="283" y="237"/>
                    </a:lnTo>
                    <a:lnTo>
                      <a:pt x="266" y="242"/>
                    </a:lnTo>
                    <a:lnTo>
                      <a:pt x="249" y="247"/>
                    </a:lnTo>
                    <a:lnTo>
                      <a:pt x="233" y="250"/>
                    </a:lnTo>
                    <a:lnTo>
                      <a:pt x="215" y="255"/>
                    </a:lnTo>
                    <a:lnTo>
                      <a:pt x="197" y="258"/>
                    </a:lnTo>
                    <a:lnTo>
                      <a:pt x="179" y="263"/>
                    </a:lnTo>
                    <a:lnTo>
                      <a:pt x="160" y="265"/>
                    </a:lnTo>
                    <a:lnTo>
                      <a:pt x="141" y="269"/>
                    </a:lnTo>
                    <a:lnTo>
                      <a:pt x="122" y="272"/>
                    </a:lnTo>
                    <a:lnTo>
                      <a:pt x="103" y="275"/>
                    </a:lnTo>
                    <a:lnTo>
                      <a:pt x="83" y="277"/>
                    </a:lnTo>
                    <a:lnTo>
                      <a:pt x="63" y="279"/>
                    </a:lnTo>
                    <a:lnTo>
                      <a:pt x="42" y="280"/>
                    </a:lnTo>
                    <a:lnTo>
                      <a:pt x="21" y="281"/>
                    </a:lnTo>
                    <a:lnTo>
                      <a:pt x="0" y="283"/>
                    </a:lnTo>
                    <a:lnTo>
                      <a:pt x="0" y="104"/>
                    </a:lnTo>
                    <a:lnTo>
                      <a:pt x="0" y="21"/>
                    </a:lnTo>
                    <a:lnTo>
                      <a:pt x="7" y="21"/>
                    </a:lnTo>
                    <a:lnTo>
                      <a:pt x="13" y="20"/>
                    </a:lnTo>
                    <a:lnTo>
                      <a:pt x="20" y="20"/>
                    </a:lnTo>
                    <a:lnTo>
                      <a:pt x="26" y="19"/>
                    </a:lnTo>
                    <a:lnTo>
                      <a:pt x="33" y="18"/>
                    </a:lnTo>
                    <a:lnTo>
                      <a:pt x="38" y="17"/>
                    </a:lnTo>
                    <a:lnTo>
                      <a:pt x="44" y="17"/>
                    </a:lnTo>
                    <a:lnTo>
                      <a:pt x="50" y="15"/>
                    </a:lnTo>
                    <a:lnTo>
                      <a:pt x="58" y="13"/>
                    </a:lnTo>
                    <a:lnTo>
                      <a:pt x="66" y="12"/>
                    </a:lnTo>
                    <a:lnTo>
                      <a:pt x="74" y="10"/>
                    </a:lnTo>
                    <a:lnTo>
                      <a:pt x="81" y="8"/>
                    </a:lnTo>
                    <a:lnTo>
                      <a:pt x="88" y="6"/>
                    </a:lnTo>
                    <a:lnTo>
                      <a:pt x="95" y="5"/>
                    </a:lnTo>
                    <a:lnTo>
                      <a:pt x="102" y="3"/>
                    </a:lnTo>
                    <a:lnTo>
                      <a:pt x="109" y="0"/>
                    </a:lnTo>
                    <a:lnTo>
                      <a:pt x="125" y="13"/>
                    </a:lnTo>
                    <a:lnTo>
                      <a:pt x="141" y="27"/>
                    </a:lnTo>
                    <a:lnTo>
                      <a:pt x="156" y="41"/>
                    </a:lnTo>
                    <a:lnTo>
                      <a:pt x="171" y="56"/>
                    </a:lnTo>
                    <a:lnTo>
                      <a:pt x="186" y="72"/>
                    </a:lnTo>
                    <a:lnTo>
                      <a:pt x="201" y="88"/>
                    </a:lnTo>
                    <a:lnTo>
                      <a:pt x="216" y="105"/>
                    </a:lnTo>
                    <a:lnTo>
                      <a:pt x="230" y="122"/>
                    </a:lnTo>
                    <a:close/>
                  </a:path>
                </a:pathLst>
              </a:custGeom>
              <a:grpFill/>
              <a:ln w="9525">
                <a:noFill/>
                <a:round/>
                <a:headEnd/>
                <a:tailEnd/>
              </a:ln>
            </p:spPr>
            <p:txBody>
              <a:bodyPr/>
              <a:lstStyle/>
              <a:p>
                <a:pPr algn="ctr">
                  <a:defRPr/>
                </a:pPr>
                <a:endParaRPr lang="en-US" sz="900" dirty="0"/>
              </a:p>
            </p:txBody>
          </p:sp>
          <p:sp>
            <p:nvSpPr>
              <p:cNvPr id="64" name="Freeform 63"/>
              <p:cNvSpPr>
                <a:spLocks/>
              </p:cNvSpPr>
              <p:nvPr/>
            </p:nvSpPr>
            <p:spPr bwMode="auto">
              <a:xfrm>
                <a:off x="2824" y="1584"/>
                <a:ext cx="113" cy="40"/>
              </a:xfrm>
              <a:custGeom>
                <a:avLst/>
                <a:gdLst/>
                <a:ahLst/>
                <a:cxnLst>
                  <a:cxn ang="0">
                    <a:pos x="114" y="0"/>
                  </a:cxn>
                  <a:cxn ang="0">
                    <a:pos x="137" y="1"/>
                  </a:cxn>
                  <a:cxn ang="0">
                    <a:pos x="158" y="3"/>
                  </a:cxn>
                  <a:cxn ang="0">
                    <a:pos x="177" y="7"/>
                  </a:cxn>
                  <a:cxn ang="0">
                    <a:pos x="194" y="12"/>
                  </a:cxn>
                  <a:cxn ang="0">
                    <a:pos x="207" y="18"/>
                  </a:cxn>
                  <a:cxn ang="0">
                    <a:pos x="218" y="25"/>
                  </a:cxn>
                  <a:cxn ang="0">
                    <a:pos x="225" y="32"/>
                  </a:cxn>
                  <a:cxn ang="0">
                    <a:pos x="227" y="40"/>
                  </a:cxn>
                  <a:cxn ang="0">
                    <a:pos x="226" y="45"/>
                  </a:cxn>
                  <a:cxn ang="0">
                    <a:pos x="224" y="51"/>
                  </a:cxn>
                  <a:cxn ang="0">
                    <a:pos x="220" y="55"/>
                  </a:cxn>
                  <a:cxn ang="0">
                    <a:pos x="214" y="59"/>
                  </a:cxn>
                  <a:cxn ang="0">
                    <a:pos x="207" y="63"/>
                  </a:cxn>
                  <a:cxn ang="0">
                    <a:pos x="199" y="67"/>
                  </a:cxn>
                  <a:cxn ang="0">
                    <a:pos x="190" y="70"/>
                  </a:cxn>
                  <a:cxn ang="0">
                    <a:pos x="180" y="74"/>
                  </a:cxn>
                  <a:cxn ang="0">
                    <a:pos x="173" y="75"/>
                  </a:cxn>
                  <a:cxn ang="0">
                    <a:pos x="165" y="77"/>
                  </a:cxn>
                  <a:cxn ang="0">
                    <a:pos x="157" y="78"/>
                  </a:cxn>
                  <a:cxn ang="0">
                    <a:pos x="149" y="78"/>
                  </a:cxn>
                  <a:cxn ang="0">
                    <a:pos x="141" y="79"/>
                  </a:cxn>
                  <a:cxn ang="0">
                    <a:pos x="133" y="81"/>
                  </a:cxn>
                  <a:cxn ang="0">
                    <a:pos x="123" y="81"/>
                  </a:cxn>
                  <a:cxn ang="0">
                    <a:pos x="114" y="81"/>
                  </a:cxn>
                  <a:cxn ang="0">
                    <a:pos x="91" y="79"/>
                  </a:cxn>
                  <a:cxn ang="0">
                    <a:pos x="69" y="77"/>
                  </a:cxn>
                  <a:cxn ang="0">
                    <a:pos x="51" y="74"/>
                  </a:cxn>
                  <a:cxn ang="0">
                    <a:pos x="34" y="69"/>
                  </a:cxn>
                  <a:cxn ang="0">
                    <a:pos x="20" y="63"/>
                  </a:cxn>
                  <a:cxn ang="0">
                    <a:pos x="9" y="56"/>
                  </a:cxn>
                  <a:cxn ang="0">
                    <a:pos x="2" y="48"/>
                  </a:cxn>
                  <a:cxn ang="0">
                    <a:pos x="0" y="40"/>
                  </a:cxn>
                  <a:cxn ang="0">
                    <a:pos x="2" y="32"/>
                  </a:cxn>
                  <a:cxn ang="0">
                    <a:pos x="9" y="25"/>
                  </a:cxn>
                  <a:cxn ang="0">
                    <a:pos x="20" y="18"/>
                  </a:cxn>
                  <a:cxn ang="0">
                    <a:pos x="34" y="12"/>
                  </a:cxn>
                  <a:cxn ang="0">
                    <a:pos x="51" y="7"/>
                  </a:cxn>
                  <a:cxn ang="0">
                    <a:pos x="69" y="3"/>
                  </a:cxn>
                  <a:cxn ang="0">
                    <a:pos x="91" y="1"/>
                  </a:cxn>
                  <a:cxn ang="0">
                    <a:pos x="114" y="0"/>
                  </a:cxn>
                </a:cxnLst>
                <a:rect l="0" t="0" r="r" b="b"/>
                <a:pathLst>
                  <a:path w="227" h="81">
                    <a:moveTo>
                      <a:pt x="114" y="0"/>
                    </a:moveTo>
                    <a:lnTo>
                      <a:pt x="137" y="1"/>
                    </a:lnTo>
                    <a:lnTo>
                      <a:pt x="158" y="3"/>
                    </a:lnTo>
                    <a:lnTo>
                      <a:pt x="177" y="7"/>
                    </a:lnTo>
                    <a:lnTo>
                      <a:pt x="194" y="12"/>
                    </a:lnTo>
                    <a:lnTo>
                      <a:pt x="207" y="18"/>
                    </a:lnTo>
                    <a:lnTo>
                      <a:pt x="218" y="25"/>
                    </a:lnTo>
                    <a:lnTo>
                      <a:pt x="225" y="32"/>
                    </a:lnTo>
                    <a:lnTo>
                      <a:pt x="227" y="40"/>
                    </a:lnTo>
                    <a:lnTo>
                      <a:pt x="226" y="45"/>
                    </a:lnTo>
                    <a:lnTo>
                      <a:pt x="224" y="51"/>
                    </a:lnTo>
                    <a:lnTo>
                      <a:pt x="220" y="55"/>
                    </a:lnTo>
                    <a:lnTo>
                      <a:pt x="214" y="59"/>
                    </a:lnTo>
                    <a:lnTo>
                      <a:pt x="207" y="63"/>
                    </a:lnTo>
                    <a:lnTo>
                      <a:pt x="199" y="67"/>
                    </a:lnTo>
                    <a:lnTo>
                      <a:pt x="190" y="70"/>
                    </a:lnTo>
                    <a:lnTo>
                      <a:pt x="180" y="74"/>
                    </a:lnTo>
                    <a:lnTo>
                      <a:pt x="173" y="75"/>
                    </a:lnTo>
                    <a:lnTo>
                      <a:pt x="165" y="77"/>
                    </a:lnTo>
                    <a:lnTo>
                      <a:pt x="157" y="78"/>
                    </a:lnTo>
                    <a:lnTo>
                      <a:pt x="149" y="78"/>
                    </a:lnTo>
                    <a:lnTo>
                      <a:pt x="141" y="79"/>
                    </a:lnTo>
                    <a:lnTo>
                      <a:pt x="133" y="81"/>
                    </a:lnTo>
                    <a:lnTo>
                      <a:pt x="123" y="81"/>
                    </a:lnTo>
                    <a:lnTo>
                      <a:pt x="114" y="81"/>
                    </a:lnTo>
                    <a:lnTo>
                      <a:pt x="91" y="79"/>
                    </a:lnTo>
                    <a:lnTo>
                      <a:pt x="69" y="77"/>
                    </a:lnTo>
                    <a:lnTo>
                      <a:pt x="51" y="74"/>
                    </a:lnTo>
                    <a:lnTo>
                      <a:pt x="34" y="69"/>
                    </a:lnTo>
                    <a:lnTo>
                      <a:pt x="20" y="63"/>
                    </a:lnTo>
                    <a:lnTo>
                      <a:pt x="9" y="56"/>
                    </a:lnTo>
                    <a:lnTo>
                      <a:pt x="2" y="48"/>
                    </a:lnTo>
                    <a:lnTo>
                      <a:pt x="0" y="40"/>
                    </a:lnTo>
                    <a:lnTo>
                      <a:pt x="2" y="32"/>
                    </a:lnTo>
                    <a:lnTo>
                      <a:pt x="9" y="25"/>
                    </a:lnTo>
                    <a:lnTo>
                      <a:pt x="20" y="18"/>
                    </a:lnTo>
                    <a:lnTo>
                      <a:pt x="34" y="12"/>
                    </a:lnTo>
                    <a:lnTo>
                      <a:pt x="51" y="7"/>
                    </a:lnTo>
                    <a:lnTo>
                      <a:pt x="69" y="3"/>
                    </a:lnTo>
                    <a:lnTo>
                      <a:pt x="91" y="1"/>
                    </a:lnTo>
                    <a:lnTo>
                      <a:pt x="114" y="0"/>
                    </a:lnTo>
                    <a:close/>
                  </a:path>
                </a:pathLst>
              </a:custGeom>
              <a:grpFill/>
              <a:ln w="9525">
                <a:noFill/>
                <a:round/>
                <a:headEnd/>
                <a:tailEnd/>
              </a:ln>
            </p:spPr>
            <p:txBody>
              <a:bodyPr/>
              <a:lstStyle/>
              <a:p>
                <a:pPr algn="ctr">
                  <a:defRPr/>
                </a:pPr>
                <a:endParaRPr lang="en-US" sz="900" dirty="0"/>
              </a:p>
            </p:txBody>
          </p:sp>
          <p:sp>
            <p:nvSpPr>
              <p:cNvPr id="65" name="Freeform 64"/>
              <p:cNvSpPr>
                <a:spLocks/>
              </p:cNvSpPr>
              <p:nvPr/>
            </p:nvSpPr>
            <p:spPr bwMode="auto">
              <a:xfrm>
                <a:off x="2707" y="1648"/>
                <a:ext cx="149" cy="143"/>
              </a:xfrm>
              <a:custGeom>
                <a:avLst/>
                <a:gdLst/>
                <a:ahLst/>
                <a:cxnLst>
                  <a:cxn ang="0">
                    <a:pos x="194" y="0"/>
                  </a:cxn>
                  <a:cxn ang="0">
                    <a:pos x="205" y="5"/>
                  </a:cxn>
                  <a:cxn ang="0">
                    <a:pos x="217" y="8"/>
                  </a:cxn>
                  <a:cxn ang="0">
                    <a:pos x="230" y="11"/>
                  </a:cxn>
                  <a:cxn ang="0">
                    <a:pos x="243" y="15"/>
                  </a:cxn>
                  <a:cxn ang="0">
                    <a:pos x="256" y="17"/>
                  </a:cxn>
                  <a:cxn ang="0">
                    <a:pos x="270" y="20"/>
                  </a:cxn>
                  <a:cxn ang="0">
                    <a:pos x="284" y="22"/>
                  </a:cxn>
                  <a:cxn ang="0">
                    <a:pos x="299" y="23"/>
                  </a:cxn>
                  <a:cxn ang="0">
                    <a:pos x="299" y="192"/>
                  </a:cxn>
                  <a:cxn ang="0">
                    <a:pos x="299" y="286"/>
                  </a:cxn>
                  <a:cxn ang="0">
                    <a:pos x="279" y="284"/>
                  </a:cxn>
                  <a:cxn ang="0">
                    <a:pos x="260" y="283"/>
                  </a:cxn>
                  <a:cxn ang="0">
                    <a:pos x="240" y="282"/>
                  </a:cxn>
                  <a:cxn ang="0">
                    <a:pos x="220" y="280"/>
                  </a:cxn>
                  <a:cxn ang="0">
                    <a:pos x="202" y="278"/>
                  </a:cxn>
                  <a:cxn ang="0">
                    <a:pos x="182" y="275"/>
                  </a:cxn>
                  <a:cxn ang="0">
                    <a:pos x="165" y="273"/>
                  </a:cxn>
                  <a:cxn ang="0">
                    <a:pos x="147" y="269"/>
                  </a:cxn>
                  <a:cxn ang="0">
                    <a:pos x="127" y="266"/>
                  </a:cxn>
                  <a:cxn ang="0">
                    <a:pos x="108" y="263"/>
                  </a:cxn>
                  <a:cxn ang="0">
                    <a:pos x="88" y="258"/>
                  </a:cxn>
                  <a:cxn ang="0">
                    <a:pos x="70" y="253"/>
                  </a:cxn>
                  <a:cxn ang="0">
                    <a:pos x="51" y="250"/>
                  </a:cxn>
                  <a:cxn ang="0">
                    <a:pos x="34" y="245"/>
                  </a:cxn>
                  <a:cxn ang="0">
                    <a:pos x="17" y="240"/>
                  </a:cxn>
                  <a:cxn ang="0">
                    <a:pos x="0" y="235"/>
                  </a:cxn>
                  <a:cxn ang="0">
                    <a:pos x="10" y="216"/>
                  </a:cxn>
                  <a:cxn ang="0">
                    <a:pos x="19" y="198"/>
                  </a:cxn>
                  <a:cxn ang="0">
                    <a:pos x="30" y="181"/>
                  </a:cxn>
                  <a:cxn ang="0">
                    <a:pos x="41" y="164"/>
                  </a:cxn>
                  <a:cxn ang="0">
                    <a:pos x="53" y="146"/>
                  </a:cxn>
                  <a:cxn ang="0">
                    <a:pos x="65" y="129"/>
                  </a:cxn>
                  <a:cxn ang="0">
                    <a:pos x="79" y="113"/>
                  </a:cxn>
                  <a:cxn ang="0">
                    <a:pos x="91" y="97"/>
                  </a:cxn>
                  <a:cxn ang="0">
                    <a:pos x="104" y="83"/>
                  </a:cxn>
                  <a:cxn ang="0">
                    <a:pos x="117" y="70"/>
                  </a:cxn>
                  <a:cxn ang="0">
                    <a:pos x="129" y="56"/>
                  </a:cxn>
                  <a:cxn ang="0">
                    <a:pos x="142" y="45"/>
                  </a:cxn>
                  <a:cxn ang="0">
                    <a:pos x="155" y="32"/>
                  </a:cxn>
                  <a:cxn ang="0">
                    <a:pos x="167" y="21"/>
                  </a:cxn>
                  <a:cxn ang="0">
                    <a:pos x="181" y="10"/>
                  </a:cxn>
                  <a:cxn ang="0">
                    <a:pos x="194" y="0"/>
                  </a:cxn>
                </a:cxnLst>
                <a:rect l="0" t="0" r="r" b="b"/>
                <a:pathLst>
                  <a:path w="299" h="286">
                    <a:moveTo>
                      <a:pt x="194" y="0"/>
                    </a:moveTo>
                    <a:lnTo>
                      <a:pt x="205" y="5"/>
                    </a:lnTo>
                    <a:lnTo>
                      <a:pt x="217" y="8"/>
                    </a:lnTo>
                    <a:lnTo>
                      <a:pt x="230" y="11"/>
                    </a:lnTo>
                    <a:lnTo>
                      <a:pt x="243" y="15"/>
                    </a:lnTo>
                    <a:lnTo>
                      <a:pt x="256" y="17"/>
                    </a:lnTo>
                    <a:lnTo>
                      <a:pt x="270" y="20"/>
                    </a:lnTo>
                    <a:lnTo>
                      <a:pt x="284" y="22"/>
                    </a:lnTo>
                    <a:lnTo>
                      <a:pt x="299" y="23"/>
                    </a:lnTo>
                    <a:lnTo>
                      <a:pt x="299" y="192"/>
                    </a:lnTo>
                    <a:lnTo>
                      <a:pt x="299" y="286"/>
                    </a:lnTo>
                    <a:lnTo>
                      <a:pt x="279" y="284"/>
                    </a:lnTo>
                    <a:lnTo>
                      <a:pt x="260" y="283"/>
                    </a:lnTo>
                    <a:lnTo>
                      <a:pt x="240" y="282"/>
                    </a:lnTo>
                    <a:lnTo>
                      <a:pt x="220" y="280"/>
                    </a:lnTo>
                    <a:lnTo>
                      <a:pt x="202" y="278"/>
                    </a:lnTo>
                    <a:lnTo>
                      <a:pt x="182" y="275"/>
                    </a:lnTo>
                    <a:lnTo>
                      <a:pt x="165" y="273"/>
                    </a:lnTo>
                    <a:lnTo>
                      <a:pt x="147" y="269"/>
                    </a:lnTo>
                    <a:lnTo>
                      <a:pt x="127" y="266"/>
                    </a:lnTo>
                    <a:lnTo>
                      <a:pt x="108" y="263"/>
                    </a:lnTo>
                    <a:lnTo>
                      <a:pt x="88" y="258"/>
                    </a:lnTo>
                    <a:lnTo>
                      <a:pt x="70" y="253"/>
                    </a:lnTo>
                    <a:lnTo>
                      <a:pt x="51" y="250"/>
                    </a:lnTo>
                    <a:lnTo>
                      <a:pt x="34" y="245"/>
                    </a:lnTo>
                    <a:lnTo>
                      <a:pt x="17" y="240"/>
                    </a:lnTo>
                    <a:lnTo>
                      <a:pt x="0" y="235"/>
                    </a:lnTo>
                    <a:lnTo>
                      <a:pt x="10" y="216"/>
                    </a:lnTo>
                    <a:lnTo>
                      <a:pt x="19" y="198"/>
                    </a:lnTo>
                    <a:lnTo>
                      <a:pt x="30" y="181"/>
                    </a:lnTo>
                    <a:lnTo>
                      <a:pt x="41" y="164"/>
                    </a:lnTo>
                    <a:lnTo>
                      <a:pt x="53" y="146"/>
                    </a:lnTo>
                    <a:lnTo>
                      <a:pt x="65" y="129"/>
                    </a:lnTo>
                    <a:lnTo>
                      <a:pt x="79" y="113"/>
                    </a:lnTo>
                    <a:lnTo>
                      <a:pt x="91" y="97"/>
                    </a:lnTo>
                    <a:lnTo>
                      <a:pt x="104" y="83"/>
                    </a:lnTo>
                    <a:lnTo>
                      <a:pt x="117" y="70"/>
                    </a:lnTo>
                    <a:lnTo>
                      <a:pt x="129" y="56"/>
                    </a:lnTo>
                    <a:lnTo>
                      <a:pt x="142" y="45"/>
                    </a:lnTo>
                    <a:lnTo>
                      <a:pt x="155" y="32"/>
                    </a:lnTo>
                    <a:lnTo>
                      <a:pt x="167" y="21"/>
                    </a:lnTo>
                    <a:lnTo>
                      <a:pt x="181" y="10"/>
                    </a:lnTo>
                    <a:lnTo>
                      <a:pt x="194" y="0"/>
                    </a:lnTo>
                    <a:close/>
                  </a:path>
                </a:pathLst>
              </a:custGeom>
              <a:grpFill/>
              <a:ln w="9525">
                <a:noFill/>
                <a:round/>
                <a:headEnd/>
                <a:tailEnd/>
              </a:ln>
            </p:spPr>
            <p:txBody>
              <a:bodyPr/>
              <a:lstStyle/>
              <a:p>
                <a:pPr algn="ctr">
                  <a:defRPr/>
                </a:pPr>
                <a:endParaRPr lang="en-US" sz="900" dirty="0"/>
              </a:p>
            </p:txBody>
          </p:sp>
          <p:sp>
            <p:nvSpPr>
              <p:cNvPr id="66" name="Freeform 65"/>
              <p:cNvSpPr>
                <a:spLocks/>
              </p:cNvSpPr>
              <p:nvPr/>
            </p:nvSpPr>
            <p:spPr bwMode="auto">
              <a:xfrm>
                <a:off x="2575" y="1594"/>
                <a:ext cx="188" cy="150"/>
              </a:xfrm>
              <a:custGeom>
                <a:avLst/>
                <a:gdLst/>
                <a:ahLst/>
                <a:cxnLst>
                  <a:cxn ang="0">
                    <a:pos x="375" y="0"/>
                  </a:cxn>
                  <a:cxn ang="0">
                    <a:pos x="372" y="5"/>
                  </a:cxn>
                  <a:cxn ang="0">
                    <a:pos x="370" y="12"/>
                  </a:cxn>
                  <a:cxn ang="0">
                    <a:pos x="368" y="18"/>
                  </a:cxn>
                  <a:cxn ang="0">
                    <a:pos x="368" y="25"/>
                  </a:cxn>
                  <a:cxn ang="0">
                    <a:pos x="368" y="31"/>
                  </a:cxn>
                  <a:cxn ang="0">
                    <a:pos x="369" y="36"/>
                  </a:cxn>
                  <a:cxn ang="0">
                    <a:pos x="372" y="42"/>
                  </a:cxn>
                  <a:cxn ang="0">
                    <a:pos x="374" y="48"/>
                  </a:cxn>
                  <a:cxn ang="0">
                    <a:pos x="359" y="58"/>
                  </a:cxn>
                  <a:cxn ang="0">
                    <a:pos x="344" y="71"/>
                  </a:cxn>
                  <a:cxn ang="0">
                    <a:pos x="329" y="84"/>
                  </a:cxn>
                  <a:cxn ang="0">
                    <a:pos x="313" y="99"/>
                  </a:cxn>
                  <a:cxn ang="0">
                    <a:pos x="297" y="115"/>
                  </a:cxn>
                  <a:cxn ang="0">
                    <a:pos x="279" y="132"/>
                  </a:cxn>
                  <a:cxn ang="0">
                    <a:pos x="263" y="150"/>
                  </a:cxn>
                  <a:cxn ang="0">
                    <a:pos x="246" y="170"/>
                  </a:cxn>
                  <a:cxn ang="0">
                    <a:pos x="235" y="184"/>
                  </a:cxn>
                  <a:cxn ang="0">
                    <a:pos x="224" y="199"/>
                  </a:cxn>
                  <a:cxn ang="0">
                    <a:pos x="213" y="214"/>
                  </a:cxn>
                  <a:cxn ang="0">
                    <a:pos x="201" y="230"/>
                  </a:cxn>
                  <a:cxn ang="0">
                    <a:pos x="191" y="246"/>
                  </a:cxn>
                  <a:cxn ang="0">
                    <a:pos x="179" y="263"/>
                  </a:cxn>
                  <a:cxn ang="0">
                    <a:pos x="169" y="282"/>
                  </a:cxn>
                  <a:cxn ang="0">
                    <a:pos x="159" y="300"/>
                  </a:cxn>
                  <a:cxn ang="0">
                    <a:pos x="129" y="284"/>
                  </a:cxn>
                  <a:cxn ang="0">
                    <a:pos x="102" y="267"/>
                  </a:cxn>
                  <a:cxn ang="0">
                    <a:pos x="77" y="249"/>
                  </a:cxn>
                  <a:cxn ang="0">
                    <a:pos x="56" y="231"/>
                  </a:cxn>
                  <a:cxn ang="0">
                    <a:pos x="38" y="213"/>
                  </a:cxn>
                  <a:cxn ang="0">
                    <a:pos x="21" y="194"/>
                  </a:cxn>
                  <a:cxn ang="0">
                    <a:pos x="9" y="175"/>
                  </a:cxn>
                  <a:cxn ang="0">
                    <a:pos x="0" y="155"/>
                  </a:cxn>
                  <a:cxn ang="0">
                    <a:pos x="16" y="142"/>
                  </a:cxn>
                  <a:cxn ang="0">
                    <a:pos x="33" y="130"/>
                  </a:cxn>
                  <a:cxn ang="0">
                    <a:pos x="49" y="118"/>
                  </a:cxn>
                  <a:cxn ang="0">
                    <a:pos x="66" y="107"/>
                  </a:cxn>
                  <a:cxn ang="0">
                    <a:pos x="84" y="97"/>
                  </a:cxn>
                  <a:cxn ang="0">
                    <a:pos x="101" y="87"/>
                  </a:cxn>
                  <a:cxn ang="0">
                    <a:pos x="118" y="78"/>
                  </a:cxn>
                  <a:cxn ang="0">
                    <a:pos x="135" y="70"/>
                  </a:cxn>
                  <a:cxn ang="0">
                    <a:pos x="153" y="62"/>
                  </a:cxn>
                  <a:cxn ang="0">
                    <a:pos x="169" y="55"/>
                  </a:cxn>
                  <a:cxn ang="0">
                    <a:pos x="185" y="48"/>
                  </a:cxn>
                  <a:cxn ang="0">
                    <a:pos x="202" y="42"/>
                  </a:cxn>
                  <a:cxn ang="0">
                    <a:pos x="218" y="36"/>
                  </a:cxn>
                  <a:cxn ang="0">
                    <a:pos x="235" y="32"/>
                  </a:cxn>
                  <a:cxn ang="0">
                    <a:pos x="249" y="26"/>
                  </a:cxn>
                  <a:cxn ang="0">
                    <a:pos x="266" y="23"/>
                  </a:cxn>
                  <a:cxn ang="0">
                    <a:pos x="281" y="18"/>
                  </a:cxn>
                  <a:cxn ang="0">
                    <a:pos x="296" y="15"/>
                  </a:cxn>
                  <a:cxn ang="0">
                    <a:pos x="309" y="11"/>
                  </a:cxn>
                  <a:cxn ang="0">
                    <a:pos x="323" y="9"/>
                  </a:cxn>
                  <a:cxn ang="0">
                    <a:pos x="337" y="5"/>
                  </a:cxn>
                  <a:cxn ang="0">
                    <a:pos x="350" y="3"/>
                  </a:cxn>
                  <a:cxn ang="0">
                    <a:pos x="362" y="2"/>
                  </a:cxn>
                  <a:cxn ang="0">
                    <a:pos x="375" y="0"/>
                  </a:cxn>
                </a:cxnLst>
                <a:rect l="0" t="0" r="r" b="b"/>
                <a:pathLst>
                  <a:path w="375" h="300">
                    <a:moveTo>
                      <a:pt x="375" y="0"/>
                    </a:moveTo>
                    <a:lnTo>
                      <a:pt x="372" y="5"/>
                    </a:lnTo>
                    <a:lnTo>
                      <a:pt x="370" y="12"/>
                    </a:lnTo>
                    <a:lnTo>
                      <a:pt x="368" y="18"/>
                    </a:lnTo>
                    <a:lnTo>
                      <a:pt x="368" y="25"/>
                    </a:lnTo>
                    <a:lnTo>
                      <a:pt x="368" y="31"/>
                    </a:lnTo>
                    <a:lnTo>
                      <a:pt x="369" y="36"/>
                    </a:lnTo>
                    <a:lnTo>
                      <a:pt x="372" y="42"/>
                    </a:lnTo>
                    <a:lnTo>
                      <a:pt x="374" y="48"/>
                    </a:lnTo>
                    <a:lnTo>
                      <a:pt x="359" y="58"/>
                    </a:lnTo>
                    <a:lnTo>
                      <a:pt x="344" y="71"/>
                    </a:lnTo>
                    <a:lnTo>
                      <a:pt x="329" y="84"/>
                    </a:lnTo>
                    <a:lnTo>
                      <a:pt x="313" y="99"/>
                    </a:lnTo>
                    <a:lnTo>
                      <a:pt x="297" y="115"/>
                    </a:lnTo>
                    <a:lnTo>
                      <a:pt x="279" y="132"/>
                    </a:lnTo>
                    <a:lnTo>
                      <a:pt x="263" y="150"/>
                    </a:lnTo>
                    <a:lnTo>
                      <a:pt x="246" y="170"/>
                    </a:lnTo>
                    <a:lnTo>
                      <a:pt x="235" y="184"/>
                    </a:lnTo>
                    <a:lnTo>
                      <a:pt x="224" y="199"/>
                    </a:lnTo>
                    <a:lnTo>
                      <a:pt x="213" y="214"/>
                    </a:lnTo>
                    <a:lnTo>
                      <a:pt x="201" y="230"/>
                    </a:lnTo>
                    <a:lnTo>
                      <a:pt x="191" y="246"/>
                    </a:lnTo>
                    <a:lnTo>
                      <a:pt x="179" y="263"/>
                    </a:lnTo>
                    <a:lnTo>
                      <a:pt x="169" y="282"/>
                    </a:lnTo>
                    <a:lnTo>
                      <a:pt x="159" y="300"/>
                    </a:lnTo>
                    <a:lnTo>
                      <a:pt x="129" y="284"/>
                    </a:lnTo>
                    <a:lnTo>
                      <a:pt x="102" y="267"/>
                    </a:lnTo>
                    <a:lnTo>
                      <a:pt x="77" y="249"/>
                    </a:lnTo>
                    <a:lnTo>
                      <a:pt x="56" y="231"/>
                    </a:lnTo>
                    <a:lnTo>
                      <a:pt x="38" y="213"/>
                    </a:lnTo>
                    <a:lnTo>
                      <a:pt x="21" y="194"/>
                    </a:lnTo>
                    <a:lnTo>
                      <a:pt x="9" y="175"/>
                    </a:lnTo>
                    <a:lnTo>
                      <a:pt x="0" y="155"/>
                    </a:lnTo>
                    <a:lnTo>
                      <a:pt x="16" y="142"/>
                    </a:lnTo>
                    <a:lnTo>
                      <a:pt x="33" y="130"/>
                    </a:lnTo>
                    <a:lnTo>
                      <a:pt x="49" y="118"/>
                    </a:lnTo>
                    <a:lnTo>
                      <a:pt x="66" y="107"/>
                    </a:lnTo>
                    <a:lnTo>
                      <a:pt x="84" y="97"/>
                    </a:lnTo>
                    <a:lnTo>
                      <a:pt x="101" y="87"/>
                    </a:lnTo>
                    <a:lnTo>
                      <a:pt x="118" y="78"/>
                    </a:lnTo>
                    <a:lnTo>
                      <a:pt x="135" y="70"/>
                    </a:lnTo>
                    <a:lnTo>
                      <a:pt x="153" y="62"/>
                    </a:lnTo>
                    <a:lnTo>
                      <a:pt x="169" y="55"/>
                    </a:lnTo>
                    <a:lnTo>
                      <a:pt x="185" y="48"/>
                    </a:lnTo>
                    <a:lnTo>
                      <a:pt x="202" y="42"/>
                    </a:lnTo>
                    <a:lnTo>
                      <a:pt x="218" y="36"/>
                    </a:lnTo>
                    <a:lnTo>
                      <a:pt x="235" y="32"/>
                    </a:lnTo>
                    <a:lnTo>
                      <a:pt x="249" y="26"/>
                    </a:lnTo>
                    <a:lnTo>
                      <a:pt x="266" y="23"/>
                    </a:lnTo>
                    <a:lnTo>
                      <a:pt x="281" y="18"/>
                    </a:lnTo>
                    <a:lnTo>
                      <a:pt x="296" y="15"/>
                    </a:lnTo>
                    <a:lnTo>
                      <a:pt x="309" y="11"/>
                    </a:lnTo>
                    <a:lnTo>
                      <a:pt x="323" y="9"/>
                    </a:lnTo>
                    <a:lnTo>
                      <a:pt x="337" y="5"/>
                    </a:lnTo>
                    <a:lnTo>
                      <a:pt x="350" y="3"/>
                    </a:lnTo>
                    <a:lnTo>
                      <a:pt x="362" y="2"/>
                    </a:lnTo>
                    <a:lnTo>
                      <a:pt x="375" y="0"/>
                    </a:lnTo>
                    <a:close/>
                  </a:path>
                </a:pathLst>
              </a:custGeom>
              <a:grpFill/>
              <a:ln w="9525">
                <a:noFill/>
                <a:round/>
                <a:headEnd/>
                <a:tailEnd/>
              </a:ln>
            </p:spPr>
            <p:txBody>
              <a:bodyPr/>
              <a:lstStyle/>
              <a:p>
                <a:pPr algn="ctr">
                  <a:defRPr/>
                </a:pPr>
                <a:endParaRPr lang="en-US" sz="900" dirty="0"/>
              </a:p>
            </p:txBody>
          </p:sp>
          <p:sp>
            <p:nvSpPr>
              <p:cNvPr id="67" name="Freeform 66"/>
              <p:cNvSpPr>
                <a:spLocks/>
              </p:cNvSpPr>
              <p:nvPr/>
            </p:nvSpPr>
            <p:spPr bwMode="auto">
              <a:xfrm>
                <a:off x="2409" y="1704"/>
                <a:ext cx="216" cy="286"/>
              </a:xfrm>
              <a:custGeom>
                <a:avLst/>
                <a:gdLst/>
                <a:ahLst/>
                <a:cxnLst>
                  <a:cxn ang="0">
                    <a:pos x="244" y="12"/>
                  </a:cxn>
                  <a:cxn ang="0">
                    <a:pos x="261" y="37"/>
                  </a:cxn>
                  <a:cxn ang="0">
                    <a:pos x="280" y="61"/>
                  </a:cxn>
                  <a:cxn ang="0">
                    <a:pos x="303" y="84"/>
                  </a:cxn>
                  <a:cxn ang="0">
                    <a:pos x="327" y="106"/>
                  </a:cxn>
                  <a:cxn ang="0">
                    <a:pos x="353" y="126"/>
                  </a:cxn>
                  <a:cxn ang="0">
                    <a:pos x="383" y="146"/>
                  </a:cxn>
                  <a:cxn ang="0">
                    <a:pos x="414" y="164"/>
                  </a:cxn>
                  <a:cxn ang="0">
                    <a:pos x="418" y="198"/>
                  </a:cxn>
                  <a:cxn ang="0">
                    <a:pos x="391" y="247"/>
                  </a:cxn>
                  <a:cxn ang="0">
                    <a:pos x="367" y="298"/>
                  </a:cxn>
                  <a:cxn ang="0">
                    <a:pos x="344" y="350"/>
                  </a:cxn>
                  <a:cxn ang="0">
                    <a:pos x="324" y="399"/>
                  </a:cxn>
                  <a:cxn ang="0">
                    <a:pos x="305" y="448"/>
                  </a:cxn>
                  <a:cxn ang="0">
                    <a:pos x="288" y="496"/>
                  </a:cxn>
                  <a:cxn ang="0">
                    <a:pos x="273" y="546"/>
                  </a:cxn>
                  <a:cxn ang="0">
                    <a:pos x="236" y="555"/>
                  </a:cxn>
                  <a:cxn ang="0">
                    <a:pos x="181" y="520"/>
                  </a:cxn>
                  <a:cxn ang="0">
                    <a:pos x="132" y="483"/>
                  </a:cxn>
                  <a:cxn ang="0">
                    <a:pos x="90" y="444"/>
                  </a:cxn>
                  <a:cxn ang="0">
                    <a:pos x="55" y="404"/>
                  </a:cxn>
                  <a:cxn ang="0">
                    <a:pos x="29" y="362"/>
                  </a:cxn>
                  <a:cxn ang="0">
                    <a:pos x="10" y="319"/>
                  </a:cxn>
                  <a:cxn ang="0">
                    <a:pos x="1" y="274"/>
                  </a:cxn>
                  <a:cxn ang="0">
                    <a:pos x="13" y="233"/>
                  </a:cxn>
                  <a:cxn ang="0">
                    <a:pos x="39" y="198"/>
                  </a:cxn>
                  <a:cxn ang="0">
                    <a:pos x="68" y="162"/>
                  </a:cxn>
                  <a:cxn ang="0">
                    <a:pos x="98" y="128"/>
                  </a:cxn>
                  <a:cxn ang="0">
                    <a:pos x="129" y="95"/>
                  </a:cxn>
                  <a:cxn ang="0">
                    <a:pos x="160" y="64"/>
                  </a:cxn>
                  <a:cxn ang="0">
                    <a:pos x="191" y="35"/>
                  </a:cxn>
                  <a:cxn ang="0">
                    <a:pos x="222" y="11"/>
                  </a:cxn>
                </a:cxnLst>
                <a:rect l="0" t="0" r="r" b="b"/>
                <a:pathLst>
                  <a:path w="432" h="571">
                    <a:moveTo>
                      <a:pt x="237" y="0"/>
                    </a:moveTo>
                    <a:lnTo>
                      <a:pt x="244" y="12"/>
                    </a:lnTo>
                    <a:lnTo>
                      <a:pt x="252" y="25"/>
                    </a:lnTo>
                    <a:lnTo>
                      <a:pt x="261" y="37"/>
                    </a:lnTo>
                    <a:lnTo>
                      <a:pt x="271" y="49"/>
                    </a:lnTo>
                    <a:lnTo>
                      <a:pt x="280" y="61"/>
                    </a:lnTo>
                    <a:lnTo>
                      <a:pt x="291" y="72"/>
                    </a:lnTo>
                    <a:lnTo>
                      <a:pt x="303" y="84"/>
                    </a:lnTo>
                    <a:lnTo>
                      <a:pt x="314" y="94"/>
                    </a:lnTo>
                    <a:lnTo>
                      <a:pt x="327" y="106"/>
                    </a:lnTo>
                    <a:lnTo>
                      <a:pt x="340" y="116"/>
                    </a:lnTo>
                    <a:lnTo>
                      <a:pt x="353" y="126"/>
                    </a:lnTo>
                    <a:lnTo>
                      <a:pt x="368" y="136"/>
                    </a:lnTo>
                    <a:lnTo>
                      <a:pt x="383" y="146"/>
                    </a:lnTo>
                    <a:lnTo>
                      <a:pt x="398" y="155"/>
                    </a:lnTo>
                    <a:lnTo>
                      <a:pt x="414" y="164"/>
                    </a:lnTo>
                    <a:lnTo>
                      <a:pt x="432" y="174"/>
                    </a:lnTo>
                    <a:lnTo>
                      <a:pt x="418" y="198"/>
                    </a:lnTo>
                    <a:lnTo>
                      <a:pt x="405" y="222"/>
                    </a:lnTo>
                    <a:lnTo>
                      <a:pt x="391" y="247"/>
                    </a:lnTo>
                    <a:lnTo>
                      <a:pt x="379" y="271"/>
                    </a:lnTo>
                    <a:lnTo>
                      <a:pt x="367" y="298"/>
                    </a:lnTo>
                    <a:lnTo>
                      <a:pt x="355" y="323"/>
                    </a:lnTo>
                    <a:lnTo>
                      <a:pt x="344" y="350"/>
                    </a:lnTo>
                    <a:lnTo>
                      <a:pt x="333" y="376"/>
                    </a:lnTo>
                    <a:lnTo>
                      <a:pt x="324" y="399"/>
                    </a:lnTo>
                    <a:lnTo>
                      <a:pt x="313" y="423"/>
                    </a:lnTo>
                    <a:lnTo>
                      <a:pt x="305" y="448"/>
                    </a:lnTo>
                    <a:lnTo>
                      <a:pt x="296" y="472"/>
                    </a:lnTo>
                    <a:lnTo>
                      <a:pt x="288" y="496"/>
                    </a:lnTo>
                    <a:lnTo>
                      <a:pt x="281" y="520"/>
                    </a:lnTo>
                    <a:lnTo>
                      <a:pt x="273" y="546"/>
                    </a:lnTo>
                    <a:lnTo>
                      <a:pt x="266" y="571"/>
                    </a:lnTo>
                    <a:lnTo>
                      <a:pt x="236" y="555"/>
                    </a:lnTo>
                    <a:lnTo>
                      <a:pt x="207" y="537"/>
                    </a:lnTo>
                    <a:lnTo>
                      <a:pt x="181" y="520"/>
                    </a:lnTo>
                    <a:lnTo>
                      <a:pt x="155" y="502"/>
                    </a:lnTo>
                    <a:lnTo>
                      <a:pt x="132" y="483"/>
                    </a:lnTo>
                    <a:lnTo>
                      <a:pt x="110" y="464"/>
                    </a:lnTo>
                    <a:lnTo>
                      <a:pt x="90" y="444"/>
                    </a:lnTo>
                    <a:lnTo>
                      <a:pt x="71" y="425"/>
                    </a:lnTo>
                    <a:lnTo>
                      <a:pt x="55" y="404"/>
                    </a:lnTo>
                    <a:lnTo>
                      <a:pt x="41" y="383"/>
                    </a:lnTo>
                    <a:lnTo>
                      <a:pt x="29" y="362"/>
                    </a:lnTo>
                    <a:lnTo>
                      <a:pt x="18" y="341"/>
                    </a:lnTo>
                    <a:lnTo>
                      <a:pt x="10" y="319"/>
                    </a:lnTo>
                    <a:lnTo>
                      <a:pt x="4" y="296"/>
                    </a:lnTo>
                    <a:lnTo>
                      <a:pt x="1" y="274"/>
                    </a:lnTo>
                    <a:lnTo>
                      <a:pt x="0" y="251"/>
                    </a:lnTo>
                    <a:lnTo>
                      <a:pt x="13" y="233"/>
                    </a:lnTo>
                    <a:lnTo>
                      <a:pt x="25" y="215"/>
                    </a:lnTo>
                    <a:lnTo>
                      <a:pt x="39" y="198"/>
                    </a:lnTo>
                    <a:lnTo>
                      <a:pt x="54" y="179"/>
                    </a:lnTo>
                    <a:lnTo>
                      <a:pt x="68" y="162"/>
                    </a:lnTo>
                    <a:lnTo>
                      <a:pt x="83" y="145"/>
                    </a:lnTo>
                    <a:lnTo>
                      <a:pt x="98" y="128"/>
                    </a:lnTo>
                    <a:lnTo>
                      <a:pt x="114" y="111"/>
                    </a:lnTo>
                    <a:lnTo>
                      <a:pt x="129" y="95"/>
                    </a:lnTo>
                    <a:lnTo>
                      <a:pt x="145" y="79"/>
                    </a:lnTo>
                    <a:lnTo>
                      <a:pt x="160" y="64"/>
                    </a:lnTo>
                    <a:lnTo>
                      <a:pt x="176" y="49"/>
                    </a:lnTo>
                    <a:lnTo>
                      <a:pt x="191" y="35"/>
                    </a:lnTo>
                    <a:lnTo>
                      <a:pt x="207" y="23"/>
                    </a:lnTo>
                    <a:lnTo>
                      <a:pt x="222" y="11"/>
                    </a:lnTo>
                    <a:lnTo>
                      <a:pt x="237" y="0"/>
                    </a:lnTo>
                    <a:close/>
                  </a:path>
                </a:pathLst>
              </a:custGeom>
              <a:grpFill/>
              <a:ln w="9525">
                <a:noFill/>
                <a:round/>
                <a:headEnd/>
                <a:tailEnd/>
              </a:ln>
            </p:spPr>
            <p:txBody>
              <a:bodyPr/>
              <a:lstStyle/>
              <a:p>
                <a:pPr algn="ctr">
                  <a:defRPr/>
                </a:pPr>
                <a:endParaRPr lang="en-US" sz="900" dirty="0"/>
              </a:p>
            </p:txBody>
          </p:sp>
          <p:sp>
            <p:nvSpPr>
              <p:cNvPr id="68" name="Freeform 67"/>
              <p:cNvSpPr>
                <a:spLocks/>
              </p:cNvSpPr>
              <p:nvPr/>
            </p:nvSpPr>
            <p:spPr bwMode="auto">
              <a:xfrm>
                <a:off x="2318" y="1900"/>
                <a:ext cx="210" cy="352"/>
              </a:xfrm>
              <a:custGeom>
                <a:avLst/>
                <a:gdLst/>
                <a:ahLst/>
                <a:cxnLst>
                  <a:cxn ang="0">
                    <a:pos x="99" y="0"/>
                  </a:cxn>
                  <a:cxn ang="0">
                    <a:pos x="109" y="22"/>
                  </a:cxn>
                  <a:cxn ang="0">
                    <a:pos x="121" y="43"/>
                  </a:cxn>
                  <a:cxn ang="0">
                    <a:pos x="133" y="64"/>
                  </a:cxn>
                  <a:cxn ang="0">
                    <a:pos x="148" y="84"/>
                  </a:cxn>
                  <a:cxn ang="0">
                    <a:pos x="165" y="104"/>
                  </a:cxn>
                  <a:cxn ang="0">
                    <a:pos x="182" y="123"/>
                  </a:cxn>
                  <a:cxn ang="0">
                    <a:pos x="200" y="143"/>
                  </a:cxn>
                  <a:cxn ang="0">
                    <a:pos x="220" y="161"/>
                  </a:cxn>
                  <a:cxn ang="0">
                    <a:pos x="241" y="180"/>
                  </a:cxn>
                  <a:cxn ang="0">
                    <a:pos x="264" y="197"/>
                  </a:cxn>
                  <a:cxn ang="0">
                    <a:pos x="287" y="214"/>
                  </a:cxn>
                  <a:cxn ang="0">
                    <a:pos x="311" y="232"/>
                  </a:cxn>
                  <a:cxn ang="0">
                    <a:pos x="337" y="248"/>
                  </a:cxn>
                  <a:cxn ang="0">
                    <a:pos x="364" y="263"/>
                  </a:cxn>
                  <a:cxn ang="0">
                    <a:pos x="391" y="278"/>
                  </a:cxn>
                  <a:cxn ang="0">
                    <a:pos x="420" y="293"/>
                  </a:cxn>
                  <a:cxn ang="0">
                    <a:pos x="413" y="330"/>
                  </a:cxn>
                  <a:cxn ang="0">
                    <a:pos x="406" y="368"/>
                  </a:cxn>
                  <a:cxn ang="0">
                    <a:pos x="401" y="406"/>
                  </a:cxn>
                  <a:cxn ang="0">
                    <a:pos x="395" y="445"/>
                  </a:cxn>
                  <a:cxn ang="0">
                    <a:pos x="393" y="469"/>
                  </a:cxn>
                  <a:cxn ang="0">
                    <a:pos x="390" y="493"/>
                  </a:cxn>
                  <a:cxn ang="0">
                    <a:pos x="389" y="517"/>
                  </a:cxn>
                  <a:cxn ang="0">
                    <a:pos x="387" y="541"/>
                  </a:cxn>
                  <a:cxn ang="0">
                    <a:pos x="385" y="583"/>
                  </a:cxn>
                  <a:cxn ang="0">
                    <a:pos x="385" y="623"/>
                  </a:cxn>
                  <a:cxn ang="0">
                    <a:pos x="383" y="665"/>
                  </a:cxn>
                  <a:cxn ang="0">
                    <a:pos x="385" y="705"/>
                  </a:cxn>
                  <a:cxn ang="0">
                    <a:pos x="348" y="685"/>
                  </a:cxn>
                  <a:cxn ang="0">
                    <a:pos x="312" y="665"/>
                  </a:cxn>
                  <a:cxn ang="0">
                    <a:pos x="277" y="643"/>
                  </a:cxn>
                  <a:cxn ang="0">
                    <a:pos x="244" y="622"/>
                  </a:cxn>
                  <a:cxn ang="0">
                    <a:pos x="211" y="599"/>
                  </a:cxn>
                  <a:cxn ang="0">
                    <a:pos x="180" y="576"/>
                  </a:cxn>
                  <a:cxn ang="0">
                    <a:pos x="150" y="553"/>
                  </a:cxn>
                  <a:cxn ang="0">
                    <a:pos x="122" y="528"/>
                  </a:cxn>
                  <a:cxn ang="0">
                    <a:pos x="97" y="502"/>
                  </a:cxn>
                  <a:cxn ang="0">
                    <a:pos x="74" y="475"/>
                  </a:cxn>
                  <a:cxn ang="0">
                    <a:pos x="54" y="447"/>
                  </a:cxn>
                  <a:cxn ang="0">
                    <a:pos x="36" y="418"/>
                  </a:cxn>
                  <a:cxn ang="0">
                    <a:pos x="22" y="387"/>
                  </a:cxn>
                  <a:cxn ang="0">
                    <a:pos x="10" y="356"/>
                  </a:cxn>
                  <a:cxn ang="0">
                    <a:pos x="3" y="323"/>
                  </a:cxn>
                  <a:cxn ang="0">
                    <a:pos x="0" y="288"/>
                  </a:cxn>
                  <a:cxn ang="0">
                    <a:pos x="8" y="250"/>
                  </a:cxn>
                  <a:cxn ang="0">
                    <a:pos x="18" y="213"/>
                  </a:cxn>
                  <a:cxn ang="0">
                    <a:pos x="29" y="176"/>
                  </a:cxn>
                  <a:cxn ang="0">
                    <a:pos x="40" y="140"/>
                  </a:cxn>
                  <a:cxn ang="0">
                    <a:pos x="53" y="104"/>
                  </a:cxn>
                  <a:cxn ang="0">
                    <a:pos x="68" y="69"/>
                  </a:cxn>
                  <a:cxn ang="0">
                    <a:pos x="83" y="35"/>
                  </a:cxn>
                  <a:cxn ang="0">
                    <a:pos x="99" y="0"/>
                  </a:cxn>
                </a:cxnLst>
                <a:rect l="0" t="0" r="r" b="b"/>
                <a:pathLst>
                  <a:path w="420" h="705">
                    <a:moveTo>
                      <a:pt x="99" y="0"/>
                    </a:moveTo>
                    <a:lnTo>
                      <a:pt x="109" y="22"/>
                    </a:lnTo>
                    <a:lnTo>
                      <a:pt x="121" y="43"/>
                    </a:lnTo>
                    <a:lnTo>
                      <a:pt x="133" y="64"/>
                    </a:lnTo>
                    <a:lnTo>
                      <a:pt x="148" y="84"/>
                    </a:lnTo>
                    <a:lnTo>
                      <a:pt x="165" y="104"/>
                    </a:lnTo>
                    <a:lnTo>
                      <a:pt x="182" y="123"/>
                    </a:lnTo>
                    <a:lnTo>
                      <a:pt x="200" y="143"/>
                    </a:lnTo>
                    <a:lnTo>
                      <a:pt x="220" y="161"/>
                    </a:lnTo>
                    <a:lnTo>
                      <a:pt x="241" y="180"/>
                    </a:lnTo>
                    <a:lnTo>
                      <a:pt x="264" y="197"/>
                    </a:lnTo>
                    <a:lnTo>
                      <a:pt x="287" y="214"/>
                    </a:lnTo>
                    <a:lnTo>
                      <a:pt x="311" y="232"/>
                    </a:lnTo>
                    <a:lnTo>
                      <a:pt x="337" y="248"/>
                    </a:lnTo>
                    <a:lnTo>
                      <a:pt x="364" y="263"/>
                    </a:lnTo>
                    <a:lnTo>
                      <a:pt x="391" y="278"/>
                    </a:lnTo>
                    <a:lnTo>
                      <a:pt x="420" y="293"/>
                    </a:lnTo>
                    <a:lnTo>
                      <a:pt x="413" y="330"/>
                    </a:lnTo>
                    <a:lnTo>
                      <a:pt x="406" y="368"/>
                    </a:lnTo>
                    <a:lnTo>
                      <a:pt x="401" y="406"/>
                    </a:lnTo>
                    <a:lnTo>
                      <a:pt x="395" y="445"/>
                    </a:lnTo>
                    <a:lnTo>
                      <a:pt x="393" y="469"/>
                    </a:lnTo>
                    <a:lnTo>
                      <a:pt x="390" y="493"/>
                    </a:lnTo>
                    <a:lnTo>
                      <a:pt x="389" y="517"/>
                    </a:lnTo>
                    <a:lnTo>
                      <a:pt x="387" y="541"/>
                    </a:lnTo>
                    <a:lnTo>
                      <a:pt x="385" y="583"/>
                    </a:lnTo>
                    <a:lnTo>
                      <a:pt x="385" y="623"/>
                    </a:lnTo>
                    <a:lnTo>
                      <a:pt x="383" y="665"/>
                    </a:lnTo>
                    <a:lnTo>
                      <a:pt x="385" y="705"/>
                    </a:lnTo>
                    <a:lnTo>
                      <a:pt x="348" y="685"/>
                    </a:lnTo>
                    <a:lnTo>
                      <a:pt x="312" y="665"/>
                    </a:lnTo>
                    <a:lnTo>
                      <a:pt x="277" y="643"/>
                    </a:lnTo>
                    <a:lnTo>
                      <a:pt x="244" y="622"/>
                    </a:lnTo>
                    <a:lnTo>
                      <a:pt x="211" y="599"/>
                    </a:lnTo>
                    <a:lnTo>
                      <a:pt x="180" y="576"/>
                    </a:lnTo>
                    <a:lnTo>
                      <a:pt x="150" y="553"/>
                    </a:lnTo>
                    <a:lnTo>
                      <a:pt x="122" y="528"/>
                    </a:lnTo>
                    <a:lnTo>
                      <a:pt x="97" y="502"/>
                    </a:lnTo>
                    <a:lnTo>
                      <a:pt x="74" y="475"/>
                    </a:lnTo>
                    <a:lnTo>
                      <a:pt x="54" y="447"/>
                    </a:lnTo>
                    <a:lnTo>
                      <a:pt x="36" y="418"/>
                    </a:lnTo>
                    <a:lnTo>
                      <a:pt x="22" y="387"/>
                    </a:lnTo>
                    <a:lnTo>
                      <a:pt x="10" y="356"/>
                    </a:lnTo>
                    <a:lnTo>
                      <a:pt x="3" y="323"/>
                    </a:lnTo>
                    <a:lnTo>
                      <a:pt x="0" y="288"/>
                    </a:lnTo>
                    <a:lnTo>
                      <a:pt x="8" y="250"/>
                    </a:lnTo>
                    <a:lnTo>
                      <a:pt x="18" y="213"/>
                    </a:lnTo>
                    <a:lnTo>
                      <a:pt x="29" y="176"/>
                    </a:lnTo>
                    <a:lnTo>
                      <a:pt x="40" y="140"/>
                    </a:lnTo>
                    <a:lnTo>
                      <a:pt x="53" y="104"/>
                    </a:lnTo>
                    <a:lnTo>
                      <a:pt x="68" y="69"/>
                    </a:lnTo>
                    <a:lnTo>
                      <a:pt x="83" y="35"/>
                    </a:lnTo>
                    <a:lnTo>
                      <a:pt x="99" y="0"/>
                    </a:lnTo>
                    <a:close/>
                  </a:path>
                </a:pathLst>
              </a:custGeom>
              <a:grpFill/>
              <a:ln w="9525">
                <a:noFill/>
                <a:round/>
                <a:headEnd/>
                <a:tailEnd/>
              </a:ln>
            </p:spPr>
            <p:txBody>
              <a:bodyPr/>
              <a:lstStyle/>
              <a:p>
                <a:pPr algn="ctr">
                  <a:defRPr/>
                </a:pPr>
                <a:endParaRPr lang="en-US" sz="900" dirty="0"/>
              </a:p>
            </p:txBody>
          </p:sp>
          <p:sp>
            <p:nvSpPr>
              <p:cNvPr id="69" name="Freeform 68"/>
              <p:cNvSpPr>
                <a:spLocks/>
              </p:cNvSpPr>
              <p:nvPr/>
            </p:nvSpPr>
            <p:spPr bwMode="auto">
              <a:xfrm>
                <a:off x="2307" y="2149"/>
                <a:ext cx="256" cy="365"/>
              </a:xfrm>
              <a:custGeom>
                <a:avLst/>
                <a:gdLst/>
                <a:ahLst/>
                <a:cxnLst>
                  <a:cxn ang="0">
                    <a:pos x="0" y="11"/>
                  </a:cxn>
                  <a:cxn ang="0">
                    <a:pos x="0" y="9"/>
                  </a:cxn>
                  <a:cxn ang="0">
                    <a:pos x="1" y="5"/>
                  </a:cxn>
                  <a:cxn ang="0">
                    <a:pos x="1" y="3"/>
                  </a:cxn>
                  <a:cxn ang="0">
                    <a:pos x="1" y="0"/>
                  </a:cxn>
                  <a:cxn ang="0">
                    <a:pos x="12" y="25"/>
                  </a:cxn>
                  <a:cxn ang="0">
                    <a:pos x="25" y="49"/>
                  </a:cxn>
                  <a:cxn ang="0">
                    <a:pos x="41" y="73"/>
                  </a:cxn>
                  <a:cxn ang="0">
                    <a:pos x="60" y="96"/>
                  </a:cxn>
                  <a:cxn ang="0">
                    <a:pos x="82" y="119"/>
                  </a:cxn>
                  <a:cxn ang="0">
                    <a:pos x="106" y="141"/>
                  </a:cxn>
                  <a:cxn ang="0">
                    <a:pos x="131" y="163"/>
                  </a:cxn>
                  <a:cxn ang="0">
                    <a:pos x="159" y="185"/>
                  </a:cxn>
                  <a:cxn ang="0">
                    <a:pos x="188" y="206"/>
                  </a:cxn>
                  <a:cxn ang="0">
                    <a:pos x="219" y="227"/>
                  </a:cxn>
                  <a:cxn ang="0">
                    <a:pos x="250" y="246"/>
                  </a:cxn>
                  <a:cxn ang="0">
                    <a:pos x="282" y="265"/>
                  </a:cxn>
                  <a:cxn ang="0">
                    <a:pos x="316" y="283"/>
                  </a:cxn>
                  <a:cxn ang="0">
                    <a:pos x="349" y="301"/>
                  </a:cxn>
                  <a:cxn ang="0">
                    <a:pos x="382" y="319"/>
                  </a:cxn>
                  <a:cxn ang="0">
                    <a:pos x="416" y="335"/>
                  </a:cxn>
                  <a:cxn ang="0">
                    <a:pos x="419" y="374"/>
                  </a:cxn>
                  <a:cxn ang="0">
                    <a:pos x="424" y="412"/>
                  </a:cxn>
                  <a:cxn ang="0">
                    <a:pos x="430" y="450"/>
                  </a:cxn>
                  <a:cxn ang="0">
                    <a:pos x="435" y="487"/>
                  </a:cxn>
                  <a:cxn ang="0">
                    <a:pos x="441" y="517"/>
                  </a:cxn>
                  <a:cxn ang="0">
                    <a:pos x="448" y="547"/>
                  </a:cxn>
                  <a:cxn ang="0">
                    <a:pos x="456" y="577"/>
                  </a:cxn>
                  <a:cxn ang="0">
                    <a:pos x="464" y="607"/>
                  </a:cxn>
                  <a:cxn ang="0">
                    <a:pos x="475" y="638"/>
                  </a:cxn>
                  <a:cxn ang="0">
                    <a:pos x="486" y="668"/>
                  </a:cxn>
                  <a:cxn ang="0">
                    <a:pos x="499" y="699"/>
                  </a:cxn>
                  <a:cxn ang="0">
                    <a:pos x="513" y="731"/>
                  </a:cxn>
                  <a:cxn ang="0">
                    <a:pos x="470" y="709"/>
                  </a:cxn>
                  <a:cxn ang="0">
                    <a:pos x="427" y="686"/>
                  </a:cxn>
                  <a:cxn ang="0">
                    <a:pos x="387" y="662"/>
                  </a:cxn>
                  <a:cxn ang="0">
                    <a:pos x="348" y="635"/>
                  </a:cxn>
                  <a:cxn ang="0">
                    <a:pos x="310" y="608"/>
                  </a:cxn>
                  <a:cxn ang="0">
                    <a:pos x="274" y="579"/>
                  </a:cxn>
                  <a:cxn ang="0">
                    <a:pos x="240" y="549"/>
                  </a:cxn>
                  <a:cxn ang="0">
                    <a:pos x="206" y="518"/>
                  </a:cxn>
                  <a:cxn ang="0">
                    <a:pos x="176" y="486"/>
                  </a:cxn>
                  <a:cxn ang="0">
                    <a:pos x="147" y="453"/>
                  </a:cxn>
                  <a:cxn ang="0">
                    <a:pos x="121" y="419"/>
                  </a:cxn>
                  <a:cxn ang="0">
                    <a:pos x="97" y="384"/>
                  </a:cxn>
                  <a:cxn ang="0">
                    <a:pos x="75" y="350"/>
                  </a:cxn>
                  <a:cxn ang="0">
                    <a:pos x="55" y="313"/>
                  </a:cxn>
                  <a:cxn ang="0">
                    <a:pos x="38" y="277"/>
                  </a:cxn>
                  <a:cxn ang="0">
                    <a:pos x="24" y="240"/>
                  </a:cxn>
                  <a:cxn ang="0">
                    <a:pos x="14" y="184"/>
                  </a:cxn>
                  <a:cxn ang="0">
                    <a:pos x="6" y="128"/>
                  </a:cxn>
                  <a:cxn ang="0">
                    <a:pos x="1" y="70"/>
                  </a:cxn>
                  <a:cxn ang="0">
                    <a:pos x="0" y="11"/>
                  </a:cxn>
                </a:cxnLst>
                <a:rect l="0" t="0" r="r" b="b"/>
                <a:pathLst>
                  <a:path w="513" h="731">
                    <a:moveTo>
                      <a:pt x="0" y="11"/>
                    </a:moveTo>
                    <a:lnTo>
                      <a:pt x="0" y="9"/>
                    </a:lnTo>
                    <a:lnTo>
                      <a:pt x="1" y="5"/>
                    </a:lnTo>
                    <a:lnTo>
                      <a:pt x="1" y="3"/>
                    </a:lnTo>
                    <a:lnTo>
                      <a:pt x="1" y="0"/>
                    </a:lnTo>
                    <a:lnTo>
                      <a:pt x="12" y="25"/>
                    </a:lnTo>
                    <a:lnTo>
                      <a:pt x="25" y="49"/>
                    </a:lnTo>
                    <a:lnTo>
                      <a:pt x="41" y="73"/>
                    </a:lnTo>
                    <a:lnTo>
                      <a:pt x="60" y="96"/>
                    </a:lnTo>
                    <a:lnTo>
                      <a:pt x="82" y="119"/>
                    </a:lnTo>
                    <a:lnTo>
                      <a:pt x="106" y="141"/>
                    </a:lnTo>
                    <a:lnTo>
                      <a:pt x="131" y="163"/>
                    </a:lnTo>
                    <a:lnTo>
                      <a:pt x="159" y="185"/>
                    </a:lnTo>
                    <a:lnTo>
                      <a:pt x="188" y="206"/>
                    </a:lnTo>
                    <a:lnTo>
                      <a:pt x="219" y="227"/>
                    </a:lnTo>
                    <a:lnTo>
                      <a:pt x="250" y="246"/>
                    </a:lnTo>
                    <a:lnTo>
                      <a:pt x="282" y="265"/>
                    </a:lnTo>
                    <a:lnTo>
                      <a:pt x="316" y="283"/>
                    </a:lnTo>
                    <a:lnTo>
                      <a:pt x="349" y="301"/>
                    </a:lnTo>
                    <a:lnTo>
                      <a:pt x="382" y="319"/>
                    </a:lnTo>
                    <a:lnTo>
                      <a:pt x="416" y="335"/>
                    </a:lnTo>
                    <a:lnTo>
                      <a:pt x="419" y="374"/>
                    </a:lnTo>
                    <a:lnTo>
                      <a:pt x="424" y="412"/>
                    </a:lnTo>
                    <a:lnTo>
                      <a:pt x="430" y="450"/>
                    </a:lnTo>
                    <a:lnTo>
                      <a:pt x="435" y="487"/>
                    </a:lnTo>
                    <a:lnTo>
                      <a:pt x="441" y="517"/>
                    </a:lnTo>
                    <a:lnTo>
                      <a:pt x="448" y="547"/>
                    </a:lnTo>
                    <a:lnTo>
                      <a:pt x="456" y="577"/>
                    </a:lnTo>
                    <a:lnTo>
                      <a:pt x="464" y="607"/>
                    </a:lnTo>
                    <a:lnTo>
                      <a:pt x="475" y="638"/>
                    </a:lnTo>
                    <a:lnTo>
                      <a:pt x="486" y="668"/>
                    </a:lnTo>
                    <a:lnTo>
                      <a:pt x="499" y="699"/>
                    </a:lnTo>
                    <a:lnTo>
                      <a:pt x="513" y="731"/>
                    </a:lnTo>
                    <a:lnTo>
                      <a:pt x="470" y="709"/>
                    </a:lnTo>
                    <a:lnTo>
                      <a:pt x="427" y="686"/>
                    </a:lnTo>
                    <a:lnTo>
                      <a:pt x="387" y="662"/>
                    </a:lnTo>
                    <a:lnTo>
                      <a:pt x="348" y="635"/>
                    </a:lnTo>
                    <a:lnTo>
                      <a:pt x="310" y="608"/>
                    </a:lnTo>
                    <a:lnTo>
                      <a:pt x="274" y="579"/>
                    </a:lnTo>
                    <a:lnTo>
                      <a:pt x="240" y="549"/>
                    </a:lnTo>
                    <a:lnTo>
                      <a:pt x="206" y="518"/>
                    </a:lnTo>
                    <a:lnTo>
                      <a:pt x="176" y="486"/>
                    </a:lnTo>
                    <a:lnTo>
                      <a:pt x="147" y="453"/>
                    </a:lnTo>
                    <a:lnTo>
                      <a:pt x="121" y="419"/>
                    </a:lnTo>
                    <a:lnTo>
                      <a:pt x="97" y="384"/>
                    </a:lnTo>
                    <a:lnTo>
                      <a:pt x="75" y="350"/>
                    </a:lnTo>
                    <a:lnTo>
                      <a:pt x="55" y="313"/>
                    </a:lnTo>
                    <a:lnTo>
                      <a:pt x="38" y="277"/>
                    </a:lnTo>
                    <a:lnTo>
                      <a:pt x="24" y="240"/>
                    </a:lnTo>
                    <a:lnTo>
                      <a:pt x="14" y="184"/>
                    </a:lnTo>
                    <a:lnTo>
                      <a:pt x="6" y="128"/>
                    </a:lnTo>
                    <a:lnTo>
                      <a:pt x="1" y="70"/>
                    </a:lnTo>
                    <a:lnTo>
                      <a:pt x="0" y="11"/>
                    </a:lnTo>
                    <a:close/>
                  </a:path>
                </a:pathLst>
              </a:custGeom>
              <a:grpFill/>
              <a:ln w="9525">
                <a:noFill/>
                <a:round/>
                <a:headEnd/>
                <a:tailEnd/>
              </a:ln>
            </p:spPr>
            <p:txBody>
              <a:bodyPr/>
              <a:lstStyle/>
              <a:p>
                <a:pPr algn="ctr">
                  <a:defRPr/>
                </a:pPr>
                <a:endParaRPr lang="en-US" sz="900" dirty="0"/>
              </a:p>
            </p:txBody>
          </p:sp>
          <p:sp>
            <p:nvSpPr>
              <p:cNvPr id="70" name="Freeform 69"/>
              <p:cNvSpPr>
                <a:spLocks/>
              </p:cNvSpPr>
              <p:nvPr/>
            </p:nvSpPr>
            <p:spPr bwMode="auto">
              <a:xfrm>
                <a:off x="2379" y="2437"/>
                <a:ext cx="286" cy="253"/>
              </a:xfrm>
              <a:custGeom>
                <a:avLst/>
                <a:gdLst/>
                <a:ahLst/>
                <a:cxnLst>
                  <a:cxn ang="0">
                    <a:pos x="0" y="0"/>
                  </a:cxn>
                  <a:cxn ang="0">
                    <a:pos x="14" y="20"/>
                  </a:cxn>
                  <a:cxn ang="0">
                    <a:pos x="31" y="41"/>
                  </a:cxn>
                  <a:cxn ang="0">
                    <a:pos x="52" y="62"/>
                  </a:cxn>
                  <a:cxn ang="0">
                    <a:pos x="74" y="82"/>
                  </a:cxn>
                  <a:cxn ang="0">
                    <a:pos x="99" y="103"/>
                  </a:cxn>
                  <a:cxn ang="0">
                    <a:pos x="126" y="124"/>
                  </a:cxn>
                  <a:cxn ang="0">
                    <a:pos x="153" y="144"/>
                  </a:cxn>
                  <a:cxn ang="0">
                    <a:pos x="182" y="165"/>
                  </a:cxn>
                  <a:cxn ang="0">
                    <a:pos x="212" y="184"/>
                  </a:cxn>
                  <a:cxn ang="0">
                    <a:pos x="242" y="203"/>
                  </a:cxn>
                  <a:cxn ang="0">
                    <a:pos x="272" y="220"/>
                  </a:cxn>
                  <a:cxn ang="0">
                    <a:pos x="302" y="237"/>
                  </a:cxn>
                  <a:cxn ang="0">
                    <a:pos x="332" y="252"/>
                  </a:cxn>
                  <a:cxn ang="0">
                    <a:pos x="360" y="265"/>
                  </a:cxn>
                  <a:cxn ang="0">
                    <a:pos x="387" y="278"/>
                  </a:cxn>
                  <a:cxn ang="0">
                    <a:pos x="412" y="288"/>
                  </a:cxn>
                  <a:cxn ang="0">
                    <a:pos x="418" y="303"/>
                  </a:cxn>
                  <a:cxn ang="0">
                    <a:pos x="424" y="318"/>
                  </a:cxn>
                  <a:cxn ang="0">
                    <a:pos x="431" y="334"/>
                  </a:cxn>
                  <a:cxn ang="0">
                    <a:pos x="439" y="349"/>
                  </a:cxn>
                  <a:cxn ang="0">
                    <a:pos x="447" y="366"/>
                  </a:cxn>
                  <a:cxn ang="0">
                    <a:pos x="456" y="381"/>
                  </a:cxn>
                  <a:cxn ang="0">
                    <a:pos x="466" y="397"/>
                  </a:cxn>
                  <a:cxn ang="0">
                    <a:pos x="478" y="413"/>
                  </a:cxn>
                  <a:cxn ang="0">
                    <a:pos x="487" y="424"/>
                  </a:cxn>
                  <a:cxn ang="0">
                    <a:pos x="496" y="436"/>
                  </a:cxn>
                  <a:cxn ang="0">
                    <a:pos x="508" y="447"/>
                  </a:cxn>
                  <a:cxn ang="0">
                    <a:pos x="518" y="460"/>
                  </a:cxn>
                  <a:cxn ang="0">
                    <a:pos x="531" y="471"/>
                  </a:cxn>
                  <a:cxn ang="0">
                    <a:pos x="544" y="483"/>
                  </a:cxn>
                  <a:cxn ang="0">
                    <a:pos x="557" y="496"/>
                  </a:cxn>
                  <a:cxn ang="0">
                    <a:pos x="572" y="507"/>
                  </a:cxn>
                  <a:cxn ang="0">
                    <a:pos x="537" y="490"/>
                  </a:cxn>
                  <a:cxn ang="0">
                    <a:pos x="500" y="471"/>
                  </a:cxn>
                  <a:cxn ang="0">
                    <a:pos x="461" y="451"/>
                  </a:cxn>
                  <a:cxn ang="0">
                    <a:pos x="422" y="428"/>
                  </a:cxn>
                  <a:cxn ang="0">
                    <a:pos x="381" y="402"/>
                  </a:cxn>
                  <a:cxn ang="0">
                    <a:pos x="341" y="376"/>
                  </a:cxn>
                  <a:cxn ang="0">
                    <a:pos x="302" y="347"/>
                  </a:cxn>
                  <a:cxn ang="0">
                    <a:pos x="261" y="316"/>
                  </a:cxn>
                  <a:cxn ang="0">
                    <a:pos x="222" y="284"/>
                  </a:cxn>
                  <a:cxn ang="0">
                    <a:pos x="185" y="249"/>
                  </a:cxn>
                  <a:cxn ang="0">
                    <a:pos x="149" y="212"/>
                  </a:cxn>
                  <a:cxn ang="0">
                    <a:pos x="114" y="173"/>
                  </a:cxn>
                  <a:cxn ang="0">
                    <a:pos x="82" y="133"/>
                  </a:cxn>
                  <a:cxn ang="0">
                    <a:pos x="52" y="90"/>
                  </a:cxn>
                  <a:cxn ang="0">
                    <a:pos x="24" y="47"/>
                  </a:cxn>
                  <a:cxn ang="0">
                    <a:pos x="0" y="0"/>
                  </a:cxn>
                </a:cxnLst>
                <a:rect l="0" t="0" r="r" b="b"/>
                <a:pathLst>
                  <a:path w="572" h="507">
                    <a:moveTo>
                      <a:pt x="0" y="0"/>
                    </a:moveTo>
                    <a:lnTo>
                      <a:pt x="14" y="20"/>
                    </a:lnTo>
                    <a:lnTo>
                      <a:pt x="31" y="41"/>
                    </a:lnTo>
                    <a:lnTo>
                      <a:pt x="52" y="62"/>
                    </a:lnTo>
                    <a:lnTo>
                      <a:pt x="74" y="82"/>
                    </a:lnTo>
                    <a:lnTo>
                      <a:pt x="99" y="103"/>
                    </a:lnTo>
                    <a:lnTo>
                      <a:pt x="126" y="124"/>
                    </a:lnTo>
                    <a:lnTo>
                      <a:pt x="153" y="144"/>
                    </a:lnTo>
                    <a:lnTo>
                      <a:pt x="182" y="165"/>
                    </a:lnTo>
                    <a:lnTo>
                      <a:pt x="212" y="184"/>
                    </a:lnTo>
                    <a:lnTo>
                      <a:pt x="242" y="203"/>
                    </a:lnTo>
                    <a:lnTo>
                      <a:pt x="272" y="220"/>
                    </a:lnTo>
                    <a:lnTo>
                      <a:pt x="302" y="237"/>
                    </a:lnTo>
                    <a:lnTo>
                      <a:pt x="332" y="252"/>
                    </a:lnTo>
                    <a:lnTo>
                      <a:pt x="360" y="265"/>
                    </a:lnTo>
                    <a:lnTo>
                      <a:pt x="387" y="278"/>
                    </a:lnTo>
                    <a:lnTo>
                      <a:pt x="412" y="288"/>
                    </a:lnTo>
                    <a:lnTo>
                      <a:pt x="418" y="303"/>
                    </a:lnTo>
                    <a:lnTo>
                      <a:pt x="424" y="318"/>
                    </a:lnTo>
                    <a:lnTo>
                      <a:pt x="431" y="334"/>
                    </a:lnTo>
                    <a:lnTo>
                      <a:pt x="439" y="349"/>
                    </a:lnTo>
                    <a:lnTo>
                      <a:pt x="447" y="366"/>
                    </a:lnTo>
                    <a:lnTo>
                      <a:pt x="456" y="381"/>
                    </a:lnTo>
                    <a:lnTo>
                      <a:pt x="466" y="397"/>
                    </a:lnTo>
                    <a:lnTo>
                      <a:pt x="478" y="413"/>
                    </a:lnTo>
                    <a:lnTo>
                      <a:pt x="487" y="424"/>
                    </a:lnTo>
                    <a:lnTo>
                      <a:pt x="496" y="436"/>
                    </a:lnTo>
                    <a:lnTo>
                      <a:pt x="508" y="447"/>
                    </a:lnTo>
                    <a:lnTo>
                      <a:pt x="518" y="460"/>
                    </a:lnTo>
                    <a:lnTo>
                      <a:pt x="531" y="471"/>
                    </a:lnTo>
                    <a:lnTo>
                      <a:pt x="544" y="483"/>
                    </a:lnTo>
                    <a:lnTo>
                      <a:pt x="557" y="496"/>
                    </a:lnTo>
                    <a:lnTo>
                      <a:pt x="572" y="507"/>
                    </a:lnTo>
                    <a:lnTo>
                      <a:pt x="537" y="490"/>
                    </a:lnTo>
                    <a:lnTo>
                      <a:pt x="500" y="471"/>
                    </a:lnTo>
                    <a:lnTo>
                      <a:pt x="461" y="451"/>
                    </a:lnTo>
                    <a:lnTo>
                      <a:pt x="422" y="428"/>
                    </a:lnTo>
                    <a:lnTo>
                      <a:pt x="381" y="402"/>
                    </a:lnTo>
                    <a:lnTo>
                      <a:pt x="341" y="376"/>
                    </a:lnTo>
                    <a:lnTo>
                      <a:pt x="302" y="347"/>
                    </a:lnTo>
                    <a:lnTo>
                      <a:pt x="261" y="316"/>
                    </a:lnTo>
                    <a:lnTo>
                      <a:pt x="222" y="284"/>
                    </a:lnTo>
                    <a:lnTo>
                      <a:pt x="185" y="249"/>
                    </a:lnTo>
                    <a:lnTo>
                      <a:pt x="149" y="212"/>
                    </a:lnTo>
                    <a:lnTo>
                      <a:pt x="114" y="173"/>
                    </a:lnTo>
                    <a:lnTo>
                      <a:pt x="82" y="133"/>
                    </a:lnTo>
                    <a:lnTo>
                      <a:pt x="52" y="90"/>
                    </a:lnTo>
                    <a:lnTo>
                      <a:pt x="24" y="47"/>
                    </a:lnTo>
                    <a:lnTo>
                      <a:pt x="0" y="0"/>
                    </a:lnTo>
                    <a:close/>
                  </a:path>
                </a:pathLst>
              </a:custGeom>
              <a:grpFill/>
              <a:ln w="9525">
                <a:noFill/>
                <a:round/>
                <a:headEnd/>
                <a:tailEnd/>
              </a:ln>
            </p:spPr>
            <p:txBody>
              <a:bodyPr/>
              <a:lstStyle/>
              <a:p>
                <a:pPr algn="ctr">
                  <a:defRPr/>
                </a:pPr>
                <a:endParaRPr lang="en-US" sz="900" dirty="0"/>
              </a:p>
            </p:txBody>
          </p:sp>
          <p:sp>
            <p:nvSpPr>
              <p:cNvPr id="71" name="Freeform 70"/>
              <p:cNvSpPr>
                <a:spLocks/>
              </p:cNvSpPr>
              <p:nvPr/>
            </p:nvSpPr>
            <p:spPr bwMode="auto">
              <a:xfrm>
                <a:off x="2648" y="2599"/>
                <a:ext cx="208" cy="136"/>
              </a:xfrm>
              <a:custGeom>
                <a:avLst/>
                <a:gdLst/>
                <a:ahLst/>
                <a:cxnLst>
                  <a:cxn ang="0">
                    <a:pos x="417" y="273"/>
                  </a:cxn>
                  <a:cxn ang="0">
                    <a:pos x="398" y="272"/>
                  </a:cxn>
                  <a:cxn ang="0">
                    <a:pos x="379" y="271"/>
                  </a:cxn>
                  <a:cxn ang="0">
                    <a:pos x="358" y="268"/>
                  </a:cxn>
                  <a:cxn ang="0">
                    <a:pos x="337" y="266"/>
                  </a:cxn>
                  <a:cxn ang="0">
                    <a:pos x="315" y="261"/>
                  </a:cxn>
                  <a:cxn ang="0">
                    <a:pos x="292" y="257"/>
                  </a:cxn>
                  <a:cxn ang="0">
                    <a:pos x="269" y="250"/>
                  </a:cxn>
                  <a:cxn ang="0">
                    <a:pos x="245" y="241"/>
                  </a:cxn>
                  <a:cxn ang="0">
                    <a:pos x="231" y="235"/>
                  </a:cxn>
                  <a:cxn ang="0">
                    <a:pos x="218" y="229"/>
                  </a:cxn>
                  <a:cxn ang="0">
                    <a:pos x="204" y="222"/>
                  </a:cxn>
                  <a:cxn ang="0">
                    <a:pos x="190" y="215"/>
                  </a:cxn>
                  <a:cxn ang="0">
                    <a:pos x="175" y="209"/>
                  </a:cxn>
                  <a:cxn ang="0">
                    <a:pos x="160" y="200"/>
                  </a:cxn>
                  <a:cxn ang="0">
                    <a:pos x="146" y="192"/>
                  </a:cxn>
                  <a:cxn ang="0">
                    <a:pos x="131" y="183"/>
                  </a:cxn>
                  <a:cxn ang="0">
                    <a:pos x="117" y="174"/>
                  </a:cxn>
                  <a:cxn ang="0">
                    <a:pos x="103" y="165"/>
                  </a:cxn>
                  <a:cxn ang="0">
                    <a:pos x="90" y="153"/>
                  </a:cxn>
                  <a:cxn ang="0">
                    <a:pos x="76" y="143"/>
                  </a:cxn>
                  <a:cxn ang="0">
                    <a:pos x="63" y="131"/>
                  </a:cxn>
                  <a:cxn ang="0">
                    <a:pos x="52" y="119"/>
                  </a:cxn>
                  <a:cxn ang="0">
                    <a:pos x="40" y="106"/>
                  </a:cxn>
                  <a:cxn ang="0">
                    <a:pos x="30" y="92"/>
                  </a:cxn>
                  <a:cxn ang="0">
                    <a:pos x="19" y="71"/>
                  </a:cxn>
                  <a:cxn ang="0">
                    <a:pos x="14" y="48"/>
                  </a:cxn>
                  <a:cxn ang="0">
                    <a:pos x="8" y="24"/>
                  </a:cxn>
                  <a:cxn ang="0">
                    <a:pos x="0" y="0"/>
                  </a:cxn>
                  <a:cxn ang="0">
                    <a:pos x="10" y="4"/>
                  </a:cxn>
                  <a:cxn ang="0">
                    <a:pos x="21" y="8"/>
                  </a:cxn>
                  <a:cxn ang="0">
                    <a:pos x="31" y="12"/>
                  </a:cxn>
                  <a:cxn ang="0">
                    <a:pos x="42" y="15"/>
                  </a:cxn>
                  <a:cxn ang="0">
                    <a:pos x="53" y="17"/>
                  </a:cxn>
                  <a:cxn ang="0">
                    <a:pos x="64" y="21"/>
                  </a:cxn>
                  <a:cxn ang="0">
                    <a:pos x="76" y="24"/>
                  </a:cxn>
                  <a:cxn ang="0">
                    <a:pos x="87" y="27"/>
                  </a:cxn>
                  <a:cxn ang="0">
                    <a:pos x="100" y="30"/>
                  </a:cxn>
                  <a:cxn ang="0">
                    <a:pos x="112" y="32"/>
                  </a:cxn>
                  <a:cxn ang="0">
                    <a:pos x="123" y="36"/>
                  </a:cxn>
                  <a:cxn ang="0">
                    <a:pos x="136" y="38"/>
                  </a:cxn>
                  <a:cxn ang="0">
                    <a:pos x="148" y="40"/>
                  </a:cxn>
                  <a:cxn ang="0">
                    <a:pos x="160" y="43"/>
                  </a:cxn>
                  <a:cxn ang="0">
                    <a:pos x="173" y="45"/>
                  </a:cxn>
                  <a:cxn ang="0">
                    <a:pos x="185" y="47"/>
                  </a:cxn>
                  <a:cxn ang="0">
                    <a:pos x="200" y="50"/>
                  </a:cxn>
                  <a:cxn ang="0">
                    <a:pos x="214" y="52"/>
                  </a:cxn>
                  <a:cxn ang="0">
                    <a:pos x="229" y="54"/>
                  </a:cxn>
                  <a:cxn ang="0">
                    <a:pos x="244" y="55"/>
                  </a:cxn>
                  <a:cxn ang="0">
                    <a:pos x="259" y="58"/>
                  </a:cxn>
                  <a:cxn ang="0">
                    <a:pos x="273" y="60"/>
                  </a:cxn>
                  <a:cxn ang="0">
                    <a:pos x="288" y="61"/>
                  </a:cxn>
                  <a:cxn ang="0">
                    <a:pos x="303" y="62"/>
                  </a:cxn>
                  <a:cxn ang="0">
                    <a:pos x="318" y="65"/>
                  </a:cxn>
                  <a:cxn ang="0">
                    <a:pos x="332" y="66"/>
                  </a:cxn>
                  <a:cxn ang="0">
                    <a:pos x="347" y="67"/>
                  </a:cxn>
                  <a:cxn ang="0">
                    <a:pos x="360" y="68"/>
                  </a:cxn>
                  <a:cxn ang="0">
                    <a:pos x="375" y="68"/>
                  </a:cxn>
                  <a:cxn ang="0">
                    <a:pos x="389" y="69"/>
                  </a:cxn>
                  <a:cxn ang="0">
                    <a:pos x="403" y="70"/>
                  </a:cxn>
                  <a:cxn ang="0">
                    <a:pos x="417" y="70"/>
                  </a:cxn>
                  <a:cxn ang="0">
                    <a:pos x="417" y="166"/>
                  </a:cxn>
                  <a:cxn ang="0">
                    <a:pos x="417" y="273"/>
                  </a:cxn>
                </a:cxnLst>
                <a:rect l="0" t="0" r="r" b="b"/>
                <a:pathLst>
                  <a:path w="417" h="273">
                    <a:moveTo>
                      <a:pt x="417" y="273"/>
                    </a:moveTo>
                    <a:lnTo>
                      <a:pt x="398" y="272"/>
                    </a:lnTo>
                    <a:lnTo>
                      <a:pt x="379" y="271"/>
                    </a:lnTo>
                    <a:lnTo>
                      <a:pt x="358" y="268"/>
                    </a:lnTo>
                    <a:lnTo>
                      <a:pt x="337" y="266"/>
                    </a:lnTo>
                    <a:lnTo>
                      <a:pt x="315" y="261"/>
                    </a:lnTo>
                    <a:lnTo>
                      <a:pt x="292" y="257"/>
                    </a:lnTo>
                    <a:lnTo>
                      <a:pt x="269" y="250"/>
                    </a:lnTo>
                    <a:lnTo>
                      <a:pt x="245" y="241"/>
                    </a:lnTo>
                    <a:lnTo>
                      <a:pt x="231" y="235"/>
                    </a:lnTo>
                    <a:lnTo>
                      <a:pt x="218" y="229"/>
                    </a:lnTo>
                    <a:lnTo>
                      <a:pt x="204" y="222"/>
                    </a:lnTo>
                    <a:lnTo>
                      <a:pt x="190" y="215"/>
                    </a:lnTo>
                    <a:lnTo>
                      <a:pt x="175" y="209"/>
                    </a:lnTo>
                    <a:lnTo>
                      <a:pt x="160" y="200"/>
                    </a:lnTo>
                    <a:lnTo>
                      <a:pt x="146" y="192"/>
                    </a:lnTo>
                    <a:lnTo>
                      <a:pt x="131" y="183"/>
                    </a:lnTo>
                    <a:lnTo>
                      <a:pt x="117" y="174"/>
                    </a:lnTo>
                    <a:lnTo>
                      <a:pt x="103" y="165"/>
                    </a:lnTo>
                    <a:lnTo>
                      <a:pt x="90" y="153"/>
                    </a:lnTo>
                    <a:lnTo>
                      <a:pt x="76" y="143"/>
                    </a:lnTo>
                    <a:lnTo>
                      <a:pt x="63" y="131"/>
                    </a:lnTo>
                    <a:lnTo>
                      <a:pt x="52" y="119"/>
                    </a:lnTo>
                    <a:lnTo>
                      <a:pt x="40" y="106"/>
                    </a:lnTo>
                    <a:lnTo>
                      <a:pt x="30" y="92"/>
                    </a:lnTo>
                    <a:lnTo>
                      <a:pt x="19" y="71"/>
                    </a:lnTo>
                    <a:lnTo>
                      <a:pt x="14" y="48"/>
                    </a:lnTo>
                    <a:lnTo>
                      <a:pt x="8" y="24"/>
                    </a:lnTo>
                    <a:lnTo>
                      <a:pt x="0" y="0"/>
                    </a:lnTo>
                    <a:lnTo>
                      <a:pt x="10" y="4"/>
                    </a:lnTo>
                    <a:lnTo>
                      <a:pt x="21" y="8"/>
                    </a:lnTo>
                    <a:lnTo>
                      <a:pt x="31" y="12"/>
                    </a:lnTo>
                    <a:lnTo>
                      <a:pt x="42" y="15"/>
                    </a:lnTo>
                    <a:lnTo>
                      <a:pt x="53" y="17"/>
                    </a:lnTo>
                    <a:lnTo>
                      <a:pt x="64" y="21"/>
                    </a:lnTo>
                    <a:lnTo>
                      <a:pt x="76" y="24"/>
                    </a:lnTo>
                    <a:lnTo>
                      <a:pt x="87" y="27"/>
                    </a:lnTo>
                    <a:lnTo>
                      <a:pt x="100" y="30"/>
                    </a:lnTo>
                    <a:lnTo>
                      <a:pt x="112" y="32"/>
                    </a:lnTo>
                    <a:lnTo>
                      <a:pt x="123" y="36"/>
                    </a:lnTo>
                    <a:lnTo>
                      <a:pt x="136" y="38"/>
                    </a:lnTo>
                    <a:lnTo>
                      <a:pt x="148" y="40"/>
                    </a:lnTo>
                    <a:lnTo>
                      <a:pt x="160" y="43"/>
                    </a:lnTo>
                    <a:lnTo>
                      <a:pt x="173" y="45"/>
                    </a:lnTo>
                    <a:lnTo>
                      <a:pt x="185" y="47"/>
                    </a:lnTo>
                    <a:lnTo>
                      <a:pt x="200" y="50"/>
                    </a:lnTo>
                    <a:lnTo>
                      <a:pt x="214" y="52"/>
                    </a:lnTo>
                    <a:lnTo>
                      <a:pt x="229" y="54"/>
                    </a:lnTo>
                    <a:lnTo>
                      <a:pt x="244" y="55"/>
                    </a:lnTo>
                    <a:lnTo>
                      <a:pt x="259" y="58"/>
                    </a:lnTo>
                    <a:lnTo>
                      <a:pt x="273" y="60"/>
                    </a:lnTo>
                    <a:lnTo>
                      <a:pt x="288" y="61"/>
                    </a:lnTo>
                    <a:lnTo>
                      <a:pt x="303" y="62"/>
                    </a:lnTo>
                    <a:lnTo>
                      <a:pt x="318" y="65"/>
                    </a:lnTo>
                    <a:lnTo>
                      <a:pt x="332" y="66"/>
                    </a:lnTo>
                    <a:lnTo>
                      <a:pt x="347" y="67"/>
                    </a:lnTo>
                    <a:lnTo>
                      <a:pt x="360" y="68"/>
                    </a:lnTo>
                    <a:lnTo>
                      <a:pt x="375" y="68"/>
                    </a:lnTo>
                    <a:lnTo>
                      <a:pt x="389" y="69"/>
                    </a:lnTo>
                    <a:lnTo>
                      <a:pt x="403" y="70"/>
                    </a:lnTo>
                    <a:lnTo>
                      <a:pt x="417" y="70"/>
                    </a:lnTo>
                    <a:lnTo>
                      <a:pt x="417" y="166"/>
                    </a:lnTo>
                    <a:lnTo>
                      <a:pt x="417" y="273"/>
                    </a:lnTo>
                    <a:close/>
                  </a:path>
                </a:pathLst>
              </a:custGeom>
              <a:grpFill/>
              <a:ln w="9525">
                <a:noFill/>
                <a:round/>
                <a:headEnd/>
                <a:tailEnd/>
              </a:ln>
            </p:spPr>
            <p:txBody>
              <a:bodyPr/>
              <a:lstStyle/>
              <a:p>
                <a:pPr algn="ctr">
                  <a:defRPr/>
                </a:pPr>
                <a:endParaRPr lang="en-US" sz="900" dirty="0"/>
              </a:p>
            </p:txBody>
          </p:sp>
          <p:sp>
            <p:nvSpPr>
              <p:cNvPr id="72" name="Freeform 71"/>
              <p:cNvSpPr>
                <a:spLocks/>
              </p:cNvSpPr>
              <p:nvPr/>
            </p:nvSpPr>
            <p:spPr bwMode="auto">
              <a:xfrm>
                <a:off x="2904" y="2604"/>
                <a:ext cx="202" cy="131"/>
              </a:xfrm>
              <a:custGeom>
                <a:avLst/>
                <a:gdLst/>
                <a:ahLst/>
                <a:cxnLst>
                  <a:cxn ang="0">
                    <a:pos x="171" y="229"/>
                  </a:cxn>
                  <a:cxn ang="0">
                    <a:pos x="147" y="237"/>
                  </a:cxn>
                  <a:cxn ang="0">
                    <a:pos x="124" y="244"/>
                  </a:cxn>
                  <a:cxn ang="0">
                    <a:pos x="102" y="249"/>
                  </a:cxn>
                  <a:cxn ang="0">
                    <a:pos x="80" y="253"/>
                  </a:cxn>
                  <a:cxn ang="0">
                    <a:pos x="59" y="256"/>
                  </a:cxn>
                  <a:cxn ang="0">
                    <a:pos x="38" y="259"/>
                  </a:cxn>
                  <a:cxn ang="0">
                    <a:pos x="19" y="260"/>
                  </a:cxn>
                  <a:cxn ang="0">
                    <a:pos x="0" y="261"/>
                  </a:cxn>
                  <a:cxn ang="0">
                    <a:pos x="0" y="161"/>
                  </a:cxn>
                  <a:cxn ang="0">
                    <a:pos x="0" y="58"/>
                  </a:cxn>
                  <a:cxn ang="0">
                    <a:pos x="26" y="57"/>
                  </a:cxn>
                  <a:cxn ang="0">
                    <a:pos x="51" y="56"/>
                  </a:cxn>
                  <a:cxn ang="0">
                    <a:pos x="78" y="54"/>
                  </a:cxn>
                  <a:cxn ang="0">
                    <a:pos x="103" y="51"/>
                  </a:cxn>
                  <a:cxn ang="0">
                    <a:pos x="129" y="49"/>
                  </a:cxn>
                  <a:cxn ang="0">
                    <a:pos x="155" y="46"/>
                  </a:cxn>
                  <a:cxn ang="0">
                    <a:pos x="181" y="43"/>
                  </a:cxn>
                  <a:cxn ang="0">
                    <a:pos x="207" y="39"/>
                  </a:cxn>
                  <a:cxn ang="0">
                    <a:pos x="232" y="35"/>
                  </a:cxn>
                  <a:cxn ang="0">
                    <a:pos x="258" y="31"/>
                  </a:cxn>
                  <a:cxn ang="0">
                    <a:pos x="283" y="26"/>
                  </a:cxn>
                  <a:cxn ang="0">
                    <a:pos x="308" y="21"/>
                  </a:cxn>
                  <a:cxn ang="0">
                    <a:pos x="332" y="17"/>
                  </a:cxn>
                  <a:cxn ang="0">
                    <a:pos x="356" y="11"/>
                  </a:cxn>
                  <a:cxn ang="0">
                    <a:pos x="380" y="5"/>
                  </a:cxn>
                  <a:cxn ang="0">
                    <a:pos x="403" y="0"/>
                  </a:cxn>
                  <a:cxn ang="0">
                    <a:pos x="399" y="9"/>
                  </a:cxn>
                  <a:cxn ang="0">
                    <a:pos x="394" y="18"/>
                  </a:cxn>
                  <a:cxn ang="0">
                    <a:pos x="390" y="27"/>
                  </a:cxn>
                  <a:cxn ang="0">
                    <a:pos x="385" y="36"/>
                  </a:cxn>
                  <a:cxn ang="0">
                    <a:pos x="379" y="46"/>
                  </a:cxn>
                  <a:cxn ang="0">
                    <a:pos x="375" y="54"/>
                  </a:cxn>
                  <a:cxn ang="0">
                    <a:pos x="369" y="63"/>
                  </a:cxn>
                  <a:cxn ang="0">
                    <a:pos x="363" y="71"/>
                  </a:cxn>
                  <a:cxn ang="0">
                    <a:pos x="352" y="86"/>
                  </a:cxn>
                  <a:cxn ang="0">
                    <a:pos x="340" y="101"/>
                  </a:cxn>
                  <a:cxn ang="0">
                    <a:pos x="329" y="115"/>
                  </a:cxn>
                  <a:cxn ang="0">
                    <a:pos x="316" y="129"/>
                  </a:cxn>
                  <a:cxn ang="0">
                    <a:pos x="303" y="140"/>
                  </a:cxn>
                  <a:cxn ang="0">
                    <a:pos x="291" y="153"/>
                  </a:cxn>
                  <a:cxn ang="0">
                    <a:pos x="277" y="163"/>
                  </a:cxn>
                  <a:cxn ang="0">
                    <a:pos x="264" y="173"/>
                  </a:cxn>
                  <a:cxn ang="0">
                    <a:pos x="251" y="183"/>
                  </a:cxn>
                  <a:cxn ang="0">
                    <a:pos x="239" y="192"/>
                  </a:cxn>
                  <a:cxn ang="0">
                    <a:pos x="226" y="200"/>
                  </a:cxn>
                  <a:cxn ang="0">
                    <a:pos x="215" y="207"/>
                  </a:cxn>
                  <a:cxn ang="0">
                    <a:pos x="203" y="214"/>
                  </a:cxn>
                  <a:cxn ang="0">
                    <a:pos x="192" y="220"/>
                  </a:cxn>
                  <a:cxn ang="0">
                    <a:pos x="181" y="224"/>
                  </a:cxn>
                  <a:cxn ang="0">
                    <a:pos x="171" y="229"/>
                  </a:cxn>
                </a:cxnLst>
                <a:rect l="0" t="0" r="r" b="b"/>
                <a:pathLst>
                  <a:path w="403" h="261">
                    <a:moveTo>
                      <a:pt x="171" y="229"/>
                    </a:moveTo>
                    <a:lnTo>
                      <a:pt x="147" y="237"/>
                    </a:lnTo>
                    <a:lnTo>
                      <a:pt x="124" y="244"/>
                    </a:lnTo>
                    <a:lnTo>
                      <a:pt x="102" y="249"/>
                    </a:lnTo>
                    <a:lnTo>
                      <a:pt x="80" y="253"/>
                    </a:lnTo>
                    <a:lnTo>
                      <a:pt x="59" y="256"/>
                    </a:lnTo>
                    <a:lnTo>
                      <a:pt x="38" y="259"/>
                    </a:lnTo>
                    <a:lnTo>
                      <a:pt x="19" y="260"/>
                    </a:lnTo>
                    <a:lnTo>
                      <a:pt x="0" y="261"/>
                    </a:lnTo>
                    <a:lnTo>
                      <a:pt x="0" y="161"/>
                    </a:lnTo>
                    <a:lnTo>
                      <a:pt x="0" y="58"/>
                    </a:lnTo>
                    <a:lnTo>
                      <a:pt x="26" y="57"/>
                    </a:lnTo>
                    <a:lnTo>
                      <a:pt x="51" y="56"/>
                    </a:lnTo>
                    <a:lnTo>
                      <a:pt x="78" y="54"/>
                    </a:lnTo>
                    <a:lnTo>
                      <a:pt x="103" y="51"/>
                    </a:lnTo>
                    <a:lnTo>
                      <a:pt x="129" y="49"/>
                    </a:lnTo>
                    <a:lnTo>
                      <a:pt x="155" y="46"/>
                    </a:lnTo>
                    <a:lnTo>
                      <a:pt x="181" y="43"/>
                    </a:lnTo>
                    <a:lnTo>
                      <a:pt x="207" y="39"/>
                    </a:lnTo>
                    <a:lnTo>
                      <a:pt x="232" y="35"/>
                    </a:lnTo>
                    <a:lnTo>
                      <a:pt x="258" y="31"/>
                    </a:lnTo>
                    <a:lnTo>
                      <a:pt x="283" y="26"/>
                    </a:lnTo>
                    <a:lnTo>
                      <a:pt x="308" y="21"/>
                    </a:lnTo>
                    <a:lnTo>
                      <a:pt x="332" y="17"/>
                    </a:lnTo>
                    <a:lnTo>
                      <a:pt x="356" y="11"/>
                    </a:lnTo>
                    <a:lnTo>
                      <a:pt x="380" y="5"/>
                    </a:lnTo>
                    <a:lnTo>
                      <a:pt x="403" y="0"/>
                    </a:lnTo>
                    <a:lnTo>
                      <a:pt x="399" y="9"/>
                    </a:lnTo>
                    <a:lnTo>
                      <a:pt x="394" y="18"/>
                    </a:lnTo>
                    <a:lnTo>
                      <a:pt x="390" y="27"/>
                    </a:lnTo>
                    <a:lnTo>
                      <a:pt x="385" y="36"/>
                    </a:lnTo>
                    <a:lnTo>
                      <a:pt x="379" y="46"/>
                    </a:lnTo>
                    <a:lnTo>
                      <a:pt x="375" y="54"/>
                    </a:lnTo>
                    <a:lnTo>
                      <a:pt x="369" y="63"/>
                    </a:lnTo>
                    <a:lnTo>
                      <a:pt x="363" y="71"/>
                    </a:lnTo>
                    <a:lnTo>
                      <a:pt x="352" y="86"/>
                    </a:lnTo>
                    <a:lnTo>
                      <a:pt x="340" y="101"/>
                    </a:lnTo>
                    <a:lnTo>
                      <a:pt x="329" y="115"/>
                    </a:lnTo>
                    <a:lnTo>
                      <a:pt x="316" y="129"/>
                    </a:lnTo>
                    <a:lnTo>
                      <a:pt x="303" y="140"/>
                    </a:lnTo>
                    <a:lnTo>
                      <a:pt x="291" y="153"/>
                    </a:lnTo>
                    <a:lnTo>
                      <a:pt x="277" y="163"/>
                    </a:lnTo>
                    <a:lnTo>
                      <a:pt x="264" y="173"/>
                    </a:lnTo>
                    <a:lnTo>
                      <a:pt x="251" y="183"/>
                    </a:lnTo>
                    <a:lnTo>
                      <a:pt x="239" y="192"/>
                    </a:lnTo>
                    <a:lnTo>
                      <a:pt x="226" y="200"/>
                    </a:lnTo>
                    <a:lnTo>
                      <a:pt x="215" y="207"/>
                    </a:lnTo>
                    <a:lnTo>
                      <a:pt x="203" y="214"/>
                    </a:lnTo>
                    <a:lnTo>
                      <a:pt x="192" y="220"/>
                    </a:lnTo>
                    <a:lnTo>
                      <a:pt x="181" y="224"/>
                    </a:lnTo>
                    <a:lnTo>
                      <a:pt x="171" y="229"/>
                    </a:lnTo>
                    <a:close/>
                  </a:path>
                </a:pathLst>
              </a:custGeom>
              <a:grpFill/>
              <a:ln w="9525">
                <a:noFill/>
                <a:round/>
                <a:headEnd/>
                <a:tailEnd/>
              </a:ln>
            </p:spPr>
            <p:txBody>
              <a:bodyPr/>
              <a:lstStyle/>
              <a:p>
                <a:pPr algn="ctr">
                  <a:defRPr/>
                </a:pPr>
                <a:endParaRPr lang="en-US" sz="900" dirty="0"/>
              </a:p>
            </p:txBody>
          </p:sp>
          <p:sp>
            <p:nvSpPr>
              <p:cNvPr id="73" name="Freeform 72"/>
              <p:cNvSpPr>
                <a:spLocks/>
              </p:cNvSpPr>
              <p:nvPr/>
            </p:nvSpPr>
            <p:spPr bwMode="auto">
              <a:xfrm>
                <a:off x="3104" y="2437"/>
                <a:ext cx="278" cy="248"/>
              </a:xfrm>
              <a:custGeom>
                <a:avLst/>
                <a:gdLst/>
                <a:ahLst/>
                <a:cxnLst>
                  <a:cxn ang="0">
                    <a:pos x="0" y="497"/>
                  </a:cxn>
                  <a:cxn ang="0">
                    <a:pos x="13" y="485"/>
                  </a:cxn>
                  <a:cxn ang="0">
                    <a:pos x="25" y="473"/>
                  </a:cxn>
                  <a:cxn ang="0">
                    <a:pos x="36" y="461"/>
                  </a:cxn>
                  <a:cxn ang="0">
                    <a:pos x="46" y="450"/>
                  </a:cxn>
                  <a:cxn ang="0">
                    <a:pos x="56" y="438"/>
                  </a:cxn>
                  <a:cxn ang="0">
                    <a:pos x="65" y="427"/>
                  </a:cxn>
                  <a:cxn ang="0">
                    <a:pos x="73" y="415"/>
                  </a:cxn>
                  <a:cxn ang="0">
                    <a:pos x="81" y="404"/>
                  </a:cxn>
                  <a:cxn ang="0">
                    <a:pos x="90" y="389"/>
                  </a:cxn>
                  <a:cxn ang="0">
                    <a:pos x="99" y="375"/>
                  </a:cxn>
                  <a:cxn ang="0">
                    <a:pos x="107" y="360"/>
                  </a:cxn>
                  <a:cxn ang="0">
                    <a:pos x="114" y="346"/>
                  </a:cxn>
                  <a:cxn ang="0">
                    <a:pos x="122" y="332"/>
                  </a:cxn>
                  <a:cxn ang="0">
                    <a:pos x="129" y="317"/>
                  </a:cxn>
                  <a:cxn ang="0">
                    <a:pos x="136" y="303"/>
                  </a:cxn>
                  <a:cxn ang="0">
                    <a:pos x="143" y="288"/>
                  </a:cxn>
                  <a:cxn ang="0">
                    <a:pos x="168" y="278"/>
                  </a:cxn>
                  <a:cxn ang="0">
                    <a:pos x="195" y="265"/>
                  </a:cxn>
                  <a:cxn ang="0">
                    <a:pos x="223" y="252"/>
                  </a:cxn>
                  <a:cxn ang="0">
                    <a:pos x="252" y="237"/>
                  </a:cxn>
                  <a:cxn ang="0">
                    <a:pos x="282" y="220"/>
                  </a:cxn>
                  <a:cxn ang="0">
                    <a:pos x="313" y="203"/>
                  </a:cxn>
                  <a:cxn ang="0">
                    <a:pos x="343" y="184"/>
                  </a:cxn>
                  <a:cxn ang="0">
                    <a:pos x="373" y="165"/>
                  </a:cxn>
                  <a:cxn ang="0">
                    <a:pos x="402" y="144"/>
                  </a:cxn>
                  <a:cxn ang="0">
                    <a:pos x="430" y="124"/>
                  </a:cxn>
                  <a:cxn ang="0">
                    <a:pos x="456" y="103"/>
                  </a:cxn>
                  <a:cxn ang="0">
                    <a:pos x="480" y="82"/>
                  </a:cxn>
                  <a:cxn ang="0">
                    <a:pos x="503" y="62"/>
                  </a:cxn>
                  <a:cxn ang="0">
                    <a:pos x="524" y="41"/>
                  </a:cxn>
                  <a:cxn ang="0">
                    <a:pos x="541" y="20"/>
                  </a:cxn>
                  <a:cxn ang="0">
                    <a:pos x="555" y="0"/>
                  </a:cxn>
                  <a:cxn ang="0">
                    <a:pos x="531" y="47"/>
                  </a:cxn>
                  <a:cxn ang="0">
                    <a:pos x="505" y="90"/>
                  </a:cxn>
                  <a:cxn ang="0">
                    <a:pos x="476" y="132"/>
                  </a:cxn>
                  <a:cxn ang="0">
                    <a:pos x="443" y="172"/>
                  </a:cxn>
                  <a:cxn ang="0">
                    <a:pos x="411" y="210"/>
                  </a:cxn>
                  <a:cxn ang="0">
                    <a:pos x="376" y="246"/>
                  </a:cxn>
                  <a:cxn ang="0">
                    <a:pos x="340" y="279"/>
                  </a:cxn>
                  <a:cxn ang="0">
                    <a:pos x="302" y="310"/>
                  </a:cxn>
                  <a:cxn ang="0">
                    <a:pos x="264" y="340"/>
                  </a:cxn>
                  <a:cxn ang="0">
                    <a:pos x="226" y="369"/>
                  </a:cxn>
                  <a:cxn ang="0">
                    <a:pos x="187" y="394"/>
                  </a:cxn>
                  <a:cxn ang="0">
                    <a:pos x="149" y="419"/>
                  </a:cxn>
                  <a:cxn ang="0">
                    <a:pos x="109" y="440"/>
                  </a:cxn>
                  <a:cxn ang="0">
                    <a:pos x="73" y="461"/>
                  </a:cxn>
                  <a:cxn ang="0">
                    <a:pos x="36" y="480"/>
                  </a:cxn>
                  <a:cxn ang="0">
                    <a:pos x="0" y="497"/>
                  </a:cxn>
                </a:cxnLst>
                <a:rect l="0" t="0" r="r" b="b"/>
                <a:pathLst>
                  <a:path w="555" h="497">
                    <a:moveTo>
                      <a:pt x="0" y="497"/>
                    </a:moveTo>
                    <a:lnTo>
                      <a:pt x="13" y="485"/>
                    </a:lnTo>
                    <a:lnTo>
                      <a:pt x="25" y="473"/>
                    </a:lnTo>
                    <a:lnTo>
                      <a:pt x="36" y="461"/>
                    </a:lnTo>
                    <a:lnTo>
                      <a:pt x="46" y="450"/>
                    </a:lnTo>
                    <a:lnTo>
                      <a:pt x="56" y="438"/>
                    </a:lnTo>
                    <a:lnTo>
                      <a:pt x="65" y="427"/>
                    </a:lnTo>
                    <a:lnTo>
                      <a:pt x="73" y="415"/>
                    </a:lnTo>
                    <a:lnTo>
                      <a:pt x="81" y="404"/>
                    </a:lnTo>
                    <a:lnTo>
                      <a:pt x="90" y="389"/>
                    </a:lnTo>
                    <a:lnTo>
                      <a:pt x="99" y="375"/>
                    </a:lnTo>
                    <a:lnTo>
                      <a:pt x="107" y="360"/>
                    </a:lnTo>
                    <a:lnTo>
                      <a:pt x="114" y="346"/>
                    </a:lnTo>
                    <a:lnTo>
                      <a:pt x="122" y="332"/>
                    </a:lnTo>
                    <a:lnTo>
                      <a:pt x="129" y="317"/>
                    </a:lnTo>
                    <a:lnTo>
                      <a:pt x="136" y="303"/>
                    </a:lnTo>
                    <a:lnTo>
                      <a:pt x="143" y="288"/>
                    </a:lnTo>
                    <a:lnTo>
                      <a:pt x="168" y="278"/>
                    </a:lnTo>
                    <a:lnTo>
                      <a:pt x="195" y="265"/>
                    </a:lnTo>
                    <a:lnTo>
                      <a:pt x="223" y="252"/>
                    </a:lnTo>
                    <a:lnTo>
                      <a:pt x="252" y="237"/>
                    </a:lnTo>
                    <a:lnTo>
                      <a:pt x="282" y="220"/>
                    </a:lnTo>
                    <a:lnTo>
                      <a:pt x="313" y="203"/>
                    </a:lnTo>
                    <a:lnTo>
                      <a:pt x="343" y="184"/>
                    </a:lnTo>
                    <a:lnTo>
                      <a:pt x="373" y="165"/>
                    </a:lnTo>
                    <a:lnTo>
                      <a:pt x="402" y="144"/>
                    </a:lnTo>
                    <a:lnTo>
                      <a:pt x="430" y="124"/>
                    </a:lnTo>
                    <a:lnTo>
                      <a:pt x="456" y="103"/>
                    </a:lnTo>
                    <a:lnTo>
                      <a:pt x="480" y="82"/>
                    </a:lnTo>
                    <a:lnTo>
                      <a:pt x="503" y="62"/>
                    </a:lnTo>
                    <a:lnTo>
                      <a:pt x="524" y="41"/>
                    </a:lnTo>
                    <a:lnTo>
                      <a:pt x="541" y="20"/>
                    </a:lnTo>
                    <a:lnTo>
                      <a:pt x="555" y="0"/>
                    </a:lnTo>
                    <a:lnTo>
                      <a:pt x="531" y="47"/>
                    </a:lnTo>
                    <a:lnTo>
                      <a:pt x="505" y="90"/>
                    </a:lnTo>
                    <a:lnTo>
                      <a:pt x="476" y="132"/>
                    </a:lnTo>
                    <a:lnTo>
                      <a:pt x="443" y="172"/>
                    </a:lnTo>
                    <a:lnTo>
                      <a:pt x="411" y="210"/>
                    </a:lnTo>
                    <a:lnTo>
                      <a:pt x="376" y="246"/>
                    </a:lnTo>
                    <a:lnTo>
                      <a:pt x="340" y="279"/>
                    </a:lnTo>
                    <a:lnTo>
                      <a:pt x="302" y="310"/>
                    </a:lnTo>
                    <a:lnTo>
                      <a:pt x="264" y="340"/>
                    </a:lnTo>
                    <a:lnTo>
                      <a:pt x="226" y="369"/>
                    </a:lnTo>
                    <a:lnTo>
                      <a:pt x="187" y="394"/>
                    </a:lnTo>
                    <a:lnTo>
                      <a:pt x="149" y="419"/>
                    </a:lnTo>
                    <a:lnTo>
                      <a:pt x="109" y="440"/>
                    </a:lnTo>
                    <a:lnTo>
                      <a:pt x="73" y="461"/>
                    </a:lnTo>
                    <a:lnTo>
                      <a:pt x="36" y="480"/>
                    </a:lnTo>
                    <a:lnTo>
                      <a:pt x="0" y="497"/>
                    </a:lnTo>
                    <a:close/>
                  </a:path>
                </a:pathLst>
              </a:custGeom>
              <a:grpFill/>
              <a:ln w="9525">
                <a:noFill/>
                <a:round/>
                <a:headEnd/>
                <a:tailEnd/>
              </a:ln>
            </p:spPr>
            <p:txBody>
              <a:bodyPr/>
              <a:lstStyle/>
              <a:p>
                <a:pPr algn="ctr">
                  <a:defRPr/>
                </a:pPr>
                <a:endParaRPr lang="en-US" sz="900" dirty="0"/>
              </a:p>
            </p:txBody>
          </p:sp>
          <p:sp>
            <p:nvSpPr>
              <p:cNvPr id="74" name="Freeform 73"/>
              <p:cNvSpPr>
                <a:spLocks/>
              </p:cNvSpPr>
              <p:nvPr/>
            </p:nvSpPr>
            <p:spPr bwMode="auto">
              <a:xfrm>
                <a:off x="3197" y="2149"/>
                <a:ext cx="256" cy="365"/>
              </a:xfrm>
              <a:custGeom>
                <a:avLst/>
                <a:gdLst/>
                <a:ahLst/>
                <a:cxnLst>
                  <a:cxn ang="0">
                    <a:pos x="488" y="240"/>
                  </a:cxn>
                  <a:cxn ang="0">
                    <a:pos x="474" y="277"/>
                  </a:cxn>
                  <a:cxn ang="0">
                    <a:pos x="457" y="313"/>
                  </a:cxn>
                  <a:cxn ang="0">
                    <a:pos x="437" y="350"/>
                  </a:cxn>
                  <a:cxn ang="0">
                    <a:pos x="415" y="384"/>
                  </a:cxn>
                  <a:cxn ang="0">
                    <a:pos x="391" y="419"/>
                  </a:cxn>
                  <a:cxn ang="0">
                    <a:pos x="365" y="453"/>
                  </a:cxn>
                  <a:cxn ang="0">
                    <a:pos x="336" y="486"/>
                  </a:cxn>
                  <a:cxn ang="0">
                    <a:pos x="305" y="518"/>
                  </a:cxn>
                  <a:cxn ang="0">
                    <a:pos x="273" y="549"/>
                  </a:cxn>
                  <a:cxn ang="0">
                    <a:pos x="238" y="579"/>
                  </a:cxn>
                  <a:cxn ang="0">
                    <a:pos x="202" y="608"/>
                  </a:cxn>
                  <a:cxn ang="0">
                    <a:pos x="164" y="635"/>
                  </a:cxn>
                  <a:cxn ang="0">
                    <a:pos x="125" y="662"/>
                  </a:cxn>
                  <a:cxn ang="0">
                    <a:pos x="85" y="686"/>
                  </a:cxn>
                  <a:cxn ang="0">
                    <a:pos x="42" y="709"/>
                  </a:cxn>
                  <a:cxn ang="0">
                    <a:pos x="0" y="731"/>
                  </a:cxn>
                  <a:cxn ang="0">
                    <a:pos x="12" y="704"/>
                  </a:cxn>
                  <a:cxn ang="0">
                    <a:pos x="23" y="677"/>
                  </a:cxn>
                  <a:cxn ang="0">
                    <a:pos x="33" y="650"/>
                  </a:cxn>
                  <a:cxn ang="0">
                    <a:pos x="42" y="624"/>
                  </a:cxn>
                  <a:cxn ang="0">
                    <a:pos x="50" y="599"/>
                  </a:cxn>
                  <a:cxn ang="0">
                    <a:pos x="57" y="572"/>
                  </a:cxn>
                  <a:cxn ang="0">
                    <a:pos x="64" y="547"/>
                  </a:cxn>
                  <a:cxn ang="0">
                    <a:pos x="70" y="520"/>
                  </a:cxn>
                  <a:cxn ang="0">
                    <a:pos x="78" y="474"/>
                  </a:cxn>
                  <a:cxn ang="0">
                    <a:pos x="85" y="428"/>
                  </a:cxn>
                  <a:cxn ang="0">
                    <a:pos x="91" y="382"/>
                  </a:cxn>
                  <a:cxn ang="0">
                    <a:pos x="96" y="335"/>
                  </a:cxn>
                  <a:cxn ang="0">
                    <a:pos x="130" y="319"/>
                  </a:cxn>
                  <a:cxn ang="0">
                    <a:pos x="163" y="301"/>
                  </a:cxn>
                  <a:cxn ang="0">
                    <a:pos x="197" y="283"/>
                  </a:cxn>
                  <a:cxn ang="0">
                    <a:pos x="230" y="265"/>
                  </a:cxn>
                  <a:cxn ang="0">
                    <a:pos x="262" y="246"/>
                  </a:cxn>
                  <a:cxn ang="0">
                    <a:pos x="293" y="227"/>
                  </a:cxn>
                  <a:cxn ang="0">
                    <a:pos x="324" y="206"/>
                  </a:cxn>
                  <a:cxn ang="0">
                    <a:pos x="353" y="185"/>
                  </a:cxn>
                  <a:cxn ang="0">
                    <a:pos x="381" y="163"/>
                  </a:cxn>
                  <a:cxn ang="0">
                    <a:pos x="406" y="141"/>
                  </a:cxn>
                  <a:cxn ang="0">
                    <a:pos x="430" y="119"/>
                  </a:cxn>
                  <a:cxn ang="0">
                    <a:pos x="452" y="96"/>
                  </a:cxn>
                  <a:cxn ang="0">
                    <a:pos x="471" y="73"/>
                  </a:cxn>
                  <a:cxn ang="0">
                    <a:pos x="487" y="49"/>
                  </a:cxn>
                  <a:cxn ang="0">
                    <a:pos x="501" y="25"/>
                  </a:cxn>
                  <a:cxn ang="0">
                    <a:pos x="511" y="0"/>
                  </a:cxn>
                  <a:cxn ang="0">
                    <a:pos x="511" y="3"/>
                  </a:cxn>
                  <a:cxn ang="0">
                    <a:pos x="511" y="5"/>
                  </a:cxn>
                  <a:cxn ang="0">
                    <a:pos x="511" y="9"/>
                  </a:cxn>
                  <a:cxn ang="0">
                    <a:pos x="511" y="11"/>
                  </a:cxn>
                  <a:cxn ang="0">
                    <a:pos x="510" y="70"/>
                  </a:cxn>
                  <a:cxn ang="0">
                    <a:pos x="505" y="128"/>
                  </a:cxn>
                  <a:cxn ang="0">
                    <a:pos x="498" y="184"/>
                  </a:cxn>
                  <a:cxn ang="0">
                    <a:pos x="488" y="240"/>
                  </a:cxn>
                </a:cxnLst>
                <a:rect l="0" t="0" r="r" b="b"/>
                <a:pathLst>
                  <a:path w="511" h="731">
                    <a:moveTo>
                      <a:pt x="488" y="240"/>
                    </a:moveTo>
                    <a:lnTo>
                      <a:pt x="474" y="277"/>
                    </a:lnTo>
                    <a:lnTo>
                      <a:pt x="457" y="313"/>
                    </a:lnTo>
                    <a:lnTo>
                      <a:pt x="437" y="350"/>
                    </a:lnTo>
                    <a:lnTo>
                      <a:pt x="415" y="384"/>
                    </a:lnTo>
                    <a:lnTo>
                      <a:pt x="391" y="419"/>
                    </a:lnTo>
                    <a:lnTo>
                      <a:pt x="365" y="453"/>
                    </a:lnTo>
                    <a:lnTo>
                      <a:pt x="336" y="486"/>
                    </a:lnTo>
                    <a:lnTo>
                      <a:pt x="305" y="518"/>
                    </a:lnTo>
                    <a:lnTo>
                      <a:pt x="273" y="549"/>
                    </a:lnTo>
                    <a:lnTo>
                      <a:pt x="238" y="579"/>
                    </a:lnTo>
                    <a:lnTo>
                      <a:pt x="202" y="608"/>
                    </a:lnTo>
                    <a:lnTo>
                      <a:pt x="164" y="635"/>
                    </a:lnTo>
                    <a:lnTo>
                      <a:pt x="125" y="662"/>
                    </a:lnTo>
                    <a:lnTo>
                      <a:pt x="85" y="686"/>
                    </a:lnTo>
                    <a:lnTo>
                      <a:pt x="42" y="709"/>
                    </a:lnTo>
                    <a:lnTo>
                      <a:pt x="0" y="731"/>
                    </a:lnTo>
                    <a:lnTo>
                      <a:pt x="12" y="704"/>
                    </a:lnTo>
                    <a:lnTo>
                      <a:pt x="23" y="677"/>
                    </a:lnTo>
                    <a:lnTo>
                      <a:pt x="33" y="650"/>
                    </a:lnTo>
                    <a:lnTo>
                      <a:pt x="42" y="624"/>
                    </a:lnTo>
                    <a:lnTo>
                      <a:pt x="50" y="599"/>
                    </a:lnTo>
                    <a:lnTo>
                      <a:pt x="57" y="572"/>
                    </a:lnTo>
                    <a:lnTo>
                      <a:pt x="64" y="547"/>
                    </a:lnTo>
                    <a:lnTo>
                      <a:pt x="70" y="520"/>
                    </a:lnTo>
                    <a:lnTo>
                      <a:pt x="78" y="474"/>
                    </a:lnTo>
                    <a:lnTo>
                      <a:pt x="85" y="428"/>
                    </a:lnTo>
                    <a:lnTo>
                      <a:pt x="91" y="382"/>
                    </a:lnTo>
                    <a:lnTo>
                      <a:pt x="96" y="335"/>
                    </a:lnTo>
                    <a:lnTo>
                      <a:pt x="130" y="319"/>
                    </a:lnTo>
                    <a:lnTo>
                      <a:pt x="163" y="301"/>
                    </a:lnTo>
                    <a:lnTo>
                      <a:pt x="197" y="283"/>
                    </a:lnTo>
                    <a:lnTo>
                      <a:pt x="230" y="265"/>
                    </a:lnTo>
                    <a:lnTo>
                      <a:pt x="262" y="246"/>
                    </a:lnTo>
                    <a:lnTo>
                      <a:pt x="293" y="227"/>
                    </a:lnTo>
                    <a:lnTo>
                      <a:pt x="324" y="206"/>
                    </a:lnTo>
                    <a:lnTo>
                      <a:pt x="353" y="185"/>
                    </a:lnTo>
                    <a:lnTo>
                      <a:pt x="381" y="163"/>
                    </a:lnTo>
                    <a:lnTo>
                      <a:pt x="406" y="141"/>
                    </a:lnTo>
                    <a:lnTo>
                      <a:pt x="430" y="119"/>
                    </a:lnTo>
                    <a:lnTo>
                      <a:pt x="452" y="96"/>
                    </a:lnTo>
                    <a:lnTo>
                      <a:pt x="471" y="73"/>
                    </a:lnTo>
                    <a:lnTo>
                      <a:pt x="487" y="49"/>
                    </a:lnTo>
                    <a:lnTo>
                      <a:pt x="501" y="25"/>
                    </a:lnTo>
                    <a:lnTo>
                      <a:pt x="511" y="0"/>
                    </a:lnTo>
                    <a:lnTo>
                      <a:pt x="511" y="3"/>
                    </a:lnTo>
                    <a:lnTo>
                      <a:pt x="511" y="5"/>
                    </a:lnTo>
                    <a:lnTo>
                      <a:pt x="511" y="9"/>
                    </a:lnTo>
                    <a:lnTo>
                      <a:pt x="511" y="11"/>
                    </a:lnTo>
                    <a:lnTo>
                      <a:pt x="510" y="70"/>
                    </a:lnTo>
                    <a:lnTo>
                      <a:pt x="505" y="128"/>
                    </a:lnTo>
                    <a:lnTo>
                      <a:pt x="498" y="184"/>
                    </a:lnTo>
                    <a:lnTo>
                      <a:pt x="488" y="240"/>
                    </a:lnTo>
                    <a:close/>
                  </a:path>
                </a:pathLst>
              </a:custGeom>
              <a:grpFill/>
              <a:ln w="9525">
                <a:noFill/>
                <a:round/>
                <a:headEnd/>
                <a:tailEnd/>
              </a:ln>
            </p:spPr>
            <p:txBody>
              <a:bodyPr/>
              <a:lstStyle/>
              <a:p>
                <a:pPr algn="ctr">
                  <a:defRPr/>
                </a:pPr>
                <a:endParaRPr lang="en-US" sz="900" dirty="0"/>
              </a:p>
            </p:txBody>
          </p:sp>
        </p:grpSp>
        <p:sp>
          <p:nvSpPr>
            <p:cNvPr id="11270" name="TextBox 31"/>
            <p:cNvSpPr txBox="1">
              <a:spLocks noChangeArrowheads="1"/>
            </p:cNvSpPr>
            <p:nvPr/>
          </p:nvSpPr>
          <p:spPr bwMode="auto">
            <a:xfrm>
              <a:off x="5392212" y="3200453"/>
              <a:ext cx="1728014" cy="419123"/>
            </a:xfrm>
            <a:prstGeom prst="rect">
              <a:avLst/>
            </a:prstGeom>
            <a:noFill/>
            <a:ln w="9525">
              <a:noFill/>
              <a:miter lim="800000"/>
              <a:headEnd/>
              <a:tailEnd/>
            </a:ln>
          </p:spPr>
          <p:txBody>
            <a:bodyPr wrap="none">
              <a:spAutoFit/>
            </a:bodyPr>
            <a:lstStyle/>
            <a:p>
              <a:pPr algn="ctr"/>
              <a:r>
                <a:rPr lang="en-US" sz="1000" dirty="0">
                  <a:latin typeface="Garamond" pitchFamily="18" charset="0"/>
                </a:rPr>
                <a:t>Bock Consulting</a:t>
              </a:r>
            </a:p>
          </p:txBody>
        </p:sp>
      </p:grpSp>
      <p:sp>
        <p:nvSpPr>
          <p:cNvPr id="30" name="Content Placeholder 2"/>
          <p:cNvSpPr txBox="1">
            <a:spLocks/>
          </p:cNvSpPr>
          <p:nvPr/>
        </p:nvSpPr>
        <p:spPr bwMode="auto">
          <a:xfrm>
            <a:off x="381000" y="1981200"/>
            <a:ext cx="7772400" cy="3657600"/>
          </a:xfrm>
          <a:prstGeom prst="rect">
            <a:avLst/>
          </a:prstGeom>
          <a:noFill/>
          <a:ln w="9525">
            <a:noFill/>
            <a:miter lim="800000"/>
            <a:headEnd/>
            <a:tailEnd/>
          </a:ln>
        </p:spPr>
        <p:txBody>
          <a:bodyPr/>
          <a:lstStyle/>
          <a:p>
            <a:pPr marL="319088" indent="-319088" eaLnBrk="1" hangingPunct="1">
              <a:spcAft>
                <a:spcPts val="1200"/>
              </a:spcAft>
              <a:buClr>
                <a:schemeClr val="accent1"/>
              </a:buClr>
              <a:buSzPct val="70000"/>
              <a:buFont typeface="Wingdings 2" pitchFamily="18" charset="2"/>
              <a:buChar char=""/>
              <a:defRPr/>
            </a:pPr>
            <a:r>
              <a:rPr lang="en-US" sz="3200" dirty="0">
                <a:latin typeface="+mn-lt"/>
              </a:rPr>
              <a:t>Employability.  (WAC 296-19A-070)</a:t>
            </a:r>
          </a:p>
          <a:p>
            <a:pPr marL="776288" lvl="1" indent="-319088" eaLnBrk="1" hangingPunct="1">
              <a:spcAft>
                <a:spcPts val="1200"/>
              </a:spcAft>
              <a:buClr>
                <a:schemeClr val="accent1"/>
              </a:buClr>
              <a:buSzPct val="70000"/>
              <a:buFont typeface="Wingdings 2" pitchFamily="18" charset="2"/>
              <a:buChar char=""/>
              <a:defRPr/>
            </a:pPr>
            <a:r>
              <a:rPr lang="en-US" sz="3200" dirty="0">
                <a:latin typeface="+mn-lt"/>
              </a:rPr>
              <a:t>Work history.</a:t>
            </a:r>
          </a:p>
          <a:p>
            <a:pPr marL="776288" lvl="1" indent="-319088" eaLnBrk="1" hangingPunct="1">
              <a:spcAft>
                <a:spcPts val="1200"/>
              </a:spcAft>
              <a:buClr>
                <a:schemeClr val="accent1"/>
              </a:buClr>
              <a:buSzPct val="70000"/>
              <a:buFont typeface="Wingdings 2" pitchFamily="18" charset="2"/>
              <a:buChar char=""/>
              <a:defRPr/>
            </a:pPr>
            <a:r>
              <a:rPr lang="en-US" sz="3200" dirty="0">
                <a:latin typeface="+mn-lt"/>
              </a:rPr>
              <a:t>Transferability Work Skills worksheet.</a:t>
            </a:r>
          </a:p>
          <a:p>
            <a:pPr marL="776288" lvl="1" indent="-319088" eaLnBrk="1" hangingPunct="1">
              <a:spcAft>
                <a:spcPts val="1200"/>
              </a:spcAft>
              <a:buClr>
                <a:schemeClr val="accent1"/>
              </a:buClr>
              <a:buSzPct val="70000"/>
              <a:buFont typeface="Wingdings 2" pitchFamily="18" charset="2"/>
              <a:buChar char=""/>
              <a:defRPr/>
            </a:pPr>
            <a:r>
              <a:rPr lang="en-US" sz="3200" dirty="0">
                <a:latin typeface="+mn-lt"/>
              </a:rPr>
              <a:t>Residual physical capacities.</a:t>
            </a:r>
          </a:p>
          <a:p>
            <a:pPr marL="776288" lvl="1" indent="-319088" eaLnBrk="1" hangingPunct="1">
              <a:spcAft>
                <a:spcPts val="1200"/>
              </a:spcAft>
              <a:buClr>
                <a:schemeClr val="accent1"/>
              </a:buClr>
              <a:buSzPct val="70000"/>
              <a:buFont typeface="Wingdings 2" pitchFamily="18" charset="2"/>
              <a:buChar char=""/>
              <a:defRPr/>
            </a:pPr>
            <a:r>
              <a:rPr lang="en-US" sz="3200" dirty="0">
                <a:latin typeface="+mn-lt"/>
              </a:rPr>
              <a:t>Job Analyses.</a:t>
            </a:r>
          </a:p>
          <a:p>
            <a:pPr marL="1233488" lvl="2" indent="-319088" eaLnBrk="1" hangingPunct="1">
              <a:spcAft>
                <a:spcPts val="1200"/>
              </a:spcAft>
              <a:buClr>
                <a:schemeClr val="accent1"/>
              </a:buClr>
              <a:buSzPct val="70000"/>
              <a:buFont typeface="Wingdings 2" pitchFamily="18" charset="2"/>
              <a:buChar char=""/>
              <a:defRPr/>
            </a:pPr>
            <a:r>
              <a:rPr lang="en-US" sz="2400" dirty="0">
                <a:latin typeface="+mn-lt"/>
              </a:rPr>
              <a:t>WAC 296-19A-010 – (6) What is a Job Analysis?</a:t>
            </a:r>
          </a:p>
          <a:p>
            <a:pPr marL="1233488" lvl="2" indent="-319088" eaLnBrk="1" hangingPunct="1">
              <a:spcAft>
                <a:spcPts val="1200"/>
              </a:spcAft>
              <a:buClr>
                <a:schemeClr val="accent1"/>
              </a:buClr>
              <a:buSzPct val="70000"/>
              <a:buFont typeface="Wingdings 2" pitchFamily="18" charset="2"/>
              <a:buChar char=""/>
              <a:defRPr/>
            </a:pPr>
            <a:r>
              <a:rPr lang="en-US" sz="2400" dirty="0">
                <a:latin typeface="+mn-lt"/>
              </a:rPr>
              <a:t>WAC 296-19A-170 – Required information in JA.</a:t>
            </a:r>
          </a:p>
        </p:txBody>
      </p:sp>
    </p:spTree>
  </p:cSld>
  <p:clrMapOvr>
    <a:masterClrMapping/>
  </p:clrMapOvr>
  <p:transition>
    <p:wheel spokes="3"/>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0">
                                            <p:txEl>
                                              <p:pRg st="1" end="1"/>
                                            </p:txEl>
                                          </p:spTgt>
                                        </p:tgtEl>
                                        <p:attrNameLst>
                                          <p:attrName>style.visibility</p:attrName>
                                        </p:attrNameLst>
                                      </p:cBhvr>
                                      <p:to>
                                        <p:strVal val="visible"/>
                                      </p:to>
                                    </p:set>
                                    <p:anim calcmode="lin" valueType="num">
                                      <p:cBhvr additive="base">
                                        <p:cTn id="7" dur="500" fill="hold"/>
                                        <p:tgtEl>
                                          <p:spTgt spid="30">
                                            <p:txEl>
                                              <p:pRg st="1" end="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0">
                                            <p:txEl>
                                              <p:pRg st="1" end="1"/>
                                            </p:txEl>
                                          </p:spTgt>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0">
                                            <p:txEl>
                                              <p:pRg st="2" end="2"/>
                                            </p:txEl>
                                          </p:spTgt>
                                        </p:tgtEl>
                                        <p:attrNameLst>
                                          <p:attrName>style.visibility</p:attrName>
                                        </p:attrNameLst>
                                      </p:cBhvr>
                                      <p:to>
                                        <p:strVal val="visible"/>
                                      </p:to>
                                    </p:set>
                                    <p:anim calcmode="lin" valueType="num">
                                      <p:cBhvr additive="base">
                                        <p:cTn id="11" dur="500" fill="hold"/>
                                        <p:tgtEl>
                                          <p:spTgt spid="30">
                                            <p:txEl>
                                              <p:pRg st="2" end="2"/>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3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30">
                                            <p:txEl>
                                              <p:pRg st="3" end="3"/>
                                            </p:txEl>
                                          </p:spTgt>
                                        </p:tgtEl>
                                        <p:attrNameLst>
                                          <p:attrName>style.visibility</p:attrName>
                                        </p:attrNameLst>
                                      </p:cBhvr>
                                      <p:to>
                                        <p:strVal val="visible"/>
                                      </p:to>
                                    </p:set>
                                    <p:anim calcmode="lin" valueType="num">
                                      <p:cBhvr additive="base">
                                        <p:cTn id="17" dur="500" fill="hold"/>
                                        <p:tgtEl>
                                          <p:spTgt spid="30">
                                            <p:txEl>
                                              <p:pRg st="3" end="3"/>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3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30">
                                            <p:txEl>
                                              <p:pRg st="4" end="4"/>
                                            </p:txEl>
                                          </p:spTgt>
                                        </p:tgtEl>
                                        <p:attrNameLst>
                                          <p:attrName>style.visibility</p:attrName>
                                        </p:attrNameLst>
                                      </p:cBhvr>
                                      <p:to>
                                        <p:strVal val="visible"/>
                                      </p:to>
                                    </p:set>
                                    <p:anim calcmode="lin" valueType="num">
                                      <p:cBhvr additive="base">
                                        <p:cTn id="23" dur="500" fill="hold"/>
                                        <p:tgtEl>
                                          <p:spTgt spid="30">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30">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0"/>
                                  </p:stCondLst>
                                  <p:childTnLst>
                                    <p:set>
                                      <p:cBhvr>
                                        <p:cTn id="26" dur="1" fill="hold">
                                          <p:stCondLst>
                                            <p:cond delay="0"/>
                                          </p:stCondLst>
                                        </p:cTn>
                                        <p:tgtEl>
                                          <p:spTgt spid="30">
                                            <p:txEl>
                                              <p:pRg st="5" end="5"/>
                                            </p:txEl>
                                          </p:spTgt>
                                        </p:tgtEl>
                                        <p:attrNameLst>
                                          <p:attrName>style.visibility</p:attrName>
                                        </p:attrNameLst>
                                      </p:cBhvr>
                                      <p:to>
                                        <p:strVal val="visible"/>
                                      </p:to>
                                    </p:set>
                                    <p:anim calcmode="lin" valueType="num">
                                      <p:cBhvr additive="base">
                                        <p:cTn id="27" dur="500" fill="hold"/>
                                        <p:tgtEl>
                                          <p:spTgt spid="30">
                                            <p:txEl>
                                              <p:pRg st="5" end="5"/>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30">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2" fill="hold" nodeType="withEffect">
                                  <p:stCondLst>
                                    <p:cond delay="0"/>
                                  </p:stCondLst>
                                  <p:childTnLst>
                                    <p:set>
                                      <p:cBhvr>
                                        <p:cTn id="30" dur="1" fill="hold">
                                          <p:stCondLst>
                                            <p:cond delay="0"/>
                                          </p:stCondLst>
                                        </p:cTn>
                                        <p:tgtEl>
                                          <p:spTgt spid="30">
                                            <p:txEl>
                                              <p:pRg st="6" end="6"/>
                                            </p:txEl>
                                          </p:spTgt>
                                        </p:tgtEl>
                                        <p:attrNameLst>
                                          <p:attrName>style.visibility</p:attrName>
                                        </p:attrNameLst>
                                      </p:cBhvr>
                                      <p:to>
                                        <p:strVal val="visible"/>
                                      </p:to>
                                    </p:set>
                                    <p:anim calcmode="lin" valueType="num">
                                      <p:cBhvr additive="base">
                                        <p:cTn id="31" dur="500" fill="hold"/>
                                        <p:tgtEl>
                                          <p:spTgt spid="30">
                                            <p:txEl>
                                              <p:pRg st="6" end="6"/>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0">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524000"/>
          </a:xfrm>
        </p:spPr>
        <p:txBody>
          <a:bodyPr/>
          <a:lstStyle/>
          <a:p>
            <a:pPr eaLnBrk="1" fontAlgn="auto" hangingPunct="1">
              <a:spcAft>
                <a:spcPts val="0"/>
              </a:spcAft>
              <a:defRPr/>
            </a:pPr>
            <a:r>
              <a:rPr lang="en-US" dirty="0" smtClean="0">
                <a:solidFill>
                  <a:schemeClr val="tx2">
                    <a:tint val="100000"/>
                    <a:satMod val="250000"/>
                  </a:schemeClr>
                </a:solidFill>
              </a:rPr>
              <a:t>RCW 51.32.099 – Vocational Rehabilitation Plans</a:t>
            </a:r>
          </a:p>
        </p:txBody>
      </p:sp>
      <p:grpSp>
        <p:nvGrpSpPr>
          <p:cNvPr id="3" name="Group 9"/>
          <p:cNvGrpSpPr>
            <a:grpSpLocks/>
          </p:cNvGrpSpPr>
          <p:nvPr/>
        </p:nvGrpSpPr>
        <p:grpSpPr bwMode="auto">
          <a:xfrm>
            <a:off x="7848600" y="6043613"/>
            <a:ext cx="1143000" cy="738187"/>
            <a:chOff x="5392212" y="2362208"/>
            <a:chExt cx="1728014" cy="1257368"/>
          </a:xfrm>
        </p:grpSpPr>
        <p:grpSp>
          <p:nvGrpSpPr>
            <p:cNvPr id="4" name="Group 7"/>
            <p:cNvGrpSpPr>
              <a:grpSpLocks/>
            </p:cNvGrpSpPr>
            <p:nvPr/>
          </p:nvGrpSpPr>
          <p:grpSpPr bwMode="auto">
            <a:xfrm>
              <a:off x="5867362" y="2362232"/>
              <a:ext cx="796922" cy="800100"/>
              <a:chOff x="2307" y="1584"/>
              <a:chExt cx="1146" cy="1151"/>
            </a:xfrm>
            <a:solidFill>
              <a:schemeClr val="tx1"/>
            </a:solidFill>
          </p:grpSpPr>
          <p:sp>
            <p:nvSpPr>
              <p:cNvPr id="33" name="Freeform 32"/>
              <p:cNvSpPr>
                <a:spLocks/>
              </p:cNvSpPr>
              <p:nvPr/>
            </p:nvSpPr>
            <p:spPr bwMode="auto">
              <a:xfrm>
                <a:off x="3232" y="1900"/>
                <a:ext cx="210" cy="352"/>
              </a:xfrm>
              <a:custGeom>
                <a:avLst/>
                <a:gdLst/>
                <a:ahLst/>
                <a:cxnLst>
                  <a:cxn ang="0">
                    <a:pos x="321" y="0"/>
                  </a:cxn>
                  <a:cxn ang="0">
                    <a:pos x="337" y="35"/>
                  </a:cxn>
                  <a:cxn ang="0">
                    <a:pos x="352" y="69"/>
                  </a:cxn>
                  <a:cxn ang="0">
                    <a:pos x="367" y="104"/>
                  </a:cxn>
                  <a:cxn ang="0">
                    <a:pos x="380" y="140"/>
                  </a:cxn>
                  <a:cxn ang="0">
                    <a:pos x="391" y="176"/>
                  </a:cxn>
                  <a:cxn ang="0">
                    <a:pos x="402" y="213"/>
                  </a:cxn>
                  <a:cxn ang="0">
                    <a:pos x="411" y="250"/>
                  </a:cxn>
                  <a:cxn ang="0">
                    <a:pos x="419" y="288"/>
                  </a:cxn>
                  <a:cxn ang="0">
                    <a:pos x="416" y="323"/>
                  </a:cxn>
                  <a:cxn ang="0">
                    <a:pos x="409" y="356"/>
                  </a:cxn>
                  <a:cxn ang="0">
                    <a:pos x="397" y="387"/>
                  </a:cxn>
                  <a:cxn ang="0">
                    <a:pos x="383" y="418"/>
                  </a:cxn>
                  <a:cxn ang="0">
                    <a:pos x="366" y="447"/>
                  </a:cxn>
                  <a:cxn ang="0">
                    <a:pos x="345" y="475"/>
                  </a:cxn>
                  <a:cxn ang="0">
                    <a:pos x="322" y="502"/>
                  </a:cxn>
                  <a:cxn ang="0">
                    <a:pos x="297" y="528"/>
                  </a:cxn>
                  <a:cxn ang="0">
                    <a:pos x="269" y="553"/>
                  </a:cxn>
                  <a:cxn ang="0">
                    <a:pos x="241" y="576"/>
                  </a:cxn>
                  <a:cxn ang="0">
                    <a:pos x="208" y="599"/>
                  </a:cxn>
                  <a:cxn ang="0">
                    <a:pos x="176" y="622"/>
                  </a:cxn>
                  <a:cxn ang="0">
                    <a:pos x="142" y="643"/>
                  </a:cxn>
                  <a:cxn ang="0">
                    <a:pos x="107" y="665"/>
                  </a:cxn>
                  <a:cxn ang="0">
                    <a:pos x="71" y="685"/>
                  </a:cxn>
                  <a:cxn ang="0">
                    <a:pos x="34" y="705"/>
                  </a:cxn>
                  <a:cxn ang="0">
                    <a:pos x="36" y="665"/>
                  </a:cxn>
                  <a:cxn ang="0">
                    <a:pos x="36" y="623"/>
                  </a:cxn>
                  <a:cxn ang="0">
                    <a:pos x="34" y="583"/>
                  </a:cxn>
                  <a:cxn ang="0">
                    <a:pos x="32" y="541"/>
                  </a:cxn>
                  <a:cxn ang="0">
                    <a:pos x="32" y="531"/>
                  </a:cxn>
                  <a:cxn ang="0">
                    <a:pos x="31" y="520"/>
                  </a:cxn>
                  <a:cxn ang="0">
                    <a:pos x="31" y="509"/>
                  </a:cxn>
                  <a:cxn ang="0">
                    <a:pos x="30" y="499"/>
                  </a:cxn>
                  <a:cxn ang="0">
                    <a:pos x="25" y="446"/>
                  </a:cxn>
                  <a:cxn ang="0">
                    <a:pos x="18" y="394"/>
                  </a:cxn>
                  <a:cxn ang="0">
                    <a:pos x="9" y="343"/>
                  </a:cxn>
                  <a:cxn ang="0">
                    <a:pos x="0" y="293"/>
                  </a:cxn>
                  <a:cxn ang="0">
                    <a:pos x="29" y="278"/>
                  </a:cxn>
                  <a:cxn ang="0">
                    <a:pos x="56" y="263"/>
                  </a:cxn>
                  <a:cxn ang="0">
                    <a:pos x="83" y="248"/>
                  </a:cxn>
                  <a:cxn ang="0">
                    <a:pos x="109" y="232"/>
                  </a:cxn>
                  <a:cxn ang="0">
                    <a:pos x="133" y="214"/>
                  </a:cxn>
                  <a:cxn ang="0">
                    <a:pos x="157" y="197"/>
                  </a:cxn>
                  <a:cxn ang="0">
                    <a:pos x="178" y="180"/>
                  </a:cxn>
                  <a:cxn ang="0">
                    <a:pos x="200" y="161"/>
                  </a:cxn>
                  <a:cxn ang="0">
                    <a:pos x="220" y="143"/>
                  </a:cxn>
                  <a:cxn ang="0">
                    <a:pos x="238" y="123"/>
                  </a:cxn>
                  <a:cxn ang="0">
                    <a:pos x="256" y="104"/>
                  </a:cxn>
                  <a:cxn ang="0">
                    <a:pos x="272" y="84"/>
                  </a:cxn>
                  <a:cxn ang="0">
                    <a:pos x="286" y="64"/>
                  </a:cxn>
                  <a:cxn ang="0">
                    <a:pos x="299" y="43"/>
                  </a:cxn>
                  <a:cxn ang="0">
                    <a:pos x="311" y="22"/>
                  </a:cxn>
                  <a:cxn ang="0">
                    <a:pos x="321" y="0"/>
                  </a:cxn>
                </a:cxnLst>
                <a:rect l="0" t="0" r="r" b="b"/>
                <a:pathLst>
                  <a:path w="419" h="705">
                    <a:moveTo>
                      <a:pt x="321" y="0"/>
                    </a:moveTo>
                    <a:lnTo>
                      <a:pt x="337" y="35"/>
                    </a:lnTo>
                    <a:lnTo>
                      <a:pt x="352" y="69"/>
                    </a:lnTo>
                    <a:lnTo>
                      <a:pt x="367" y="104"/>
                    </a:lnTo>
                    <a:lnTo>
                      <a:pt x="380" y="140"/>
                    </a:lnTo>
                    <a:lnTo>
                      <a:pt x="391" y="176"/>
                    </a:lnTo>
                    <a:lnTo>
                      <a:pt x="402" y="213"/>
                    </a:lnTo>
                    <a:lnTo>
                      <a:pt x="411" y="250"/>
                    </a:lnTo>
                    <a:lnTo>
                      <a:pt x="419" y="288"/>
                    </a:lnTo>
                    <a:lnTo>
                      <a:pt x="416" y="323"/>
                    </a:lnTo>
                    <a:lnTo>
                      <a:pt x="409" y="356"/>
                    </a:lnTo>
                    <a:lnTo>
                      <a:pt x="397" y="387"/>
                    </a:lnTo>
                    <a:lnTo>
                      <a:pt x="383" y="418"/>
                    </a:lnTo>
                    <a:lnTo>
                      <a:pt x="366" y="447"/>
                    </a:lnTo>
                    <a:lnTo>
                      <a:pt x="345" y="475"/>
                    </a:lnTo>
                    <a:lnTo>
                      <a:pt x="322" y="502"/>
                    </a:lnTo>
                    <a:lnTo>
                      <a:pt x="297" y="528"/>
                    </a:lnTo>
                    <a:lnTo>
                      <a:pt x="269" y="553"/>
                    </a:lnTo>
                    <a:lnTo>
                      <a:pt x="241" y="576"/>
                    </a:lnTo>
                    <a:lnTo>
                      <a:pt x="208" y="599"/>
                    </a:lnTo>
                    <a:lnTo>
                      <a:pt x="176" y="622"/>
                    </a:lnTo>
                    <a:lnTo>
                      <a:pt x="142" y="643"/>
                    </a:lnTo>
                    <a:lnTo>
                      <a:pt x="107" y="665"/>
                    </a:lnTo>
                    <a:lnTo>
                      <a:pt x="71" y="685"/>
                    </a:lnTo>
                    <a:lnTo>
                      <a:pt x="34" y="705"/>
                    </a:lnTo>
                    <a:lnTo>
                      <a:pt x="36" y="665"/>
                    </a:lnTo>
                    <a:lnTo>
                      <a:pt x="36" y="623"/>
                    </a:lnTo>
                    <a:lnTo>
                      <a:pt x="34" y="583"/>
                    </a:lnTo>
                    <a:lnTo>
                      <a:pt x="32" y="541"/>
                    </a:lnTo>
                    <a:lnTo>
                      <a:pt x="32" y="531"/>
                    </a:lnTo>
                    <a:lnTo>
                      <a:pt x="31" y="520"/>
                    </a:lnTo>
                    <a:lnTo>
                      <a:pt x="31" y="509"/>
                    </a:lnTo>
                    <a:lnTo>
                      <a:pt x="30" y="499"/>
                    </a:lnTo>
                    <a:lnTo>
                      <a:pt x="25" y="446"/>
                    </a:lnTo>
                    <a:lnTo>
                      <a:pt x="18" y="394"/>
                    </a:lnTo>
                    <a:lnTo>
                      <a:pt x="9" y="343"/>
                    </a:lnTo>
                    <a:lnTo>
                      <a:pt x="0" y="293"/>
                    </a:lnTo>
                    <a:lnTo>
                      <a:pt x="29" y="278"/>
                    </a:lnTo>
                    <a:lnTo>
                      <a:pt x="56" y="263"/>
                    </a:lnTo>
                    <a:lnTo>
                      <a:pt x="83" y="248"/>
                    </a:lnTo>
                    <a:lnTo>
                      <a:pt x="109" y="232"/>
                    </a:lnTo>
                    <a:lnTo>
                      <a:pt x="133" y="214"/>
                    </a:lnTo>
                    <a:lnTo>
                      <a:pt x="157" y="197"/>
                    </a:lnTo>
                    <a:lnTo>
                      <a:pt x="178" y="180"/>
                    </a:lnTo>
                    <a:lnTo>
                      <a:pt x="200" y="161"/>
                    </a:lnTo>
                    <a:lnTo>
                      <a:pt x="220" y="143"/>
                    </a:lnTo>
                    <a:lnTo>
                      <a:pt x="238" y="123"/>
                    </a:lnTo>
                    <a:lnTo>
                      <a:pt x="256" y="104"/>
                    </a:lnTo>
                    <a:lnTo>
                      <a:pt x="272" y="84"/>
                    </a:lnTo>
                    <a:lnTo>
                      <a:pt x="286" y="64"/>
                    </a:lnTo>
                    <a:lnTo>
                      <a:pt x="299" y="43"/>
                    </a:lnTo>
                    <a:lnTo>
                      <a:pt x="311" y="22"/>
                    </a:lnTo>
                    <a:lnTo>
                      <a:pt x="321" y="0"/>
                    </a:lnTo>
                    <a:close/>
                  </a:path>
                </a:pathLst>
              </a:custGeom>
              <a:grpFill/>
              <a:ln w="9525">
                <a:noFill/>
                <a:round/>
                <a:headEnd/>
                <a:tailEnd/>
              </a:ln>
            </p:spPr>
            <p:txBody>
              <a:bodyPr/>
              <a:lstStyle/>
              <a:p>
                <a:pPr algn="ctr">
                  <a:defRPr/>
                </a:pPr>
                <a:endParaRPr lang="en-US" sz="900" dirty="0"/>
              </a:p>
            </p:txBody>
          </p:sp>
          <p:sp>
            <p:nvSpPr>
              <p:cNvPr id="55" name="Freeform 54"/>
              <p:cNvSpPr>
                <a:spLocks/>
              </p:cNvSpPr>
              <p:nvPr/>
            </p:nvSpPr>
            <p:spPr bwMode="auto">
              <a:xfrm>
                <a:off x="2904" y="2069"/>
                <a:ext cx="289" cy="272"/>
              </a:xfrm>
              <a:custGeom>
                <a:avLst/>
                <a:gdLst/>
                <a:ahLst/>
                <a:cxnLst>
                  <a:cxn ang="0">
                    <a:pos x="575" y="209"/>
                  </a:cxn>
                  <a:cxn ang="0">
                    <a:pos x="577" y="263"/>
                  </a:cxn>
                  <a:cxn ang="0">
                    <a:pos x="579" y="316"/>
                  </a:cxn>
                  <a:cxn ang="0">
                    <a:pos x="576" y="370"/>
                  </a:cxn>
                  <a:cxn ang="0">
                    <a:pos x="574" y="423"/>
                  </a:cxn>
                  <a:cxn ang="0">
                    <a:pos x="549" y="435"/>
                  </a:cxn>
                  <a:cxn ang="0">
                    <a:pos x="522" y="446"/>
                  </a:cxn>
                  <a:cxn ang="0">
                    <a:pos x="492" y="458"/>
                  </a:cxn>
                  <a:cxn ang="0">
                    <a:pos x="461" y="468"/>
                  </a:cxn>
                  <a:cxn ang="0">
                    <a:pos x="428" y="479"/>
                  </a:cxn>
                  <a:cxn ang="0">
                    <a:pos x="392" y="488"/>
                  </a:cxn>
                  <a:cxn ang="0">
                    <a:pos x="356" y="497"/>
                  </a:cxn>
                  <a:cxn ang="0">
                    <a:pos x="318" y="505"/>
                  </a:cxn>
                  <a:cxn ang="0">
                    <a:pos x="280" y="512"/>
                  </a:cxn>
                  <a:cxn ang="0">
                    <a:pos x="241" y="519"/>
                  </a:cxn>
                  <a:cxn ang="0">
                    <a:pos x="201" y="526"/>
                  </a:cxn>
                  <a:cxn ang="0">
                    <a:pos x="162" y="532"/>
                  </a:cxn>
                  <a:cxn ang="0">
                    <a:pos x="120" y="536"/>
                  </a:cxn>
                  <a:cxn ang="0">
                    <a:pos x="80" y="540"/>
                  </a:cxn>
                  <a:cxn ang="0">
                    <a:pos x="41" y="542"/>
                  </a:cxn>
                  <a:cxn ang="0">
                    <a:pos x="0" y="544"/>
                  </a:cxn>
                  <a:cxn ang="0">
                    <a:pos x="0" y="309"/>
                  </a:cxn>
                  <a:cxn ang="0">
                    <a:pos x="0" y="101"/>
                  </a:cxn>
                  <a:cxn ang="0">
                    <a:pos x="38" y="100"/>
                  </a:cxn>
                  <a:cxn ang="0">
                    <a:pos x="76" y="98"/>
                  </a:cxn>
                  <a:cxn ang="0">
                    <a:pos x="113" y="94"/>
                  </a:cxn>
                  <a:cxn ang="0">
                    <a:pos x="151" y="91"/>
                  </a:cxn>
                  <a:cxn ang="0">
                    <a:pos x="187" y="86"/>
                  </a:cxn>
                  <a:cxn ang="0">
                    <a:pos x="223" y="81"/>
                  </a:cxn>
                  <a:cxn ang="0">
                    <a:pos x="258" y="76"/>
                  </a:cxn>
                  <a:cxn ang="0">
                    <a:pos x="293" y="69"/>
                  </a:cxn>
                  <a:cxn ang="0">
                    <a:pos x="327" y="63"/>
                  </a:cxn>
                  <a:cxn ang="0">
                    <a:pos x="361" y="55"/>
                  </a:cxn>
                  <a:cxn ang="0">
                    <a:pos x="394" y="47"/>
                  </a:cxn>
                  <a:cxn ang="0">
                    <a:pos x="427" y="39"/>
                  </a:cxn>
                  <a:cxn ang="0">
                    <a:pos x="459" y="30"/>
                  </a:cxn>
                  <a:cxn ang="0">
                    <a:pos x="490" y="20"/>
                  </a:cxn>
                  <a:cxn ang="0">
                    <a:pos x="520" y="10"/>
                  </a:cxn>
                  <a:cxn ang="0">
                    <a:pos x="550" y="0"/>
                  </a:cxn>
                  <a:cxn ang="0">
                    <a:pos x="557" y="41"/>
                  </a:cxn>
                  <a:cxn ang="0">
                    <a:pos x="564" y="84"/>
                  </a:cxn>
                  <a:cxn ang="0">
                    <a:pos x="568" y="127"/>
                  </a:cxn>
                  <a:cxn ang="0">
                    <a:pos x="573" y="171"/>
                  </a:cxn>
                  <a:cxn ang="0">
                    <a:pos x="574" y="180"/>
                  </a:cxn>
                  <a:cxn ang="0">
                    <a:pos x="574" y="190"/>
                  </a:cxn>
                  <a:cxn ang="0">
                    <a:pos x="575" y="200"/>
                  </a:cxn>
                  <a:cxn ang="0">
                    <a:pos x="575" y="209"/>
                  </a:cxn>
                </a:cxnLst>
                <a:rect l="0" t="0" r="r" b="b"/>
                <a:pathLst>
                  <a:path w="579" h="544">
                    <a:moveTo>
                      <a:pt x="575" y="209"/>
                    </a:moveTo>
                    <a:lnTo>
                      <a:pt x="577" y="263"/>
                    </a:lnTo>
                    <a:lnTo>
                      <a:pt x="579" y="316"/>
                    </a:lnTo>
                    <a:lnTo>
                      <a:pt x="576" y="370"/>
                    </a:lnTo>
                    <a:lnTo>
                      <a:pt x="574" y="423"/>
                    </a:lnTo>
                    <a:lnTo>
                      <a:pt x="549" y="435"/>
                    </a:lnTo>
                    <a:lnTo>
                      <a:pt x="522" y="446"/>
                    </a:lnTo>
                    <a:lnTo>
                      <a:pt x="492" y="458"/>
                    </a:lnTo>
                    <a:lnTo>
                      <a:pt x="461" y="468"/>
                    </a:lnTo>
                    <a:lnTo>
                      <a:pt x="428" y="479"/>
                    </a:lnTo>
                    <a:lnTo>
                      <a:pt x="392" y="488"/>
                    </a:lnTo>
                    <a:lnTo>
                      <a:pt x="356" y="497"/>
                    </a:lnTo>
                    <a:lnTo>
                      <a:pt x="318" y="505"/>
                    </a:lnTo>
                    <a:lnTo>
                      <a:pt x="280" y="512"/>
                    </a:lnTo>
                    <a:lnTo>
                      <a:pt x="241" y="519"/>
                    </a:lnTo>
                    <a:lnTo>
                      <a:pt x="201" y="526"/>
                    </a:lnTo>
                    <a:lnTo>
                      <a:pt x="162" y="532"/>
                    </a:lnTo>
                    <a:lnTo>
                      <a:pt x="120" y="536"/>
                    </a:lnTo>
                    <a:lnTo>
                      <a:pt x="80" y="540"/>
                    </a:lnTo>
                    <a:lnTo>
                      <a:pt x="41" y="542"/>
                    </a:lnTo>
                    <a:lnTo>
                      <a:pt x="0" y="544"/>
                    </a:lnTo>
                    <a:lnTo>
                      <a:pt x="0" y="309"/>
                    </a:lnTo>
                    <a:lnTo>
                      <a:pt x="0" y="101"/>
                    </a:lnTo>
                    <a:lnTo>
                      <a:pt x="38" y="100"/>
                    </a:lnTo>
                    <a:lnTo>
                      <a:pt x="76" y="98"/>
                    </a:lnTo>
                    <a:lnTo>
                      <a:pt x="113" y="94"/>
                    </a:lnTo>
                    <a:lnTo>
                      <a:pt x="151" y="91"/>
                    </a:lnTo>
                    <a:lnTo>
                      <a:pt x="187" y="86"/>
                    </a:lnTo>
                    <a:lnTo>
                      <a:pt x="223" y="81"/>
                    </a:lnTo>
                    <a:lnTo>
                      <a:pt x="258" y="76"/>
                    </a:lnTo>
                    <a:lnTo>
                      <a:pt x="293" y="69"/>
                    </a:lnTo>
                    <a:lnTo>
                      <a:pt x="327" y="63"/>
                    </a:lnTo>
                    <a:lnTo>
                      <a:pt x="361" y="55"/>
                    </a:lnTo>
                    <a:lnTo>
                      <a:pt x="394" y="47"/>
                    </a:lnTo>
                    <a:lnTo>
                      <a:pt x="427" y="39"/>
                    </a:lnTo>
                    <a:lnTo>
                      <a:pt x="459" y="30"/>
                    </a:lnTo>
                    <a:lnTo>
                      <a:pt x="490" y="20"/>
                    </a:lnTo>
                    <a:lnTo>
                      <a:pt x="520" y="10"/>
                    </a:lnTo>
                    <a:lnTo>
                      <a:pt x="550" y="0"/>
                    </a:lnTo>
                    <a:lnTo>
                      <a:pt x="557" y="41"/>
                    </a:lnTo>
                    <a:lnTo>
                      <a:pt x="564" y="84"/>
                    </a:lnTo>
                    <a:lnTo>
                      <a:pt x="568" y="127"/>
                    </a:lnTo>
                    <a:lnTo>
                      <a:pt x="573" y="171"/>
                    </a:lnTo>
                    <a:lnTo>
                      <a:pt x="574" y="180"/>
                    </a:lnTo>
                    <a:lnTo>
                      <a:pt x="574" y="190"/>
                    </a:lnTo>
                    <a:lnTo>
                      <a:pt x="575" y="200"/>
                    </a:lnTo>
                    <a:lnTo>
                      <a:pt x="575" y="209"/>
                    </a:lnTo>
                    <a:close/>
                  </a:path>
                </a:pathLst>
              </a:custGeom>
              <a:grpFill/>
              <a:ln w="9525">
                <a:noFill/>
                <a:round/>
                <a:headEnd/>
                <a:tailEnd/>
              </a:ln>
            </p:spPr>
            <p:txBody>
              <a:bodyPr/>
              <a:lstStyle/>
              <a:p>
                <a:pPr algn="ctr">
                  <a:defRPr/>
                </a:pPr>
                <a:endParaRPr lang="en-US" sz="900" dirty="0"/>
              </a:p>
            </p:txBody>
          </p:sp>
          <p:sp>
            <p:nvSpPr>
              <p:cNvPr id="56" name="Freeform 55"/>
              <p:cNvSpPr>
                <a:spLocks/>
              </p:cNvSpPr>
              <p:nvPr/>
            </p:nvSpPr>
            <p:spPr bwMode="auto">
              <a:xfrm>
                <a:off x="2575" y="2342"/>
                <a:ext cx="281" cy="236"/>
              </a:xfrm>
              <a:custGeom>
                <a:avLst/>
                <a:gdLst/>
                <a:ahLst/>
                <a:cxnLst>
                  <a:cxn ang="0">
                    <a:pos x="548" y="474"/>
                  </a:cxn>
                  <a:cxn ang="0">
                    <a:pos x="520" y="471"/>
                  </a:cxn>
                  <a:cxn ang="0">
                    <a:pos x="493" y="470"/>
                  </a:cxn>
                  <a:cxn ang="0">
                    <a:pos x="466" y="468"/>
                  </a:cxn>
                  <a:cxn ang="0">
                    <a:pos x="439" y="465"/>
                  </a:cxn>
                  <a:cxn ang="0">
                    <a:pos x="412" y="461"/>
                  </a:cxn>
                  <a:cxn ang="0">
                    <a:pos x="386" y="458"/>
                  </a:cxn>
                  <a:cxn ang="0">
                    <a:pos x="359" y="454"/>
                  </a:cxn>
                  <a:cxn ang="0">
                    <a:pos x="330" y="450"/>
                  </a:cxn>
                  <a:cxn ang="0">
                    <a:pos x="299" y="444"/>
                  </a:cxn>
                  <a:cxn ang="0">
                    <a:pos x="268" y="437"/>
                  </a:cxn>
                  <a:cxn ang="0">
                    <a:pos x="238" y="430"/>
                  </a:cxn>
                  <a:cxn ang="0">
                    <a:pos x="208" y="422"/>
                  </a:cxn>
                  <a:cxn ang="0">
                    <a:pos x="178" y="414"/>
                  </a:cxn>
                  <a:cxn ang="0">
                    <a:pos x="149" y="406"/>
                  </a:cxn>
                  <a:cxn ang="0">
                    <a:pos x="120" y="397"/>
                  </a:cxn>
                  <a:cxn ang="0">
                    <a:pos x="92" y="364"/>
                  </a:cxn>
                  <a:cxn ang="0">
                    <a:pos x="68" y="309"/>
                  </a:cxn>
                  <a:cxn ang="0">
                    <a:pos x="48" y="254"/>
                  </a:cxn>
                  <a:cxn ang="0">
                    <a:pos x="34" y="199"/>
                  </a:cxn>
                  <a:cxn ang="0">
                    <a:pos x="19" y="129"/>
                  </a:cxn>
                  <a:cxn ang="0">
                    <a:pos x="5" y="44"/>
                  </a:cxn>
                  <a:cxn ang="0">
                    <a:pos x="17" y="7"/>
                  </a:cxn>
                  <a:cxn ang="0">
                    <a:pos x="53" y="20"/>
                  </a:cxn>
                  <a:cxn ang="0">
                    <a:pos x="90" y="32"/>
                  </a:cxn>
                  <a:cxn ang="0">
                    <a:pos x="126" y="43"/>
                  </a:cxn>
                  <a:cxn ang="0">
                    <a:pos x="163" y="52"/>
                  </a:cxn>
                  <a:cxn ang="0">
                    <a:pos x="201" y="63"/>
                  </a:cxn>
                  <a:cxn ang="0">
                    <a:pos x="240" y="71"/>
                  </a:cxn>
                  <a:cxn ang="0">
                    <a:pos x="280" y="79"/>
                  </a:cxn>
                  <a:cxn ang="0">
                    <a:pos x="315" y="85"/>
                  </a:cxn>
                  <a:cxn ang="0">
                    <a:pos x="348" y="90"/>
                  </a:cxn>
                  <a:cxn ang="0">
                    <a:pos x="380" y="95"/>
                  </a:cxn>
                  <a:cxn ang="0">
                    <a:pos x="412" y="98"/>
                  </a:cxn>
                  <a:cxn ang="0">
                    <a:pos x="445" y="102"/>
                  </a:cxn>
                  <a:cxn ang="0">
                    <a:pos x="478" y="105"/>
                  </a:cxn>
                  <a:cxn ang="0">
                    <a:pos x="511" y="108"/>
                  </a:cxn>
                  <a:cxn ang="0">
                    <a:pos x="545" y="109"/>
                  </a:cxn>
                  <a:cxn ang="0">
                    <a:pos x="562" y="277"/>
                  </a:cxn>
                </a:cxnLst>
                <a:rect l="0" t="0" r="r" b="b"/>
                <a:pathLst>
                  <a:path w="562" h="474">
                    <a:moveTo>
                      <a:pt x="562" y="474"/>
                    </a:moveTo>
                    <a:lnTo>
                      <a:pt x="548" y="474"/>
                    </a:lnTo>
                    <a:lnTo>
                      <a:pt x="534" y="473"/>
                    </a:lnTo>
                    <a:lnTo>
                      <a:pt x="520" y="471"/>
                    </a:lnTo>
                    <a:lnTo>
                      <a:pt x="506" y="471"/>
                    </a:lnTo>
                    <a:lnTo>
                      <a:pt x="493" y="470"/>
                    </a:lnTo>
                    <a:lnTo>
                      <a:pt x="480" y="469"/>
                    </a:lnTo>
                    <a:lnTo>
                      <a:pt x="466" y="468"/>
                    </a:lnTo>
                    <a:lnTo>
                      <a:pt x="452" y="466"/>
                    </a:lnTo>
                    <a:lnTo>
                      <a:pt x="439" y="465"/>
                    </a:lnTo>
                    <a:lnTo>
                      <a:pt x="426" y="463"/>
                    </a:lnTo>
                    <a:lnTo>
                      <a:pt x="412" y="461"/>
                    </a:lnTo>
                    <a:lnTo>
                      <a:pt x="399" y="460"/>
                    </a:lnTo>
                    <a:lnTo>
                      <a:pt x="386" y="458"/>
                    </a:lnTo>
                    <a:lnTo>
                      <a:pt x="373" y="456"/>
                    </a:lnTo>
                    <a:lnTo>
                      <a:pt x="359" y="454"/>
                    </a:lnTo>
                    <a:lnTo>
                      <a:pt x="346" y="452"/>
                    </a:lnTo>
                    <a:lnTo>
                      <a:pt x="330" y="450"/>
                    </a:lnTo>
                    <a:lnTo>
                      <a:pt x="315" y="446"/>
                    </a:lnTo>
                    <a:lnTo>
                      <a:pt x="299" y="444"/>
                    </a:lnTo>
                    <a:lnTo>
                      <a:pt x="284" y="440"/>
                    </a:lnTo>
                    <a:lnTo>
                      <a:pt x="268" y="437"/>
                    </a:lnTo>
                    <a:lnTo>
                      <a:pt x="253" y="433"/>
                    </a:lnTo>
                    <a:lnTo>
                      <a:pt x="238" y="430"/>
                    </a:lnTo>
                    <a:lnTo>
                      <a:pt x="223" y="427"/>
                    </a:lnTo>
                    <a:lnTo>
                      <a:pt x="208" y="422"/>
                    </a:lnTo>
                    <a:lnTo>
                      <a:pt x="193" y="418"/>
                    </a:lnTo>
                    <a:lnTo>
                      <a:pt x="178" y="414"/>
                    </a:lnTo>
                    <a:lnTo>
                      <a:pt x="163" y="410"/>
                    </a:lnTo>
                    <a:lnTo>
                      <a:pt x="149" y="406"/>
                    </a:lnTo>
                    <a:lnTo>
                      <a:pt x="134" y="401"/>
                    </a:lnTo>
                    <a:lnTo>
                      <a:pt x="120" y="397"/>
                    </a:lnTo>
                    <a:lnTo>
                      <a:pt x="106" y="392"/>
                    </a:lnTo>
                    <a:lnTo>
                      <a:pt x="92" y="364"/>
                    </a:lnTo>
                    <a:lnTo>
                      <a:pt x="79" y="337"/>
                    </a:lnTo>
                    <a:lnTo>
                      <a:pt x="68" y="309"/>
                    </a:lnTo>
                    <a:lnTo>
                      <a:pt x="57" y="281"/>
                    </a:lnTo>
                    <a:lnTo>
                      <a:pt x="48" y="254"/>
                    </a:lnTo>
                    <a:lnTo>
                      <a:pt x="41" y="226"/>
                    </a:lnTo>
                    <a:lnTo>
                      <a:pt x="34" y="199"/>
                    </a:lnTo>
                    <a:lnTo>
                      <a:pt x="27" y="171"/>
                    </a:lnTo>
                    <a:lnTo>
                      <a:pt x="19" y="129"/>
                    </a:lnTo>
                    <a:lnTo>
                      <a:pt x="12" y="88"/>
                    </a:lnTo>
                    <a:lnTo>
                      <a:pt x="5" y="44"/>
                    </a:lnTo>
                    <a:lnTo>
                      <a:pt x="0" y="0"/>
                    </a:lnTo>
                    <a:lnTo>
                      <a:pt x="17" y="7"/>
                    </a:lnTo>
                    <a:lnTo>
                      <a:pt x="35" y="13"/>
                    </a:lnTo>
                    <a:lnTo>
                      <a:pt x="53" y="20"/>
                    </a:lnTo>
                    <a:lnTo>
                      <a:pt x="71" y="26"/>
                    </a:lnTo>
                    <a:lnTo>
                      <a:pt x="90" y="32"/>
                    </a:lnTo>
                    <a:lnTo>
                      <a:pt x="108" y="37"/>
                    </a:lnTo>
                    <a:lnTo>
                      <a:pt x="126" y="43"/>
                    </a:lnTo>
                    <a:lnTo>
                      <a:pt x="145" y="48"/>
                    </a:lnTo>
                    <a:lnTo>
                      <a:pt x="163" y="52"/>
                    </a:lnTo>
                    <a:lnTo>
                      <a:pt x="183" y="58"/>
                    </a:lnTo>
                    <a:lnTo>
                      <a:pt x="201" y="63"/>
                    </a:lnTo>
                    <a:lnTo>
                      <a:pt x="221" y="67"/>
                    </a:lnTo>
                    <a:lnTo>
                      <a:pt x="240" y="71"/>
                    </a:lnTo>
                    <a:lnTo>
                      <a:pt x="260" y="75"/>
                    </a:lnTo>
                    <a:lnTo>
                      <a:pt x="280" y="79"/>
                    </a:lnTo>
                    <a:lnTo>
                      <a:pt x="299" y="82"/>
                    </a:lnTo>
                    <a:lnTo>
                      <a:pt x="315" y="85"/>
                    </a:lnTo>
                    <a:lnTo>
                      <a:pt x="331" y="88"/>
                    </a:lnTo>
                    <a:lnTo>
                      <a:pt x="348" y="90"/>
                    </a:lnTo>
                    <a:lnTo>
                      <a:pt x="364" y="93"/>
                    </a:lnTo>
                    <a:lnTo>
                      <a:pt x="380" y="95"/>
                    </a:lnTo>
                    <a:lnTo>
                      <a:pt x="396" y="97"/>
                    </a:lnTo>
                    <a:lnTo>
                      <a:pt x="412" y="98"/>
                    </a:lnTo>
                    <a:lnTo>
                      <a:pt x="429" y="101"/>
                    </a:lnTo>
                    <a:lnTo>
                      <a:pt x="445" y="102"/>
                    </a:lnTo>
                    <a:lnTo>
                      <a:pt x="462" y="104"/>
                    </a:lnTo>
                    <a:lnTo>
                      <a:pt x="478" y="105"/>
                    </a:lnTo>
                    <a:lnTo>
                      <a:pt x="495" y="106"/>
                    </a:lnTo>
                    <a:lnTo>
                      <a:pt x="511" y="108"/>
                    </a:lnTo>
                    <a:lnTo>
                      <a:pt x="528" y="109"/>
                    </a:lnTo>
                    <a:lnTo>
                      <a:pt x="545" y="109"/>
                    </a:lnTo>
                    <a:lnTo>
                      <a:pt x="562" y="110"/>
                    </a:lnTo>
                    <a:lnTo>
                      <a:pt x="562" y="277"/>
                    </a:lnTo>
                    <a:lnTo>
                      <a:pt x="562" y="474"/>
                    </a:lnTo>
                    <a:close/>
                  </a:path>
                </a:pathLst>
              </a:custGeom>
              <a:grpFill/>
              <a:ln w="9525">
                <a:noFill/>
                <a:round/>
                <a:headEnd/>
                <a:tailEnd/>
              </a:ln>
            </p:spPr>
            <p:txBody>
              <a:bodyPr/>
              <a:lstStyle/>
              <a:p>
                <a:pPr algn="ctr">
                  <a:defRPr/>
                </a:pPr>
                <a:endParaRPr lang="en-US" sz="900" dirty="0"/>
              </a:p>
            </p:txBody>
          </p:sp>
          <p:sp>
            <p:nvSpPr>
              <p:cNvPr id="57" name="Freeform 56"/>
              <p:cNvSpPr>
                <a:spLocks/>
              </p:cNvSpPr>
              <p:nvPr/>
            </p:nvSpPr>
            <p:spPr bwMode="auto">
              <a:xfrm>
                <a:off x="2567" y="2069"/>
                <a:ext cx="289" cy="272"/>
              </a:xfrm>
              <a:custGeom>
                <a:avLst/>
                <a:gdLst/>
                <a:ahLst/>
                <a:cxnLst>
                  <a:cxn ang="0">
                    <a:pos x="3" y="198"/>
                  </a:cxn>
                  <a:cxn ang="0">
                    <a:pos x="4" y="176"/>
                  </a:cxn>
                  <a:cxn ang="0">
                    <a:pos x="10" y="122"/>
                  </a:cxn>
                  <a:cxn ang="0">
                    <a:pos x="20" y="40"/>
                  </a:cxn>
                  <a:cxn ang="0">
                    <a:pos x="38" y="3"/>
                  </a:cxn>
                  <a:cxn ang="0">
                    <a:pos x="61" y="11"/>
                  </a:cxn>
                  <a:cxn ang="0">
                    <a:pos x="83" y="18"/>
                  </a:cxn>
                  <a:cxn ang="0">
                    <a:pos x="106" y="25"/>
                  </a:cxn>
                  <a:cxn ang="0">
                    <a:pos x="129" y="32"/>
                  </a:cxn>
                  <a:cxn ang="0">
                    <a:pos x="152" y="39"/>
                  </a:cxn>
                  <a:cxn ang="0">
                    <a:pos x="176" y="46"/>
                  </a:cxn>
                  <a:cxn ang="0">
                    <a:pos x="200" y="51"/>
                  </a:cxn>
                  <a:cxn ang="0">
                    <a:pos x="233" y="60"/>
                  </a:cxn>
                  <a:cxn ang="0">
                    <a:pos x="277" y="69"/>
                  </a:cxn>
                  <a:cxn ang="0">
                    <a:pos x="321" y="76"/>
                  </a:cxn>
                  <a:cxn ang="0">
                    <a:pos x="366" y="83"/>
                  </a:cxn>
                  <a:cxn ang="0">
                    <a:pos x="411" y="88"/>
                  </a:cxn>
                  <a:cxn ang="0">
                    <a:pos x="458" y="93"/>
                  </a:cxn>
                  <a:cxn ang="0">
                    <a:pos x="505" y="98"/>
                  </a:cxn>
                  <a:cxn ang="0">
                    <a:pos x="554" y="100"/>
                  </a:cxn>
                  <a:cxn ang="0">
                    <a:pos x="578" y="313"/>
                  </a:cxn>
                  <a:cxn ang="0">
                    <a:pos x="557" y="543"/>
                  </a:cxn>
                  <a:cxn ang="0">
                    <a:pos x="517" y="541"/>
                  </a:cxn>
                  <a:cxn ang="0">
                    <a:pos x="475" y="537"/>
                  </a:cxn>
                  <a:cxn ang="0">
                    <a:pos x="434" y="533"/>
                  </a:cxn>
                  <a:cxn ang="0">
                    <a:pos x="392" y="527"/>
                  </a:cxn>
                  <a:cxn ang="0">
                    <a:pos x="351" y="521"/>
                  </a:cxn>
                  <a:cxn ang="0">
                    <a:pos x="311" y="514"/>
                  </a:cxn>
                  <a:cxn ang="0">
                    <a:pos x="270" y="506"/>
                  </a:cxn>
                  <a:cxn ang="0">
                    <a:pos x="232" y="499"/>
                  </a:cxn>
                  <a:cxn ang="0">
                    <a:pos x="197" y="490"/>
                  </a:cxn>
                  <a:cxn ang="0">
                    <a:pos x="162" y="481"/>
                  </a:cxn>
                  <a:cxn ang="0">
                    <a:pos x="130" y="472"/>
                  </a:cxn>
                  <a:cxn ang="0">
                    <a:pos x="97" y="461"/>
                  </a:cxn>
                  <a:cxn ang="0">
                    <a:pos x="69" y="451"/>
                  </a:cxn>
                  <a:cxn ang="0">
                    <a:pos x="41" y="441"/>
                  </a:cxn>
                  <a:cxn ang="0">
                    <a:pos x="15" y="429"/>
                  </a:cxn>
                  <a:cxn ang="0">
                    <a:pos x="1" y="370"/>
                  </a:cxn>
                  <a:cxn ang="0">
                    <a:pos x="0" y="263"/>
                  </a:cxn>
                </a:cxnLst>
                <a:rect l="0" t="0" r="r" b="b"/>
                <a:pathLst>
                  <a:path w="578" h="544">
                    <a:moveTo>
                      <a:pt x="2" y="209"/>
                    </a:moveTo>
                    <a:lnTo>
                      <a:pt x="3" y="198"/>
                    </a:lnTo>
                    <a:lnTo>
                      <a:pt x="4" y="186"/>
                    </a:lnTo>
                    <a:lnTo>
                      <a:pt x="4" y="176"/>
                    </a:lnTo>
                    <a:lnTo>
                      <a:pt x="5" y="164"/>
                    </a:lnTo>
                    <a:lnTo>
                      <a:pt x="10" y="122"/>
                    </a:lnTo>
                    <a:lnTo>
                      <a:pt x="15" y="80"/>
                    </a:lnTo>
                    <a:lnTo>
                      <a:pt x="20" y="40"/>
                    </a:lnTo>
                    <a:lnTo>
                      <a:pt x="27" y="0"/>
                    </a:lnTo>
                    <a:lnTo>
                      <a:pt x="38" y="3"/>
                    </a:lnTo>
                    <a:lnTo>
                      <a:pt x="49" y="8"/>
                    </a:lnTo>
                    <a:lnTo>
                      <a:pt x="61" y="11"/>
                    </a:lnTo>
                    <a:lnTo>
                      <a:pt x="71" y="15"/>
                    </a:lnTo>
                    <a:lnTo>
                      <a:pt x="83" y="18"/>
                    </a:lnTo>
                    <a:lnTo>
                      <a:pt x="94" y="22"/>
                    </a:lnTo>
                    <a:lnTo>
                      <a:pt x="106" y="25"/>
                    </a:lnTo>
                    <a:lnTo>
                      <a:pt x="117" y="28"/>
                    </a:lnTo>
                    <a:lnTo>
                      <a:pt x="129" y="32"/>
                    </a:lnTo>
                    <a:lnTo>
                      <a:pt x="140" y="35"/>
                    </a:lnTo>
                    <a:lnTo>
                      <a:pt x="152" y="39"/>
                    </a:lnTo>
                    <a:lnTo>
                      <a:pt x="164" y="42"/>
                    </a:lnTo>
                    <a:lnTo>
                      <a:pt x="176" y="46"/>
                    </a:lnTo>
                    <a:lnTo>
                      <a:pt x="188" y="49"/>
                    </a:lnTo>
                    <a:lnTo>
                      <a:pt x="200" y="51"/>
                    </a:lnTo>
                    <a:lnTo>
                      <a:pt x="213" y="55"/>
                    </a:lnTo>
                    <a:lnTo>
                      <a:pt x="233" y="60"/>
                    </a:lnTo>
                    <a:lnTo>
                      <a:pt x="255" y="64"/>
                    </a:lnTo>
                    <a:lnTo>
                      <a:pt x="277" y="69"/>
                    </a:lnTo>
                    <a:lnTo>
                      <a:pt x="299" y="72"/>
                    </a:lnTo>
                    <a:lnTo>
                      <a:pt x="321" y="76"/>
                    </a:lnTo>
                    <a:lnTo>
                      <a:pt x="343" y="79"/>
                    </a:lnTo>
                    <a:lnTo>
                      <a:pt x="366" y="83"/>
                    </a:lnTo>
                    <a:lnTo>
                      <a:pt x="389" y="86"/>
                    </a:lnTo>
                    <a:lnTo>
                      <a:pt x="411" y="88"/>
                    </a:lnTo>
                    <a:lnTo>
                      <a:pt x="435" y="91"/>
                    </a:lnTo>
                    <a:lnTo>
                      <a:pt x="458" y="93"/>
                    </a:lnTo>
                    <a:lnTo>
                      <a:pt x="481" y="95"/>
                    </a:lnTo>
                    <a:lnTo>
                      <a:pt x="505" y="98"/>
                    </a:lnTo>
                    <a:lnTo>
                      <a:pt x="529" y="99"/>
                    </a:lnTo>
                    <a:lnTo>
                      <a:pt x="554" y="100"/>
                    </a:lnTo>
                    <a:lnTo>
                      <a:pt x="578" y="101"/>
                    </a:lnTo>
                    <a:lnTo>
                      <a:pt x="578" y="313"/>
                    </a:lnTo>
                    <a:lnTo>
                      <a:pt x="578" y="544"/>
                    </a:lnTo>
                    <a:lnTo>
                      <a:pt x="557" y="543"/>
                    </a:lnTo>
                    <a:lnTo>
                      <a:pt x="537" y="542"/>
                    </a:lnTo>
                    <a:lnTo>
                      <a:pt x="517" y="541"/>
                    </a:lnTo>
                    <a:lnTo>
                      <a:pt x="496" y="539"/>
                    </a:lnTo>
                    <a:lnTo>
                      <a:pt x="475" y="537"/>
                    </a:lnTo>
                    <a:lnTo>
                      <a:pt x="455" y="535"/>
                    </a:lnTo>
                    <a:lnTo>
                      <a:pt x="434" y="533"/>
                    </a:lnTo>
                    <a:lnTo>
                      <a:pt x="413" y="531"/>
                    </a:lnTo>
                    <a:lnTo>
                      <a:pt x="392" y="527"/>
                    </a:lnTo>
                    <a:lnTo>
                      <a:pt x="372" y="525"/>
                    </a:lnTo>
                    <a:lnTo>
                      <a:pt x="351" y="521"/>
                    </a:lnTo>
                    <a:lnTo>
                      <a:pt x="330" y="518"/>
                    </a:lnTo>
                    <a:lnTo>
                      <a:pt x="311" y="514"/>
                    </a:lnTo>
                    <a:lnTo>
                      <a:pt x="290" y="511"/>
                    </a:lnTo>
                    <a:lnTo>
                      <a:pt x="270" y="506"/>
                    </a:lnTo>
                    <a:lnTo>
                      <a:pt x="251" y="503"/>
                    </a:lnTo>
                    <a:lnTo>
                      <a:pt x="232" y="499"/>
                    </a:lnTo>
                    <a:lnTo>
                      <a:pt x="215" y="495"/>
                    </a:lnTo>
                    <a:lnTo>
                      <a:pt x="197" y="490"/>
                    </a:lnTo>
                    <a:lnTo>
                      <a:pt x="179" y="486"/>
                    </a:lnTo>
                    <a:lnTo>
                      <a:pt x="162" y="481"/>
                    </a:lnTo>
                    <a:lnTo>
                      <a:pt x="146" y="476"/>
                    </a:lnTo>
                    <a:lnTo>
                      <a:pt x="130" y="472"/>
                    </a:lnTo>
                    <a:lnTo>
                      <a:pt x="114" y="467"/>
                    </a:lnTo>
                    <a:lnTo>
                      <a:pt x="97" y="461"/>
                    </a:lnTo>
                    <a:lnTo>
                      <a:pt x="83" y="457"/>
                    </a:lnTo>
                    <a:lnTo>
                      <a:pt x="69" y="451"/>
                    </a:lnTo>
                    <a:lnTo>
                      <a:pt x="54" y="446"/>
                    </a:lnTo>
                    <a:lnTo>
                      <a:pt x="41" y="441"/>
                    </a:lnTo>
                    <a:lnTo>
                      <a:pt x="27" y="435"/>
                    </a:lnTo>
                    <a:lnTo>
                      <a:pt x="15" y="429"/>
                    </a:lnTo>
                    <a:lnTo>
                      <a:pt x="3" y="423"/>
                    </a:lnTo>
                    <a:lnTo>
                      <a:pt x="1" y="370"/>
                    </a:lnTo>
                    <a:lnTo>
                      <a:pt x="0" y="316"/>
                    </a:lnTo>
                    <a:lnTo>
                      <a:pt x="0" y="263"/>
                    </a:lnTo>
                    <a:lnTo>
                      <a:pt x="2" y="209"/>
                    </a:lnTo>
                    <a:close/>
                  </a:path>
                </a:pathLst>
              </a:custGeom>
              <a:grpFill/>
              <a:ln w="9525">
                <a:noFill/>
                <a:round/>
                <a:headEnd/>
                <a:tailEnd/>
              </a:ln>
            </p:spPr>
            <p:txBody>
              <a:bodyPr/>
              <a:lstStyle/>
              <a:p>
                <a:pPr algn="ctr">
                  <a:defRPr/>
                </a:pPr>
                <a:endParaRPr lang="en-US" sz="900" dirty="0"/>
              </a:p>
            </p:txBody>
          </p:sp>
          <p:sp>
            <p:nvSpPr>
              <p:cNvPr id="58" name="Freeform 57"/>
              <p:cNvSpPr>
                <a:spLocks/>
              </p:cNvSpPr>
              <p:nvPr/>
            </p:nvSpPr>
            <p:spPr bwMode="auto">
              <a:xfrm>
                <a:off x="2904" y="1814"/>
                <a:ext cx="263" cy="250"/>
              </a:xfrm>
              <a:custGeom>
                <a:avLst/>
                <a:gdLst/>
                <a:ahLst/>
                <a:cxnLst>
                  <a:cxn ang="0">
                    <a:pos x="0" y="67"/>
                  </a:cxn>
                  <a:cxn ang="0">
                    <a:pos x="26" y="66"/>
                  </a:cxn>
                  <a:cxn ang="0">
                    <a:pos x="50" y="64"/>
                  </a:cxn>
                  <a:cxn ang="0">
                    <a:pos x="74" y="63"/>
                  </a:cxn>
                  <a:cxn ang="0">
                    <a:pos x="98" y="59"/>
                  </a:cxn>
                  <a:cxn ang="0">
                    <a:pos x="122" y="57"/>
                  </a:cxn>
                  <a:cxn ang="0">
                    <a:pos x="145" y="53"/>
                  </a:cxn>
                  <a:cxn ang="0">
                    <a:pos x="169" y="50"/>
                  </a:cxn>
                  <a:cxn ang="0">
                    <a:pos x="192" y="45"/>
                  </a:cxn>
                  <a:cxn ang="0">
                    <a:pos x="213" y="41"/>
                  </a:cxn>
                  <a:cxn ang="0">
                    <a:pos x="235" y="36"/>
                  </a:cxn>
                  <a:cxn ang="0">
                    <a:pos x="257" y="32"/>
                  </a:cxn>
                  <a:cxn ang="0">
                    <a:pos x="279" y="26"/>
                  </a:cxn>
                  <a:cxn ang="0">
                    <a:pos x="300" y="20"/>
                  </a:cxn>
                  <a:cxn ang="0">
                    <a:pos x="321" y="13"/>
                  </a:cxn>
                  <a:cxn ang="0">
                    <a:pos x="340" y="7"/>
                  </a:cxn>
                  <a:cxn ang="0">
                    <a:pos x="360" y="0"/>
                  </a:cxn>
                  <a:cxn ang="0">
                    <a:pos x="376" y="28"/>
                  </a:cxn>
                  <a:cxn ang="0">
                    <a:pos x="391" y="56"/>
                  </a:cxn>
                  <a:cxn ang="0">
                    <a:pos x="406" y="85"/>
                  </a:cxn>
                  <a:cxn ang="0">
                    <a:pos x="421" y="114"/>
                  </a:cxn>
                  <a:cxn ang="0">
                    <a:pos x="435" y="144"/>
                  </a:cxn>
                  <a:cxn ang="0">
                    <a:pos x="448" y="176"/>
                  </a:cxn>
                  <a:cxn ang="0">
                    <a:pos x="462" y="208"/>
                  </a:cxn>
                  <a:cxn ang="0">
                    <a:pos x="475" y="240"/>
                  </a:cxn>
                  <a:cxn ang="0">
                    <a:pos x="482" y="260"/>
                  </a:cxn>
                  <a:cxn ang="0">
                    <a:pos x="489" y="278"/>
                  </a:cxn>
                  <a:cxn ang="0">
                    <a:pos x="496" y="298"/>
                  </a:cxn>
                  <a:cxn ang="0">
                    <a:pos x="501" y="317"/>
                  </a:cxn>
                  <a:cxn ang="0">
                    <a:pos x="508" y="338"/>
                  </a:cxn>
                  <a:cxn ang="0">
                    <a:pos x="514" y="357"/>
                  </a:cxn>
                  <a:cxn ang="0">
                    <a:pos x="520" y="378"/>
                  </a:cxn>
                  <a:cxn ang="0">
                    <a:pos x="526" y="399"/>
                  </a:cxn>
                  <a:cxn ang="0">
                    <a:pos x="497" y="409"/>
                  </a:cxn>
                  <a:cxn ang="0">
                    <a:pos x="468" y="420"/>
                  </a:cxn>
                  <a:cxn ang="0">
                    <a:pos x="438" y="429"/>
                  </a:cxn>
                  <a:cxn ang="0">
                    <a:pos x="408" y="438"/>
                  </a:cxn>
                  <a:cxn ang="0">
                    <a:pos x="377" y="446"/>
                  </a:cxn>
                  <a:cxn ang="0">
                    <a:pos x="346" y="454"/>
                  </a:cxn>
                  <a:cxn ang="0">
                    <a:pos x="314" y="462"/>
                  </a:cxn>
                  <a:cxn ang="0">
                    <a:pos x="280" y="469"/>
                  </a:cxn>
                  <a:cxn ang="0">
                    <a:pos x="247" y="475"/>
                  </a:cxn>
                  <a:cxn ang="0">
                    <a:pos x="213" y="481"/>
                  </a:cxn>
                  <a:cxn ang="0">
                    <a:pos x="179" y="485"/>
                  </a:cxn>
                  <a:cxn ang="0">
                    <a:pos x="143" y="490"/>
                  </a:cxn>
                  <a:cxn ang="0">
                    <a:pos x="109" y="493"/>
                  </a:cxn>
                  <a:cxn ang="0">
                    <a:pos x="73" y="497"/>
                  </a:cxn>
                  <a:cxn ang="0">
                    <a:pos x="37" y="499"/>
                  </a:cxn>
                  <a:cxn ang="0">
                    <a:pos x="0" y="501"/>
                  </a:cxn>
                  <a:cxn ang="0">
                    <a:pos x="0" y="290"/>
                  </a:cxn>
                  <a:cxn ang="0">
                    <a:pos x="0" y="67"/>
                  </a:cxn>
                </a:cxnLst>
                <a:rect l="0" t="0" r="r" b="b"/>
                <a:pathLst>
                  <a:path w="526" h="501">
                    <a:moveTo>
                      <a:pt x="0" y="67"/>
                    </a:moveTo>
                    <a:lnTo>
                      <a:pt x="26" y="66"/>
                    </a:lnTo>
                    <a:lnTo>
                      <a:pt x="50" y="64"/>
                    </a:lnTo>
                    <a:lnTo>
                      <a:pt x="74" y="63"/>
                    </a:lnTo>
                    <a:lnTo>
                      <a:pt x="98" y="59"/>
                    </a:lnTo>
                    <a:lnTo>
                      <a:pt x="122" y="57"/>
                    </a:lnTo>
                    <a:lnTo>
                      <a:pt x="145" y="53"/>
                    </a:lnTo>
                    <a:lnTo>
                      <a:pt x="169" y="50"/>
                    </a:lnTo>
                    <a:lnTo>
                      <a:pt x="192" y="45"/>
                    </a:lnTo>
                    <a:lnTo>
                      <a:pt x="213" y="41"/>
                    </a:lnTo>
                    <a:lnTo>
                      <a:pt x="235" y="36"/>
                    </a:lnTo>
                    <a:lnTo>
                      <a:pt x="257" y="32"/>
                    </a:lnTo>
                    <a:lnTo>
                      <a:pt x="279" y="26"/>
                    </a:lnTo>
                    <a:lnTo>
                      <a:pt x="300" y="20"/>
                    </a:lnTo>
                    <a:lnTo>
                      <a:pt x="321" y="13"/>
                    </a:lnTo>
                    <a:lnTo>
                      <a:pt x="340" y="7"/>
                    </a:lnTo>
                    <a:lnTo>
                      <a:pt x="360" y="0"/>
                    </a:lnTo>
                    <a:lnTo>
                      <a:pt x="376" y="28"/>
                    </a:lnTo>
                    <a:lnTo>
                      <a:pt x="391" y="56"/>
                    </a:lnTo>
                    <a:lnTo>
                      <a:pt x="406" y="85"/>
                    </a:lnTo>
                    <a:lnTo>
                      <a:pt x="421" y="114"/>
                    </a:lnTo>
                    <a:lnTo>
                      <a:pt x="435" y="144"/>
                    </a:lnTo>
                    <a:lnTo>
                      <a:pt x="448" y="176"/>
                    </a:lnTo>
                    <a:lnTo>
                      <a:pt x="462" y="208"/>
                    </a:lnTo>
                    <a:lnTo>
                      <a:pt x="475" y="240"/>
                    </a:lnTo>
                    <a:lnTo>
                      <a:pt x="482" y="260"/>
                    </a:lnTo>
                    <a:lnTo>
                      <a:pt x="489" y="278"/>
                    </a:lnTo>
                    <a:lnTo>
                      <a:pt x="496" y="298"/>
                    </a:lnTo>
                    <a:lnTo>
                      <a:pt x="501" y="317"/>
                    </a:lnTo>
                    <a:lnTo>
                      <a:pt x="508" y="338"/>
                    </a:lnTo>
                    <a:lnTo>
                      <a:pt x="514" y="357"/>
                    </a:lnTo>
                    <a:lnTo>
                      <a:pt x="520" y="378"/>
                    </a:lnTo>
                    <a:lnTo>
                      <a:pt x="526" y="399"/>
                    </a:lnTo>
                    <a:lnTo>
                      <a:pt x="497" y="409"/>
                    </a:lnTo>
                    <a:lnTo>
                      <a:pt x="468" y="420"/>
                    </a:lnTo>
                    <a:lnTo>
                      <a:pt x="438" y="429"/>
                    </a:lnTo>
                    <a:lnTo>
                      <a:pt x="408" y="438"/>
                    </a:lnTo>
                    <a:lnTo>
                      <a:pt x="377" y="446"/>
                    </a:lnTo>
                    <a:lnTo>
                      <a:pt x="346" y="454"/>
                    </a:lnTo>
                    <a:lnTo>
                      <a:pt x="314" y="462"/>
                    </a:lnTo>
                    <a:lnTo>
                      <a:pt x="280" y="469"/>
                    </a:lnTo>
                    <a:lnTo>
                      <a:pt x="247" y="475"/>
                    </a:lnTo>
                    <a:lnTo>
                      <a:pt x="213" y="481"/>
                    </a:lnTo>
                    <a:lnTo>
                      <a:pt x="179" y="485"/>
                    </a:lnTo>
                    <a:lnTo>
                      <a:pt x="143" y="490"/>
                    </a:lnTo>
                    <a:lnTo>
                      <a:pt x="109" y="493"/>
                    </a:lnTo>
                    <a:lnTo>
                      <a:pt x="73" y="497"/>
                    </a:lnTo>
                    <a:lnTo>
                      <a:pt x="37" y="499"/>
                    </a:lnTo>
                    <a:lnTo>
                      <a:pt x="0" y="501"/>
                    </a:lnTo>
                    <a:lnTo>
                      <a:pt x="0" y="290"/>
                    </a:lnTo>
                    <a:lnTo>
                      <a:pt x="0" y="67"/>
                    </a:lnTo>
                    <a:close/>
                  </a:path>
                </a:pathLst>
              </a:custGeom>
              <a:grpFill/>
              <a:ln w="9525">
                <a:noFill/>
                <a:round/>
                <a:headEnd/>
                <a:tailEnd/>
              </a:ln>
            </p:spPr>
            <p:txBody>
              <a:bodyPr/>
              <a:lstStyle/>
              <a:p>
                <a:pPr algn="ctr">
                  <a:defRPr/>
                </a:pPr>
                <a:endParaRPr lang="en-US" sz="900" dirty="0"/>
              </a:p>
            </p:txBody>
          </p:sp>
          <p:sp>
            <p:nvSpPr>
              <p:cNvPr id="59" name="Freeform 58"/>
              <p:cNvSpPr>
                <a:spLocks/>
              </p:cNvSpPr>
              <p:nvPr/>
            </p:nvSpPr>
            <p:spPr bwMode="auto">
              <a:xfrm>
                <a:off x="2594" y="1814"/>
                <a:ext cx="262" cy="250"/>
              </a:xfrm>
              <a:custGeom>
                <a:avLst/>
                <a:gdLst/>
                <a:ahLst/>
                <a:cxnLst>
                  <a:cxn ang="0">
                    <a:pos x="525" y="501"/>
                  </a:cxn>
                  <a:cxn ang="0">
                    <a:pos x="487" y="499"/>
                  </a:cxn>
                  <a:cxn ang="0">
                    <a:pos x="449" y="497"/>
                  </a:cxn>
                  <a:cxn ang="0">
                    <a:pos x="412" y="493"/>
                  </a:cxn>
                  <a:cxn ang="0">
                    <a:pos x="375" y="489"/>
                  </a:cxn>
                  <a:cxn ang="0">
                    <a:pos x="338" y="484"/>
                  </a:cxn>
                  <a:cxn ang="0">
                    <a:pos x="302" y="480"/>
                  </a:cxn>
                  <a:cxn ang="0">
                    <a:pos x="267" y="474"/>
                  </a:cxn>
                  <a:cxn ang="0">
                    <a:pos x="232" y="467"/>
                  </a:cxn>
                  <a:cxn ang="0">
                    <a:pos x="201" y="460"/>
                  </a:cxn>
                  <a:cxn ang="0">
                    <a:pos x="170" y="453"/>
                  </a:cxn>
                  <a:cxn ang="0">
                    <a:pos x="140" y="445"/>
                  </a:cxn>
                  <a:cxn ang="0">
                    <a:pos x="111" y="437"/>
                  </a:cxn>
                  <a:cxn ang="0">
                    <a:pos x="81" y="428"/>
                  </a:cxn>
                  <a:cxn ang="0">
                    <a:pos x="54" y="419"/>
                  </a:cxn>
                  <a:cxn ang="0">
                    <a:pos x="26" y="409"/>
                  </a:cxn>
                  <a:cxn ang="0">
                    <a:pos x="0" y="399"/>
                  </a:cxn>
                  <a:cxn ang="0">
                    <a:pos x="12" y="354"/>
                  </a:cxn>
                  <a:cxn ang="0">
                    <a:pos x="26" y="309"/>
                  </a:cxn>
                  <a:cxn ang="0">
                    <a:pos x="40" y="266"/>
                  </a:cxn>
                  <a:cxn ang="0">
                    <a:pos x="56" y="224"/>
                  </a:cxn>
                  <a:cxn ang="0">
                    <a:pos x="80" y="164"/>
                  </a:cxn>
                  <a:cxn ang="0">
                    <a:pos x="107" y="108"/>
                  </a:cxn>
                  <a:cxn ang="0">
                    <a:pos x="134" y="52"/>
                  </a:cxn>
                  <a:cxn ang="0">
                    <a:pos x="164" y="0"/>
                  </a:cxn>
                  <a:cxn ang="0">
                    <a:pos x="200" y="12"/>
                  </a:cxn>
                  <a:cxn ang="0">
                    <a:pos x="238" y="24"/>
                  </a:cxn>
                  <a:cxn ang="0">
                    <a:pos x="276" y="34"/>
                  </a:cxn>
                  <a:cxn ang="0">
                    <a:pos x="315" y="42"/>
                  </a:cxn>
                  <a:cxn ang="0">
                    <a:pos x="340" y="47"/>
                  </a:cxn>
                  <a:cxn ang="0">
                    <a:pos x="365" y="51"/>
                  </a:cxn>
                  <a:cxn ang="0">
                    <a:pos x="391" y="55"/>
                  </a:cxn>
                  <a:cxn ang="0">
                    <a:pos x="417" y="58"/>
                  </a:cxn>
                  <a:cxn ang="0">
                    <a:pos x="443" y="62"/>
                  </a:cxn>
                  <a:cxn ang="0">
                    <a:pos x="471" y="64"/>
                  </a:cxn>
                  <a:cxn ang="0">
                    <a:pos x="497" y="66"/>
                  </a:cxn>
                  <a:cxn ang="0">
                    <a:pos x="525" y="67"/>
                  </a:cxn>
                </a:cxnLst>
                <a:rect l="0" t="0" r="r" b="b"/>
                <a:pathLst>
                  <a:path w="525" h="501">
                    <a:moveTo>
                      <a:pt x="525" y="283"/>
                    </a:moveTo>
                    <a:lnTo>
                      <a:pt x="525" y="501"/>
                    </a:lnTo>
                    <a:lnTo>
                      <a:pt x="505" y="500"/>
                    </a:lnTo>
                    <a:lnTo>
                      <a:pt x="487" y="499"/>
                    </a:lnTo>
                    <a:lnTo>
                      <a:pt x="467" y="498"/>
                    </a:lnTo>
                    <a:lnTo>
                      <a:pt x="449" y="497"/>
                    </a:lnTo>
                    <a:lnTo>
                      <a:pt x="430" y="495"/>
                    </a:lnTo>
                    <a:lnTo>
                      <a:pt x="412" y="493"/>
                    </a:lnTo>
                    <a:lnTo>
                      <a:pt x="393" y="491"/>
                    </a:lnTo>
                    <a:lnTo>
                      <a:pt x="375" y="489"/>
                    </a:lnTo>
                    <a:lnTo>
                      <a:pt x="357" y="488"/>
                    </a:lnTo>
                    <a:lnTo>
                      <a:pt x="338" y="484"/>
                    </a:lnTo>
                    <a:lnTo>
                      <a:pt x="320" y="482"/>
                    </a:lnTo>
                    <a:lnTo>
                      <a:pt x="302" y="480"/>
                    </a:lnTo>
                    <a:lnTo>
                      <a:pt x="285" y="476"/>
                    </a:lnTo>
                    <a:lnTo>
                      <a:pt x="267" y="474"/>
                    </a:lnTo>
                    <a:lnTo>
                      <a:pt x="250" y="470"/>
                    </a:lnTo>
                    <a:lnTo>
                      <a:pt x="232" y="467"/>
                    </a:lnTo>
                    <a:lnTo>
                      <a:pt x="216" y="463"/>
                    </a:lnTo>
                    <a:lnTo>
                      <a:pt x="201" y="460"/>
                    </a:lnTo>
                    <a:lnTo>
                      <a:pt x="185" y="457"/>
                    </a:lnTo>
                    <a:lnTo>
                      <a:pt x="170" y="453"/>
                    </a:lnTo>
                    <a:lnTo>
                      <a:pt x="155" y="450"/>
                    </a:lnTo>
                    <a:lnTo>
                      <a:pt x="140" y="445"/>
                    </a:lnTo>
                    <a:lnTo>
                      <a:pt x="125" y="442"/>
                    </a:lnTo>
                    <a:lnTo>
                      <a:pt x="111" y="437"/>
                    </a:lnTo>
                    <a:lnTo>
                      <a:pt x="96" y="432"/>
                    </a:lnTo>
                    <a:lnTo>
                      <a:pt x="81" y="428"/>
                    </a:lnTo>
                    <a:lnTo>
                      <a:pt x="68" y="423"/>
                    </a:lnTo>
                    <a:lnTo>
                      <a:pt x="54" y="419"/>
                    </a:lnTo>
                    <a:lnTo>
                      <a:pt x="40" y="414"/>
                    </a:lnTo>
                    <a:lnTo>
                      <a:pt x="26" y="409"/>
                    </a:lnTo>
                    <a:lnTo>
                      <a:pt x="13" y="404"/>
                    </a:lnTo>
                    <a:lnTo>
                      <a:pt x="0" y="399"/>
                    </a:lnTo>
                    <a:lnTo>
                      <a:pt x="5" y="376"/>
                    </a:lnTo>
                    <a:lnTo>
                      <a:pt x="12" y="354"/>
                    </a:lnTo>
                    <a:lnTo>
                      <a:pt x="19" y="331"/>
                    </a:lnTo>
                    <a:lnTo>
                      <a:pt x="26" y="309"/>
                    </a:lnTo>
                    <a:lnTo>
                      <a:pt x="33" y="287"/>
                    </a:lnTo>
                    <a:lnTo>
                      <a:pt x="40" y="266"/>
                    </a:lnTo>
                    <a:lnTo>
                      <a:pt x="48" y="245"/>
                    </a:lnTo>
                    <a:lnTo>
                      <a:pt x="56" y="224"/>
                    </a:lnTo>
                    <a:lnTo>
                      <a:pt x="68" y="194"/>
                    </a:lnTo>
                    <a:lnTo>
                      <a:pt x="80" y="164"/>
                    </a:lnTo>
                    <a:lnTo>
                      <a:pt x="93" y="135"/>
                    </a:lnTo>
                    <a:lnTo>
                      <a:pt x="107" y="108"/>
                    </a:lnTo>
                    <a:lnTo>
                      <a:pt x="121" y="80"/>
                    </a:lnTo>
                    <a:lnTo>
                      <a:pt x="134" y="52"/>
                    </a:lnTo>
                    <a:lnTo>
                      <a:pt x="149" y="26"/>
                    </a:lnTo>
                    <a:lnTo>
                      <a:pt x="164" y="0"/>
                    </a:lnTo>
                    <a:lnTo>
                      <a:pt x="183" y="6"/>
                    </a:lnTo>
                    <a:lnTo>
                      <a:pt x="200" y="12"/>
                    </a:lnTo>
                    <a:lnTo>
                      <a:pt x="218" y="18"/>
                    </a:lnTo>
                    <a:lnTo>
                      <a:pt x="238" y="24"/>
                    </a:lnTo>
                    <a:lnTo>
                      <a:pt x="256" y="28"/>
                    </a:lnTo>
                    <a:lnTo>
                      <a:pt x="276" y="34"/>
                    </a:lnTo>
                    <a:lnTo>
                      <a:pt x="296" y="37"/>
                    </a:lnTo>
                    <a:lnTo>
                      <a:pt x="315" y="42"/>
                    </a:lnTo>
                    <a:lnTo>
                      <a:pt x="328" y="44"/>
                    </a:lnTo>
                    <a:lnTo>
                      <a:pt x="340" y="47"/>
                    </a:lnTo>
                    <a:lnTo>
                      <a:pt x="352" y="49"/>
                    </a:lnTo>
                    <a:lnTo>
                      <a:pt x="365" y="51"/>
                    </a:lnTo>
                    <a:lnTo>
                      <a:pt x="379" y="52"/>
                    </a:lnTo>
                    <a:lnTo>
                      <a:pt x="391" y="55"/>
                    </a:lnTo>
                    <a:lnTo>
                      <a:pt x="404" y="57"/>
                    </a:lnTo>
                    <a:lnTo>
                      <a:pt x="417" y="58"/>
                    </a:lnTo>
                    <a:lnTo>
                      <a:pt x="430" y="59"/>
                    </a:lnTo>
                    <a:lnTo>
                      <a:pt x="443" y="62"/>
                    </a:lnTo>
                    <a:lnTo>
                      <a:pt x="457" y="63"/>
                    </a:lnTo>
                    <a:lnTo>
                      <a:pt x="471" y="64"/>
                    </a:lnTo>
                    <a:lnTo>
                      <a:pt x="483" y="65"/>
                    </a:lnTo>
                    <a:lnTo>
                      <a:pt x="497" y="66"/>
                    </a:lnTo>
                    <a:lnTo>
                      <a:pt x="511" y="66"/>
                    </a:lnTo>
                    <a:lnTo>
                      <a:pt x="525" y="67"/>
                    </a:lnTo>
                    <a:lnTo>
                      <a:pt x="525" y="283"/>
                    </a:lnTo>
                    <a:close/>
                  </a:path>
                </a:pathLst>
              </a:custGeom>
              <a:grpFill/>
              <a:ln w="9525">
                <a:noFill/>
                <a:round/>
                <a:headEnd/>
                <a:tailEnd/>
              </a:ln>
            </p:spPr>
            <p:txBody>
              <a:bodyPr/>
              <a:lstStyle/>
              <a:p>
                <a:pPr algn="ctr">
                  <a:defRPr/>
                </a:pPr>
                <a:endParaRPr lang="en-US" sz="900" dirty="0"/>
              </a:p>
            </p:txBody>
          </p:sp>
          <p:sp>
            <p:nvSpPr>
              <p:cNvPr id="60" name="Freeform 59"/>
              <p:cNvSpPr>
                <a:spLocks/>
              </p:cNvSpPr>
              <p:nvPr/>
            </p:nvSpPr>
            <p:spPr bwMode="auto">
              <a:xfrm>
                <a:off x="2904" y="2342"/>
                <a:ext cx="281" cy="236"/>
              </a:xfrm>
              <a:custGeom>
                <a:avLst/>
                <a:gdLst/>
                <a:ahLst/>
                <a:cxnLst>
                  <a:cxn ang="0">
                    <a:pos x="0" y="336"/>
                  </a:cxn>
                  <a:cxn ang="0">
                    <a:pos x="0" y="110"/>
                  </a:cxn>
                  <a:cxn ang="0">
                    <a:pos x="38" y="109"/>
                  </a:cxn>
                  <a:cxn ang="0">
                    <a:pos x="76" y="105"/>
                  </a:cxn>
                  <a:cxn ang="0">
                    <a:pos x="113" y="103"/>
                  </a:cxn>
                  <a:cxn ang="0">
                    <a:pos x="150" y="98"/>
                  </a:cxn>
                  <a:cxn ang="0">
                    <a:pos x="187" y="94"/>
                  </a:cxn>
                  <a:cxn ang="0">
                    <a:pos x="223" y="89"/>
                  </a:cxn>
                  <a:cxn ang="0">
                    <a:pos x="258" y="83"/>
                  </a:cxn>
                  <a:cxn ang="0">
                    <a:pos x="294" y="76"/>
                  </a:cxn>
                  <a:cxn ang="0">
                    <a:pos x="330" y="70"/>
                  </a:cxn>
                  <a:cxn ang="0">
                    <a:pos x="364" y="62"/>
                  </a:cxn>
                  <a:cxn ang="0">
                    <a:pos x="398" y="52"/>
                  </a:cxn>
                  <a:cxn ang="0">
                    <a:pos x="431" y="43"/>
                  </a:cxn>
                  <a:cxn ang="0">
                    <a:pos x="465" y="34"/>
                  </a:cxn>
                  <a:cxn ang="0">
                    <a:pos x="498" y="24"/>
                  </a:cxn>
                  <a:cxn ang="0">
                    <a:pos x="530" y="12"/>
                  </a:cxn>
                  <a:cxn ang="0">
                    <a:pos x="561" y="0"/>
                  </a:cxn>
                  <a:cxn ang="0">
                    <a:pos x="558" y="29"/>
                  </a:cxn>
                  <a:cxn ang="0">
                    <a:pos x="553" y="57"/>
                  </a:cxn>
                  <a:cxn ang="0">
                    <a:pos x="550" y="83"/>
                  </a:cxn>
                  <a:cxn ang="0">
                    <a:pos x="545" y="111"/>
                  </a:cxn>
                  <a:cxn ang="0">
                    <a:pos x="541" y="138"/>
                  </a:cxn>
                  <a:cxn ang="0">
                    <a:pos x="536" y="164"/>
                  </a:cxn>
                  <a:cxn ang="0">
                    <a:pos x="530" y="189"/>
                  </a:cxn>
                  <a:cxn ang="0">
                    <a:pos x="523" y="216"/>
                  </a:cxn>
                  <a:cxn ang="0">
                    <a:pos x="518" y="238"/>
                  </a:cxn>
                  <a:cxn ang="0">
                    <a:pos x="511" y="260"/>
                  </a:cxn>
                  <a:cxn ang="0">
                    <a:pos x="504" y="281"/>
                  </a:cxn>
                  <a:cxn ang="0">
                    <a:pos x="496" y="303"/>
                  </a:cxn>
                  <a:cxn ang="0">
                    <a:pos x="488" y="325"/>
                  </a:cxn>
                  <a:cxn ang="0">
                    <a:pos x="478" y="347"/>
                  </a:cxn>
                  <a:cxn ang="0">
                    <a:pos x="468" y="370"/>
                  </a:cxn>
                  <a:cxn ang="0">
                    <a:pos x="456" y="392"/>
                  </a:cxn>
                  <a:cxn ang="0">
                    <a:pos x="430" y="400"/>
                  </a:cxn>
                  <a:cxn ang="0">
                    <a:pos x="403" y="409"/>
                  </a:cxn>
                  <a:cxn ang="0">
                    <a:pos x="377" y="416"/>
                  </a:cxn>
                  <a:cxn ang="0">
                    <a:pos x="349" y="424"/>
                  </a:cxn>
                  <a:cxn ang="0">
                    <a:pos x="322" y="431"/>
                  </a:cxn>
                  <a:cxn ang="0">
                    <a:pos x="294" y="437"/>
                  </a:cxn>
                  <a:cxn ang="0">
                    <a:pos x="265" y="443"/>
                  </a:cxn>
                  <a:cxn ang="0">
                    <a:pos x="238" y="448"/>
                  </a:cxn>
                  <a:cxn ang="0">
                    <a:pos x="209" y="453"/>
                  </a:cxn>
                  <a:cxn ang="0">
                    <a:pos x="179" y="458"/>
                  </a:cxn>
                  <a:cxn ang="0">
                    <a:pos x="150" y="462"/>
                  </a:cxn>
                  <a:cxn ang="0">
                    <a:pos x="120" y="466"/>
                  </a:cxn>
                  <a:cxn ang="0">
                    <a:pos x="91" y="468"/>
                  </a:cxn>
                  <a:cxn ang="0">
                    <a:pos x="61" y="470"/>
                  </a:cxn>
                  <a:cxn ang="0">
                    <a:pos x="30" y="473"/>
                  </a:cxn>
                  <a:cxn ang="0">
                    <a:pos x="0" y="474"/>
                  </a:cxn>
                  <a:cxn ang="0">
                    <a:pos x="0" y="336"/>
                  </a:cxn>
                </a:cxnLst>
                <a:rect l="0" t="0" r="r" b="b"/>
                <a:pathLst>
                  <a:path w="561" h="474">
                    <a:moveTo>
                      <a:pt x="0" y="336"/>
                    </a:moveTo>
                    <a:lnTo>
                      <a:pt x="0" y="110"/>
                    </a:lnTo>
                    <a:lnTo>
                      <a:pt x="38" y="109"/>
                    </a:lnTo>
                    <a:lnTo>
                      <a:pt x="76" y="105"/>
                    </a:lnTo>
                    <a:lnTo>
                      <a:pt x="113" y="103"/>
                    </a:lnTo>
                    <a:lnTo>
                      <a:pt x="150" y="98"/>
                    </a:lnTo>
                    <a:lnTo>
                      <a:pt x="187" y="94"/>
                    </a:lnTo>
                    <a:lnTo>
                      <a:pt x="223" y="89"/>
                    </a:lnTo>
                    <a:lnTo>
                      <a:pt x="258" y="83"/>
                    </a:lnTo>
                    <a:lnTo>
                      <a:pt x="294" y="76"/>
                    </a:lnTo>
                    <a:lnTo>
                      <a:pt x="330" y="70"/>
                    </a:lnTo>
                    <a:lnTo>
                      <a:pt x="364" y="62"/>
                    </a:lnTo>
                    <a:lnTo>
                      <a:pt x="398" y="52"/>
                    </a:lnTo>
                    <a:lnTo>
                      <a:pt x="431" y="43"/>
                    </a:lnTo>
                    <a:lnTo>
                      <a:pt x="465" y="34"/>
                    </a:lnTo>
                    <a:lnTo>
                      <a:pt x="498" y="24"/>
                    </a:lnTo>
                    <a:lnTo>
                      <a:pt x="530" y="12"/>
                    </a:lnTo>
                    <a:lnTo>
                      <a:pt x="561" y="0"/>
                    </a:lnTo>
                    <a:lnTo>
                      <a:pt x="558" y="29"/>
                    </a:lnTo>
                    <a:lnTo>
                      <a:pt x="553" y="57"/>
                    </a:lnTo>
                    <a:lnTo>
                      <a:pt x="550" y="83"/>
                    </a:lnTo>
                    <a:lnTo>
                      <a:pt x="545" y="111"/>
                    </a:lnTo>
                    <a:lnTo>
                      <a:pt x="541" y="138"/>
                    </a:lnTo>
                    <a:lnTo>
                      <a:pt x="536" y="164"/>
                    </a:lnTo>
                    <a:lnTo>
                      <a:pt x="530" y="189"/>
                    </a:lnTo>
                    <a:lnTo>
                      <a:pt x="523" y="216"/>
                    </a:lnTo>
                    <a:lnTo>
                      <a:pt x="518" y="238"/>
                    </a:lnTo>
                    <a:lnTo>
                      <a:pt x="511" y="260"/>
                    </a:lnTo>
                    <a:lnTo>
                      <a:pt x="504" y="281"/>
                    </a:lnTo>
                    <a:lnTo>
                      <a:pt x="496" y="303"/>
                    </a:lnTo>
                    <a:lnTo>
                      <a:pt x="488" y="325"/>
                    </a:lnTo>
                    <a:lnTo>
                      <a:pt x="478" y="347"/>
                    </a:lnTo>
                    <a:lnTo>
                      <a:pt x="468" y="370"/>
                    </a:lnTo>
                    <a:lnTo>
                      <a:pt x="456" y="392"/>
                    </a:lnTo>
                    <a:lnTo>
                      <a:pt x="430" y="400"/>
                    </a:lnTo>
                    <a:lnTo>
                      <a:pt x="403" y="409"/>
                    </a:lnTo>
                    <a:lnTo>
                      <a:pt x="377" y="416"/>
                    </a:lnTo>
                    <a:lnTo>
                      <a:pt x="349" y="424"/>
                    </a:lnTo>
                    <a:lnTo>
                      <a:pt x="322" y="431"/>
                    </a:lnTo>
                    <a:lnTo>
                      <a:pt x="294" y="437"/>
                    </a:lnTo>
                    <a:lnTo>
                      <a:pt x="265" y="443"/>
                    </a:lnTo>
                    <a:lnTo>
                      <a:pt x="238" y="448"/>
                    </a:lnTo>
                    <a:lnTo>
                      <a:pt x="209" y="453"/>
                    </a:lnTo>
                    <a:lnTo>
                      <a:pt x="179" y="458"/>
                    </a:lnTo>
                    <a:lnTo>
                      <a:pt x="150" y="462"/>
                    </a:lnTo>
                    <a:lnTo>
                      <a:pt x="120" y="466"/>
                    </a:lnTo>
                    <a:lnTo>
                      <a:pt x="91" y="468"/>
                    </a:lnTo>
                    <a:lnTo>
                      <a:pt x="61" y="470"/>
                    </a:lnTo>
                    <a:lnTo>
                      <a:pt x="30" y="473"/>
                    </a:lnTo>
                    <a:lnTo>
                      <a:pt x="0" y="474"/>
                    </a:lnTo>
                    <a:lnTo>
                      <a:pt x="0" y="336"/>
                    </a:lnTo>
                    <a:close/>
                  </a:path>
                </a:pathLst>
              </a:custGeom>
              <a:grpFill/>
              <a:ln w="9525">
                <a:noFill/>
                <a:round/>
                <a:headEnd/>
                <a:tailEnd/>
              </a:ln>
            </p:spPr>
            <p:txBody>
              <a:bodyPr/>
              <a:lstStyle/>
              <a:p>
                <a:pPr algn="ctr">
                  <a:defRPr/>
                </a:pPr>
                <a:endParaRPr lang="en-US" sz="900" dirty="0"/>
              </a:p>
            </p:txBody>
          </p:sp>
          <p:sp>
            <p:nvSpPr>
              <p:cNvPr id="61" name="Freeform 60"/>
              <p:cNvSpPr>
                <a:spLocks/>
              </p:cNvSpPr>
              <p:nvPr/>
            </p:nvSpPr>
            <p:spPr bwMode="auto">
              <a:xfrm>
                <a:off x="3136" y="1704"/>
                <a:ext cx="216" cy="286"/>
              </a:xfrm>
              <a:custGeom>
                <a:avLst/>
                <a:gdLst/>
                <a:ahLst/>
                <a:cxnLst>
                  <a:cxn ang="0">
                    <a:pos x="210" y="11"/>
                  </a:cxn>
                  <a:cxn ang="0">
                    <a:pos x="241" y="35"/>
                  </a:cxn>
                  <a:cxn ang="0">
                    <a:pos x="272" y="64"/>
                  </a:cxn>
                  <a:cxn ang="0">
                    <a:pos x="303" y="95"/>
                  </a:cxn>
                  <a:cxn ang="0">
                    <a:pos x="333" y="128"/>
                  </a:cxn>
                  <a:cxn ang="0">
                    <a:pos x="363" y="162"/>
                  </a:cxn>
                  <a:cxn ang="0">
                    <a:pos x="392" y="198"/>
                  </a:cxn>
                  <a:cxn ang="0">
                    <a:pos x="420" y="233"/>
                  </a:cxn>
                  <a:cxn ang="0">
                    <a:pos x="431" y="274"/>
                  </a:cxn>
                  <a:cxn ang="0">
                    <a:pos x="421" y="319"/>
                  </a:cxn>
                  <a:cxn ang="0">
                    <a:pos x="403" y="362"/>
                  </a:cxn>
                  <a:cxn ang="0">
                    <a:pos x="376" y="404"/>
                  </a:cxn>
                  <a:cxn ang="0">
                    <a:pos x="342" y="444"/>
                  </a:cxn>
                  <a:cxn ang="0">
                    <a:pos x="300" y="483"/>
                  </a:cxn>
                  <a:cxn ang="0">
                    <a:pos x="251" y="520"/>
                  </a:cxn>
                  <a:cxn ang="0">
                    <a:pos x="196" y="555"/>
                  </a:cxn>
                  <a:cxn ang="0">
                    <a:pos x="157" y="539"/>
                  </a:cxn>
                  <a:cxn ang="0">
                    <a:pos x="136" y="475"/>
                  </a:cxn>
                  <a:cxn ang="0">
                    <a:pos x="113" y="413"/>
                  </a:cxn>
                  <a:cxn ang="0">
                    <a:pos x="89" y="353"/>
                  </a:cxn>
                  <a:cxn ang="0">
                    <a:pos x="67" y="304"/>
                  </a:cxn>
                  <a:cxn ang="0">
                    <a:pos x="49" y="266"/>
                  </a:cxn>
                  <a:cxn ang="0">
                    <a:pos x="30" y="228"/>
                  </a:cxn>
                  <a:cxn ang="0">
                    <a:pos x="11" y="192"/>
                  </a:cxn>
                  <a:cxn ang="0">
                    <a:pos x="17" y="164"/>
                  </a:cxn>
                  <a:cxn ang="0">
                    <a:pos x="49" y="146"/>
                  </a:cxn>
                  <a:cxn ang="0">
                    <a:pos x="78" y="126"/>
                  </a:cxn>
                  <a:cxn ang="0">
                    <a:pos x="105" y="106"/>
                  </a:cxn>
                  <a:cxn ang="0">
                    <a:pos x="129" y="84"/>
                  </a:cxn>
                  <a:cxn ang="0">
                    <a:pos x="151" y="61"/>
                  </a:cxn>
                  <a:cxn ang="0">
                    <a:pos x="171" y="37"/>
                  </a:cxn>
                  <a:cxn ang="0">
                    <a:pos x="188" y="12"/>
                  </a:cxn>
                </a:cxnLst>
                <a:rect l="0" t="0" r="r" b="b"/>
                <a:pathLst>
                  <a:path w="432" h="571">
                    <a:moveTo>
                      <a:pt x="195" y="0"/>
                    </a:moveTo>
                    <a:lnTo>
                      <a:pt x="210" y="11"/>
                    </a:lnTo>
                    <a:lnTo>
                      <a:pt x="225" y="23"/>
                    </a:lnTo>
                    <a:lnTo>
                      <a:pt x="241" y="35"/>
                    </a:lnTo>
                    <a:lnTo>
                      <a:pt x="256" y="49"/>
                    </a:lnTo>
                    <a:lnTo>
                      <a:pt x="272" y="64"/>
                    </a:lnTo>
                    <a:lnTo>
                      <a:pt x="287" y="79"/>
                    </a:lnTo>
                    <a:lnTo>
                      <a:pt x="303" y="95"/>
                    </a:lnTo>
                    <a:lnTo>
                      <a:pt x="318" y="111"/>
                    </a:lnTo>
                    <a:lnTo>
                      <a:pt x="333" y="128"/>
                    </a:lnTo>
                    <a:lnTo>
                      <a:pt x="349" y="145"/>
                    </a:lnTo>
                    <a:lnTo>
                      <a:pt x="363" y="162"/>
                    </a:lnTo>
                    <a:lnTo>
                      <a:pt x="378" y="179"/>
                    </a:lnTo>
                    <a:lnTo>
                      <a:pt x="392" y="198"/>
                    </a:lnTo>
                    <a:lnTo>
                      <a:pt x="406" y="215"/>
                    </a:lnTo>
                    <a:lnTo>
                      <a:pt x="420" y="233"/>
                    </a:lnTo>
                    <a:lnTo>
                      <a:pt x="432" y="251"/>
                    </a:lnTo>
                    <a:lnTo>
                      <a:pt x="431" y="274"/>
                    </a:lnTo>
                    <a:lnTo>
                      <a:pt x="428" y="296"/>
                    </a:lnTo>
                    <a:lnTo>
                      <a:pt x="421" y="319"/>
                    </a:lnTo>
                    <a:lnTo>
                      <a:pt x="413" y="341"/>
                    </a:lnTo>
                    <a:lnTo>
                      <a:pt x="403" y="362"/>
                    </a:lnTo>
                    <a:lnTo>
                      <a:pt x="391" y="383"/>
                    </a:lnTo>
                    <a:lnTo>
                      <a:pt x="376" y="404"/>
                    </a:lnTo>
                    <a:lnTo>
                      <a:pt x="360" y="425"/>
                    </a:lnTo>
                    <a:lnTo>
                      <a:pt x="342" y="444"/>
                    </a:lnTo>
                    <a:lnTo>
                      <a:pt x="322" y="464"/>
                    </a:lnTo>
                    <a:lnTo>
                      <a:pt x="300" y="483"/>
                    </a:lnTo>
                    <a:lnTo>
                      <a:pt x="277" y="502"/>
                    </a:lnTo>
                    <a:lnTo>
                      <a:pt x="251" y="520"/>
                    </a:lnTo>
                    <a:lnTo>
                      <a:pt x="225" y="537"/>
                    </a:lnTo>
                    <a:lnTo>
                      <a:pt x="196" y="555"/>
                    </a:lnTo>
                    <a:lnTo>
                      <a:pt x="166" y="571"/>
                    </a:lnTo>
                    <a:lnTo>
                      <a:pt x="157" y="539"/>
                    </a:lnTo>
                    <a:lnTo>
                      <a:pt x="147" y="506"/>
                    </a:lnTo>
                    <a:lnTo>
                      <a:pt x="136" y="475"/>
                    </a:lnTo>
                    <a:lnTo>
                      <a:pt x="125" y="443"/>
                    </a:lnTo>
                    <a:lnTo>
                      <a:pt x="113" y="413"/>
                    </a:lnTo>
                    <a:lnTo>
                      <a:pt x="102" y="383"/>
                    </a:lnTo>
                    <a:lnTo>
                      <a:pt x="89" y="353"/>
                    </a:lnTo>
                    <a:lnTo>
                      <a:pt x="76" y="323"/>
                    </a:lnTo>
                    <a:lnTo>
                      <a:pt x="67" y="304"/>
                    </a:lnTo>
                    <a:lnTo>
                      <a:pt x="58" y="284"/>
                    </a:lnTo>
                    <a:lnTo>
                      <a:pt x="49" y="266"/>
                    </a:lnTo>
                    <a:lnTo>
                      <a:pt x="40" y="246"/>
                    </a:lnTo>
                    <a:lnTo>
                      <a:pt x="30" y="228"/>
                    </a:lnTo>
                    <a:lnTo>
                      <a:pt x="20" y="209"/>
                    </a:lnTo>
                    <a:lnTo>
                      <a:pt x="11" y="192"/>
                    </a:lnTo>
                    <a:lnTo>
                      <a:pt x="0" y="174"/>
                    </a:lnTo>
                    <a:lnTo>
                      <a:pt x="17" y="164"/>
                    </a:lnTo>
                    <a:lnTo>
                      <a:pt x="33" y="155"/>
                    </a:lnTo>
                    <a:lnTo>
                      <a:pt x="49" y="146"/>
                    </a:lnTo>
                    <a:lnTo>
                      <a:pt x="64" y="136"/>
                    </a:lnTo>
                    <a:lnTo>
                      <a:pt x="78" y="126"/>
                    </a:lnTo>
                    <a:lnTo>
                      <a:pt x="91" y="116"/>
                    </a:lnTo>
                    <a:lnTo>
                      <a:pt x="105" y="106"/>
                    </a:lnTo>
                    <a:lnTo>
                      <a:pt x="118" y="94"/>
                    </a:lnTo>
                    <a:lnTo>
                      <a:pt x="129" y="84"/>
                    </a:lnTo>
                    <a:lnTo>
                      <a:pt x="141" y="72"/>
                    </a:lnTo>
                    <a:lnTo>
                      <a:pt x="151" y="61"/>
                    </a:lnTo>
                    <a:lnTo>
                      <a:pt x="162" y="49"/>
                    </a:lnTo>
                    <a:lnTo>
                      <a:pt x="171" y="37"/>
                    </a:lnTo>
                    <a:lnTo>
                      <a:pt x="180" y="25"/>
                    </a:lnTo>
                    <a:lnTo>
                      <a:pt x="188" y="12"/>
                    </a:lnTo>
                    <a:lnTo>
                      <a:pt x="195" y="0"/>
                    </a:lnTo>
                    <a:close/>
                  </a:path>
                </a:pathLst>
              </a:custGeom>
              <a:grpFill/>
              <a:ln w="9525">
                <a:noFill/>
                <a:round/>
                <a:headEnd/>
                <a:tailEnd/>
              </a:ln>
            </p:spPr>
            <p:txBody>
              <a:bodyPr/>
              <a:lstStyle/>
              <a:p>
                <a:pPr algn="ctr">
                  <a:defRPr/>
                </a:pPr>
                <a:endParaRPr lang="en-US" sz="900" dirty="0"/>
              </a:p>
            </p:txBody>
          </p:sp>
          <p:sp>
            <p:nvSpPr>
              <p:cNvPr id="62" name="Freeform 61"/>
              <p:cNvSpPr>
                <a:spLocks/>
              </p:cNvSpPr>
              <p:nvPr/>
            </p:nvSpPr>
            <p:spPr bwMode="auto">
              <a:xfrm>
                <a:off x="3003" y="1595"/>
                <a:ext cx="184" cy="149"/>
              </a:xfrm>
              <a:custGeom>
                <a:avLst/>
                <a:gdLst/>
                <a:ahLst/>
                <a:cxnLst>
                  <a:cxn ang="0">
                    <a:pos x="4" y="0"/>
                  </a:cxn>
                  <a:cxn ang="0">
                    <a:pos x="22" y="3"/>
                  </a:cxn>
                  <a:cxn ang="0">
                    <a:pos x="42" y="7"/>
                  </a:cxn>
                  <a:cxn ang="0">
                    <a:pos x="63" y="10"/>
                  </a:cxn>
                  <a:cxn ang="0">
                    <a:pos x="83" y="16"/>
                  </a:cxn>
                  <a:cxn ang="0">
                    <a:pos x="105" y="22"/>
                  </a:cxn>
                  <a:cxn ang="0">
                    <a:pos x="128" y="28"/>
                  </a:cxn>
                  <a:cxn ang="0">
                    <a:pos x="151" y="36"/>
                  </a:cxn>
                  <a:cxn ang="0">
                    <a:pos x="174" y="44"/>
                  </a:cxn>
                  <a:cxn ang="0">
                    <a:pos x="199" y="54"/>
                  </a:cxn>
                  <a:cxn ang="0">
                    <a:pos x="223" y="64"/>
                  </a:cxn>
                  <a:cxn ang="0">
                    <a:pos x="247" y="76"/>
                  </a:cxn>
                  <a:cxn ang="0">
                    <a:pos x="271" y="89"/>
                  </a:cxn>
                  <a:cxn ang="0">
                    <a:pos x="295" y="102"/>
                  </a:cxn>
                  <a:cxn ang="0">
                    <a:pos x="321" y="118"/>
                  </a:cxn>
                  <a:cxn ang="0">
                    <a:pos x="344" y="135"/>
                  </a:cxn>
                  <a:cxn ang="0">
                    <a:pos x="368" y="153"/>
                  </a:cxn>
                  <a:cxn ang="0">
                    <a:pos x="359" y="173"/>
                  </a:cxn>
                  <a:cxn ang="0">
                    <a:pos x="345" y="192"/>
                  </a:cxn>
                  <a:cxn ang="0">
                    <a:pos x="330" y="211"/>
                  </a:cxn>
                  <a:cxn ang="0">
                    <a:pos x="311" y="229"/>
                  </a:cxn>
                  <a:cxn ang="0">
                    <a:pos x="290" y="247"/>
                  </a:cxn>
                  <a:cxn ang="0">
                    <a:pos x="265" y="265"/>
                  </a:cxn>
                  <a:cxn ang="0">
                    <a:pos x="239" y="282"/>
                  </a:cxn>
                  <a:cxn ang="0">
                    <a:pos x="209" y="298"/>
                  </a:cxn>
                  <a:cxn ang="0">
                    <a:pos x="193" y="272"/>
                  </a:cxn>
                  <a:cxn ang="0">
                    <a:pos x="178" y="246"/>
                  </a:cxn>
                  <a:cxn ang="0">
                    <a:pos x="161" y="222"/>
                  </a:cxn>
                  <a:cxn ang="0">
                    <a:pos x="144" y="199"/>
                  </a:cxn>
                  <a:cxn ang="0">
                    <a:pos x="128" y="178"/>
                  </a:cxn>
                  <a:cxn ang="0">
                    <a:pos x="112" y="159"/>
                  </a:cxn>
                  <a:cxn ang="0">
                    <a:pos x="96" y="140"/>
                  </a:cxn>
                  <a:cxn ang="0">
                    <a:pos x="80" y="123"/>
                  </a:cxn>
                  <a:cxn ang="0">
                    <a:pos x="70" y="113"/>
                  </a:cxn>
                  <a:cxn ang="0">
                    <a:pos x="59" y="102"/>
                  </a:cxn>
                  <a:cxn ang="0">
                    <a:pos x="49" y="92"/>
                  </a:cxn>
                  <a:cxn ang="0">
                    <a:pos x="38" y="83"/>
                  </a:cxn>
                  <a:cxn ang="0">
                    <a:pos x="29" y="75"/>
                  </a:cxn>
                  <a:cxn ang="0">
                    <a:pos x="19" y="67"/>
                  </a:cxn>
                  <a:cxn ang="0">
                    <a:pos x="10" y="59"/>
                  </a:cxn>
                  <a:cxn ang="0">
                    <a:pos x="0" y="52"/>
                  </a:cxn>
                  <a:cxn ang="0">
                    <a:pos x="4" y="45"/>
                  </a:cxn>
                  <a:cxn ang="0">
                    <a:pos x="7" y="38"/>
                  </a:cxn>
                  <a:cxn ang="0">
                    <a:pos x="9" y="31"/>
                  </a:cxn>
                  <a:cxn ang="0">
                    <a:pos x="10" y="23"/>
                  </a:cxn>
                  <a:cxn ang="0">
                    <a:pos x="10" y="17"/>
                  </a:cxn>
                  <a:cxn ang="0">
                    <a:pos x="9" y="11"/>
                  </a:cxn>
                  <a:cxn ang="0">
                    <a:pos x="6" y="6"/>
                  </a:cxn>
                  <a:cxn ang="0">
                    <a:pos x="4" y="0"/>
                  </a:cxn>
                </a:cxnLst>
                <a:rect l="0" t="0" r="r" b="b"/>
                <a:pathLst>
                  <a:path w="368" h="298">
                    <a:moveTo>
                      <a:pt x="4" y="0"/>
                    </a:moveTo>
                    <a:lnTo>
                      <a:pt x="22" y="3"/>
                    </a:lnTo>
                    <a:lnTo>
                      <a:pt x="42" y="7"/>
                    </a:lnTo>
                    <a:lnTo>
                      <a:pt x="63" y="10"/>
                    </a:lnTo>
                    <a:lnTo>
                      <a:pt x="83" y="16"/>
                    </a:lnTo>
                    <a:lnTo>
                      <a:pt x="105" y="22"/>
                    </a:lnTo>
                    <a:lnTo>
                      <a:pt x="128" y="28"/>
                    </a:lnTo>
                    <a:lnTo>
                      <a:pt x="151" y="36"/>
                    </a:lnTo>
                    <a:lnTo>
                      <a:pt x="174" y="44"/>
                    </a:lnTo>
                    <a:lnTo>
                      <a:pt x="199" y="54"/>
                    </a:lnTo>
                    <a:lnTo>
                      <a:pt x="223" y="64"/>
                    </a:lnTo>
                    <a:lnTo>
                      <a:pt x="247" y="76"/>
                    </a:lnTo>
                    <a:lnTo>
                      <a:pt x="271" y="89"/>
                    </a:lnTo>
                    <a:lnTo>
                      <a:pt x="295" y="102"/>
                    </a:lnTo>
                    <a:lnTo>
                      <a:pt x="321" y="118"/>
                    </a:lnTo>
                    <a:lnTo>
                      <a:pt x="344" y="135"/>
                    </a:lnTo>
                    <a:lnTo>
                      <a:pt x="368" y="153"/>
                    </a:lnTo>
                    <a:lnTo>
                      <a:pt x="359" y="173"/>
                    </a:lnTo>
                    <a:lnTo>
                      <a:pt x="345" y="192"/>
                    </a:lnTo>
                    <a:lnTo>
                      <a:pt x="330" y="211"/>
                    </a:lnTo>
                    <a:lnTo>
                      <a:pt x="311" y="229"/>
                    </a:lnTo>
                    <a:lnTo>
                      <a:pt x="290" y="247"/>
                    </a:lnTo>
                    <a:lnTo>
                      <a:pt x="265" y="265"/>
                    </a:lnTo>
                    <a:lnTo>
                      <a:pt x="239" y="282"/>
                    </a:lnTo>
                    <a:lnTo>
                      <a:pt x="209" y="298"/>
                    </a:lnTo>
                    <a:lnTo>
                      <a:pt x="193" y="272"/>
                    </a:lnTo>
                    <a:lnTo>
                      <a:pt x="178" y="246"/>
                    </a:lnTo>
                    <a:lnTo>
                      <a:pt x="161" y="222"/>
                    </a:lnTo>
                    <a:lnTo>
                      <a:pt x="144" y="199"/>
                    </a:lnTo>
                    <a:lnTo>
                      <a:pt x="128" y="178"/>
                    </a:lnTo>
                    <a:lnTo>
                      <a:pt x="112" y="159"/>
                    </a:lnTo>
                    <a:lnTo>
                      <a:pt x="96" y="140"/>
                    </a:lnTo>
                    <a:lnTo>
                      <a:pt x="80" y="123"/>
                    </a:lnTo>
                    <a:lnTo>
                      <a:pt x="70" y="113"/>
                    </a:lnTo>
                    <a:lnTo>
                      <a:pt x="59" y="102"/>
                    </a:lnTo>
                    <a:lnTo>
                      <a:pt x="49" y="92"/>
                    </a:lnTo>
                    <a:lnTo>
                      <a:pt x="38" y="83"/>
                    </a:lnTo>
                    <a:lnTo>
                      <a:pt x="29" y="75"/>
                    </a:lnTo>
                    <a:lnTo>
                      <a:pt x="19" y="67"/>
                    </a:lnTo>
                    <a:lnTo>
                      <a:pt x="10" y="59"/>
                    </a:lnTo>
                    <a:lnTo>
                      <a:pt x="0" y="52"/>
                    </a:lnTo>
                    <a:lnTo>
                      <a:pt x="4" y="45"/>
                    </a:lnTo>
                    <a:lnTo>
                      <a:pt x="7" y="38"/>
                    </a:lnTo>
                    <a:lnTo>
                      <a:pt x="9" y="31"/>
                    </a:lnTo>
                    <a:lnTo>
                      <a:pt x="10" y="23"/>
                    </a:lnTo>
                    <a:lnTo>
                      <a:pt x="10" y="17"/>
                    </a:lnTo>
                    <a:lnTo>
                      <a:pt x="9" y="11"/>
                    </a:lnTo>
                    <a:lnTo>
                      <a:pt x="6" y="6"/>
                    </a:lnTo>
                    <a:lnTo>
                      <a:pt x="4" y="0"/>
                    </a:lnTo>
                    <a:close/>
                  </a:path>
                </a:pathLst>
              </a:custGeom>
              <a:grpFill/>
              <a:ln w="9525">
                <a:noFill/>
                <a:round/>
                <a:headEnd/>
                <a:tailEnd/>
              </a:ln>
            </p:spPr>
            <p:txBody>
              <a:bodyPr/>
              <a:lstStyle/>
              <a:p>
                <a:pPr algn="ctr">
                  <a:defRPr/>
                </a:pPr>
                <a:endParaRPr lang="en-US" sz="900" dirty="0"/>
              </a:p>
            </p:txBody>
          </p:sp>
          <p:sp>
            <p:nvSpPr>
              <p:cNvPr id="63" name="Freeform 62"/>
              <p:cNvSpPr>
                <a:spLocks/>
              </p:cNvSpPr>
              <p:nvPr/>
            </p:nvSpPr>
            <p:spPr bwMode="auto">
              <a:xfrm>
                <a:off x="2904" y="1650"/>
                <a:ext cx="149" cy="141"/>
              </a:xfrm>
              <a:custGeom>
                <a:avLst/>
                <a:gdLst/>
                <a:ahLst/>
                <a:cxnLst>
                  <a:cxn ang="0">
                    <a:pos x="230" y="122"/>
                  </a:cxn>
                  <a:cxn ang="0">
                    <a:pos x="240" y="135"/>
                  </a:cxn>
                  <a:cxn ang="0">
                    <a:pos x="249" y="148"/>
                  </a:cxn>
                  <a:cxn ang="0">
                    <a:pos x="258" y="162"/>
                  </a:cxn>
                  <a:cxn ang="0">
                    <a:pos x="268" y="175"/>
                  </a:cxn>
                  <a:cxn ang="0">
                    <a:pos x="276" y="189"/>
                  </a:cxn>
                  <a:cxn ang="0">
                    <a:pos x="284" y="203"/>
                  </a:cxn>
                  <a:cxn ang="0">
                    <a:pos x="292" y="218"/>
                  </a:cxn>
                  <a:cxn ang="0">
                    <a:pos x="299" y="232"/>
                  </a:cxn>
                  <a:cxn ang="0">
                    <a:pos x="283" y="237"/>
                  </a:cxn>
                  <a:cxn ang="0">
                    <a:pos x="266" y="242"/>
                  </a:cxn>
                  <a:cxn ang="0">
                    <a:pos x="249" y="247"/>
                  </a:cxn>
                  <a:cxn ang="0">
                    <a:pos x="233" y="250"/>
                  </a:cxn>
                  <a:cxn ang="0">
                    <a:pos x="215" y="255"/>
                  </a:cxn>
                  <a:cxn ang="0">
                    <a:pos x="197" y="258"/>
                  </a:cxn>
                  <a:cxn ang="0">
                    <a:pos x="179" y="263"/>
                  </a:cxn>
                  <a:cxn ang="0">
                    <a:pos x="160" y="265"/>
                  </a:cxn>
                  <a:cxn ang="0">
                    <a:pos x="141" y="269"/>
                  </a:cxn>
                  <a:cxn ang="0">
                    <a:pos x="122" y="272"/>
                  </a:cxn>
                  <a:cxn ang="0">
                    <a:pos x="103" y="275"/>
                  </a:cxn>
                  <a:cxn ang="0">
                    <a:pos x="83" y="277"/>
                  </a:cxn>
                  <a:cxn ang="0">
                    <a:pos x="63" y="279"/>
                  </a:cxn>
                  <a:cxn ang="0">
                    <a:pos x="42" y="280"/>
                  </a:cxn>
                  <a:cxn ang="0">
                    <a:pos x="21" y="281"/>
                  </a:cxn>
                  <a:cxn ang="0">
                    <a:pos x="0" y="283"/>
                  </a:cxn>
                  <a:cxn ang="0">
                    <a:pos x="0" y="104"/>
                  </a:cxn>
                  <a:cxn ang="0">
                    <a:pos x="0" y="21"/>
                  </a:cxn>
                  <a:cxn ang="0">
                    <a:pos x="7" y="21"/>
                  </a:cxn>
                  <a:cxn ang="0">
                    <a:pos x="13" y="20"/>
                  </a:cxn>
                  <a:cxn ang="0">
                    <a:pos x="20" y="20"/>
                  </a:cxn>
                  <a:cxn ang="0">
                    <a:pos x="26" y="19"/>
                  </a:cxn>
                  <a:cxn ang="0">
                    <a:pos x="33" y="18"/>
                  </a:cxn>
                  <a:cxn ang="0">
                    <a:pos x="38" y="17"/>
                  </a:cxn>
                  <a:cxn ang="0">
                    <a:pos x="44" y="17"/>
                  </a:cxn>
                  <a:cxn ang="0">
                    <a:pos x="50" y="15"/>
                  </a:cxn>
                  <a:cxn ang="0">
                    <a:pos x="58" y="13"/>
                  </a:cxn>
                  <a:cxn ang="0">
                    <a:pos x="66" y="12"/>
                  </a:cxn>
                  <a:cxn ang="0">
                    <a:pos x="74" y="10"/>
                  </a:cxn>
                  <a:cxn ang="0">
                    <a:pos x="81" y="8"/>
                  </a:cxn>
                  <a:cxn ang="0">
                    <a:pos x="88" y="6"/>
                  </a:cxn>
                  <a:cxn ang="0">
                    <a:pos x="95" y="5"/>
                  </a:cxn>
                  <a:cxn ang="0">
                    <a:pos x="102" y="3"/>
                  </a:cxn>
                  <a:cxn ang="0">
                    <a:pos x="109" y="0"/>
                  </a:cxn>
                  <a:cxn ang="0">
                    <a:pos x="125" y="13"/>
                  </a:cxn>
                  <a:cxn ang="0">
                    <a:pos x="141" y="27"/>
                  </a:cxn>
                  <a:cxn ang="0">
                    <a:pos x="156" y="41"/>
                  </a:cxn>
                  <a:cxn ang="0">
                    <a:pos x="171" y="56"/>
                  </a:cxn>
                  <a:cxn ang="0">
                    <a:pos x="186" y="72"/>
                  </a:cxn>
                  <a:cxn ang="0">
                    <a:pos x="201" y="88"/>
                  </a:cxn>
                  <a:cxn ang="0">
                    <a:pos x="216" y="105"/>
                  </a:cxn>
                  <a:cxn ang="0">
                    <a:pos x="230" y="122"/>
                  </a:cxn>
                </a:cxnLst>
                <a:rect l="0" t="0" r="r" b="b"/>
                <a:pathLst>
                  <a:path w="299" h="283">
                    <a:moveTo>
                      <a:pt x="230" y="122"/>
                    </a:moveTo>
                    <a:lnTo>
                      <a:pt x="240" y="135"/>
                    </a:lnTo>
                    <a:lnTo>
                      <a:pt x="249" y="148"/>
                    </a:lnTo>
                    <a:lnTo>
                      <a:pt x="258" y="162"/>
                    </a:lnTo>
                    <a:lnTo>
                      <a:pt x="268" y="175"/>
                    </a:lnTo>
                    <a:lnTo>
                      <a:pt x="276" y="189"/>
                    </a:lnTo>
                    <a:lnTo>
                      <a:pt x="284" y="203"/>
                    </a:lnTo>
                    <a:lnTo>
                      <a:pt x="292" y="218"/>
                    </a:lnTo>
                    <a:lnTo>
                      <a:pt x="299" y="232"/>
                    </a:lnTo>
                    <a:lnTo>
                      <a:pt x="283" y="237"/>
                    </a:lnTo>
                    <a:lnTo>
                      <a:pt x="266" y="242"/>
                    </a:lnTo>
                    <a:lnTo>
                      <a:pt x="249" y="247"/>
                    </a:lnTo>
                    <a:lnTo>
                      <a:pt x="233" y="250"/>
                    </a:lnTo>
                    <a:lnTo>
                      <a:pt x="215" y="255"/>
                    </a:lnTo>
                    <a:lnTo>
                      <a:pt x="197" y="258"/>
                    </a:lnTo>
                    <a:lnTo>
                      <a:pt x="179" y="263"/>
                    </a:lnTo>
                    <a:lnTo>
                      <a:pt x="160" y="265"/>
                    </a:lnTo>
                    <a:lnTo>
                      <a:pt x="141" y="269"/>
                    </a:lnTo>
                    <a:lnTo>
                      <a:pt x="122" y="272"/>
                    </a:lnTo>
                    <a:lnTo>
                      <a:pt x="103" y="275"/>
                    </a:lnTo>
                    <a:lnTo>
                      <a:pt x="83" y="277"/>
                    </a:lnTo>
                    <a:lnTo>
                      <a:pt x="63" y="279"/>
                    </a:lnTo>
                    <a:lnTo>
                      <a:pt x="42" y="280"/>
                    </a:lnTo>
                    <a:lnTo>
                      <a:pt x="21" y="281"/>
                    </a:lnTo>
                    <a:lnTo>
                      <a:pt x="0" y="283"/>
                    </a:lnTo>
                    <a:lnTo>
                      <a:pt x="0" y="104"/>
                    </a:lnTo>
                    <a:lnTo>
                      <a:pt x="0" y="21"/>
                    </a:lnTo>
                    <a:lnTo>
                      <a:pt x="7" y="21"/>
                    </a:lnTo>
                    <a:lnTo>
                      <a:pt x="13" y="20"/>
                    </a:lnTo>
                    <a:lnTo>
                      <a:pt x="20" y="20"/>
                    </a:lnTo>
                    <a:lnTo>
                      <a:pt x="26" y="19"/>
                    </a:lnTo>
                    <a:lnTo>
                      <a:pt x="33" y="18"/>
                    </a:lnTo>
                    <a:lnTo>
                      <a:pt x="38" y="17"/>
                    </a:lnTo>
                    <a:lnTo>
                      <a:pt x="44" y="17"/>
                    </a:lnTo>
                    <a:lnTo>
                      <a:pt x="50" y="15"/>
                    </a:lnTo>
                    <a:lnTo>
                      <a:pt x="58" y="13"/>
                    </a:lnTo>
                    <a:lnTo>
                      <a:pt x="66" y="12"/>
                    </a:lnTo>
                    <a:lnTo>
                      <a:pt x="74" y="10"/>
                    </a:lnTo>
                    <a:lnTo>
                      <a:pt x="81" y="8"/>
                    </a:lnTo>
                    <a:lnTo>
                      <a:pt x="88" y="6"/>
                    </a:lnTo>
                    <a:lnTo>
                      <a:pt x="95" y="5"/>
                    </a:lnTo>
                    <a:lnTo>
                      <a:pt x="102" y="3"/>
                    </a:lnTo>
                    <a:lnTo>
                      <a:pt x="109" y="0"/>
                    </a:lnTo>
                    <a:lnTo>
                      <a:pt x="125" y="13"/>
                    </a:lnTo>
                    <a:lnTo>
                      <a:pt x="141" y="27"/>
                    </a:lnTo>
                    <a:lnTo>
                      <a:pt x="156" y="41"/>
                    </a:lnTo>
                    <a:lnTo>
                      <a:pt x="171" y="56"/>
                    </a:lnTo>
                    <a:lnTo>
                      <a:pt x="186" y="72"/>
                    </a:lnTo>
                    <a:lnTo>
                      <a:pt x="201" y="88"/>
                    </a:lnTo>
                    <a:lnTo>
                      <a:pt x="216" y="105"/>
                    </a:lnTo>
                    <a:lnTo>
                      <a:pt x="230" y="122"/>
                    </a:lnTo>
                    <a:close/>
                  </a:path>
                </a:pathLst>
              </a:custGeom>
              <a:grpFill/>
              <a:ln w="9525">
                <a:noFill/>
                <a:round/>
                <a:headEnd/>
                <a:tailEnd/>
              </a:ln>
            </p:spPr>
            <p:txBody>
              <a:bodyPr/>
              <a:lstStyle/>
              <a:p>
                <a:pPr algn="ctr">
                  <a:defRPr/>
                </a:pPr>
                <a:endParaRPr lang="en-US" sz="900" dirty="0"/>
              </a:p>
            </p:txBody>
          </p:sp>
          <p:sp>
            <p:nvSpPr>
              <p:cNvPr id="64" name="Freeform 63"/>
              <p:cNvSpPr>
                <a:spLocks/>
              </p:cNvSpPr>
              <p:nvPr/>
            </p:nvSpPr>
            <p:spPr bwMode="auto">
              <a:xfrm>
                <a:off x="2824" y="1584"/>
                <a:ext cx="113" cy="40"/>
              </a:xfrm>
              <a:custGeom>
                <a:avLst/>
                <a:gdLst/>
                <a:ahLst/>
                <a:cxnLst>
                  <a:cxn ang="0">
                    <a:pos x="114" y="0"/>
                  </a:cxn>
                  <a:cxn ang="0">
                    <a:pos x="137" y="1"/>
                  </a:cxn>
                  <a:cxn ang="0">
                    <a:pos x="158" y="3"/>
                  </a:cxn>
                  <a:cxn ang="0">
                    <a:pos x="177" y="7"/>
                  </a:cxn>
                  <a:cxn ang="0">
                    <a:pos x="194" y="12"/>
                  </a:cxn>
                  <a:cxn ang="0">
                    <a:pos x="207" y="18"/>
                  </a:cxn>
                  <a:cxn ang="0">
                    <a:pos x="218" y="25"/>
                  </a:cxn>
                  <a:cxn ang="0">
                    <a:pos x="225" y="32"/>
                  </a:cxn>
                  <a:cxn ang="0">
                    <a:pos x="227" y="40"/>
                  </a:cxn>
                  <a:cxn ang="0">
                    <a:pos x="226" y="45"/>
                  </a:cxn>
                  <a:cxn ang="0">
                    <a:pos x="224" y="51"/>
                  </a:cxn>
                  <a:cxn ang="0">
                    <a:pos x="220" y="55"/>
                  </a:cxn>
                  <a:cxn ang="0">
                    <a:pos x="214" y="59"/>
                  </a:cxn>
                  <a:cxn ang="0">
                    <a:pos x="207" y="63"/>
                  </a:cxn>
                  <a:cxn ang="0">
                    <a:pos x="199" y="67"/>
                  </a:cxn>
                  <a:cxn ang="0">
                    <a:pos x="190" y="70"/>
                  </a:cxn>
                  <a:cxn ang="0">
                    <a:pos x="180" y="74"/>
                  </a:cxn>
                  <a:cxn ang="0">
                    <a:pos x="173" y="75"/>
                  </a:cxn>
                  <a:cxn ang="0">
                    <a:pos x="165" y="77"/>
                  </a:cxn>
                  <a:cxn ang="0">
                    <a:pos x="157" y="78"/>
                  </a:cxn>
                  <a:cxn ang="0">
                    <a:pos x="149" y="78"/>
                  </a:cxn>
                  <a:cxn ang="0">
                    <a:pos x="141" y="79"/>
                  </a:cxn>
                  <a:cxn ang="0">
                    <a:pos x="133" y="81"/>
                  </a:cxn>
                  <a:cxn ang="0">
                    <a:pos x="123" y="81"/>
                  </a:cxn>
                  <a:cxn ang="0">
                    <a:pos x="114" y="81"/>
                  </a:cxn>
                  <a:cxn ang="0">
                    <a:pos x="91" y="79"/>
                  </a:cxn>
                  <a:cxn ang="0">
                    <a:pos x="69" y="77"/>
                  </a:cxn>
                  <a:cxn ang="0">
                    <a:pos x="51" y="74"/>
                  </a:cxn>
                  <a:cxn ang="0">
                    <a:pos x="34" y="69"/>
                  </a:cxn>
                  <a:cxn ang="0">
                    <a:pos x="20" y="63"/>
                  </a:cxn>
                  <a:cxn ang="0">
                    <a:pos x="9" y="56"/>
                  </a:cxn>
                  <a:cxn ang="0">
                    <a:pos x="2" y="48"/>
                  </a:cxn>
                  <a:cxn ang="0">
                    <a:pos x="0" y="40"/>
                  </a:cxn>
                  <a:cxn ang="0">
                    <a:pos x="2" y="32"/>
                  </a:cxn>
                  <a:cxn ang="0">
                    <a:pos x="9" y="25"/>
                  </a:cxn>
                  <a:cxn ang="0">
                    <a:pos x="20" y="18"/>
                  </a:cxn>
                  <a:cxn ang="0">
                    <a:pos x="34" y="12"/>
                  </a:cxn>
                  <a:cxn ang="0">
                    <a:pos x="51" y="7"/>
                  </a:cxn>
                  <a:cxn ang="0">
                    <a:pos x="69" y="3"/>
                  </a:cxn>
                  <a:cxn ang="0">
                    <a:pos x="91" y="1"/>
                  </a:cxn>
                  <a:cxn ang="0">
                    <a:pos x="114" y="0"/>
                  </a:cxn>
                </a:cxnLst>
                <a:rect l="0" t="0" r="r" b="b"/>
                <a:pathLst>
                  <a:path w="227" h="81">
                    <a:moveTo>
                      <a:pt x="114" y="0"/>
                    </a:moveTo>
                    <a:lnTo>
                      <a:pt x="137" y="1"/>
                    </a:lnTo>
                    <a:lnTo>
                      <a:pt x="158" y="3"/>
                    </a:lnTo>
                    <a:lnTo>
                      <a:pt x="177" y="7"/>
                    </a:lnTo>
                    <a:lnTo>
                      <a:pt x="194" y="12"/>
                    </a:lnTo>
                    <a:lnTo>
                      <a:pt x="207" y="18"/>
                    </a:lnTo>
                    <a:lnTo>
                      <a:pt x="218" y="25"/>
                    </a:lnTo>
                    <a:lnTo>
                      <a:pt x="225" y="32"/>
                    </a:lnTo>
                    <a:lnTo>
                      <a:pt x="227" y="40"/>
                    </a:lnTo>
                    <a:lnTo>
                      <a:pt x="226" y="45"/>
                    </a:lnTo>
                    <a:lnTo>
                      <a:pt x="224" y="51"/>
                    </a:lnTo>
                    <a:lnTo>
                      <a:pt x="220" y="55"/>
                    </a:lnTo>
                    <a:lnTo>
                      <a:pt x="214" y="59"/>
                    </a:lnTo>
                    <a:lnTo>
                      <a:pt x="207" y="63"/>
                    </a:lnTo>
                    <a:lnTo>
                      <a:pt x="199" y="67"/>
                    </a:lnTo>
                    <a:lnTo>
                      <a:pt x="190" y="70"/>
                    </a:lnTo>
                    <a:lnTo>
                      <a:pt x="180" y="74"/>
                    </a:lnTo>
                    <a:lnTo>
                      <a:pt x="173" y="75"/>
                    </a:lnTo>
                    <a:lnTo>
                      <a:pt x="165" y="77"/>
                    </a:lnTo>
                    <a:lnTo>
                      <a:pt x="157" y="78"/>
                    </a:lnTo>
                    <a:lnTo>
                      <a:pt x="149" y="78"/>
                    </a:lnTo>
                    <a:lnTo>
                      <a:pt x="141" y="79"/>
                    </a:lnTo>
                    <a:lnTo>
                      <a:pt x="133" y="81"/>
                    </a:lnTo>
                    <a:lnTo>
                      <a:pt x="123" y="81"/>
                    </a:lnTo>
                    <a:lnTo>
                      <a:pt x="114" y="81"/>
                    </a:lnTo>
                    <a:lnTo>
                      <a:pt x="91" y="79"/>
                    </a:lnTo>
                    <a:lnTo>
                      <a:pt x="69" y="77"/>
                    </a:lnTo>
                    <a:lnTo>
                      <a:pt x="51" y="74"/>
                    </a:lnTo>
                    <a:lnTo>
                      <a:pt x="34" y="69"/>
                    </a:lnTo>
                    <a:lnTo>
                      <a:pt x="20" y="63"/>
                    </a:lnTo>
                    <a:lnTo>
                      <a:pt x="9" y="56"/>
                    </a:lnTo>
                    <a:lnTo>
                      <a:pt x="2" y="48"/>
                    </a:lnTo>
                    <a:lnTo>
                      <a:pt x="0" y="40"/>
                    </a:lnTo>
                    <a:lnTo>
                      <a:pt x="2" y="32"/>
                    </a:lnTo>
                    <a:lnTo>
                      <a:pt x="9" y="25"/>
                    </a:lnTo>
                    <a:lnTo>
                      <a:pt x="20" y="18"/>
                    </a:lnTo>
                    <a:lnTo>
                      <a:pt x="34" y="12"/>
                    </a:lnTo>
                    <a:lnTo>
                      <a:pt x="51" y="7"/>
                    </a:lnTo>
                    <a:lnTo>
                      <a:pt x="69" y="3"/>
                    </a:lnTo>
                    <a:lnTo>
                      <a:pt x="91" y="1"/>
                    </a:lnTo>
                    <a:lnTo>
                      <a:pt x="114" y="0"/>
                    </a:lnTo>
                    <a:close/>
                  </a:path>
                </a:pathLst>
              </a:custGeom>
              <a:grpFill/>
              <a:ln w="9525">
                <a:noFill/>
                <a:round/>
                <a:headEnd/>
                <a:tailEnd/>
              </a:ln>
            </p:spPr>
            <p:txBody>
              <a:bodyPr/>
              <a:lstStyle/>
              <a:p>
                <a:pPr algn="ctr">
                  <a:defRPr/>
                </a:pPr>
                <a:endParaRPr lang="en-US" sz="900" dirty="0"/>
              </a:p>
            </p:txBody>
          </p:sp>
          <p:sp>
            <p:nvSpPr>
              <p:cNvPr id="65" name="Freeform 64"/>
              <p:cNvSpPr>
                <a:spLocks/>
              </p:cNvSpPr>
              <p:nvPr/>
            </p:nvSpPr>
            <p:spPr bwMode="auto">
              <a:xfrm>
                <a:off x="2707" y="1648"/>
                <a:ext cx="149" cy="143"/>
              </a:xfrm>
              <a:custGeom>
                <a:avLst/>
                <a:gdLst/>
                <a:ahLst/>
                <a:cxnLst>
                  <a:cxn ang="0">
                    <a:pos x="194" y="0"/>
                  </a:cxn>
                  <a:cxn ang="0">
                    <a:pos x="205" y="5"/>
                  </a:cxn>
                  <a:cxn ang="0">
                    <a:pos x="217" y="8"/>
                  </a:cxn>
                  <a:cxn ang="0">
                    <a:pos x="230" y="11"/>
                  </a:cxn>
                  <a:cxn ang="0">
                    <a:pos x="243" y="15"/>
                  </a:cxn>
                  <a:cxn ang="0">
                    <a:pos x="256" y="17"/>
                  </a:cxn>
                  <a:cxn ang="0">
                    <a:pos x="270" y="20"/>
                  </a:cxn>
                  <a:cxn ang="0">
                    <a:pos x="284" y="22"/>
                  </a:cxn>
                  <a:cxn ang="0">
                    <a:pos x="299" y="23"/>
                  </a:cxn>
                  <a:cxn ang="0">
                    <a:pos x="299" y="192"/>
                  </a:cxn>
                  <a:cxn ang="0">
                    <a:pos x="299" y="286"/>
                  </a:cxn>
                  <a:cxn ang="0">
                    <a:pos x="279" y="284"/>
                  </a:cxn>
                  <a:cxn ang="0">
                    <a:pos x="260" y="283"/>
                  </a:cxn>
                  <a:cxn ang="0">
                    <a:pos x="240" y="282"/>
                  </a:cxn>
                  <a:cxn ang="0">
                    <a:pos x="220" y="280"/>
                  </a:cxn>
                  <a:cxn ang="0">
                    <a:pos x="202" y="278"/>
                  </a:cxn>
                  <a:cxn ang="0">
                    <a:pos x="182" y="275"/>
                  </a:cxn>
                  <a:cxn ang="0">
                    <a:pos x="165" y="273"/>
                  </a:cxn>
                  <a:cxn ang="0">
                    <a:pos x="147" y="269"/>
                  </a:cxn>
                  <a:cxn ang="0">
                    <a:pos x="127" y="266"/>
                  </a:cxn>
                  <a:cxn ang="0">
                    <a:pos x="108" y="263"/>
                  </a:cxn>
                  <a:cxn ang="0">
                    <a:pos x="88" y="258"/>
                  </a:cxn>
                  <a:cxn ang="0">
                    <a:pos x="70" y="253"/>
                  </a:cxn>
                  <a:cxn ang="0">
                    <a:pos x="51" y="250"/>
                  </a:cxn>
                  <a:cxn ang="0">
                    <a:pos x="34" y="245"/>
                  </a:cxn>
                  <a:cxn ang="0">
                    <a:pos x="17" y="240"/>
                  </a:cxn>
                  <a:cxn ang="0">
                    <a:pos x="0" y="235"/>
                  </a:cxn>
                  <a:cxn ang="0">
                    <a:pos x="10" y="216"/>
                  </a:cxn>
                  <a:cxn ang="0">
                    <a:pos x="19" y="198"/>
                  </a:cxn>
                  <a:cxn ang="0">
                    <a:pos x="30" y="181"/>
                  </a:cxn>
                  <a:cxn ang="0">
                    <a:pos x="41" y="164"/>
                  </a:cxn>
                  <a:cxn ang="0">
                    <a:pos x="53" y="146"/>
                  </a:cxn>
                  <a:cxn ang="0">
                    <a:pos x="65" y="129"/>
                  </a:cxn>
                  <a:cxn ang="0">
                    <a:pos x="79" y="113"/>
                  </a:cxn>
                  <a:cxn ang="0">
                    <a:pos x="91" y="97"/>
                  </a:cxn>
                  <a:cxn ang="0">
                    <a:pos x="104" y="83"/>
                  </a:cxn>
                  <a:cxn ang="0">
                    <a:pos x="117" y="70"/>
                  </a:cxn>
                  <a:cxn ang="0">
                    <a:pos x="129" y="56"/>
                  </a:cxn>
                  <a:cxn ang="0">
                    <a:pos x="142" y="45"/>
                  </a:cxn>
                  <a:cxn ang="0">
                    <a:pos x="155" y="32"/>
                  </a:cxn>
                  <a:cxn ang="0">
                    <a:pos x="167" y="21"/>
                  </a:cxn>
                  <a:cxn ang="0">
                    <a:pos x="181" y="10"/>
                  </a:cxn>
                  <a:cxn ang="0">
                    <a:pos x="194" y="0"/>
                  </a:cxn>
                </a:cxnLst>
                <a:rect l="0" t="0" r="r" b="b"/>
                <a:pathLst>
                  <a:path w="299" h="286">
                    <a:moveTo>
                      <a:pt x="194" y="0"/>
                    </a:moveTo>
                    <a:lnTo>
                      <a:pt x="205" y="5"/>
                    </a:lnTo>
                    <a:lnTo>
                      <a:pt x="217" y="8"/>
                    </a:lnTo>
                    <a:lnTo>
                      <a:pt x="230" y="11"/>
                    </a:lnTo>
                    <a:lnTo>
                      <a:pt x="243" y="15"/>
                    </a:lnTo>
                    <a:lnTo>
                      <a:pt x="256" y="17"/>
                    </a:lnTo>
                    <a:lnTo>
                      <a:pt x="270" y="20"/>
                    </a:lnTo>
                    <a:lnTo>
                      <a:pt x="284" y="22"/>
                    </a:lnTo>
                    <a:lnTo>
                      <a:pt x="299" y="23"/>
                    </a:lnTo>
                    <a:lnTo>
                      <a:pt x="299" y="192"/>
                    </a:lnTo>
                    <a:lnTo>
                      <a:pt x="299" y="286"/>
                    </a:lnTo>
                    <a:lnTo>
                      <a:pt x="279" y="284"/>
                    </a:lnTo>
                    <a:lnTo>
                      <a:pt x="260" y="283"/>
                    </a:lnTo>
                    <a:lnTo>
                      <a:pt x="240" y="282"/>
                    </a:lnTo>
                    <a:lnTo>
                      <a:pt x="220" y="280"/>
                    </a:lnTo>
                    <a:lnTo>
                      <a:pt x="202" y="278"/>
                    </a:lnTo>
                    <a:lnTo>
                      <a:pt x="182" y="275"/>
                    </a:lnTo>
                    <a:lnTo>
                      <a:pt x="165" y="273"/>
                    </a:lnTo>
                    <a:lnTo>
                      <a:pt x="147" y="269"/>
                    </a:lnTo>
                    <a:lnTo>
                      <a:pt x="127" y="266"/>
                    </a:lnTo>
                    <a:lnTo>
                      <a:pt x="108" y="263"/>
                    </a:lnTo>
                    <a:lnTo>
                      <a:pt x="88" y="258"/>
                    </a:lnTo>
                    <a:lnTo>
                      <a:pt x="70" y="253"/>
                    </a:lnTo>
                    <a:lnTo>
                      <a:pt x="51" y="250"/>
                    </a:lnTo>
                    <a:lnTo>
                      <a:pt x="34" y="245"/>
                    </a:lnTo>
                    <a:lnTo>
                      <a:pt x="17" y="240"/>
                    </a:lnTo>
                    <a:lnTo>
                      <a:pt x="0" y="235"/>
                    </a:lnTo>
                    <a:lnTo>
                      <a:pt x="10" y="216"/>
                    </a:lnTo>
                    <a:lnTo>
                      <a:pt x="19" y="198"/>
                    </a:lnTo>
                    <a:lnTo>
                      <a:pt x="30" y="181"/>
                    </a:lnTo>
                    <a:lnTo>
                      <a:pt x="41" y="164"/>
                    </a:lnTo>
                    <a:lnTo>
                      <a:pt x="53" y="146"/>
                    </a:lnTo>
                    <a:lnTo>
                      <a:pt x="65" y="129"/>
                    </a:lnTo>
                    <a:lnTo>
                      <a:pt x="79" y="113"/>
                    </a:lnTo>
                    <a:lnTo>
                      <a:pt x="91" y="97"/>
                    </a:lnTo>
                    <a:lnTo>
                      <a:pt x="104" y="83"/>
                    </a:lnTo>
                    <a:lnTo>
                      <a:pt x="117" y="70"/>
                    </a:lnTo>
                    <a:lnTo>
                      <a:pt x="129" y="56"/>
                    </a:lnTo>
                    <a:lnTo>
                      <a:pt x="142" y="45"/>
                    </a:lnTo>
                    <a:lnTo>
                      <a:pt x="155" y="32"/>
                    </a:lnTo>
                    <a:lnTo>
                      <a:pt x="167" y="21"/>
                    </a:lnTo>
                    <a:lnTo>
                      <a:pt x="181" y="10"/>
                    </a:lnTo>
                    <a:lnTo>
                      <a:pt x="194" y="0"/>
                    </a:lnTo>
                    <a:close/>
                  </a:path>
                </a:pathLst>
              </a:custGeom>
              <a:grpFill/>
              <a:ln w="9525">
                <a:noFill/>
                <a:round/>
                <a:headEnd/>
                <a:tailEnd/>
              </a:ln>
            </p:spPr>
            <p:txBody>
              <a:bodyPr/>
              <a:lstStyle/>
              <a:p>
                <a:pPr algn="ctr">
                  <a:defRPr/>
                </a:pPr>
                <a:endParaRPr lang="en-US" sz="900" dirty="0"/>
              </a:p>
            </p:txBody>
          </p:sp>
          <p:sp>
            <p:nvSpPr>
              <p:cNvPr id="66" name="Freeform 65"/>
              <p:cNvSpPr>
                <a:spLocks/>
              </p:cNvSpPr>
              <p:nvPr/>
            </p:nvSpPr>
            <p:spPr bwMode="auto">
              <a:xfrm>
                <a:off x="2575" y="1594"/>
                <a:ext cx="188" cy="150"/>
              </a:xfrm>
              <a:custGeom>
                <a:avLst/>
                <a:gdLst/>
                <a:ahLst/>
                <a:cxnLst>
                  <a:cxn ang="0">
                    <a:pos x="375" y="0"/>
                  </a:cxn>
                  <a:cxn ang="0">
                    <a:pos x="372" y="5"/>
                  </a:cxn>
                  <a:cxn ang="0">
                    <a:pos x="370" y="12"/>
                  </a:cxn>
                  <a:cxn ang="0">
                    <a:pos x="368" y="18"/>
                  </a:cxn>
                  <a:cxn ang="0">
                    <a:pos x="368" y="25"/>
                  </a:cxn>
                  <a:cxn ang="0">
                    <a:pos x="368" y="31"/>
                  </a:cxn>
                  <a:cxn ang="0">
                    <a:pos x="369" y="36"/>
                  </a:cxn>
                  <a:cxn ang="0">
                    <a:pos x="372" y="42"/>
                  </a:cxn>
                  <a:cxn ang="0">
                    <a:pos x="374" y="48"/>
                  </a:cxn>
                  <a:cxn ang="0">
                    <a:pos x="359" y="58"/>
                  </a:cxn>
                  <a:cxn ang="0">
                    <a:pos x="344" y="71"/>
                  </a:cxn>
                  <a:cxn ang="0">
                    <a:pos x="329" y="84"/>
                  </a:cxn>
                  <a:cxn ang="0">
                    <a:pos x="313" y="99"/>
                  </a:cxn>
                  <a:cxn ang="0">
                    <a:pos x="297" y="115"/>
                  </a:cxn>
                  <a:cxn ang="0">
                    <a:pos x="279" y="132"/>
                  </a:cxn>
                  <a:cxn ang="0">
                    <a:pos x="263" y="150"/>
                  </a:cxn>
                  <a:cxn ang="0">
                    <a:pos x="246" y="170"/>
                  </a:cxn>
                  <a:cxn ang="0">
                    <a:pos x="235" y="184"/>
                  </a:cxn>
                  <a:cxn ang="0">
                    <a:pos x="224" y="199"/>
                  </a:cxn>
                  <a:cxn ang="0">
                    <a:pos x="213" y="214"/>
                  </a:cxn>
                  <a:cxn ang="0">
                    <a:pos x="201" y="230"/>
                  </a:cxn>
                  <a:cxn ang="0">
                    <a:pos x="191" y="246"/>
                  </a:cxn>
                  <a:cxn ang="0">
                    <a:pos x="179" y="263"/>
                  </a:cxn>
                  <a:cxn ang="0">
                    <a:pos x="169" y="282"/>
                  </a:cxn>
                  <a:cxn ang="0">
                    <a:pos x="159" y="300"/>
                  </a:cxn>
                  <a:cxn ang="0">
                    <a:pos x="129" y="284"/>
                  </a:cxn>
                  <a:cxn ang="0">
                    <a:pos x="102" y="267"/>
                  </a:cxn>
                  <a:cxn ang="0">
                    <a:pos x="77" y="249"/>
                  </a:cxn>
                  <a:cxn ang="0">
                    <a:pos x="56" y="231"/>
                  </a:cxn>
                  <a:cxn ang="0">
                    <a:pos x="38" y="213"/>
                  </a:cxn>
                  <a:cxn ang="0">
                    <a:pos x="21" y="194"/>
                  </a:cxn>
                  <a:cxn ang="0">
                    <a:pos x="9" y="175"/>
                  </a:cxn>
                  <a:cxn ang="0">
                    <a:pos x="0" y="155"/>
                  </a:cxn>
                  <a:cxn ang="0">
                    <a:pos x="16" y="142"/>
                  </a:cxn>
                  <a:cxn ang="0">
                    <a:pos x="33" y="130"/>
                  </a:cxn>
                  <a:cxn ang="0">
                    <a:pos x="49" y="118"/>
                  </a:cxn>
                  <a:cxn ang="0">
                    <a:pos x="66" y="107"/>
                  </a:cxn>
                  <a:cxn ang="0">
                    <a:pos x="84" y="97"/>
                  </a:cxn>
                  <a:cxn ang="0">
                    <a:pos x="101" y="87"/>
                  </a:cxn>
                  <a:cxn ang="0">
                    <a:pos x="118" y="78"/>
                  </a:cxn>
                  <a:cxn ang="0">
                    <a:pos x="135" y="70"/>
                  </a:cxn>
                  <a:cxn ang="0">
                    <a:pos x="153" y="62"/>
                  </a:cxn>
                  <a:cxn ang="0">
                    <a:pos x="169" y="55"/>
                  </a:cxn>
                  <a:cxn ang="0">
                    <a:pos x="185" y="48"/>
                  </a:cxn>
                  <a:cxn ang="0">
                    <a:pos x="202" y="42"/>
                  </a:cxn>
                  <a:cxn ang="0">
                    <a:pos x="218" y="36"/>
                  </a:cxn>
                  <a:cxn ang="0">
                    <a:pos x="235" y="32"/>
                  </a:cxn>
                  <a:cxn ang="0">
                    <a:pos x="249" y="26"/>
                  </a:cxn>
                  <a:cxn ang="0">
                    <a:pos x="266" y="23"/>
                  </a:cxn>
                  <a:cxn ang="0">
                    <a:pos x="281" y="18"/>
                  </a:cxn>
                  <a:cxn ang="0">
                    <a:pos x="296" y="15"/>
                  </a:cxn>
                  <a:cxn ang="0">
                    <a:pos x="309" y="11"/>
                  </a:cxn>
                  <a:cxn ang="0">
                    <a:pos x="323" y="9"/>
                  </a:cxn>
                  <a:cxn ang="0">
                    <a:pos x="337" y="5"/>
                  </a:cxn>
                  <a:cxn ang="0">
                    <a:pos x="350" y="3"/>
                  </a:cxn>
                  <a:cxn ang="0">
                    <a:pos x="362" y="2"/>
                  </a:cxn>
                  <a:cxn ang="0">
                    <a:pos x="375" y="0"/>
                  </a:cxn>
                </a:cxnLst>
                <a:rect l="0" t="0" r="r" b="b"/>
                <a:pathLst>
                  <a:path w="375" h="300">
                    <a:moveTo>
                      <a:pt x="375" y="0"/>
                    </a:moveTo>
                    <a:lnTo>
                      <a:pt x="372" y="5"/>
                    </a:lnTo>
                    <a:lnTo>
                      <a:pt x="370" y="12"/>
                    </a:lnTo>
                    <a:lnTo>
                      <a:pt x="368" y="18"/>
                    </a:lnTo>
                    <a:lnTo>
                      <a:pt x="368" y="25"/>
                    </a:lnTo>
                    <a:lnTo>
                      <a:pt x="368" y="31"/>
                    </a:lnTo>
                    <a:lnTo>
                      <a:pt x="369" y="36"/>
                    </a:lnTo>
                    <a:lnTo>
                      <a:pt x="372" y="42"/>
                    </a:lnTo>
                    <a:lnTo>
                      <a:pt x="374" y="48"/>
                    </a:lnTo>
                    <a:lnTo>
                      <a:pt x="359" y="58"/>
                    </a:lnTo>
                    <a:lnTo>
                      <a:pt x="344" y="71"/>
                    </a:lnTo>
                    <a:lnTo>
                      <a:pt x="329" y="84"/>
                    </a:lnTo>
                    <a:lnTo>
                      <a:pt x="313" y="99"/>
                    </a:lnTo>
                    <a:lnTo>
                      <a:pt x="297" y="115"/>
                    </a:lnTo>
                    <a:lnTo>
                      <a:pt x="279" y="132"/>
                    </a:lnTo>
                    <a:lnTo>
                      <a:pt x="263" y="150"/>
                    </a:lnTo>
                    <a:lnTo>
                      <a:pt x="246" y="170"/>
                    </a:lnTo>
                    <a:lnTo>
                      <a:pt x="235" y="184"/>
                    </a:lnTo>
                    <a:lnTo>
                      <a:pt x="224" y="199"/>
                    </a:lnTo>
                    <a:lnTo>
                      <a:pt x="213" y="214"/>
                    </a:lnTo>
                    <a:lnTo>
                      <a:pt x="201" y="230"/>
                    </a:lnTo>
                    <a:lnTo>
                      <a:pt x="191" y="246"/>
                    </a:lnTo>
                    <a:lnTo>
                      <a:pt x="179" y="263"/>
                    </a:lnTo>
                    <a:lnTo>
                      <a:pt x="169" y="282"/>
                    </a:lnTo>
                    <a:lnTo>
                      <a:pt x="159" y="300"/>
                    </a:lnTo>
                    <a:lnTo>
                      <a:pt x="129" y="284"/>
                    </a:lnTo>
                    <a:lnTo>
                      <a:pt x="102" y="267"/>
                    </a:lnTo>
                    <a:lnTo>
                      <a:pt x="77" y="249"/>
                    </a:lnTo>
                    <a:lnTo>
                      <a:pt x="56" y="231"/>
                    </a:lnTo>
                    <a:lnTo>
                      <a:pt x="38" y="213"/>
                    </a:lnTo>
                    <a:lnTo>
                      <a:pt x="21" y="194"/>
                    </a:lnTo>
                    <a:lnTo>
                      <a:pt x="9" y="175"/>
                    </a:lnTo>
                    <a:lnTo>
                      <a:pt x="0" y="155"/>
                    </a:lnTo>
                    <a:lnTo>
                      <a:pt x="16" y="142"/>
                    </a:lnTo>
                    <a:lnTo>
                      <a:pt x="33" y="130"/>
                    </a:lnTo>
                    <a:lnTo>
                      <a:pt x="49" y="118"/>
                    </a:lnTo>
                    <a:lnTo>
                      <a:pt x="66" y="107"/>
                    </a:lnTo>
                    <a:lnTo>
                      <a:pt x="84" y="97"/>
                    </a:lnTo>
                    <a:lnTo>
                      <a:pt x="101" y="87"/>
                    </a:lnTo>
                    <a:lnTo>
                      <a:pt x="118" y="78"/>
                    </a:lnTo>
                    <a:lnTo>
                      <a:pt x="135" y="70"/>
                    </a:lnTo>
                    <a:lnTo>
                      <a:pt x="153" y="62"/>
                    </a:lnTo>
                    <a:lnTo>
                      <a:pt x="169" y="55"/>
                    </a:lnTo>
                    <a:lnTo>
                      <a:pt x="185" y="48"/>
                    </a:lnTo>
                    <a:lnTo>
                      <a:pt x="202" y="42"/>
                    </a:lnTo>
                    <a:lnTo>
                      <a:pt x="218" y="36"/>
                    </a:lnTo>
                    <a:lnTo>
                      <a:pt x="235" y="32"/>
                    </a:lnTo>
                    <a:lnTo>
                      <a:pt x="249" y="26"/>
                    </a:lnTo>
                    <a:lnTo>
                      <a:pt x="266" y="23"/>
                    </a:lnTo>
                    <a:lnTo>
                      <a:pt x="281" y="18"/>
                    </a:lnTo>
                    <a:lnTo>
                      <a:pt x="296" y="15"/>
                    </a:lnTo>
                    <a:lnTo>
                      <a:pt x="309" y="11"/>
                    </a:lnTo>
                    <a:lnTo>
                      <a:pt x="323" y="9"/>
                    </a:lnTo>
                    <a:lnTo>
                      <a:pt x="337" y="5"/>
                    </a:lnTo>
                    <a:lnTo>
                      <a:pt x="350" y="3"/>
                    </a:lnTo>
                    <a:lnTo>
                      <a:pt x="362" y="2"/>
                    </a:lnTo>
                    <a:lnTo>
                      <a:pt x="375" y="0"/>
                    </a:lnTo>
                    <a:close/>
                  </a:path>
                </a:pathLst>
              </a:custGeom>
              <a:grpFill/>
              <a:ln w="9525">
                <a:noFill/>
                <a:round/>
                <a:headEnd/>
                <a:tailEnd/>
              </a:ln>
            </p:spPr>
            <p:txBody>
              <a:bodyPr/>
              <a:lstStyle/>
              <a:p>
                <a:pPr algn="ctr">
                  <a:defRPr/>
                </a:pPr>
                <a:endParaRPr lang="en-US" sz="900" dirty="0"/>
              </a:p>
            </p:txBody>
          </p:sp>
          <p:sp>
            <p:nvSpPr>
              <p:cNvPr id="67" name="Freeform 66"/>
              <p:cNvSpPr>
                <a:spLocks/>
              </p:cNvSpPr>
              <p:nvPr/>
            </p:nvSpPr>
            <p:spPr bwMode="auto">
              <a:xfrm>
                <a:off x="2409" y="1704"/>
                <a:ext cx="216" cy="286"/>
              </a:xfrm>
              <a:custGeom>
                <a:avLst/>
                <a:gdLst/>
                <a:ahLst/>
                <a:cxnLst>
                  <a:cxn ang="0">
                    <a:pos x="244" y="12"/>
                  </a:cxn>
                  <a:cxn ang="0">
                    <a:pos x="261" y="37"/>
                  </a:cxn>
                  <a:cxn ang="0">
                    <a:pos x="280" y="61"/>
                  </a:cxn>
                  <a:cxn ang="0">
                    <a:pos x="303" y="84"/>
                  </a:cxn>
                  <a:cxn ang="0">
                    <a:pos x="327" y="106"/>
                  </a:cxn>
                  <a:cxn ang="0">
                    <a:pos x="353" y="126"/>
                  </a:cxn>
                  <a:cxn ang="0">
                    <a:pos x="383" y="146"/>
                  </a:cxn>
                  <a:cxn ang="0">
                    <a:pos x="414" y="164"/>
                  </a:cxn>
                  <a:cxn ang="0">
                    <a:pos x="418" y="198"/>
                  </a:cxn>
                  <a:cxn ang="0">
                    <a:pos x="391" y="247"/>
                  </a:cxn>
                  <a:cxn ang="0">
                    <a:pos x="367" y="298"/>
                  </a:cxn>
                  <a:cxn ang="0">
                    <a:pos x="344" y="350"/>
                  </a:cxn>
                  <a:cxn ang="0">
                    <a:pos x="324" y="399"/>
                  </a:cxn>
                  <a:cxn ang="0">
                    <a:pos x="305" y="448"/>
                  </a:cxn>
                  <a:cxn ang="0">
                    <a:pos x="288" y="496"/>
                  </a:cxn>
                  <a:cxn ang="0">
                    <a:pos x="273" y="546"/>
                  </a:cxn>
                  <a:cxn ang="0">
                    <a:pos x="236" y="555"/>
                  </a:cxn>
                  <a:cxn ang="0">
                    <a:pos x="181" y="520"/>
                  </a:cxn>
                  <a:cxn ang="0">
                    <a:pos x="132" y="483"/>
                  </a:cxn>
                  <a:cxn ang="0">
                    <a:pos x="90" y="444"/>
                  </a:cxn>
                  <a:cxn ang="0">
                    <a:pos x="55" y="404"/>
                  </a:cxn>
                  <a:cxn ang="0">
                    <a:pos x="29" y="362"/>
                  </a:cxn>
                  <a:cxn ang="0">
                    <a:pos x="10" y="319"/>
                  </a:cxn>
                  <a:cxn ang="0">
                    <a:pos x="1" y="274"/>
                  </a:cxn>
                  <a:cxn ang="0">
                    <a:pos x="13" y="233"/>
                  </a:cxn>
                  <a:cxn ang="0">
                    <a:pos x="39" y="198"/>
                  </a:cxn>
                  <a:cxn ang="0">
                    <a:pos x="68" y="162"/>
                  </a:cxn>
                  <a:cxn ang="0">
                    <a:pos x="98" y="128"/>
                  </a:cxn>
                  <a:cxn ang="0">
                    <a:pos x="129" y="95"/>
                  </a:cxn>
                  <a:cxn ang="0">
                    <a:pos x="160" y="64"/>
                  </a:cxn>
                  <a:cxn ang="0">
                    <a:pos x="191" y="35"/>
                  </a:cxn>
                  <a:cxn ang="0">
                    <a:pos x="222" y="11"/>
                  </a:cxn>
                </a:cxnLst>
                <a:rect l="0" t="0" r="r" b="b"/>
                <a:pathLst>
                  <a:path w="432" h="571">
                    <a:moveTo>
                      <a:pt x="237" y="0"/>
                    </a:moveTo>
                    <a:lnTo>
                      <a:pt x="244" y="12"/>
                    </a:lnTo>
                    <a:lnTo>
                      <a:pt x="252" y="25"/>
                    </a:lnTo>
                    <a:lnTo>
                      <a:pt x="261" y="37"/>
                    </a:lnTo>
                    <a:lnTo>
                      <a:pt x="271" y="49"/>
                    </a:lnTo>
                    <a:lnTo>
                      <a:pt x="280" y="61"/>
                    </a:lnTo>
                    <a:lnTo>
                      <a:pt x="291" y="72"/>
                    </a:lnTo>
                    <a:lnTo>
                      <a:pt x="303" y="84"/>
                    </a:lnTo>
                    <a:lnTo>
                      <a:pt x="314" y="94"/>
                    </a:lnTo>
                    <a:lnTo>
                      <a:pt x="327" y="106"/>
                    </a:lnTo>
                    <a:lnTo>
                      <a:pt x="340" y="116"/>
                    </a:lnTo>
                    <a:lnTo>
                      <a:pt x="353" y="126"/>
                    </a:lnTo>
                    <a:lnTo>
                      <a:pt x="368" y="136"/>
                    </a:lnTo>
                    <a:lnTo>
                      <a:pt x="383" y="146"/>
                    </a:lnTo>
                    <a:lnTo>
                      <a:pt x="398" y="155"/>
                    </a:lnTo>
                    <a:lnTo>
                      <a:pt x="414" y="164"/>
                    </a:lnTo>
                    <a:lnTo>
                      <a:pt x="432" y="174"/>
                    </a:lnTo>
                    <a:lnTo>
                      <a:pt x="418" y="198"/>
                    </a:lnTo>
                    <a:lnTo>
                      <a:pt x="405" y="222"/>
                    </a:lnTo>
                    <a:lnTo>
                      <a:pt x="391" y="247"/>
                    </a:lnTo>
                    <a:lnTo>
                      <a:pt x="379" y="271"/>
                    </a:lnTo>
                    <a:lnTo>
                      <a:pt x="367" y="298"/>
                    </a:lnTo>
                    <a:lnTo>
                      <a:pt x="355" y="323"/>
                    </a:lnTo>
                    <a:lnTo>
                      <a:pt x="344" y="350"/>
                    </a:lnTo>
                    <a:lnTo>
                      <a:pt x="333" y="376"/>
                    </a:lnTo>
                    <a:lnTo>
                      <a:pt x="324" y="399"/>
                    </a:lnTo>
                    <a:lnTo>
                      <a:pt x="313" y="423"/>
                    </a:lnTo>
                    <a:lnTo>
                      <a:pt x="305" y="448"/>
                    </a:lnTo>
                    <a:lnTo>
                      <a:pt x="296" y="472"/>
                    </a:lnTo>
                    <a:lnTo>
                      <a:pt x="288" y="496"/>
                    </a:lnTo>
                    <a:lnTo>
                      <a:pt x="281" y="520"/>
                    </a:lnTo>
                    <a:lnTo>
                      <a:pt x="273" y="546"/>
                    </a:lnTo>
                    <a:lnTo>
                      <a:pt x="266" y="571"/>
                    </a:lnTo>
                    <a:lnTo>
                      <a:pt x="236" y="555"/>
                    </a:lnTo>
                    <a:lnTo>
                      <a:pt x="207" y="537"/>
                    </a:lnTo>
                    <a:lnTo>
                      <a:pt x="181" y="520"/>
                    </a:lnTo>
                    <a:lnTo>
                      <a:pt x="155" y="502"/>
                    </a:lnTo>
                    <a:lnTo>
                      <a:pt x="132" y="483"/>
                    </a:lnTo>
                    <a:lnTo>
                      <a:pt x="110" y="464"/>
                    </a:lnTo>
                    <a:lnTo>
                      <a:pt x="90" y="444"/>
                    </a:lnTo>
                    <a:lnTo>
                      <a:pt x="71" y="425"/>
                    </a:lnTo>
                    <a:lnTo>
                      <a:pt x="55" y="404"/>
                    </a:lnTo>
                    <a:lnTo>
                      <a:pt x="41" y="383"/>
                    </a:lnTo>
                    <a:lnTo>
                      <a:pt x="29" y="362"/>
                    </a:lnTo>
                    <a:lnTo>
                      <a:pt x="18" y="341"/>
                    </a:lnTo>
                    <a:lnTo>
                      <a:pt x="10" y="319"/>
                    </a:lnTo>
                    <a:lnTo>
                      <a:pt x="4" y="296"/>
                    </a:lnTo>
                    <a:lnTo>
                      <a:pt x="1" y="274"/>
                    </a:lnTo>
                    <a:lnTo>
                      <a:pt x="0" y="251"/>
                    </a:lnTo>
                    <a:lnTo>
                      <a:pt x="13" y="233"/>
                    </a:lnTo>
                    <a:lnTo>
                      <a:pt x="25" y="215"/>
                    </a:lnTo>
                    <a:lnTo>
                      <a:pt x="39" y="198"/>
                    </a:lnTo>
                    <a:lnTo>
                      <a:pt x="54" y="179"/>
                    </a:lnTo>
                    <a:lnTo>
                      <a:pt x="68" y="162"/>
                    </a:lnTo>
                    <a:lnTo>
                      <a:pt x="83" y="145"/>
                    </a:lnTo>
                    <a:lnTo>
                      <a:pt x="98" y="128"/>
                    </a:lnTo>
                    <a:lnTo>
                      <a:pt x="114" y="111"/>
                    </a:lnTo>
                    <a:lnTo>
                      <a:pt x="129" y="95"/>
                    </a:lnTo>
                    <a:lnTo>
                      <a:pt x="145" y="79"/>
                    </a:lnTo>
                    <a:lnTo>
                      <a:pt x="160" y="64"/>
                    </a:lnTo>
                    <a:lnTo>
                      <a:pt x="176" y="49"/>
                    </a:lnTo>
                    <a:lnTo>
                      <a:pt x="191" y="35"/>
                    </a:lnTo>
                    <a:lnTo>
                      <a:pt x="207" y="23"/>
                    </a:lnTo>
                    <a:lnTo>
                      <a:pt x="222" y="11"/>
                    </a:lnTo>
                    <a:lnTo>
                      <a:pt x="237" y="0"/>
                    </a:lnTo>
                    <a:close/>
                  </a:path>
                </a:pathLst>
              </a:custGeom>
              <a:grpFill/>
              <a:ln w="9525">
                <a:noFill/>
                <a:round/>
                <a:headEnd/>
                <a:tailEnd/>
              </a:ln>
            </p:spPr>
            <p:txBody>
              <a:bodyPr/>
              <a:lstStyle/>
              <a:p>
                <a:pPr algn="ctr">
                  <a:defRPr/>
                </a:pPr>
                <a:endParaRPr lang="en-US" sz="900" dirty="0"/>
              </a:p>
            </p:txBody>
          </p:sp>
          <p:sp>
            <p:nvSpPr>
              <p:cNvPr id="68" name="Freeform 67"/>
              <p:cNvSpPr>
                <a:spLocks/>
              </p:cNvSpPr>
              <p:nvPr/>
            </p:nvSpPr>
            <p:spPr bwMode="auto">
              <a:xfrm>
                <a:off x="2318" y="1900"/>
                <a:ext cx="210" cy="352"/>
              </a:xfrm>
              <a:custGeom>
                <a:avLst/>
                <a:gdLst/>
                <a:ahLst/>
                <a:cxnLst>
                  <a:cxn ang="0">
                    <a:pos x="99" y="0"/>
                  </a:cxn>
                  <a:cxn ang="0">
                    <a:pos x="109" y="22"/>
                  </a:cxn>
                  <a:cxn ang="0">
                    <a:pos x="121" y="43"/>
                  </a:cxn>
                  <a:cxn ang="0">
                    <a:pos x="133" y="64"/>
                  </a:cxn>
                  <a:cxn ang="0">
                    <a:pos x="148" y="84"/>
                  </a:cxn>
                  <a:cxn ang="0">
                    <a:pos x="165" y="104"/>
                  </a:cxn>
                  <a:cxn ang="0">
                    <a:pos x="182" y="123"/>
                  </a:cxn>
                  <a:cxn ang="0">
                    <a:pos x="200" y="143"/>
                  </a:cxn>
                  <a:cxn ang="0">
                    <a:pos x="220" y="161"/>
                  </a:cxn>
                  <a:cxn ang="0">
                    <a:pos x="241" y="180"/>
                  </a:cxn>
                  <a:cxn ang="0">
                    <a:pos x="264" y="197"/>
                  </a:cxn>
                  <a:cxn ang="0">
                    <a:pos x="287" y="214"/>
                  </a:cxn>
                  <a:cxn ang="0">
                    <a:pos x="311" y="232"/>
                  </a:cxn>
                  <a:cxn ang="0">
                    <a:pos x="337" y="248"/>
                  </a:cxn>
                  <a:cxn ang="0">
                    <a:pos x="364" y="263"/>
                  </a:cxn>
                  <a:cxn ang="0">
                    <a:pos x="391" y="278"/>
                  </a:cxn>
                  <a:cxn ang="0">
                    <a:pos x="420" y="293"/>
                  </a:cxn>
                  <a:cxn ang="0">
                    <a:pos x="413" y="330"/>
                  </a:cxn>
                  <a:cxn ang="0">
                    <a:pos x="406" y="368"/>
                  </a:cxn>
                  <a:cxn ang="0">
                    <a:pos x="401" y="406"/>
                  </a:cxn>
                  <a:cxn ang="0">
                    <a:pos x="395" y="445"/>
                  </a:cxn>
                  <a:cxn ang="0">
                    <a:pos x="393" y="469"/>
                  </a:cxn>
                  <a:cxn ang="0">
                    <a:pos x="390" y="493"/>
                  </a:cxn>
                  <a:cxn ang="0">
                    <a:pos x="389" y="517"/>
                  </a:cxn>
                  <a:cxn ang="0">
                    <a:pos x="387" y="541"/>
                  </a:cxn>
                  <a:cxn ang="0">
                    <a:pos x="385" y="583"/>
                  </a:cxn>
                  <a:cxn ang="0">
                    <a:pos x="385" y="623"/>
                  </a:cxn>
                  <a:cxn ang="0">
                    <a:pos x="383" y="665"/>
                  </a:cxn>
                  <a:cxn ang="0">
                    <a:pos x="385" y="705"/>
                  </a:cxn>
                  <a:cxn ang="0">
                    <a:pos x="348" y="685"/>
                  </a:cxn>
                  <a:cxn ang="0">
                    <a:pos x="312" y="665"/>
                  </a:cxn>
                  <a:cxn ang="0">
                    <a:pos x="277" y="643"/>
                  </a:cxn>
                  <a:cxn ang="0">
                    <a:pos x="244" y="622"/>
                  </a:cxn>
                  <a:cxn ang="0">
                    <a:pos x="211" y="599"/>
                  </a:cxn>
                  <a:cxn ang="0">
                    <a:pos x="180" y="576"/>
                  </a:cxn>
                  <a:cxn ang="0">
                    <a:pos x="150" y="553"/>
                  </a:cxn>
                  <a:cxn ang="0">
                    <a:pos x="122" y="528"/>
                  </a:cxn>
                  <a:cxn ang="0">
                    <a:pos x="97" y="502"/>
                  </a:cxn>
                  <a:cxn ang="0">
                    <a:pos x="74" y="475"/>
                  </a:cxn>
                  <a:cxn ang="0">
                    <a:pos x="54" y="447"/>
                  </a:cxn>
                  <a:cxn ang="0">
                    <a:pos x="36" y="418"/>
                  </a:cxn>
                  <a:cxn ang="0">
                    <a:pos x="22" y="387"/>
                  </a:cxn>
                  <a:cxn ang="0">
                    <a:pos x="10" y="356"/>
                  </a:cxn>
                  <a:cxn ang="0">
                    <a:pos x="3" y="323"/>
                  </a:cxn>
                  <a:cxn ang="0">
                    <a:pos x="0" y="288"/>
                  </a:cxn>
                  <a:cxn ang="0">
                    <a:pos x="8" y="250"/>
                  </a:cxn>
                  <a:cxn ang="0">
                    <a:pos x="18" y="213"/>
                  </a:cxn>
                  <a:cxn ang="0">
                    <a:pos x="29" y="176"/>
                  </a:cxn>
                  <a:cxn ang="0">
                    <a:pos x="40" y="140"/>
                  </a:cxn>
                  <a:cxn ang="0">
                    <a:pos x="53" y="104"/>
                  </a:cxn>
                  <a:cxn ang="0">
                    <a:pos x="68" y="69"/>
                  </a:cxn>
                  <a:cxn ang="0">
                    <a:pos x="83" y="35"/>
                  </a:cxn>
                  <a:cxn ang="0">
                    <a:pos x="99" y="0"/>
                  </a:cxn>
                </a:cxnLst>
                <a:rect l="0" t="0" r="r" b="b"/>
                <a:pathLst>
                  <a:path w="420" h="705">
                    <a:moveTo>
                      <a:pt x="99" y="0"/>
                    </a:moveTo>
                    <a:lnTo>
                      <a:pt x="109" y="22"/>
                    </a:lnTo>
                    <a:lnTo>
                      <a:pt x="121" y="43"/>
                    </a:lnTo>
                    <a:lnTo>
                      <a:pt x="133" y="64"/>
                    </a:lnTo>
                    <a:lnTo>
                      <a:pt x="148" y="84"/>
                    </a:lnTo>
                    <a:lnTo>
                      <a:pt x="165" y="104"/>
                    </a:lnTo>
                    <a:lnTo>
                      <a:pt x="182" y="123"/>
                    </a:lnTo>
                    <a:lnTo>
                      <a:pt x="200" y="143"/>
                    </a:lnTo>
                    <a:lnTo>
                      <a:pt x="220" y="161"/>
                    </a:lnTo>
                    <a:lnTo>
                      <a:pt x="241" y="180"/>
                    </a:lnTo>
                    <a:lnTo>
                      <a:pt x="264" y="197"/>
                    </a:lnTo>
                    <a:lnTo>
                      <a:pt x="287" y="214"/>
                    </a:lnTo>
                    <a:lnTo>
                      <a:pt x="311" y="232"/>
                    </a:lnTo>
                    <a:lnTo>
                      <a:pt x="337" y="248"/>
                    </a:lnTo>
                    <a:lnTo>
                      <a:pt x="364" y="263"/>
                    </a:lnTo>
                    <a:lnTo>
                      <a:pt x="391" y="278"/>
                    </a:lnTo>
                    <a:lnTo>
                      <a:pt x="420" y="293"/>
                    </a:lnTo>
                    <a:lnTo>
                      <a:pt x="413" y="330"/>
                    </a:lnTo>
                    <a:lnTo>
                      <a:pt x="406" y="368"/>
                    </a:lnTo>
                    <a:lnTo>
                      <a:pt x="401" y="406"/>
                    </a:lnTo>
                    <a:lnTo>
                      <a:pt x="395" y="445"/>
                    </a:lnTo>
                    <a:lnTo>
                      <a:pt x="393" y="469"/>
                    </a:lnTo>
                    <a:lnTo>
                      <a:pt x="390" y="493"/>
                    </a:lnTo>
                    <a:lnTo>
                      <a:pt x="389" y="517"/>
                    </a:lnTo>
                    <a:lnTo>
                      <a:pt x="387" y="541"/>
                    </a:lnTo>
                    <a:lnTo>
                      <a:pt x="385" y="583"/>
                    </a:lnTo>
                    <a:lnTo>
                      <a:pt x="385" y="623"/>
                    </a:lnTo>
                    <a:lnTo>
                      <a:pt x="383" y="665"/>
                    </a:lnTo>
                    <a:lnTo>
                      <a:pt x="385" y="705"/>
                    </a:lnTo>
                    <a:lnTo>
                      <a:pt x="348" y="685"/>
                    </a:lnTo>
                    <a:lnTo>
                      <a:pt x="312" y="665"/>
                    </a:lnTo>
                    <a:lnTo>
                      <a:pt x="277" y="643"/>
                    </a:lnTo>
                    <a:lnTo>
                      <a:pt x="244" y="622"/>
                    </a:lnTo>
                    <a:lnTo>
                      <a:pt x="211" y="599"/>
                    </a:lnTo>
                    <a:lnTo>
                      <a:pt x="180" y="576"/>
                    </a:lnTo>
                    <a:lnTo>
                      <a:pt x="150" y="553"/>
                    </a:lnTo>
                    <a:lnTo>
                      <a:pt x="122" y="528"/>
                    </a:lnTo>
                    <a:lnTo>
                      <a:pt x="97" y="502"/>
                    </a:lnTo>
                    <a:lnTo>
                      <a:pt x="74" y="475"/>
                    </a:lnTo>
                    <a:lnTo>
                      <a:pt x="54" y="447"/>
                    </a:lnTo>
                    <a:lnTo>
                      <a:pt x="36" y="418"/>
                    </a:lnTo>
                    <a:lnTo>
                      <a:pt x="22" y="387"/>
                    </a:lnTo>
                    <a:lnTo>
                      <a:pt x="10" y="356"/>
                    </a:lnTo>
                    <a:lnTo>
                      <a:pt x="3" y="323"/>
                    </a:lnTo>
                    <a:lnTo>
                      <a:pt x="0" y="288"/>
                    </a:lnTo>
                    <a:lnTo>
                      <a:pt x="8" y="250"/>
                    </a:lnTo>
                    <a:lnTo>
                      <a:pt x="18" y="213"/>
                    </a:lnTo>
                    <a:lnTo>
                      <a:pt x="29" y="176"/>
                    </a:lnTo>
                    <a:lnTo>
                      <a:pt x="40" y="140"/>
                    </a:lnTo>
                    <a:lnTo>
                      <a:pt x="53" y="104"/>
                    </a:lnTo>
                    <a:lnTo>
                      <a:pt x="68" y="69"/>
                    </a:lnTo>
                    <a:lnTo>
                      <a:pt x="83" y="35"/>
                    </a:lnTo>
                    <a:lnTo>
                      <a:pt x="99" y="0"/>
                    </a:lnTo>
                    <a:close/>
                  </a:path>
                </a:pathLst>
              </a:custGeom>
              <a:grpFill/>
              <a:ln w="9525">
                <a:noFill/>
                <a:round/>
                <a:headEnd/>
                <a:tailEnd/>
              </a:ln>
            </p:spPr>
            <p:txBody>
              <a:bodyPr/>
              <a:lstStyle/>
              <a:p>
                <a:pPr algn="ctr">
                  <a:defRPr/>
                </a:pPr>
                <a:endParaRPr lang="en-US" sz="900" dirty="0"/>
              </a:p>
            </p:txBody>
          </p:sp>
          <p:sp>
            <p:nvSpPr>
              <p:cNvPr id="69" name="Freeform 68"/>
              <p:cNvSpPr>
                <a:spLocks/>
              </p:cNvSpPr>
              <p:nvPr/>
            </p:nvSpPr>
            <p:spPr bwMode="auto">
              <a:xfrm>
                <a:off x="2307" y="2149"/>
                <a:ext cx="256" cy="365"/>
              </a:xfrm>
              <a:custGeom>
                <a:avLst/>
                <a:gdLst/>
                <a:ahLst/>
                <a:cxnLst>
                  <a:cxn ang="0">
                    <a:pos x="0" y="11"/>
                  </a:cxn>
                  <a:cxn ang="0">
                    <a:pos x="0" y="9"/>
                  </a:cxn>
                  <a:cxn ang="0">
                    <a:pos x="1" y="5"/>
                  </a:cxn>
                  <a:cxn ang="0">
                    <a:pos x="1" y="3"/>
                  </a:cxn>
                  <a:cxn ang="0">
                    <a:pos x="1" y="0"/>
                  </a:cxn>
                  <a:cxn ang="0">
                    <a:pos x="12" y="25"/>
                  </a:cxn>
                  <a:cxn ang="0">
                    <a:pos x="25" y="49"/>
                  </a:cxn>
                  <a:cxn ang="0">
                    <a:pos x="41" y="73"/>
                  </a:cxn>
                  <a:cxn ang="0">
                    <a:pos x="60" y="96"/>
                  </a:cxn>
                  <a:cxn ang="0">
                    <a:pos x="82" y="119"/>
                  </a:cxn>
                  <a:cxn ang="0">
                    <a:pos x="106" y="141"/>
                  </a:cxn>
                  <a:cxn ang="0">
                    <a:pos x="131" y="163"/>
                  </a:cxn>
                  <a:cxn ang="0">
                    <a:pos x="159" y="185"/>
                  </a:cxn>
                  <a:cxn ang="0">
                    <a:pos x="188" y="206"/>
                  </a:cxn>
                  <a:cxn ang="0">
                    <a:pos x="219" y="227"/>
                  </a:cxn>
                  <a:cxn ang="0">
                    <a:pos x="250" y="246"/>
                  </a:cxn>
                  <a:cxn ang="0">
                    <a:pos x="282" y="265"/>
                  </a:cxn>
                  <a:cxn ang="0">
                    <a:pos x="316" y="283"/>
                  </a:cxn>
                  <a:cxn ang="0">
                    <a:pos x="349" y="301"/>
                  </a:cxn>
                  <a:cxn ang="0">
                    <a:pos x="382" y="319"/>
                  </a:cxn>
                  <a:cxn ang="0">
                    <a:pos x="416" y="335"/>
                  </a:cxn>
                  <a:cxn ang="0">
                    <a:pos x="419" y="374"/>
                  </a:cxn>
                  <a:cxn ang="0">
                    <a:pos x="424" y="412"/>
                  </a:cxn>
                  <a:cxn ang="0">
                    <a:pos x="430" y="450"/>
                  </a:cxn>
                  <a:cxn ang="0">
                    <a:pos x="435" y="487"/>
                  </a:cxn>
                  <a:cxn ang="0">
                    <a:pos x="441" y="517"/>
                  </a:cxn>
                  <a:cxn ang="0">
                    <a:pos x="448" y="547"/>
                  </a:cxn>
                  <a:cxn ang="0">
                    <a:pos x="456" y="577"/>
                  </a:cxn>
                  <a:cxn ang="0">
                    <a:pos x="464" y="607"/>
                  </a:cxn>
                  <a:cxn ang="0">
                    <a:pos x="475" y="638"/>
                  </a:cxn>
                  <a:cxn ang="0">
                    <a:pos x="486" y="668"/>
                  </a:cxn>
                  <a:cxn ang="0">
                    <a:pos x="499" y="699"/>
                  </a:cxn>
                  <a:cxn ang="0">
                    <a:pos x="513" y="731"/>
                  </a:cxn>
                  <a:cxn ang="0">
                    <a:pos x="470" y="709"/>
                  </a:cxn>
                  <a:cxn ang="0">
                    <a:pos x="427" y="686"/>
                  </a:cxn>
                  <a:cxn ang="0">
                    <a:pos x="387" y="662"/>
                  </a:cxn>
                  <a:cxn ang="0">
                    <a:pos x="348" y="635"/>
                  </a:cxn>
                  <a:cxn ang="0">
                    <a:pos x="310" y="608"/>
                  </a:cxn>
                  <a:cxn ang="0">
                    <a:pos x="274" y="579"/>
                  </a:cxn>
                  <a:cxn ang="0">
                    <a:pos x="240" y="549"/>
                  </a:cxn>
                  <a:cxn ang="0">
                    <a:pos x="206" y="518"/>
                  </a:cxn>
                  <a:cxn ang="0">
                    <a:pos x="176" y="486"/>
                  </a:cxn>
                  <a:cxn ang="0">
                    <a:pos x="147" y="453"/>
                  </a:cxn>
                  <a:cxn ang="0">
                    <a:pos x="121" y="419"/>
                  </a:cxn>
                  <a:cxn ang="0">
                    <a:pos x="97" y="384"/>
                  </a:cxn>
                  <a:cxn ang="0">
                    <a:pos x="75" y="350"/>
                  </a:cxn>
                  <a:cxn ang="0">
                    <a:pos x="55" y="313"/>
                  </a:cxn>
                  <a:cxn ang="0">
                    <a:pos x="38" y="277"/>
                  </a:cxn>
                  <a:cxn ang="0">
                    <a:pos x="24" y="240"/>
                  </a:cxn>
                  <a:cxn ang="0">
                    <a:pos x="14" y="184"/>
                  </a:cxn>
                  <a:cxn ang="0">
                    <a:pos x="6" y="128"/>
                  </a:cxn>
                  <a:cxn ang="0">
                    <a:pos x="1" y="70"/>
                  </a:cxn>
                  <a:cxn ang="0">
                    <a:pos x="0" y="11"/>
                  </a:cxn>
                </a:cxnLst>
                <a:rect l="0" t="0" r="r" b="b"/>
                <a:pathLst>
                  <a:path w="513" h="731">
                    <a:moveTo>
                      <a:pt x="0" y="11"/>
                    </a:moveTo>
                    <a:lnTo>
                      <a:pt x="0" y="9"/>
                    </a:lnTo>
                    <a:lnTo>
                      <a:pt x="1" y="5"/>
                    </a:lnTo>
                    <a:lnTo>
                      <a:pt x="1" y="3"/>
                    </a:lnTo>
                    <a:lnTo>
                      <a:pt x="1" y="0"/>
                    </a:lnTo>
                    <a:lnTo>
                      <a:pt x="12" y="25"/>
                    </a:lnTo>
                    <a:lnTo>
                      <a:pt x="25" y="49"/>
                    </a:lnTo>
                    <a:lnTo>
                      <a:pt x="41" y="73"/>
                    </a:lnTo>
                    <a:lnTo>
                      <a:pt x="60" y="96"/>
                    </a:lnTo>
                    <a:lnTo>
                      <a:pt x="82" y="119"/>
                    </a:lnTo>
                    <a:lnTo>
                      <a:pt x="106" y="141"/>
                    </a:lnTo>
                    <a:lnTo>
                      <a:pt x="131" y="163"/>
                    </a:lnTo>
                    <a:lnTo>
                      <a:pt x="159" y="185"/>
                    </a:lnTo>
                    <a:lnTo>
                      <a:pt x="188" y="206"/>
                    </a:lnTo>
                    <a:lnTo>
                      <a:pt x="219" y="227"/>
                    </a:lnTo>
                    <a:lnTo>
                      <a:pt x="250" y="246"/>
                    </a:lnTo>
                    <a:lnTo>
                      <a:pt x="282" y="265"/>
                    </a:lnTo>
                    <a:lnTo>
                      <a:pt x="316" y="283"/>
                    </a:lnTo>
                    <a:lnTo>
                      <a:pt x="349" y="301"/>
                    </a:lnTo>
                    <a:lnTo>
                      <a:pt x="382" y="319"/>
                    </a:lnTo>
                    <a:lnTo>
                      <a:pt x="416" y="335"/>
                    </a:lnTo>
                    <a:lnTo>
                      <a:pt x="419" y="374"/>
                    </a:lnTo>
                    <a:lnTo>
                      <a:pt x="424" y="412"/>
                    </a:lnTo>
                    <a:lnTo>
                      <a:pt x="430" y="450"/>
                    </a:lnTo>
                    <a:lnTo>
                      <a:pt x="435" y="487"/>
                    </a:lnTo>
                    <a:lnTo>
                      <a:pt x="441" y="517"/>
                    </a:lnTo>
                    <a:lnTo>
                      <a:pt x="448" y="547"/>
                    </a:lnTo>
                    <a:lnTo>
                      <a:pt x="456" y="577"/>
                    </a:lnTo>
                    <a:lnTo>
                      <a:pt x="464" y="607"/>
                    </a:lnTo>
                    <a:lnTo>
                      <a:pt x="475" y="638"/>
                    </a:lnTo>
                    <a:lnTo>
                      <a:pt x="486" y="668"/>
                    </a:lnTo>
                    <a:lnTo>
                      <a:pt x="499" y="699"/>
                    </a:lnTo>
                    <a:lnTo>
                      <a:pt x="513" y="731"/>
                    </a:lnTo>
                    <a:lnTo>
                      <a:pt x="470" y="709"/>
                    </a:lnTo>
                    <a:lnTo>
                      <a:pt x="427" y="686"/>
                    </a:lnTo>
                    <a:lnTo>
                      <a:pt x="387" y="662"/>
                    </a:lnTo>
                    <a:lnTo>
                      <a:pt x="348" y="635"/>
                    </a:lnTo>
                    <a:lnTo>
                      <a:pt x="310" y="608"/>
                    </a:lnTo>
                    <a:lnTo>
                      <a:pt x="274" y="579"/>
                    </a:lnTo>
                    <a:lnTo>
                      <a:pt x="240" y="549"/>
                    </a:lnTo>
                    <a:lnTo>
                      <a:pt x="206" y="518"/>
                    </a:lnTo>
                    <a:lnTo>
                      <a:pt x="176" y="486"/>
                    </a:lnTo>
                    <a:lnTo>
                      <a:pt x="147" y="453"/>
                    </a:lnTo>
                    <a:lnTo>
                      <a:pt x="121" y="419"/>
                    </a:lnTo>
                    <a:lnTo>
                      <a:pt x="97" y="384"/>
                    </a:lnTo>
                    <a:lnTo>
                      <a:pt x="75" y="350"/>
                    </a:lnTo>
                    <a:lnTo>
                      <a:pt x="55" y="313"/>
                    </a:lnTo>
                    <a:lnTo>
                      <a:pt x="38" y="277"/>
                    </a:lnTo>
                    <a:lnTo>
                      <a:pt x="24" y="240"/>
                    </a:lnTo>
                    <a:lnTo>
                      <a:pt x="14" y="184"/>
                    </a:lnTo>
                    <a:lnTo>
                      <a:pt x="6" y="128"/>
                    </a:lnTo>
                    <a:lnTo>
                      <a:pt x="1" y="70"/>
                    </a:lnTo>
                    <a:lnTo>
                      <a:pt x="0" y="11"/>
                    </a:lnTo>
                    <a:close/>
                  </a:path>
                </a:pathLst>
              </a:custGeom>
              <a:grpFill/>
              <a:ln w="9525">
                <a:noFill/>
                <a:round/>
                <a:headEnd/>
                <a:tailEnd/>
              </a:ln>
            </p:spPr>
            <p:txBody>
              <a:bodyPr/>
              <a:lstStyle/>
              <a:p>
                <a:pPr algn="ctr">
                  <a:defRPr/>
                </a:pPr>
                <a:endParaRPr lang="en-US" sz="900" dirty="0"/>
              </a:p>
            </p:txBody>
          </p:sp>
          <p:sp>
            <p:nvSpPr>
              <p:cNvPr id="70" name="Freeform 69"/>
              <p:cNvSpPr>
                <a:spLocks/>
              </p:cNvSpPr>
              <p:nvPr/>
            </p:nvSpPr>
            <p:spPr bwMode="auto">
              <a:xfrm>
                <a:off x="2379" y="2437"/>
                <a:ext cx="286" cy="253"/>
              </a:xfrm>
              <a:custGeom>
                <a:avLst/>
                <a:gdLst/>
                <a:ahLst/>
                <a:cxnLst>
                  <a:cxn ang="0">
                    <a:pos x="0" y="0"/>
                  </a:cxn>
                  <a:cxn ang="0">
                    <a:pos x="14" y="20"/>
                  </a:cxn>
                  <a:cxn ang="0">
                    <a:pos x="31" y="41"/>
                  </a:cxn>
                  <a:cxn ang="0">
                    <a:pos x="52" y="62"/>
                  </a:cxn>
                  <a:cxn ang="0">
                    <a:pos x="74" y="82"/>
                  </a:cxn>
                  <a:cxn ang="0">
                    <a:pos x="99" y="103"/>
                  </a:cxn>
                  <a:cxn ang="0">
                    <a:pos x="126" y="124"/>
                  </a:cxn>
                  <a:cxn ang="0">
                    <a:pos x="153" y="144"/>
                  </a:cxn>
                  <a:cxn ang="0">
                    <a:pos x="182" y="165"/>
                  </a:cxn>
                  <a:cxn ang="0">
                    <a:pos x="212" y="184"/>
                  </a:cxn>
                  <a:cxn ang="0">
                    <a:pos x="242" y="203"/>
                  </a:cxn>
                  <a:cxn ang="0">
                    <a:pos x="272" y="220"/>
                  </a:cxn>
                  <a:cxn ang="0">
                    <a:pos x="302" y="237"/>
                  </a:cxn>
                  <a:cxn ang="0">
                    <a:pos x="332" y="252"/>
                  </a:cxn>
                  <a:cxn ang="0">
                    <a:pos x="360" y="265"/>
                  </a:cxn>
                  <a:cxn ang="0">
                    <a:pos x="387" y="278"/>
                  </a:cxn>
                  <a:cxn ang="0">
                    <a:pos x="412" y="288"/>
                  </a:cxn>
                  <a:cxn ang="0">
                    <a:pos x="418" y="303"/>
                  </a:cxn>
                  <a:cxn ang="0">
                    <a:pos x="424" y="318"/>
                  </a:cxn>
                  <a:cxn ang="0">
                    <a:pos x="431" y="334"/>
                  </a:cxn>
                  <a:cxn ang="0">
                    <a:pos x="439" y="349"/>
                  </a:cxn>
                  <a:cxn ang="0">
                    <a:pos x="447" y="366"/>
                  </a:cxn>
                  <a:cxn ang="0">
                    <a:pos x="456" y="381"/>
                  </a:cxn>
                  <a:cxn ang="0">
                    <a:pos x="466" y="397"/>
                  </a:cxn>
                  <a:cxn ang="0">
                    <a:pos x="478" y="413"/>
                  </a:cxn>
                  <a:cxn ang="0">
                    <a:pos x="487" y="424"/>
                  </a:cxn>
                  <a:cxn ang="0">
                    <a:pos x="496" y="436"/>
                  </a:cxn>
                  <a:cxn ang="0">
                    <a:pos x="508" y="447"/>
                  </a:cxn>
                  <a:cxn ang="0">
                    <a:pos x="518" y="460"/>
                  </a:cxn>
                  <a:cxn ang="0">
                    <a:pos x="531" y="471"/>
                  </a:cxn>
                  <a:cxn ang="0">
                    <a:pos x="544" y="483"/>
                  </a:cxn>
                  <a:cxn ang="0">
                    <a:pos x="557" y="496"/>
                  </a:cxn>
                  <a:cxn ang="0">
                    <a:pos x="572" y="507"/>
                  </a:cxn>
                  <a:cxn ang="0">
                    <a:pos x="537" y="490"/>
                  </a:cxn>
                  <a:cxn ang="0">
                    <a:pos x="500" y="471"/>
                  </a:cxn>
                  <a:cxn ang="0">
                    <a:pos x="461" y="451"/>
                  </a:cxn>
                  <a:cxn ang="0">
                    <a:pos x="422" y="428"/>
                  </a:cxn>
                  <a:cxn ang="0">
                    <a:pos x="381" y="402"/>
                  </a:cxn>
                  <a:cxn ang="0">
                    <a:pos x="341" y="376"/>
                  </a:cxn>
                  <a:cxn ang="0">
                    <a:pos x="302" y="347"/>
                  </a:cxn>
                  <a:cxn ang="0">
                    <a:pos x="261" y="316"/>
                  </a:cxn>
                  <a:cxn ang="0">
                    <a:pos x="222" y="284"/>
                  </a:cxn>
                  <a:cxn ang="0">
                    <a:pos x="185" y="249"/>
                  </a:cxn>
                  <a:cxn ang="0">
                    <a:pos x="149" y="212"/>
                  </a:cxn>
                  <a:cxn ang="0">
                    <a:pos x="114" y="173"/>
                  </a:cxn>
                  <a:cxn ang="0">
                    <a:pos x="82" y="133"/>
                  </a:cxn>
                  <a:cxn ang="0">
                    <a:pos x="52" y="90"/>
                  </a:cxn>
                  <a:cxn ang="0">
                    <a:pos x="24" y="47"/>
                  </a:cxn>
                  <a:cxn ang="0">
                    <a:pos x="0" y="0"/>
                  </a:cxn>
                </a:cxnLst>
                <a:rect l="0" t="0" r="r" b="b"/>
                <a:pathLst>
                  <a:path w="572" h="507">
                    <a:moveTo>
                      <a:pt x="0" y="0"/>
                    </a:moveTo>
                    <a:lnTo>
                      <a:pt x="14" y="20"/>
                    </a:lnTo>
                    <a:lnTo>
                      <a:pt x="31" y="41"/>
                    </a:lnTo>
                    <a:lnTo>
                      <a:pt x="52" y="62"/>
                    </a:lnTo>
                    <a:lnTo>
                      <a:pt x="74" y="82"/>
                    </a:lnTo>
                    <a:lnTo>
                      <a:pt x="99" y="103"/>
                    </a:lnTo>
                    <a:lnTo>
                      <a:pt x="126" y="124"/>
                    </a:lnTo>
                    <a:lnTo>
                      <a:pt x="153" y="144"/>
                    </a:lnTo>
                    <a:lnTo>
                      <a:pt x="182" y="165"/>
                    </a:lnTo>
                    <a:lnTo>
                      <a:pt x="212" y="184"/>
                    </a:lnTo>
                    <a:lnTo>
                      <a:pt x="242" y="203"/>
                    </a:lnTo>
                    <a:lnTo>
                      <a:pt x="272" y="220"/>
                    </a:lnTo>
                    <a:lnTo>
                      <a:pt x="302" y="237"/>
                    </a:lnTo>
                    <a:lnTo>
                      <a:pt x="332" y="252"/>
                    </a:lnTo>
                    <a:lnTo>
                      <a:pt x="360" y="265"/>
                    </a:lnTo>
                    <a:lnTo>
                      <a:pt x="387" y="278"/>
                    </a:lnTo>
                    <a:lnTo>
                      <a:pt x="412" y="288"/>
                    </a:lnTo>
                    <a:lnTo>
                      <a:pt x="418" y="303"/>
                    </a:lnTo>
                    <a:lnTo>
                      <a:pt x="424" y="318"/>
                    </a:lnTo>
                    <a:lnTo>
                      <a:pt x="431" y="334"/>
                    </a:lnTo>
                    <a:lnTo>
                      <a:pt x="439" y="349"/>
                    </a:lnTo>
                    <a:lnTo>
                      <a:pt x="447" y="366"/>
                    </a:lnTo>
                    <a:lnTo>
                      <a:pt x="456" y="381"/>
                    </a:lnTo>
                    <a:lnTo>
                      <a:pt x="466" y="397"/>
                    </a:lnTo>
                    <a:lnTo>
                      <a:pt x="478" y="413"/>
                    </a:lnTo>
                    <a:lnTo>
                      <a:pt x="487" y="424"/>
                    </a:lnTo>
                    <a:lnTo>
                      <a:pt x="496" y="436"/>
                    </a:lnTo>
                    <a:lnTo>
                      <a:pt x="508" y="447"/>
                    </a:lnTo>
                    <a:lnTo>
                      <a:pt x="518" y="460"/>
                    </a:lnTo>
                    <a:lnTo>
                      <a:pt x="531" y="471"/>
                    </a:lnTo>
                    <a:lnTo>
                      <a:pt x="544" y="483"/>
                    </a:lnTo>
                    <a:lnTo>
                      <a:pt x="557" y="496"/>
                    </a:lnTo>
                    <a:lnTo>
                      <a:pt x="572" y="507"/>
                    </a:lnTo>
                    <a:lnTo>
                      <a:pt x="537" y="490"/>
                    </a:lnTo>
                    <a:lnTo>
                      <a:pt x="500" y="471"/>
                    </a:lnTo>
                    <a:lnTo>
                      <a:pt x="461" y="451"/>
                    </a:lnTo>
                    <a:lnTo>
                      <a:pt x="422" y="428"/>
                    </a:lnTo>
                    <a:lnTo>
                      <a:pt x="381" y="402"/>
                    </a:lnTo>
                    <a:lnTo>
                      <a:pt x="341" y="376"/>
                    </a:lnTo>
                    <a:lnTo>
                      <a:pt x="302" y="347"/>
                    </a:lnTo>
                    <a:lnTo>
                      <a:pt x="261" y="316"/>
                    </a:lnTo>
                    <a:lnTo>
                      <a:pt x="222" y="284"/>
                    </a:lnTo>
                    <a:lnTo>
                      <a:pt x="185" y="249"/>
                    </a:lnTo>
                    <a:lnTo>
                      <a:pt x="149" y="212"/>
                    </a:lnTo>
                    <a:lnTo>
                      <a:pt x="114" y="173"/>
                    </a:lnTo>
                    <a:lnTo>
                      <a:pt x="82" y="133"/>
                    </a:lnTo>
                    <a:lnTo>
                      <a:pt x="52" y="90"/>
                    </a:lnTo>
                    <a:lnTo>
                      <a:pt x="24" y="47"/>
                    </a:lnTo>
                    <a:lnTo>
                      <a:pt x="0" y="0"/>
                    </a:lnTo>
                    <a:close/>
                  </a:path>
                </a:pathLst>
              </a:custGeom>
              <a:grpFill/>
              <a:ln w="9525">
                <a:noFill/>
                <a:round/>
                <a:headEnd/>
                <a:tailEnd/>
              </a:ln>
            </p:spPr>
            <p:txBody>
              <a:bodyPr/>
              <a:lstStyle/>
              <a:p>
                <a:pPr algn="ctr">
                  <a:defRPr/>
                </a:pPr>
                <a:endParaRPr lang="en-US" sz="900" dirty="0"/>
              </a:p>
            </p:txBody>
          </p:sp>
          <p:sp>
            <p:nvSpPr>
              <p:cNvPr id="71" name="Freeform 70"/>
              <p:cNvSpPr>
                <a:spLocks/>
              </p:cNvSpPr>
              <p:nvPr/>
            </p:nvSpPr>
            <p:spPr bwMode="auto">
              <a:xfrm>
                <a:off x="2648" y="2599"/>
                <a:ext cx="208" cy="136"/>
              </a:xfrm>
              <a:custGeom>
                <a:avLst/>
                <a:gdLst/>
                <a:ahLst/>
                <a:cxnLst>
                  <a:cxn ang="0">
                    <a:pos x="417" y="273"/>
                  </a:cxn>
                  <a:cxn ang="0">
                    <a:pos x="398" y="272"/>
                  </a:cxn>
                  <a:cxn ang="0">
                    <a:pos x="379" y="271"/>
                  </a:cxn>
                  <a:cxn ang="0">
                    <a:pos x="358" y="268"/>
                  </a:cxn>
                  <a:cxn ang="0">
                    <a:pos x="337" y="266"/>
                  </a:cxn>
                  <a:cxn ang="0">
                    <a:pos x="315" y="261"/>
                  </a:cxn>
                  <a:cxn ang="0">
                    <a:pos x="292" y="257"/>
                  </a:cxn>
                  <a:cxn ang="0">
                    <a:pos x="269" y="250"/>
                  </a:cxn>
                  <a:cxn ang="0">
                    <a:pos x="245" y="241"/>
                  </a:cxn>
                  <a:cxn ang="0">
                    <a:pos x="231" y="235"/>
                  </a:cxn>
                  <a:cxn ang="0">
                    <a:pos x="218" y="229"/>
                  </a:cxn>
                  <a:cxn ang="0">
                    <a:pos x="204" y="222"/>
                  </a:cxn>
                  <a:cxn ang="0">
                    <a:pos x="190" y="215"/>
                  </a:cxn>
                  <a:cxn ang="0">
                    <a:pos x="175" y="209"/>
                  </a:cxn>
                  <a:cxn ang="0">
                    <a:pos x="160" y="200"/>
                  </a:cxn>
                  <a:cxn ang="0">
                    <a:pos x="146" y="192"/>
                  </a:cxn>
                  <a:cxn ang="0">
                    <a:pos x="131" y="183"/>
                  </a:cxn>
                  <a:cxn ang="0">
                    <a:pos x="117" y="174"/>
                  </a:cxn>
                  <a:cxn ang="0">
                    <a:pos x="103" y="165"/>
                  </a:cxn>
                  <a:cxn ang="0">
                    <a:pos x="90" y="153"/>
                  </a:cxn>
                  <a:cxn ang="0">
                    <a:pos x="76" y="143"/>
                  </a:cxn>
                  <a:cxn ang="0">
                    <a:pos x="63" y="131"/>
                  </a:cxn>
                  <a:cxn ang="0">
                    <a:pos x="52" y="119"/>
                  </a:cxn>
                  <a:cxn ang="0">
                    <a:pos x="40" y="106"/>
                  </a:cxn>
                  <a:cxn ang="0">
                    <a:pos x="30" y="92"/>
                  </a:cxn>
                  <a:cxn ang="0">
                    <a:pos x="19" y="71"/>
                  </a:cxn>
                  <a:cxn ang="0">
                    <a:pos x="14" y="48"/>
                  </a:cxn>
                  <a:cxn ang="0">
                    <a:pos x="8" y="24"/>
                  </a:cxn>
                  <a:cxn ang="0">
                    <a:pos x="0" y="0"/>
                  </a:cxn>
                  <a:cxn ang="0">
                    <a:pos x="10" y="4"/>
                  </a:cxn>
                  <a:cxn ang="0">
                    <a:pos x="21" y="8"/>
                  </a:cxn>
                  <a:cxn ang="0">
                    <a:pos x="31" y="12"/>
                  </a:cxn>
                  <a:cxn ang="0">
                    <a:pos x="42" y="15"/>
                  </a:cxn>
                  <a:cxn ang="0">
                    <a:pos x="53" y="17"/>
                  </a:cxn>
                  <a:cxn ang="0">
                    <a:pos x="64" y="21"/>
                  </a:cxn>
                  <a:cxn ang="0">
                    <a:pos x="76" y="24"/>
                  </a:cxn>
                  <a:cxn ang="0">
                    <a:pos x="87" y="27"/>
                  </a:cxn>
                  <a:cxn ang="0">
                    <a:pos x="100" y="30"/>
                  </a:cxn>
                  <a:cxn ang="0">
                    <a:pos x="112" y="32"/>
                  </a:cxn>
                  <a:cxn ang="0">
                    <a:pos x="123" y="36"/>
                  </a:cxn>
                  <a:cxn ang="0">
                    <a:pos x="136" y="38"/>
                  </a:cxn>
                  <a:cxn ang="0">
                    <a:pos x="148" y="40"/>
                  </a:cxn>
                  <a:cxn ang="0">
                    <a:pos x="160" y="43"/>
                  </a:cxn>
                  <a:cxn ang="0">
                    <a:pos x="173" y="45"/>
                  </a:cxn>
                  <a:cxn ang="0">
                    <a:pos x="185" y="47"/>
                  </a:cxn>
                  <a:cxn ang="0">
                    <a:pos x="200" y="50"/>
                  </a:cxn>
                  <a:cxn ang="0">
                    <a:pos x="214" y="52"/>
                  </a:cxn>
                  <a:cxn ang="0">
                    <a:pos x="229" y="54"/>
                  </a:cxn>
                  <a:cxn ang="0">
                    <a:pos x="244" y="55"/>
                  </a:cxn>
                  <a:cxn ang="0">
                    <a:pos x="259" y="58"/>
                  </a:cxn>
                  <a:cxn ang="0">
                    <a:pos x="273" y="60"/>
                  </a:cxn>
                  <a:cxn ang="0">
                    <a:pos x="288" y="61"/>
                  </a:cxn>
                  <a:cxn ang="0">
                    <a:pos x="303" y="62"/>
                  </a:cxn>
                  <a:cxn ang="0">
                    <a:pos x="318" y="65"/>
                  </a:cxn>
                  <a:cxn ang="0">
                    <a:pos x="332" y="66"/>
                  </a:cxn>
                  <a:cxn ang="0">
                    <a:pos x="347" y="67"/>
                  </a:cxn>
                  <a:cxn ang="0">
                    <a:pos x="360" y="68"/>
                  </a:cxn>
                  <a:cxn ang="0">
                    <a:pos x="375" y="68"/>
                  </a:cxn>
                  <a:cxn ang="0">
                    <a:pos x="389" y="69"/>
                  </a:cxn>
                  <a:cxn ang="0">
                    <a:pos x="403" y="70"/>
                  </a:cxn>
                  <a:cxn ang="0">
                    <a:pos x="417" y="70"/>
                  </a:cxn>
                  <a:cxn ang="0">
                    <a:pos x="417" y="166"/>
                  </a:cxn>
                  <a:cxn ang="0">
                    <a:pos x="417" y="273"/>
                  </a:cxn>
                </a:cxnLst>
                <a:rect l="0" t="0" r="r" b="b"/>
                <a:pathLst>
                  <a:path w="417" h="273">
                    <a:moveTo>
                      <a:pt x="417" y="273"/>
                    </a:moveTo>
                    <a:lnTo>
                      <a:pt x="398" y="272"/>
                    </a:lnTo>
                    <a:lnTo>
                      <a:pt x="379" y="271"/>
                    </a:lnTo>
                    <a:lnTo>
                      <a:pt x="358" y="268"/>
                    </a:lnTo>
                    <a:lnTo>
                      <a:pt x="337" y="266"/>
                    </a:lnTo>
                    <a:lnTo>
                      <a:pt x="315" y="261"/>
                    </a:lnTo>
                    <a:lnTo>
                      <a:pt x="292" y="257"/>
                    </a:lnTo>
                    <a:lnTo>
                      <a:pt x="269" y="250"/>
                    </a:lnTo>
                    <a:lnTo>
                      <a:pt x="245" y="241"/>
                    </a:lnTo>
                    <a:lnTo>
                      <a:pt x="231" y="235"/>
                    </a:lnTo>
                    <a:lnTo>
                      <a:pt x="218" y="229"/>
                    </a:lnTo>
                    <a:lnTo>
                      <a:pt x="204" y="222"/>
                    </a:lnTo>
                    <a:lnTo>
                      <a:pt x="190" y="215"/>
                    </a:lnTo>
                    <a:lnTo>
                      <a:pt x="175" y="209"/>
                    </a:lnTo>
                    <a:lnTo>
                      <a:pt x="160" y="200"/>
                    </a:lnTo>
                    <a:lnTo>
                      <a:pt x="146" y="192"/>
                    </a:lnTo>
                    <a:lnTo>
                      <a:pt x="131" y="183"/>
                    </a:lnTo>
                    <a:lnTo>
                      <a:pt x="117" y="174"/>
                    </a:lnTo>
                    <a:lnTo>
                      <a:pt x="103" y="165"/>
                    </a:lnTo>
                    <a:lnTo>
                      <a:pt x="90" y="153"/>
                    </a:lnTo>
                    <a:lnTo>
                      <a:pt x="76" y="143"/>
                    </a:lnTo>
                    <a:lnTo>
                      <a:pt x="63" y="131"/>
                    </a:lnTo>
                    <a:lnTo>
                      <a:pt x="52" y="119"/>
                    </a:lnTo>
                    <a:lnTo>
                      <a:pt x="40" y="106"/>
                    </a:lnTo>
                    <a:lnTo>
                      <a:pt x="30" y="92"/>
                    </a:lnTo>
                    <a:lnTo>
                      <a:pt x="19" y="71"/>
                    </a:lnTo>
                    <a:lnTo>
                      <a:pt x="14" y="48"/>
                    </a:lnTo>
                    <a:lnTo>
                      <a:pt x="8" y="24"/>
                    </a:lnTo>
                    <a:lnTo>
                      <a:pt x="0" y="0"/>
                    </a:lnTo>
                    <a:lnTo>
                      <a:pt x="10" y="4"/>
                    </a:lnTo>
                    <a:lnTo>
                      <a:pt x="21" y="8"/>
                    </a:lnTo>
                    <a:lnTo>
                      <a:pt x="31" y="12"/>
                    </a:lnTo>
                    <a:lnTo>
                      <a:pt x="42" y="15"/>
                    </a:lnTo>
                    <a:lnTo>
                      <a:pt x="53" y="17"/>
                    </a:lnTo>
                    <a:lnTo>
                      <a:pt x="64" y="21"/>
                    </a:lnTo>
                    <a:lnTo>
                      <a:pt x="76" y="24"/>
                    </a:lnTo>
                    <a:lnTo>
                      <a:pt x="87" y="27"/>
                    </a:lnTo>
                    <a:lnTo>
                      <a:pt x="100" y="30"/>
                    </a:lnTo>
                    <a:lnTo>
                      <a:pt x="112" y="32"/>
                    </a:lnTo>
                    <a:lnTo>
                      <a:pt x="123" y="36"/>
                    </a:lnTo>
                    <a:lnTo>
                      <a:pt x="136" y="38"/>
                    </a:lnTo>
                    <a:lnTo>
                      <a:pt x="148" y="40"/>
                    </a:lnTo>
                    <a:lnTo>
                      <a:pt x="160" y="43"/>
                    </a:lnTo>
                    <a:lnTo>
                      <a:pt x="173" y="45"/>
                    </a:lnTo>
                    <a:lnTo>
                      <a:pt x="185" y="47"/>
                    </a:lnTo>
                    <a:lnTo>
                      <a:pt x="200" y="50"/>
                    </a:lnTo>
                    <a:lnTo>
                      <a:pt x="214" y="52"/>
                    </a:lnTo>
                    <a:lnTo>
                      <a:pt x="229" y="54"/>
                    </a:lnTo>
                    <a:lnTo>
                      <a:pt x="244" y="55"/>
                    </a:lnTo>
                    <a:lnTo>
                      <a:pt x="259" y="58"/>
                    </a:lnTo>
                    <a:lnTo>
                      <a:pt x="273" y="60"/>
                    </a:lnTo>
                    <a:lnTo>
                      <a:pt x="288" y="61"/>
                    </a:lnTo>
                    <a:lnTo>
                      <a:pt x="303" y="62"/>
                    </a:lnTo>
                    <a:lnTo>
                      <a:pt x="318" y="65"/>
                    </a:lnTo>
                    <a:lnTo>
                      <a:pt x="332" y="66"/>
                    </a:lnTo>
                    <a:lnTo>
                      <a:pt x="347" y="67"/>
                    </a:lnTo>
                    <a:lnTo>
                      <a:pt x="360" y="68"/>
                    </a:lnTo>
                    <a:lnTo>
                      <a:pt x="375" y="68"/>
                    </a:lnTo>
                    <a:lnTo>
                      <a:pt x="389" y="69"/>
                    </a:lnTo>
                    <a:lnTo>
                      <a:pt x="403" y="70"/>
                    </a:lnTo>
                    <a:lnTo>
                      <a:pt x="417" y="70"/>
                    </a:lnTo>
                    <a:lnTo>
                      <a:pt x="417" y="166"/>
                    </a:lnTo>
                    <a:lnTo>
                      <a:pt x="417" y="273"/>
                    </a:lnTo>
                    <a:close/>
                  </a:path>
                </a:pathLst>
              </a:custGeom>
              <a:grpFill/>
              <a:ln w="9525">
                <a:noFill/>
                <a:round/>
                <a:headEnd/>
                <a:tailEnd/>
              </a:ln>
            </p:spPr>
            <p:txBody>
              <a:bodyPr/>
              <a:lstStyle/>
              <a:p>
                <a:pPr algn="ctr">
                  <a:defRPr/>
                </a:pPr>
                <a:endParaRPr lang="en-US" sz="900" dirty="0"/>
              </a:p>
            </p:txBody>
          </p:sp>
          <p:sp>
            <p:nvSpPr>
              <p:cNvPr id="72" name="Freeform 71"/>
              <p:cNvSpPr>
                <a:spLocks/>
              </p:cNvSpPr>
              <p:nvPr/>
            </p:nvSpPr>
            <p:spPr bwMode="auto">
              <a:xfrm>
                <a:off x="2904" y="2604"/>
                <a:ext cx="202" cy="131"/>
              </a:xfrm>
              <a:custGeom>
                <a:avLst/>
                <a:gdLst/>
                <a:ahLst/>
                <a:cxnLst>
                  <a:cxn ang="0">
                    <a:pos x="171" y="229"/>
                  </a:cxn>
                  <a:cxn ang="0">
                    <a:pos x="147" y="237"/>
                  </a:cxn>
                  <a:cxn ang="0">
                    <a:pos x="124" y="244"/>
                  </a:cxn>
                  <a:cxn ang="0">
                    <a:pos x="102" y="249"/>
                  </a:cxn>
                  <a:cxn ang="0">
                    <a:pos x="80" y="253"/>
                  </a:cxn>
                  <a:cxn ang="0">
                    <a:pos x="59" y="256"/>
                  </a:cxn>
                  <a:cxn ang="0">
                    <a:pos x="38" y="259"/>
                  </a:cxn>
                  <a:cxn ang="0">
                    <a:pos x="19" y="260"/>
                  </a:cxn>
                  <a:cxn ang="0">
                    <a:pos x="0" y="261"/>
                  </a:cxn>
                  <a:cxn ang="0">
                    <a:pos x="0" y="161"/>
                  </a:cxn>
                  <a:cxn ang="0">
                    <a:pos x="0" y="58"/>
                  </a:cxn>
                  <a:cxn ang="0">
                    <a:pos x="26" y="57"/>
                  </a:cxn>
                  <a:cxn ang="0">
                    <a:pos x="51" y="56"/>
                  </a:cxn>
                  <a:cxn ang="0">
                    <a:pos x="78" y="54"/>
                  </a:cxn>
                  <a:cxn ang="0">
                    <a:pos x="103" y="51"/>
                  </a:cxn>
                  <a:cxn ang="0">
                    <a:pos x="129" y="49"/>
                  </a:cxn>
                  <a:cxn ang="0">
                    <a:pos x="155" y="46"/>
                  </a:cxn>
                  <a:cxn ang="0">
                    <a:pos x="181" y="43"/>
                  </a:cxn>
                  <a:cxn ang="0">
                    <a:pos x="207" y="39"/>
                  </a:cxn>
                  <a:cxn ang="0">
                    <a:pos x="232" y="35"/>
                  </a:cxn>
                  <a:cxn ang="0">
                    <a:pos x="258" y="31"/>
                  </a:cxn>
                  <a:cxn ang="0">
                    <a:pos x="283" y="26"/>
                  </a:cxn>
                  <a:cxn ang="0">
                    <a:pos x="308" y="21"/>
                  </a:cxn>
                  <a:cxn ang="0">
                    <a:pos x="332" y="17"/>
                  </a:cxn>
                  <a:cxn ang="0">
                    <a:pos x="356" y="11"/>
                  </a:cxn>
                  <a:cxn ang="0">
                    <a:pos x="380" y="5"/>
                  </a:cxn>
                  <a:cxn ang="0">
                    <a:pos x="403" y="0"/>
                  </a:cxn>
                  <a:cxn ang="0">
                    <a:pos x="399" y="9"/>
                  </a:cxn>
                  <a:cxn ang="0">
                    <a:pos x="394" y="18"/>
                  </a:cxn>
                  <a:cxn ang="0">
                    <a:pos x="390" y="27"/>
                  </a:cxn>
                  <a:cxn ang="0">
                    <a:pos x="385" y="36"/>
                  </a:cxn>
                  <a:cxn ang="0">
                    <a:pos x="379" y="46"/>
                  </a:cxn>
                  <a:cxn ang="0">
                    <a:pos x="375" y="54"/>
                  </a:cxn>
                  <a:cxn ang="0">
                    <a:pos x="369" y="63"/>
                  </a:cxn>
                  <a:cxn ang="0">
                    <a:pos x="363" y="71"/>
                  </a:cxn>
                  <a:cxn ang="0">
                    <a:pos x="352" y="86"/>
                  </a:cxn>
                  <a:cxn ang="0">
                    <a:pos x="340" y="101"/>
                  </a:cxn>
                  <a:cxn ang="0">
                    <a:pos x="329" y="115"/>
                  </a:cxn>
                  <a:cxn ang="0">
                    <a:pos x="316" y="129"/>
                  </a:cxn>
                  <a:cxn ang="0">
                    <a:pos x="303" y="140"/>
                  </a:cxn>
                  <a:cxn ang="0">
                    <a:pos x="291" y="153"/>
                  </a:cxn>
                  <a:cxn ang="0">
                    <a:pos x="277" y="163"/>
                  </a:cxn>
                  <a:cxn ang="0">
                    <a:pos x="264" y="173"/>
                  </a:cxn>
                  <a:cxn ang="0">
                    <a:pos x="251" y="183"/>
                  </a:cxn>
                  <a:cxn ang="0">
                    <a:pos x="239" y="192"/>
                  </a:cxn>
                  <a:cxn ang="0">
                    <a:pos x="226" y="200"/>
                  </a:cxn>
                  <a:cxn ang="0">
                    <a:pos x="215" y="207"/>
                  </a:cxn>
                  <a:cxn ang="0">
                    <a:pos x="203" y="214"/>
                  </a:cxn>
                  <a:cxn ang="0">
                    <a:pos x="192" y="220"/>
                  </a:cxn>
                  <a:cxn ang="0">
                    <a:pos x="181" y="224"/>
                  </a:cxn>
                  <a:cxn ang="0">
                    <a:pos x="171" y="229"/>
                  </a:cxn>
                </a:cxnLst>
                <a:rect l="0" t="0" r="r" b="b"/>
                <a:pathLst>
                  <a:path w="403" h="261">
                    <a:moveTo>
                      <a:pt x="171" y="229"/>
                    </a:moveTo>
                    <a:lnTo>
                      <a:pt x="147" y="237"/>
                    </a:lnTo>
                    <a:lnTo>
                      <a:pt x="124" y="244"/>
                    </a:lnTo>
                    <a:lnTo>
                      <a:pt x="102" y="249"/>
                    </a:lnTo>
                    <a:lnTo>
                      <a:pt x="80" y="253"/>
                    </a:lnTo>
                    <a:lnTo>
                      <a:pt x="59" y="256"/>
                    </a:lnTo>
                    <a:lnTo>
                      <a:pt x="38" y="259"/>
                    </a:lnTo>
                    <a:lnTo>
                      <a:pt x="19" y="260"/>
                    </a:lnTo>
                    <a:lnTo>
                      <a:pt x="0" y="261"/>
                    </a:lnTo>
                    <a:lnTo>
                      <a:pt x="0" y="161"/>
                    </a:lnTo>
                    <a:lnTo>
                      <a:pt x="0" y="58"/>
                    </a:lnTo>
                    <a:lnTo>
                      <a:pt x="26" y="57"/>
                    </a:lnTo>
                    <a:lnTo>
                      <a:pt x="51" y="56"/>
                    </a:lnTo>
                    <a:lnTo>
                      <a:pt x="78" y="54"/>
                    </a:lnTo>
                    <a:lnTo>
                      <a:pt x="103" y="51"/>
                    </a:lnTo>
                    <a:lnTo>
                      <a:pt x="129" y="49"/>
                    </a:lnTo>
                    <a:lnTo>
                      <a:pt x="155" y="46"/>
                    </a:lnTo>
                    <a:lnTo>
                      <a:pt x="181" y="43"/>
                    </a:lnTo>
                    <a:lnTo>
                      <a:pt x="207" y="39"/>
                    </a:lnTo>
                    <a:lnTo>
                      <a:pt x="232" y="35"/>
                    </a:lnTo>
                    <a:lnTo>
                      <a:pt x="258" y="31"/>
                    </a:lnTo>
                    <a:lnTo>
                      <a:pt x="283" y="26"/>
                    </a:lnTo>
                    <a:lnTo>
                      <a:pt x="308" y="21"/>
                    </a:lnTo>
                    <a:lnTo>
                      <a:pt x="332" y="17"/>
                    </a:lnTo>
                    <a:lnTo>
                      <a:pt x="356" y="11"/>
                    </a:lnTo>
                    <a:lnTo>
                      <a:pt x="380" y="5"/>
                    </a:lnTo>
                    <a:lnTo>
                      <a:pt x="403" y="0"/>
                    </a:lnTo>
                    <a:lnTo>
                      <a:pt x="399" y="9"/>
                    </a:lnTo>
                    <a:lnTo>
                      <a:pt x="394" y="18"/>
                    </a:lnTo>
                    <a:lnTo>
                      <a:pt x="390" y="27"/>
                    </a:lnTo>
                    <a:lnTo>
                      <a:pt x="385" y="36"/>
                    </a:lnTo>
                    <a:lnTo>
                      <a:pt x="379" y="46"/>
                    </a:lnTo>
                    <a:lnTo>
                      <a:pt x="375" y="54"/>
                    </a:lnTo>
                    <a:lnTo>
                      <a:pt x="369" y="63"/>
                    </a:lnTo>
                    <a:lnTo>
                      <a:pt x="363" y="71"/>
                    </a:lnTo>
                    <a:lnTo>
                      <a:pt x="352" y="86"/>
                    </a:lnTo>
                    <a:lnTo>
                      <a:pt x="340" y="101"/>
                    </a:lnTo>
                    <a:lnTo>
                      <a:pt x="329" y="115"/>
                    </a:lnTo>
                    <a:lnTo>
                      <a:pt x="316" y="129"/>
                    </a:lnTo>
                    <a:lnTo>
                      <a:pt x="303" y="140"/>
                    </a:lnTo>
                    <a:lnTo>
                      <a:pt x="291" y="153"/>
                    </a:lnTo>
                    <a:lnTo>
                      <a:pt x="277" y="163"/>
                    </a:lnTo>
                    <a:lnTo>
                      <a:pt x="264" y="173"/>
                    </a:lnTo>
                    <a:lnTo>
                      <a:pt x="251" y="183"/>
                    </a:lnTo>
                    <a:lnTo>
                      <a:pt x="239" y="192"/>
                    </a:lnTo>
                    <a:lnTo>
                      <a:pt x="226" y="200"/>
                    </a:lnTo>
                    <a:lnTo>
                      <a:pt x="215" y="207"/>
                    </a:lnTo>
                    <a:lnTo>
                      <a:pt x="203" y="214"/>
                    </a:lnTo>
                    <a:lnTo>
                      <a:pt x="192" y="220"/>
                    </a:lnTo>
                    <a:lnTo>
                      <a:pt x="181" y="224"/>
                    </a:lnTo>
                    <a:lnTo>
                      <a:pt x="171" y="229"/>
                    </a:lnTo>
                    <a:close/>
                  </a:path>
                </a:pathLst>
              </a:custGeom>
              <a:grpFill/>
              <a:ln w="9525">
                <a:noFill/>
                <a:round/>
                <a:headEnd/>
                <a:tailEnd/>
              </a:ln>
            </p:spPr>
            <p:txBody>
              <a:bodyPr/>
              <a:lstStyle/>
              <a:p>
                <a:pPr algn="ctr">
                  <a:defRPr/>
                </a:pPr>
                <a:endParaRPr lang="en-US" sz="900" dirty="0"/>
              </a:p>
            </p:txBody>
          </p:sp>
          <p:sp>
            <p:nvSpPr>
              <p:cNvPr id="73" name="Freeform 72"/>
              <p:cNvSpPr>
                <a:spLocks/>
              </p:cNvSpPr>
              <p:nvPr/>
            </p:nvSpPr>
            <p:spPr bwMode="auto">
              <a:xfrm>
                <a:off x="3104" y="2437"/>
                <a:ext cx="278" cy="248"/>
              </a:xfrm>
              <a:custGeom>
                <a:avLst/>
                <a:gdLst/>
                <a:ahLst/>
                <a:cxnLst>
                  <a:cxn ang="0">
                    <a:pos x="0" y="497"/>
                  </a:cxn>
                  <a:cxn ang="0">
                    <a:pos x="13" y="485"/>
                  </a:cxn>
                  <a:cxn ang="0">
                    <a:pos x="25" y="473"/>
                  </a:cxn>
                  <a:cxn ang="0">
                    <a:pos x="36" y="461"/>
                  </a:cxn>
                  <a:cxn ang="0">
                    <a:pos x="46" y="450"/>
                  </a:cxn>
                  <a:cxn ang="0">
                    <a:pos x="56" y="438"/>
                  </a:cxn>
                  <a:cxn ang="0">
                    <a:pos x="65" y="427"/>
                  </a:cxn>
                  <a:cxn ang="0">
                    <a:pos x="73" y="415"/>
                  </a:cxn>
                  <a:cxn ang="0">
                    <a:pos x="81" y="404"/>
                  </a:cxn>
                  <a:cxn ang="0">
                    <a:pos x="90" y="389"/>
                  </a:cxn>
                  <a:cxn ang="0">
                    <a:pos x="99" y="375"/>
                  </a:cxn>
                  <a:cxn ang="0">
                    <a:pos x="107" y="360"/>
                  </a:cxn>
                  <a:cxn ang="0">
                    <a:pos x="114" y="346"/>
                  </a:cxn>
                  <a:cxn ang="0">
                    <a:pos x="122" y="332"/>
                  </a:cxn>
                  <a:cxn ang="0">
                    <a:pos x="129" y="317"/>
                  </a:cxn>
                  <a:cxn ang="0">
                    <a:pos x="136" y="303"/>
                  </a:cxn>
                  <a:cxn ang="0">
                    <a:pos x="143" y="288"/>
                  </a:cxn>
                  <a:cxn ang="0">
                    <a:pos x="168" y="278"/>
                  </a:cxn>
                  <a:cxn ang="0">
                    <a:pos x="195" y="265"/>
                  </a:cxn>
                  <a:cxn ang="0">
                    <a:pos x="223" y="252"/>
                  </a:cxn>
                  <a:cxn ang="0">
                    <a:pos x="252" y="237"/>
                  </a:cxn>
                  <a:cxn ang="0">
                    <a:pos x="282" y="220"/>
                  </a:cxn>
                  <a:cxn ang="0">
                    <a:pos x="313" y="203"/>
                  </a:cxn>
                  <a:cxn ang="0">
                    <a:pos x="343" y="184"/>
                  </a:cxn>
                  <a:cxn ang="0">
                    <a:pos x="373" y="165"/>
                  </a:cxn>
                  <a:cxn ang="0">
                    <a:pos x="402" y="144"/>
                  </a:cxn>
                  <a:cxn ang="0">
                    <a:pos x="430" y="124"/>
                  </a:cxn>
                  <a:cxn ang="0">
                    <a:pos x="456" y="103"/>
                  </a:cxn>
                  <a:cxn ang="0">
                    <a:pos x="480" y="82"/>
                  </a:cxn>
                  <a:cxn ang="0">
                    <a:pos x="503" y="62"/>
                  </a:cxn>
                  <a:cxn ang="0">
                    <a:pos x="524" y="41"/>
                  </a:cxn>
                  <a:cxn ang="0">
                    <a:pos x="541" y="20"/>
                  </a:cxn>
                  <a:cxn ang="0">
                    <a:pos x="555" y="0"/>
                  </a:cxn>
                  <a:cxn ang="0">
                    <a:pos x="531" y="47"/>
                  </a:cxn>
                  <a:cxn ang="0">
                    <a:pos x="505" y="90"/>
                  </a:cxn>
                  <a:cxn ang="0">
                    <a:pos x="476" y="132"/>
                  </a:cxn>
                  <a:cxn ang="0">
                    <a:pos x="443" y="172"/>
                  </a:cxn>
                  <a:cxn ang="0">
                    <a:pos x="411" y="210"/>
                  </a:cxn>
                  <a:cxn ang="0">
                    <a:pos x="376" y="246"/>
                  </a:cxn>
                  <a:cxn ang="0">
                    <a:pos x="340" y="279"/>
                  </a:cxn>
                  <a:cxn ang="0">
                    <a:pos x="302" y="310"/>
                  </a:cxn>
                  <a:cxn ang="0">
                    <a:pos x="264" y="340"/>
                  </a:cxn>
                  <a:cxn ang="0">
                    <a:pos x="226" y="369"/>
                  </a:cxn>
                  <a:cxn ang="0">
                    <a:pos x="187" y="394"/>
                  </a:cxn>
                  <a:cxn ang="0">
                    <a:pos x="149" y="419"/>
                  </a:cxn>
                  <a:cxn ang="0">
                    <a:pos x="109" y="440"/>
                  </a:cxn>
                  <a:cxn ang="0">
                    <a:pos x="73" y="461"/>
                  </a:cxn>
                  <a:cxn ang="0">
                    <a:pos x="36" y="480"/>
                  </a:cxn>
                  <a:cxn ang="0">
                    <a:pos x="0" y="497"/>
                  </a:cxn>
                </a:cxnLst>
                <a:rect l="0" t="0" r="r" b="b"/>
                <a:pathLst>
                  <a:path w="555" h="497">
                    <a:moveTo>
                      <a:pt x="0" y="497"/>
                    </a:moveTo>
                    <a:lnTo>
                      <a:pt x="13" y="485"/>
                    </a:lnTo>
                    <a:lnTo>
                      <a:pt x="25" y="473"/>
                    </a:lnTo>
                    <a:lnTo>
                      <a:pt x="36" y="461"/>
                    </a:lnTo>
                    <a:lnTo>
                      <a:pt x="46" y="450"/>
                    </a:lnTo>
                    <a:lnTo>
                      <a:pt x="56" y="438"/>
                    </a:lnTo>
                    <a:lnTo>
                      <a:pt x="65" y="427"/>
                    </a:lnTo>
                    <a:lnTo>
                      <a:pt x="73" y="415"/>
                    </a:lnTo>
                    <a:lnTo>
                      <a:pt x="81" y="404"/>
                    </a:lnTo>
                    <a:lnTo>
                      <a:pt x="90" y="389"/>
                    </a:lnTo>
                    <a:lnTo>
                      <a:pt x="99" y="375"/>
                    </a:lnTo>
                    <a:lnTo>
                      <a:pt x="107" y="360"/>
                    </a:lnTo>
                    <a:lnTo>
                      <a:pt x="114" y="346"/>
                    </a:lnTo>
                    <a:lnTo>
                      <a:pt x="122" y="332"/>
                    </a:lnTo>
                    <a:lnTo>
                      <a:pt x="129" y="317"/>
                    </a:lnTo>
                    <a:lnTo>
                      <a:pt x="136" y="303"/>
                    </a:lnTo>
                    <a:lnTo>
                      <a:pt x="143" y="288"/>
                    </a:lnTo>
                    <a:lnTo>
                      <a:pt x="168" y="278"/>
                    </a:lnTo>
                    <a:lnTo>
                      <a:pt x="195" y="265"/>
                    </a:lnTo>
                    <a:lnTo>
                      <a:pt x="223" y="252"/>
                    </a:lnTo>
                    <a:lnTo>
                      <a:pt x="252" y="237"/>
                    </a:lnTo>
                    <a:lnTo>
                      <a:pt x="282" y="220"/>
                    </a:lnTo>
                    <a:lnTo>
                      <a:pt x="313" y="203"/>
                    </a:lnTo>
                    <a:lnTo>
                      <a:pt x="343" y="184"/>
                    </a:lnTo>
                    <a:lnTo>
                      <a:pt x="373" y="165"/>
                    </a:lnTo>
                    <a:lnTo>
                      <a:pt x="402" y="144"/>
                    </a:lnTo>
                    <a:lnTo>
                      <a:pt x="430" y="124"/>
                    </a:lnTo>
                    <a:lnTo>
                      <a:pt x="456" y="103"/>
                    </a:lnTo>
                    <a:lnTo>
                      <a:pt x="480" y="82"/>
                    </a:lnTo>
                    <a:lnTo>
                      <a:pt x="503" y="62"/>
                    </a:lnTo>
                    <a:lnTo>
                      <a:pt x="524" y="41"/>
                    </a:lnTo>
                    <a:lnTo>
                      <a:pt x="541" y="20"/>
                    </a:lnTo>
                    <a:lnTo>
                      <a:pt x="555" y="0"/>
                    </a:lnTo>
                    <a:lnTo>
                      <a:pt x="531" y="47"/>
                    </a:lnTo>
                    <a:lnTo>
                      <a:pt x="505" y="90"/>
                    </a:lnTo>
                    <a:lnTo>
                      <a:pt x="476" y="132"/>
                    </a:lnTo>
                    <a:lnTo>
                      <a:pt x="443" y="172"/>
                    </a:lnTo>
                    <a:lnTo>
                      <a:pt x="411" y="210"/>
                    </a:lnTo>
                    <a:lnTo>
                      <a:pt x="376" y="246"/>
                    </a:lnTo>
                    <a:lnTo>
                      <a:pt x="340" y="279"/>
                    </a:lnTo>
                    <a:lnTo>
                      <a:pt x="302" y="310"/>
                    </a:lnTo>
                    <a:lnTo>
                      <a:pt x="264" y="340"/>
                    </a:lnTo>
                    <a:lnTo>
                      <a:pt x="226" y="369"/>
                    </a:lnTo>
                    <a:lnTo>
                      <a:pt x="187" y="394"/>
                    </a:lnTo>
                    <a:lnTo>
                      <a:pt x="149" y="419"/>
                    </a:lnTo>
                    <a:lnTo>
                      <a:pt x="109" y="440"/>
                    </a:lnTo>
                    <a:lnTo>
                      <a:pt x="73" y="461"/>
                    </a:lnTo>
                    <a:lnTo>
                      <a:pt x="36" y="480"/>
                    </a:lnTo>
                    <a:lnTo>
                      <a:pt x="0" y="497"/>
                    </a:lnTo>
                    <a:close/>
                  </a:path>
                </a:pathLst>
              </a:custGeom>
              <a:grpFill/>
              <a:ln w="9525">
                <a:noFill/>
                <a:round/>
                <a:headEnd/>
                <a:tailEnd/>
              </a:ln>
            </p:spPr>
            <p:txBody>
              <a:bodyPr/>
              <a:lstStyle/>
              <a:p>
                <a:pPr algn="ctr">
                  <a:defRPr/>
                </a:pPr>
                <a:endParaRPr lang="en-US" sz="900" dirty="0"/>
              </a:p>
            </p:txBody>
          </p:sp>
          <p:sp>
            <p:nvSpPr>
              <p:cNvPr id="74" name="Freeform 73"/>
              <p:cNvSpPr>
                <a:spLocks/>
              </p:cNvSpPr>
              <p:nvPr/>
            </p:nvSpPr>
            <p:spPr bwMode="auto">
              <a:xfrm>
                <a:off x="3197" y="2149"/>
                <a:ext cx="256" cy="365"/>
              </a:xfrm>
              <a:custGeom>
                <a:avLst/>
                <a:gdLst/>
                <a:ahLst/>
                <a:cxnLst>
                  <a:cxn ang="0">
                    <a:pos x="488" y="240"/>
                  </a:cxn>
                  <a:cxn ang="0">
                    <a:pos x="474" y="277"/>
                  </a:cxn>
                  <a:cxn ang="0">
                    <a:pos x="457" y="313"/>
                  </a:cxn>
                  <a:cxn ang="0">
                    <a:pos x="437" y="350"/>
                  </a:cxn>
                  <a:cxn ang="0">
                    <a:pos x="415" y="384"/>
                  </a:cxn>
                  <a:cxn ang="0">
                    <a:pos x="391" y="419"/>
                  </a:cxn>
                  <a:cxn ang="0">
                    <a:pos x="365" y="453"/>
                  </a:cxn>
                  <a:cxn ang="0">
                    <a:pos x="336" y="486"/>
                  </a:cxn>
                  <a:cxn ang="0">
                    <a:pos x="305" y="518"/>
                  </a:cxn>
                  <a:cxn ang="0">
                    <a:pos x="273" y="549"/>
                  </a:cxn>
                  <a:cxn ang="0">
                    <a:pos x="238" y="579"/>
                  </a:cxn>
                  <a:cxn ang="0">
                    <a:pos x="202" y="608"/>
                  </a:cxn>
                  <a:cxn ang="0">
                    <a:pos x="164" y="635"/>
                  </a:cxn>
                  <a:cxn ang="0">
                    <a:pos x="125" y="662"/>
                  </a:cxn>
                  <a:cxn ang="0">
                    <a:pos x="85" y="686"/>
                  </a:cxn>
                  <a:cxn ang="0">
                    <a:pos x="42" y="709"/>
                  </a:cxn>
                  <a:cxn ang="0">
                    <a:pos x="0" y="731"/>
                  </a:cxn>
                  <a:cxn ang="0">
                    <a:pos x="12" y="704"/>
                  </a:cxn>
                  <a:cxn ang="0">
                    <a:pos x="23" y="677"/>
                  </a:cxn>
                  <a:cxn ang="0">
                    <a:pos x="33" y="650"/>
                  </a:cxn>
                  <a:cxn ang="0">
                    <a:pos x="42" y="624"/>
                  </a:cxn>
                  <a:cxn ang="0">
                    <a:pos x="50" y="599"/>
                  </a:cxn>
                  <a:cxn ang="0">
                    <a:pos x="57" y="572"/>
                  </a:cxn>
                  <a:cxn ang="0">
                    <a:pos x="64" y="547"/>
                  </a:cxn>
                  <a:cxn ang="0">
                    <a:pos x="70" y="520"/>
                  </a:cxn>
                  <a:cxn ang="0">
                    <a:pos x="78" y="474"/>
                  </a:cxn>
                  <a:cxn ang="0">
                    <a:pos x="85" y="428"/>
                  </a:cxn>
                  <a:cxn ang="0">
                    <a:pos x="91" y="382"/>
                  </a:cxn>
                  <a:cxn ang="0">
                    <a:pos x="96" y="335"/>
                  </a:cxn>
                  <a:cxn ang="0">
                    <a:pos x="130" y="319"/>
                  </a:cxn>
                  <a:cxn ang="0">
                    <a:pos x="163" y="301"/>
                  </a:cxn>
                  <a:cxn ang="0">
                    <a:pos x="197" y="283"/>
                  </a:cxn>
                  <a:cxn ang="0">
                    <a:pos x="230" y="265"/>
                  </a:cxn>
                  <a:cxn ang="0">
                    <a:pos x="262" y="246"/>
                  </a:cxn>
                  <a:cxn ang="0">
                    <a:pos x="293" y="227"/>
                  </a:cxn>
                  <a:cxn ang="0">
                    <a:pos x="324" y="206"/>
                  </a:cxn>
                  <a:cxn ang="0">
                    <a:pos x="353" y="185"/>
                  </a:cxn>
                  <a:cxn ang="0">
                    <a:pos x="381" y="163"/>
                  </a:cxn>
                  <a:cxn ang="0">
                    <a:pos x="406" y="141"/>
                  </a:cxn>
                  <a:cxn ang="0">
                    <a:pos x="430" y="119"/>
                  </a:cxn>
                  <a:cxn ang="0">
                    <a:pos x="452" y="96"/>
                  </a:cxn>
                  <a:cxn ang="0">
                    <a:pos x="471" y="73"/>
                  </a:cxn>
                  <a:cxn ang="0">
                    <a:pos x="487" y="49"/>
                  </a:cxn>
                  <a:cxn ang="0">
                    <a:pos x="501" y="25"/>
                  </a:cxn>
                  <a:cxn ang="0">
                    <a:pos x="511" y="0"/>
                  </a:cxn>
                  <a:cxn ang="0">
                    <a:pos x="511" y="3"/>
                  </a:cxn>
                  <a:cxn ang="0">
                    <a:pos x="511" y="5"/>
                  </a:cxn>
                  <a:cxn ang="0">
                    <a:pos x="511" y="9"/>
                  </a:cxn>
                  <a:cxn ang="0">
                    <a:pos x="511" y="11"/>
                  </a:cxn>
                  <a:cxn ang="0">
                    <a:pos x="510" y="70"/>
                  </a:cxn>
                  <a:cxn ang="0">
                    <a:pos x="505" y="128"/>
                  </a:cxn>
                  <a:cxn ang="0">
                    <a:pos x="498" y="184"/>
                  </a:cxn>
                  <a:cxn ang="0">
                    <a:pos x="488" y="240"/>
                  </a:cxn>
                </a:cxnLst>
                <a:rect l="0" t="0" r="r" b="b"/>
                <a:pathLst>
                  <a:path w="511" h="731">
                    <a:moveTo>
                      <a:pt x="488" y="240"/>
                    </a:moveTo>
                    <a:lnTo>
                      <a:pt x="474" y="277"/>
                    </a:lnTo>
                    <a:lnTo>
                      <a:pt x="457" y="313"/>
                    </a:lnTo>
                    <a:lnTo>
                      <a:pt x="437" y="350"/>
                    </a:lnTo>
                    <a:lnTo>
                      <a:pt x="415" y="384"/>
                    </a:lnTo>
                    <a:lnTo>
                      <a:pt x="391" y="419"/>
                    </a:lnTo>
                    <a:lnTo>
                      <a:pt x="365" y="453"/>
                    </a:lnTo>
                    <a:lnTo>
                      <a:pt x="336" y="486"/>
                    </a:lnTo>
                    <a:lnTo>
                      <a:pt x="305" y="518"/>
                    </a:lnTo>
                    <a:lnTo>
                      <a:pt x="273" y="549"/>
                    </a:lnTo>
                    <a:lnTo>
                      <a:pt x="238" y="579"/>
                    </a:lnTo>
                    <a:lnTo>
                      <a:pt x="202" y="608"/>
                    </a:lnTo>
                    <a:lnTo>
                      <a:pt x="164" y="635"/>
                    </a:lnTo>
                    <a:lnTo>
                      <a:pt x="125" y="662"/>
                    </a:lnTo>
                    <a:lnTo>
                      <a:pt x="85" y="686"/>
                    </a:lnTo>
                    <a:lnTo>
                      <a:pt x="42" y="709"/>
                    </a:lnTo>
                    <a:lnTo>
                      <a:pt x="0" y="731"/>
                    </a:lnTo>
                    <a:lnTo>
                      <a:pt x="12" y="704"/>
                    </a:lnTo>
                    <a:lnTo>
                      <a:pt x="23" y="677"/>
                    </a:lnTo>
                    <a:lnTo>
                      <a:pt x="33" y="650"/>
                    </a:lnTo>
                    <a:lnTo>
                      <a:pt x="42" y="624"/>
                    </a:lnTo>
                    <a:lnTo>
                      <a:pt x="50" y="599"/>
                    </a:lnTo>
                    <a:lnTo>
                      <a:pt x="57" y="572"/>
                    </a:lnTo>
                    <a:lnTo>
                      <a:pt x="64" y="547"/>
                    </a:lnTo>
                    <a:lnTo>
                      <a:pt x="70" y="520"/>
                    </a:lnTo>
                    <a:lnTo>
                      <a:pt x="78" y="474"/>
                    </a:lnTo>
                    <a:lnTo>
                      <a:pt x="85" y="428"/>
                    </a:lnTo>
                    <a:lnTo>
                      <a:pt x="91" y="382"/>
                    </a:lnTo>
                    <a:lnTo>
                      <a:pt x="96" y="335"/>
                    </a:lnTo>
                    <a:lnTo>
                      <a:pt x="130" y="319"/>
                    </a:lnTo>
                    <a:lnTo>
                      <a:pt x="163" y="301"/>
                    </a:lnTo>
                    <a:lnTo>
                      <a:pt x="197" y="283"/>
                    </a:lnTo>
                    <a:lnTo>
                      <a:pt x="230" y="265"/>
                    </a:lnTo>
                    <a:lnTo>
                      <a:pt x="262" y="246"/>
                    </a:lnTo>
                    <a:lnTo>
                      <a:pt x="293" y="227"/>
                    </a:lnTo>
                    <a:lnTo>
                      <a:pt x="324" y="206"/>
                    </a:lnTo>
                    <a:lnTo>
                      <a:pt x="353" y="185"/>
                    </a:lnTo>
                    <a:lnTo>
                      <a:pt x="381" y="163"/>
                    </a:lnTo>
                    <a:lnTo>
                      <a:pt x="406" y="141"/>
                    </a:lnTo>
                    <a:lnTo>
                      <a:pt x="430" y="119"/>
                    </a:lnTo>
                    <a:lnTo>
                      <a:pt x="452" y="96"/>
                    </a:lnTo>
                    <a:lnTo>
                      <a:pt x="471" y="73"/>
                    </a:lnTo>
                    <a:lnTo>
                      <a:pt x="487" y="49"/>
                    </a:lnTo>
                    <a:lnTo>
                      <a:pt x="501" y="25"/>
                    </a:lnTo>
                    <a:lnTo>
                      <a:pt x="511" y="0"/>
                    </a:lnTo>
                    <a:lnTo>
                      <a:pt x="511" y="3"/>
                    </a:lnTo>
                    <a:lnTo>
                      <a:pt x="511" y="5"/>
                    </a:lnTo>
                    <a:lnTo>
                      <a:pt x="511" y="9"/>
                    </a:lnTo>
                    <a:lnTo>
                      <a:pt x="511" y="11"/>
                    </a:lnTo>
                    <a:lnTo>
                      <a:pt x="510" y="70"/>
                    </a:lnTo>
                    <a:lnTo>
                      <a:pt x="505" y="128"/>
                    </a:lnTo>
                    <a:lnTo>
                      <a:pt x="498" y="184"/>
                    </a:lnTo>
                    <a:lnTo>
                      <a:pt x="488" y="240"/>
                    </a:lnTo>
                    <a:close/>
                  </a:path>
                </a:pathLst>
              </a:custGeom>
              <a:grpFill/>
              <a:ln w="9525">
                <a:noFill/>
                <a:round/>
                <a:headEnd/>
                <a:tailEnd/>
              </a:ln>
            </p:spPr>
            <p:txBody>
              <a:bodyPr/>
              <a:lstStyle/>
              <a:p>
                <a:pPr algn="ctr">
                  <a:defRPr/>
                </a:pPr>
                <a:endParaRPr lang="en-US" sz="900" dirty="0"/>
              </a:p>
            </p:txBody>
          </p:sp>
        </p:grpSp>
        <p:sp>
          <p:nvSpPr>
            <p:cNvPr id="13318" name="TextBox 31"/>
            <p:cNvSpPr txBox="1">
              <a:spLocks noChangeArrowheads="1"/>
            </p:cNvSpPr>
            <p:nvPr/>
          </p:nvSpPr>
          <p:spPr bwMode="auto">
            <a:xfrm>
              <a:off x="5392212" y="3200453"/>
              <a:ext cx="1728014" cy="419123"/>
            </a:xfrm>
            <a:prstGeom prst="rect">
              <a:avLst/>
            </a:prstGeom>
            <a:noFill/>
            <a:ln w="9525">
              <a:noFill/>
              <a:miter lim="800000"/>
              <a:headEnd/>
              <a:tailEnd/>
            </a:ln>
          </p:spPr>
          <p:txBody>
            <a:bodyPr wrap="none">
              <a:spAutoFit/>
            </a:bodyPr>
            <a:lstStyle/>
            <a:p>
              <a:pPr algn="ctr"/>
              <a:r>
                <a:rPr lang="en-US" sz="1000" dirty="0">
                  <a:latin typeface="Garamond" pitchFamily="18" charset="0"/>
                </a:rPr>
                <a:t>Bock Consulting</a:t>
              </a:r>
            </a:p>
          </p:txBody>
        </p:sp>
      </p:grpSp>
      <p:sp>
        <p:nvSpPr>
          <p:cNvPr id="29" name="Content Placeholder 2"/>
          <p:cNvSpPr txBox="1">
            <a:spLocks/>
          </p:cNvSpPr>
          <p:nvPr/>
        </p:nvSpPr>
        <p:spPr bwMode="auto">
          <a:xfrm>
            <a:off x="457200" y="2286000"/>
            <a:ext cx="8153400" cy="3657600"/>
          </a:xfrm>
          <a:prstGeom prst="rect">
            <a:avLst/>
          </a:prstGeom>
          <a:noFill/>
          <a:ln w="9525">
            <a:noFill/>
            <a:miter lim="800000"/>
            <a:headEnd/>
            <a:tailEnd/>
          </a:ln>
        </p:spPr>
        <p:txBody>
          <a:bodyPr/>
          <a:lstStyle/>
          <a:p>
            <a:pPr marL="319088" indent="-319088" eaLnBrk="1" hangingPunct="1">
              <a:spcAft>
                <a:spcPts val="1800"/>
              </a:spcAft>
              <a:buClr>
                <a:schemeClr val="accent1"/>
              </a:buClr>
              <a:buSzPct val="70000"/>
              <a:buFont typeface="Wingdings 2" pitchFamily="18" charset="2"/>
              <a:buChar char=""/>
              <a:defRPr/>
            </a:pPr>
            <a:r>
              <a:rPr lang="en-US" sz="3200" dirty="0">
                <a:latin typeface="+mn-lt"/>
              </a:rPr>
              <a:t>A Vocational Rehabilitation Counselor must conclude that the worker is eligible for vocational rehab services (retraining).</a:t>
            </a:r>
          </a:p>
          <a:p>
            <a:pPr marL="319088" indent="-319088" eaLnBrk="1" hangingPunct="1">
              <a:spcAft>
                <a:spcPts val="1800"/>
              </a:spcAft>
              <a:buClr>
                <a:schemeClr val="accent1"/>
              </a:buClr>
              <a:buSzPct val="70000"/>
              <a:buFont typeface="Wingdings 2" pitchFamily="18" charset="2"/>
              <a:buChar char=""/>
              <a:defRPr/>
            </a:pPr>
            <a:r>
              <a:rPr lang="en-US" sz="3200" dirty="0">
                <a:latin typeface="+mn-lt"/>
              </a:rPr>
              <a:t>Employer has 15 days from date on retraining approval letter to make a valid job offer.</a:t>
            </a:r>
          </a:p>
          <a:p>
            <a:pPr marL="319088" indent="-319088" eaLnBrk="1" hangingPunct="1">
              <a:spcAft>
                <a:spcPts val="1800"/>
              </a:spcAft>
              <a:buClr>
                <a:schemeClr val="accent1"/>
              </a:buClr>
              <a:buSzPct val="70000"/>
              <a:buFont typeface="Wingdings 2" pitchFamily="18" charset="2"/>
              <a:buChar char=""/>
              <a:defRPr/>
            </a:pPr>
            <a:r>
              <a:rPr lang="en-US" sz="3200" dirty="0">
                <a:latin typeface="+mn-lt"/>
              </a:rPr>
              <a:t>If no job offer, plan development.</a:t>
            </a:r>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9">
                                            <p:txEl>
                                              <p:pRg st="1" end="1"/>
                                            </p:txEl>
                                          </p:spTgt>
                                        </p:tgtEl>
                                        <p:attrNameLst>
                                          <p:attrName>style.visibility</p:attrName>
                                        </p:attrNameLst>
                                      </p:cBhvr>
                                      <p:to>
                                        <p:strVal val="visible"/>
                                      </p:to>
                                    </p:set>
                                    <p:anim calcmode="lin" valueType="num">
                                      <p:cBhvr additive="base">
                                        <p:cTn id="7" dur="500" fill="hold"/>
                                        <p:tgtEl>
                                          <p:spTgt spid="29">
                                            <p:txEl>
                                              <p:pRg st="1" end="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9">
                                            <p:txEl>
                                              <p:pRg st="2" end="2"/>
                                            </p:txEl>
                                          </p:spTgt>
                                        </p:tgtEl>
                                        <p:attrNameLst>
                                          <p:attrName>style.visibility</p:attrName>
                                        </p:attrNameLst>
                                      </p:cBhvr>
                                      <p:to>
                                        <p:strVal val="visible"/>
                                      </p:to>
                                    </p:set>
                                    <p:anim calcmode="lin" valueType="num">
                                      <p:cBhvr additive="base">
                                        <p:cTn id="13" dur="500" fill="hold"/>
                                        <p:tgtEl>
                                          <p:spTgt spid="29">
                                            <p:txEl>
                                              <p:pRg st="2" end="2"/>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914400"/>
          </a:xfrm>
        </p:spPr>
        <p:txBody>
          <a:bodyPr>
            <a:noAutofit/>
          </a:bodyPr>
          <a:lstStyle/>
          <a:p>
            <a:pPr eaLnBrk="1" fontAlgn="auto" hangingPunct="1">
              <a:spcAft>
                <a:spcPts val="0"/>
              </a:spcAft>
              <a:defRPr/>
            </a:pPr>
            <a:r>
              <a:rPr lang="en-US" dirty="0" smtClean="0">
                <a:solidFill>
                  <a:schemeClr val="tx2">
                    <a:tint val="100000"/>
                    <a:satMod val="250000"/>
                  </a:schemeClr>
                </a:solidFill>
              </a:rPr>
              <a:t>The Vocational</a:t>
            </a:r>
            <a:br>
              <a:rPr lang="en-US" dirty="0" smtClean="0">
                <a:solidFill>
                  <a:schemeClr val="tx2">
                    <a:tint val="100000"/>
                    <a:satMod val="250000"/>
                  </a:schemeClr>
                </a:solidFill>
              </a:rPr>
            </a:br>
            <a:r>
              <a:rPr lang="en-US" dirty="0" smtClean="0">
                <a:solidFill>
                  <a:schemeClr val="tx2">
                    <a:tint val="100000"/>
                    <a:satMod val="250000"/>
                  </a:schemeClr>
                </a:solidFill>
              </a:rPr>
              <a:t>Rehabilitation Pilot Project</a:t>
            </a:r>
          </a:p>
        </p:txBody>
      </p:sp>
      <p:grpSp>
        <p:nvGrpSpPr>
          <p:cNvPr id="3" name="Group 9"/>
          <p:cNvGrpSpPr>
            <a:grpSpLocks/>
          </p:cNvGrpSpPr>
          <p:nvPr/>
        </p:nvGrpSpPr>
        <p:grpSpPr bwMode="auto">
          <a:xfrm>
            <a:off x="7848600" y="6043613"/>
            <a:ext cx="1143000" cy="738187"/>
            <a:chOff x="5392212" y="2362208"/>
            <a:chExt cx="1728014" cy="1257368"/>
          </a:xfrm>
        </p:grpSpPr>
        <p:grpSp>
          <p:nvGrpSpPr>
            <p:cNvPr id="4" name="Group 7"/>
            <p:cNvGrpSpPr>
              <a:grpSpLocks/>
            </p:cNvGrpSpPr>
            <p:nvPr/>
          </p:nvGrpSpPr>
          <p:grpSpPr bwMode="auto">
            <a:xfrm>
              <a:off x="5867362" y="2362232"/>
              <a:ext cx="796922" cy="800100"/>
              <a:chOff x="2307" y="1584"/>
              <a:chExt cx="1146" cy="1151"/>
            </a:xfrm>
            <a:solidFill>
              <a:schemeClr val="tx1"/>
            </a:solidFill>
          </p:grpSpPr>
          <p:sp>
            <p:nvSpPr>
              <p:cNvPr id="33" name="Freeform 32"/>
              <p:cNvSpPr>
                <a:spLocks/>
              </p:cNvSpPr>
              <p:nvPr/>
            </p:nvSpPr>
            <p:spPr bwMode="auto">
              <a:xfrm>
                <a:off x="3232" y="1900"/>
                <a:ext cx="210" cy="352"/>
              </a:xfrm>
              <a:custGeom>
                <a:avLst/>
                <a:gdLst/>
                <a:ahLst/>
                <a:cxnLst>
                  <a:cxn ang="0">
                    <a:pos x="321" y="0"/>
                  </a:cxn>
                  <a:cxn ang="0">
                    <a:pos x="337" y="35"/>
                  </a:cxn>
                  <a:cxn ang="0">
                    <a:pos x="352" y="69"/>
                  </a:cxn>
                  <a:cxn ang="0">
                    <a:pos x="367" y="104"/>
                  </a:cxn>
                  <a:cxn ang="0">
                    <a:pos x="380" y="140"/>
                  </a:cxn>
                  <a:cxn ang="0">
                    <a:pos x="391" y="176"/>
                  </a:cxn>
                  <a:cxn ang="0">
                    <a:pos x="402" y="213"/>
                  </a:cxn>
                  <a:cxn ang="0">
                    <a:pos x="411" y="250"/>
                  </a:cxn>
                  <a:cxn ang="0">
                    <a:pos x="419" y="288"/>
                  </a:cxn>
                  <a:cxn ang="0">
                    <a:pos x="416" y="323"/>
                  </a:cxn>
                  <a:cxn ang="0">
                    <a:pos x="409" y="356"/>
                  </a:cxn>
                  <a:cxn ang="0">
                    <a:pos x="397" y="387"/>
                  </a:cxn>
                  <a:cxn ang="0">
                    <a:pos x="383" y="418"/>
                  </a:cxn>
                  <a:cxn ang="0">
                    <a:pos x="366" y="447"/>
                  </a:cxn>
                  <a:cxn ang="0">
                    <a:pos x="345" y="475"/>
                  </a:cxn>
                  <a:cxn ang="0">
                    <a:pos x="322" y="502"/>
                  </a:cxn>
                  <a:cxn ang="0">
                    <a:pos x="297" y="528"/>
                  </a:cxn>
                  <a:cxn ang="0">
                    <a:pos x="269" y="553"/>
                  </a:cxn>
                  <a:cxn ang="0">
                    <a:pos x="241" y="576"/>
                  </a:cxn>
                  <a:cxn ang="0">
                    <a:pos x="208" y="599"/>
                  </a:cxn>
                  <a:cxn ang="0">
                    <a:pos x="176" y="622"/>
                  </a:cxn>
                  <a:cxn ang="0">
                    <a:pos x="142" y="643"/>
                  </a:cxn>
                  <a:cxn ang="0">
                    <a:pos x="107" y="665"/>
                  </a:cxn>
                  <a:cxn ang="0">
                    <a:pos x="71" y="685"/>
                  </a:cxn>
                  <a:cxn ang="0">
                    <a:pos x="34" y="705"/>
                  </a:cxn>
                  <a:cxn ang="0">
                    <a:pos x="36" y="665"/>
                  </a:cxn>
                  <a:cxn ang="0">
                    <a:pos x="36" y="623"/>
                  </a:cxn>
                  <a:cxn ang="0">
                    <a:pos x="34" y="583"/>
                  </a:cxn>
                  <a:cxn ang="0">
                    <a:pos x="32" y="541"/>
                  </a:cxn>
                  <a:cxn ang="0">
                    <a:pos x="32" y="531"/>
                  </a:cxn>
                  <a:cxn ang="0">
                    <a:pos x="31" y="520"/>
                  </a:cxn>
                  <a:cxn ang="0">
                    <a:pos x="31" y="509"/>
                  </a:cxn>
                  <a:cxn ang="0">
                    <a:pos x="30" y="499"/>
                  </a:cxn>
                  <a:cxn ang="0">
                    <a:pos x="25" y="446"/>
                  </a:cxn>
                  <a:cxn ang="0">
                    <a:pos x="18" y="394"/>
                  </a:cxn>
                  <a:cxn ang="0">
                    <a:pos x="9" y="343"/>
                  </a:cxn>
                  <a:cxn ang="0">
                    <a:pos x="0" y="293"/>
                  </a:cxn>
                  <a:cxn ang="0">
                    <a:pos x="29" y="278"/>
                  </a:cxn>
                  <a:cxn ang="0">
                    <a:pos x="56" y="263"/>
                  </a:cxn>
                  <a:cxn ang="0">
                    <a:pos x="83" y="248"/>
                  </a:cxn>
                  <a:cxn ang="0">
                    <a:pos x="109" y="232"/>
                  </a:cxn>
                  <a:cxn ang="0">
                    <a:pos x="133" y="214"/>
                  </a:cxn>
                  <a:cxn ang="0">
                    <a:pos x="157" y="197"/>
                  </a:cxn>
                  <a:cxn ang="0">
                    <a:pos x="178" y="180"/>
                  </a:cxn>
                  <a:cxn ang="0">
                    <a:pos x="200" y="161"/>
                  </a:cxn>
                  <a:cxn ang="0">
                    <a:pos x="220" y="143"/>
                  </a:cxn>
                  <a:cxn ang="0">
                    <a:pos x="238" y="123"/>
                  </a:cxn>
                  <a:cxn ang="0">
                    <a:pos x="256" y="104"/>
                  </a:cxn>
                  <a:cxn ang="0">
                    <a:pos x="272" y="84"/>
                  </a:cxn>
                  <a:cxn ang="0">
                    <a:pos x="286" y="64"/>
                  </a:cxn>
                  <a:cxn ang="0">
                    <a:pos x="299" y="43"/>
                  </a:cxn>
                  <a:cxn ang="0">
                    <a:pos x="311" y="22"/>
                  </a:cxn>
                  <a:cxn ang="0">
                    <a:pos x="321" y="0"/>
                  </a:cxn>
                </a:cxnLst>
                <a:rect l="0" t="0" r="r" b="b"/>
                <a:pathLst>
                  <a:path w="419" h="705">
                    <a:moveTo>
                      <a:pt x="321" y="0"/>
                    </a:moveTo>
                    <a:lnTo>
                      <a:pt x="337" y="35"/>
                    </a:lnTo>
                    <a:lnTo>
                      <a:pt x="352" y="69"/>
                    </a:lnTo>
                    <a:lnTo>
                      <a:pt x="367" y="104"/>
                    </a:lnTo>
                    <a:lnTo>
                      <a:pt x="380" y="140"/>
                    </a:lnTo>
                    <a:lnTo>
                      <a:pt x="391" y="176"/>
                    </a:lnTo>
                    <a:lnTo>
                      <a:pt x="402" y="213"/>
                    </a:lnTo>
                    <a:lnTo>
                      <a:pt x="411" y="250"/>
                    </a:lnTo>
                    <a:lnTo>
                      <a:pt x="419" y="288"/>
                    </a:lnTo>
                    <a:lnTo>
                      <a:pt x="416" y="323"/>
                    </a:lnTo>
                    <a:lnTo>
                      <a:pt x="409" y="356"/>
                    </a:lnTo>
                    <a:lnTo>
                      <a:pt x="397" y="387"/>
                    </a:lnTo>
                    <a:lnTo>
                      <a:pt x="383" y="418"/>
                    </a:lnTo>
                    <a:lnTo>
                      <a:pt x="366" y="447"/>
                    </a:lnTo>
                    <a:lnTo>
                      <a:pt x="345" y="475"/>
                    </a:lnTo>
                    <a:lnTo>
                      <a:pt x="322" y="502"/>
                    </a:lnTo>
                    <a:lnTo>
                      <a:pt x="297" y="528"/>
                    </a:lnTo>
                    <a:lnTo>
                      <a:pt x="269" y="553"/>
                    </a:lnTo>
                    <a:lnTo>
                      <a:pt x="241" y="576"/>
                    </a:lnTo>
                    <a:lnTo>
                      <a:pt x="208" y="599"/>
                    </a:lnTo>
                    <a:lnTo>
                      <a:pt x="176" y="622"/>
                    </a:lnTo>
                    <a:lnTo>
                      <a:pt x="142" y="643"/>
                    </a:lnTo>
                    <a:lnTo>
                      <a:pt x="107" y="665"/>
                    </a:lnTo>
                    <a:lnTo>
                      <a:pt x="71" y="685"/>
                    </a:lnTo>
                    <a:lnTo>
                      <a:pt x="34" y="705"/>
                    </a:lnTo>
                    <a:lnTo>
                      <a:pt x="36" y="665"/>
                    </a:lnTo>
                    <a:lnTo>
                      <a:pt x="36" y="623"/>
                    </a:lnTo>
                    <a:lnTo>
                      <a:pt x="34" y="583"/>
                    </a:lnTo>
                    <a:lnTo>
                      <a:pt x="32" y="541"/>
                    </a:lnTo>
                    <a:lnTo>
                      <a:pt x="32" y="531"/>
                    </a:lnTo>
                    <a:lnTo>
                      <a:pt x="31" y="520"/>
                    </a:lnTo>
                    <a:lnTo>
                      <a:pt x="31" y="509"/>
                    </a:lnTo>
                    <a:lnTo>
                      <a:pt x="30" y="499"/>
                    </a:lnTo>
                    <a:lnTo>
                      <a:pt x="25" y="446"/>
                    </a:lnTo>
                    <a:lnTo>
                      <a:pt x="18" y="394"/>
                    </a:lnTo>
                    <a:lnTo>
                      <a:pt x="9" y="343"/>
                    </a:lnTo>
                    <a:lnTo>
                      <a:pt x="0" y="293"/>
                    </a:lnTo>
                    <a:lnTo>
                      <a:pt x="29" y="278"/>
                    </a:lnTo>
                    <a:lnTo>
                      <a:pt x="56" y="263"/>
                    </a:lnTo>
                    <a:lnTo>
                      <a:pt x="83" y="248"/>
                    </a:lnTo>
                    <a:lnTo>
                      <a:pt x="109" y="232"/>
                    </a:lnTo>
                    <a:lnTo>
                      <a:pt x="133" y="214"/>
                    </a:lnTo>
                    <a:lnTo>
                      <a:pt x="157" y="197"/>
                    </a:lnTo>
                    <a:lnTo>
                      <a:pt x="178" y="180"/>
                    </a:lnTo>
                    <a:lnTo>
                      <a:pt x="200" y="161"/>
                    </a:lnTo>
                    <a:lnTo>
                      <a:pt x="220" y="143"/>
                    </a:lnTo>
                    <a:lnTo>
                      <a:pt x="238" y="123"/>
                    </a:lnTo>
                    <a:lnTo>
                      <a:pt x="256" y="104"/>
                    </a:lnTo>
                    <a:lnTo>
                      <a:pt x="272" y="84"/>
                    </a:lnTo>
                    <a:lnTo>
                      <a:pt x="286" y="64"/>
                    </a:lnTo>
                    <a:lnTo>
                      <a:pt x="299" y="43"/>
                    </a:lnTo>
                    <a:lnTo>
                      <a:pt x="311" y="22"/>
                    </a:lnTo>
                    <a:lnTo>
                      <a:pt x="321" y="0"/>
                    </a:lnTo>
                    <a:close/>
                  </a:path>
                </a:pathLst>
              </a:custGeom>
              <a:grpFill/>
              <a:ln w="9525">
                <a:noFill/>
                <a:round/>
                <a:headEnd/>
                <a:tailEnd/>
              </a:ln>
            </p:spPr>
            <p:txBody>
              <a:bodyPr/>
              <a:lstStyle/>
              <a:p>
                <a:pPr algn="ctr">
                  <a:defRPr/>
                </a:pPr>
                <a:endParaRPr lang="en-US" sz="900" dirty="0"/>
              </a:p>
            </p:txBody>
          </p:sp>
          <p:sp>
            <p:nvSpPr>
              <p:cNvPr id="55" name="Freeform 54"/>
              <p:cNvSpPr>
                <a:spLocks/>
              </p:cNvSpPr>
              <p:nvPr/>
            </p:nvSpPr>
            <p:spPr bwMode="auto">
              <a:xfrm>
                <a:off x="2904" y="2069"/>
                <a:ext cx="289" cy="272"/>
              </a:xfrm>
              <a:custGeom>
                <a:avLst/>
                <a:gdLst/>
                <a:ahLst/>
                <a:cxnLst>
                  <a:cxn ang="0">
                    <a:pos x="575" y="209"/>
                  </a:cxn>
                  <a:cxn ang="0">
                    <a:pos x="577" y="263"/>
                  </a:cxn>
                  <a:cxn ang="0">
                    <a:pos x="579" y="316"/>
                  </a:cxn>
                  <a:cxn ang="0">
                    <a:pos x="576" y="370"/>
                  </a:cxn>
                  <a:cxn ang="0">
                    <a:pos x="574" y="423"/>
                  </a:cxn>
                  <a:cxn ang="0">
                    <a:pos x="549" y="435"/>
                  </a:cxn>
                  <a:cxn ang="0">
                    <a:pos x="522" y="446"/>
                  </a:cxn>
                  <a:cxn ang="0">
                    <a:pos x="492" y="458"/>
                  </a:cxn>
                  <a:cxn ang="0">
                    <a:pos x="461" y="468"/>
                  </a:cxn>
                  <a:cxn ang="0">
                    <a:pos x="428" y="479"/>
                  </a:cxn>
                  <a:cxn ang="0">
                    <a:pos x="392" y="488"/>
                  </a:cxn>
                  <a:cxn ang="0">
                    <a:pos x="356" y="497"/>
                  </a:cxn>
                  <a:cxn ang="0">
                    <a:pos x="318" y="505"/>
                  </a:cxn>
                  <a:cxn ang="0">
                    <a:pos x="280" y="512"/>
                  </a:cxn>
                  <a:cxn ang="0">
                    <a:pos x="241" y="519"/>
                  </a:cxn>
                  <a:cxn ang="0">
                    <a:pos x="201" y="526"/>
                  </a:cxn>
                  <a:cxn ang="0">
                    <a:pos x="162" y="532"/>
                  </a:cxn>
                  <a:cxn ang="0">
                    <a:pos x="120" y="536"/>
                  </a:cxn>
                  <a:cxn ang="0">
                    <a:pos x="80" y="540"/>
                  </a:cxn>
                  <a:cxn ang="0">
                    <a:pos x="41" y="542"/>
                  </a:cxn>
                  <a:cxn ang="0">
                    <a:pos x="0" y="544"/>
                  </a:cxn>
                  <a:cxn ang="0">
                    <a:pos x="0" y="309"/>
                  </a:cxn>
                  <a:cxn ang="0">
                    <a:pos x="0" y="101"/>
                  </a:cxn>
                  <a:cxn ang="0">
                    <a:pos x="38" y="100"/>
                  </a:cxn>
                  <a:cxn ang="0">
                    <a:pos x="76" y="98"/>
                  </a:cxn>
                  <a:cxn ang="0">
                    <a:pos x="113" y="94"/>
                  </a:cxn>
                  <a:cxn ang="0">
                    <a:pos x="151" y="91"/>
                  </a:cxn>
                  <a:cxn ang="0">
                    <a:pos x="187" y="86"/>
                  </a:cxn>
                  <a:cxn ang="0">
                    <a:pos x="223" y="81"/>
                  </a:cxn>
                  <a:cxn ang="0">
                    <a:pos x="258" y="76"/>
                  </a:cxn>
                  <a:cxn ang="0">
                    <a:pos x="293" y="69"/>
                  </a:cxn>
                  <a:cxn ang="0">
                    <a:pos x="327" y="63"/>
                  </a:cxn>
                  <a:cxn ang="0">
                    <a:pos x="361" y="55"/>
                  </a:cxn>
                  <a:cxn ang="0">
                    <a:pos x="394" y="47"/>
                  </a:cxn>
                  <a:cxn ang="0">
                    <a:pos x="427" y="39"/>
                  </a:cxn>
                  <a:cxn ang="0">
                    <a:pos x="459" y="30"/>
                  </a:cxn>
                  <a:cxn ang="0">
                    <a:pos x="490" y="20"/>
                  </a:cxn>
                  <a:cxn ang="0">
                    <a:pos x="520" y="10"/>
                  </a:cxn>
                  <a:cxn ang="0">
                    <a:pos x="550" y="0"/>
                  </a:cxn>
                  <a:cxn ang="0">
                    <a:pos x="557" y="41"/>
                  </a:cxn>
                  <a:cxn ang="0">
                    <a:pos x="564" y="84"/>
                  </a:cxn>
                  <a:cxn ang="0">
                    <a:pos x="568" y="127"/>
                  </a:cxn>
                  <a:cxn ang="0">
                    <a:pos x="573" y="171"/>
                  </a:cxn>
                  <a:cxn ang="0">
                    <a:pos x="574" y="180"/>
                  </a:cxn>
                  <a:cxn ang="0">
                    <a:pos x="574" y="190"/>
                  </a:cxn>
                  <a:cxn ang="0">
                    <a:pos x="575" y="200"/>
                  </a:cxn>
                  <a:cxn ang="0">
                    <a:pos x="575" y="209"/>
                  </a:cxn>
                </a:cxnLst>
                <a:rect l="0" t="0" r="r" b="b"/>
                <a:pathLst>
                  <a:path w="579" h="544">
                    <a:moveTo>
                      <a:pt x="575" y="209"/>
                    </a:moveTo>
                    <a:lnTo>
                      <a:pt x="577" y="263"/>
                    </a:lnTo>
                    <a:lnTo>
                      <a:pt x="579" y="316"/>
                    </a:lnTo>
                    <a:lnTo>
                      <a:pt x="576" y="370"/>
                    </a:lnTo>
                    <a:lnTo>
                      <a:pt x="574" y="423"/>
                    </a:lnTo>
                    <a:lnTo>
                      <a:pt x="549" y="435"/>
                    </a:lnTo>
                    <a:lnTo>
                      <a:pt x="522" y="446"/>
                    </a:lnTo>
                    <a:lnTo>
                      <a:pt x="492" y="458"/>
                    </a:lnTo>
                    <a:lnTo>
                      <a:pt x="461" y="468"/>
                    </a:lnTo>
                    <a:lnTo>
                      <a:pt x="428" y="479"/>
                    </a:lnTo>
                    <a:lnTo>
                      <a:pt x="392" y="488"/>
                    </a:lnTo>
                    <a:lnTo>
                      <a:pt x="356" y="497"/>
                    </a:lnTo>
                    <a:lnTo>
                      <a:pt x="318" y="505"/>
                    </a:lnTo>
                    <a:lnTo>
                      <a:pt x="280" y="512"/>
                    </a:lnTo>
                    <a:lnTo>
                      <a:pt x="241" y="519"/>
                    </a:lnTo>
                    <a:lnTo>
                      <a:pt x="201" y="526"/>
                    </a:lnTo>
                    <a:lnTo>
                      <a:pt x="162" y="532"/>
                    </a:lnTo>
                    <a:lnTo>
                      <a:pt x="120" y="536"/>
                    </a:lnTo>
                    <a:lnTo>
                      <a:pt x="80" y="540"/>
                    </a:lnTo>
                    <a:lnTo>
                      <a:pt x="41" y="542"/>
                    </a:lnTo>
                    <a:lnTo>
                      <a:pt x="0" y="544"/>
                    </a:lnTo>
                    <a:lnTo>
                      <a:pt x="0" y="309"/>
                    </a:lnTo>
                    <a:lnTo>
                      <a:pt x="0" y="101"/>
                    </a:lnTo>
                    <a:lnTo>
                      <a:pt x="38" y="100"/>
                    </a:lnTo>
                    <a:lnTo>
                      <a:pt x="76" y="98"/>
                    </a:lnTo>
                    <a:lnTo>
                      <a:pt x="113" y="94"/>
                    </a:lnTo>
                    <a:lnTo>
                      <a:pt x="151" y="91"/>
                    </a:lnTo>
                    <a:lnTo>
                      <a:pt x="187" y="86"/>
                    </a:lnTo>
                    <a:lnTo>
                      <a:pt x="223" y="81"/>
                    </a:lnTo>
                    <a:lnTo>
                      <a:pt x="258" y="76"/>
                    </a:lnTo>
                    <a:lnTo>
                      <a:pt x="293" y="69"/>
                    </a:lnTo>
                    <a:lnTo>
                      <a:pt x="327" y="63"/>
                    </a:lnTo>
                    <a:lnTo>
                      <a:pt x="361" y="55"/>
                    </a:lnTo>
                    <a:lnTo>
                      <a:pt x="394" y="47"/>
                    </a:lnTo>
                    <a:lnTo>
                      <a:pt x="427" y="39"/>
                    </a:lnTo>
                    <a:lnTo>
                      <a:pt x="459" y="30"/>
                    </a:lnTo>
                    <a:lnTo>
                      <a:pt x="490" y="20"/>
                    </a:lnTo>
                    <a:lnTo>
                      <a:pt x="520" y="10"/>
                    </a:lnTo>
                    <a:lnTo>
                      <a:pt x="550" y="0"/>
                    </a:lnTo>
                    <a:lnTo>
                      <a:pt x="557" y="41"/>
                    </a:lnTo>
                    <a:lnTo>
                      <a:pt x="564" y="84"/>
                    </a:lnTo>
                    <a:lnTo>
                      <a:pt x="568" y="127"/>
                    </a:lnTo>
                    <a:lnTo>
                      <a:pt x="573" y="171"/>
                    </a:lnTo>
                    <a:lnTo>
                      <a:pt x="574" y="180"/>
                    </a:lnTo>
                    <a:lnTo>
                      <a:pt x="574" y="190"/>
                    </a:lnTo>
                    <a:lnTo>
                      <a:pt x="575" y="200"/>
                    </a:lnTo>
                    <a:lnTo>
                      <a:pt x="575" y="209"/>
                    </a:lnTo>
                    <a:close/>
                  </a:path>
                </a:pathLst>
              </a:custGeom>
              <a:grpFill/>
              <a:ln w="9525">
                <a:noFill/>
                <a:round/>
                <a:headEnd/>
                <a:tailEnd/>
              </a:ln>
            </p:spPr>
            <p:txBody>
              <a:bodyPr/>
              <a:lstStyle/>
              <a:p>
                <a:pPr algn="ctr">
                  <a:defRPr/>
                </a:pPr>
                <a:endParaRPr lang="en-US" sz="900" dirty="0"/>
              </a:p>
            </p:txBody>
          </p:sp>
          <p:sp>
            <p:nvSpPr>
              <p:cNvPr id="56" name="Freeform 55"/>
              <p:cNvSpPr>
                <a:spLocks/>
              </p:cNvSpPr>
              <p:nvPr/>
            </p:nvSpPr>
            <p:spPr bwMode="auto">
              <a:xfrm>
                <a:off x="2575" y="2342"/>
                <a:ext cx="281" cy="236"/>
              </a:xfrm>
              <a:custGeom>
                <a:avLst/>
                <a:gdLst/>
                <a:ahLst/>
                <a:cxnLst>
                  <a:cxn ang="0">
                    <a:pos x="548" y="474"/>
                  </a:cxn>
                  <a:cxn ang="0">
                    <a:pos x="520" y="471"/>
                  </a:cxn>
                  <a:cxn ang="0">
                    <a:pos x="493" y="470"/>
                  </a:cxn>
                  <a:cxn ang="0">
                    <a:pos x="466" y="468"/>
                  </a:cxn>
                  <a:cxn ang="0">
                    <a:pos x="439" y="465"/>
                  </a:cxn>
                  <a:cxn ang="0">
                    <a:pos x="412" y="461"/>
                  </a:cxn>
                  <a:cxn ang="0">
                    <a:pos x="386" y="458"/>
                  </a:cxn>
                  <a:cxn ang="0">
                    <a:pos x="359" y="454"/>
                  </a:cxn>
                  <a:cxn ang="0">
                    <a:pos x="330" y="450"/>
                  </a:cxn>
                  <a:cxn ang="0">
                    <a:pos x="299" y="444"/>
                  </a:cxn>
                  <a:cxn ang="0">
                    <a:pos x="268" y="437"/>
                  </a:cxn>
                  <a:cxn ang="0">
                    <a:pos x="238" y="430"/>
                  </a:cxn>
                  <a:cxn ang="0">
                    <a:pos x="208" y="422"/>
                  </a:cxn>
                  <a:cxn ang="0">
                    <a:pos x="178" y="414"/>
                  </a:cxn>
                  <a:cxn ang="0">
                    <a:pos x="149" y="406"/>
                  </a:cxn>
                  <a:cxn ang="0">
                    <a:pos x="120" y="397"/>
                  </a:cxn>
                  <a:cxn ang="0">
                    <a:pos x="92" y="364"/>
                  </a:cxn>
                  <a:cxn ang="0">
                    <a:pos x="68" y="309"/>
                  </a:cxn>
                  <a:cxn ang="0">
                    <a:pos x="48" y="254"/>
                  </a:cxn>
                  <a:cxn ang="0">
                    <a:pos x="34" y="199"/>
                  </a:cxn>
                  <a:cxn ang="0">
                    <a:pos x="19" y="129"/>
                  </a:cxn>
                  <a:cxn ang="0">
                    <a:pos x="5" y="44"/>
                  </a:cxn>
                  <a:cxn ang="0">
                    <a:pos x="17" y="7"/>
                  </a:cxn>
                  <a:cxn ang="0">
                    <a:pos x="53" y="20"/>
                  </a:cxn>
                  <a:cxn ang="0">
                    <a:pos x="90" y="32"/>
                  </a:cxn>
                  <a:cxn ang="0">
                    <a:pos x="126" y="43"/>
                  </a:cxn>
                  <a:cxn ang="0">
                    <a:pos x="163" y="52"/>
                  </a:cxn>
                  <a:cxn ang="0">
                    <a:pos x="201" y="63"/>
                  </a:cxn>
                  <a:cxn ang="0">
                    <a:pos x="240" y="71"/>
                  </a:cxn>
                  <a:cxn ang="0">
                    <a:pos x="280" y="79"/>
                  </a:cxn>
                  <a:cxn ang="0">
                    <a:pos x="315" y="85"/>
                  </a:cxn>
                  <a:cxn ang="0">
                    <a:pos x="348" y="90"/>
                  </a:cxn>
                  <a:cxn ang="0">
                    <a:pos x="380" y="95"/>
                  </a:cxn>
                  <a:cxn ang="0">
                    <a:pos x="412" y="98"/>
                  </a:cxn>
                  <a:cxn ang="0">
                    <a:pos x="445" y="102"/>
                  </a:cxn>
                  <a:cxn ang="0">
                    <a:pos x="478" y="105"/>
                  </a:cxn>
                  <a:cxn ang="0">
                    <a:pos x="511" y="108"/>
                  </a:cxn>
                  <a:cxn ang="0">
                    <a:pos x="545" y="109"/>
                  </a:cxn>
                  <a:cxn ang="0">
                    <a:pos x="562" y="277"/>
                  </a:cxn>
                </a:cxnLst>
                <a:rect l="0" t="0" r="r" b="b"/>
                <a:pathLst>
                  <a:path w="562" h="474">
                    <a:moveTo>
                      <a:pt x="562" y="474"/>
                    </a:moveTo>
                    <a:lnTo>
                      <a:pt x="548" y="474"/>
                    </a:lnTo>
                    <a:lnTo>
                      <a:pt x="534" y="473"/>
                    </a:lnTo>
                    <a:lnTo>
                      <a:pt x="520" y="471"/>
                    </a:lnTo>
                    <a:lnTo>
                      <a:pt x="506" y="471"/>
                    </a:lnTo>
                    <a:lnTo>
                      <a:pt x="493" y="470"/>
                    </a:lnTo>
                    <a:lnTo>
                      <a:pt x="480" y="469"/>
                    </a:lnTo>
                    <a:lnTo>
                      <a:pt x="466" y="468"/>
                    </a:lnTo>
                    <a:lnTo>
                      <a:pt x="452" y="466"/>
                    </a:lnTo>
                    <a:lnTo>
                      <a:pt x="439" y="465"/>
                    </a:lnTo>
                    <a:lnTo>
                      <a:pt x="426" y="463"/>
                    </a:lnTo>
                    <a:lnTo>
                      <a:pt x="412" y="461"/>
                    </a:lnTo>
                    <a:lnTo>
                      <a:pt x="399" y="460"/>
                    </a:lnTo>
                    <a:lnTo>
                      <a:pt x="386" y="458"/>
                    </a:lnTo>
                    <a:lnTo>
                      <a:pt x="373" y="456"/>
                    </a:lnTo>
                    <a:lnTo>
                      <a:pt x="359" y="454"/>
                    </a:lnTo>
                    <a:lnTo>
                      <a:pt x="346" y="452"/>
                    </a:lnTo>
                    <a:lnTo>
                      <a:pt x="330" y="450"/>
                    </a:lnTo>
                    <a:lnTo>
                      <a:pt x="315" y="446"/>
                    </a:lnTo>
                    <a:lnTo>
                      <a:pt x="299" y="444"/>
                    </a:lnTo>
                    <a:lnTo>
                      <a:pt x="284" y="440"/>
                    </a:lnTo>
                    <a:lnTo>
                      <a:pt x="268" y="437"/>
                    </a:lnTo>
                    <a:lnTo>
                      <a:pt x="253" y="433"/>
                    </a:lnTo>
                    <a:lnTo>
                      <a:pt x="238" y="430"/>
                    </a:lnTo>
                    <a:lnTo>
                      <a:pt x="223" y="427"/>
                    </a:lnTo>
                    <a:lnTo>
                      <a:pt x="208" y="422"/>
                    </a:lnTo>
                    <a:lnTo>
                      <a:pt x="193" y="418"/>
                    </a:lnTo>
                    <a:lnTo>
                      <a:pt x="178" y="414"/>
                    </a:lnTo>
                    <a:lnTo>
                      <a:pt x="163" y="410"/>
                    </a:lnTo>
                    <a:lnTo>
                      <a:pt x="149" y="406"/>
                    </a:lnTo>
                    <a:lnTo>
                      <a:pt x="134" y="401"/>
                    </a:lnTo>
                    <a:lnTo>
                      <a:pt x="120" y="397"/>
                    </a:lnTo>
                    <a:lnTo>
                      <a:pt x="106" y="392"/>
                    </a:lnTo>
                    <a:lnTo>
                      <a:pt x="92" y="364"/>
                    </a:lnTo>
                    <a:lnTo>
                      <a:pt x="79" y="337"/>
                    </a:lnTo>
                    <a:lnTo>
                      <a:pt x="68" y="309"/>
                    </a:lnTo>
                    <a:lnTo>
                      <a:pt x="57" y="281"/>
                    </a:lnTo>
                    <a:lnTo>
                      <a:pt x="48" y="254"/>
                    </a:lnTo>
                    <a:lnTo>
                      <a:pt x="41" y="226"/>
                    </a:lnTo>
                    <a:lnTo>
                      <a:pt x="34" y="199"/>
                    </a:lnTo>
                    <a:lnTo>
                      <a:pt x="27" y="171"/>
                    </a:lnTo>
                    <a:lnTo>
                      <a:pt x="19" y="129"/>
                    </a:lnTo>
                    <a:lnTo>
                      <a:pt x="12" y="88"/>
                    </a:lnTo>
                    <a:lnTo>
                      <a:pt x="5" y="44"/>
                    </a:lnTo>
                    <a:lnTo>
                      <a:pt x="0" y="0"/>
                    </a:lnTo>
                    <a:lnTo>
                      <a:pt x="17" y="7"/>
                    </a:lnTo>
                    <a:lnTo>
                      <a:pt x="35" y="13"/>
                    </a:lnTo>
                    <a:lnTo>
                      <a:pt x="53" y="20"/>
                    </a:lnTo>
                    <a:lnTo>
                      <a:pt x="71" y="26"/>
                    </a:lnTo>
                    <a:lnTo>
                      <a:pt x="90" y="32"/>
                    </a:lnTo>
                    <a:lnTo>
                      <a:pt x="108" y="37"/>
                    </a:lnTo>
                    <a:lnTo>
                      <a:pt x="126" y="43"/>
                    </a:lnTo>
                    <a:lnTo>
                      <a:pt x="145" y="48"/>
                    </a:lnTo>
                    <a:lnTo>
                      <a:pt x="163" y="52"/>
                    </a:lnTo>
                    <a:lnTo>
                      <a:pt x="183" y="58"/>
                    </a:lnTo>
                    <a:lnTo>
                      <a:pt x="201" y="63"/>
                    </a:lnTo>
                    <a:lnTo>
                      <a:pt x="221" y="67"/>
                    </a:lnTo>
                    <a:lnTo>
                      <a:pt x="240" y="71"/>
                    </a:lnTo>
                    <a:lnTo>
                      <a:pt x="260" y="75"/>
                    </a:lnTo>
                    <a:lnTo>
                      <a:pt x="280" y="79"/>
                    </a:lnTo>
                    <a:lnTo>
                      <a:pt x="299" y="82"/>
                    </a:lnTo>
                    <a:lnTo>
                      <a:pt x="315" y="85"/>
                    </a:lnTo>
                    <a:lnTo>
                      <a:pt x="331" y="88"/>
                    </a:lnTo>
                    <a:lnTo>
                      <a:pt x="348" y="90"/>
                    </a:lnTo>
                    <a:lnTo>
                      <a:pt x="364" y="93"/>
                    </a:lnTo>
                    <a:lnTo>
                      <a:pt x="380" y="95"/>
                    </a:lnTo>
                    <a:lnTo>
                      <a:pt x="396" y="97"/>
                    </a:lnTo>
                    <a:lnTo>
                      <a:pt x="412" y="98"/>
                    </a:lnTo>
                    <a:lnTo>
                      <a:pt x="429" y="101"/>
                    </a:lnTo>
                    <a:lnTo>
                      <a:pt x="445" y="102"/>
                    </a:lnTo>
                    <a:lnTo>
                      <a:pt x="462" y="104"/>
                    </a:lnTo>
                    <a:lnTo>
                      <a:pt x="478" y="105"/>
                    </a:lnTo>
                    <a:lnTo>
                      <a:pt x="495" y="106"/>
                    </a:lnTo>
                    <a:lnTo>
                      <a:pt x="511" y="108"/>
                    </a:lnTo>
                    <a:lnTo>
                      <a:pt x="528" y="109"/>
                    </a:lnTo>
                    <a:lnTo>
                      <a:pt x="545" y="109"/>
                    </a:lnTo>
                    <a:lnTo>
                      <a:pt x="562" y="110"/>
                    </a:lnTo>
                    <a:lnTo>
                      <a:pt x="562" y="277"/>
                    </a:lnTo>
                    <a:lnTo>
                      <a:pt x="562" y="474"/>
                    </a:lnTo>
                    <a:close/>
                  </a:path>
                </a:pathLst>
              </a:custGeom>
              <a:grpFill/>
              <a:ln w="9525">
                <a:noFill/>
                <a:round/>
                <a:headEnd/>
                <a:tailEnd/>
              </a:ln>
            </p:spPr>
            <p:txBody>
              <a:bodyPr/>
              <a:lstStyle/>
              <a:p>
                <a:pPr algn="ctr">
                  <a:defRPr/>
                </a:pPr>
                <a:endParaRPr lang="en-US" sz="900" dirty="0"/>
              </a:p>
            </p:txBody>
          </p:sp>
          <p:sp>
            <p:nvSpPr>
              <p:cNvPr id="57" name="Freeform 56"/>
              <p:cNvSpPr>
                <a:spLocks/>
              </p:cNvSpPr>
              <p:nvPr/>
            </p:nvSpPr>
            <p:spPr bwMode="auto">
              <a:xfrm>
                <a:off x="2567" y="2069"/>
                <a:ext cx="289" cy="272"/>
              </a:xfrm>
              <a:custGeom>
                <a:avLst/>
                <a:gdLst/>
                <a:ahLst/>
                <a:cxnLst>
                  <a:cxn ang="0">
                    <a:pos x="3" y="198"/>
                  </a:cxn>
                  <a:cxn ang="0">
                    <a:pos x="4" y="176"/>
                  </a:cxn>
                  <a:cxn ang="0">
                    <a:pos x="10" y="122"/>
                  </a:cxn>
                  <a:cxn ang="0">
                    <a:pos x="20" y="40"/>
                  </a:cxn>
                  <a:cxn ang="0">
                    <a:pos x="38" y="3"/>
                  </a:cxn>
                  <a:cxn ang="0">
                    <a:pos x="61" y="11"/>
                  </a:cxn>
                  <a:cxn ang="0">
                    <a:pos x="83" y="18"/>
                  </a:cxn>
                  <a:cxn ang="0">
                    <a:pos x="106" y="25"/>
                  </a:cxn>
                  <a:cxn ang="0">
                    <a:pos x="129" y="32"/>
                  </a:cxn>
                  <a:cxn ang="0">
                    <a:pos x="152" y="39"/>
                  </a:cxn>
                  <a:cxn ang="0">
                    <a:pos x="176" y="46"/>
                  </a:cxn>
                  <a:cxn ang="0">
                    <a:pos x="200" y="51"/>
                  </a:cxn>
                  <a:cxn ang="0">
                    <a:pos x="233" y="60"/>
                  </a:cxn>
                  <a:cxn ang="0">
                    <a:pos x="277" y="69"/>
                  </a:cxn>
                  <a:cxn ang="0">
                    <a:pos x="321" y="76"/>
                  </a:cxn>
                  <a:cxn ang="0">
                    <a:pos x="366" y="83"/>
                  </a:cxn>
                  <a:cxn ang="0">
                    <a:pos x="411" y="88"/>
                  </a:cxn>
                  <a:cxn ang="0">
                    <a:pos x="458" y="93"/>
                  </a:cxn>
                  <a:cxn ang="0">
                    <a:pos x="505" y="98"/>
                  </a:cxn>
                  <a:cxn ang="0">
                    <a:pos x="554" y="100"/>
                  </a:cxn>
                  <a:cxn ang="0">
                    <a:pos x="578" y="313"/>
                  </a:cxn>
                  <a:cxn ang="0">
                    <a:pos x="557" y="543"/>
                  </a:cxn>
                  <a:cxn ang="0">
                    <a:pos x="517" y="541"/>
                  </a:cxn>
                  <a:cxn ang="0">
                    <a:pos x="475" y="537"/>
                  </a:cxn>
                  <a:cxn ang="0">
                    <a:pos x="434" y="533"/>
                  </a:cxn>
                  <a:cxn ang="0">
                    <a:pos x="392" y="527"/>
                  </a:cxn>
                  <a:cxn ang="0">
                    <a:pos x="351" y="521"/>
                  </a:cxn>
                  <a:cxn ang="0">
                    <a:pos x="311" y="514"/>
                  </a:cxn>
                  <a:cxn ang="0">
                    <a:pos x="270" y="506"/>
                  </a:cxn>
                  <a:cxn ang="0">
                    <a:pos x="232" y="499"/>
                  </a:cxn>
                  <a:cxn ang="0">
                    <a:pos x="197" y="490"/>
                  </a:cxn>
                  <a:cxn ang="0">
                    <a:pos x="162" y="481"/>
                  </a:cxn>
                  <a:cxn ang="0">
                    <a:pos x="130" y="472"/>
                  </a:cxn>
                  <a:cxn ang="0">
                    <a:pos x="97" y="461"/>
                  </a:cxn>
                  <a:cxn ang="0">
                    <a:pos x="69" y="451"/>
                  </a:cxn>
                  <a:cxn ang="0">
                    <a:pos x="41" y="441"/>
                  </a:cxn>
                  <a:cxn ang="0">
                    <a:pos x="15" y="429"/>
                  </a:cxn>
                  <a:cxn ang="0">
                    <a:pos x="1" y="370"/>
                  </a:cxn>
                  <a:cxn ang="0">
                    <a:pos x="0" y="263"/>
                  </a:cxn>
                </a:cxnLst>
                <a:rect l="0" t="0" r="r" b="b"/>
                <a:pathLst>
                  <a:path w="578" h="544">
                    <a:moveTo>
                      <a:pt x="2" y="209"/>
                    </a:moveTo>
                    <a:lnTo>
                      <a:pt x="3" y="198"/>
                    </a:lnTo>
                    <a:lnTo>
                      <a:pt x="4" y="186"/>
                    </a:lnTo>
                    <a:lnTo>
                      <a:pt x="4" y="176"/>
                    </a:lnTo>
                    <a:lnTo>
                      <a:pt x="5" y="164"/>
                    </a:lnTo>
                    <a:lnTo>
                      <a:pt x="10" y="122"/>
                    </a:lnTo>
                    <a:lnTo>
                      <a:pt x="15" y="80"/>
                    </a:lnTo>
                    <a:lnTo>
                      <a:pt x="20" y="40"/>
                    </a:lnTo>
                    <a:lnTo>
                      <a:pt x="27" y="0"/>
                    </a:lnTo>
                    <a:lnTo>
                      <a:pt x="38" y="3"/>
                    </a:lnTo>
                    <a:lnTo>
                      <a:pt x="49" y="8"/>
                    </a:lnTo>
                    <a:lnTo>
                      <a:pt x="61" y="11"/>
                    </a:lnTo>
                    <a:lnTo>
                      <a:pt x="71" y="15"/>
                    </a:lnTo>
                    <a:lnTo>
                      <a:pt x="83" y="18"/>
                    </a:lnTo>
                    <a:lnTo>
                      <a:pt x="94" y="22"/>
                    </a:lnTo>
                    <a:lnTo>
                      <a:pt x="106" y="25"/>
                    </a:lnTo>
                    <a:lnTo>
                      <a:pt x="117" y="28"/>
                    </a:lnTo>
                    <a:lnTo>
                      <a:pt x="129" y="32"/>
                    </a:lnTo>
                    <a:lnTo>
                      <a:pt x="140" y="35"/>
                    </a:lnTo>
                    <a:lnTo>
                      <a:pt x="152" y="39"/>
                    </a:lnTo>
                    <a:lnTo>
                      <a:pt x="164" y="42"/>
                    </a:lnTo>
                    <a:lnTo>
                      <a:pt x="176" y="46"/>
                    </a:lnTo>
                    <a:lnTo>
                      <a:pt x="188" y="49"/>
                    </a:lnTo>
                    <a:lnTo>
                      <a:pt x="200" y="51"/>
                    </a:lnTo>
                    <a:lnTo>
                      <a:pt x="213" y="55"/>
                    </a:lnTo>
                    <a:lnTo>
                      <a:pt x="233" y="60"/>
                    </a:lnTo>
                    <a:lnTo>
                      <a:pt x="255" y="64"/>
                    </a:lnTo>
                    <a:lnTo>
                      <a:pt x="277" y="69"/>
                    </a:lnTo>
                    <a:lnTo>
                      <a:pt x="299" y="72"/>
                    </a:lnTo>
                    <a:lnTo>
                      <a:pt x="321" y="76"/>
                    </a:lnTo>
                    <a:lnTo>
                      <a:pt x="343" y="79"/>
                    </a:lnTo>
                    <a:lnTo>
                      <a:pt x="366" y="83"/>
                    </a:lnTo>
                    <a:lnTo>
                      <a:pt x="389" y="86"/>
                    </a:lnTo>
                    <a:lnTo>
                      <a:pt x="411" y="88"/>
                    </a:lnTo>
                    <a:lnTo>
                      <a:pt x="435" y="91"/>
                    </a:lnTo>
                    <a:lnTo>
                      <a:pt x="458" y="93"/>
                    </a:lnTo>
                    <a:lnTo>
                      <a:pt x="481" y="95"/>
                    </a:lnTo>
                    <a:lnTo>
                      <a:pt x="505" y="98"/>
                    </a:lnTo>
                    <a:lnTo>
                      <a:pt x="529" y="99"/>
                    </a:lnTo>
                    <a:lnTo>
                      <a:pt x="554" y="100"/>
                    </a:lnTo>
                    <a:lnTo>
                      <a:pt x="578" y="101"/>
                    </a:lnTo>
                    <a:lnTo>
                      <a:pt x="578" y="313"/>
                    </a:lnTo>
                    <a:lnTo>
                      <a:pt x="578" y="544"/>
                    </a:lnTo>
                    <a:lnTo>
                      <a:pt x="557" y="543"/>
                    </a:lnTo>
                    <a:lnTo>
                      <a:pt x="537" y="542"/>
                    </a:lnTo>
                    <a:lnTo>
                      <a:pt x="517" y="541"/>
                    </a:lnTo>
                    <a:lnTo>
                      <a:pt x="496" y="539"/>
                    </a:lnTo>
                    <a:lnTo>
                      <a:pt x="475" y="537"/>
                    </a:lnTo>
                    <a:lnTo>
                      <a:pt x="455" y="535"/>
                    </a:lnTo>
                    <a:lnTo>
                      <a:pt x="434" y="533"/>
                    </a:lnTo>
                    <a:lnTo>
                      <a:pt x="413" y="531"/>
                    </a:lnTo>
                    <a:lnTo>
                      <a:pt x="392" y="527"/>
                    </a:lnTo>
                    <a:lnTo>
                      <a:pt x="372" y="525"/>
                    </a:lnTo>
                    <a:lnTo>
                      <a:pt x="351" y="521"/>
                    </a:lnTo>
                    <a:lnTo>
                      <a:pt x="330" y="518"/>
                    </a:lnTo>
                    <a:lnTo>
                      <a:pt x="311" y="514"/>
                    </a:lnTo>
                    <a:lnTo>
                      <a:pt x="290" y="511"/>
                    </a:lnTo>
                    <a:lnTo>
                      <a:pt x="270" y="506"/>
                    </a:lnTo>
                    <a:lnTo>
                      <a:pt x="251" y="503"/>
                    </a:lnTo>
                    <a:lnTo>
                      <a:pt x="232" y="499"/>
                    </a:lnTo>
                    <a:lnTo>
                      <a:pt x="215" y="495"/>
                    </a:lnTo>
                    <a:lnTo>
                      <a:pt x="197" y="490"/>
                    </a:lnTo>
                    <a:lnTo>
                      <a:pt x="179" y="486"/>
                    </a:lnTo>
                    <a:lnTo>
                      <a:pt x="162" y="481"/>
                    </a:lnTo>
                    <a:lnTo>
                      <a:pt x="146" y="476"/>
                    </a:lnTo>
                    <a:lnTo>
                      <a:pt x="130" y="472"/>
                    </a:lnTo>
                    <a:lnTo>
                      <a:pt x="114" y="467"/>
                    </a:lnTo>
                    <a:lnTo>
                      <a:pt x="97" y="461"/>
                    </a:lnTo>
                    <a:lnTo>
                      <a:pt x="83" y="457"/>
                    </a:lnTo>
                    <a:lnTo>
                      <a:pt x="69" y="451"/>
                    </a:lnTo>
                    <a:lnTo>
                      <a:pt x="54" y="446"/>
                    </a:lnTo>
                    <a:lnTo>
                      <a:pt x="41" y="441"/>
                    </a:lnTo>
                    <a:lnTo>
                      <a:pt x="27" y="435"/>
                    </a:lnTo>
                    <a:lnTo>
                      <a:pt x="15" y="429"/>
                    </a:lnTo>
                    <a:lnTo>
                      <a:pt x="3" y="423"/>
                    </a:lnTo>
                    <a:lnTo>
                      <a:pt x="1" y="370"/>
                    </a:lnTo>
                    <a:lnTo>
                      <a:pt x="0" y="316"/>
                    </a:lnTo>
                    <a:lnTo>
                      <a:pt x="0" y="263"/>
                    </a:lnTo>
                    <a:lnTo>
                      <a:pt x="2" y="209"/>
                    </a:lnTo>
                    <a:close/>
                  </a:path>
                </a:pathLst>
              </a:custGeom>
              <a:grpFill/>
              <a:ln w="9525">
                <a:noFill/>
                <a:round/>
                <a:headEnd/>
                <a:tailEnd/>
              </a:ln>
            </p:spPr>
            <p:txBody>
              <a:bodyPr/>
              <a:lstStyle/>
              <a:p>
                <a:pPr algn="ctr">
                  <a:defRPr/>
                </a:pPr>
                <a:endParaRPr lang="en-US" sz="900" dirty="0"/>
              </a:p>
            </p:txBody>
          </p:sp>
          <p:sp>
            <p:nvSpPr>
              <p:cNvPr id="58" name="Freeform 57"/>
              <p:cNvSpPr>
                <a:spLocks/>
              </p:cNvSpPr>
              <p:nvPr/>
            </p:nvSpPr>
            <p:spPr bwMode="auto">
              <a:xfrm>
                <a:off x="2904" y="1814"/>
                <a:ext cx="263" cy="250"/>
              </a:xfrm>
              <a:custGeom>
                <a:avLst/>
                <a:gdLst/>
                <a:ahLst/>
                <a:cxnLst>
                  <a:cxn ang="0">
                    <a:pos x="0" y="67"/>
                  </a:cxn>
                  <a:cxn ang="0">
                    <a:pos x="26" y="66"/>
                  </a:cxn>
                  <a:cxn ang="0">
                    <a:pos x="50" y="64"/>
                  </a:cxn>
                  <a:cxn ang="0">
                    <a:pos x="74" y="63"/>
                  </a:cxn>
                  <a:cxn ang="0">
                    <a:pos x="98" y="59"/>
                  </a:cxn>
                  <a:cxn ang="0">
                    <a:pos x="122" y="57"/>
                  </a:cxn>
                  <a:cxn ang="0">
                    <a:pos x="145" y="53"/>
                  </a:cxn>
                  <a:cxn ang="0">
                    <a:pos x="169" y="50"/>
                  </a:cxn>
                  <a:cxn ang="0">
                    <a:pos x="192" y="45"/>
                  </a:cxn>
                  <a:cxn ang="0">
                    <a:pos x="213" y="41"/>
                  </a:cxn>
                  <a:cxn ang="0">
                    <a:pos x="235" y="36"/>
                  </a:cxn>
                  <a:cxn ang="0">
                    <a:pos x="257" y="32"/>
                  </a:cxn>
                  <a:cxn ang="0">
                    <a:pos x="279" y="26"/>
                  </a:cxn>
                  <a:cxn ang="0">
                    <a:pos x="300" y="20"/>
                  </a:cxn>
                  <a:cxn ang="0">
                    <a:pos x="321" y="13"/>
                  </a:cxn>
                  <a:cxn ang="0">
                    <a:pos x="340" y="7"/>
                  </a:cxn>
                  <a:cxn ang="0">
                    <a:pos x="360" y="0"/>
                  </a:cxn>
                  <a:cxn ang="0">
                    <a:pos x="376" y="28"/>
                  </a:cxn>
                  <a:cxn ang="0">
                    <a:pos x="391" y="56"/>
                  </a:cxn>
                  <a:cxn ang="0">
                    <a:pos x="406" y="85"/>
                  </a:cxn>
                  <a:cxn ang="0">
                    <a:pos x="421" y="114"/>
                  </a:cxn>
                  <a:cxn ang="0">
                    <a:pos x="435" y="144"/>
                  </a:cxn>
                  <a:cxn ang="0">
                    <a:pos x="448" y="176"/>
                  </a:cxn>
                  <a:cxn ang="0">
                    <a:pos x="462" y="208"/>
                  </a:cxn>
                  <a:cxn ang="0">
                    <a:pos x="475" y="240"/>
                  </a:cxn>
                  <a:cxn ang="0">
                    <a:pos x="482" y="260"/>
                  </a:cxn>
                  <a:cxn ang="0">
                    <a:pos x="489" y="278"/>
                  </a:cxn>
                  <a:cxn ang="0">
                    <a:pos x="496" y="298"/>
                  </a:cxn>
                  <a:cxn ang="0">
                    <a:pos x="501" y="317"/>
                  </a:cxn>
                  <a:cxn ang="0">
                    <a:pos x="508" y="338"/>
                  </a:cxn>
                  <a:cxn ang="0">
                    <a:pos x="514" y="357"/>
                  </a:cxn>
                  <a:cxn ang="0">
                    <a:pos x="520" y="378"/>
                  </a:cxn>
                  <a:cxn ang="0">
                    <a:pos x="526" y="399"/>
                  </a:cxn>
                  <a:cxn ang="0">
                    <a:pos x="497" y="409"/>
                  </a:cxn>
                  <a:cxn ang="0">
                    <a:pos x="468" y="420"/>
                  </a:cxn>
                  <a:cxn ang="0">
                    <a:pos x="438" y="429"/>
                  </a:cxn>
                  <a:cxn ang="0">
                    <a:pos x="408" y="438"/>
                  </a:cxn>
                  <a:cxn ang="0">
                    <a:pos x="377" y="446"/>
                  </a:cxn>
                  <a:cxn ang="0">
                    <a:pos x="346" y="454"/>
                  </a:cxn>
                  <a:cxn ang="0">
                    <a:pos x="314" y="462"/>
                  </a:cxn>
                  <a:cxn ang="0">
                    <a:pos x="280" y="469"/>
                  </a:cxn>
                  <a:cxn ang="0">
                    <a:pos x="247" y="475"/>
                  </a:cxn>
                  <a:cxn ang="0">
                    <a:pos x="213" y="481"/>
                  </a:cxn>
                  <a:cxn ang="0">
                    <a:pos x="179" y="485"/>
                  </a:cxn>
                  <a:cxn ang="0">
                    <a:pos x="143" y="490"/>
                  </a:cxn>
                  <a:cxn ang="0">
                    <a:pos x="109" y="493"/>
                  </a:cxn>
                  <a:cxn ang="0">
                    <a:pos x="73" y="497"/>
                  </a:cxn>
                  <a:cxn ang="0">
                    <a:pos x="37" y="499"/>
                  </a:cxn>
                  <a:cxn ang="0">
                    <a:pos x="0" y="501"/>
                  </a:cxn>
                  <a:cxn ang="0">
                    <a:pos x="0" y="290"/>
                  </a:cxn>
                  <a:cxn ang="0">
                    <a:pos x="0" y="67"/>
                  </a:cxn>
                </a:cxnLst>
                <a:rect l="0" t="0" r="r" b="b"/>
                <a:pathLst>
                  <a:path w="526" h="501">
                    <a:moveTo>
                      <a:pt x="0" y="67"/>
                    </a:moveTo>
                    <a:lnTo>
                      <a:pt x="26" y="66"/>
                    </a:lnTo>
                    <a:lnTo>
                      <a:pt x="50" y="64"/>
                    </a:lnTo>
                    <a:lnTo>
                      <a:pt x="74" y="63"/>
                    </a:lnTo>
                    <a:lnTo>
                      <a:pt x="98" y="59"/>
                    </a:lnTo>
                    <a:lnTo>
                      <a:pt x="122" y="57"/>
                    </a:lnTo>
                    <a:lnTo>
                      <a:pt x="145" y="53"/>
                    </a:lnTo>
                    <a:lnTo>
                      <a:pt x="169" y="50"/>
                    </a:lnTo>
                    <a:lnTo>
                      <a:pt x="192" y="45"/>
                    </a:lnTo>
                    <a:lnTo>
                      <a:pt x="213" y="41"/>
                    </a:lnTo>
                    <a:lnTo>
                      <a:pt x="235" y="36"/>
                    </a:lnTo>
                    <a:lnTo>
                      <a:pt x="257" y="32"/>
                    </a:lnTo>
                    <a:lnTo>
                      <a:pt x="279" y="26"/>
                    </a:lnTo>
                    <a:lnTo>
                      <a:pt x="300" y="20"/>
                    </a:lnTo>
                    <a:lnTo>
                      <a:pt x="321" y="13"/>
                    </a:lnTo>
                    <a:lnTo>
                      <a:pt x="340" y="7"/>
                    </a:lnTo>
                    <a:lnTo>
                      <a:pt x="360" y="0"/>
                    </a:lnTo>
                    <a:lnTo>
                      <a:pt x="376" y="28"/>
                    </a:lnTo>
                    <a:lnTo>
                      <a:pt x="391" y="56"/>
                    </a:lnTo>
                    <a:lnTo>
                      <a:pt x="406" y="85"/>
                    </a:lnTo>
                    <a:lnTo>
                      <a:pt x="421" y="114"/>
                    </a:lnTo>
                    <a:lnTo>
                      <a:pt x="435" y="144"/>
                    </a:lnTo>
                    <a:lnTo>
                      <a:pt x="448" y="176"/>
                    </a:lnTo>
                    <a:lnTo>
                      <a:pt x="462" y="208"/>
                    </a:lnTo>
                    <a:lnTo>
                      <a:pt x="475" y="240"/>
                    </a:lnTo>
                    <a:lnTo>
                      <a:pt x="482" y="260"/>
                    </a:lnTo>
                    <a:lnTo>
                      <a:pt x="489" y="278"/>
                    </a:lnTo>
                    <a:lnTo>
                      <a:pt x="496" y="298"/>
                    </a:lnTo>
                    <a:lnTo>
                      <a:pt x="501" y="317"/>
                    </a:lnTo>
                    <a:lnTo>
                      <a:pt x="508" y="338"/>
                    </a:lnTo>
                    <a:lnTo>
                      <a:pt x="514" y="357"/>
                    </a:lnTo>
                    <a:lnTo>
                      <a:pt x="520" y="378"/>
                    </a:lnTo>
                    <a:lnTo>
                      <a:pt x="526" y="399"/>
                    </a:lnTo>
                    <a:lnTo>
                      <a:pt x="497" y="409"/>
                    </a:lnTo>
                    <a:lnTo>
                      <a:pt x="468" y="420"/>
                    </a:lnTo>
                    <a:lnTo>
                      <a:pt x="438" y="429"/>
                    </a:lnTo>
                    <a:lnTo>
                      <a:pt x="408" y="438"/>
                    </a:lnTo>
                    <a:lnTo>
                      <a:pt x="377" y="446"/>
                    </a:lnTo>
                    <a:lnTo>
                      <a:pt x="346" y="454"/>
                    </a:lnTo>
                    <a:lnTo>
                      <a:pt x="314" y="462"/>
                    </a:lnTo>
                    <a:lnTo>
                      <a:pt x="280" y="469"/>
                    </a:lnTo>
                    <a:lnTo>
                      <a:pt x="247" y="475"/>
                    </a:lnTo>
                    <a:lnTo>
                      <a:pt x="213" y="481"/>
                    </a:lnTo>
                    <a:lnTo>
                      <a:pt x="179" y="485"/>
                    </a:lnTo>
                    <a:lnTo>
                      <a:pt x="143" y="490"/>
                    </a:lnTo>
                    <a:lnTo>
                      <a:pt x="109" y="493"/>
                    </a:lnTo>
                    <a:lnTo>
                      <a:pt x="73" y="497"/>
                    </a:lnTo>
                    <a:lnTo>
                      <a:pt x="37" y="499"/>
                    </a:lnTo>
                    <a:lnTo>
                      <a:pt x="0" y="501"/>
                    </a:lnTo>
                    <a:lnTo>
                      <a:pt x="0" y="290"/>
                    </a:lnTo>
                    <a:lnTo>
                      <a:pt x="0" y="67"/>
                    </a:lnTo>
                    <a:close/>
                  </a:path>
                </a:pathLst>
              </a:custGeom>
              <a:grpFill/>
              <a:ln w="9525">
                <a:noFill/>
                <a:round/>
                <a:headEnd/>
                <a:tailEnd/>
              </a:ln>
            </p:spPr>
            <p:txBody>
              <a:bodyPr/>
              <a:lstStyle/>
              <a:p>
                <a:pPr algn="ctr">
                  <a:defRPr/>
                </a:pPr>
                <a:endParaRPr lang="en-US" sz="900" dirty="0"/>
              </a:p>
            </p:txBody>
          </p:sp>
          <p:sp>
            <p:nvSpPr>
              <p:cNvPr id="59" name="Freeform 58"/>
              <p:cNvSpPr>
                <a:spLocks/>
              </p:cNvSpPr>
              <p:nvPr/>
            </p:nvSpPr>
            <p:spPr bwMode="auto">
              <a:xfrm>
                <a:off x="2594" y="1814"/>
                <a:ext cx="262" cy="250"/>
              </a:xfrm>
              <a:custGeom>
                <a:avLst/>
                <a:gdLst/>
                <a:ahLst/>
                <a:cxnLst>
                  <a:cxn ang="0">
                    <a:pos x="525" y="501"/>
                  </a:cxn>
                  <a:cxn ang="0">
                    <a:pos x="487" y="499"/>
                  </a:cxn>
                  <a:cxn ang="0">
                    <a:pos x="449" y="497"/>
                  </a:cxn>
                  <a:cxn ang="0">
                    <a:pos x="412" y="493"/>
                  </a:cxn>
                  <a:cxn ang="0">
                    <a:pos x="375" y="489"/>
                  </a:cxn>
                  <a:cxn ang="0">
                    <a:pos x="338" y="484"/>
                  </a:cxn>
                  <a:cxn ang="0">
                    <a:pos x="302" y="480"/>
                  </a:cxn>
                  <a:cxn ang="0">
                    <a:pos x="267" y="474"/>
                  </a:cxn>
                  <a:cxn ang="0">
                    <a:pos x="232" y="467"/>
                  </a:cxn>
                  <a:cxn ang="0">
                    <a:pos x="201" y="460"/>
                  </a:cxn>
                  <a:cxn ang="0">
                    <a:pos x="170" y="453"/>
                  </a:cxn>
                  <a:cxn ang="0">
                    <a:pos x="140" y="445"/>
                  </a:cxn>
                  <a:cxn ang="0">
                    <a:pos x="111" y="437"/>
                  </a:cxn>
                  <a:cxn ang="0">
                    <a:pos x="81" y="428"/>
                  </a:cxn>
                  <a:cxn ang="0">
                    <a:pos x="54" y="419"/>
                  </a:cxn>
                  <a:cxn ang="0">
                    <a:pos x="26" y="409"/>
                  </a:cxn>
                  <a:cxn ang="0">
                    <a:pos x="0" y="399"/>
                  </a:cxn>
                  <a:cxn ang="0">
                    <a:pos x="12" y="354"/>
                  </a:cxn>
                  <a:cxn ang="0">
                    <a:pos x="26" y="309"/>
                  </a:cxn>
                  <a:cxn ang="0">
                    <a:pos x="40" y="266"/>
                  </a:cxn>
                  <a:cxn ang="0">
                    <a:pos x="56" y="224"/>
                  </a:cxn>
                  <a:cxn ang="0">
                    <a:pos x="80" y="164"/>
                  </a:cxn>
                  <a:cxn ang="0">
                    <a:pos x="107" y="108"/>
                  </a:cxn>
                  <a:cxn ang="0">
                    <a:pos x="134" y="52"/>
                  </a:cxn>
                  <a:cxn ang="0">
                    <a:pos x="164" y="0"/>
                  </a:cxn>
                  <a:cxn ang="0">
                    <a:pos x="200" y="12"/>
                  </a:cxn>
                  <a:cxn ang="0">
                    <a:pos x="238" y="24"/>
                  </a:cxn>
                  <a:cxn ang="0">
                    <a:pos x="276" y="34"/>
                  </a:cxn>
                  <a:cxn ang="0">
                    <a:pos x="315" y="42"/>
                  </a:cxn>
                  <a:cxn ang="0">
                    <a:pos x="340" y="47"/>
                  </a:cxn>
                  <a:cxn ang="0">
                    <a:pos x="365" y="51"/>
                  </a:cxn>
                  <a:cxn ang="0">
                    <a:pos x="391" y="55"/>
                  </a:cxn>
                  <a:cxn ang="0">
                    <a:pos x="417" y="58"/>
                  </a:cxn>
                  <a:cxn ang="0">
                    <a:pos x="443" y="62"/>
                  </a:cxn>
                  <a:cxn ang="0">
                    <a:pos x="471" y="64"/>
                  </a:cxn>
                  <a:cxn ang="0">
                    <a:pos x="497" y="66"/>
                  </a:cxn>
                  <a:cxn ang="0">
                    <a:pos x="525" y="67"/>
                  </a:cxn>
                </a:cxnLst>
                <a:rect l="0" t="0" r="r" b="b"/>
                <a:pathLst>
                  <a:path w="525" h="501">
                    <a:moveTo>
                      <a:pt x="525" y="283"/>
                    </a:moveTo>
                    <a:lnTo>
                      <a:pt x="525" y="501"/>
                    </a:lnTo>
                    <a:lnTo>
                      <a:pt x="505" y="500"/>
                    </a:lnTo>
                    <a:lnTo>
                      <a:pt x="487" y="499"/>
                    </a:lnTo>
                    <a:lnTo>
                      <a:pt x="467" y="498"/>
                    </a:lnTo>
                    <a:lnTo>
                      <a:pt x="449" y="497"/>
                    </a:lnTo>
                    <a:lnTo>
                      <a:pt x="430" y="495"/>
                    </a:lnTo>
                    <a:lnTo>
                      <a:pt x="412" y="493"/>
                    </a:lnTo>
                    <a:lnTo>
                      <a:pt x="393" y="491"/>
                    </a:lnTo>
                    <a:lnTo>
                      <a:pt x="375" y="489"/>
                    </a:lnTo>
                    <a:lnTo>
                      <a:pt x="357" y="488"/>
                    </a:lnTo>
                    <a:lnTo>
                      <a:pt x="338" y="484"/>
                    </a:lnTo>
                    <a:lnTo>
                      <a:pt x="320" y="482"/>
                    </a:lnTo>
                    <a:lnTo>
                      <a:pt x="302" y="480"/>
                    </a:lnTo>
                    <a:lnTo>
                      <a:pt x="285" y="476"/>
                    </a:lnTo>
                    <a:lnTo>
                      <a:pt x="267" y="474"/>
                    </a:lnTo>
                    <a:lnTo>
                      <a:pt x="250" y="470"/>
                    </a:lnTo>
                    <a:lnTo>
                      <a:pt x="232" y="467"/>
                    </a:lnTo>
                    <a:lnTo>
                      <a:pt x="216" y="463"/>
                    </a:lnTo>
                    <a:lnTo>
                      <a:pt x="201" y="460"/>
                    </a:lnTo>
                    <a:lnTo>
                      <a:pt x="185" y="457"/>
                    </a:lnTo>
                    <a:lnTo>
                      <a:pt x="170" y="453"/>
                    </a:lnTo>
                    <a:lnTo>
                      <a:pt x="155" y="450"/>
                    </a:lnTo>
                    <a:lnTo>
                      <a:pt x="140" y="445"/>
                    </a:lnTo>
                    <a:lnTo>
                      <a:pt x="125" y="442"/>
                    </a:lnTo>
                    <a:lnTo>
                      <a:pt x="111" y="437"/>
                    </a:lnTo>
                    <a:lnTo>
                      <a:pt x="96" y="432"/>
                    </a:lnTo>
                    <a:lnTo>
                      <a:pt x="81" y="428"/>
                    </a:lnTo>
                    <a:lnTo>
                      <a:pt x="68" y="423"/>
                    </a:lnTo>
                    <a:lnTo>
                      <a:pt x="54" y="419"/>
                    </a:lnTo>
                    <a:lnTo>
                      <a:pt x="40" y="414"/>
                    </a:lnTo>
                    <a:lnTo>
                      <a:pt x="26" y="409"/>
                    </a:lnTo>
                    <a:lnTo>
                      <a:pt x="13" y="404"/>
                    </a:lnTo>
                    <a:lnTo>
                      <a:pt x="0" y="399"/>
                    </a:lnTo>
                    <a:lnTo>
                      <a:pt x="5" y="376"/>
                    </a:lnTo>
                    <a:lnTo>
                      <a:pt x="12" y="354"/>
                    </a:lnTo>
                    <a:lnTo>
                      <a:pt x="19" y="331"/>
                    </a:lnTo>
                    <a:lnTo>
                      <a:pt x="26" y="309"/>
                    </a:lnTo>
                    <a:lnTo>
                      <a:pt x="33" y="287"/>
                    </a:lnTo>
                    <a:lnTo>
                      <a:pt x="40" y="266"/>
                    </a:lnTo>
                    <a:lnTo>
                      <a:pt x="48" y="245"/>
                    </a:lnTo>
                    <a:lnTo>
                      <a:pt x="56" y="224"/>
                    </a:lnTo>
                    <a:lnTo>
                      <a:pt x="68" y="194"/>
                    </a:lnTo>
                    <a:lnTo>
                      <a:pt x="80" y="164"/>
                    </a:lnTo>
                    <a:lnTo>
                      <a:pt x="93" y="135"/>
                    </a:lnTo>
                    <a:lnTo>
                      <a:pt x="107" y="108"/>
                    </a:lnTo>
                    <a:lnTo>
                      <a:pt x="121" y="80"/>
                    </a:lnTo>
                    <a:lnTo>
                      <a:pt x="134" y="52"/>
                    </a:lnTo>
                    <a:lnTo>
                      <a:pt x="149" y="26"/>
                    </a:lnTo>
                    <a:lnTo>
                      <a:pt x="164" y="0"/>
                    </a:lnTo>
                    <a:lnTo>
                      <a:pt x="183" y="6"/>
                    </a:lnTo>
                    <a:lnTo>
                      <a:pt x="200" y="12"/>
                    </a:lnTo>
                    <a:lnTo>
                      <a:pt x="218" y="18"/>
                    </a:lnTo>
                    <a:lnTo>
                      <a:pt x="238" y="24"/>
                    </a:lnTo>
                    <a:lnTo>
                      <a:pt x="256" y="28"/>
                    </a:lnTo>
                    <a:lnTo>
                      <a:pt x="276" y="34"/>
                    </a:lnTo>
                    <a:lnTo>
                      <a:pt x="296" y="37"/>
                    </a:lnTo>
                    <a:lnTo>
                      <a:pt x="315" y="42"/>
                    </a:lnTo>
                    <a:lnTo>
                      <a:pt x="328" y="44"/>
                    </a:lnTo>
                    <a:lnTo>
                      <a:pt x="340" y="47"/>
                    </a:lnTo>
                    <a:lnTo>
                      <a:pt x="352" y="49"/>
                    </a:lnTo>
                    <a:lnTo>
                      <a:pt x="365" y="51"/>
                    </a:lnTo>
                    <a:lnTo>
                      <a:pt x="379" y="52"/>
                    </a:lnTo>
                    <a:lnTo>
                      <a:pt x="391" y="55"/>
                    </a:lnTo>
                    <a:lnTo>
                      <a:pt x="404" y="57"/>
                    </a:lnTo>
                    <a:lnTo>
                      <a:pt x="417" y="58"/>
                    </a:lnTo>
                    <a:lnTo>
                      <a:pt x="430" y="59"/>
                    </a:lnTo>
                    <a:lnTo>
                      <a:pt x="443" y="62"/>
                    </a:lnTo>
                    <a:lnTo>
                      <a:pt x="457" y="63"/>
                    </a:lnTo>
                    <a:lnTo>
                      <a:pt x="471" y="64"/>
                    </a:lnTo>
                    <a:lnTo>
                      <a:pt x="483" y="65"/>
                    </a:lnTo>
                    <a:lnTo>
                      <a:pt x="497" y="66"/>
                    </a:lnTo>
                    <a:lnTo>
                      <a:pt x="511" y="66"/>
                    </a:lnTo>
                    <a:lnTo>
                      <a:pt x="525" y="67"/>
                    </a:lnTo>
                    <a:lnTo>
                      <a:pt x="525" y="283"/>
                    </a:lnTo>
                    <a:close/>
                  </a:path>
                </a:pathLst>
              </a:custGeom>
              <a:grpFill/>
              <a:ln w="9525">
                <a:noFill/>
                <a:round/>
                <a:headEnd/>
                <a:tailEnd/>
              </a:ln>
            </p:spPr>
            <p:txBody>
              <a:bodyPr/>
              <a:lstStyle/>
              <a:p>
                <a:pPr algn="ctr">
                  <a:defRPr/>
                </a:pPr>
                <a:endParaRPr lang="en-US" sz="900" dirty="0"/>
              </a:p>
            </p:txBody>
          </p:sp>
          <p:sp>
            <p:nvSpPr>
              <p:cNvPr id="60" name="Freeform 59"/>
              <p:cNvSpPr>
                <a:spLocks/>
              </p:cNvSpPr>
              <p:nvPr/>
            </p:nvSpPr>
            <p:spPr bwMode="auto">
              <a:xfrm>
                <a:off x="2904" y="2342"/>
                <a:ext cx="281" cy="236"/>
              </a:xfrm>
              <a:custGeom>
                <a:avLst/>
                <a:gdLst/>
                <a:ahLst/>
                <a:cxnLst>
                  <a:cxn ang="0">
                    <a:pos x="0" y="336"/>
                  </a:cxn>
                  <a:cxn ang="0">
                    <a:pos x="0" y="110"/>
                  </a:cxn>
                  <a:cxn ang="0">
                    <a:pos x="38" y="109"/>
                  </a:cxn>
                  <a:cxn ang="0">
                    <a:pos x="76" y="105"/>
                  </a:cxn>
                  <a:cxn ang="0">
                    <a:pos x="113" y="103"/>
                  </a:cxn>
                  <a:cxn ang="0">
                    <a:pos x="150" y="98"/>
                  </a:cxn>
                  <a:cxn ang="0">
                    <a:pos x="187" y="94"/>
                  </a:cxn>
                  <a:cxn ang="0">
                    <a:pos x="223" y="89"/>
                  </a:cxn>
                  <a:cxn ang="0">
                    <a:pos x="258" y="83"/>
                  </a:cxn>
                  <a:cxn ang="0">
                    <a:pos x="294" y="76"/>
                  </a:cxn>
                  <a:cxn ang="0">
                    <a:pos x="330" y="70"/>
                  </a:cxn>
                  <a:cxn ang="0">
                    <a:pos x="364" y="62"/>
                  </a:cxn>
                  <a:cxn ang="0">
                    <a:pos x="398" y="52"/>
                  </a:cxn>
                  <a:cxn ang="0">
                    <a:pos x="431" y="43"/>
                  </a:cxn>
                  <a:cxn ang="0">
                    <a:pos x="465" y="34"/>
                  </a:cxn>
                  <a:cxn ang="0">
                    <a:pos x="498" y="24"/>
                  </a:cxn>
                  <a:cxn ang="0">
                    <a:pos x="530" y="12"/>
                  </a:cxn>
                  <a:cxn ang="0">
                    <a:pos x="561" y="0"/>
                  </a:cxn>
                  <a:cxn ang="0">
                    <a:pos x="558" y="29"/>
                  </a:cxn>
                  <a:cxn ang="0">
                    <a:pos x="553" y="57"/>
                  </a:cxn>
                  <a:cxn ang="0">
                    <a:pos x="550" y="83"/>
                  </a:cxn>
                  <a:cxn ang="0">
                    <a:pos x="545" y="111"/>
                  </a:cxn>
                  <a:cxn ang="0">
                    <a:pos x="541" y="138"/>
                  </a:cxn>
                  <a:cxn ang="0">
                    <a:pos x="536" y="164"/>
                  </a:cxn>
                  <a:cxn ang="0">
                    <a:pos x="530" y="189"/>
                  </a:cxn>
                  <a:cxn ang="0">
                    <a:pos x="523" y="216"/>
                  </a:cxn>
                  <a:cxn ang="0">
                    <a:pos x="518" y="238"/>
                  </a:cxn>
                  <a:cxn ang="0">
                    <a:pos x="511" y="260"/>
                  </a:cxn>
                  <a:cxn ang="0">
                    <a:pos x="504" y="281"/>
                  </a:cxn>
                  <a:cxn ang="0">
                    <a:pos x="496" y="303"/>
                  </a:cxn>
                  <a:cxn ang="0">
                    <a:pos x="488" y="325"/>
                  </a:cxn>
                  <a:cxn ang="0">
                    <a:pos x="478" y="347"/>
                  </a:cxn>
                  <a:cxn ang="0">
                    <a:pos x="468" y="370"/>
                  </a:cxn>
                  <a:cxn ang="0">
                    <a:pos x="456" y="392"/>
                  </a:cxn>
                  <a:cxn ang="0">
                    <a:pos x="430" y="400"/>
                  </a:cxn>
                  <a:cxn ang="0">
                    <a:pos x="403" y="409"/>
                  </a:cxn>
                  <a:cxn ang="0">
                    <a:pos x="377" y="416"/>
                  </a:cxn>
                  <a:cxn ang="0">
                    <a:pos x="349" y="424"/>
                  </a:cxn>
                  <a:cxn ang="0">
                    <a:pos x="322" y="431"/>
                  </a:cxn>
                  <a:cxn ang="0">
                    <a:pos x="294" y="437"/>
                  </a:cxn>
                  <a:cxn ang="0">
                    <a:pos x="265" y="443"/>
                  </a:cxn>
                  <a:cxn ang="0">
                    <a:pos x="238" y="448"/>
                  </a:cxn>
                  <a:cxn ang="0">
                    <a:pos x="209" y="453"/>
                  </a:cxn>
                  <a:cxn ang="0">
                    <a:pos x="179" y="458"/>
                  </a:cxn>
                  <a:cxn ang="0">
                    <a:pos x="150" y="462"/>
                  </a:cxn>
                  <a:cxn ang="0">
                    <a:pos x="120" y="466"/>
                  </a:cxn>
                  <a:cxn ang="0">
                    <a:pos x="91" y="468"/>
                  </a:cxn>
                  <a:cxn ang="0">
                    <a:pos x="61" y="470"/>
                  </a:cxn>
                  <a:cxn ang="0">
                    <a:pos x="30" y="473"/>
                  </a:cxn>
                  <a:cxn ang="0">
                    <a:pos x="0" y="474"/>
                  </a:cxn>
                  <a:cxn ang="0">
                    <a:pos x="0" y="336"/>
                  </a:cxn>
                </a:cxnLst>
                <a:rect l="0" t="0" r="r" b="b"/>
                <a:pathLst>
                  <a:path w="561" h="474">
                    <a:moveTo>
                      <a:pt x="0" y="336"/>
                    </a:moveTo>
                    <a:lnTo>
                      <a:pt x="0" y="110"/>
                    </a:lnTo>
                    <a:lnTo>
                      <a:pt x="38" y="109"/>
                    </a:lnTo>
                    <a:lnTo>
                      <a:pt x="76" y="105"/>
                    </a:lnTo>
                    <a:lnTo>
                      <a:pt x="113" y="103"/>
                    </a:lnTo>
                    <a:lnTo>
                      <a:pt x="150" y="98"/>
                    </a:lnTo>
                    <a:lnTo>
                      <a:pt x="187" y="94"/>
                    </a:lnTo>
                    <a:lnTo>
                      <a:pt x="223" y="89"/>
                    </a:lnTo>
                    <a:lnTo>
                      <a:pt x="258" y="83"/>
                    </a:lnTo>
                    <a:lnTo>
                      <a:pt x="294" y="76"/>
                    </a:lnTo>
                    <a:lnTo>
                      <a:pt x="330" y="70"/>
                    </a:lnTo>
                    <a:lnTo>
                      <a:pt x="364" y="62"/>
                    </a:lnTo>
                    <a:lnTo>
                      <a:pt x="398" y="52"/>
                    </a:lnTo>
                    <a:lnTo>
                      <a:pt x="431" y="43"/>
                    </a:lnTo>
                    <a:lnTo>
                      <a:pt x="465" y="34"/>
                    </a:lnTo>
                    <a:lnTo>
                      <a:pt x="498" y="24"/>
                    </a:lnTo>
                    <a:lnTo>
                      <a:pt x="530" y="12"/>
                    </a:lnTo>
                    <a:lnTo>
                      <a:pt x="561" y="0"/>
                    </a:lnTo>
                    <a:lnTo>
                      <a:pt x="558" y="29"/>
                    </a:lnTo>
                    <a:lnTo>
                      <a:pt x="553" y="57"/>
                    </a:lnTo>
                    <a:lnTo>
                      <a:pt x="550" y="83"/>
                    </a:lnTo>
                    <a:lnTo>
                      <a:pt x="545" y="111"/>
                    </a:lnTo>
                    <a:lnTo>
                      <a:pt x="541" y="138"/>
                    </a:lnTo>
                    <a:lnTo>
                      <a:pt x="536" y="164"/>
                    </a:lnTo>
                    <a:lnTo>
                      <a:pt x="530" y="189"/>
                    </a:lnTo>
                    <a:lnTo>
                      <a:pt x="523" y="216"/>
                    </a:lnTo>
                    <a:lnTo>
                      <a:pt x="518" y="238"/>
                    </a:lnTo>
                    <a:lnTo>
                      <a:pt x="511" y="260"/>
                    </a:lnTo>
                    <a:lnTo>
                      <a:pt x="504" y="281"/>
                    </a:lnTo>
                    <a:lnTo>
                      <a:pt x="496" y="303"/>
                    </a:lnTo>
                    <a:lnTo>
                      <a:pt x="488" y="325"/>
                    </a:lnTo>
                    <a:lnTo>
                      <a:pt x="478" y="347"/>
                    </a:lnTo>
                    <a:lnTo>
                      <a:pt x="468" y="370"/>
                    </a:lnTo>
                    <a:lnTo>
                      <a:pt x="456" y="392"/>
                    </a:lnTo>
                    <a:lnTo>
                      <a:pt x="430" y="400"/>
                    </a:lnTo>
                    <a:lnTo>
                      <a:pt x="403" y="409"/>
                    </a:lnTo>
                    <a:lnTo>
                      <a:pt x="377" y="416"/>
                    </a:lnTo>
                    <a:lnTo>
                      <a:pt x="349" y="424"/>
                    </a:lnTo>
                    <a:lnTo>
                      <a:pt x="322" y="431"/>
                    </a:lnTo>
                    <a:lnTo>
                      <a:pt x="294" y="437"/>
                    </a:lnTo>
                    <a:lnTo>
                      <a:pt x="265" y="443"/>
                    </a:lnTo>
                    <a:lnTo>
                      <a:pt x="238" y="448"/>
                    </a:lnTo>
                    <a:lnTo>
                      <a:pt x="209" y="453"/>
                    </a:lnTo>
                    <a:lnTo>
                      <a:pt x="179" y="458"/>
                    </a:lnTo>
                    <a:lnTo>
                      <a:pt x="150" y="462"/>
                    </a:lnTo>
                    <a:lnTo>
                      <a:pt x="120" y="466"/>
                    </a:lnTo>
                    <a:lnTo>
                      <a:pt x="91" y="468"/>
                    </a:lnTo>
                    <a:lnTo>
                      <a:pt x="61" y="470"/>
                    </a:lnTo>
                    <a:lnTo>
                      <a:pt x="30" y="473"/>
                    </a:lnTo>
                    <a:lnTo>
                      <a:pt x="0" y="474"/>
                    </a:lnTo>
                    <a:lnTo>
                      <a:pt x="0" y="336"/>
                    </a:lnTo>
                    <a:close/>
                  </a:path>
                </a:pathLst>
              </a:custGeom>
              <a:grpFill/>
              <a:ln w="9525">
                <a:noFill/>
                <a:round/>
                <a:headEnd/>
                <a:tailEnd/>
              </a:ln>
            </p:spPr>
            <p:txBody>
              <a:bodyPr/>
              <a:lstStyle/>
              <a:p>
                <a:pPr algn="ctr">
                  <a:defRPr/>
                </a:pPr>
                <a:endParaRPr lang="en-US" sz="900" dirty="0"/>
              </a:p>
            </p:txBody>
          </p:sp>
          <p:sp>
            <p:nvSpPr>
              <p:cNvPr id="61" name="Freeform 60"/>
              <p:cNvSpPr>
                <a:spLocks/>
              </p:cNvSpPr>
              <p:nvPr/>
            </p:nvSpPr>
            <p:spPr bwMode="auto">
              <a:xfrm>
                <a:off x="3136" y="1704"/>
                <a:ext cx="216" cy="286"/>
              </a:xfrm>
              <a:custGeom>
                <a:avLst/>
                <a:gdLst/>
                <a:ahLst/>
                <a:cxnLst>
                  <a:cxn ang="0">
                    <a:pos x="210" y="11"/>
                  </a:cxn>
                  <a:cxn ang="0">
                    <a:pos x="241" y="35"/>
                  </a:cxn>
                  <a:cxn ang="0">
                    <a:pos x="272" y="64"/>
                  </a:cxn>
                  <a:cxn ang="0">
                    <a:pos x="303" y="95"/>
                  </a:cxn>
                  <a:cxn ang="0">
                    <a:pos x="333" y="128"/>
                  </a:cxn>
                  <a:cxn ang="0">
                    <a:pos x="363" y="162"/>
                  </a:cxn>
                  <a:cxn ang="0">
                    <a:pos x="392" y="198"/>
                  </a:cxn>
                  <a:cxn ang="0">
                    <a:pos x="420" y="233"/>
                  </a:cxn>
                  <a:cxn ang="0">
                    <a:pos x="431" y="274"/>
                  </a:cxn>
                  <a:cxn ang="0">
                    <a:pos x="421" y="319"/>
                  </a:cxn>
                  <a:cxn ang="0">
                    <a:pos x="403" y="362"/>
                  </a:cxn>
                  <a:cxn ang="0">
                    <a:pos x="376" y="404"/>
                  </a:cxn>
                  <a:cxn ang="0">
                    <a:pos x="342" y="444"/>
                  </a:cxn>
                  <a:cxn ang="0">
                    <a:pos x="300" y="483"/>
                  </a:cxn>
                  <a:cxn ang="0">
                    <a:pos x="251" y="520"/>
                  </a:cxn>
                  <a:cxn ang="0">
                    <a:pos x="196" y="555"/>
                  </a:cxn>
                  <a:cxn ang="0">
                    <a:pos x="157" y="539"/>
                  </a:cxn>
                  <a:cxn ang="0">
                    <a:pos x="136" y="475"/>
                  </a:cxn>
                  <a:cxn ang="0">
                    <a:pos x="113" y="413"/>
                  </a:cxn>
                  <a:cxn ang="0">
                    <a:pos x="89" y="353"/>
                  </a:cxn>
                  <a:cxn ang="0">
                    <a:pos x="67" y="304"/>
                  </a:cxn>
                  <a:cxn ang="0">
                    <a:pos x="49" y="266"/>
                  </a:cxn>
                  <a:cxn ang="0">
                    <a:pos x="30" y="228"/>
                  </a:cxn>
                  <a:cxn ang="0">
                    <a:pos x="11" y="192"/>
                  </a:cxn>
                  <a:cxn ang="0">
                    <a:pos x="17" y="164"/>
                  </a:cxn>
                  <a:cxn ang="0">
                    <a:pos x="49" y="146"/>
                  </a:cxn>
                  <a:cxn ang="0">
                    <a:pos x="78" y="126"/>
                  </a:cxn>
                  <a:cxn ang="0">
                    <a:pos x="105" y="106"/>
                  </a:cxn>
                  <a:cxn ang="0">
                    <a:pos x="129" y="84"/>
                  </a:cxn>
                  <a:cxn ang="0">
                    <a:pos x="151" y="61"/>
                  </a:cxn>
                  <a:cxn ang="0">
                    <a:pos x="171" y="37"/>
                  </a:cxn>
                  <a:cxn ang="0">
                    <a:pos x="188" y="12"/>
                  </a:cxn>
                </a:cxnLst>
                <a:rect l="0" t="0" r="r" b="b"/>
                <a:pathLst>
                  <a:path w="432" h="571">
                    <a:moveTo>
                      <a:pt x="195" y="0"/>
                    </a:moveTo>
                    <a:lnTo>
                      <a:pt x="210" y="11"/>
                    </a:lnTo>
                    <a:lnTo>
                      <a:pt x="225" y="23"/>
                    </a:lnTo>
                    <a:lnTo>
                      <a:pt x="241" y="35"/>
                    </a:lnTo>
                    <a:lnTo>
                      <a:pt x="256" y="49"/>
                    </a:lnTo>
                    <a:lnTo>
                      <a:pt x="272" y="64"/>
                    </a:lnTo>
                    <a:lnTo>
                      <a:pt x="287" y="79"/>
                    </a:lnTo>
                    <a:lnTo>
                      <a:pt x="303" y="95"/>
                    </a:lnTo>
                    <a:lnTo>
                      <a:pt x="318" y="111"/>
                    </a:lnTo>
                    <a:lnTo>
                      <a:pt x="333" y="128"/>
                    </a:lnTo>
                    <a:lnTo>
                      <a:pt x="349" y="145"/>
                    </a:lnTo>
                    <a:lnTo>
                      <a:pt x="363" y="162"/>
                    </a:lnTo>
                    <a:lnTo>
                      <a:pt x="378" y="179"/>
                    </a:lnTo>
                    <a:lnTo>
                      <a:pt x="392" y="198"/>
                    </a:lnTo>
                    <a:lnTo>
                      <a:pt x="406" y="215"/>
                    </a:lnTo>
                    <a:lnTo>
                      <a:pt x="420" y="233"/>
                    </a:lnTo>
                    <a:lnTo>
                      <a:pt x="432" y="251"/>
                    </a:lnTo>
                    <a:lnTo>
                      <a:pt x="431" y="274"/>
                    </a:lnTo>
                    <a:lnTo>
                      <a:pt x="428" y="296"/>
                    </a:lnTo>
                    <a:lnTo>
                      <a:pt x="421" y="319"/>
                    </a:lnTo>
                    <a:lnTo>
                      <a:pt x="413" y="341"/>
                    </a:lnTo>
                    <a:lnTo>
                      <a:pt x="403" y="362"/>
                    </a:lnTo>
                    <a:lnTo>
                      <a:pt x="391" y="383"/>
                    </a:lnTo>
                    <a:lnTo>
                      <a:pt x="376" y="404"/>
                    </a:lnTo>
                    <a:lnTo>
                      <a:pt x="360" y="425"/>
                    </a:lnTo>
                    <a:lnTo>
                      <a:pt x="342" y="444"/>
                    </a:lnTo>
                    <a:lnTo>
                      <a:pt x="322" y="464"/>
                    </a:lnTo>
                    <a:lnTo>
                      <a:pt x="300" y="483"/>
                    </a:lnTo>
                    <a:lnTo>
                      <a:pt x="277" y="502"/>
                    </a:lnTo>
                    <a:lnTo>
                      <a:pt x="251" y="520"/>
                    </a:lnTo>
                    <a:lnTo>
                      <a:pt x="225" y="537"/>
                    </a:lnTo>
                    <a:lnTo>
                      <a:pt x="196" y="555"/>
                    </a:lnTo>
                    <a:lnTo>
                      <a:pt x="166" y="571"/>
                    </a:lnTo>
                    <a:lnTo>
                      <a:pt x="157" y="539"/>
                    </a:lnTo>
                    <a:lnTo>
                      <a:pt x="147" y="506"/>
                    </a:lnTo>
                    <a:lnTo>
                      <a:pt x="136" y="475"/>
                    </a:lnTo>
                    <a:lnTo>
                      <a:pt x="125" y="443"/>
                    </a:lnTo>
                    <a:lnTo>
                      <a:pt x="113" y="413"/>
                    </a:lnTo>
                    <a:lnTo>
                      <a:pt x="102" y="383"/>
                    </a:lnTo>
                    <a:lnTo>
                      <a:pt x="89" y="353"/>
                    </a:lnTo>
                    <a:lnTo>
                      <a:pt x="76" y="323"/>
                    </a:lnTo>
                    <a:lnTo>
                      <a:pt x="67" y="304"/>
                    </a:lnTo>
                    <a:lnTo>
                      <a:pt x="58" y="284"/>
                    </a:lnTo>
                    <a:lnTo>
                      <a:pt x="49" y="266"/>
                    </a:lnTo>
                    <a:lnTo>
                      <a:pt x="40" y="246"/>
                    </a:lnTo>
                    <a:lnTo>
                      <a:pt x="30" y="228"/>
                    </a:lnTo>
                    <a:lnTo>
                      <a:pt x="20" y="209"/>
                    </a:lnTo>
                    <a:lnTo>
                      <a:pt x="11" y="192"/>
                    </a:lnTo>
                    <a:lnTo>
                      <a:pt x="0" y="174"/>
                    </a:lnTo>
                    <a:lnTo>
                      <a:pt x="17" y="164"/>
                    </a:lnTo>
                    <a:lnTo>
                      <a:pt x="33" y="155"/>
                    </a:lnTo>
                    <a:lnTo>
                      <a:pt x="49" y="146"/>
                    </a:lnTo>
                    <a:lnTo>
                      <a:pt x="64" y="136"/>
                    </a:lnTo>
                    <a:lnTo>
                      <a:pt x="78" y="126"/>
                    </a:lnTo>
                    <a:lnTo>
                      <a:pt x="91" y="116"/>
                    </a:lnTo>
                    <a:lnTo>
                      <a:pt x="105" y="106"/>
                    </a:lnTo>
                    <a:lnTo>
                      <a:pt x="118" y="94"/>
                    </a:lnTo>
                    <a:lnTo>
                      <a:pt x="129" y="84"/>
                    </a:lnTo>
                    <a:lnTo>
                      <a:pt x="141" y="72"/>
                    </a:lnTo>
                    <a:lnTo>
                      <a:pt x="151" y="61"/>
                    </a:lnTo>
                    <a:lnTo>
                      <a:pt x="162" y="49"/>
                    </a:lnTo>
                    <a:lnTo>
                      <a:pt x="171" y="37"/>
                    </a:lnTo>
                    <a:lnTo>
                      <a:pt x="180" y="25"/>
                    </a:lnTo>
                    <a:lnTo>
                      <a:pt x="188" y="12"/>
                    </a:lnTo>
                    <a:lnTo>
                      <a:pt x="195" y="0"/>
                    </a:lnTo>
                    <a:close/>
                  </a:path>
                </a:pathLst>
              </a:custGeom>
              <a:grpFill/>
              <a:ln w="9525">
                <a:noFill/>
                <a:round/>
                <a:headEnd/>
                <a:tailEnd/>
              </a:ln>
            </p:spPr>
            <p:txBody>
              <a:bodyPr/>
              <a:lstStyle/>
              <a:p>
                <a:pPr algn="ctr">
                  <a:defRPr/>
                </a:pPr>
                <a:endParaRPr lang="en-US" sz="900" dirty="0"/>
              </a:p>
            </p:txBody>
          </p:sp>
          <p:sp>
            <p:nvSpPr>
              <p:cNvPr id="62" name="Freeform 61"/>
              <p:cNvSpPr>
                <a:spLocks/>
              </p:cNvSpPr>
              <p:nvPr/>
            </p:nvSpPr>
            <p:spPr bwMode="auto">
              <a:xfrm>
                <a:off x="3003" y="1595"/>
                <a:ext cx="184" cy="149"/>
              </a:xfrm>
              <a:custGeom>
                <a:avLst/>
                <a:gdLst/>
                <a:ahLst/>
                <a:cxnLst>
                  <a:cxn ang="0">
                    <a:pos x="4" y="0"/>
                  </a:cxn>
                  <a:cxn ang="0">
                    <a:pos x="22" y="3"/>
                  </a:cxn>
                  <a:cxn ang="0">
                    <a:pos x="42" y="7"/>
                  </a:cxn>
                  <a:cxn ang="0">
                    <a:pos x="63" y="10"/>
                  </a:cxn>
                  <a:cxn ang="0">
                    <a:pos x="83" y="16"/>
                  </a:cxn>
                  <a:cxn ang="0">
                    <a:pos x="105" y="22"/>
                  </a:cxn>
                  <a:cxn ang="0">
                    <a:pos x="128" y="28"/>
                  </a:cxn>
                  <a:cxn ang="0">
                    <a:pos x="151" y="36"/>
                  </a:cxn>
                  <a:cxn ang="0">
                    <a:pos x="174" y="44"/>
                  </a:cxn>
                  <a:cxn ang="0">
                    <a:pos x="199" y="54"/>
                  </a:cxn>
                  <a:cxn ang="0">
                    <a:pos x="223" y="64"/>
                  </a:cxn>
                  <a:cxn ang="0">
                    <a:pos x="247" y="76"/>
                  </a:cxn>
                  <a:cxn ang="0">
                    <a:pos x="271" y="89"/>
                  </a:cxn>
                  <a:cxn ang="0">
                    <a:pos x="295" y="102"/>
                  </a:cxn>
                  <a:cxn ang="0">
                    <a:pos x="321" y="118"/>
                  </a:cxn>
                  <a:cxn ang="0">
                    <a:pos x="344" y="135"/>
                  </a:cxn>
                  <a:cxn ang="0">
                    <a:pos x="368" y="153"/>
                  </a:cxn>
                  <a:cxn ang="0">
                    <a:pos x="359" y="173"/>
                  </a:cxn>
                  <a:cxn ang="0">
                    <a:pos x="345" y="192"/>
                  </a:cxn>
                  <a:cxn ang="0">
                    <a:pos x="330" y="211"/>
                  </a:cxn>
                  <a:cxn ang="0">
                    <a:pos x="311" y="229"/>
                  </a:cxn>
                  <a:cxn ang="0">
                    <a:pos x="290" y="247"/>
                  </a:cxn>
                  <a:cxn ang="0">
                    <a:pos x="265" y="265"/>
                  </a:cxn>
                  <a:cxn ang="0">
                    <a:pos x="239" y="282"/>
                  </a:cxn>
                  <a:cxn ang="0">
                    <a:pos x="209" y="298"/>
                  </a:cxn>
                  <a:cxn ang="0">
                    <a:pos x="193" y="272"/>
                  </a:cxn>
                  <a:cxn ang="0">
                    <a:pos x="178" y="246"/>
                  </a:cxn>
                  <a:cxn ang="0">
                    <a:pos x="161" y="222"/>
                  </a:cxn>
                  <a:cxn ang="0">
                    <a:pos x="144" y="199"/>
                  </a:cxn>
                  <a:cxn ang="0">
                    <a:pos x="128" y="178"/>
                  </a:cxn>
                  <a:cxn ang="0">
                    <a:pos x="112" y="159"/>
                  </a:cxn>
                  <a:cxn ang="0">
                    <a:pos x="96" y="140"/>
                  </a:cxn>
                  <a:cxn ang="0">
                    <a:pos x="80" y="123"/>
                  </a:cxn>
                  <a:cxn ang="0">
                    <a:pos x="70" y="113"/>
                  </a:cxn>
                  <a:cxn ang="0">
                    <a:pos x="59" y="102"/>
                  </a:cxn>
                  <a:cxn ang="0">
                    <a:pos x="49" y="92"/>
                  </a:cxn>
                  <a:cxn ang="0">
                    <a:pos x="38" y="83"/>
                  </a:cxn>
                  <a:cxn ang="0">
                    <a:pos x="29" y="75"/>
                  </a:cxn>
                  <a:cxn ang="0">
                    <a:pos x="19" y="67"/>
                  </a:cxn>
                  <a:cxn ang="0">
                    <a:pos x="10" y="59"/>
                  </a:cxn>
                  <a:cxn ang="0">
                    <a:pos x="0" y="52"/>
                  </a:cxn>
                  <a:cxn ang="0">
                    <a:pos x="4" y="45"/>
                  </a:cxn>
                  <a:cxn ang="0">
                    <a:pos x="7" y="38"/>
                  </a:cxn>
                  <a:cxn ang="0">
                    <a:pos x="9" y="31"/>
                  </a:cxn>
                  <a:cxn ang="0">
                    <a:pos x="10" y="23"/>
                  </a:cxn>
                  <a:cxn ang="0">
                    <a:pos x="10" y="17"/>
                  </a:cxn>
                  <a:cxn ang="0">
                    <a:pos x="9" y="11"/>
                  </a:cxn>
                  <a:cxn ang="0">
                    <a:pos x="6" y="6"/>
                  </a:cxn>
                  <a:cxn ang="0">
                    <a:pos x="4" y="0"/>
                  </a:cxn>
                </a:cxnLst>
                <a:rect l="0" t="0" r="r" b="b"/>
                <a:pathLst>
                  <a:path w="368" h="298">
                    <a:moveTo>
                      <a:pt x="4" y="0"/>
                    </a:moveTo>
                    <a:lnTo>
                      <a:pt x="22" y="3"/>
                    </a:lnTo>
                    <a:lnTo>
                      <a:pt x="42" y="7"/>
                    </a:lnTo>
                    <a:lnTo>
                      <a:pt x="63" y="10"/>
                    </a:lnTo>
                    <a:lnTo>
                      <a:pt x="83" y="16"/>
                    </a:lnTo>
                    <a:lnTo>
                      <a:pt x="105" y="22"/>
                    </a:lnTo>
                    <a:lnTo>
                      <a:pt x="128" y="28"/>
                    </a:lnTo>
                    <a:lnTo>
                      <a:pt x="151" y="36"/>
                    </a:lnTo>
                    <a:lnTo>
                      <a:pt x="174" y="44"/>
                    </a:lnTo>
                    <a:lnTo>
                      <a:pt x="199" y="54"/>
                    </a:lnTo>
                    <a:lnTo>
                      <a:pt x="223" y="64"/>
                    </a:lnTo>
                    <a:lnTo>
                      <a:pt x="247" y="76"/>
                    </a:lnTo>
                    <a:lnTo>
                      <a:pt x="271" y="89"/>
                    </a:lnTo>
                    <a:lnTo>
                      <a:pt x="295" y="102"/>
                    </a:lnTo>
                    <a:lnTo>
                      <a:pt x="321" y="118"/>
                    </a:lnTo>
                    <a:lnTo>
                      <a:pt x="344" y="135"/>
                    </a:lnTo>
                    <a:lnTo>
                      <a:pt x="368" y="153"/>
                    </a:lnTo>
                    <a:lnTo>
                      <a:pt x="359" y="173"/>
                    </a:lnTo>
                    <a:lnTo>
                      <a:pt x="345" y="192"/>
                    </a:lnTo>
                    <a:lnTo>
                      <a:pt x="330" y="211"/>
                    </a:lnTo>
                    <a:lnTo>
                      <a:pt x="311" y="229"/>
                    </a:lnTo>
                    <a:lnTo>
                      <a:pt x="290" y="247"/>
                    </a:lnTo>
                    <a:lnTo>
                      <a:pt x="265" y="265"/>
                    </a:lnTo>
                    <a:lnTo>
                      <a:pt x="239" y="282"/>
                    </a:lnTo>
                    <a:lnTo>
                      <a:pt x="209" y="298"/>
                    </a:lnTo>
                    <a:lnTo>
                      <a:pt x="193" y="272"/>
                    </a:lnTo>
                    <a:lnTo>
                      <a:pt x="178" y="246"/>
                    </a:lnTo>
                    <a:lnTo>
                      <a:pt x="161" y="222"/>
                    </a:lnTo>
                    <a:lnTo>
                      <a:pt x="144" y="199"/>
                    </a:lnTo>
                    <a:lnTo>
                      <a:pt x="128" y="178"/>
                    </a:lnTo>
                    <a:lnTo>
                      <a:pt x="112" y="159"/>
                    </a:lnTo>
                    <a:lnTo>
                      <a:pt x="96" y="140"/>
                    </a:lnTo>
                    <a:lnTo>
                      <a:pt x="80" y="123"/>
                    </a:lnTo>
                    <a:lnTo>
                      <a:pt x="70" y="113"/>
                    </a:lnTo>
                    <a:lnTo>
                      <a:pt x="59" y="102"/>
                    </a:lnTo>
                    <a:lnTo>
                      <a:pt x="49" y="92"/>
                    </a:lnTo>
                    <a:lnTo>
                      <a:pt x="38" y="83"/>
                    </a:lnTo>
                    <a:lnTo>
                      <a:pt x="29" y="75"/>
                    </a:lnTo>
                    <a:lnTo>
                      <a:pt x="19" y="67"/>
                    </a:lnTo>
                    <a:lnTo>
                      <a:pt x="10" y="59"/>
                    </a:lnTo>
                    <a:lnTo>
                      <a:pt x="0" y="52"/>
                    </a:lnTo>
                    <a:lnTo>
                      <a:pt x="4" y="45"/>
                    </a:lnTo>
                    <a:lnTo>
                      <a:pt x="7" y="38"/>
                    </a:lnTo>
                    <a:lnTo>
                      <a:pt x="9" y="31"/>
                    </a:lnTo>
                    <a:lnTo>
                      <a:pt x="10" y="23"/>
                    </a:lnTo>
                    <a:lnTo>
                      <a:pt x="10" y="17"/>
                    </a:lnTo>
                    <a:lnTo>
                      <a:pt x="9" y="11"/>
                    </a:lnTo>
                    <a:lnTo>
                      <a:pt x="6" y="6"/>
                    </a:lnTo>
                    <a:lnTo>
                      <a:pt x="4" y="0"/>
                    </a:lnTo>
                    <a:close/>
                  </a:path>
                </a:pathLst>
              </a:custGeom>
              <a:grpFill/>
              <a:ln w="9525">
                <a:noFill/>
                <a:round/>
                <a:headEnd/>
                <a:tailEnd/>
              </a:ln>
            </p:spPr>
            <p:txBody>
              <a:bodyPr/>
              <a:lstStyle/>
              <a:p>
                <a:pPr algn="ctr">
                  <a:defRPr/>
                </a:pPr>
                <a:endParaRPr lang="en-US" sz="900" dirty="0"/>
              </a:p>
            </p:txBody>
          </p:sp>
          <p:sp>
            <p:nvSpPr>
              <p:cNvPr id="63" name="Freeform 62"/>
              <p:cNvSpPr>
                <a:spLocks/>
              </p:cNvSpPr>
              <p:nvPr/>
            </p:nvSpPr>
            <p:spPr bwMode="auto">
              <a:xfrm>
                <a:off x="2904" y="1650"/>
                <a:ext cx="149" cy="141"/>
              </a:xfrm>
              <a:custGeom>
                <a:avLst/>
                <a:gdLst/>
                <a:ahLst/>
                <a:cxnLst>
                  <a:cxn ang="0">
                    <a:pos x="230" y="122"/>
                  </a:cxn>
                  <a:cxn ang="0">
                    <a:pos x="240" y="135"/>
                  </a:cxn>
                  <a:cxn ang="0">
                    <a:pos x="249" y="148"/>
                  </a:cxn>
                  <a:cxn ang="0">
                    <a:pos x="258" y="162"/>
                  </a:cxn>
                  <a:cxn ang="0">
                    <a:pos x="268" y="175"/>
                  </a:cxn>
                  <a:cxn ang="0">
                    <a:pos x="276" y="189"/>
                  </a:cxn>
                  <a:cxn ang="0">
                    <a:pos x="284" y="203"/>
                  </a:cxn>
                  <a:cxn ang="0">
                    <a:pos x="292" y="218"/>
                  </a:cxn>
                  <a:cxn ang="0">
                    <a:pos x="299" y="232"/>
                  </a:cxn>
                  <a:cxn ang="0">
                    <a:pos x="283" y="237"/>
                  </a:cxn>
                  <a:cxn ang="0">
                    <a:pos x="266" y="242"/>
                  </a:cxn>
                  <a:cxn ang="0">
                    <a:pos x="249" y="247"/>
                  </a:cxn>
                  <a:cxn ang="0">
                    <a:pos x="233" y="250"/>
                  </a:cxn>
                  <a:cxn ang="0">
                    <a:pos x="215" y="255"/>
                  </a:cxn>
                  <a:cxn ang="0">
                    <a:pos x="197" y="258"/>
                  </a:cxn>
                  <a:cxn ang="0">
                    <a:pos x="179" y="263"/>
                  </a:cxn>
                  <a:cxn ang="0">
                    <a:pos x="160" y="265"/>
                  </a:cxn>
                  <a:cxn ang="0">
                    <a:pos x="141" y="269"/>
                  </a:cxn>
                  <a:cxn ang="0">
                    <a:pos x="122" y="272"/>
                  </a:cxn>
                  <a:cxn ang="0">
                    <a:pos x="103" y="275"/>
                  </a:cxn>
                  <a:cxn ang="0">
                    <a:pos x="83" y="277"/>
                  </a:cxn>
                  <a:cxn ang="0">
                    <a:pos x="63" y="279"/>
                  </a:cxn>
                  <a:cxn ang="0">
                    <a:pos x="42" y="280"/>
                  </a:cxn>
                  <a:cxn ang="0">
                    <a:pos x="21" y="281"/>
                  </a:cxn>
                  <a:cxn ang="0">
                    <a:pos x="0" y="283"/>
                  </a:cxn>
                  <a:cxn ang="0">
                    <a:pos x="0" y="104"/>
                  </a:cxn>
                  <a:cxn ang="0">
                    <a:pos x="0" y="21"/>
                  </a:cxn>
                  <a:cxn ang="0">
                    <a:pos x="7" y="21"/>
                  </a:cxn>
                  <a:cxn ang="0">
                    <a:pos x="13" y="20"/>
                  </a:cxn>
                  <a:cxn ang="0">
                    <a:pos x="20" y="20"/>
                  </a:cxn>
                  <a:cxn ang="0">
                    <a:pos x="26" y="19"/>
                  </a:cxn>
                  <a:cxn ang="0">
                    <a:pos x="33" y="18"/>
                  </a:cxn>
                  <a:cxn ang="0">
                    <a:pos x="38" y="17"/>
                  </a:cxn>
                  <a:cxn ang="0">
                    <a:pos x="44" y="17"/>
                  </a:cxn>
                  <a:cxn ang="0">
                    <a:pos x="50" y="15"/>
                  </a:cxn>
                  <a:cxn ang="0">
                    <a:pos x="58" y="13"/>
                  </a:cxn>
                  <a:cxn ang="0">
                    <a:pos x="66" y="12"/>
                  </a:cxn>
                  <a:cxn ang="0">
                    <a:pos x="74" y="10"/>
                  </a:cxn>
                  <a:cxn ang="0">
                    <a:pos x="81" y="8"/>
                  </a:cxn>
                  <a:cxn ang="0">
                    <a:pos x="88" y="6"/>
                  </a:cxn>
                  <a:cxn ang="0">
                    <a:pos x="95" y="5"/>
                  </a:cxn>
                  <a:cxn ang="0">
                    <a:pos x="102" y="3"/>
                  </a:cxn>
                  <a:cxn ang="0">
                    <a:pos x="109" y="0"/>
                  </a:cxn>
                  <a:cxn ang="0">
                    <a:pos x="125" y="13"/>
                  </a:cxn>
                  <a:cxn ang="0">
                    <a:pos x="141" y="27"/>
                  </a:cxn>
                  <a:cxn ang="0">
                    <a:pos x="156" y="41"/>
                  </a:cxn>
                  <a:cxn ang="0">
                    <a:pos x="171" y="56"/>
                  </a:cxn>
                  <a:cxn ang="0">
                    <a:pos x="186" y="72"/>
                  </a:cxn>
                  <a:cxn ang="0">
                    <a:pos x="201" y="88"/>
                  </a:cxn>
                  <a:cxn ang="0">
                    <a:pos x="216" y="105"/>
                  </a:cxn>
                  <a:cxn ang="0">
                    <a:pos x="230" y="122"/>
                  </a:cxn>
                </a:cxnLst>
                <a:rect l="0" t="0" r="r" b="b"/>
                <a:pathLst>
                  <a:path w="299" h="283">
                    <a:moveTo>
                      <a:pt x="230" y="122"/>
                    </a:moveTo>
                    <a:lnTo>
                      <a:pt x="240" y="135"/>
                    </a:lnTo>
                    <a:lnTo>
                      <a:pt x="249" y="148"/>
                    </a:lnTo>
                    <a:lnTo>
                      <a:pt x="258" y="162"/>
                    </a:lnTo>
                    <a:lnTo>
                      <a:pt x="268" y="175"/>
                    </a:lnTo>
                    <a:lnTo>
                      <a:pt x="276" y="189"/>
                    </a:lnTo>
                    <a:lnTo>
                      <a:pt x="284" y="203"/>
                    </a:lnTo>
                    <a:lnTo>
                      <a:pt x="292" y="218"/>
                    </a:lnTo>
                    <a:lnTo>
                      <a:pt x="299" y="232"/>
                    </a:lnTo>
                    <a:lnTo>
                      <a:pt x="283" y="237"/>
                    </a:lnTo>
                    <a:lnTo>
                      <a:pt x="266" y="242"/>
                    </a:lnTo>
                    <a:lnTo>
                      <a:pt x="249" y="247"/>
                    </a:lnTo>
                    <a:lnTo>
                      <a:pt x="233" y="250"/>
                    </a:lnTo>
                    <a:lnTo>
                      <a:pt x="215" y="255"/>
                    </a:lnTo>
                    <a:lnTo>
                      <a:pt x="197" y="258"/>
                    </a:lnTo>
                    <a:lnTo>
                      <a:pt x="179" y="263"/>
                    </a:lnTo>
                    <a:lnTo>
                      <a:pt x="160" y="265"/>
                    </a:lnTo>
                    <a:lnTo>
                      <a:pt x="141" y="269"/>
                    </a:lnTo>
                    <a:lnTo>
                      <a:pt x="122" y="272"/>
                    </a:lnTo>
                    <a:lnTo>
                      <a:pt x="103" y="275"/>
                    </a:lnTo>
                    <a:lnTo>
                      <a:pt x="83" y="277"/>
                    </a:lnTo>
                    <a:lnTo>
                      <a:pt x="63" y="279"/>
                    </a:lnTo>
                    <a:lnTo>
                      <a:pt x="42" y="280"/>
                    </a:lnTo>
                    <a:lnTo>
                      <a:pt x="21" y="281"/>
                    </a:lnTo>
                    <a:lnTo>
                      <a:pt x="0" y="283"/>
                    </a:lnTo>
                    <a:lnTo>
                      <a:pt x="0" y="104"/>
                    </a:lnTo>
                    <a:lnTo>
                      <a:pt x="0" y="21"/>
                    </a:lnTo>
                    <a:lnTo>
                      <a:pt x="7" y="21"/>
                    </a:lnTo>
                    <a:lnTo>
                      <a:pt x="13" y="20"/>
                    </a:lnTo>
                    <a:lnTo>
                      <a:pt x="20" y="20"/>
                    </a:lnTo>
                    <a:lnTo>
                      <a:pt x="26" y="19"/>
                    </a:lnTo>
                    <a:lnTo>
                      <a:pt x="33" y="18"/>
                    </a:lnTo>
                    <a:lnTo>
                      <a:pt x="38" y="17"/>
                    </a:lnTo>
                    <a:lnTo>
                      <a:pt x="44" y="17"/>
                    </a:lnTo>
                    <a:lnTo>
                      <a:pt x="50" y="15"/>
                    </a:lnTo>
                    <a:lnTo>
                      <a:pt x="58" y="13"/>
                    </a:lnTo>
                    <a:lnTo>
                      <a:pt x="66" y="12"/>
                    </a:lnTo>
                    <a:lnTo>
                      <a:pt x="74" y="10"/>
                    </a:lnTo>
                    <a:lnTo>
                      <a:pt x="81" y="8"/>
                    </a:lnTo>
                    <a:lnTo>
                      <a:pt x="88" y="6"/>
                    </a:lnTo>
                    <a:lnTo>
                      <a:pt x="95" y="5"/>
                    </a:lnTo>
                    <a:lnTo>
                      <a:pt x="102" y="3"/>
                    </a:lnTo>
                    <a:lnTo>
                      <a:pt x="109" y="0"/>
                    </a:lnTo>
                    <a:lnTo>
                      <a:pt x="125" y="13"/>
                    </a:lnTo>
                    <a:lnTo>
                      <a:pt x="141" y="27"/>
                    </a:lnTo>
                    <a:lnTo>
                      <a:pt x="156" y="41"/>
                    </a:lnTo>
                    <a:lnTo>
                      <a:pt x="171" y="56"/>
                    </a:lnTo>
                    <a:lnTo>
                      <a:pt x="186" y="72"/>
                    </a:lnTo>
                    <a:lnTo>
                      <a:pt x="201" y="88"/>
                    </a:lnTo>
                    <a:lnTo>
                      <a:pt x="216" y="105"/>
                    </a:lnTo>
                    <a:lnTo>
                      <a:pt x="230" y="122"/>
                    </a:lnTo>
                    <a:close/>
                  </a:path>
                </a:pathLst>
              </a:custGeom>
              <a:grpFill/>
              <a:ln w="9525">
                <a:noFill/>
                <a:round/>
                <a:headEnd/>
                <a:tailEnd/>
              </a:ln>
            </p:spPr>
            <p:txBody>
              <a:bodyPr/>
              <a:lstStyle/>
              <a:p>
                <a:pPr algn="ctr">
                  <a:defRPr/>
                </a:pPr>
                <a:endParaRPr lang="en-US" sz="900" dirty="0"/>
              </a:p>
            </p:txBody>
          </p:sp>
          <p:sp>
            <p:nvSpPr>
              <p:cNvPr id="64" name="Freeform 63"/>
              <p:cNvSpPr>
                <a:spLocks/>
              </p:cNvSpPr>
              <p:nvPr/>
            </p:nvSpPr>
            <p:spPr bwMode="auto">
              <a:xfrm>
                <a:off x="2824" y="1584"/>
                <a:ext cx="113" cy="40"/>
              </a:xfrm>
              <a:custGeom>
                <a:avLst/>
                <a:gdLst/>
                <a:ahLst/>
                <a:cxnLst>
                  <a:cxn ang="0">
                    <a:pos x="114" y="0"/>
                  </a:cxn>
                  <a:cxn ang="0">
                    <a:pos x="137" y="1"/>
                  </a:cxn>
                  <a:cxn ang="0">
                    <a:pos x="158" y="3"/>
                  </a:cxn>
                  <a:cxn ang="0">
                    <a:pos x="177" y="7"/>
                  </a:cxn>
                  <a:cxn ang="0">
                    <a:pos x="194" y="12"/>
                  </a:cxn>
                  <a:cxn ang="0">
                    <a:pos x="207" y="18"/>
                  </a:cxn>
                  <a:cxn ang="0">
                    <a:pos x="218" y="25"/>
                  </a:cxn>
                  <a:cxn ang="0">
                    <a:pos x="225" y="32"/>
                  </a:cxn>
                  <a:cxn ang="0">
                    <a:pos x="227" y="40"/>
                  </a:cxn>
                  <a:cxn ang="0">
                    <a:pos x="226" y="45"/>
                  </a:cxn>
                  <a:cxn ang="0">
                    <a:pos x="224" y="51"/>
                  </a:cxn>
                  <a:cxn ang="0">
                    <a:pos x="220" y="55"/>
                  </a:cxn>
                  <a:cxn ang="0">
                    <a:pos x="214" y="59"/>
                  </a:cxn>
                  <a:cxn ang="0">
                    <a:pos x="207" y="63"/>
                  </a:cxn>
                  <a:cxn ang="0">
                    <a:pos x="199" y="67"/>
                  </a:cxn>
                  <a:cxn ang="0">
                    <a:pos x="190" y="70"/>
                  </a:cxn>
                  <a:cxn ang="0">
                    <a:pos x="180" y="74"/>
                  </a:cxn>
                  <a:cxn ang="0">
                    <a:pos x="173" y="75"/>
                  </a:cxn>
                  <a:cxn ang="0">
                    <a:pos x="165" y="77"/>
                  </a:cxn>
                  <a:cxn ang="0">
                    <a:pos x="157" y="78"/>
                  </a:cxn>
                  <a:cxn ang="0">
                    <a:pos x="149" y="78"/>
                  </a:cxn>
                  <a:cxn ang="0">
                    <a:pos x="141" y="79"/>
                  </a:cxn>
                  <a:cxn ang="0">
                    <a:pos x="133" y="81"/>
                  </a:cxn>
                  <a:cxn ang="0">
                    <a:pos x="123" y="81"/>
                  </a:cxn>
                  <a:cxn ang="0">
                    <a:pos x="114" y="81"/>
                  </a:cxn>
                  <a:cxn ang="0">
                    <a:pos x="91" y="79"/>
                  </a:cxn>
                  <a:cxn ang="0">
                    <a:pos x="69" y="77"/>
                  </a:cxn>
                  <a:cxn ang="0">
                    <a:pos x="51" y="74"/>
                  </a:cxn>
                  <a:cxn ang="0">
                    <a:pos x="34" y="69"/>
                  </a:cxn>
                  <a:cxn ang="0">
                    <a:pos x="20" y="63"/>
                  </a:cxn>
                  <a:cxn ang="0">
                    <a:pos x="9" y="56"/>
                  </a:cxn>
                  <a:cxn ang="0">
                    <a:pos x="2" y="48"/>
                  </a:cxn>
                  <a:cxn ang="0">
                    <a:pos x="0" y="40"/>
                  </a:cxn>
                  <a:cxn ang="0">
                    <a:pos x="2" y="32"/>
                  </a:cxn>
                  <a:cxn ang="0">
                    <a:pos x="9" y="25"/>
                  </a:cxn>
                  <a:cxn ang="0">
                    <a:pos x="20" y="18"/>
                  </a:cxn>
                  <a:cxn ang="0">
                    <a:pos x="34" y="12"/>
                  </a:cxn>
                  <a:cxn ang="0">
                    <a:pos x="51" y="7"/>
                  </a:cxn>
                  <a:cxn ang="0">
                    <a:pos x="69" y="3"/>
                  </a:cxn>
                  <a:cxn ang="0">
                    <a:pos x="91" y="1"/>
                  </a:cxn>
                  <a:cxn ang="0">
                    <a:pos x="114" y="0"/>
                  </a:cxn>
                </a:cxnLst>
                <a:rect l="0" t="0" r="r" b="b"/>
                <a:pathLst>
                  <a:path w="227" h="81">
                    <a:moveTo>
                      <a:pt x="114" y="0"/>
                    </a:moveTo>
                    <a:lnTo>
                      <a:pt x="137" y="1"/>
                    </a:lnTo>
                    <a:lnTo>
                      <a:pt x="158" y="3"/>
                    </a:lnTo>
                    <a:lnTo>
                      <a:pt x="177" y="7"/>
                    </a:lnTo>
                    <a:lnTo>
                      <a:pt x="194" y="12"/>
                    </a:lnTo>
                    <a:lnTo>
                      <a:pt x="207" y="18"/>
                    </a:lnTo>
                    <a:lnTo>
                      <a:pt x="218" y="25"/>
                    </a:lnTo>
                    <a:lnTo>
                      <a:pt x="225" y="32"/>
                    </a:lnTo>
                    <a:lnTo>
                      <a:pt x="227" y="40"/>
                    </a:lnTo>
                    <a:lnTo>
                      <a:pt x="226" y="45"/>
                    </a:lnTo>
                    <a:lnTo>
                      <a:pt x="224" y="51"/>
                    </a:lnTo>
                    <a:lnTo>
                      <a:pt x="220" y="55"/>
                    </a:lnTo>
                    <a:lnTo>
                      <a:pt x="214" y="59"/>
                    </a:lnTo>
                    <a:lnTo>
                      <a:pt x="207" y="63"/>
                    </a:lnTo>
                    <a:lnTo>
                      <a:pt x="199" y="67"/>
                    </a:lnTo>
                    <a:lnTo>
                      <a:pt x="190" y="70"/>
                    </a:lnTo>
                    <a:lnTo>
                      <a:pt x="180" y="74"/>
                    </a:lnTo>
                    <a:lnTo>
                      <a:pt x="173" y="75"/>
                    </a:lnTo>
                    <a:lnTo>
                      <a:pt x="165" y="77"/>
                    </a:lnTo>
                    <a:lnTo>
                      <a:pt x="157" y="78"/>
                    </a:lnTo>
                    <a:lnTo>
                      <a:pt x="149" y="78"/>
                    </a:lnTo>
                    <a:lnTo>
                      <a:pt x="141" y="79"/>
                    </a:lnTo>
                    <a:lnTo>
                      <a:pt x="133" y="81"/>
                    </a:lnTo>
                    <a:lnTo>
                      <a:pt x="123" y="81"/>
                    </a:lnTo>
                    <a:lnTo>
                      <a:pt x="114" y="81"/>
                    </a:lnTo>
                    <a:lnTo>
                      <a:pt x="91" y="79"/>
                    </a:lnTo>
                    <a:lnTo>
                      <a:pt x="69" y="77"/>
                    </a:lnTo>
                    <a:lnTo>
                      <a:pt x="51" y="74"/>
                    </a:lnTo>
                    <a:lnTo>
                      <a:pt x="34" y="69"/>
                    </a:lnTo>
                    <a:lnTo>
                      <a:pt x="20" y="63"/>
                    </a:lnTo>
                    <a:lnTo>
                      <a:pt x="9" y="56"/>
                    </a:lnTo>
                    <a:lnTo>
                      <a:pt x="2" y="48"/>
                    </a:lnTo>
                    <a:lnTo>
                      <a:pt x="0" y="40"/>
                    </a:lnTo>
                    <a:lnTo>
                      <a:pt x="2" y="32"/>
                    </a:lnTo>
                    <a:lnTo>
                      <a:pt x="9" y="25"/>
                    </a:lnTo>
                    <a:lnTo>
                      <a:pt x="20" y="18"/>
                    </a:lnTo>
                    <a:lnTo>
                      <a:pt x="34" y="12"/>
                    </a:lnTo>
                    <a:lnTo>
                      <a:pt x="51" y="7"/>
                    </a:lnTo>
                    <a:lnTo>
                      <a:pt x="69" y="3"/>
                    </a:lnTo>
                    <a:lnTo>
                      <a:pt x="91" y="1"/>
                    </a:lnTo>
                    <a:lnTo>
                      <a:pt x="114" y="0"/>
                    </a:lnTo>
                    <a:close/>
                  </a:path>
                </a:pathLst>
              </a:custGeom>
              <a:grpFill/>
              <a:ln w="9525">
                <a:noFill/>
                <a:round/>
                <a:headEnd/>
                <a:tailEnd/>
              </a:ln>
            </p:spPr>
            <p:txBody>
              <a:bodyPr/>
              <a:lstStyle/>
              <a:p>
                <a:pPr algn="ctr">
                  <a:defRPr/>
                </a:pPr>
                <a:endParaRPr lang="en-US" sz="900" dirty="0"/>
              </a:p>
            </p:txBody>
          </p:sp>
          <p:sp>
            <p:nvSpPr>
              <p:cNvPr id="65" name="Freeform 64"/>
              <p:cNvSpPr>
                <a:spLocks/>
              </p:cNvSpPr>
              <p:nvPr/>
            </p:nvSpPr>
            <p:spPr bwMode="auto">
              <a:xfrm>
                <a:off x="2707" y="1648"/>
                <a:ext cx="149" cy="143"/>
              </a:xfrm>
              <a:custGeom>
                <a:avLst/>
                <a:gdLst/>
                <a:ahLst/>
                <a:cxnLst>
                  <a:cxn ang="0">
                    <a:pos x="194" y="0"/>
                  </a:cxn>
                  <a:cxn ang="0">
                    <a:pos x="205" y="5"/>
                  </a:cxn>
                  <a:cxn ang="0">
                    <a:pos x="217" y="8"/>
                  </a:cxn>
                  <a:cxn ang="0">
                    <a:pos x="230" y="11"/>
                  </a:cxn>
                  <a:cxn ang="0">
                    <a:pos x="243" y="15"/>
                  </a:cxn>
                  <a:cxn ang="0">
                    <a:pos x="256" y="17"/>
                  </a:cxn>
                  <a:cxn ang="0">
                    <a:pos x="270" y="20"/>
                  </a:cxn>
                  <a:cxn ang="0">
                    <a:pos x="284" y="22"/>
                  </a:cxn>
                  <a:cxn ang="0">
                    <a:pos x="299" y="23"/>
                  </a:cxn>
                  <a:cxn ang="0">
                    <a:pos x="299" y="192"/>
                  </a:cxn>
                  <a:cxn ang="0">
                    <a:pos x="299" y="286"/>
                  </a:cxn>
                  <a:cxn ang="0">
                    <a:pos x="279" y="284"/>
                  </a:cxn>
                  <a:cxn ang="0">
                    <a:pos x="260" y="283"/>
                  </a:cxn>
                  <a:cxn ang="0">
                    <a:pos x="240" y="282"/>
                  </a:cxn>
                  <a:cxn ang="0">
                    <a:pos x="220" y="280"/>
                  </a:cxn>
                  <a:cxn ang="0">
                    <a:pos x="202" y="278"/>
                  </a:cxn>
                  <a:cxn ang="0">
                    <a:pos x="182" y="275"/>
                  </a:cxn>
                  <a:cxn ang="0">
                    <a:pos x="165" y="273"/>
                  </a:cxn>
                  <a:cxn ang="0">
                    <a:pos x="147" y="269"/>
                  </a:cxn>
                  <a:cxn ang="0">
                    <a:pos x="127" y="266"/>
                  </a:cxn>
                  <a:cxn ang="0">
                    <a:pos x="108" y="263"/>
                  </a:cxn>
                  <a:cxn ang="0">
                    <a:pos x="88" y="258"/>
                  </a:cxn>
                  <a:cxn ang="0">
                    <a:pos x="70" y="253"/>
                  </a:cxn>
                  <a:cxn ang="0">
                    <a:pos x="51" y="250"/>
                  </a:cxn>
                  <a:cxn ang="0">
                    <a:pos x="34" y="245"/>
                  </a:cxn>
                  <a:cxn ang="0">
                    <a:pos x="17" y="240"/>
                  </a:cxn>
                  <a:cxn ang="0">
                    <a:pos x="0" y="235"/>
                  </a:cxn>
                  <a:cxn ang="0">
                    <a:pos x="10" y="216"/>
                  </a:cxn>
                  <a:cxn ang="0">
                    <a:pos x="19" y="198"/>
                  </a:cxn>
                  <a:cxn ang="0">
                    <a:pos x="30" y="181"/>
                  </a:cxn>
                  <a:cxn ang="0">
                    <a:pos x="41" y="164"/>
                  </a:cxn>
                  <a:cxn ang="0">
                    <a:pos x="53" y="146"/>
                  </a:cxn>
                  <a:cxn ang="0">
                    <a:pos x="65" y="129"/>
                  </a:cxn>
                  <a:cxn ang="0">
                    <a:pos x="79" y="113"/>
                  </a:cxn>
                  <a:cxn ang="0">
                    <a:pos x="91" y="97"/>
                  </a:cxn>
                  <a:cxn ang="0">
                    <a:pos x="104" y="83"/>
                  </a:cxn>
                  <a:cxn ang="0">
                    <a:pos x="117" y="70"/>
                  </a:cxn>
                  <a:cxn ang="0">
                    <a:pos x="129" y="56"/>
                  </a:cxn>
                  <a:cxn ang="0">
                    <a:pos x="142" y="45"/>
                  </a:cxn>
                  <a:cxn ang="0">
                    <a:pos x="155" y="32"/>
                  </a:cxn>
                  <a:cxn ang="0">
                    <a:pos x="167" y="21"/>
                  </a:cxn>
                  <a:cxn ang="0">
                    <a:pos x="181" y="10"/>
                  </a:cxn>
                  <a:cxn ang="0">
                    <a:pos x="194" y="0"/>
                  </a:cxn>
                </a:cxnLst>
                <a:rect l="0" t="0" r="r" b="b"/>
                <a:pathLst>
                  <a:path w="299" h="286">
                    <a:moveTo>
                      <a:pt x="194" y="0"/>
                    </a:moveTo>
                    <a:lnTo>
                      <a:pt x="205" y="5"/>
                    </a:lnTo>
                    <a:lnTo>
                      <a:pt x="217" y="8"/>
                    </a:lnTo>
                    <a:lnTo>
                      <a:pt x="230" y="11"/>
                    </a:lnTo>
                    <a:lnTo>
                      <a:pt x="243" y="15"/>
                    </a:lnTo>
                    <a:lnTo>
                      <a:pt x="256" y="17"/>
                    </a:lnTo>
                    <a:lnTo>
                      <a:pt x="270" y="20"/>
                    </a:lnTo>
                    <a:lnTo>
                      <a:pt x="284" y="22"/>
                    </a:lnTo>
                    <a:lnTo>
                      <a:pt x="299" y="23"/>
                    </a:lnTo>
                    <a:lnTo>
                      <a:pt x="299" y="192"/>
                    </a:lnTo>
                    <a:lnTo>
                      <a:pt x="299" y="286"/>
                    </a:lnTo>
                    <a:lnTo>
                      <a:pt x="279" y="284"/>
                    </a:lnTo>
                    <a:lnTo>
                      <a:pt x="260" y="283"/>
                    </a:lnTo>
                    <a:lnTo>
                      <a:pt x="240" y="282"/>
                    </a:lnTo>
                    <a:lnTo>
                      <a:pt x="220" y="280"/>
                    </a:lnTo>
                    <a:lnTo>
                      <a:pt x="202" y="278"/>
                    </a:lnTo>
                    <a:lnTo>
                      <a:pt x="182" y="275"/>
                    </a:lnTo>
                    <a:lnTo>
                      <a:pt x="165" y="273"/>
                    </a:lnTo>
                    <a:lnTo>
                      <a:pt x="147" y="269"/>
                    </a:lnTo>
                    <a:lnTo>
                      <a:pt x="127" y="266"/>
                    </a:lnTo>
                    <a:lnTo>
                      <a:pt x="108" y="263"/>
                    </a:lnTo>
                    <a:lnTo>
                      <a:pt x="88" y="258"/>
                    </a:lnTo>
                    <a:lnTo>
                      <a:pt x="70" y="253"/>
                    </a:lnTo>
                    <a:lnTo>
                      <a:pt x="51" y="250"/>
                    </a:lnTo>
                    <a:lnTo>
                      <a:pt x="34" y="245"/>
                    </a:lnTo>
                    <a:lnTo>
                      <a:pt x="17" y="240"/>
                    </a:lnTo>
                    <a:lnTo>
                      <a:pt x="0" y="235"/>
                    </a:lnTo>
                    <a:lnTo>
                      <a:pt x="10" y="216"/>
                    </a:lnTo>
                    <a:lnTo>
                      <a:pt x="19" y="198"/>
                    </a:lnTo>
                    <a:lnTo>
                      <a:pt x="30" y="181"/>
                    </a:lnTo>
                    <a:lnTo>
                      <a:pt x="41" y="164"/>
                    </a:lnTo>
                    <a:lnTo>
                      <a:pt x="53" y="146"/>
                    </a:lnTo>
                    <a:lnTo>
                      <a:pt x="65" y="129"/>
                    </a:lnTo>
                    <a:lnTo>
                      <a:pt x="79" y="113"/>
                    </a:lnTo>
                    <a:lnTo>
                      <a:pt x="91" y="97"/>
                    </a:lnTo>
                    <a:lnTo>
                      <a:pt x="104" y="83"/>
                    </a:lnTo>
                    <a:lnTo>
                      <a:pt x="117" y="70"/>
                    </a:lnTo>
                    <a:lnTo>
                      <a:pt x="129" y="56"/>
                    </a:lnTo>
                    <a:lnTo>
                      <a:pt x="142" y="45"/>
                    </a:lnTo>
                    <a:lnTo>
                      <a:pt x="155" y="32"/>
                    </a:lnTo>
                    <a:lnTo>
                      <a:pt x="167" y="21"/>
                    </a:lnTo>
                    <a:lnTo>
                      <a:pt x="181" y="10"/>
                    </a:lnTo>
                    <a:lnTo>
                      <a:pt x="194" y="0"/>
                    </a:lnTo>
                    <a:close/>
                  </a:path>
                </a:pathLst>
              </a:custGeom>
              <a:grpFill/>
              <a:ln w="9525">
                <a:noFill/>
                <a:round/>
                <a:headEnd/>
                <a:tailEnd/>
              </a:ln>
            </p:spPr>
            <p:txBody>
              <a:bodyPr/>
              <a:lstStyle/>
              <a:p>
                <a:pPr algn="ctr">
                  <a:defRPr/>
                </a:pPr>
                <a:endParaRPr lang="en-US" sz="900" dirty="0"/>
              </a:p>
            </p:txBody>
          </p:sp>
          <p:sp>
            <p:nvSpPr>
              <p:cNvPr id="66" name="Freeform 65"/>
              <p:cNvSpPr>
                <a:spLocks/>
              </p:cNvSpPr>
              <p:nvPr/>
            </p:nvSpPr>
            <p:spPr bwMode="auto">
              <a:xfrm>
                <a:off x="2575" y="1594"/>
                <a:ext cx="188" cy="150"/>
              </a:xfrm>
              <a:custGeom>
                <a:avLst/>
                <a:gdLst/>
                <a:ahLst/>
                <a:cxnLst>
                  <a:cxn ang="0">
                    <a:pos x="375" y="0"/>
                  </a:cxn>
                  <a:cxn ang="0">
                    <a:pos x="372" y="5"/>
                  </a:cxn>
                  <a:cxn ang="0">
                    <a:pos x="370" y="12"/>
                  </a:cxn>
                  <a:cxn ang="0">
                    <a:pos x="368" y="18"/>
                  </a:cxn>
                  <a:cxn ang="0">
                    <a:pos x="368" y="25"/>
                  </a:cxn>
                  <a:cxn ang="0">
                    <a:pos x="368" y="31"/>
                  </a:cxn>
                  <a:cxn ang="0">
                    <a:pos x="369" y="36"/>
                  </a:cxn>
                  <a:cxn ang="0">
                    <a:pos x="372" y="42"/>
                  </a:cxn>
                  <a:cxn ang="0">
                    <a:pos x="374" y="48"/>
                  </a:cxn>
                  <a:cxn ang="0">
                    <a:pos x="359" y="58"/>
                  </a:cxn>
                  <a:cxn ang="0">
                    <a:pos x="344" y="71"/>
                  </a:cxn>
                  <a:cxn ang="0">
                    <a:pos x="329" y="84"/>
                  </a:cxn>
                  <a:cxn ang="0">
                    <a:pos x="313" y="99"/>
                  </a:cxn>
                  <a:cxn ang="0">
                    <a:pos x="297" y="115"/>
                  </a:cxn>
                  <a:cxn ang="0">
                    <a:pos x="279" y="132"/>
                  </a:cxn>
                  <a:cxn ang="0">
                    <a:pos x="263" y="150"/>
                  </a:cxn>
                  <a:cxn ang="0">
                    <a:pos x="246" y="170"/>
                  </a:cxn>
                  <a:cxn ang="0">
                    <a:pos x="235" y="184"/>
                  </a:cxn>
                  <a:cxn ang="0">
                    <a:pos x="224" y="199"/>
                  </a:cxn>
                  <a:cxn ang="0">
                    <a:pos x="213" y="214"/>
                  </a:cxn>
                  <a:cxn ang="0">
                    <a:pos x="201" y="230"/>
                  </a:cxn>
                  <a:cxn ang="0">
                    <a:pos x="191" y="246"/>
                  </a:cxn>
                  <a:cxn ang="0">
                    <a:pos x="179" y="263"/>
                  </a:cxn>
                  <a:cxn ang="0">
                    <a:pos x="169" y="282"/>
                  </a:cxn>
                  <a:cxn ang="0">
                    <a:pos x="159" y="300"/>
                  </a:cxn>
                  <a:cxn ang="0">
                    <a:pos x="129" y="284"/>
                  </a:cxn>
                  <a:cxn ang="0">
                    <a:pos x="102" y="267"/>
                  </a:cxn>
                  <a:cxn ang="0">
                    <a:pos x="77" y="249"/>
                  </a:cxn>
                  <a:cxn ang="0">
                    <a:pos x="56" y="231"/>
                  </a:cxn>
                  <a:cxn ang="0">
                    <a:pos x="38" y="213"/>
                  </a:cxn>
                  <a:cxn ang="0">
                    <a:pos x="21" y="194"/>
                  </a:cxn>
                  <a:cxn ang="0">
                    <a:pos x="9" y="175"/>
                  </a:cxn>
                  <a:cxn ang="0">
                    <a:pos x="0" y="155"/>
                  </a:cxn>
                  <a:cxn ang="0">
                    <a:pos x="16" y="142"/>
                  </a:cxn>
                  <a:cxn ang="0">
                    <a:pos x="33" y="130"/>
                  </a:cxn>
                  <a:cxn ang="0">
                    <a:pos x="49" y="118"/>
                  </a:cxn>
                  <a:cxn ang="0">
                    <a:pos x="66" y="107"/>
                  </a:cxn>
                  <a:cxn ang="0">
                    <a:pos x="84" y="97"/>
                  </a:cxn>
                  <a:cxn ang="0">
                    <a:pos x="101" y="87"/>
                  </a:cxn>
                  <a:cxn ang="0">
                    <a:pos x="118" y="78"/>
                  </a:cxn>
                  <a:cxn ang="0">
                    <a:pos x="135" y="70"/>
                  </a:cxn>
                  <a:cxn ang="0">
                    <a:pos x="153" y="62"/>
                  </a:cxn>
                  <a:cxn ang="0">
                    <a:pos x="169" y="55"/>
                  </a:cxn>
                  <a:cxn ang="0">
                    <a:pos x="185" y="48"/>
                  </a:cxn>
                  <a:cxn ang="0">
                    <a:pos x="202" y="42"/>
                  </a:cxn>
                  <a:cxn ang="0">
                    <a:pos x="218" y="36"/>
                  </a:cxn>
                  <a:cxn ang="0">
                    <a:pos x="235" y="32"/>
                  </a:cxn>
                  <a:cxn ang="0">
                    <a:pos x="249" y="26"/>
                  </a:cxn>
                  <a:cxn ang="0">
                    <a:pos x="266" y="23"/>
                  </a:cxn>
                  <a:cxn ang="0">
                    <a:pos x="281" y="18"/>
                  </a:cxn>
                  <a:cxn ang="0">
                    <a:pos x="296" y="15"/>
                  </a:cxn>
                  <a:cxn ang="0">
                    <a:pos x="309" y="11"/>
                  </a:cxn>
                  <a:cxn ang="0">
                    <a:pos x="323" y="9"/>
                  </a:cxn>
                  <a:cxn ang="0">
                    <a:pos x="337" y="5"/>
                  </a:cxn>
                  <a:cxn ang="0">
                    <a:pos x="350" y="3"/>
                  </a:cxn>
                  <a:cxn ang="0">
                    <a:pos x="362" y="2"/>
                  </a:cxn>
                  <a:cxn ang="0">
                    <a:pos x="375" y="0"/>
                  </a:cxn>
                </a:cxnLst>
                <a:rect l="0" t="0" r="r" b="b"/>
                <a:pathLst>
                  <a:path w="375" h="300">
                    <a:moveTo>
                      <a:pt x="375" y="0"/>
                    </a:moveTo>
                    <a:lnTo>
                      <a:pt x="372" y="5"/>
                    </a:lnTo>
                    <a:lnTo>
                      <a:pt x="370" y="12"/>
                    </a:lnTo>
                    <a:lnTo>
                      <a:pt x="368" y="18"/>
                    </a:lnTo>
                    <a:lnTo>
                      <a:pt x="368" y="25"/>
                    </a:lnTo>
                    <a:lnTo>
                      <a:pt x="368" y="31"/>
                    </a:lnTo>
                    <a:lnTo>
                      <a:pt x="369" y="36"/>
                    </a:lnTo>
                    <a:lnTo>
                      <a:pt x="372" y="42"/>
                    </a:lnTo>
                    <a:lnTo>
                      <a:pt x="374" y="48"/>
                    </a:lnTo>
                    <a:lnTo>
                      <a:pt x="359" y="58"/>
                    </a:lnTo>
                    <a:lnTo>
                      <a:pt x="344" y="71"/>
                    </a:lnTo>
                    <a:lnTo>
                      <a:pt x="329" y="84"/>
                    </a:lnTo>
                    <a:lnTo>
                      <a:pt x="313" y="99"/>
                    </a:lnTo>
                    <a:lnTo>
                      <a:pt x="297" y="115"/>
                    </a:lnTo>
                    <a:lnTo>
                      <a:pt x="279" y="132"/>
                    </a:lnTo>
                    <a:lnTo>
                      <a:pt x="263" y="150"/>
                    </a:lnTo>
                    <a:lnTo>
                      <a:pt x="246" y="170"/>
                    </a:lnTo>
                    <a:lnTo>
                      <a:pt x="235" y="184"/>
                    </a:lnTo>
                    <a:lnTo>
                      <a:pt x="224" y="199"/>
                    </a:lnTo>
                    <a:lnTo>
                      <a:pt x="213" y="214"/>
                    </a:lnTo>
                    <a:lnTo>
                      <a:pt x="201" y="230"/>
                    </a:lnTo>
                    <a:lnTo>
                      <a:pt x="191" y="246"/>
                    </a:lnTo>
                    <a:lnTo>
                      <a:pt x="179" y="263"/>
                    </a:lnTo>
                    <a:lnTo>
                      <a:pt x="169" y="282"/>
                    </a:lnTo>
                    <a:lnTo>
                      <a:pt x="159" y="300"/>
                    </a:lnTo>
                    <a:lnTo>
                      <a:pt x="129" y="284"/>
                    </a:lnTo>
                    <a:lnTo>
                      <a:pt x="102" y="267"/>
                    </a:lnTo>
                    <a:lnTo>
                      <a:pt x="77" y="249"/>
                    </a:lnTo>
                    <a:lnTo>
                      <a:pt x="56" y="231"/>
                    </a:lnTo>
                    <a:lnTo>
                      <a:pt x="38" y="213"/>
                    </a:lnTo>
                    <a:lnTo>
                      <a:pt x="21" y="194"/>
                    </a:lnTo>
                    <a:lnTo>
                      <a:pt x="9" y="175"/>
                    </a:lnTo>
                    <a:lnTo>
                      <a:pt x="0" y="155"/>
                    </a:lnTo>
                    <a:lnTo>
                      <a:pt x="16" y="142"/>
                    </a:lnTo>
                    <a:lnTo>
                      <a:pt x="33" y="130"/>
                    </a:lnTo>
                    <a:lnTo>
                      <a:pt x="49" y="118"/>
                    </a:lnTo>
                    <a:lnTo>
                      <a:pt x="66" y="107"/>
                    </a:lnTo>
                    <a:lnTo>
                      <a:pt x="84" y="97"/>
                    </a:lnTo>
                    <a:lnTo>
                      <a:pt x="101" y="87"/>
                    </a:lnTo>
                    <a:lnTo>
                      <a:pt x="118" y="78"/>
                    </a:lnTo>
                    <a:lnTo>
                      <a:pt x="135" y="70"/>
                    </a:lnTo>
                    <a:lnTo>
                      <a:pt x="153" y="62"/>
                    </a:lnTo>
                    <a:lnTo>
                      <a:pt x="169" y="55"/>
                    </a:lnTo>
                    <a:lnTo>
                      <a:pt x="185" y="48"/>
                    </a:lnTo>
                    <a:lnTo>
                      <a:pt x="202" y="42"/>
                    </a:lnTo>
                    <a:lnTo>
                      <a:pt x="218" y="36"/>
                    </a:lnTo>
                    <a:lnTo>
                      <a:pt x="235" y="32"/>
                    </a:lnTo>
                    <a:lnTo>
                      <a:pt x="249" y="26"/>
                    </a:lnTo>
                    <a:lnTo>
                      <a:pt x="266" y="23"/>
                    </a:lnTo>
                    <a:lnTo>
                      <a:pt x="281" y="18"/>
                    </a:lnTo>
                    <a:lnTo>
                      <a:pt x="296" y="15"/>
                    </a:lnTo>
                    <a:lnTo>
                      <a:pt x="309" y="11"/>
                    </a:lnTo>
                    <a:lnTo>
                      <a:pt x="323" y="9"/>
                    </a:lnTo>
                    <a:lnTo>
                      <a:pt x="337" y="5"/>
                    </a:lnTo>
                    <a:lnTo>
                      <a:pt x="350" y="3"/>
                    </a:lnTo>
                    <a:lnTo>
                      <a:pt x="362" y="2"/>
                    </a:lnTo>
                    <a:lnTo>
                      <a:pt x="375" y="0"/>
                    </a:lnTo>
                    <a:close/>
                  </a:path>
                </a:pathLst>
              </a:custGeom>
              <a:grpFill/>
              <a:ln w="9525">
                <a:noFill/>
                <a:round/>
                <a:headEnd/>
                <a:tailEnd/>
              </a:ln>
            </p:spPr>
            <p:txBody>
              <a:bodyPr/>
              <a:lstStyle/>
              <a:p>
                <a:pPr algn="ctr">
                  <a:defRPr/>
                </a:pPr>
                <a:endParaRPr lang="en-US" sz="900" dirty="0"/>
              </a:p>
            </p:txBody>
          </p:sp>
          <p:sp>
            <p:nvSpPr>
              <p:cNvPr id="67" name="Freeform 66"/>
              <p:cNvSpPr>
                <a:spLocks/>
              </p:cNvSpPr>
              <p:nvPr/>
            </p:nvSpPr>
            <p:spPr bwMode="auto">
              <a:xfrm>
                <a:off x="2409" y="1704"/>
                <a:ext cx="216" cy="286"/>
              </a:xfrm>
              <a:custGeom>
                <a:avLst/>
                <a:gdLst/>
                <a:ahLst/>
                <a:cxnLst>
                  <a:cxn ang="0">
                    <a:pos x="244" y="12"/>
                  </a:cxn>
                  <a:cxn ang="0">
                    <a:pos x="261" y="37"/>
                  </a:cxn>
                  <a:cxn ang="0">
                    <a:pos x="280" y="61"/>
                  </a:cxn>
                  <a:cxn ang="0">
                    <a:pos x="303" y="84"/>
                  </a:cxn>
                  <a:cxn ang="0">
                    <a:pos x="327" y="106"/>
                  </a:cxn>
                  <a:cxn ang="0">
                    <a:pos x="353" y="126"/>
                  </a:cxn>
                  <a:cxn ang="0">
                    <a:pos x="383" y="146"/>
                  </a:cxn>
                  <a:cxn ang="0">
                    <a:pos x="414" y="164"/>
                  </a:cxn>
                  <a:cxn ang="0">
                    <a:pos x="418" y="198"/>
                  </a:cxn>
                  <a:cxn ang="0">
                    <a:pos x="391" y="247"/>
                  </a:cxn>
                  <a:cxn ang="0">
                    <a:pos x="367" y="298"/>
                  </a:cxn>
                  <a:cxn ang="0">
                    <a:pos x="344" y="350"/>
                  </a:cxn>
                  <a:cxn ang="0">
                    <a:pos x="324" y="399"/>
                  </a:cxn>
                  <a:cxn ang="0">
                    <a:pos x="305" y="448"/>
                  </a:cxn>
                  <a:cxn ang="0">
                    <a:pos x="288" y="496"/>
                  </a:cxn>
                  <a:cxn ang="0">
                    <a:pos x="273" y="546"/>
                  </a:cxn>
                  <a:cxn ang="0">
                    <a:pos x="236" y="555"/>
                  </a:cxn>
                  <a:cxn ang="0">
                    <a:pos x="181" y="520"/>
                  </a:cxn>
                  <a:cxn ang="0">
                    <a:pos x="132" y="483"/>
                  </a:cxn>
                  <a:cxn ang="0">
                    <a:pos x="90" y="444"/>
                  </a:cxn>
                  <a:cxn ang="0">
                    <a:pos x="55" y="404"/>
                  </a:cxn>
                  <a:cxn ang="0">
                    <a:pos x="29" y="362"/>
                  </a:cxn>
                  <a:cxn ang="0">
                    <a:pos x="10" y="319"/>
                  </a:cxn>
                  <a:cxn ang="0">
                    <a:pos x="1" y="274"/>
                  </a:cxn>
                  <a:cxn ang="0">
                    <a:pos x="13" y="233"/>
                  </a:cxn>
                  <a:cxn ang="0">
                    <a:pos x="39" y="198"/>
                  </a:cxn>
                  <a:cxn ang="0">
                    <a:pos x="68" y="162"/>
                  </a:cxn>
                  <a:cxn ang="0">
                    <a:pos x="98" y="128"/>
                  </a:cxn>
                  <a:cxn ang="0">
                    <a:pos x="129" y="95"/>
                  </a:cxn>
                  <a:cxn ang="0">
                    <a:pos x="160" y="64"/>
                  </a:cxn>
                  <a:cxn ang="0">
                    <a:pos x="191" y="35"/>
                  </a:cxn>
                  <a:cxn ang="0">
                    <a:pos x="222" y="11"/>
                  </a:cxn>
                </a:cxnLst>
                <a:rect l="0" t="0" r="r" b="b"/>
                <a:pathLst>
                  <a:path w="432" h="571">
                    <a:moveTo>
                      <a:pt x="237" y="0"/>
                    </a:moveTo>
                    <a:lnTo>
                      <a:pt x="244" y="12"/>
                    </a:lnTo>
                    <a:lnTo>
                      <a:pt x="252" y="25"/>
                    </a:lnTo>
                    <a:lnTo>
                      <a:pt x="261" y="37"/>
                    </a:lnTo>
                    <a:lnTo>
                      <a:pt x="271" y="49"/>
                    </a:lnTo>
                    <a:lnTo>
                      <a:pt x="280" y="61"/>
                    </a:lnTo>
                    <a:lnTo>
                      <a:pt x="291" y="72"/>
                    </a:lnTo>
                    <a:lnTo>
                      <a:pt x="303" y="84"/>
                    </a:lnTo>
                    <a:lnTo>
                      <a:pt x="314" y="94"/>
                    </a:lnTo>
                    <a:lnTo>
                      <a:pt x="327" y="106"/>
                    </a:lnTo>
                    <a:lnTo>
                      <a:pt x="340" y="116"/>
                    </a:lnTo>
                    <a:lnTo>
                      <a:pt x="353" y="126"/>
                    </a:lnTo>
                    <a:lnTo>
                      <a:pt x="368" y="136"/>
                    </a:lnTo>
                    <a:lnTo>
                      <a:pt x="383" y="146"/>
                    </a:lnTo>
                    <a:lnTo>
                      <a:pt x="398" y="155"/>
                    </a:lnTo>
                    <a:lnTo>
                      <a:pt x="414" y="164"/>
                    </a:lnTo>
                    <a:lnTo>
                      <a:pt x="432" y="174"/>
                    </a:lnTo>
                    <a:lnTo>
                      <a:pt x="418" y="198"/>
                    </a:lnTo>
                    <a:lnTo>
                      <a:pt x="405" y="222"/>
                    </a:lnTo>
                    <a:lnTo>
                      <a:pt x="391" y="247"/>
                    </a:lnTo>
                    <a:lnTo>
                      <a:pt x="379" y="271"/>
                    </a:lnTo>
                    <a:lnTo>
                      <a:pt x="367" y="298"/>
                    </a:lnTo>
                    <a:lnTo>
                      <a:pt x="355" y="323"/>
                    </a:lnTo>
                    <a:lnTo>
                      <a:pt x="344" y="350"/>
                    </a:lnTo>
                    <a:lnTo>
                      <a:pt x="333" y="376"/>
                    </a:lnTo>
                    <a:lnTo>
                      <a:pt x="324" y="399"/>
                    </a:lnTo>
                    <a:lnTo>
                      <a:pt x="313" y="423"/>
                    </a:lnTo>
                    <a:lnTo>
                      <a:pt x="305" y="448"/>
                    </a:lnTo>
                    <a:lnTo>
                      <a:pt x="296" y="472"/>
                    </a:lnTo>
                    <a:lnTo>
                      <a:pt x="288" y="496"/>
                    </a:lnTo>
                    <a:lnTo>
                      <a:pt x="281" y="520"/>
                    </a:lnTo>
                    <a:lnTo>
                      <a:pt x="273" y="546"/>
                    </a:lnTo>
                    <a:lnTo>
                      <a:pt x="266" y="571"/>
                    </a:lnTo>
                    <a:lnTo>
                      <a:pt x="236" y="555"/>
                    </a:lnTo>
                    <a:lnTo>
                      <a:pt x="207" y="537"/>
                    </a:lnTo>
                    <a:lnTo>
                      <a:pt x="181" y="520"/>
                    </a:lnTo>
                    <a:lnTo>
                      <a:pt x="155" y="502"/>
                    </a:lnTo>
                    <a:lnTo>
                      <a:pt x="132" y="483"/>
                    </a:lnTo>
                    <a:lnTo>
                      <a:pt x="110" y="464"/>
                    </a:lnTo>
                    <a:lnTo>
                      <a:pt x="90" y="444"/>
                    </a:lnTo>
                    <a:lnTo>
                      <a:pt x="71" y="425"/>
                    </a:lnTo>
                    <a:lnTo>
                      <a:pt x="55" y="404"/>
                    </a:lnTo>
                    <a:lnTo>
                      <a:pt x="41" y="383"/>
                    </a:lnTo>
                    <a:lnTo>
                      <a:pt x="29" y="362"/>
                    </a:lnTo>
                    <a:lnTo>
                      <a:pt x="18" y="341"/>
                    </a:lnTo>
                    <a:lnTo>
                      <a:pt x="10" y="319"/>
                    </a:lnTo>
                    <a:lnTo>
                      <a:pt x="4" y="296"/>
                    </a:lnTo>
                    <a:lnTo>
                      <a:pt x="1" y="274"/>
                    </a:lnTo>
                    <a:lnTo>
                      <a:pt x="0" y="251"/>
                    </a:lnTo>
                    <a:lnTo>
                      <a:pt x="13" y="233"/>
                    </a:lnTo>
                    <a:lnTo>
                      <a:pt x="25" y="215"/>
                    </a:lnTo>
                    <a:lnTo>
                      <a:pt x="39" y="198"/>
                    </a:lnTo>
                    <a:lnTo>
                      <a:pt x="54" y="179"/>
                    </a:lnTo>
                    <a:lnTo>
                      <a:pt x="68" y="162"/>
                    </a:lnTo>
                    <a:lnTo>
                      <a:pt x="83" y="145"/>
                    </a:lnTo>
                    <a:lnTo>
                      <a:pt x="98" y="128"/>
                    </a:lnTo>
                    <a:lnTo>
                      <a:pt x="114" y="111"/>
                    </a:lnTo>
                    <a:lnTo>
                      <a:pt x="129" y="95"/>
                    </a:lnTo>
                    <a:lnTo>
                      <a:pt x="145" y="79"/>
                    </a:lnTo>
                    <a:lnTo>
                      <a:pt x="160" y="64"/>
                    </a:lnTo>
                    <a:lnTo>
                      <a:pt x="176" y="49"/>
                    </a:lnTo>
                    <a:lnTo>
                      <a:pt x="191" y="35"/>
                    </a:lnTo>
                    <a:lnTo>
                      <a:pt x="207" y="23"/>
                    </a:lnTo>
                    <a:lnTo>
                      <a:pt x="222" y="11"/>
                    </a:lnTo>
                    <a:lnTo>
                      <a:pt x="237" y="0"/>
                    </a:lnTo>
                    <a:close/>
                  </a:path>
                </a:pathLst>
              </a:custGeom>
              <a:grpFill/>
              <a:ln w="9525">
                <a:noFill/>
                <a:round/>
                <a:headEnd/>
                <a:tailEnd/>
              </a:ln>
            </p:spPr>
            <p:txBody>
              <a:bodyPr/>
              <a:lstStyle/>
              <a:p>
                <a:pPr algn="ctr">
                  <a:defRPr/>
                </a:pPr>
                <a:endParaRPr lang="en-US" sz="900" dirty="0"/>
              </a:p>
            </p:txBody>
          </p:sp>
          <p:sp>
            <p:nvSpPr>
              <p:cNvPr id="68" name="Freeform 67"/>
              <p:cNvSpPr>
                <a:spLocks/>
              </p:cNvSpPr>
              <p:nvPr/>
            </p:nvSpPr>
            <p:spPr bwMode="auto">
              <a:xfrm>
                <a:off x="2318" y="1900"/>
                <a:ext cx="210" cy="352"/>
              </a:xfrm>
              <a:custGeom>
                <a:avLst/>
                <a:gdLst/>
                <a:ahLst/>
                <a:cxnLst>
                  <a:cxn ang="0">
                    <a:pos x="99" y="0"/>
                  </a:cxn>
                  <a:cxn ang="0">
                    <a:pos x="109" y="22"/>
                  </a:cxn>
                  <a:cxn ang="0">
                    <a:pos x="121" y="43"/>
                  </a:cxn>
                  <a:cxn ang="0">
                    <a:pos x="133" y="64"/>
                  </a:cxn>
                  <a:cxn ang="0">
                    <a:pos x="148" y="84"/>
                  </a:cxn>
                  <a:cxn ang="0">
                    <a:pos x="165" y="104"/>
                  </a:cxn>
                  <a:cxn ang="0">
                    <a:pos x="182" y="123"/>
                  </a:cxn>
                  <a:cxn ang="0">
                    <a:pos x="200" y="143"/>
                  </a:cxn>
                  <a:cxn ang="0">
                    <a:pos x="220" y="161"/>
                  </a:cxn>
                  <a:cxn ang="0">
                    <a:pos x="241" y="180"/>
                  </a:cxn>
                  <a:cxn ang="0">
                    <a:pos x="264" y="197"/>
                  </a:cxn>
                  <a:cxn ang="0">
                    <a:pos x="287" y="214"/>
                  </a:cxn>
                  <a:cxn ang="0">
                    <a:pos x="311" y="232"/>
                  </a:cxn>
                  <a:cxn ang="0">
                    <a:pos x="337" y="248"/>
                  </a:cxn>
                  <a:cxn ang="0">
                    <a:pos x="364" y="263"/>
                  </a:cxn>
                  <a:cxn ang="0">
                    <a:pos x="391" y="278"/>
                  </a:cxn>
                  <a:cxn ang="0">
                    <a:pos x="420" y="293"/>
                  </a:cxn>
                  <a:cxn ang="0">
                    <a:pos x="413" y="330"/>
                  </a:cxn>
                  <a:cxn ang="0">
                    <a:pos x="406" y="368"/>
                  </a:cxn>
                  <a:cxn ang="0">
                    <a:pos x="401" y="406"/>
                  </a:cxn>
                  <a:cxn ang="0">
                    <a:pos x="395" y="445"/>
                  </a:cxn>
                  <a:cxn ang="0">
                    <a:pos x="393" y="469"/>
                  </a:cxn>
                  <a:cxn ang="0">
                    <a:pos x="390" y="493"/>
                  </a:cxn>
                  <a:cxn ang="0">
                    <a:pos x="389" y="517"/>
                  </a:cxn>
                  <a:cxn ang="0">
                    <a:pos x="387" y="541"/>
                  </a:cxn>
                  <a:cxn ang="0">
                    <a:pos x="385" y="583"/>
                  </a:cxn>
                  <a:cxn ang="0">
                    <a:pos x="385" y="623"/>
                  </a:cxn>
                  <a:cxn ang="0">
                    <a:pos x="383" y="665"/>
                  </a:cxn>
                  <a:cxn ang="0">
                    <a:pos x="385" y="705"/>
                  </a:cxn>
                  <a:cxn ang="0">
                    <a:pos x="348" y="685"/>
                  </a:cxn>
                  <a:cxn ang="0">
                    <a:pos x="312" y="665"/>
                  </a:cxn>
                  <a:cxn ang="0">
                    <a:pos x="277" y="643"/>
                  </a:cxn>
                  <a:cxn ang="0">
                    <a:pos x="244" y="622"/>
                  </a:cxn>
                  <a:cxn ang="0">
                    <a:pos x="211" y="599"/>
                  </a:cxn>
                  <a:cxn ang="0">
                    <a:pos x="180" y="576"/>
                  </a:cxn>
                  <a:cxn ang="0">
                    <a:pos x="150" y="553"/>
                  </a:cxn>
                  <a:cxn ang="0">
                    <a:pos x="122" y="528"/>
                  </a:cxn>
                  <a:cxn ang="0">
                    <a:pos x="97" y="502"/>
                  </a:cxn>
                  <a:cxn ang="0">
                    <a:pos x="74" y="475"/>
                  </a:cxn>
                  <a:cxn ang="0">
                    <a:pos x="54" y="447"/>
                  </a:cxn>
                  <a:cxn ang="0">
                    <a:pos x="36" y="418"/>
                  </a:cxn>
                  <a:cxn ang="0">
                    <a:pos x="22" y="387"/>
                  </a:cxn>
                  <a:cxn ang="0">
                    <a:pos x="10" y="356"/>
                  </a:cxn>
                  <a:cxn ang="0">
                    <a:pos x="3" y="323"/>
                  </a:cxn>
                  <a:cxn ang="0">
                    <a:pos x="0" y="288"/>
                  </a:cxn>
                  <a:cxn ang="0">
                    <a:pos x="8" y="250"/>
                  </a:cxn>
                  <a:cxn ang="0">
                    <a:pos x="18" y="213"/>
                  </a:cxn>
                  <a:cxn ang="0">
                    <a:pos x="29" y="176"/>
                  </a:cxn>
                  <a:cxn ang="0">
                    <a:pos x="40" y="140"/>
                  </a:cxn>
                  <a:cxn ang="0">
                    <a:pos x="53" y="104"/>
                  </a:cxn>
                  <a:cxn ang="0">
                    <a:pos x="68" y="69"/>
                  </a:cxn>
                  <a:cxn ang="0">
                    <a:pos x="83" y="35"/>
                  </a:cxn>
                  <a:cxn ang="0">
                    <a:pos x="99" y="0"/>
                  </a:cxn>
                </a:cxnLst>
                <a:rect l="0" t="0" r="r" b="b"/>
                <a:pathLst>
                  <a:path w="420" h="705">
                    <a:moveTo>
                      <a:pt x="99" y="0"/>
                    </a:moveTo>
                    <a:lnTo>
                      <a:pt x="109" y="22"/>
                    </a:lnTo>
                    <a:lnTo>
                      <a:pt x="121" y="43"/>
                    </a:lnTo>
                    <a:lnTo>
                      <a:pt x="133" y="64"/>
                    </a:lnTo>
                    <a:lnTo>
                      <a:pt x="148" y="84"/>
                    </a:lnTo>
                    <a:lnTo>
                      <a:pt x="165" y="104"/>
                    </a:lnTo>
                    <a:lnTo>
                      <a:pt x="182" y="123"/>
                    </a:lnTo>
                    <a:lnTo>
                      <a:pt x="200" y="143"/>
                    </a:lnTo>
                    <a:lnTo>
                      <a:pt x="220" y="161"/>
                    </a:lnTo>
                    <a:lnTo>
                      <a:pt x="241" y="180"/>
                    </a:lnTo>
                    <a:lnTo>
                      <a:pt x="264" y="197"/>
                    </a:lnTo>
                    <a:lnTo>
                      <a:pt x="287" y="214"/>
                    </a:lnTo>
                    <a:lnTo>
                      <a:pt x="311" y="232"/>
                    </a:lnTo>
                    <a:lnTo>
                      <a:pt x="337" y="248"/>
                    </a:lnTo>
                    <a:lnTo>
                      <a:pt x="364" y="263"/>
                    </a:lnTo>
                    <a:lnTo>
                      <a:pt x="391" y="278"/>
                    </a:lnTo>
                    <a:lnTo>
                      <a:pt x="420" y="293"/>
                    </a:lnTo>
                    <a:lnTo>
                      <a:pt x="413" y="330"/>
                    </a:lnTo>
                    <a:lnTo>
                      <a:pt x="406" y="368"/>
                    </a:lnTo>
                    <a:lnTo>
                      <a:pt x="401" y="406"/>
                    </a:lnTo>
                    <a:lnTo>
                      <a:pt x="395" y="445"/>
                    </a:lnTo>
                    <a:lnTo>
                      <a:pt x="393" y="469"/>
                    </a:lnTo>
                    <a:lnTo>
                      <a:pt x="390" y="493"/>
                    </a:lnTo>
                    <a:lnTo>
                      <a:pt x="389" y="517"/>
                    </a:lnTo>
                    <a:lnTo>
                      <a:pt x="387" y="541"/>
                    </a:lnTo>
                    <a:lnTo>
                      <a:pt x="385" y="583"/>
                    </a:lnTo>
                    <a:lnTo>
                      <a:pt x="385" y="623"/>
                    </a:lnTo>
                    <a:lnTo>
                      <a:pt x="383" y="665"/>
                    </a:lnTo>
                    <a:lnTo>
                      <a:pt x="385" y="705"/>
                    </a:lnTo>
                    <a:lnTo>
                      <a:pt x="348" y="685"/>
                    </a:lnTo>
                    <a:lnTo>
                      <a:pt x="312" y="665"/>
                    </a:lnTo>
                    <a:lnTo>
                      <a:pt x="277" y="643"/>
                    </a:lnTo>
                    <a:lnTo>
                      <a:pt x="244" y="622"/>
                    </a:lnTo>
                    <a:lnTo>
                      <a:pt x="211" y="599"/>
                    </a:lnTo>
                    <a:lnTo>
                      <a:pt x="180" y="576"/>
                    </a:lnTo>
                    <a:lnTo>
                      <a:pt x="150" y="553"/>
                    </a:lnTo>
                    <a:lnTo>
                      <a:pt x="122" y="528"/>
                    </a:lnTo>
                    <a:lnTo>
                      <a:pt x="97" y="502"/>
                    </a:lnTo>
                    <a:lnTo>
                      <a:pt x="74" y="475"/>
                    </a:lnTo>
                    <a:lnTo>
                      <a:pt x="54" y="447"/>
                    </a:lnTo>
                    <a:lnTo>
                      <a:pt x="36" y="418"/>
                    </a:lnTo>
                    <a:lnTo>
                      <a:pt x="22" y="387"/>
                    </a:lnTo>
                    <a:lnTo>
                      <a:pt x="10" y="356"/>
                    </a:lnTo>
                    <a:lnTo>
                      <a:pt x="3" y="323"/>
                    </a:lnTo>
                    <a:lnTo>
                      <a:pt x="0" y="288"/>
                    </a:lnTo>
                    <a:lnTo>
                      <a:pt x="8" y="250"/>
                    </a:lnTo>
                    <a:lnTo>
                      <a:pt x="18" y="213"/>
                    </a:lnTo>
                    <a:lnTo>
                      <a:pt x="29" y="176"/>
                    </a:lnTo>
                    <a:lnTo>
                      <a:pt x="40" y="140"/>
                    </a:lnTo>
                    <a:lnTo>
                      <a:pt x="53" y="104"/>
                    </a:lnTo>
                    <a:lnTo>
                      <a:pt x="68" y="69"/>
                    </a:lnTo>
                    <a:lnTo>
                      <a:pt x="83" y="35"/>
                    </a:lnTo>
                    <a:lnTo>
                      <a:pt x="99" y="0"/>
                    </a:lnTo>
                    <a:close/>
                  </a:path>
                </a:pathLst>
              </a:custGeom>
              <a:grpFill/>
              <a:ln w="9525">
                <a:noFill/>
                <a:round/>
                <a:headEnd/>
                <a:tailEnd/>
              </a:ln>
            </p:spPr>
            <p:txBody>
              <a:bodyPr/>
              <a:lstStyle/>
              <a:p>
                <a:pPr algn="ctr">
                  <a:defRPr/>
                </a:pPr>
                <a:endParaRPr lang="en-US" sz="900" dirty="0"/>
              </a:p>
            </p:txBody>
          </p:sp>
          <p:sp>
            <p:nvSpPr>
              <p:cNvPr id="69" name="Freeform 68"/>
              <p:cNvSpPr>
                <a:spLocks/>
              </p:cNvSpPr>
              <p:nvPr/>
            </p:nvSpPr>
            <p:spPr bwMode="auto">
              <a:xfrm>
                <a:off x="2307" y="2149"/>
                <a:ext cx="256" cy="365"/>
              </a:xfrm>
              <a:custGeom>
                <a:avLst/>
                <a:gdLst/>
                <a:ahLst/>
                <a:cxnLst>
                  <a:cxn ang="0">
                    <a:pos x="0" y="11"/>
                  </a:cxn>
                  <a:cxn ang="0">
                    <a:pos x="0" y="9"/>
                  </a:cxn>
                  <a:cxn ang="0">
                    <a:pos x="1" y="5"/>
                  </a:cxn>
                  <a:cxn ang="0">
                    <a:pos x="1" y="3"/>
                  </a:cxn>
                  <a:cxn ang="0">
                    <a:pos x="1" y="0"/>
                  </a:cxn>
                  <a:cxn ang="0">
                    <a:pos x="12" y="25"/>
                  </a:cxn>
                  <a:cxn ang="0">
                    <a:pos x="25" y="49"/>
                  </a:cxn>
                  <a:cxn ang="0">
                    <a:pos x="41" y="73"/>
                  </a:cxn>
                  <a:cxn ang="0">
                    <a:pos x="60" y="96"/>
                  </a:cxn>
                  <a:cxn ang="0">
                    <a:pos x="82" y="119"/>
                  </a:cxn>
                  <a:cxn ang="0">
                    <a:pos x="106" y="141"/>
                  </a:cxn>
                  <a:cxn ang="0">
                    <a:pos x="131" y="163"/>
                  </a:cxn>
                  <a:cxn ang="0">
                    <a:pos x="159" y="185"/>
                  </a:cxn>
                  <a:cxn ang="0">
                    <a:pos x="188" y="206"/>
                  </a:cxn>
                  <a:cxn ang="0">
                    <a:pos x="219" y="227"/>
                  </a:cxn>
                  <a:cxn ang="0">
                    <a:pos x="250" y="246"/>
                  </a:cxn>
                  <a:cxn ang="0">
                    <a:pos x="282" y="265"/>
                  </a:cxn>
                  <a:cxn ang="0">
                    <a:pos x="316" y="283"/>
                  </a:cxn>
                  <a:cxn ang="0">
                    <a:pos x="349" y="301"/>
                  </a:cxn>
                  <a:cxn ang="0">
                    <a:pos x="382" y="319"/>
                  </a:cxn>
                  <a:cxn ang="0">
                    <a:pos x="416" y="335"/>
                  </a:cxn>
                  <a:cxn ang="0">
                    <a:pos x="419" y="374"/>
                  </a:cxn>
                  <a:cxn ang="0">
                    <a:pos x="424" y="412"/>
                  </a:cxn>
                  <a:cxn ang="0">
                    <a:pos x="430" y="450"/>
                  </a:cxn>
                  <a:cxn ang="0">
                    <a:pos x="435" y="487"/>
                  </a:cxn>
                  <a:cxn ang="0">
                    <a:pos x="441" y="517"/>
                  </a:cxn>
                  <a:cxn ang="0">
                    <a:pos x="448" y="547"/>
                  </a:cxn>
                  <a:cxn ang="0">
                    <a:pos x="456" y="577"/>
                  </a:cxn>
                  <a:cxn ang="0">
                    <a:pos x="464" y="607"/>
                  </a:cxn>
                  <a:cxn ang="0">
                    <a:pos x="475" y="638"/>
                  </a:cxn>
                  <a:cxn ang="0">
                    <a:pos x="486" y="668"/>
                  </a:cxn>
                  <a:cxn ang="0">
                    <a:pos x="499" y="699"/>
                  </a:cxn>
                  <a:cxn ang="0">
                    <a:pos x="513" y="731"/>
                  </a:cxn>
                  <a:cxn ang="0">
                    <a:pos x="470" y="709"/>
                  </a:cxn>
                  <a:cxn ang="0">
                    <a:pos x="427" y="686"/>
                  </a:cxn>
                  <a:cxn ang="0">
                    <a:pos x="387" y="662"/>
                  </a:cxn>
                  <a:cxn ang="0">
                    <a:pos x="348" y="635"/>
                  </a:cxn>
                  <a:cxn ang="0">
                    <a:pos x="310" y="608"/>
                  </a:cxn>
                  <a:cxn ang="0">
                    <a:pos x="274" y="579"/>
                  </a:cxn>
                  <a:cxn ang="0">
                    <a:pos x="240" y="549"/>
                  </a:cxn>
                  <a:cxn ang="0">
                    <a:pos x="206" y="518"/>
                  </a:cxn>
                  <a:cxn ang="0">
                    <a:pos x="176" y="486"/>
                  </a:cxn>
                  <a:cxn ang="0">
                    <a:pos x="147" y="453"/>
                  </a:cxn>
                  <a:cxn ang="0">
                    <a:pos x="121" y="419"/>
                  </a:cxn>
                  <a:cxn ang="0">
                    <a:pos x="97" y="384"/>
                  </a:cxn>
                  <a:cxn ang="0">
                    <a:pos x="75" y="350"/>
                  </a:cxn>
                  <a:cxn ang="0">
                    <a:pos x="55" y="313"/>
                  </a:cxn>
                  <a:cxn ang="0">
                    <a:pos x="38" y="277"/>
                  </a:cxn>
                  <a:cxn ang="0">
                    <a:pos x="24" y="240"/>
                  </a:cxn>
                  <a:cxn ang="0">
                    <a:pos x="14" y="184"/>
                  </a:cxn>
                  <a:cxn ang="0">
                    <a:pos x="6" y="128"/>
                  </a:cxn>
                  <a:cxn ang="0">
                    <a:pos x="1" y="70"/>
                  </a:cxn>
                  <a:cxn ang="0">
                    <a:pos x="0" y="11"/>
                  </a:cxn>
                </a:cxnLst>
                <a:rect l="0" t="0" r="r" b="b"/>
                <a:pathLst>
                  <a:path w="513" h="731">
                    <a:moveTo>
                      <a:pt x="0" y="11"/>
                    </a:moveTo>
                    <a:lnTo>
                      <a:pt x="0" y="9"/>
                    </a:lnTo>
                    <a:lnTo>
                      <a:pt x="1" y="5"/>
                    </a:lnTo>
                    <a:lnTo>
                      <a:pt x="1" y="3"/>
                    </a:lnTo>
                    <a:lnTo>
                      <a:pt x="1" y="0"/>
                    </a:lnTo>
                    <a:lnTo>
                      <a:pt x="12" y="25"/>
                    </a:lnTo>
                    <a:lnTo>
                      <a:pt x="25" y="49"/>
                    </a:lnTo>
                    <a:lnTo>
                      <a:pt x="41" y="73"/>
                    </a:lnTo>
                    <a:lnTo>
                      <a:pt x="60" y="96"/>
                    </a:lnTo>
                    <a:lnTo>
                      <a:pt x="82" y="119"/>
                    </a:lnTo>
                    <a:lnTo>
                      <a:pt x="106" y="141"/>
                    </a:lnTo>
                    <a:lnTo>
                      <a:pt x="131" y="163"/>
                    </a:lnTo>
                    <a:lnTo>
                      <a:pt x="159" y="185"/>
                    </a:lnTo>
                    <a:lnTo>
                      <a:pt x="188" y="206"/>
                    </a:lnTo>
                    <a:lnTo>
                      <a:pt x="219" y="227"/>
                    </a:lnTo>
                    <a:lnTo>
                      <a:pt x="250" y="246"/>
                    </a:lnTo>
                    <a:lnTo>
                      <a:pt x="282" y="265"/>
                    </a:lnTo>
                    <a:lnTo>
                      <a:pt x="316" y="283"/>
                    </a:lnTo>
                    <a:lnTo>
                      <a:pt x="349" y="301"/>
                    </a:lnTo>
                    <a:lnTo>
                      <a:pt x="382" y="319"/>
                    </a:lnTo>
                    <a:lnTo>
                      <a:pt x="416" y="335"/>
                    </a:lnTo>
                    <a:lnTo>
                      <a:pt x="419" y="374"/>
                    </a:lnTo>
                    <a:lnTo>
                      <a:pt x="424" y="412"/>
                    </a:lnTo>
                    <a:lnTo>
                      <a:pt x="430" y="450"/>
                    </a:lnTo>
                    <a:lnTo>
                      <a:pt x="435" y="487"/>
                    </a:lnTo>
                    <a:lnTo>
                      <a:pt x="441" y="517"/>
                    </a:lnTo>
                    <a:lnTo>
                      <a:pt x="448" y="547"/>
                    </a:lnTo>
                    <a:lnTo>
                      <a:pt x="456" y="577"/>
                    </a:lnTo>
                    <a:lnTo>
                      <a:pt x="464" y="607"/>
                    </a:lnTo>
                    <a:lnTo>
                      <a:pt x="475" y="638"/>
                    </a:lnTo>
                    <a:lnTo>
                      <a:pt x="486" y="668"/>
                    </a:lnTo>
                    <a:lnTo>
                      <a:pt x="499" y="699"/>
                    </a:lnTo>
                    <a:lnTo>
                      <a:pt x="513" y="731"/>
                    </a:lnTo>
                    <a:lnTo>
                      <a:pt x="470" y="709"/>
                    </a:lnTo>
                    <a:lnTo>
                      <a:pt x="427" y="686"/>
                    </a:lnTo>
                    <a:lnTo>
                      <a:pt x="387" y="662"/>
                    </a:lnTo>
                    <a:lnTo>
                      <a:pt x="348" y="635"/>
                    </a:lnTo>
                    <a:lnTo>
                      <a:pt x="310" y="608"/>
                    </a:lnTo>
                    <a:lnTo>
                      <a:pt x="274" y="579"/>
                    </a:lnTo>
                    <a:lnTo>
                      <a:pt x="240" y="549"/>
                    </a:lnTo>
                    <a:lnTo>
                      <a:pt x="206" y="518"/>
                    </a:lnTo>
                    <a:lnTo>
                      <a:pt x="176" y="486"/>
                    </a:lnTo>
                    <a:lnTo>
                      <a:pt x="147" y="453"/>
                    </a:lnTo>
                    <a:lnTo>
                      <a:pt x="121" y="419"/>
                    </a:lnTo>
                    <a:lnTo>
                      <a:pt x="97" y="384"/>
                    </a:lnTo>
                    <a:lnTo>
                      <a:pt x="75" y="350"/>
                    </a:lnTo>
                    <a:lnTo>
                      <a:pt x="55" y="313"/>
                    </a:lnTo>
                    <a:lnTo>
                      <a:pt x="38" y="277"/>
                    </a:lnTo>
                    <a:lnTo>
                      <a:pt x="24" y="240"/>
                    </a:lnTo>
                    <a:lnTo>
                      <a:pt x="14" y="184"/>
                    </a:lnTo>
                    <a:lnTo>
                      <a:pt x="6" y="128"/>
                    </a:lnTo>
                    <a:lnTo>
                      <a:pt x="1" y="70"/>
                    </a:lnTo>
                    <a:lnTo>
                      <a:pt x="0" y="11"/>
                    </a:lnTo>
                    <a:close/>
                  </a:path>
                </a:pathLst>
              </a:custGeom>
              <a:grpFill/>
              <a:ln w="9525">
                <a:noFill/>
                <a:round/>
                <a:headEnd/>
                <a:tailEnd/>
              </a:ln>
            </p:spPr>
            <p:txBody>
              <a:bodyPr/>
              <a:lstStyle/>
              <a:p>
                <a:pPr algn="ctr">
                  <a:defRPr/>
                </a:pPr>
                <a:endParaRPr lang="en-US" sz="900" dirty="0"/>
              </a:p>
            </p:txBody>
          </p:sp>
          <p:sp>
            <p:nvSpPr>
              <p:cNvPr id="70" name="Freeform 69"/>
              <p:cNvSpPr>
                <a:spLocks/>
              </p:cNvSpPr>
              <p:nvPr/>
            </p:nvSpPr>
            <p:spPr bwMode="auto">
              <a:xfrm>
                <a:off x="2379" y="2437"/>
                <a:ext cx="286" cy="253"/>
              </a:xfrm>
              <a:custGeom>
                <a:avLst/>
                <a:gdLst/>
                <a:ahLst/>
                <a:cxnLst>
                  <a:cxn ang="0">
                    <a:pos x="0" y="0"/>
                  </a:cxn>
                  <a:cxn ang="0">
                    <a:pos x="14" y="20"/>
                  </a:cxn>
                  <a:cxn ang="0">
                    <a:pos x="31" y="41"/>
                  </a:cxn>
                  <a:cxn ang="0">
                    <a:pos x="52" y="62"/>
                  </a:cxn>
                  <a:cxn ang="0">
                    <a:pos x="74" y="82"/>
                  </a:cxn>
                  <a:cxn ang="0">
                    <a:pos x="99" y="103"/>
                  </a:cxn>
                  <a:cxn ang="0">
                    <a:pos x="126" y="124"/>
                  </a:cxn>
                  <a:cxn ang="0">
                    <a:pos x="153" y="144"/>
                  </a:cxn>
                  <a:cxn ang="0">
                    <a:pos x="182" y="165"/>
                  </a:cxn>
                  <a:cxn ang="0">
                    <a:pos x="212" y="184"/>
                  </a:cxn>
                  <a:cxn ang="0">
                    <a:pos x="242" y="203"/>
                  </a:cxn>
                  <a:cxn ang="0">
                    <a:pos x="272" y="220"/>
                  </a:cxn>
                  <a:cxn ang="0">
                    <a:pos x="302" y="237"/>
                  </a:cxn>
                  <a:cxn ang="0">
                    <a:pos x="332" y="252"/>
                  </a:cxn>
                  <a:cxn ang="0">
                    <a:pos x="360" y="265"/>
                  </a:cxn>
                  <a:cxn ang="0">
                    <a:pos x="387" y="278"/>
                  </a:cxn>
                  <a:cxn ang="0">
                    <a:pos x="412" y="288"/>
                  </a:cxn>
                  <a:cxn ang="0">
                    <a:pos x="418" y="303"/>
                  </a:cxn>
                  <a:cxn ang="0">
                    <a:pos x="424" y="318"/>
                  </a:cxn>
                  <a:cxn ang="0">
                    <a:pos x="431" y="334"/>
                  </a:cxn>
                  <a:cxn ang="0">
                    <a:pos x="439" y="349"/>
                  </a:cxn>
                  <a:cxn ang="0">
                    <a:pos x="447" y="366"/>
                  </a:cxn>
                  <a:cxn ang="0">
                    <a:pos x="456" y="381"/>
                  </a:cxn>
                  <a:cxn ang="0">
                    <a:pos x="466" y="397"/>
                  </a:cxn>
                  <a:cxn ang="0">
                    <a:pos x="478" y="413"/>
                  </a:cxn>
                  <a:cxn ang="0">
                    <a:pos x="487" y="424"/>
                  </a:cxn>
                  <a:cxn ang="0">
                    <a:pos x="496" y="436"/>
                  </a:cxn>
                  <a:cxn ang="0">
                    <a:pos x="508" y="447"/>
                  </a:cxn>
                  <a:cxn ang="0">
                    <a:pos x="518" y="460"/>
                  </a:cxn>
                  <a:cxn ang="0">
                    <a:pos x="531" y="471"/>
                  </a:cxn>
                  <a:cxn ang="0">
                    <a:pos x="544" y="483"/>
                  </a:cxn>
                  <a:cxn ang="0">
                    <a:pos x="557" y="496"/>
                  </a:cxn>
                  <a:cxn ang="0">
                    <a:pos x="572" y="507"/>
                  </a:cxn>
                  <a:cxn ang="0">
                    <a:pos x="537" y="490"/>
                  </a:cxn>
                  <a:cxn ang="0">
                    <a:pos x="500" y="471"/>
                  </a:cxn>
                  <a:cxn ang="0">
                    <a:pos x="461" y="451"/>
                  </a:cxn>
                  <a:cxn ang="0">
                    <a:pos x="422" y="428"/>
                  </a:cxn>
                  <a:cxn ang="0">
                    <a:pos x="381" y="402"/>
                  </a:cxn>
                  <a:cxn ang="0">
                    <a:pos x="341" y="376"/>
                  </a:cxn>
                  <a:cxn ang="0">
                    <a:pos x="302" y="347"/>
                  </a:cxn>
                  <a:cxn ang="0">
                    <a:pos x="261" y="316"/>
                  </a:cxn>
                  <a:cxn ang="0">
                    <a:pos x="222" y="284"/>
                  </a:cxn>
                  <a:cxn ang="0">
                    <a:pos x="185" y="249"/>
                  </a:cxn>
                  <a:cxn ang="0">
                    <a:pos x="149" y="212"/>
                  </a:cxn>
                  <a:cxn ang="0">
                    <a:pos x="114" y="173"/>
                  </a:cxn>
                  <a:cxn ang="0">
                    <a:pos x="82" y="133"/>
                  </a:cxn>
                  <a:cxn ang="0">
                    <a:pos x="52" y="90"/>
                  </a:cxn>
                  <a:cxn ang="0">
                    <a:pos x="24" y="47"/>
                  </a:cxn>
                  <a:cxn ang="0">
                    <a:pos x="0" y="0"/>
                  </a:cxn>
                </a:cxnLst>
                <a:rect l="0" t="0" r="r" b="b"/>
                <a:pathLst>
                  <a:path w="572" h="507">
                    <a:moveTo>
                      <a:pt x="0" y="0"/>
                    </a:moveTo>
                    <a:lnTo>
                      <a:pt x="14" y="20"/>
                    </a:lnTo>
                    <a:lnTo>
                      <a:pt x="31" y="41"/>
                    </a:lnTo>
                    <a:lnTo>
                      <a:pt x="52" y="62"/>
                    </a:lnTo>
                    <a:lnTo>
                      <a:pt x="74" y="82"/>
                    </a:lnTo>
                    <a:lnTo>
                      <a:pt x="99" y="103"/>
                    </a:lnTo>
                    <a:lnTo>
                      <a:pt x="126" y="124"/>
                    </a:lnTo>
                    <a:lnTo>
                      <a:pt x="153" y="144"/>
                    </a:lnTo>
                    <a:lnTo>
                      <a:pt x="182" y="165"/>
                    </a:lnTo>
                    <a:lnTo>
                      <a:pt x="212" y="184"/>
                    </a:lnTo>
                    <a:lnTo>
                      <a:pt x="242" y="203"/>
                    </a:lnTo>
                    <a:lnTo>
                      <a:pt x="272" y="220"/>
                    </a:lnTo>
                    <a:lnTo>
                      <a:pt x="302" y="237"/>
                    </a:lnTo>
                    <a:lnTo>
                      <a:pt x="332" y="252"/>
                    </a:lnTo>
                    <a:lnTo>
                      <a:pt x="360" y="265"/>
                    </a:lnTo>
                    <a:lnTo>
                      <a:pt x="387" y="278"/>
                    </a:lnTo>
                    <a:lnTo>
                      <a:pt x="412" y="288"/>
                    </a:lnTo>
                    <a:lnTo>
                      <a:pt x="418" y="303"/>
                    </a:lnTo>
                    <a:lnTo>
                      <a:pt x="424" y="318"/>
                    </a:lnTo>
                    <a:lnTo>
                      <a:pt x="431" y="334"/>
                    </a:lnTo>
                    <a:lnTo>
                      <a:pt x="439" y="349"/>
                    </a:lnTo>
                    <a:lnTo>
                      <a:pt x="447" y="366"/>
                    </a:lnTo>
                    <a:lnTo>
                      <a:pt x="456" y="381"/>
                    </a:lnTo>
                    <a:lnTo>
                      <a:pt x="466" y="397"/>
                    </a:lnTo>
                    <a:lnTo>
                      <a:pt x="478" y="413"/>
                    </a:lnTo>
                    <a:lnTo>
                      <a:pt x="487" y="424"/>
                    </a:lnTo>
                    <a:lnTo>
                      <a:pt x="496" y="436"/>
                    </a:lnTo>
                    <a:lnTo>
                      <a:pt x="508" y="447"/>
                    </a:lnTo>
                    <a:lnTo>
                      <a:pt x="518" y="460"/>
                    </a:lnTo>
                    <a:lnTo>
                      <a:pt x="531" y="471"/>
                    </a:lnTo>
                    <a:lnTo>
                      <a:pt x="544" y="483"/>
                    </a:lnTo>
                    <a:lnTo>
                      <a:pt x="557" y="496"/>
                    </a:lnTo>
                    <a:lnTo>
                      <a:pt x="572" y="507"/>
                    </a:lnTo>
                    <a:lnTo>
                      <a:pt x="537" y="490"/>
                    </a:lnTo>
                    <a:lnTo>
                      <a:pt x="500" y="471"/>
                    </a:lnTo>
                    <a:lnTo>
                      <a:pt x="461" y="451"/>
                    </a:lnTo>
                    <a:lnTo>
                      <a:pt x="422" y="428"/>
                    </a:lnTo>
                    <a:lnTo>
                      <a:pt x="381" y="402"/>
                    </a:lnTo>
                    <a:lnTo>
                      <a:pt x="341" y="376"/>
                    </a:lnTo>
                    <a:lnTo>
                      <a:pt x="302" y="347"/>
                    </a:lnTo>
                    <a:lnTo>
                      <a:pt x="261" y="316"/>
                    </a:lnTo>
                    <a:lnTo>
                      <a:pt x="222" y="284"/>
                    </a:lnTo>
                    <a:lnTo>
                      <a:pt x="185" y="249"/>
                    </a:lnTo>
                    <a:lnTo>
                      <a:pt x="149" y="212"/>
                    </a:lnTo>
                    <a:lnTo>
                      <a:pt x="114" y="173"/>
                    </a:lnTo>
                    <a:lnTo>
                      <a:pt x="82" y="133"/>
                    </a:lnTo>
                    <a:lnTo>
                      <a:pt x="52" y="90"/>
                    </a:lnTo>
                    <a:lnTo>
                      <a:pt x="24" y="47"/>
                    </a:lnTo>
                    <a:lnTo>
                      <a:pt x="0" y="0"/>
                    </a:lnTo>
                    <a:close/>
                  </a:path>
                </a:pathLst>
              </a:custGeom>
              <a:grpFill/>
              <a:ln w="9525">
                <a:noFill/>
                <a:round/>
                <a:headEnd/>
                <a:tailEnd/>
              </a:ln>
            </p:spPr>
            <p:txBody>
              <a:bodyPr/>
              <a:lstStyle/>
              <a:p>
                <a:pPr algn="ctr">
                  <a:defRPr/>
                </a:pPr>
                <a:endParaRPr lang="en-US" sz="900" dirty="0"/>
              </a:p>
            </p:txBody>
          </p:sp>
          <p:sp>
            <p:nvSpPr>
              <p:cNvPr id="71" name="Freeform 70"/>
              <p:cNvSpPr>
                <a:spLocks/>
              </p:cNvSpPr>
              <p:nvPr/>
            </p:nvSpPr>
            <p:spPr bwMode="auto">
              <a:xfrm>
                <a:off x="2648" y="2599"/>
                <a:ext cx="208" cy="136"/>
              </a:xfrm>
              <a:custGeom>
                <a:avLst/>
                <a:gdLst/>
                <a:ahLst/>
                <a:cxnLst>
                  <a:cxn ang="0">
                    <a:pos x="417" y="273"/>
                  </a:cxn>
                  <a:cxn ang="0">
                    <a:pos x="398" y="272"/>
                  </a:cxn>
                  <a:cxn ang="0">
                    <a:pos x="379" y="271"/>
                  </a:cxn>
                  <a:cxn ang="0">
                    <a:pos x="358" y="268"/>
                  </a:cxn>
                  <a:cxn ang="0">
                    <a:pos x="337" y="266"/>
                  </a:cxn>
                  <a:cxn ang="0">
                    <a:pos x="315" y="261"/>
                  </a:cxn>
                  <a:cxn ang="0">
                    <a:pos x="292" y="257"/>
                  </a:cxn>
                  <a:cxn ang="0">
                    <a:pos x="269" y="250"/>
                  </a:cxn>
                  <a:cxn ang="0">
                    <a:pos x="245" y="241"/>
                  </a:cxn>
                  <a:cxn ang="0">
                    <a:pos x="231" y="235"/>
                  </a:cxn>
                  <a:cxn ang="0">
                    <a:pos x="218" y="229"/>
                  </a:cxn>
                  <a:cxn ang="0">
                    <a:pos x="204" y="222"/>
                  </a:cxn>
                  <a:cxn ang="0">
                    <a:pos x="190" y="215"/>
                  </a:cxn>
                  <a:cxn ang="0">
                    <a:pos x="175" y="209"/>
                  </a:cxn>
                  <a:cxn ang="0">
                    <a:pos x="160" y="200"/>
                  </a:cxn>
                  <a:cxn ang="0">
                    <a:pos x="146" y="192"/>
                  </a:cxn>
                  <a:cxn ang="0">
                    <a:pos x="131" y="183"/>
                  </a:cxn>
                  <a:cxn ang="0">
                    <a:pos x="117" y="174"/>
                  </a:cxn>
                  <a:cxn ang="0">
                    <a:pos x="103" y="165"/>
                  </a:cxn>
                  <a:cxn ang="0">
                    <a:pos x="90" y="153"/>
                  </a:cxn>
                  <a:cxn ang="0">
                    <a:pos x="76" y="143"/>
                  </a:cxn>
                  <a:cxn ang="0">
                    <a:pos x="63" y="131"/>
                  </a:cxn>
                  <a:cxn ang="0">
                    <a:pos x="52" y="119"/>
                  </a:cxn>
                  <a:cxn ang="0">
                    <a:pos x="40" y="106"/>
                  </a:cxn>
                  <a:cxn ang="0">
                    <a:pos x="30" y="92"/>
                  </a:cxn>
                  <a:cxn ang="0">
                    <a:pos x="19" y="71"/>
                  </a:cxn>
                  <a:cxn ang="0">
                    <a:pos x="14" y="48"/>
                  </a:cxn>
                  <a:cxn ang="0">
                    <a:pos x="8" y="24"/>
                  </a:cxn>
                  <a:cxn ang="0">
                    <a:pos x="0" y="0"/>
                  </a:cxn>
                  <a:cxn ang="0">
                    <a:pos x="10" y="4"/>
                  </a:cxn>
                  <a:cxn ang="0">
                    <a:pos x="21" y="8"/>
                  </a:cxn>
                  <a:cxn ang="0">
                    <a:pos x="31" y="12"/>
                  </a:cxn>
                  <a:cxn ang="0">
                    <a:pos x="42" y="15"/>
                  </a:cxn>
                  <a:cxn ang="0">
                    <a:pos x="53" y="17"/>
                  </a:cxn>
                  <a:cxn ang="0">
                    <a:pos x="64" y="21"/>
                  </a:cxn>
                  <a:cxn ang="0">
                    <a:pos x="76" y="24"/>
                  </a:cxn>
                  <a:cxn ang="0">
                    <a:pos x="87" y="27"/>
                  </a:cxn>
                  <a:cxn ang="0">
                    <a:pos x="100" y="30"/>
                  </a:cxn>
                  <a:cxn ang="0">
                    <a:pos x="112" y="32"/>
                  </a:cxn>
                  <a:cxn ang="0">
                    <a:pos x="123" y="36"/>
                  </a:cxn>
                  <a:cxn ang="0">
                    <a:pos x="136" y="38"/>
                  </a:cxn>
                  <a:cxn ang="0">
                    <a:pos x="148" y="40"/>
                  </a:cxn>
                  <a:cxn ang="0">
                    <a:pos x="160" y="43"/>
                  </a:cxn>
                  <a:cxn ang="0">
                    <a:pos x="173" y="45"/>
                  </a:cxn>
                  <a:cxn ang="0">
                    <a:pos x="185" y="47"/>
                  </a:cxn>
                  <a:cxn ang="0">
                    <a:pos x="200" y="50"/>
                  </a:cxn>
                  <a:cxn ang="0">
                    <a:pos x="214" y="52"/>
                  </a:cxn>
                  <a:cxn ang="0">
                    <a:pos x="229" y="54"/>
                  </a:cxn>
                  <a:cxn ang="0">
                    <a:pos x="244" y="55"/>
                  </a:cxn>
                  <a:cxn ang="0">
                    <a:pos x="259" y="58"/>
                  </a:cxn>
                  <a:cxn ang="0">
                    <a:pos x="273" y="60"/>
                  </a:cxn>
                  <a:cxn ang="0">
                    <a:pos x="288" y="61"/>
                  </a:cxn>
                  <a:cxn ang="0">
                    <a:pos x="303" y="62"/>
                  </a:cxn>
                  <a:cxn ang="0">
                    <a:pos x="318" y="65"/>
                  </a:cxn>
                  <a:cxn ang="0">
                    <a:pos x="332" y="66"/>
                  </a:cxn>
                  <a:cxn ang="0">
                    <a:pos x="347" y="67"/>
                  </a:cxn>
                  <a:cxn ang="0">
                    <a:pos x="360" y="68"/>
                  </a:cxn>
                  <a:cxn ang="0">
                    <a:pos x="375" y="68"/>
                  </a:cxn>
                  <a:cxn ang="0">
                    <a:pos x="389" y="69"/>
                  </a:cxn>
                  <a:cxn ang="0">
                    <a:pos x="403" y="70"/>
                  </a:cxn>
                  <a:cxn ang="0">
                    <a:pos x="417" y="70"/>
                  </a:cxn>
                  <a:cxn ang="0">
                    <a:pos x="417" y="166"/>
                  </a:cxn>
                  <a:cxn ang="0">
                    <a:pos x="417" y="273"/>
                  </a:cxn>
                </a:cxnLst>
                <a:rect l="0" t="0" r="r" b="b"/>
                <a:pathLst>
                  <a:path w="417" h="273">
                    <a:moveTo>
                      <a:pt x="417" y="273"/>
                    </a:moveTo>
                    <a:lnTo>
                      <a:pt x="398" y="272"/>
                    </a:lnTo>
                    <a:lnTo>
                      <a:pt x="379" y="271"/>
                    </a:lnTo>
                    <a:lnTo>
                      <a:pt x="358" y="268"/>
                    </a:lnTo>
                    <a:lnTo>
                      <a:pt x="337" y="266"/>
                    </a:lnTo>
                    <a:lnTo>
                      <a:pt x="315" y="261"/>
                    </a:lnTo>
                    <a:lnTo>
                      <a:pt x="292" y="257"/>
                    </a:lnTo>
                    <a:lnTo>
                      <a:pt x="269" y="250"/>
                    </a:lnTo>
                    <a:lnTo>
                      <a:pt x="245" y="241"/>
                    </a:lnTo>
                    <a:lnTo>
                      <a:pt x="231" y="235"/>
                    </a:lnTo>
                    <a:lnTo>
                      <a:pt x="218" y="229"/>
                    </a:lnTo>
                    <a:lnTo>
                      <a:pt x="204" y="222"/>
                    </a:lnTo>
                    <a:lnTo>
                      <a:pt x="190" y="215"/>
                    </a:lnTo>
                    <a:lnTo>
                      <a:pt x="175" y="209"/>
                    </a:lnTo>
                    <a:lnTo>
                      <a:pt x="160" y="200"/>
                    </a:lnTo>
                    <a:lnTo>
                      <a:pt x="146" y="192"/>
                    </a:lnTo>
                    <a:lnTo>
                      <a:pt x="131" y="183"/>
                    </a:lnTo>
                    <a:lnTo>
                      <a:pt x="117" y="174"/>
                    </a:lnTo>
                    <a:lnTo>
                      <a:pt x="103" y="165"/>
                    </a:lnTo>
                    <a:lnTo>
                      <a:pt x="90" y="153"/>
                    </a:lnTo>
                    <a:lnTo>
                      <a:pt x="76" y="143"/>
                    </a:lnTo>
                    <a:lnTo>
                      <a:pt x="63" y="131"/>
                    </a:lnTo>
                    <a:lnTo>
                      <a:pt x="52" y="119"/>
                    </a:lnTo>
                    <a:lnTo>
                      <a:pt x="40" y="106"/>
                    </a:lnTo>
                    <a:lnTo>
                      <a:pt x="30" y="92"/>
                    </a:lnTo>
                    <a:lnTo>
                      <a:pt x="19" y="71"/>
                    </a:lnTo>
                    <a:lnTo>
                      <a:pt x="14" y="48"/>
                    </a:lnTo>
                    <a:lnTo>
                      <a:pt x="8" y="24"/>
                    </a:lnTo>
                    <a:lnTo>
                      <a:pt x="0" y="0"/>
                    </a:lnTo>
                    <a:lnTo>
                      <a:pt x="10" y="4"/>
                    </a:lnTo>
                    <a:lnTo>
                      <a:pt x="21" y="8"/>
                    </a:lnTo>
                    <a:lnTo>
                      <a:pt x="31" y="12"/>
                    </a:lnTo>
                    <a:lnTo>
                      <a:pt x="42" y="15"/>
                    </a:lnTo>
                    <a:lnTo>
                      <a:pt x="53" y="17"/>
                    </a:lnTo>
                    <a:lnTo>
                      <a:pt x="64" y="21"/>
                    </a:lnTo>
                    <a:lnTo>
                      <a:pt x="76" y="24"/>
                    </a:lnTo>
                    <a:lnTo>
                      <a:pt x="87" y="27"/>
                    </a:lnTo>
                    <a:lnTo>
                      <a:pt x="100" y="30"/>
                    </a:lnTo>
                    <a:lnTo>
                      <a:pt x="112" y="32"/>
                    </a:lnTo>
                    <a:lnTo>
                      <a:pt x="123" y="36"/>
                    </a:lnTo>
                    <a:lnTo>
                      <a:pt x="136" y="38"/>
                    </a:lnTo>
                    <a:lnTo>
                      <a:pt x="148" y="40"/>
                    </a:lnTo>
                    <a:lnTo>
                      <a:pt x="160" y="43"/>
                    </a:lnTo>
                    <a:lnTo>
                      <a:pt x="173" y="45"/>
                    </a:lnTo>
                    <a:lnTo>
                      <a:pt x="185" y="47"/>
                    </a:lnTo>
                    <a:lnTo>
                      <a:pt x="200" y="50"/>
                    </a:lnTo>
                    <a:lnTo>
                      <a:pt x="214" y="52"/>
                    </a:lnTo>
                    <a:lnTo>
                      <a:pt x="229" y="54"/>
                    </a:lnTo>
                    <a:lnTo>
                      <a:pt x="244" y="55"/>
                    </a:lnTo>
                    <a:lnTo>
                      <a:pt x="259" y="58"/>
                    </a:lnTo>
                    <a:lnTo>
                      <a:pt x="273" y="60"/>
                    </a:lnTo>
                    <a:lnTo>
                      <a:pt x="288" y="61"/>
                    </a:lnTo>
                    <a:lnTo>
                      <a:pt x="303" y="62"/>
                    </a:lnTo>
                    <a:lnTo>
                      <a:pt x="318" y="65"/>
                    </a:lnTo>
                    <a:lnTo>
                      <a:pt x="332" y="66"/>
                    </a:lnTo>
                    <a:lnTo>
                      <a:pt x="347" y="67"/>
                    </a:lnTo>
                    <a:lnTo>
                      <a:pt x="360" y="68"/>
                    </a:lnTo>
                    <a:lnTo>
                      <a:pt x="375" y="68"/>
                    </a:lnTo>
                    <a:lnTo>
                      <a:pt x="389" y="69"/>
                    </a:lnTo>
                    <a:lnTo>
                      <a:pt x="403" y="70"/>
                    </a:lnTo>
                    <a:lnTo>
                      <a:pt x="417" y="70"/>
                    </a:lnTo>
                    <a:lnTo>
                      <a:pt x="417" y="166"/>
                    </a:lnTo>
                    <a:lnTo>
                      <a:pt x="417" y="273"/>
                    </a:lnTo>
                    <a:close/>
                  </a:path>
                </a:pathLst>
              </a:custGeom>
              <a:grpFill/>
              <a:ln w="9525">
                <a:noFill/>
                <a:round/>
                <a:headEnd/>
                <a:tailEnd/>
              </a:ln>
            </p:spPr>
            <p:txBody>
              <a:bodyPr/>
              <a:lstStyle/>
              <a:p>
                <a:pPr algn="ctr">
                  <a:defRPr/>
                </a:pPr>
                <a:endParaRPr lang="en-US" sz="900" dirty="0"/>
              </a:p>
            </p:txBody>
          </p:sp>
          <p:sp>
            <p:nvSpPr>
              <p:cNvPr id="72" name="Freeform 71"/>
              <p:cNvSpPr>
                <a:spLocks/>
              </p:cNvSpPr>
              <p:nvPr/>
            </p:nvSpPr>
            <p:spPr bwMode="auto">
              <a:xfrm>
                <a:off x="2904" y="2604"/>
                <a:ext cx="202" cy="131"/>
              </a:xfrm>
              <a:custGeom>
                <a:avLst/>
                <a:gdLst/>
                <a:ahLst/>
                <a:cxnLst>
                  <a:cxn ang="0">
                    <a:pos x="171" y="229"/>
                  </a:cxn>
                  <a:cxn ang="0">
                    <a:pos x="147" y="237"/>
                  </a:cxn>
                  <a:cxn ang="0">
                    <a:pos x="124" y="244"/>
                  </a:cxn>
                  <a:cxn ang="0">
                    <a:pos x="102" y="249"/>
                  </a:cxn>
                  <a:cxn ang="0">
                    <a:pos x="80" y="253"/>
                  </a:cxn>
                  <a:cxn ang="0">
                    <a:pos x="59" y="256"/>
                  </a:cxn>
                  <a:cxn ang="0">
                    <a:pos x="38" y="259"/>
                  </a:cxn>
                  <a:cxn ang="0">
                    <a:pos x="19" y="260"/>
                  </a:cxn>
                  <a:cxn ang="0">
                    <a:pos x="0" y="261"/>
                  </a:cxn>
                  <a:cxn ang="0">
                    <a:pos x="0" y="161"/>
                  </a:cxn>
                  <a:cxn ang="0">
                    <a:pos x="0" y="58"/>
                  </a:cxn>
                  <a:cxn ang="0">
                    <a:pos x="26" y="57"/>
                  </a:cxn>
                  <a:cxn ang="0">
                    <a:pos x="51" y="56"/>
                  </a:cxn>
                  <a:cxn ang="0">
                    <a:pos x="78" y="54"/>
                  </a:cxn>
                  <a:cxn ang="0">
                    <a:pos x="103" y="51"/>
                  </a:cxn>
                  <a:cxn ang="0">
                    <a:pos x="129" y="49"/>
                  </a:cxn>
                  <a:cxn ang="0">
                    <a:pos x="155" y="46"/>
                  </a:cxn>
                  <a:cxn ang="0">
                    <a:pos x="181" y="43"/>
                  </a:cxn>
                  <a:cxn ang="0">
                    <a:pos x="207" y="39"/>
                  </a:cxn>
                  <a:cxn ang="0">
                    <a:pos x="232" y="35"/>
                  </a:cxn>
                  <a:cxn ang="0">
                    <a:pos x="258" y="31"/>
                  </a:cxn>
                  <a:cxn ang="0">
                    <a:pos x="283" y="26"/>
                  </a:cxn>
                  <a:cxn ang="0">
                    <a:pos x="308" y="21"/>
                  </a:cxn>
                  <a:cxn ang="0">
                    <a:pos x="332" y="17"/>
                  </a:cxn>
                  <a:cxn ang="0">
                    <a:pos x="356" y="11"/>
                  </a:cxn>
                  <a:cxn ang="0">
                    <a:pos x="380" y="5"/>
                  </a:cxn>
                  <a:cxn ang="0">
                    <a:pos x="403" y="0"/>
                  </a:cxn>
                  <a:cxn ang="0">
                    <a:pos x="399" y="9"/>
                  </a:cxn>
                  <a:cxn ang="0">
                    <a:pos x="394" y="18"/>
                  </a:cxn>
                  <a:cxn ang="0">
                    <a:pos x="390" y="27"/>
                  </a:cxn>
                  <a:cxn ang="0">
                    <a:pos x="385" y="36"/>
                  </a:cxn>
                  <a:cxn ang="0">
                    <a:pos x="379" y="46"/>
                  </a:cxn>
                  <a:cxn ang="0">
                    <a:pos x="375" y="54"/>
                  </a:cxn>
                  <a:cxn ang="0">
                    <a:pos x="369" y="63"/>
                  </a:cxn>
                  <a:cxn ang="0">
                    <a:pos x="363" y="71"/>
                  </a:cxn>
                  <a:cxn ang="0">
                    <a:pos x="352" y="86"/>
                  </a:cxn>
                  <a:cxn ang="0">
                    <a:pos x="340" y="101"/>
                  </a:cxn>
                  <a:cxn ang="0">
                    <a:pos x="329" y="115"/>
                  </a:cxn>
                  <a:cxn ang="0">
                    <a:pos x="316" y="129"/>
                  </a:cxn>
                  <a:cxn ang="0">
                    <a:pos x="303" y="140"/>
                  </a:cxn>
                  <a:cxn ang="0">
                    <a:pos x="291" y="153"/>
                  </a:cxn>
                  <a:cxn ang="0">
                    <a:pos x="277" y="163"/>
                  </a:cxn>
                  <a:cxn ang="0">
                    <a:pos x="264" y="173"/>
                  </a:cxn>
                  <a:cxn ang="0">
                    <a:pos x="251" y="183"/>
                  </a:cxn>
                  <a:cxn ang="0">
                    <a:pos x="239" y="192"/>
                  </a:cxn>
                  <a:cxn ang="0">
                    <a:pos x="226" y="200"/>
                  </a:cxn>
                  <a:cxn ang="0">
                    <a:pos x="215" y="207"/>
                  </a:cxn>
                  <a:cxn ang="0">
                    <a:pos x="203" y="214"/>
                  </a:cxn>
                  <a:cxn ang="0">
                    <a:pos x="192" y="220"/>
                  </a:cxn>
                  <a:cxn ang="0">
                    <a:pos x="181" y="224"/>
                  </a:cxn>
                  <a:cxn ang="0">
                    <a:pos x="171" y="229"/>
                  </a:cxn>
                </a:cxnLst>
                <a:rect l="0" t="0" r="r" b="b"/>
                <a:pathLst>
                  <a:path w="403" h="261">
                    <a:moveTo>
                      <a:pt x="171" y="229"/>
                    </a:moveTo>
                    <a:lnTo>
                      <a:pt x="147" y="237"/>
                    </a:lnTo>
                    <a:lnTo>
                      <a:pt x="124" y="244"/>
                    </a:lnTo>
                    <a:lnTo>
                      <a:pt x="102" y="249"/>
                    </a:lnTo>
                    <a:lnTo>
                      <a:pt x="80" y="253"/>
                    </a:lnTo>
                    <a:lnTo>
                      <a:pt x="59" y="256"/>
                    </a:lnTo>
                    <a:lnTo>
                      <a:pt x="38" y="259"/>
                    </a:lnTo>
                    <a:lnTo>
                      <a:pt x="19" y="260"/>
                    </a:lnTo>
                    <a:lnTo>
                      <a:pt x="0" y="261"/>
                    </a:lnTo>
                    <a:lnTo>
                      <a:pt x="0" y="161"/>
                    </a:lnTo>
                    <a:lnTo>
                      <a:pt x="0" y="58"/>
                    </a:lnTo>
                    <a:lnTo>
                      <a:pt x="26" y="57"/>
                    </a:lnTo>
                    <a:lnTo>
                      <a:pt x="51" y="56"/>
                    </a:lnTo>
                    <a:lnTo>
                      <a:pt x="78" y="54"/>
                    </a:lnTo>
                    <a:lnTo>
                      <a:pt x="103" y="51"/>
                    </a:lnTo>
                    <a:lnTo>
                      <a:pt x="129" y="49"/>
                    </a:lnTo>
                    <a:lnTo>
                      <a:pt x="155" y="46"/>
                    </a:lnTo>
                    <a:lnTo>
                      <a:pt x="181" y="43"/>
                    </a:lnTo>
                    <a:lnTo>
                      <a:pt x="207" y="39"/>
                    </a:lnTo>
                    <a:lnTo>
                      <a:pt x="232" y="35"/>
                    </a:lnTo>
                    <a:lnTo>
                      <a:pt x="258" y="31"/>
                    </a:lnTo>
                    <a:lnTo>
                      <a:pt x="283" y="26"/>
                    </a:lnTo>
                    <a:lnTo>
                      <a:pt x="308" y="21"/>
                    </a:lnTo>
                    <a:lnTo>
                      <a:pt x="332" y="17"/>
                    </a:lnTo>
                    <a:lnTo>
                      <a:pt x="356" y="11"/>
                    </a:lnTo>
                    <a:lnTo>
                      <a:pt x="380" y="5"/>
                    </a:lnTo>
                    <a:lnTo>
                      <a:pt x="403" y="0"/>
                    </a:lnTo>
                    <a:lnTo>
                      <a:pt x="399" y="9"/>
                    </a:lnTo>
                    <a:lnTo>
                      <a:pt x="394" y="18"/>
                    </a:lnTo>
                    <a:lnTo>
                      <a:pt x="390" y="27"/>
                    </a:lnTo>
                    <a:lnTo>
                      <a:pt x="385" y="36"/>
                    </a:lnTo>
                    <a:lnTo>
                      <a:pt x="379" y="46"/>
                    </a:lnTo>
                    <a:lnTo>
                      <a:pt x="375" y="54"/>
                    </a:lnTo>
                    <a:lnTo>
                      <a:pt x="369" y="63"/>
                    </a:lnTo>
                    <a:lnTo>
                      <a:pt x="363" y="71"/>
                    </a:lnTo>
                    <a:lnTo>
                      <a:pt x="352" y="86"/>
                    </a:lnTo>
                    <a:lnTo>
                      <a:pt x="340" y="101"/>
                    </a:lnTo>
                    <a:lnTo>
                      <a:pt x="329" y="115"/>
                    </a:lnTo>
                    <a:lnTo>
                      <a:pt x="316" y="129"/>
                    </a:lnTo>
                    <a:lnTo>
                      <a:pt x="303" y="140"/>
                    </a:lnTo>
                    <a:lnTo>
                      <a:pt x="291" y="153"/>
                    </a:lnTo>
                    <a:lnTo>
                      <a:pt x="277" y="163"/>
                    </a:lnTo>
                    <a:lnTo>
                      <a:pt x="264" y="173"/>
                    </a:lnTo>
                    <a:lnTo>
                      <a:pt x="251" y="183"/>
                    </a:lnTo>
                    <a:lnTo>
                      <a:pt x="239" y="192"/>
                    </a:lnTo>
                    <a:lnTo>
                      <a:pt x="226" y="200"/>
                    </a:lnTo>
                    <a:lnTo>
                      <a:pt x="215" y="207"/>
                    </a:lnTo>
                    <a:lnTo>
                      <a:pt x="203" y="214"/>
                    </a:lnTo>
                    <a:lnTo>
                      <a:pt x="192" y="220"/>
                    </a:lnTo>
                    <a:lnTo>
                      <a:pt x="181" y="224"/>
                    </a:lnTo>
                    <a:lnTo>
                      <a:pt x="171" y="229"/>
                    </a:lnTo>
                    <a:close/>
                  </a:path>
                </a:pathLst>
              </a:custGeom>
              <a:grpFill/>
              <a:ln w="9525">
                <a:noFill/>
                <a:round/>
                <a:headEnd/>
                <a:tailEnd/>
              </a:ln>
            </p:spPr>
            <p:txBody>
              <a:bodyPr/>
              <a:lstStyle/>
              <a:p>
                <a:pPr algn="ctr">
                  <a:defRPr/>
                </a:pPr>
                <a:endParaRPr lang="en-US" sz="900" dirty="0"/>
              </a:p>
            </p:txBody>
          </p:sp>
          <p:sp>
            <p:nvSpPr>
              <p:cNvPr id="73" name="Freeform 72"/>
              <p:cNvSpPr>
                <a:spLocks/>
              </p:cNvSpPr>
              <p:nvPr/>
            </p:nvSpPr>
            <p:spPr bwMode="auto">
              <a:xfrm>
                <a:off x="3104" y="2437"/>
                <a:ext cx="278" cy="248"/>
              </a:xfrm>
              <a:custGeom>
                <a:avLst/>
                <a:gdLst/>
                <a:ahLst/>
                <a:cxnLst>
                  <a:cxn ang="0">
                    <a:pos x="0" y="497"/>
                  </a:cxn>
                  <a:cxn ang="0">
                    <a:pos x="13" y="485"/>
                  </a:cxn>
                  <a:cxn ang="0">
                    <a:pos x="25" y="473"/>
                  </a:cxn>
                  <a:cxn ang="0">
                    <a:pos x="36" y="461"/>
                  </a:cxn>
                  <a:cxn ang="0">
                    <a:pos x="46" y="450"/>
                  </a:cxn>
                  <a:cxn ang="0">
                    <a:pos x="56" y="438"/>
                  </a:cxn>
                  <a:cxn ang="0">
                    <a:pos x="65" y="427"/>
                  </a:cxn>
                  <a:cxn ang="0">
                    <a:pos x="73" y="415"/>
                  </a:cxn>
                  <a:cxn ang="0">
                    <a:pos x="81" y="404"/>
                  </a:cxn>
                  <a:cxn ang="0">
                    <a:pos x="90" y="389"/>
                  </a:cxn>
                  <a:cxn ang="0">
                    <a:pos x="99" y="375"/>
                  </a:cxn>
                  <a:cxn ang="0">
                    <a:pos x="107" y="360"/>
                  </a:cxn>
                  <a:cxn ang="0">
                    <a:pos x="114" y="346"/>
                  </a:cxn>
                  <a:cxn ang="0">
                    <a:pos x="122" y="332"/>
                  </a:cxn>
                  <a:cxn ang="0">
                    <a:pos x="129" y="317"/>
                  </a:cxn>
                  <a:cxn ang="0">
                    <a:pos x="136" y="303"/>
                  </a:cxn>
                  <a:cxn ang="0">
                    <a:pos x="143" y="288"/>
                  </a:cxn>
                  <a:cxn ang="0">
                    <a:pos x="168" y="278"/>
                  </a:cxn>
                  <a:cxn ang="0">
                    <a:pos x="195" y="265"/>
                  </a:cxn>
                  <a:cxn ang="0">
                    <a:pos x="223" y="252"/>
                  </a:cxn>
                  <a:cxn ang="0">
                    <a:pos x="252" y="237"/>
                  </a:cxn>
                  <a:cxn ang="0">
                    <a:pos x="282" y="220"/>
                  </a:cxn>
                  <a:cxn ang="0">
                    <a:pos x="313" y="203"/>
                  </a:cxn>
                  <a:cxn ang="0">
                    <a:pos x="343" y="184"/>
                  </a:cxn>
                  <a:cxn ang="0">
                    <a:pos x="373" y="165"/>
                  </a:cxn>
                  <a:cxn ang="0">
                    <a:pos x="402" y="144"/>
                  </a:cxn>
                  <a:cxn ang="0">
                    <a:pos x="430" y="124"/>
                  </a:cxn>
                  <a:cxn ang="0">
                    <a:pos x="456" y="103"/>
                  </a:cxn>
                  <a:cxn ang="0">
                    <a:pos x="480" y="82"/>
                  </a:cxn>
                  <a:cxn ang="0">
                    <a:pos x="503" y="62"/>
                  </a:cxn>
                  <a:cxn ang="0">
                    <a:pos x="524" y="41"/>
                  </a:cxn>
                  <a:cxn ang="0">
                    <a:pos x="541" y="20"/>
                  </a:cxn>
                  <a:cxn ang="0">
                    <a:pos x="555" y="0"/>
                  </a:cxn>
                  <a:cxn ang="0">
                    <a:pos x="531" y="47"/>
                  </a:cxn>
                  <a:cxn ang="0">
                    <a:pos x="505" y="90"/>
                  </a:cxn>
                  <a:cxn ang="0">
                    <a:pos x="476" y="132"/>
                  </a:cxn>
                  <a:cxn ang="0">
                    <a:pos x="443" y="172"/>
                  </a:cxn>
                  <a:cxn ang="0">
                    <a:pos x="411" y="210"/>
                  </a:cxn>
                  <a:cxn ang="0">
                    <a:pos x="376" y="246"/>
                  </a:cxn>
                  <a:cxn ang="0">
                    <a:pos x="340" y="279"/>
                  </a:cxn>
                  <a:cxn ang="0">
                    <a:pos x="302" y="310"/>
                  </a:cxn>
                  <a:cxn ang="0">
                    <a:pos x="264" y="340"/>
                  </a:cxn>
                  <a:cxn ang="0">
                    <a:pos x="226" y="369"/>
                  </a:cxn>
                  <a:cxn ang="0">
                    <a:pos x="187" y="394"/>
                  </a:cxn>
                  <a:cxn ang="0">
                    <a:pos x="149" y="419"/>
                  </a:cxn>
                  <a:cxn ang="0">
                    <a:pos x="109" y="440"/>
                  </a:cxn>
                  <a:cxn ang="0">
                    <a:pos x="73" y="461"/>
                  </a:cxn>
                  <a:cxn ang="0">
                    <a:pos x="36" y="480"/>
                  </a:cxn>
                  <a:cxn ang="0">
                    <a:pos x="0" y="497"/>
                  </a:cxn>
                </a:cxnLst>
                <a:rect l="0" t="0" r="r" b="b"/>
                <a:pathLst>
                  <a:path w="555" h="497">
                    <a:moveTo>
                      <a:pt x="0" y="497"/>
                    </a:moveTo>
                    <a:lnTo>
                      <a:pt x="13" y="485"/>
                    </a:lnTo>
                    <a:lnTo>
                      <a:pt x="25" y="473"/>
                    </a:lnTo>
                    <a:lnTo>
                      <a:pt x="36" y="461"/>
                    </a:lnTo>
                    <a:lnTo>
                      <a:pt x="46" y="450"/>
                    </a:lnTo>
                    <a:lnTo>
                      <a:pt x="56" y="438"/>
                    </a:lnTo>
                    <a:lnTo>
                      <a:pt x="65" y="427"/>
                    </a:lnTo>
                    <a:lnTo>
                      <a:pt x="73" y="415"/>
                    </a:lnTo>
                    <a:lnTo>
                      <a:pt x="81" y="404"/>
                    </a:lnTo>
                    <a:lnTo>
                      <a:pt x="90" y="389"/>
                    </a:lnTo>
                    <a:lnTo>
                      <a:pt x="99" y="375"/>
                    </a:lnTo>
                    <a:lnTo>
                      <a:pt x="107" y="360"/>
                    </a:lnTo>
                    <a:lnTo>
                      <a:pt x="114" y="346"/>
                    </a:lnTo>
                    <a:lnTo>
                      <a:pt x="122" y="332"/>
                    </a:lnTo>
                    <a:lnTo>
                      <a:pt x="129" y="317"/>
                    </a:lnTo>
                    <a:lnTo>
                      <a:pt x="136" y="303"/>
                    </a:lnTo>
                    <a:lnTo>
                      <a:pt x="143" y="288"/>
                    </a:lnTo>
                    <a:lnTo>
                      <a:pt x="168" y="278"/>
                    </a:lnTo>
                    <a:lnTo>
                      <a:pt x="195" y="265"/>
                    </a:lnTo>
                    <a:lnTo>
                      <a:pt x="223" y="252"/>
                    </a:lnTo>
                    <a:lnTo>
                      <a:pt x="252" y="237"/>
                    </a:lnTo>
                    <a:lnTo>
                      <a:pt x="282" y="220"/>
                    </a:lnTo>
                    <a:lnTo>
                      <a:pt x="313" y="203"/>
                    </a:lnTo>
                    <a:lnTo>
                      <a:pt x="343" y="184"/>
                    </a:lnTo>
                    <a:lnTo>
                      <a:pt x="373" y="165"/>
                    </a:lnTo>
                    <a:lnTo>
                      <a:pt x="402" y="144"/>
                    </a:lnTo>
                    <a:lnTo>
                      <a:pt x="430" y="124"/>
                    </a:lnTo>
                    <a:lnTo>
                      <a:pt x="456" y="103"/>
                    </a:lnTo>
                    <a:lnTo>
                      <a:pt x="480" y="82"/>
                    </a:lnTo>
                    <a:lnTo>
                      <a:pt x="503" y="62"/>
                    </a:lnTo>
                    <a:lnTo>
                      <a:pt x="524" y="41"/>
                    </a:lnTo>
                    <a:lnTo>
                      <a:pt x="541" y="20"/>
                    </a:lnTo>
                    <a:lnTo>
                      <a:pt x="555" y="0"/>
                    </a:lnTo>
                    <a:lnTo>
                      <a:pt x="531" y="47"/>
                    </a:lnTo>
                    <a:lnTo>
                      <a:pt x="505" y="90"/>
                    </a:lnTo>
                    <a:lnTo>
                      <a:pt x="476" y="132"/>
                    </a:lnTo>
                    <a:lnTo>
                      <a:pt x="443" y="172"/>
                    </a:lnTo>
                    <a:lnTo>
                      <a:pt x="411" y="210"/>
                    </a:lnTo>
                    <a:lnTo>
                      <a:pt x="376" y="246"/>
                    </a:lnTo>
                    <a:lnTo>
                      <a:pt x="340" y="279"/>
                    </a:lnTo>
                    <a:lnTo>
                      <a:pt x="302" y="310"/>
                    </a:lnTo>
                    <a:lnTo>
                      <a:pt x="264" y="340"/>
                    </a:lnTo>
                    <a:lnTo>
                      <a:pt x="226" y="369"/>
                    </a:lnTo>
                    <a:lnTo>
                      <a:pt x="187" y="394"/>
                    </a:lnTo>
                    <a:lnTo>
                      <a:pt x="149" y="419"/>
                    </a:lnTo>
                    <a:lnTo>
                      <a:pt x="109" y="440"/>
                    </a:lnTo>
                    <a:lnTo>
                      <a:pt x="73" y="461"/>
                    </a:lnTo>
                    <a:lnTo>
                      <a:pt x="36" y="480"/>
                    </a:lnTo>
                    <a:lnTo>
                      <a:pt x="0" y="497"/>
                    </a:lnTo>
                    <a:close/>
                  </a:path>
                </a:pathLst>
              </a:custGeom>
              <a:grpFill/>
              <a:ln w="9525">
                <a:noFill/>
                <a:round/>
                <a:headEnd/>
                <a:tailEnd/>
              </a:ln>
            </p:spPr>
            <p:txBody>
              <a:bodyPr/>
              <a:lstStyle/>
              <a:p>
                <a:pPr algn="ctr">
                  <a:defRPr/>
                </a:pPr>
                <a:endParaRPr lang="en-US" sz="900" dirty="0"/>
              </a:p>
            </p:txBody>
          </p:sp>
          <p:sp>
            <p:nvSpPr>
              <p:cNvPr id="74" name="Freeform 73"/>
              <p:cNvSpPr>
                <a:spLocks/>
              </p:cNvSpPr>
              <p:nvPr/>
            </p:nvSpPr>
            <p:spPr bwMode="auto">
              <a:xfrm>
                <a:off x="3197" y="2149"/>
                <a:ext cx="256" cy="365"/>
              </a:xfrm>
              <a:custGeom>
                <a:avLst/>
                <a:gdLst/>
                <a:ahLst/>
                <a:cxnLst>
                  <a:cxn ang="0">
                    <a:pos x="488" y="240"/>
                  </a:cxn>
                  <a:cxn ang="0">
                    <a:pos x="474" y="277"/>
                  </a:cxn>
                  <a:cxn ang="0">
                    <a:pos x="457" y="313"/>
                  </a:cxn>
                  <a:cxn ang="0">
                    <a:pos x="437" y="350"/>
                  </a:cxn>
                  <a:cxn ang="0">
                    <a:pos x="415" y="384"/>
                  </a:cxn>
                  <a:cxn ang="0">
                    <a:pos x="391" y="419"/>
                  </a:cxn>
                  <a:cxn ang="0">
                    <a:pos x="365" y="453"/>
                  </a:cxn>
                  <a:cxn ang="0">
                    <a:pos x="336" y="486"/>
                  </a:cxn>
                  <a:cxn ang="0">
                    <a:pos x="305" y="518"/>
                  </a:cxn>
                  <a:cxn ang="0">
                    <a:pos x="273" y="549"/>
                  </a:cxn>
                  <a:cxn ang="0">
                    <a:pos x="238" y="579"/>
                  </a:cxn>
                  <a:cxn ang="0">
                    <a:pos x="202" y="608"/>
                  </a:cxn>
                  <a:cxn ang="0">
                    <a:pos x="164" y="635"/>
                  </a:cxn>
                  <a:cxn ang="0">
                    <a:pos x="125" y="662"/>
                  </a:cxn>
                  <a:cxn ang="0">
                    <a:pos x="85" y="686"/>
                  </a:cxn>
                  <a:cxn ang="0">
                    <a:pos x="42" y="709"/>
                  </a:cxn>
                  <a:cxn ang="0">
                    <a:pos x="0" y="731"/>
                  </a:cxn>
                  <a:cxn ang="0">
                    <a:pos x="12" y="704"/>
                  </a:cxn>
                  <a:cxn ang="0">
                    <a:pos x="23" y="677"/>
                  </a:cxn>
                  <a:cxn ang="0">
                    <a:pos x="33" y="650"/>
                  </a:cxn>
                  <a:cxn ang="0">
                    <a:pos x="42" y="624"/>
                  </a:cxn>
                  <a:cxn ang="0">
                    <a:pos x="50" y="599"/>
                  </a:cxn>
                  <a:cxn ang="0">
                    <a:pos x="57" y="572"/>
                  </a:cxn>
                  <a:cxn ang="0">
                    <a:pos x="64" y="547"/>
                  </a:cxn>
                  <a:cxn ang="0">
                    <a:pos x="70" y="520"/>
                  </a:cxn>
                  <a:cxn ang="0">
                    <a:pos x="78" y="474"/>
                  </a:cxn>
                  <a:cxn ang="0">
                    <a:pos x="85" y="428"/>
                  </a:cxn>
                  <a:cxn ang="0">
                    <a:pos x="91" y="382"/>
                  </a:cxn>
                  <a:cxn ang="0">
                    <a:pos x="96" y="335"/>
                  </a:cxn>
                  <a:cxn ang="0">
                    <a:pos x="130" y="319"/>
                  </a:cxn>
                  <a:cxn ang="0">
                    <a:pos x="163" y="301"/>
                  </a:cxn>
                  <a:cxn ang="0">
                    <a:pos x="197" y="283"/>
                  </a:cxn>
                  <a:cxn ang="0">
                    <a:pos x="230" y="265"/>
                  </a:cxn>
                  <a:cxn ang="0">
                    <a:pos x="262" y="246"/>
                  </a:cxn>
                  <a:cxn ang="0">
                    <a:pos x="293" y="227"/>
                  </a:cxn>
                  <a:cxn ang="0">
                    <a:pos x="324" y="206"/>
                  </a:cxn>
                  <a:cxn ang="0">
                    <a:pos x="353" y="185"/>
                  </a:cxn>
                  <a:cxn ang="0">
                    <a:pos x="381" y="163"/>
                  </a:cxn>
                  <a:cxn ang="0">
                    <a:pos x="406" y="141"/>
                  </a:cxn>
                  <a:cxn ang="0">
                    <a:pos x="430" y="119"/>
                  </a:cxn>
                  <a:cxn ang="0">
                    <a:pos x="452" y="96"/>
                  </a:cxn>
                  <a:cxn ang="0">
                    <a:pos x="471" y="73"/>
                  </a:cxn>
                  <a:cxn ang="0">
                    <a:pos x="487" y="49"/>
                  </a:cxn>
                  <a:cxn ang="0">
                    <a:pos x="501" y="25"/>
                  </a:cxn>
                  <a:cxn ang="0">
                    <a:pos x="511" y="0"/>
                  </a:cxn>
                  <a:cxn ang="0">
                    <a:pos x="511" y="3"/>
                  </a:cxn>
                  <a:cxn ang="0">
                    <a:pos x="511" y="5"/>
                  </a:cxn>
                  <a:cxn ang="0">
                    <a:pos x="511" y="9"/>
                  </a:cxn>
                  <a:cxn ang="0">
                    <a:pos x="511" y="11"/>
                  </a:cxn>
                  <a:cxn ang="0">
                    <a:pos x="510" y="70"/>
                  </a:cxn>
                  <a:cxn ang="0">
                    <a:pos x="505" y="128"/>
                  </a:cxn>
                  <a:cxn ang="0">
                    <a:pos x="498" y="184"/>
                  </a:cxn>
                  <a:cxn ang="0">
                    <a:pos x="488" y="240"/>
                  </a:cxn>
                </a:cxnLst>
                <a:rect l="0" t="0" r="r" b="b"/>
                <a:pathLst>
                  <a:path w="511" h="731">
                    <a:moveTo>
                      <a:pt x="488" y="240"/>
                    </a:moveTo>
                    <a:lnTo>
                      <a:pt x="474" y="277"/>
                    </a:lnTo>
                    <a:lnTo>
                      <a:pt x="457" y="313"/>
                    </a:lnTo>
                    <a:lnTo>
                      <a:pt x="437" y="350"/>
                    </a:lnTo>
                    <a:lnTo>
                      <a:pt x="415" y="384"/>
                    </a:lnTo>
                    <a:lnTo>
                      <a:pt x="391" y="419"/>
                    </a:lnTo>
                    <a:lnTo>
                      <a:pt x="365" y="453"/>
                    </a:lnTo>
                    <a:lnTo>
                      <a:pt x="336" y="486"/>
                    </a:lnTo>
                    <a:lnTo>
                      <a:pt x="305" y="518"/>
                    </a:lnTo>
                    <a:lnTo>
                      <a:pt x="273" y="549"/>
                    </a:lnTo>
                    <a:lnTo>
                      <a:pt x="238" y="579"/>
                    </a:lnTo>
                    <a:lnTo>
                      <a:pt x="202" y="608"/>
                    </a:lnTo>
                    <a:lnTo>
                      <a:pt x="164" y="635"/>
                    </a:lnTo>
                    <a:lnTo>
                      <a:pt x="125" y="662"/>
                    </a:lnTo>
                    <a:lnTo>
                      <a:pt x="85" y="686"/>
                    </a:lnTo>
                    <a:lnTo>
                      <a:pt x="42" y="709"/>
                    </a:lnTo>
                    <a:lnTo>
                      <a:pt x="0" y="731"/>
                    </a:lnTo>
                    <a:lnTo>
                      <a:pt x="12" y="704"/>
                    </a:lnTo>
                    <a:lnTo>
                      <a:pt x="23" y="677"/>
                    </a:lnTo>
                    <a:lnTo>
                      <a:pt x="33" y="650"/>
                    </a:lnTo>
                    <a:lnTo>
                      <a:pt x="42" y="624"/>
                    </a:lnTo>
                    <a:lnTo>
                      <a:pt x="50" y="599"/>
                    </a:lnTo>
                    <a:lnTo>
                      <a:pt x="57" y="572"/>
                    </a:lnTo>
                    <a:lnTo>
                      <a:pt x="64" y="547"/>
                    </a:lnTo>
                    <a:lnTo>
                      <a:pt x="70" y="520"/>
                    </a:lnTo>
                    <a:lnTo>
                      <a:pt x="78" y="474"/>
                    </a:lnTo>
                    <a:lnTo>
                      <a:pt x="85" y="428"/>
                    </a:lnTo>
                    <a:lnTo>
                      <a:pt x="91" y="382"/>
                    </a:lnTo>
                    <a:lnTo>
                      <a:pt x="96" y="335"/>
                    </a:lnTo>
                    <a:lnTo>
                      <a:pt x="130" y="319"/>
                    </a:lnTo>
                    <a:lnTo>
                      <a:pt x="163" y="301"/>
                    </a:lnTo>
                    <a:lnTo>
                      <a:pt x="197" y="283"/>
                    </a:lnTo>
                    <a:lnTo>
                      <a:pt x="230" y="265"/>
                    </a:lnTo>
                    <a:lnTo>
                      <a:pt x="262" y="246"/>
                    </a:lnTo>
                    <a:lnTo>
                      <a:pt x="293" y="227"/>
                    </a:lnTo>
                    <a:lnTo>
                      <a:pt x="324" y="206"/>
                    </a:lnTo>
                    <a:lnTo>
                      <a:pt x="353" y="185"/>
                    </a:lnTo>
                    <a:lnTo>
                      <a:pt x="381" y="163"/>
                    </a:lnTo>
                    <a:lnTo>
                      <a:pt x="406" y="141"/>
                    </a:lnTo>
                    <a:lnTo>
                      <a:pt x="430" y="119"/>
                    </a:lnTo>
                    <a:lnTo>
                      <a:pt x="452" y="96"/>
                    </a:lnTo>
                    <a:lnTo>
                      <a:pt x="471" y="73"/>
                    </a:lnTo>
                    <a:lnTo>
                      <a:pt x="487" y="49"/>
                    </a:lnTo>
                    <a:lnTo>
                      <a:pt x="501" y="25"/>
                    </a:lnTo>
                    <a:lnTo>
                      <a:pt x="511" y="0"/>
                    </a:lnTo>
                    <a:lnTo>
                      <a:pt x="511" y="3"/>
                    </a:lnTo>
                    <a:lnTo>
                      <a:pt x="511" y="5"/>
                    </a:lnTo>
                    <a:lnTo>
                      <a:pt x="511" y="9"/>
                    </a:lnTo>
                    <a:lnTo>
                      <a:pt x="511" y="11"/>
                    </a:lnTo>
                    <a:lnTo>
                      <a:pt x="510" y="70"/>
                    </a:lnTo>
                    <a:lnTo>
                      <a:pt x="505" y="128"/>
                    </a:lnTo>
                    <a:lnTo>
                      <a:pt x="498" y="184"/>
                    </a:lnTo>
                    <a:lnTo>
                      <a:pt x="488" y="240"/>
                    </a:lnTo>
                    <a:close/>
                  </a:path>
                </a:pathLst>
              </a:custGeom>
              <a:grpFill/>
              <a:ln w="9525">
                <a:noFill/>
                <a:round/>
                <a:headEnd/>
                <a:tailEnd/>
              </a:ln>
            </p:spPr>
            <p:txBody>
              <a:bodyPr/>
              <a:lstStyle/>
              <a:p>
                <a:pPr algn="ctr">
                  <a:defRPr/>
                </a:pPr>
                <a:endParaRPr lang="en-US" sz="900" dirty="0"/>
              </a:p>
            </p:txBody>
          </p:sp>
        </p:grpSp>
        <p:sp>
          <p:nvSpPr>
            <p:cNvPr id="12295" name="TextBox 31"/>
            <p:cNvSpPr txBox="1">
              <a:spLocks noChangeArrowheads="1"/>
            </p:cNvSpPr>
            <p:nvPr/>
          </p:nvSpPr>
          <p:spPr bwMode="auto">
            <a:xfrm>
              <a:off x="5392212" y="3200453"/>
              <a:ext cx="1728014" cy="419123"/>
            </a:xfrm>
            <a:prstGeom prst="rect">
              <a:avLst/>
            </a:prstGeom>
            <a:noFill/>
            <a:ln w="9525">
              <a:noFill/>
              <a:miter lim="800000"/>
              <a:headEnd/>
              <a:tailEnd/>
            </a:ln>
          </p:spPr>
          <p:txBody>
            <a:bodyPr wrap="none">
              <a:spAutoFit/>
            </a:bodyPr>
            <a:lstStyle/>
            <a:p>
              <a:pPr algn="ctr"/>
              <a:r>
                <a:rPr lang="en-US" sz="1000" dirty="0">
                  <a:latin typeface="Garamond" pitchFamily="18" charset="0"/>
                </a:rPr>
                <a:t>Bock Consulting</a:t>
              </a:r>
            </a:p>
          </p:txBody>
        </p:sp>
      </p:grpSp>
      <p:sp>
        <p:nvSpPr>
          <p:cNvPr id="29" name="Content Placeholder 2"/>
          <p:cNvSpPr txBox="1">
            <a:spLocks/>
          </p:cNvSpPr>
          <p:nvPr/>
        </p:nvSpPr>
        <p:spPr bwMode="auto">
          <a:xfrm>
            <a:off x="457200" y="2057400"/>
            <a:ext cx="7848600" cy="3657600"/>
          </a:xfrm>
          <a:prstGeom prst="rect">
            <a:avLst/>
          </a:prstGeom>
          <a:noFill/>
          <a:ln w="9525">
            <a:noFill/>
            <a:miter lim="800000"/>
            <a:headEnd/>
            <a:tailEnd/>
          </a:ln>
        </p:spPr>
        <p:txBody>
          <a:bodyPr/>
          <a:lstStyle/>
          <a:p>
            <a:pPr marL="319088" indent="-319088" eaLnBrk="1" hangingPunct="1">
              <a:spcAft>
                <a:spcPts val="1800"/>
              </a:spcAft>
              <a:buClr>
                <a:schemeClr val="accent1"/>
              </a:buClr>
              <a:buSzPct val="70000"/>
              <a:buFont typeface="Wingdings 2" pitchFamily="18" charset="2"/>
              <a:buChar char=""/>
              <a:defRPr/>
            </a:pPr>
            <a:r>
              <a:rPr lang="en-US" sz="3200" dirty="0">
                <a:latin typeface="+mn-lt"/>
              </a:rPr>
              <a:t>Effective January 1, 2008.</a:t>
            </a:r>
          </a:p>
          <a:p>
            <a:pPr marL="319088" indent="-319088" eaLnBrk="1" hangingPunct="1">
              <a:spcAft>
                <a:spcPts val="1800"/>
              </a:spcAft>
              <a:buClr>
                <a:schemeClr val="accent1"/>
              </a:buClr>
              <a:buSzPct val="70000"/>
              <a:buFont typeface="Wingdings 2" pitchFamily="18" charset="2"/>
              <a:buChar char=""/>
              <a:defRPr/>
            </a:pPr>
            <a:r>
              <a:rPr lang="en-US" sz="3200" dirty="0">
                <a:latin typeface="+mn-lt"/>
              </a:rPr>
              <a:t>Significant amendments to </a:t>
            </a:r>
            <a:br>
              <a:rPr lang="en-US" sz="3200" dirty="0">
                <a:latin typeface="+mn-lt"/>
              </a:rPr>
            </a:br>
            <a:r>
              <a:rPr lang="en-US" sz="3200" dirty="0">
                <a:latin typeface="+mn-lt"/>
              </a:rPr>
              <a:t>vocational rehabilitation </a:t>
            </a:r>
            <a:br>
              <a:rPr lang="en-US" sz="3200" dirty="0">
                <a:latin typeface="+mn-lt"/>
              </a:rPr>
            </a:br>
            <a:r>
              <a:rPr lang="en-US" sz="3200" dirty="0">
                <a:latin typeface="+mn-lt"/>
              </a:rPr>
              <a:t>services, applicability of </a:t>
            </a:r>
            <a:br>
              <a:rPr lang="en-US" sz="3200" dirty="0">
                <a:latin typeface="+mn-lt"/>
              </a:rPr>
            </a:br>
            <a:r>
              <a:rPr lang="en-US" sz="3200" dirty="0">
                <a:latin typeface="+mn-lt"/>
              </a:rPr>
              <a:t>rehabilitation services, </a:t>
            </a:r>
            <a:br>
              <a:rPr lang="en-US" sz="3200" dirty="0">
                <a:latin typeface="+mn-lt"/>
              </a:rPr>
            </a:br>
            <a:r>
              <a:rPr lang="en-US" sz="3200" dirty="0">
                <a:latin typeface="+mn-lt"/>
              </a:rPr>
              <a:t>benefits, criteria, allowable costs, and performance criteria.</a:t>
            </a:r>
          </a:p>
          <a:p>
            <a:pPr marL="319088" indent="-319088" eaLnBrk="1" hangingPunct="1">
              <a:spcAft>
                <a:spcPts val="1800"/>
              </a:spcAft>
              <a:buClr>
                <a:schemeClr val="accent1"/>
              </a:buClr>
              <a:buSzPct val="70000"/>
              <a:defRPr/>
            </a:pPr>
            <a:endParaRPr lang="en-US" sz="3200" dirty="0">
              <a:latin typeface="+mn-lt"/>
            </a:endParaRPr>
          </a:p>
        </p:txBody>
      </p:sp>
      <p:pic>
        <p:nvPicPr>
          <p:cNvPr id="12293" name="Picture 12" descr="C:\Documents and Settings\Brice York\Local Settings\Temporary Internet Files\Content.IE5\PB9T7YLL\MPj04387790000[1].jpg"/>
          <p:cNvPicPr>
            <a:picLocks noChangeAspect="1" noChangeArrowheads="1"/>
          </p:cNvPicPr>
          <p:nvPr/>
        </p:nvPicPr>
        <p:blipFill>
          <a:blip r:embed="rId2" cstate="print"/>
          <a:srcRect/>
          <a:stretch>
            <a:fillRect/>
          </a:stretch>
        </p:blipFill>
        <p:spPr bwMode="auto">
          <a:xfrm>
            <a:off x="5867400" y="2146300"/>
            <a:ext cx="2819400" cy="2349500"/>
          </a:xfrm>
          <a:prstGeom prst="rect">
            <a:avLst/>
          </a:prstGeom>
          <a:noFill/>
          <a:ln w="9525">
            <a:noFill/>
            <a:miter lim="800000"/>
            <a:headEnd/>
            <a:tailEnd/>
          </a:ln>
        </p:spPr>
      </p:pic>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9">
                                            <p:txEl>
                                              <p:pRg st="1" end="1"/>
                                            </p:txEl>
                                          </p:spTgt>
                                        </p:tgtEl>
                                        <p:attrNameLst>
                                          <p:attrName>style.visibility</p:attrName>
                                        </p:attrNameLst>
                                      </p:cBhvr>
                                      <p:to>
                                        <p:strVal val="visible"/>
                                      </p:to>
                                    </p:set>
                                    <p:anim calcmode="lin" valueType="num">
                                      <p:cBhvr additive="base">
                                        <p:cTn id="7" dur="500" fill="hold"/>
                                        <p:tgtEl>
                                          <p:spTgt spid="29">
                                            <p:txEl>
                                              <p:pRg st="1" end="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524000"/>
          </a:xfrm>
        </p:spPr>
        <p:txBody>
          <a:bodyPr/>
          <a:lstStyle/>
          <a:p>
            <a:pPr eaLnBrk="1" fontAlgn="auto" hangingPunct="1">
              <a:spcAft>
                <a:spcPts val="0"/>
              </a:spcAft>
              <a:defRPr/>
            </a:pPr>
            <a:r>
              <a:rPr lang="en-US" dirty="0" smtClean="0">
                <a:solidFill>
                  <a:schemeClr val="tx2">
                    <a:tint val="100000"/>
                    <a:satMod val="250000"/>
                  </a:schemeClr>
                </a:solidFill>
              </a:rPr>
              <a:t>RCW 51.32.099 – Vocational Rehabilitation Plans</a:t>
            </a:r>
          </a:p>
        </p:txBody>
      </p:sp>
      <p:grpSp>
        <p:nvGrpSpPr>
          <p:cNvPr id="3" name="Group 9"/>
          <p:cNvGrpSpPr>
            <a:grpSpLocks/>
          </p:cNvGrpSpPr>
          <p:nvPr/>
        </p:nvGrpSpPr>
        <p:grpSpPr bwMode="auto">
          <a:xfrm>
            <a:off x="7848600" y="6043613"/>
            <a:ext cx="1143000" cy="738187"/>
            <a:chOff x="5392212" y="2362208"/>
            <a:chExt cx="1728014" cy="1257368"/>
          </a:xfrm>
        </p:grpSpPr>
        <p:grpSp>
          <p:nvGrpSpPr>
            <p:cNvPr id="4" name="Group 7"/>
            <p:cNvGrpSpPr>
              <a:grpSpLocks/>
            </p:cNvGrpSpPr>
            <p:nvPr/>
          </p:nvGrpSpPr>
          <p:grpSpPr bwMode="auto">
            <a:xfrm>
              <a:off x="5867362" y="2362232"/>
              <a:ext cx="796922" cy="800100"/>
              <a:chOff x="2307" y="1584"/>
              <a:chExt cx="1146" cy="1151"/>
            </a:xfrm>
            <a:solidFill>
              <a:schemeClr val="tx1"/>
            </a:solidFill>
          </p:grpSpPr>
          <p:sp>
            <p:nvSpPr>
              <p:cNvPr id="33" name="Freeform 32"/>
              <p:cNvSpPr>
                <a:spLocks/>
              </p:cNvSpPr>
              <p:nvPr/>
            </p:nvSpPr>
            <p:spPr bwMode="auto">
              <a:xfrm>
                <a:off x="3232" y="1900"/>
                <a:ext cx="210" cy="352"/>
              </a:xfrm>
              <a:custGeom>
                <a:avLst/>
                <a:gdLst/>
                <a:ahLst/>
                <a:cxnLst>
                  <a:cxn ang="0">
                    <a:pos x="321" y="0"/>
                  </a:cxn>
                  <a:cxn ang="0">
                    <a:pos x="337" y="35"/>
                  </a:cxn>
                  <a:cxn ang="0">
                    <a:pos x="352" y="69"/>
                  </a:cxn>
                  <a:cxn ang="0">
                    <a:pos x="367" y="104"/>
                  </a:cxn>
                  <a:cxn ang="0">
                    <a:pos x="380" y="140"/>
                  </a:cxn>
                  <a:cxn ang="0">
                    <a:pos x="391" y="176"/>
                  </a:cxn>
                  <a:cxn ang="0">
                    <a:pos x="402" y="213"/>
                  </a:cxn>
                  <a:cxn ang="0">
                    <a:pos x="411" y="250"/>
                  </a:cxn>
                  <a:cxn ang="0">
                    <a:pos x="419" y="288"/>
                  </a:cxn>
                  <a:cxn ang="0">
                    <a:pos x="416" y="323"/>
                  </a:cxn>
                  <a:cxn ang="0">
                    <a:pos x="409" y="356"/>
                  </a:cxn>
                  <a:cxn ang="0">
                    <a:pos x="397" y="387"/>
                  </a:cxn>
                  <a:cxn ang="0">
                    <a:pos x="383" y="418"/>
                  </a:cxn>
                  <a:cxn ang="0">
                    <a:pos x="366" y="447"/>
                  </a:cxn>
                  <a:cxn ang="0">
                    <a:pos x="345" y="475"/>
                  </a:cxn>
                  <a:cxn ang="0">
                    <a:pos x="322" y="502"/>
                  </a:cxn>
                  <a:cxn ang="0">
                    <a:pos x="297" y="528"/>
                  </a:cxn>
                  <a:cxn ang="0">
                    <a:pos x="269" y="553"/>
                  </a:cxn>
                  <a:cxn ang="0">
                    <a:pos x="241" y="576"/>
                  </a:cxn>
                  <a:cxn ang="0">
                    <a:pos x="208" y="599"/>
                  </a:cxn>
                  <a:cxn ang="0">
                    <a:pos x="176" y="622"/>
                  </a:cxn>
                  <a:cxn ang="0">
                    <a:pos x="142" y="643"/>
                  </a:cxn>
                  <a:cxn ang="0">
                    <a:pos x="107" y="665"/>
                  </a:cxn>
                  <a:cxn ang="0">
                    <a:pos x="71" y="685"/>
                  </a:cxn>
                  <a:cxn ang="0">
                    <a:pos x="34" y="705"/>
                  </a:cxn>
                  <a:cxn ang="0">
                    <a:pos x="36" y="665"/>
                  </a:cxn>
                  <a:cxn ang="0">
                    <a:pos x="36" y="623"/>
                  </a:cxn>
                  <a:cxn ang="0">
                    <a:pos x="34" y="583"/>
                  </a:cxn>
                  <a:cxn ang="0">
                    <a:pos x="32" y="541"/>
                  </a:cxn>
                  <a:cxn ang="0">
                    <a:pos x="32" y="531"/>
                  </a:cxn>
                  <a:cxn ang="0">
                    <a:pos x="31" y="520"/>
                  </a:cxn>
                  <a:cxn ang="0">
                    <a:pos x="31" y="509"/>
                  </a:cxn>
                  <a:cxn ang="0">
                    <a:pos x="30" y="499"/>
                  </a:cxn>
                  <a:cxn ang="0">
                    <a:pos x="25" y="446"/>
                  </a:cxn>
                  <a:cxn ang="0">
                    <a:pos x="18" y="394"/>
                  </a:cxn>
                  <a:cxn ang="0">
                    <a:pos x="9" y="343"/>
                  </a:cxn>
                  <a:cxn ang="0">
                    <a:pos x="0" y="293"/>
                  </a:cxn>
                  <a:cxn ang="0">
                    <a:pos x="29" y="278"/>
                  </a:cxn>
                  <a:cxn ang="0">
                    <a:pos x="56" y="263"/>
                  </a:cxn>
                  <a:cxn ang="0">
                    <a:pos x="83" y="248"/>
                  </a:cxn>
                  <a:cxn ang="0">
                    <a:pos x="109" y="232"/>
                  </a:cxn>
                  <a:cxn ang="0">
                    <a:pos x="133" y="214"/>
                  </a:cxn>
                  <a:cxn ang="0">
                    <a:pos x="157" y="197"/>
                  </a:cxn>
                  <a:cxn ang="0">
                    <a:pos x="178" y="180"/>
                  </a:cxn>
                  <a:cxn ang="0">
                    <a:pos x="200" y="161"/>
                  </a:cxn>
                  <a:cxn ang="0">
                    <a:pos x="220" y="143"/>
                  </a:cxn>
                  <a:cxn ang="0">
                    <a:pos x="238" y="123"/>
                  </a:cxn>
                  <a:cxn ang="0">
                    <a:pos x="256" y="104"/>
                  </a:cxn>
                  <a:cxn ang="0">
                    <a:pos x="272" y="84"/>
                  </a:cxn>
                  <a:cxn ang="0">
                    <a:pos x="286" y="64"/>
                  </a:cxn>
                  <a:cxn ang="0">
                    <a:pos x="299" y="43"/>
                  </a:cxn>
                  <a:cxn ang="0">
                    <a:pos x="311" y="22"/>
                  </a:cxn>
                  <a:cxn ang="0">
                    <a:pos x="321" y="0"/>
                  </a:cxn>
                </a:cxnLst>
                <a:rect l="0" t="0" r="r" b="b"/>
                <a:pathLst>
                  <a:path w="419" h="705">
                    <a:moveTo>
                      <a:pt x="321" y="0"/>
                    </a:moveTo>
                    <a:lnTo>
                      <a:pt x="337" y="35"/>
                    </a:lnTo>
                    <a:lnTo>
                      <a:pt x="352" y="69"/>
                    </a:lnTo>
                    <a:lnTo>
                      <a:pt x="367" y="104"/>
                    </a:lnTo>
                    <a:lnTo>
                      <a:pt x="380" y="140"/>
                    </a:lnTo>
                    <a:lnTo>
                      <a:pt x="391" y="176"/>
                    </a:lnTo>
                    <a:lnTo>
                      <a:pt x="402" y="213"/>
                    </a:lnTo>
                    <a:lnTo>
                      <a:pt x="411" y="250"/>
                    </a:lnTo>
                    <a:lnTo>
                      <a:pt x="419" y="288"/>
                    </a:lnTo>
                    <a:lnTo>
                      <a:pt x="416" y="323"/>
                    </a:lnTo>
                    <a:lnTo>
                      <a:pt x="409" y="356"/>
                    </a:lnTo>
                    <a:lnTo>
                      <a:pt x="397" y="387"/>
                    </a:lnTo>
                    <a:lnTo>
                      <a:pt x="383" y="418"/>
                    </a:lnTo>
                    <a:lnTo>
                      <a:pt x="366" y="447"/>
                    </a:lnTo>
                    <a:lnTo>
                      <a:pt x="345" y="475"/>
                    </a:lnTo>
                    <a:lnTo>
                      <a:pt x="322" y="502"/>
                    </a:lnTo>
                    <a:lnTo>
                      <a:pt x="297" y="528"/>
                    </a:lnTo>
                    <a:lnTo>
                      <a:pt x="269" y="553"/>
                    </a:lnTo>
                    <a:lnTo>
                      <a:pt x="241" y="576"/>
                    </a:lnTo>
                    <a:lnTo>
                      <a:pt x="208" y="599"/>
                    </a:lnTo>
                    <a:lnTo>
                      <a:pt x="176" y="622"/>
                    </a:lnTo>
                    <a:lnTo>
                      <a:pt x="142" y="643"/>
                    </a:lnTo>
                    <a:lnTo>
                      <a:pt x="107" y="665"/>
                    </a:lnTo>
                    <a:lnTo>
                      <a:pt x="71" y="685"/>
                    </a:lnTo>
                    <a:lnTo>
                      <a:pt x="34" y="705"/>
                    </a:lnTo>
                    <a:lnTo>
                      <a:pt x="36" y="665"/>
                    </a:lnTo>
                    <a:lnTo>
                      <a:pt x="36" y="623"/>
                    </a:lnTo>
                    <a:lnTo>
                      <a:pt x="34" y="583"/>
                    </a:lnTo>
                    <a:lnTo>
                      <a:pt x="32" y="541"/>
                    </a:lnTo>
                    <a:lnTo>
                      <a:pt x="32" y="531"/>
                    </a:lnTo>
                    <a:lnTo>
                      <a:pt x="31" y="520"/>
                    </a:lnTo>
                    <a:lnTo>
                      <a:pt x="31" y="509"/>
                    </a:lnTo>
                    <a:lnTo>
                      <a:pt x="30" y="499"/>
                    </a:lnTo>
                    <a:lnTo>
                      <a:pt x="25" y="446"/>
                    </a:lnTo>
                    <a:lnTo>
                      <a:pt x="18" y="394"/>
                    </a:lnTo>
                    <a:lnTo>
                      <a:pt x="9" y="343"/>
                    </a:lnTo>
                    <a:lnTo>
                      <a:pt x="0" y="293"/>
                    </a:lnTo>
                    <a:lnTo>
                      <a:pt x="29" y="278"/>
                    </a:lnTo>
                    <a:lnTo>
                      <a:pt x="56" y="263"/>
                    </a:lnTo>
                    <a:lnTo>
                      <a:pt x="83" y="248"/>
                    </a:lnTo>
                    <a:lnTo>
                      <a:pt x="109" y="232"/>
                    </a:lnTo>
                    <a:lnTo>
                      <a:pt x="133" y="214"/>
                    </a:lnTo>
                    <a:lnTo>
                      <a:pt x="157" y="197"/>
                    </a:lnTo>
                    <a:lnTo>
                      <a:pt x="178" y="180"/>
                    </a:lnTo>
                    <a:lnTo>
                      <a:pt x="200" y="161"/>
                    </a:lnTo>
                    <a:lnTo>
                      <a:pt x="220" y="143"/>
                    </a:lnTo>
                    <a:lnTo>
                      <a:pt x="238" y="123"/>
                    </a:lnTo>
                    <a:lnTo>
                      <a:pt x="256" y="104"/>
                    </a:lnTo>
                    <a:lnTo>
                      <a:pt x="272" y="84"/>
                    </a:lnTo>
                    <a:lnTo>
                      <a:pt x="286" y="64"/>
                    </a:lnTo>
                    <a:lnTo>
                      <a:pt x="299" y="43"/>
                    </a:lnTo>
                    <a:lnTo>
                      <a:pt x="311" y="22"/>
                    </a:lnTo>
                    <a:lnTo>
                      <a:pt x="321" y="0"/>
                    </a:lnTo>
                    <a:close/>
                  </a:path>
                </a:pathLst>
              </a:custGeom>
              <a:grpFill/>
              <a:ln w="9525">
                <a:noFill/>
                <a:round/>
                <a:headEnd/>
                <a:tailEnd/>
              </a:ln>
            </p:spPr>
            <p:txBody>
              <a:bodyPr/>
              <a:lstStyle/>
              <a:p>
                <a:pPr algn="ctr">
                  <a:defRPr/>
                </a:pPr>
                <a:endParaRPr lang="en-US" sz="900" dirty="0"/>
              </a:p>
            </p:txBody>
          </p:sp>
          <p:sp>
            <p:nvSpPr>
              <p:cNvPr id="55" name="Freeform 54"/>
              <p:cNvSpPr>
                <a:spLocks/>
              </p:cNvSpPr>
              <p:nvPr/>
            </p:nvSpPr>
            <p:spPr bwMode="auto">
              <a:xfrm>
                <a:off x="2904" y="2069"/>
                <a:ext cx="289" cy="272"/>
              </a:xfrm>
              <a:custGeom>
                <a:avLst/>
                <a:gdLst/>
                <a:ahLst/>
                <a:cxnLst>
                  <a:cxn ang="0">
                    <a:pos x="575" y="209"/>
                  </a:cxn>
                  <a:cxn ang="0">
                    <a:pos x="577" y="263"/>
                  </a:cxn>
                  <a:cxn ang="0">
                    <a:pos x="579" y="316"/>
                  </a:cxn>
                  <a:cxn ang="0">
                    <a:pos x="576" y="370"/>
                  </a:cxn>
                  <a:cxn ang="0">
                    <a:pos x="574" y="423"/>
                  </a:cxn>
                  <a:cxn ang="0">
                    <a:pos x="549" y="435"/>
                  </a:cxn>
                  <a:cxn ang="0">
                    <a:pos x="522" y="446"/>
                  </a:cxn>
                  <a:cxn ang="0">
                    <a:pos x="492" y="458"/>
                  </a:cxn>
                  <a:cxn ang="0">
                    <a:pos x="461" y="468"/>
                  </a:cxn>
                  <a:cxn ang="0">
                    <a:pos x="428" y="479"/>
                  </a:cxn>
                  <a:cxn ang="0">
                    <a:pos x="392" y="488"/>
                  </a:cxn>
                  <a:cxn ang="0">
                    <a:pos x="356" y="497"/>
                  </a:cxn>
                  <a:cxn ang="0">
                    <a:pos x="318" y="505"/>
                  </a:cxn>
                  <a:cxn ang="0">
                    <a:pos x="280" y="512"/>
                  </a:cxn>
                  <a:cxn ang="0">
                    <a:pos x="241" y="519"/>
                  </a:cxn>
                  <a:cxn ang="0">
                    <a:pos x="201" y="526"/>
                  </a:cxn>
                  <a:cxn ang="0">
                    <a:pos x="162" y="532"/>
                  </a:cxn>
                  <a:cxn ang="0">
                    <a:pos x="120" y="536"/>
                  </a:cxn>
                  <a:cxn ang="0">
                    <a:pos x="80" y="540"/>
                  </a:cxn>
                  <a:cxn ang="0">
                    <a:pos x="41" y="542"/>
                  </a:cxn>
                  <a:cxn ang="0">
                    <a:pos x="0" y="544"/>
                  </a:cxn>
                  <a:cxn ang="0">
                    <a:pos x="0" y="309"/>
                  </a:cxn>
                  <a:cxn ang="0">
                    <a:pos x="0" y="101"/>
                  </a:cxn>
                  <a:cxn ang="0">
                    <a:pos x="38" y="100"/>
                  </a:cxn>
                  <a:cxn ang="0">
                    <a:pos x="76" y="98"/>
                  </a:cxn>
                  <a:cxn ang="0">
                    <a:pos x="113" y="94"/>
                  </a:cxn>
                  <a:cxn ang="0">
                    <a:pos x="151" y="91"/>
                  </a:cxn>
                  <a:cxn ang="0">
                    <a:pos x="187" y="86"/>
                  </a:cxn>
                  <a:cxn ang="0">
                    <a:pos x="223" y="81"/>
                  </a:cxn>
                  <a:cxn ang="0">
                    <a:pos x="258" y="76"/>
                  </a:cxn>
                  <a:cxn ang="0">
                    <a:pos x="293" y="69"/>
                  </a:cxn>
                  <a:cxn ang="0">
                    <a:pos x="327" y="63"/>
                  </a:cxn>
                  <a:cxn ang="0">
                    <a:pos x="361" y="55"/>
                  </a:cxn>
                  <a:cxn ang="0">
                    <a:pos x="394" y="47"/>
                  </a:cxn>
                  <a:cxn ang="0">
                    <a:pos x="427" y="39"/>
                  </a:cxn>
                  <a:cxn ang="0">
                    <a:pos x="459" y="30"/>
                  </a:cxn>
                  <a:cxn ang="0">
                    <a:pos x="490" y="20"/>
                  </a:cxn>
                  <a:cxn ang="0">
                    <a:pos x="520" y="10"/>
                  </a:cxn>
                  <a:cxn ang="0">
                    <a:pos x="550" y="0"/>
                  </a:cxn>
                  <a:cxn ang="0">
                    <a:pos x="557" y="41"/>
                  </a:cxn>
                  <a:cxn ang="0">
                    <a:pos x="564" y="84"/>
                  </a:cxn>
                  <a:cxn ang="0">
                    <a:pos x="568" y="127"/>
                  </a:cxn>
                  <a:cxn ang="0">
                    <a:pos x="573" y="171"/>
                  </a:cxn>
                  <a:cxn ang="0">
                    <a:pos x="574" y="180"/>
                  </a:cxn>
                  <a:cxn ang="0">
                    <a:pos x="574" y="190"/>
                  </a:cxn>
                  <a:cxn ang="0">
                    <a:pos x="575" y="200"/>
                  </a:cxn>
                  <a:cxn ang="0">
                    <a:pos x="575" y="209"/>
                  </a:cxn>
                </a:cxnLst>
                <a:rect l="0" t="0" r="r" b="b"/>
                <a:pathLst>
                  <a:path w="579" h="544">
                    <a:moveTo>
                      <a:pt x="575" y="209"/>
                    </a:moveTo>
                    <a:lnTo>
                      <a:pt x="577" y="263"/>
                    </a:lnTo>
                    <a:lnTo>
                      <a:pt x="579" y="316"/>
                    </a:lnTo>
                    <a:lnTo>
                      <a:pt x="576" y="370"/>
                    </a:lnTo>
                    <a:lnTo>
                      <a:pt x="574" y="423"/>
                    </a:lnTo>
                    <a:lnTo>
                      <a:pt x="549" y="435"/>
                    </a:lnTo>
                    <a:lnTo>
                      <a:pt x="522" y="446"/>
                    </a:lnTo>
                    <a:lnTo>
                      <a:pt x="492" y="458"/>
                    </a:lnTo>
                    <a:lnTo>
                      <a:pt x="461" y="468"/>
                    </a:lnTo>
                    <a:lnTo>
                      <a:pt x="428" y="479"/>
                    </a:lnTo>
                    <a:lnTo>
                      <a:pt x="392" y="488"/>
                    </a:lnTo>
                    <a:lnTo>
                      <a:pt x="356" y="497"/>
                    </a:lnTo>
                    <a:lnTo>
                      <a:pt x="318" y="505"/>
                    </a:lnTo>
                    <a:lnTo>
                      <a:pt x="280" y="512"/>
                    </a:lnTo>
                    <a:lnTo>
                      <a:pt x="241" y="519"/>
                    </a:lnTo>
                    <a:lnTo>
                      <a:pt x="201" y="526"/>
                    </a:lnTo>
                    <a:lnTo>
                      <a:pt x="162" y="532"/>
                    </a:lnTo>
                    <a:lnTo>
                      <a:pt x="120" y="536"/>
                    </a:lnTo>
                    <a:lnTo>
                      <a:pt x="80" y="540"/>
                    </a:lnTo>
                    <a:lnTo>
                      <a:pt x="41" y="542"/>
                    </a:lnTo>
                    <a:lnTo>
                      <a:pt x="0" y="544"/>
                    </a:lnTo>
                    <a:lnTo>
                      <a:pt x="0" y="309"/>
                    </a:lnTo>
                    <a:lnTo>
                      <a:pt x="0" y="101"/>
                    </a:lnTo>
                    <a:lnTo>
                      <a:pt x="38" y="100"/>
                    </a:lnTo>
                    <a:lnTo>
                      <a:pt x="76" y="98"/>
                    </a:lnTo>
                    <a:lnTo>
                      <a:pt x="113" y="94"/>
                    </a:lnTo>
                    <a:lnTo>
                      <a:pt x="151" y="91"/>
                    </a:lnTo>
                    <a:lnTo>
                      <a:pt x="187" y="86"/>
                    </a:lnTo>
                    <a:lnTo>
                      <a:pt x="223" y="81"/>
                    </a:lnTo>
                    <a:lnTo>
                      <a:pt x="258" y="76"/>
                    </a:lnTo>
                    <a:lnTo>
                      <a:pt x="293" y="69"/>
                    </a:lnTo>
                    <a:lnTo>
                      <a:pt x="327" y="63"/>
                    </a:lnTo>
                    <a:lnTo>
                      <a:pt x="361" y="55"/>
                    </a:lnTo>
                    <a:lnTo>
                      <a:pt x="394" y="47"/>
                    </a:lnTo>
                    <a:lnTo>
                      <a:pt x="427" y="39"/>
                    </a:lnTo>
                    <a:lnTo>
                      <a:pt x="459" y="30"/>
                    </a:lnTo>
                    <a:lnTo>
                      <a:pt x="490" y="20"/>
                    </a:lnTo>
                    <a:lnTo>
                      <a:pt x="520" y="10"/>
                    </a:lnTo>
                    <a:lnTo>
                      <a:pt x="550" y="0"/>
                    </a:lnTo>
                    <a:lnTo>
                      <a:pt x="557" y="41"/>
                    </a:lnTo>
                    <a:lnTo>
                      <a:pt x="564" y="84"/>
                    </a:lnTo>
                    <a:lnTo>
                      <a:pt x="568" y="127"/>
                    </a:lnTo>
                    <a:lnTo>
                      <a:pt x="573" y="171"/>
                    </a:lnTo>
                    <a:lnTo>
                      <a:pt x="574" y="180"/>
                    </a:lnTo>
                    <a:lnTo>
                      <a:pt x="574" y="190"/>
                    </a:lnTo>
                    <a:lnTo>
                      <a:pt x="575" y="200"/>
                    </a:lnTo>
                    <a:lnTo>
                      <a:pt x="575" y="209"/>
                    </a:lnTo>
                    <a:close/>
                  </a:path>
                </a:pathLst>
              </a:custGeom>
              <a:grpFill/>
              <a:ln w="9525">
                <a:noFill/>
                <a:round/>
                <a:headEnd/>
                <a:tailEnd/>
              </a:ln>
            </p:spPr>
            <p:txBody>
              <a:bodyPr/>
              <a:lstStyle/>
              <a:p>
                <a:pPr algn="ctr">
                  <a:defRPr/>
                </a:pPr>
                <a:endParaRPr lang="en-US" sz="900" dirty="0"/>
              </a:p>
            </p:txBody>
          </p:sp>
          <p:sp>
            <p:nvSpPr>
              <p:cNvPr id="56" name="Freeform 55"/>
              <p:cNvSpPr>
                <a:spLocks/>
              </p:cNvSpPr>
              <p:nvPr/>
            </p:nvSpPr>
            <p:spPr bwMode="auto">
              <a:xfrm>
                <a:off x="2575" y="2342"/>
                <a:ext cx="281" cy="236"/>
              </a:xfrm>
              <a:custGeom>
                <a:avLst/>
                <a:gdLst/>
                <a:ahLst/>
                <a:cxnLst>
                  <a:cxn ang="0">
                    <a:pos x="548" y="474"/>
                  </a:cxn>
                  <a:cxn ang="0">
                    <a:pos x="520" y="471"/>
                  </a:cxn>
                  <a:cxn ang="0">
                    <a:pos x="493" y="470"/>
                  </a:cxn>
                  <a:cxn ang="0">
                    <a:pos x="466" y="468"/>
                  </a:cxn>
                  <a:cxn ang="0">
                    <a:pos x="439" y="465"/>
                  </a:cxn>
                  <a:cxn ang="0">
                    <a:pos x="412" y="461"/>
                  </a:cxn>
                  <a:cxn ang="0">
                    <a:pos x="386" y="458"/>
                  </a:cxn>
                  <a:cxn ang="0">
                    <a:pos x="359" y="454"/>
                  </a:cxn>
                  <a:cxn ang="0">
                    <a:pos x="330" y="450"/>
                  </a:cxn>
                  <a:cxn ang="0">
                    <a:pos x="299" y="444"/>
                  </a:cxn>
                  <a:cxn ang="0">
                    <a:pos x="268" y="437"/>
                  </a:cxn>
                  <a:cxn ang="0">
                    <a:pos x="238" y="430"/>
                  </a:cxn>
                  <a:cxn ang="0">
                    <a:pos x="208" y="422"/>
                  </a:cxn>
                  <a:cxn ang="0">
                    <a:pos x="178" y="414"/>
                  </a:cxn>
                  <a:cxn ang="0">
                    <a:pos x="149" y="406"/>
                  </a:cxn>
                  <a:cxn ang="0">
                    <a:pos x="120" y="397"/>
                  </a:cxn>
                  <a:cxn ang="0">
                    <a:pos x="92" y="364"/>
                  </a:cxn>
                  <a:cxn ang="0">
                    <a:pos x="68" y="309"/>
                  </a:cxn>
                  <a:cxn ang="0">
                    <a:pos x="48" y="254"/>
                  </a:cxn>
                  <a:cxn ang="0">
                    <a:pos x="34" y="199"/>
                  </a:cxn>
                  <a:cxn ang="0">
                    <a:pos x="19" y="129"/>
                  </a:cxn>
                  <a:cxn ang="0">
                    <a:pos x="5" y="44"/>
                  </a:cxn>
                  <a:cxn ang="0">
                    <a:pos x="17" y="7"/>
                  </a:cxn>
                  <a:cxn ang="0">
                    <a:pos x="53" y="20"/>
                  </a:cxn>
                  <a:cxn ang="0">
                    <a:pos x="90" y="32"/>
                  </a:cxn>
                  <a:cxn ang="0">
                    <a:pos x="126" y="43"/>
                  </a:cxn>
                  <a:cxn ang="0">
                    <a:pos x="163" y="52"/>
                  </a:cxn>
                  <a:cxn ang="0">
                    <a:pos x="201" y="63"/>
                  </a:cxn>
                  <a:cxn ang="0">
                    <a:pos x="240" y="71"/>
                  </a:cxn>
                  <a:cxn ang="0">
                    <a:pos x="280" y="79"/>
                  </a:cxn>
                  <a:cxn ang="0">
                    <a:pos x="315" y="85"/>
                  </a:cxn>
                  <a:cxn ang="0">
                    <a:pos x="348" y="90"/>
                  </a:cxn>
                  <a:cxn ang="0">
                    <a:pos x="380" y="95"/>
                  </a:cxn>
                  <a:cxn ang="0">
                    <a:pos x="412" y="98"/>
                  </a:cxn>
                  <a:cxn ang="0">
                    <a:pos x="445" y="102"/>
                  </a:cxn>
                  <a:cxn ang="0">
                    <a:pos x="478" y="105"/>
                  </a:cxn>
                  <a:cxn ang="0">
                    <a:pos x="511" y="108"/>
                  </a:cxn>
                  <a:cxn ang="0">
                    <a:pos x="545" y="109"/>
                  </a:cxn>
                  <a:cxn ang="0">
                    <a:pos x="562" y="277"/>
                  </a:cxn>
                </a:cxnLst>
                <a:rect l="0" t="0" r="r" b="b"/>
                <a:pathLst>
                  <a:path w="562" h="474">
                    <a:moveTo>
                      <a:pt x="562" y="474"/>
                    </a:moveTo>
                    <a:lnTo>
                      <a:pt x="548" y="474"/>
                    </a:lnTo>
                    <a:lnTo>
                      <a:pt x="534" y="473"/>
                    </a:lnTo>
                    <a:lnTo>
                      <a:pt x="520" y="471"/>
                    </a:lnTo>
                    <a:lnTo>
                      <a:pt x="506" y="471"/>
                    </a:lnTo>
                    <a:lnTo>
                      <a:pt x="493" y="470"/>
                    </a:lnTo>
                    <a:lnTo>
                      <a:pt x="480" y="469"/>
                    </a:lnTo>
                    <a:lnTo>
                      <a:pt x="466" y="468"/>
                    </a:lnTo>
                    <a:lnTo>
                      <a:pt x="452" y="466"/>
                    </a:lnTo>
                    <a:lnTo>
                      <a:pt x="439" y="465"/>
                    </a:lnTo>
                    <a:lnTo>
                      <a:pt x="426" y="463"/>
                    </a:lnTo>
                    <a:lnTo>
                      <a:pt x="412" y="461"/>
                    </a:lnTo>
                    <a:lnTo>
                      <a:pt x="399" y="460"/>
                    </a:lnTo>
                    <a:lnTo>
                      <a:pt x="386" y="458"/>
                    </a:lnTo>
                    <a:lnTo>
                      <a:pt x="373" y="456"/>
                    </a:lnTo>
                    <a:lnTo>
                      <a:pt x="359" y="454"/>
                    </a:lnTo>
                    <a:lnTo>
                      <a:pt x="346" y="452"/>
                    </a:lnTo>
                    <a:lnTo>
                      <a:pt x="330" y="450"/>
                    </a:lnTo>
                    <a:lnTo>
                      <a:pt x="315" y="446"/>
                    </a:lnTo>
                    <a:lnTo>
                      <a:pt x="299" y="444"/>
                    </a:lnTo>
                    <a:lnTo>
                      <a:pt x="284" y="440"/>
                    </a:lnTo>
                    <a:lnTo>
                      <a:pt x="268" y="437"/>
                    </a:lnTo>
                    <a:lnTo>
                      <a:pt x="253" y="433"/>
                    </a:lnTo>
                    <a:lnTo>
                      <a:pt x="238" y="430"/>
                    </a:lnTo>
                    <a:lnTo>
                      <a:pt x="223" y="427"/>
                    </a:lnTo>
                    <a:lnTo>
                      <a:pt x="208" y="422"/>
                    </a:lnTo>
                    <a:lnTo>
                      <a:pt x="193" y="418"/>
                    </a:lnTo>
                    <a:lnTo>
                      <a:pt x="178" y="414"/>
                    </a:lnTo>
                    <a:lnTo>
                      <a:pt x="163" y="410"/>
                    </a:lnTo>
                    <a:lnTo>
                      <a:pt x="149" y="406"/>
                    </a:lnTo>
                    <a:lnTo>
                      <a:pt x="134" y="401"/>
                    </a:lnTo>
                    <a:lnTo>
                      <a:pt x="120" y="397"/>
                    </a:lnTo>
                    <a:lnTo>
                      <a:pt x="106" y="392"/>
                    </a:lnTo>
                    <a:lnTo>
                      <a:pt x="92" y="364"/>
                    </a:lnTo>
                    <a:lnTo>
                      <a:pt x="79" y="337"/>
                    </a:lnTo>
                    <a:lnTo>
                      <a:pt x="68" y="309"/>
                    </a:lnTo>
                    <a:lnTo>
                      <a:pt x="57" y="281"/>
                    </a:lnTo>
                    <a:lnTo>
                      <a:pt x="48" y="254"/>
                    </a:lnTo>
                    <a:lnTo>
                      <a:pt x="41" y="226"/>
                    </a:lnTo>
                    <a:lnTo>
                      <a:pt x="34" y="199"/>
                    </a:lnTo>
                    <a:lnTo>
                      <a:pt x="27" y="171"/>
                    </a:lnTo>
                    <a:lnTo>
                      <a:pt x="19" y="129"/>
                    </a:lnTo>
                    <a:lnTo>
                      <a:pt x="12" y="88"/>
                    </a:lnTo>
                    <a:lnTo>
                      <a:pt x="5" y="44"/>
                    </a:lnTo>
                    <a:lnTo>
                      <a:pt x="0" y="0"/>
                    </a:lnTo>
                    <a:lnTo>
                      <a:pt x="17" y="7"/>
                    </a:lnTo>
                    <a:lnTo>
                      <a:pt x="35" y="13"/>
                    </a:lnTo>
                    <a:lnTo>
                      <a:pt x="53" y="20"/>
                    </a:lnTo>
                    <a:lnTo>
                      <a:pt x="71" y="26"/>
                    </a:lnTo>
                    <a:lnTo>
                      <a:pt x="90" y="32"/>
                    </a:lnTo>
                    <a:lnTo>
                      <a:pt x="108" y="37"/>
                    </a:lnTo>
                    <a:lnTo>
                      <a:pt x="126" y="43"/>
                    </a:lnTo>
                    <a:lnTo>
                      <a:pt x="145" y="48"/>
                    </a:lnTo>
                    <a:lnTo>
                      <a:pt x="163" y="52"/>
                    </a:lnTo>
                    <a:lnTo>
                      <a:pt x="183" y="58"/>
                    </a:lnTo>
                    <a:lnTo>
                      <a:pt x="201" y="63"/>
                    </a:lnTo>
                    <a:lnTo>
                      <a:pt x="221" y="67"/>
                    </a:lnTo>
                    <a:lnTo>
                      <a:pt x="240" y="71"/>
                    </a:lnTo>
                    <a:lnTo>
                      <a:pt x="260" y="75"/>
                    </a:lnTo>
                    <a:lnTo>
                      <a:pt x="280" y="79"/>
                    </a:lnTo>
                    <a:lnTo>
                      <a:pt x="299" y="82"/>
                    </a:lnTo>
                    <a:lnTo>
                      <a:pt x="315" y="85"/>
                    </a:lnTo>
                    <a:lnTo>
                      <a:pt x="331" y="88"/>
                    </a:lnTo>
                    <a:lnTo>
                      <a:pt x="348" y="90"/>
                    </a:lnTo>
                    <a:lnTo>
                      <a:pt x="364" y="93"/>
                    </a:lnTo>
                    <a:lnTo>
                      <a:pt x="380" y="95"/>
                    </a:lnTo>
                    <a:lnTo>
                      <a:pt x="396" y="97"/>
                    </a:lnTo>
                    <a:lnTo>
                      <a:pt x="412" y="98"/>
                    </a:lnTo>
                    <a:lnTo>
                      <a:pt x="429" y="101"/>
                    </a:lnTo>
                    <a:lnTo>
                      <a:pt x="445" y="102"/>
                    </a:lnTo>
                    <a:lnTo>
                      <a:pt x="462" y="104"/>
                    </a:lnTo>
                    <a:lnTo>
                      <a:pt x="478" y="105"/>
                    </a:lnTo>
                    <a:lnTo>
                      <a:pt x="495" y="106"/>
                    </a:lnTo>
                    <a:lnTo>
                      <a:pt x="511" y="108"/>
                    </a:lnTo>
                    <a:lnTo>
                      <a:pt x="528" y="109"/>
                    </a:lnTo>
                    <a:lnTo>
                      <a:pt x="545" y="109"/>
                    </a:lnTo>
                    <a:lnTo>
                      <a:pt x="562" y="110"/>
                    </a:lnTo>
                    <a:lnTo>
                      <a:pt x="562" y="277"/>
                    </a:lnTo>
                    <a:lnTo>
                      <a:pt x="562" y="474"/>
                    </a:lnTo>
                    <a:close/>
                  </a:path>
                </a:pathLst>
              </a:custGeom>
              <a:grpFill/>
              <a:ln w="9525">
                <a:noFill/>
                <a:round/>
                <a:headEnd/>
                <a:tailEnd/>
              </a:ln>
            </p:spPr>
            <p:txBody>
              <a:bodyPr/>
              <a:lstStyle/>
              <a:p>
                <a:pPr algn="ctr">
                  <a:defRPr/>
                </a:pPr>
                <a:endParaRPr lang="en-US" sz="900" dirty="0"/>
              </a:p>
            </p:txBody>
          </p:sp>
          <p:sp>
            <p:nvSpPr>
              <p:cNvPr id="57" name="Freeform 56"/>
              <p:cNvSpPr>
                <a:spLocks/>
              </p:cNvSpPr>
              <p:nvPr/>
            </p:nvSpPr>
            <p:spPr bwMode="auto">
              <a:xfrm>
                <a:off x="2567" y="2069"/>
                <a:ext cx="289" cy="272"/>
              </a:xfrm>
              <a:custGeom>
                <a:avLst/>
                <a:gdLst/>
                <a:ahLst/>
                <a:cxnLst>
                  <a:cxn ang="0">
                    <a:pos x="3" y="198"/>
                  </a:cxn>
                  <a:cxn ang="0">
                    <a:pos x="4" y="176"/>
                  </a:cxn>
                  <a:cxn ang="0">
                    <a:pos x="10" y="122"/>
                  </a:cxn>
                  <a:cxn ang="0">
                    <a:pos x="20" y="40"/>
                  </a:cxn>
                  <a:cxn ang="0">
                    <a:pos x="38" y="3"/>
                  </a:cxn>
                  <a:cxn ang="0">
                    <a:pos x="61" y="11"/>
                  </a:cxn>
                  <a:cxn ang="0">
                    <a:pos x="83" y="18"/>
                  </a:cxn>
                  <a:cxn ang="0">
                    <a:pos x="106" y="25"/>
                  </a:cxn>
                  <a:cxn ang="0">
                    <a:pos x="129" y="32"/>
                  </a:cxn>
                  <a:cxn ang="0">
                    <a:pos x="152" y="39"/>
                  </a:cxn>
                  <a:cxn ang="0">
                    <a:pos x="176" y="46"/>
                  </a:cxn>
                  <a:cxn ang="0">
                    <a:pos x="200" y="51"/>
                  </a:cxn>
                  <a:cxn ang="0">
                    <a:pos x="233" y="60"/>
                  </a:cxn>
                  <a:cxn ang="0">
                    <a:pos x="277" y="69"/>
                  </a:cxn>
                  <a:cxn ang="0">
                    <a:pos x="321" y="76"/>
                  </a:cxn>
                  <a:cxn ang="0">
                    <a:pos x="366" y="83"/>
                  </a:cxn>
                  <a:cxn ang="0">
                    <a:pos x="411" y="88"/>
                  </a:cxn>
                  <a:cxn ang="0">
                    <a:pos x="458" y="93"/>
                  </a:cxn>
                  <a:cxn ang="0">
                    <a:pos x="505" y="98"/>
                  </a:cxn>
                  <a:cxn ang="0">
                    <a:pos x="554" y="100"/>
                  </a:cxn>
                  <a:cxn ang="0">
                    <a:pos x="578" y="313"/>
                  </a:cxn>
                  <a:cxn ang="0">
                    <a:pos x="557" y="543"/>
                  </a:cxn>
                  <a:cxn ang="0">
                    <a:pos x="517" y="541"/>
                  </a:cxn>
                  <a:cxn ang="0">
                    <a:pos x="475" y="537"/>
                  </a:cxn>
                  <a:cxn ang="0">
                    <a:pos x="434" y="533"/>
                  </a:cxn>
                  <a:cxn ang="0">
                    <a:pos x="392" y="527"/>
                  </a:cxn>
                  <a:cxn ang="0">
                    <a:pos x="351" y="521"/>
                  </a:cxn>
                  <a:cxn ang="0">
                    <a:pos x="311" y="514"/>
                  </a:cxn>
                  <a:cxn ang="0">
                    <a:pos x="270" y="506"/>
                  </a:cxn>
                  <a:cxn ang="0">
                    <a:pos x="232" y="499"/>
                  </a:cxn>
                  <a:cxn ang="0">
                    <a:pos x="197" y="490"/>
                  </a:cxn>
                  <a:cxn ang="0">
                    <a:pos x="162" y="481"/>
                  </a:cxn>
                  <a:cxn ang="0">
                    <a:pos x="130" y="472"/>
                  </a:cxn>
                  <a:cxn ang="0">
                    <a:pos x="97" y="461"/>
                  </a:cxn>
                  <a:cxn ang="0">
                    <a:pos x="69" y="451"/>
                  </a:cxn>
                  <a:cxn ang="0">
                    <a:pos x="41" y="441"/>
                  </a:cxn>
                  <a:cxn ang="0">
                    <a:pos x="15" y="429"/>
                  </a:cxn>
                  <a:cxn ang="0">
                    <a:pos x="1" y="370"/>
                  </a:cxn>
                  <a:cxn ang="0">
                    <a:pos x="0" y="263"/>
                  </a:cxn>
                </a:cxnLst>
                <a:rect l="0" t="0" r="r" b="b"/>
                <a:pathLst>
                  <a:path w="578" h="544">
                    <a:moveTo>
                      <a:pt x="2" y="209"/>
                    </a:moveTo>
                    <a:lnTo>
                      <a:pt x="3" y="198"/>
                    </a:lnTo>
                    <a:lnTo>
                      <a:pt x="4" y="186"/>
                    </a:lnTo>
                    <a:lnTo>
                      <a:pt x="4" y="176"/>
                    </a:lnTo>
                    <a:lnTo>
                      <a:pt x="5" y="164"/>
                    </a:lnTo>
                    <a:lnTo>
                      <a:pt x="10" y="122"/>
                    </a:lnTo>
                    <a:lnTo>
                      <a:pt x="15" y="80"/>
                    </a:lnTo>
                    <a:lnTo>
                      <a:pt x="20" y="40"/>
                    </a:lnTo>
                    <a:lnTo>
                      <a:pt x="27" y="0"/>
                    </a:lnTo>
                    <a:lnTo>
                      <a:pt x="38" y="3"/>
                    </a:lnTo>
                    <a:lnTo>
                      <a:pt x="49" y="8"/>
                    </a:lnTo>
                    <a:lnTo>
                      <a:pt x="61" y="11"/>
                    </a:lnTo>
                    <a:lnTo>
                      <a:pt x="71" y="15"/>
                    </a:lnTo>
                    <a:lnTo>
                      <a:pt x="83" y="18"/>
                    </a:lnTo>
                    <a:lnTo>
                      <a:pt x="94" y="22"/>
                    </a:lnTo>
                    <a:lnTo>
                      <a:pt x="106" y="25"/>
                    </a:lnTo>
                    <a:lnTo>
                      <a:pt x="117" y="28"/>
                    </a:lnTo>
                    <a:lnTo>
                      <a:pt x="129" y="32"/>
                    </a:lnTo>
                    <a:lnTo>
                      <a:pt x="140" y="35"/>
                    </a:lnTo>
                    <a:lnTo>
                      <a:pt x="152" y="39"/>
                    </a:lnTo>
                    <a:lnTo>
                      <a:pt x="164" y="42"/>
                    </a:lnTo>
                    <a:lnTo>
                      <a:pt x="176" y="46"/>
                    </a:lnTo>
                    <a:lnTo>
                      <a:pt x="188" y="49"/>
                    </a:lnTo>
                    <a:lnTo>
                      <a:pt x="200" y="51"/>
                    </a:lnTo>
                    <a:lnTo>
                      <a:pt x="213" y="55"/>
                    </a:lnTo>
                    <a:lnTo>
                      <a:pt x="233" y="60"/>
                    </a:lnTo>
                    <a:lnTo>
                      <a:pt x="255" y="64"/>
                    </a:lnTo>
                    <a:lnTo>
                      <a:pt x="277" y="69"/>
                    </a:lnTo>
                    <a:lnTo>
                      <a:pt x="299" y="72"/>
                    </a:lnTo>
                    <a:lnTo>
                      <a:pt x="321" y="76"/>
                    </a:lnTo>
                    <a:lnTo>
                      <a:pt x="343" y="79"/>
                    </a:lnTo>
                    <a:lnTo>
                      <a:pt x="366" y="83"/>
                    </a:lnTo>
                    <a:lnTo>
                      <a:pt x="389" y="86"/>
                    </a:lnTo>
                    <a:lnTo>
                      <a:pt x="411" y="88"/>
                    </a:lnTo>
                    <a:lnTo>
                      <a:pt x="435" y="91"/>
                    </a:lnTo>
                    <a:lnTo>
                      <a:pt x="458" y="93"/>
                    </a:lnTo>
                    <a:lnTo>
                      <a:pt x="481" y="95"/>
                    </a:lnTo>
                    <a:lnTo>
                      <a:pt x="505" y="98"/>
                    </a:lnTo>
                    <a:lnTo>
                      <a:pt x="529" y="99"/>
                    </a:lnTo>
                    <a:lnTo>
                      <a:pt x="554" y="100"/>
                    </a:lnTo>
                    <a:lnTo>
                      <a:pt x="578" y="101"/>
                    </a:lnTo>
                    <a:lnTo>
                      <a:pt x="578" y="313"/>
                    </a:lnTo>
                    <a:lnTo>
                      <a:pt x="578" y="544"/>
                    </a:lnTo>
                    <a:lnTo>
                      <a:pt x="557" y="543"/>
                    </a:lnTo>
                    <a:lnTo>
                      <a:pt x="537" y="542"/>
                    </a:lnTo>
                    <a:lnTo>
                      <a:pt x="517" y="541"/>
                    </a:lnTo>
                    <a:lnTo>
                      <a:pt x="496" y="539"/>
                    </a:lnTo>
                    <a:lnTo>
                      <a:pt x="475" y="537"/>
                    </a:lnTo>
                    <a:lnTo>
                      <a:pt x="455" y="535"/>
                    </a:lnTo>
                    <a:lnTo>
                      <a:pt x="434" y="533"/>
                    </a:lnTo>
                    <a:lnTo>
                      <a:pt x="413" y="531"/>
                    </a:lnTo>
                    <a:lnTo>
                      <a:pt x="392" y="527"/>
                    </a:lnTo>
                    <a:lnTo>
                      <a:pt x="372" y="525"/>
                    </a:lnTo>
                    <a:lnTo>
                      <a:pt x="351" y="521"/>
                    </a:lnTo>
                    <a:lnTo>
                      <a:pt x="330" y="518"/>
                    </a:lnTo>
                    <a:lnTo>
                      <a:pt x="311" y="514"/>
                    </a:lnTo>
                    <a:lnTo>
                      <a:pt x="290" y="511"/>
                    </a:lnTo>
                    <a:lnTo>
                      <a:pt x="270" y="506"/>
                    </a:lnTo>
                    <a:lnTo>
                      <a:pt x="251" y="503"/>
                    </a:lnTo>
                    <a:lnTo>
                      <a:pt x="232" y="499"/>
                    </a:lnTo>
                    <a:lnTo>
                      <a:pt x="215" y="495"/>
                    </a:lnTo>
                    <a:lnTo>
                      <a:pt x="197" y="490"/>
                    </a:lnTo>
                    <a:lnTo>
                      <a:pt x="179" y="486"/>
                    </a:lnTo>
                    <a:lnTo>
                      <a:pt x="162" y="481"/>
                    </a:lnTo>
                    <a:lnTo>
                      <a:pt x="146" y="476"/>
                    </a:lnTo>
                    <a:lnTo>
                      <a:pt x="130" y="472"/>
                    </a:lnTo>
                    <a:lnTo>
                      <a:pt x="114" y="467"/>
                    </a:lnTo>
                    <a:lnTo>
                      <a:pt x="97" y="461"/>
                    </a:lnTo>
                    <a:lnTo>
                      <a:pt x="83" y="457"/>
                    </a:lnTo>
                    <a:lnTo>
                      <a:pt x="69" y="451"/>
                    </a:lnTo>
                    <a:lnTo>
                      <a:pt x="54" y="446"/>
                    </a:lnTo>
                    <a:lnTo>
                      <a:pt x="41" y="441"/>
                    </a:lnTo>
                    <a:lnTo>
                      <a:pt x="27" y="435"/>
                    </a:lnTo>
                    <a:lnTo>
                      <a:pt x="15" y="429"/>
                    </a:lnTo>
                    <a:lnTo>
                      <a:pt x="3" y="423"/>
                    </a:lnTo>
                    <a:lnTo>
                      <a:pt x="1" y="370"/>
                    </a:lnTo>
                    <a:lnTo>
                      <a:pt x="0" y="316"/>
                    </a:lnTo>
                    <a:lnTo>
                      <a:pt x="0" y="263"/>
                    </a:lnTo>
                    <a:lnTo>
                      <a:pt x="2" y="209"/>
                    </a:lnTo>
                    <a:close/>
                  </a:path>
                </a:pathLst>
              </a:custGeom>
              <a:grpFill/>
              <a:ln w="9525">
                <a:noFill/>
                <a:round/>
                <a:headEnd/>
                <a:tailEnd/>
              </a:ln>
            </p:spPr>
            <p:txBody>
              <a:bodyPr/>
              <a:lstStyle/>
              <a:p>
                <a:pPr algn="ctr">
                  <a:defRPr/>
                </a:pPr>
                <a:endParaRPr lang="en-US" sz="900" dirty="0"/>
              </a:p>
            </p:txBody>
          </p:sp>
          <p:sp>
            <p:nvSpPr>
              <p:cNvPr id="58" name="Freeform 57"/>
              <p:cNvSpPr>
                <a:spLocks/>
              </p:cNvSpPr>
              <p:nvPr/>
            </p:nvSpPr>
            <p:spPr bwMode="auto">
              <a:xfrm>
                <a:off x="2904" y="1814"/>
                <a:ext cx="263" cy="250"/>
              </a:xfrm>
              <a:custGeom>
                <a:avLst/>
                <a:gdLst/>
                <a:ahLst/>
                <a:cxnLst>
                  <a:cxn ang="0">
                    <a:pos x="0" y="67"/>
                  </a:cxn>
                  <a:cxn ang="0">
                    <a:pos x="26" y="66"/>
                  </a:cxn>
                  <a:cxn ang="0">
                    <a:pos x="50" y="64"/>
                  </a:cxn>
                  <a:cxn ang="0">
                    <a:pos x="74" y="63"/>
                  </a:cxn>
                  <a:cxn ang="0">
                    <a:pos x="98" y="59"/>
                  </a:cxn>
                  <a:cxn ang="0">
                    <a:pos x="122" y="57"/>
                  </a:cxn>
                  <a:cxn ang="0">
                    <a:pos x="145" y="53"/>
                  </a:cxn>
                  <a:cxn ang="0">
                    <a:pos x="169" y="50"/>
                  </a:cxn>
                  <a:cxn ang="0">
                    <a:pos x="192" y="45"/>
                  </a:cxn>
                  <a:cxn ang="0">
                    <a:pos x="213" y="41"/>
                  </a:cxn>
                  <a:cxn ang="0">
                    <a:pos x="235" y="36"/>
                  </a:cxn>
                  <a:cxn ang="0">
                    <a:pos x="257" y="32"/>
                  </a:cxn>
                  <a:cxn ang="0">
                    <a:pos x="279" y="26"/>
                  </a:cxn>
                  <a:cxn ang="0">
                    <a:pos x="300" y="20"/>
                  </a:cxn>
                  <a:cxn ang="0">
                    <a:pos x="321" y="13"/>
                  </a:cxn>
                  <a:cxn ang="0">
                    <a:pos x="340" y="7"/>
                  </a:cxn>
                  <a:cxn ang="0">
                    <a:pos x="360" y="0"/>
                  </a:cxn>
                  <a:cxn ang="0">
                    <a:pos x="376" y="28"/>
                  </a:cxn>
                  <a:cxn ang="0">
                    <a:pos x="391" y="56"/>
                  </a:cxn>
                  <a:cxn ang="0">
                    <a:pos x="406" y="85"/>
                  </a:cxn>
                  <a:cxn ang="0">
                    <a:pos x="421" y="114"/>
                  </a:cxn>
                  <a:cxn ang="0">
                    <a:pos x="435" y="144"/>
                  </a:cxn>
                  <a:cxn ang="0">
                    <a:pos x="448" y="176"/>
                  </a:cxn>
                  <a:cxn ang="0">
                    <a:pos x="462" y="208"/>
                  </a:cxn>
                  <a:cxn ang="0">
                    <a:pos x="475" y="240"/>
                  </a:cxn>
                  <a:cxn ang="0">
                    <a:pos x="482" y="260"/>
                  </a:cxn>
                  <a:cxn ang="0">
                    <a:pos x="489" y="278"/>
                  </a:cxn>
                  <a:cxn ang="0">
                    <a:pos x="496" y="298"/>
                  </a:cxn>
                  <a:cxn ang="0">
                    <a:pos x="501" y="317"/>
                  </a:cxn>
                  <a:cxn ang="0">
                    <a:pos x="508" y="338"/>
                  </a:cxn>
                  <a:cxn ang="0">
                    <a:pos x="514" y="357"/>
                  </a:cxn>
                  <a:cxn ang="0">
                    <a:pos x="520" y="378"/>
                  </a:cxn>
                  <a:cxn ang="0">
                    <a:pos x="526" y="399"/>
                  </a:cxn>
                  <a:cxn ang="0">
                    <a:pos x="497" y="409"/>
                  </a:cxn>
                  <a:cxn ang="0">
                    <a:pos x="468" y="420"/>
                  </a:cxn>
                  <a:cxn ang="0">
                    <a:pos x="438" y="429"/>
                  </a:cxn>
                  <a:cxn ang="0">
                    <a:pos x="408" y="438"/>
                  </a:cxn>
                  <a:cxn ang="0">
                    <a:pos x="377" y="446"/>
                  </a:cxn>
                  <a:cxn ang="0">
                    <a:pos x="346" y="454"/>
                  </a:cxn>
                  <a:cxn ang="0">
                    <a:pos x="314" y="462"/>
                  </a:cxn>
                  <a:cxn ang="0">
                    <a:pos x="280" y="469"/>
                  </a:cxn>
                  <a:cxn ang="0">
                    <a:pos x="247" y="475"/>
                  </a:cxn>
                  <a:cxn ang="0">
                    <a:pos x="213" y="481"/>
                  </a:cxn>
                  <a:cxn ang="0">
                    <a:pos x="179" y="485"/>
                  </a:cxn>
                  <a:cxn ang="0">
                    <a:pos x="143" y="490"/>
                  </a:cxn>
                  <a:cxn ang="0">
                    <a:pos x="109" y="493"/>
                  </a:cxn>
                  <a:cxn ang="0">
                    <a:pos x="73" y="497"/>
                  </a:cxn>
                  <a:cxn ang="0">
                    <a:pos x="37" y="499"/>
                  </a:cxn>
                  <a:cxn ang="0">
                    <a:pos x="0" y="501"/>
                  </a:cxn>
                  <a:cxn ang="0">
                    <a:pos x="0" y="290"/>
                  </a:cxn>
                  <a:cxn ang="0">
                    <a:pos x="0" y="67"/>
                  </a:cxn>
                </a:cxnLst>
                <a:rect l="0" t="0" r="r" b="b"/>
                <a:pathLst>
                  <a:path w="526" h="501">
                    <a:moveTo>
                      <a:pt x="0" y="67"/>
                    </a:moveTo>
                    <a:lnTo>
                      <a:pt x="26" y="66"/>
                    </a:lnTo>
                    <a:lnTo>
                      <a:pt x="50" y="64"/>
                    </a:lnTo>
                    <a:lnTo>
                      <a:pt x="74" y="63"/>
                    </a:lnTo>
                    <a:lnTo>
                      <a:pt x="98" y="59"/>
                    </a:lnTo>
                    <a:lnTo>
                      <a:pt x="122" y="57"/>
                    </a:lnTo>
                    <a:lnTo>
                      <a:pt x="145" y="53"/>
                    </a:lnTo>
                    <a:lnTo>
                      <a:pt x="169" y="50"/>
                    </a:lnTo>
                    <a:lnTo>
                      <a:pt x="192" y="45"/>
                    </a:lnTo>
                    <a:lnTo>
                      <a:pt x="213" y="41"/>
                    </a:lnTo>
                    <a:lnTo>
                      <a:pt x="235" y="36"/>
                    </a:lnTo>
                    <a:lnTo>
                      <a:pt x="257" y="32"/>
                    </a:lnTo>
                    <a:lnTo>
                      <a:pt x="279" y="26"/>
                    </a:lnTo>
                    <a:lnTo>
                      <a:pt x="300" y="20"/>
                    </a:lnTo>
                    <a:lnTo>
                      <a:pt x="321" y="13"/>
                    </a:lnTo>
                    <a:lnTo>
                      <a:pt x="340" y="7"/>
                    </a:lnTo>
                    <a:lnTo>
                      <a:pt x="360" y="0"/>
                    </a:lnTo>
                    <a:lnTo>
                      <a:pt x="376" y="28"/>
                    </a:lnTo>
                    <a:lnTo>
                      <a:pt x="391" y="56"/>
                    </a:lnTo>
                    <a:lnTo>
                      <a:pt x="406" y="85"/>
                    </a:lnTo>
                    <a:lnTo>
                      <a:pt x="421" y="114"/>
                    </a:lnTo>
                    <a:lnTo>
                      <a:pt x="435" y="144"/>
                    </a:lnTo>
                    <a:lnTo>
                      <a:pt x="448" y="176"/>
                    </a:lnTo>
                    <a:lnTo>
                      <a:pt x="462" y="208"/>
                    </a:lnTo>
                    <a:lnTo>
                      <a:pt x="475" y="240"/>
                    </a:lnTo>
                    <a:lnTo>
                      <a:pt x="482" y="260"/>
                    </a:lnTo>
                    <a:lnTo>
                      <a:pt x="489" y="278"/>
                    </a:lnTo>
                    <a:lnTo>
                      <a:pt x="496" y="298"/>
                    </a:lnTo>
                    <a:lnTo>
                      <a:pt x="501" y="317"/>
                    </a:lnTo>
                    <a:lnTo>
                      <a:pt x="508" y="338"/>
                    </a:lnTo>
                    <a:lnTo>
                      <a:pt x="514" y="357"/>
                    </a:lnTo>
                    <a:lnTo>
                      <a:pt x="520" y="378"/>
                    </a:lnTo>
                    <a:lnTo>
                      <a:pt x="526" y="399"/>
                    </a:lnTo>
                    <a:lnTo>
                      <a:pt x="497" y="409"/>
                    </a:lnTo>
                    <a:lnTo>
                      <a:pt x="468" y="420"/>
                    </a:lnTo>
                    <a:lnTo>
                      <a:pt x="438" y="429"/>
                    </a:lnTo>
                    <a:lnTo>
                      <a:pt x="408" y="438"/>
                    </a:lnTo>
                    <a:lnTo>
                      <a:pt x="377" y="446"/>
                    </a:lnTo>
                    <a:lnTo>
                      <a:pt x="346" y="454"/>
                    </a:lnTo>
                    <a:lnTo>
                      <a:pt x="314" y="462"/>
                    </a:lnTo>
                    <a:lnTo>
                      <a:pt x="280" y="469"/>
                    </a:lnTo>
                    <a:lnTo>
                      <a:pt x="247" y="475"/>
                    </a:lnTo>
                    <a:lnTo>
                      <a:pt x="213" y="481"/>
                    </a:lnTo>
                    <a:lnTo>
                      <a:pt x="179" y="485"/>
                    </a:lnTo>
                    <a:lnTo>
                      <a:pt x="143" y="490"/>
                    </a:lnTo>
                    <a:lnTo>
                      <a:pt x="109" y="493"/>
                    </a:lnTo>
                    <a:lnTo>
                      <a:pt x="73" y="497"/>
                    </a:lnTo>
                    <a:lnTo>
                      <a:pt x="37" y="499"/>
                    </a:lnTo>
                    <a:lnTo>
                      <a:pt x="0" y="501"/>
                    </a:lnTo>
                    <a:lnTo>
                      <a:pt x="0" y="290"/>
                    </a:lnTo>
                    <a:lnTo>
                      <a:pt x="0" y="67"/>
                    </a:lnTo>
                    <a:close/>
                  </a:path>
                </a:pathLst>
              </a:custGeom>
              <a:grpFill/>
              <a:ln w="9525">
                <a:noFill/>
                <a:round/>
                <a:headEnd/>
                <a:tailEnd/>
              </a:ln>
            </p:spPr>
            <p:txBody>
              <a:bodyPr/>
              <a:lstStyle/>
              <a:p>
                <a:pPr algn="ctr">
                  <a:defRPr/>
                </a:pPr>
                <a:endParaRPr lang="en-US" sz="900" dirty="0"/>
              </a:p>
            </p:txBody>
          </p:sp>
          <p:sp>
            <p:nvSpPr>
              <p:cNvPr id="59" name="Freeform 58"/>
              <p:cNvSpPr>
                <a:spLocks/>
              </p:cNvSpPr>
              <p:nvPr/>
            </p:nvSpPr>
            <p:spPr bwMode="auto">
              <a:xfrm>
                <a:off x="2594" y="1814"/>
                <a:ext cx="262" cy="250"/>
              </a:xfrm>
              <a:custGeom>
                <a:avLst/>
                <a:gdLst/>
                <a:ahLst/>
                <a:cxnLst>
                  <a:cxn ang="0">
                    <a:pos x="525" y="501"/>
                  </a:cxn>
                  <a:cxn ang="0">
                    <a:pos x="487" y="499"/>
                  </a:cxn>
                  <a:cxn ang="0">
                    <a:pos x="449" y="497"/>
                  </a:cxn>
                  <a:cxn ang="0">
                    <a:pos x="412" y="493"/>
                  </a:cxn>
                  <a:cxn ang="0">
                    <a:pos x="375" y="489"/>
                  </a:cxn>
                  <a:cxn ang="0">
                    <a:pos x="338" y="484"/>
                  </a:cxn>
                  <a:cxn ang="0">
                    <a:pos x="302" y="480"/>
                  </a:cxn>
                  <a:cxn ang="0">
                    <a:pos x="267" y="474"/>
                  </a:cxn>
                  <a:cxn ang="0">
                    <a:pos x="232" y="467"/>
                  </a:cxn>
                  <a:cxn ang="0">
                    <a:pos x="201" y="460"/>
                  </a:cxn>
                  <a:cxn ang="0">
                    <a:pos x="170" y="453"/>
                  </a:cxn>
                  <a:cxn ang="0">
                    <a:pos x="140" y="445"/>
                  </a:cxn>
                  <a:cxn ang="0">
                    <a:pos x="111" y="437"/>
                  </a:cxn>
                  <a:cxn ang="0">
                    <a:pos x="81" y="428"/>
                  </a:cxn>
                  <a:cxn ang="0">
                    <a:pos x="54" y="419"/>
                  </a:cxn>
                  <a:cxn ang="0">
                    <a:pos x="26" y="409"/>
                  </a:cxn>
                  <a:cxn ang="0">
                    <a:pos x="0" y="399"/>
                  </a:cxn>
                  <a:cxn ang="0">
                    <a:pos x="12" y="354"/>
                  </a:cxn>
                  <a:cxn ang="0">
                    <a:pos x="26" y="309"/>
                  </a:cxn>
                  <a:cxn ang="0">
                    <a:pos x="40" y="266"/>
                  </a:cxn>
                  <a:cxn ang="0">
                    <a:pos x="56" y="224"/>
                  </a:cxn>
                  <a:cxn ang="0">
                    <a:pos x="80" y="164"/>
                  </a:cxn>
                  <a:cxn ang="0">
                    <a:pos x="107" y="108"/>
                  </a:cxn>
                  <a:cxn ang="0">
                    <a:pos x="134" y="52"/>
                  </a:cxn>
                  <a:cxn ang="0">
                    <a:pos x="164" y="0"/>
                  </a:cxn>
                  <a:cxn ang="0">
                    <a:pos x="200" y="12"/>
                  </a:cxn>
                  <a:cxn ang="0">
                    <a:pos x="238" y="24"/>
                  </a:cxn>
                  <a:cxn ang="0">
                    <a:pos x="276" y="34"/>
                  </a:cxn>
                  <a:cxn ang="0">
                    <a:pos x="315" y="42"/>
                  </a:cxn>
                  <a:cxn ang="0">
                    <a:pos x="340" y="47"/>
                  </a:cxn>
                  <a:cxn ang="0">
                    <a:pos x="365" y="51"/>
                  </a:cxn>
                  <a:cxn ang="0">
                    <a:pos x="391" y="55"/>
                  </a:cxn>
                  <a:cxn ang="0">
                    <a:pos x="417" y="58"/>
                  </a:cxn>
                  <a:cxn ang="0">
                    <a:pos x="443" y="62"/>
                  </a:cxn>
                  <a:cxn ang="0">
                    <a:pos x="471" y="64"/>
                  </a:cxn>
                  <a:cxn ang="0">
                    <a:pos x="497" y="66"/>
                  </a:cxn>
                  <a:cxn ang="0">
                    <a:pos x="525" y="67"/>
                  </a:cxn>
                </a:cxnLst>
                <a:rect l="0" t="0" r="r" b="b"/>
                <a:pathLst>
                  <a:path w="525" h="501">
                    <a:moveTo>
                      <a:pt x="525" y="283"/>
                    </a:moveTo>
                    <a:lnTo>
                      <a:pt x="525" y="501"/>
                    </a:lnTo>
                    <a:lnTo>
                      <a:pt x="505" y="500"/>
                    </a:lnTo>
                    <a:lnTo>
                      <a:pt x="487" y="499"/>
                    </a:lnTo>
                    <a:lnTo>
                      <a:pt x="467" y="498"/>
                    </a:lnTo>
                    <a:lnTo>
                      <a:pt x="449" y="497"/>
                    </a:lnTo>
                    <a:lnTo>
                      <a:pt x="430" y="495"/>
                    </a:lnTo>
                    <a:lnTo>
                      <a:pt x="412" y="493"/>
                    </a:lnTo>
                    <a:lnTo>
                      <a:pt x="393" y="491"/>
                    </a:lnTo>
                    <a:lnTo>
                      <a:pt x="375" y="489"/>
                    </a:lnTo>
                    <a:lnTo>
                      <a:pt x="357" y="488"/>
                    </a:lnTo>
                    <a:lnTo>
                      <a:pt x="338" y="484"/>
                    </a:lnTo>
                    <a:lnTo>
                      <a:pt x="320" y="482"/>
                    </a:lnTo>
                    <a:lnTo>
                      <a:pt x="302" y="480"/>
                    </a:lnTo>
                    <a:lnTo>
                      <a:pt x="285" y="476"/>
                    </a:lnTo>
                    <a:lnTo>
                      <a:pt x="267" y="474"/>
                    </a:lnTo>
                    <a:lnTo>
                      <a:pt x="250" y="470"/>
                    </a:lnTo>
                    <a:lnTo>
                      <a:pt x="232" y="467"/>
                    </a:lnTo>
                    <a:lnTo>
                      <a:pt x="216" y="463"/>
                    </a:lnTo>
                    <a:lnTo>
                      <a:pt x="201" y="460"/>
                    </a:lnTo>
                    <a:lnTo>
                      <a:pt x="185" y="457"/>
                    </a:lnTo>
                    <a:lnTo>
                      <a:pt x="170" y="453"/>
                    </a:lnTo>
                    <a:lnTo>
                      <a:pt x="155" y="450"/>
                    </a:lnTo>
                    <a:lnTo>
                      <a:pt x="140" y="445"/>
                    </a:lnTo>
                    <a:lnTo>
                      <a:pt x="125" y="442"/>
                    </a:lnTo>
                    <a:lnTo>
                      <a:pt x="111" y="437"/>
                    </a:lnTo>
                    <a:lnTo>
                      <a:pt x="96" y="432"/>
                    </a:lnTo>
                    <a:lnTo>
                      <a:pt x="81" y="428"/>
                    </a:lnTo>
                    <a:lnTo>
                      <a:pt x="68" y="423"/>
                    </a:lnTo>
                    <a:lnTo>
                      <a:pt x="54" y="419"/>
                    </a:lnTo>
                    <a:lnTo>
                      <a:pt x="40" y="414"/>
                    </a:lnTo>
                    <a:lnTo>
                      <a:pt x="26" y="409"/>
                    </a:lnTo>
                    <a:lnTo>
                      <a:pt x="13" y="404"/>
                    </a:lnTo>
                    <a:lnTo>
                      <a:pt x="0" y="399"/>
                    </a:lnTo>
                    <a:lnTo>
                      <a:pt x="5" y="376"/>
                    </a:lnTo>
                    <a:lnTo>
                      <a:pt x="12" y="354"/>
                    </a:lnTo>
                    <a:lnTo>
                      <a:pt x="19" y="331"/>
                    </a:lnTo>
                    <a:lnTo>
                      <a:pt x="26" y="309"/>
                    </a:lnTo>
                    <a:lnTo>
                      <a:pt x="33" y="287"/>
                    </a:lnTo>
                    <a:lnTo>
                      <a:pt x="40" y="266"/>
                    </a:lnTo>
                    <a:lnTo>
                      <a:pt x="48" y="245"/>
                    </a:lnTo>
                    <a:lnTo>
                      <a:pt x="56" y="224"/>
                    </a:lnTo>
                    <a:lnTo>
                      <a:pt x="68" y="194"/>
                    </a:lnTo>
                    <a:lnTo>
                      <a:pt x="80" y="164"/>
                    </a:lnTo>
                    <a:lnTo>
                      <a:pt x="93" y="135"/>
                    </a:lnTo>
                    <a:lnTo>
                      <a:pt x="107" y="108"/>
                    </a:lnTo>
                    <a:lnTo>
                      <a:pt x="121" y="80"/>
                    </a:lnTo>
                    <a:lnTo>
                      <a:pt x="134" y="52"/>
                    </a:lnTo>
                    <a:lnTo>
                      <a:pt x="149" y="26"/>
                    </a:lnTo>
                    <a:lnTo>
                      <a:pt x="164" y="0"/>
                    </a:lnTo>
                    <a:lnTo>
                      <a:pt x="183" y="6"/>
                    </a:lnTo>
                    <a:lnTo>
                      <a:pt x="200" y="12"/>
                    </a:lnTo>
                    <a:lnTo>
                      <a:pt x="218" y="18"/>
                    </a:lnTo>
                    <a:lnTo>
                      <a:pt x="238" y="24"/>
                    </a:lnTo>
                    <a:lnTo>
                      <a:pt x="256" y="28"/>
                    </a:lnTo>
                    <a:lnTo>
                      <a:pt x="276" y="34"/>
                    </a:lnTo>
                    <a:lnTo>
                      <a:pt x="296" y="37"/>
                    </a:lnTo>
                    <a:lnTo>
                      <a:pt x="315" y="42"/>
                    </a:lnTo>
                    <a:lnTo>
                      <a:pt x="328" y="44"/>
                    </a:lnTo>
                    <a:lnTo>
                      <a:pt x="340" y="47"/>
                    </a:lnTo>
                    <a:lnTo>
                      <a:pt x="352" y="49"/>
                    </a:lnTo>
                    <a:lnTo>
                      <a:pt x="365" y="51"/>
                    </a:lnTo>
                    <a:lnTo>
                      <a:pt x="379" y="52"/>
                    </a:lnTo>
                    <a:lnTo>
                      <a:pt x="391" y="55"/>
                    </a:lnTo>
                    <a:lnTo>
                      <a:pt x="404" y="57"/>
                    </a:lnTo>
                    <a:lnTo>
                      <a:pt x="417" y="58"/>
                    </a:lnTo>
                    <a:lnTo>
                      <a:pt x="430" y="59"/>
                    </a:lnTo>
                    <a:lnTo>
                      <a:pt x="443" y="62"/>
                    </a:lnTo>
                    <a:lnTo>
                      <a:pt x="457" y="63"/>
                    </a:lnTo>
                    <a:lnTo>
                      <a:pt x="471" y="64"/>
                    </a:lnTo>
                    <a:lnTo>
                      <a:pt x="483" y="65"/>
                    </a:lnTo>
                    <a:lnTo>
                      <a:pt x="497" y="66"/>
                    </a:lnTo>
                    <a:lnTo>
                      <a:pt x="511" y="66"/>
                    </a:lnTo>
                    <a:lnTo>
                      <a:pt x="525" y="67"/>
                    </a:lnTo>
                    <a:lnTo>
                      <a:pt x="525" y="283"/>
                    </a:lnTo>
                    <a:close/>
                  </a:path>
                </a:pathLst>
              </a:custGeom>
              <a:grpFill/>
              <a:ln w="9525">
                <a:noFill/>
                <a:round/>
                <a:headEnd/>
                <a:tailEnd/>
              </a:ln>
            </p:spPr>
            <p:txBody>
              <a:bodyPr/>
              <a:lstStyle/>
              <a:p>
                <a:pPr algn="ctr">
                  <a:defRPr/>
                </a:pPr>
                <a:endParaRPr lang="en-US" sz="900" dirty="0"/>
              </a:p>
            </p:txBody>
          </p:sp>
          <p:sp>
            <p:nvSpPr>
              <p:cNvPr id="60" name="Freeform 59"/>
              <p:cNvSpPr>
                <a:spLocks/>
              </p:cNvSpPr>
              <p:nvPr/>
            </p:nvSpPr>
            <p:spPr bwMode="auto">
              <a:xfrm>
                <a:off x="2904" y="2342"/>
                <a:ext cx="281" cy="236"/>
              </a:xfrm>
              <a:custGeom>
                <a:avLst/>
                <a:gdLst/>
                <a:ahLst/>
                <a:cxnLst>
                  <a:cxn ang="0">
                    <a:pos x="0" y="336"/>
                  </a:cxn>
                  <a:cxn ang="0">
                    <a:pos x="0" y="110"/>
                  </a:cxn>
                  <a:cxn ang="0">
                    <a:pos x="38" y="109"/>
                  </a:cxn>
                  <a:cxn ang="0">
                    <a:pos x="76" y="105"/>
                  </a:cxn>
                  <a:cxn ang="0">
                    <a:pos x="113" y="103"/>
                  </a:cxn>
                  <a:cxn ang="0">
                    <a:pos x="150" y="98"/>
                  </a:cxn>
                  <a:cxn ang="0">
                    <a:pos x="187" y="94"/>
                  </a:cxn>
                  <a:cxn ang="0">
                    <a:pos x="223" y="89"/>
                  </a:cxn>
                  <a:cxn ang="0">
                    <a:pos x="258" y="83"/>
                  </a:cxn>
                  <a:cxn ang="0">
                    <a:pos x="294" y="76"/>
                  </a:cxn>
                  <a:cxn ang="0">
                    <a:pos x="330" y="70"/>
                  </a:cxn>
                  <a:cxn ang="0">
                    <a:pos x="364" y="62"/>
                  </a:cxn>
                  <a:cxn ang="0">
                    <a:pos x="398" y="52"/>
                  </a:cxn>
                  <a:cxn ang="0">
                    <a:pos x="431" y="43"/>
                  </a:cxn>
                  <a:cxn ang="0">
                    <a:pos x="465" y="34"/>
                  </a:cxn>
                  <a:cxn ang="0">
                    <a:pos x="498" y="24"/>
                  </a:cxn>
                  <a:cxn ang="0">
                    <a:pos x="530" y="12"/>
                  </a:cxn>
                  <a:cxn ang="0">
                    <a:pos x="561" y="0"/>
                  </a:cxn>
                  <a:cxn ang="0">
                    <a:pos x="558" y="29"/>
                  </a:cxn>
                  <a:cxn ang="0">
                    <a:pos x="553" y="57"/>
                  </a:cxn>
                  <a:cxn ang="0">
                    <a:pos x="550" y="83"/>
                  </a:cxn>
                  <a:cxn ang="0">
                    <a:pos x="545" y="111"/>
                  </a:cxn>
                  <a:cxn ang="0">
                    <a:pos x="541" y="138"/>
                  </a:cxn>
                  <a:cxn ang="0">
                    <a:pos x="536" y="164"/>
                  </a:cxn>
                  <a:cxn ang="0">
                    <a:pos x="530" y="189"/>
                  </a:cxn>
                  <a:cxn ang="0">
                    <a:pos x="523" y="216"/>
                  </a:cxn>
                  <a:cxn ang="0">
                    <a:pos x="518" y="238"/>
                  </a:cxn>
                  <a:cxn ang="0">
                    <a:pos x="511" y="260"/>
                  </a:cxn>
                  <a:cxn ang="0">
                    <a:pos x="504" y="281"/>
                  </a:cxn>
                  <a:cxn ang="0">
                    <a:pos x="496" y="303"/>
                  </a:cxn>
                  <a:cxn ang="0">
                    <a:pos x="488" y="325"/>
                  </a:cxn>
                  <a:cxn ang="0">
                    <a:pos x="478" y="347"/>
                  </a:cxn>
                  <a:cxn ang="0">
                    <a:pos x="468" y="370"/>
                  </a:cxn>
                  <a:cxn ang="0">
                    <a:pos x="456" y="392"/>
                  </a:cxn>
                  <a:cxn ang="0">
                    <a:pos x="430" y="400"/>
                  </a:cxn>
                  <a:cxn ang="0">
                    <a:pos x="403" y="409"/>
                  </a:cxn>
                  <a:cxn ang="0">
                    <a:pos x="377" y="416"/>
                  </a:cxn>
                  <a:cxn ang="0">
                    <a:pos x="349" y="424"/>
                  </a:cxn>
                  <a:cxn ang="0">
                    <a:pos x="322" y="431"/>
                  </a:cxn>
                  <a:cxn ang="0">
                    <a:pos x="294" y="437"/>
                  </a:cxn>
                  <a:cxn ang="0">
                    <a:pos x="265" y="443"/>
                  </a:cxn>
                  <a:cxn ang="0">
                    <a:pos x="238" y="448"/>
                  </a:cxn>
                  <a:cxn ang="0">
                    <a:pos x="209" y="453"/>
                  </a:cxn>
                  <a:cxn ang="0">
                    <a:pos x="179" y="458"/>
                  </a:cxn>
                  <a:cxn ang="0">
                    <a:pos x="150" y="462"/>
                  </a:cxn>
                  <a:cxn ang="0">
                    <a:pos x="120" y="466"/>
                  </a:cxn>
                  <a:cxn ang="0">
                    <a:pos x="91" y="468"/>
                  </a:cxn>
                  <a:cxn ang="0">
                    <a:pos x="61" y="470"/>
                  </a:cxn>
                  <a:cxn ang="0">
                    <a:pos x="30" y="473"/>
                  </a:cxn>
                  <a:cxn ang="0">
                    <a:pos x="0" y="474"/>
                  </a:cxn>
                  <a:cxn ang="0">
                    <a:pos x="0" y="336"/>
                  </a:cxn>
                </a:cxnLst>
                <a:rect l="0" t="0" r="r" b="b"/>
                <a:pathLst>
                  <a:path w="561" h="474">
                    <a:moveTo>
                      <a:pt x="0" y="336"/>
                    </a:moveTo>
                    <a:lnTo>
                      <a:pt x="0" y="110"/>
                    </a:lnTo>
                    <a:lnTo>
                      <a:pt x="38" y="109"/>
                    </a:lnTo>
                    <a:lnTo>
                      <a:pt x="76" y="105"/>
                    </a:lnTo>
                    <a:lnTo>
                      <a:pt x="113" y="103"/>
                    </a:lnTo>
                    <a:lnTo>
                      <a:pt x="150" y="98"/>
                    </a:lnTo>
                    <a:lnTo>
                      <a:pt x="187" y="94"/>
                    </a:lnTo>
                    <a:lnTo>
                      <a:pt x="223" y="89"/>
                    </a:lnTo>
                    <a:lnTo>
                      <a:pt x="258" y="83"/>
                    </a:lnTo>
                    <a:lnTo>
                      <a:pt x="294" y="76"/>
                    </a:lnTo>
                    <a:lnTo>
                      <a:pt x="330" y="70"/>
                    </a:lnTo>
                    <a:lnTo>
                      <a:pt x="364" y="62"/>
                    </a:lnTo>
                    <a:lnTo>
                      <a:pt x="398" y="52"/>
                    </a:lnTo>
                    <a:lnTo>
                      <a:pt x="431" y="43"/>
                    </a:lnTo>
                    <a:lnTo>
                      <a:pt x="465" y="34"/>
                    </a:lnTo>
                    <a:lnTo>
                      <a:pt x="498" y="24"/>
                    </a:lnTo>
                    <a:lnTo>
                      <a:pt x="530" y="12"/>
                    </a:lnTo>
                    <a:lnTo>
                      <a:pt x="561" y="0"/>
                    </a:lnTo>
                    <a:lnTo>
                      <a:pt x="558" y="29"/>
                    </a:lnTo>
                    <a:lnTo>
                      <a:pt x="553" y="57"/>
                    </a:lnTo>
                    <a:lnTo>
                      <a:pt x="550" y="83"/>
                    </a:lnTo>
                    <a:lnTo>
                      <a:pt x="545" y="111"/>
                    </a:lnTo>
                    <a:lnTo>
                      <a:pt x="541" y="138"/>
                    </a:lnTo>
                    <a:lnTo>
                      <a:pt x="536" y="164"/>
                    </a:lnTo>
                    <a:lnTo>
                      <a:pt x="530" y="189"/>
                    </a:lnTo>
                    <a:lnTo>
                      <a:pt x="523" y="216"/>
                    </a:lnTo>
                    <a:lnTo>
                      <a:pt x="518" y="238"/>
                    </a:lnTo>
                    <a:lnTo>
                      <a:pt x="511" y="260"/>
                    </a:lnTo>
                    <a:lnTo>
                      <a:pt x="504" y="281"/>
                    </a:lnTo>
                    <a:lnTo>
                      <a:pt x="496" y="303"/>
                    </a:lnTo>
                    <a:lnTo>
                      <a:pt x="488" y="325"/>
                    </a:lnTo>
                    <a:lnTo>
                      <a:pt x="478" y="347"/>
                    </a:lnTo>
                    <a:lnTo>
                      <a:pt x="468" y="370"/>
                    </a:lnTo>
                    <a:lnTo>
                      <a:pt x="456" y="392"/>
                    </a:lnTo>
                    <a:lnTo>
                      <a:pt x="430" y="400"/>
                    </a:lnTo>
                    <a:lnTo>
                      <a:pt x="403" y="409"/>
                    </a:lnTo>
                    <a:lnTo>
                      <a:pt x="377" y="416"/>
                    </a:lnTo>
                    <a:lnTo>
                      <a:pt x="349" y="424"/>
                    </a:lnTo>
                    <a:lnTo>
                      <a:pt x="322" y="431"/>
                    </a:lnTo>
                    <a:lnTo>
                      <a:pt x="294" y="437"/>
                    </a:lnTo>
                    <a:lnTo>
                      <a:pt x="265" y="443"/>
                    </a:lnTo>
                    <a:lnTo>
                      <a:pt x="238" y="448"/>
                    </a:lnTo>
                    <a:lnTo>
                      <a:pt x="209" y="453"/>
                    </a:lnTo>
                    <a:lnTo>
                      <a:pt x="179" y="458"/>
                    </a:lnTo>
                    <a:lnTo>
                      <a:pt x="150" y="462"/>
                    </a:lnTo>
                    <a:lnTo>
                      <a:pt x="120" y="466"/>
                    </a:lnTo>
                    <a:lnTo>
                      <a:pt x="91" y="468"/>
                    </a:lnTo>
                    <a:lnTo>
                      <a:pt x="61" y="470"/>
                    </a:lnTo>
                    <a:lnTo>
                      <a:pt x="30" y="473"/>
                    </a:lnTo>
                    <a:lnTo>
                      <a:pt x="0" y="474"/>
                    </a:lnTo>
                    <a:lnTo>
                      <a:pt x="0" y="336"/>
                    </a:lnTo>
                    <a:close/>
                  </a:path>
                </a:pathLst>
              </a:custGeom>
              <a:grpFill/>
              <a:ln w="9525">
                <a:noFill/>
                <a:round/>
                <a:headEnd/>
                <a:tailEnd/>
              </a:ln>
            </p:spPr>
            <p:txBody>
              <a:bodyPr/>
              <a:lstStyle/>
              <a:p>
                <a:pPr algn="ctr">
                  <a:defRPr/>
                </a:pPr>
                <a:endParaRPr lang="en-US" sz="900" dirty="0"/>
              </a:p>
            </p:txBody>
          </p:sp>
          <p:sp>
            <p:nvSpPr>
              <p:cNvPr id="61" name="Freeform 60"/>
              <p:cNvSpPr>
                <a:spLocks/>
              </p:cNvSpPr>
              <p:nvPr/>
            </p:nvSpPr>
            <p:spPr bwMode="auto">
              <a:xfrm>
                <a:off x="3136" y="1704"/>
                <a:ext cx="216" cy="286"/>
              </a:xfrm>
              <a:custGeom>
                <a:avLst/>
                <a:gdLst/>
                <a:ahLst/>
                <a:cxnLst>
                  <a:cxn ang="0">
                    <a:pos x="210" y="11"/>
                  </a:cxn>
                  <a:cxn ang="0">
                    <a:pos x="241" y="35"/>
                  </a:cxn>
                  <a:cxn ang="0">
                    <a:pos x="272" y="64"/>
                  </a:cxn>
                  <a:cxn ang="0">
                    <a:pos x="303" y="95"/>
                  </a:cxn>
                  <a:cxn ang="0">
                    <a:pos x="333" y="128"/>
                  </a:cxn>
                  <a:cxn ang="0">
                    <a:pos x="363" y="162"/>
                  </a:cxn>
                  <a:cxn ang="0">
                    <a:pos x="392" y="198"/>
                  </a:cxn>
                  <a:cxn ang="0">
                    <a:pos x="420" y="233"/>
                  </a:cxn>
                  <a:cxn ang="0">
                    <a:pos x="431" y="274"/>
                  </a:cxn>
                  <a:cxn ang="0">
                    <a:pos x="421" y="319"/>
                  </a:cxn>
                  <a:cxn ang="0">
                    <a:pos x="403" y="362"/>
                  </a:cxn>
                  <a:cxn ang="0">
                    <a:pos x="376" y="404"/>
                  </a:cxn>
                  <a:cxn ang="0">
                    <a:pos x="342" y="444"/>
                  </a:cxn>
                  <a:cxn ang="0">
                    <a:pos x="300" y="483"/>
                  </a:cxn>
                  <a:cxn ang="0">
                    <a:pos x="251" y="520"/>
                  </a:cxn>
                  <a:cxn ang="0">
                    <a:pos x="196" y="555"/>
                  </a:cxn>
                  <a:cxn ang="0">
                    <a:pos x="157" y="539"/>
                  </a:cxn>
                  <a:cxn ang="0">
                    <a:pos x="136" y="475"/>
                  </a:cxn>
                  <a:cxn ang="0">
                    <a:pos x="113" y="413"/>
                  </a:cxn>
                  <a:cxn ang="0">
                    <a:pos x="89" y="353"/>
                  </a:cxn>
                  <a:cxn ang="0">
                    <a:pos x="67" y="304"/>
                  </a:cxn>
                  <a:cxn ang="0">
                    <a:pos x="49" y="266"/>
                  </a:cxn>
                  <a:cxn ang="0">
                    <a:pos x="30" y="228"/>
                  </a:cxn>
                  <a:cxn ang="0">
                    <a:pos x="11" y="192"/>
                  </a:cxn>
                  <a:cxn ang="0">
                    <a:pos x="17" y="164"/>
                  </a:cxn>
                  <a:cxn ang="0">
                    <a:pos x="49" y="146"/>
                  </a:cxn>
                  <a:cxn ang="0">
                    <a:pos x="78" y="126"/>
                  </a:cxn>
                  <a:cxn ang="0">
                    <a:pos x="105" y="106"/>
                  </a:cxn>
                  <a:cxn ang="0">
                    <a:pos x="129" y="84"/>
                  </a:cxn>
                  <a:cxn ang="0">
                    <a:pos x="151" y="61"/>
                  </a:cxn>
                  <a:cxn ang="0">
                    <a:pos x="171" y="37"/>
                  </a:cxn>
                  <a:cxn ang="0">
                    <a:pos x="188" y="12"/>
                  </a:cxn>
                </a:cxnLst>
                <a:rect l="0" t="0" r="r" b="b"/>
                <a:pathLst>
                  <a:path w="432" h="571">
                    <a:moveTo>
                      <a:pt x="195" y="0"/>
                    </a:moveTo>
                    <a:lnTo>
                      <a:pt x="210" y="11"/>
                    </a:lnTo>
                    <a:lnTo>
                      <a:pt x="225" y="23"/>
                    </a:lnTo>
                    <a:lnTo>
                      <a:pt x="241" y="35"/>
                    </a:lnTo>
                    <a:lnTo>
                      <a:pt x="256" y="49"/>
                    </a:lnTo>
                    <a:lnTo>
                      <a:pt x="272" y="64"/>
                    </a:lnTo>
                    <a:lnTo>
                      <a:pt x="287" y="79"/>
                    </a:lnTo>
                    <a:lnTo>
                      <a:pt x="303" y="95"/>
                    </a:lnTo>
                    <a:lnTo>
                      <a:pt x="318" y="111"/>
                    </a:lnTo>
                    <a:lnTo>
                      <a:pt x="333" y="128"/>
                    </a:lnTo>
                    <a:lnTo>
                      <a:pt x="349" y="145"/>
                    </a:lnTo>
                    <a:lnTo>
                      <a:pt x="363" y="162"/>
                    </a:lnTo>
                    <a:lnTo>
                      <a:pt x="378" y="179"/>
                    </a:lnTo>
                    <a:lnTo>
                      <a:pt x="392" y="198"/>
                    </a:lnTo>
                    <a:lnTo>
                      <a:pt x="406" y="215"/>
                    </a:lnTo>
                    <a:lnTo>
                      <a:pt x="420" y="233"/>
                    </a:lnTo>
                    <a:lnTo>
                      <a:pt x="432" y="251"/>
                    </a:lnTo>
                    <a:lnTo>
                      <a:pt x="431" y="274"/>
                    </a:lnTo>
                    <a:lnTo>
                      <a:pt x="428" y="296"/>
                    </a:lnTo>
                    <a:lnTo>
                      <a:pt x="421" y="319"/>
                    </a:lnTo>
                    <a:lnTo>
                      <a:pt x="413" y="341"/>
                    </a:lnTo>
                    <a:lnTo>
                      <a:pt x="403" y="362"/>
                    </a:lnTo>
                    <a:lnTo>
                      <a:pt x="391" y="383"/>
                    </a:lnTo>
                    <a:lnTo>
                      <a:pt x="376" y="404"/>
                    </a:lnTo>
                    <a:lnTo>
                      <a:pt x="360" y="425"/>
                    </a:lnTo>
                    <a:lnTo>
                      <a:pt x="342" y="444"/>
                    </a:lnTo>
                    <a:lnTo>
                      <a:pt x="322" y="464"/>
                    </a:lnTo>
                    <a:lnTo>
                      <a:pt x="300" y="483"/>
                    </a:lnTo>
                    <a:lnTo>
                      <a:pt x="277" y="502"/>
                    </a:lnTo>
                    <a:lnTo>
                      <a:pt x="251" y="520"/>
                    </a:lnTo>
                    <a:lnTo>
                      <a:pt x="225" y="537"/>
                    </a:lnTo>
                    <a:lnTo>
                      <a:pt x="196" y="555"/>
                    </a:lnTo>
                    <a:lnTo>
                      <a:pt x="166" y="571"/>
                    </a:lnTo>
                    <a:lnTo>
                      <a:pt x="157" y="539"/>
                    </a:lnTo>
                    <a:lnTo>
                      <a:pt x="147" y="506"/>
                    </a:lnTo>
                    <a:lnTo>
                      <a:pt x="136" y="475"/>
                    </a:lnTo>
                    <a:lnTo>
                      <a:pt x="125" y="443"/>
                    </a:lnTo>
                    <a:lnTo>
                      <a:pt x="113" y="413"/>
                    </a:lnTo>
                    <a:lnTo>
                      <a:pt x="102" y="383"/>
                    </a:lnTo>
                    <a:lnTo>
                      <a:pt x="89" y="353"/>
                    </a:lnTo>
                    <a:lnTo>
                      <a:pt x="76" y="323"/>
                    </a:lnTo>
                    <a:lnTo>
                      <a:pt x="67" y="304"/>
                    </a:lnTo>
                    <a:lnTo>
                      <a:pt x="58" y="284"/>
                    </a:lnTo>
                    <a:lnTo>
                      <a:pt x="49" y="266"/>
                    </a:lnTo>
                    <a:lnTo>
                      <a:pt x="40" y="246"/>
                    </a:lnTo>
                    <a:lnTo>
                      <a:pt x="30" y="228"/>
                    </a:lnTo>
                    <a:lnTo>
                      <a:pt x="20" y="209"/>
                    </a:lnTo>
                    <a:lnTo>
                      <a:pt x="11" y="192"/>
                    </a:lnTo>
                    <a:lnTo>
                      <a:pt x="0" y="174"/>
                    </a:lnTo>
                    <a:lnTo>
                      <a:pt x="17" y="164"/>
                    </a:lnTo>
                    <a:lnTo>
                      <a:pt x="33" y="155"/>
                    </a:lnTo>
                    <a:lnTo>
                      <a:pt x="49" y="146"/>
                    </a:lnTo>
                    <a:lnTo>
                      <a:pt x="64" y="136"/>
                    </a:lnTo>
                    <a:lnTo>
                      <a:pt x="78" y="126"/>
                    </a:lnTo>
                    <a:lnTo>
                      <a:pt x="91" y="116"/>
                    </a:lnTo>
                    <a:lnTo>
                      <a:pt x="105" y="106"/>
                    </a:lnTo>
                    <a:lnTo>
                      <a:pt x="118" y="94"/>
                    </a:lnTo>
                    <a:lnTo>
                      <a:pt x="129" y="84"/>
                    </a:lnTo>
                    <a:lnTo>
                      <a:pt x="141" y="72"/>
                    </a:lnTo>
                    <a:lnTo>
                      <a:pt x="151" y="61"/>
                    </a:lnTo>
                    <a:lnTo>
                      <a:pt x="162" y="49"/>
                    </a:lnTo>
                    <a:lnTo>
                      <a:pt x="171" y="37"/>
                    </a:lnTo>
                    <a:lnTo>
                      <a:pt x="180" y="25"/>
                    </a:lnTo>
                    <a:lnTo>
                      <a:pt x="188" y="12"/>
                    </a:lnTo>
                    <a:lnTo>
                      <a:pt x="195" y="0"/>
                    </a:lnTo>
                    <a:close/>
                  </a:path>
                </a:pathLst>
              </a:custGeom>
              <a:grpFill/>
              <a:ln w="9525">
                <a:noFill/>
                <a:round/>
                <a:headEnd/>
                <a:tailEnd/>
              </a:ln>
            </p:spPr>
            <p:txBody>
              <a:bodyPr/>
              <a:lstStyle/>
              <a:p>
                <a:pPr algn="ctr">
                  <a:defRPr/>
                </a:pPr>
                <a:endParaRPr lang="en-US" sz="900" dirty="0"/>
              </a:p>
            </p:txBody>
          </p:sp>
          <p:sp>
            <p:nvSpPr>
              <p:cNvPr id="62" name="Freeform 61"/>
              <p:cNvSpPr>
                <a:spLocks/>
              </p:cNvSpPr>
              <p:nvPr/>
            </p:nvSpPr>
            <p:spPr bwMode="auto">
              <a:xfrm>
                <a:off x="3003" y="1595"/>
                <a:ext cx="184" cy="149"/>
              </a:xfrm>
              <a:custGeom>
                <a:avLst/>
                <a:gdLst/>
                <a:ahLst/>
                <a:cxnLst>
                  <a:cxn ang="0">
                    <a:pos x="4" y="0"/>
                  </a:cxn>
                  <a:cxn ang="0">
                    <a:pos x="22" y="3"/>
                  </a:cxn>
                  <a:cxn ang="0">
                    <a:pos x="42" y="7"/>
                  </a:cxn>
                  <a:cxn ang="0">
                    <a:pos x="63" y="10"/>
                  </a:cxn>
                  <a:cxn ang="0">
                    <a:pos x="83" y="16"/>
                  </a:cxn>
                  <a:cxn ang="0">
                    <a:pos x="105" y="22"/>
                  </a:cxn>
                  <a:cxn ang="0">
                    <a:pos x="128" y="28"/>
                  </a:cxn>
                  <a:cxn ang="0">
                    <a:pos x="151" y="36"/>
                  </a:cxn>
                  <a:cxn ang="0">
                    <a:pos x="174" y="44"/>
                  </a:cxn>
                  <a:cxn ang="0">
                    <a:pos x="199" y="54"/>
                  </a:cxn>
                  <a:cxn ang="0">
                    <a:pos x="223" y="64"/>
                  </a:cxn>
                  <a:cxn ang="0">
                    <a:pos x="247" y="76"/>
                  </a:cxn>
                  <a:cxn ang="0">
                    <a:pos x="271" y="89"/>
                  </a:cxn>
                  <a:cxn ang="0">
                    <a:pos x="295" y="102"/>
                  </a:cxn>
                  <a:cxn ang="0">
                    <a:pos x="321" y="118"/>
                  </a:cxn>
                  <a:cxn ang="0">
                    <a:pos x="344" y="135"/>
                  </a:cxn>
                  <a:cxn ang="0">
                    <a:pos x="368" y="153"/>
                  </a:cxn>
                  <a:cxn ang="0">
                    <a:pos x="359" y="173"/>
                  </a:cxn>
                  <a:cxn ang="0">
                    <a:pos x="345" y="192"/>
                  </a:cxn>
                  <a:cxn ang="0">
                    <a:pos x="330" y="211"/>
                  </a:cxn>
                  <a:cxn ang="0">
                    <a:pos x="311" y="229"/>
                  </a:cxn>
                  <a:cxn ang="0">
                    <a:pos x="290" y="247"/>
                  </a:cxn>
                  <a:cxn ang="0">
                    <a:pos x="265" y="265"/>
                  </a:cxn>
                  <a:cxn ang="0">
                    <a:pos x="239" y="282"/>
                  </a:cxn>
                  <a:cxn ang="0">
                    <a:pos x="209" y="298"/>
                  </a:cxn>
                  <a:cxn ang="0">
                    <a:pos x="193" y="272"/>
                  </a:cxn>
                  <a:cxn ang="0">
                    <a:pos x="178" y="246"/>
                  </a:cxn>
                  <a:cxn ang="0">
                    <a:pos x="161" y="222"/>
                  </a:cxn>
                  <a:cxn ang="0">
                    <a:pos x="144" y="199"/>
                  </a:cxn>
                  <a:cxn ang="0">
                    <a:pos x="128" y="178"/>
                  </a:cxn>
                  <a:cxn ang="0">
                    <a:pos x="112" y="159"/>
                  </a:cxn>
                  <a:cxn ang="0">
                    <a:pos x="96" y="140"/>
                  </a:cxn>
                  <a:cxn ang="0">
                    <a:pos x="80" y="123"/>
                  </a:cxn>
                  <a:cxn ang="0">
                    <a:pos x="70" y="113"/>
                  </a:cxn>
                  <a:cxn ang="0">
                    <a:pos x="59" y="102"/>
                  </a:cxn>
                  <a:cxn ang="0">
                    <a:pos x="49" y="92"/>
                  </a:cxn>
                  <a:cxn ang="0">
                    <a:pos x="38" y="83"/>
                  </a:cxn>
                  <a:cxn ang="0">
                    <a:pos x="29" y="75"/>
                  </a:cxn>
                  <a:cxn ang="0">
                    <a:pos x="19" y="67"/>
                  </a:cxn>
                  <a:cxn ang="0">
                    <a:pos x="10" y="59"/>
                  </a:cxn>
                  <a:cxn ang="0">
                    <a:pos x="0" y="52"/>
                  </a:cxn>
                  <a:cxn ang="0">
                    <a:pos x="4" y="45"/>
                  </a:cxn>
                  <a:cxn ang="0">
                    <a:pos x="7" y="38"/>
                  </a:cxn>
                  <a:cxn ang="0">
                    <a:pos x="9" y="31"/>
                  </a:cxn>
                  <a:cxn ang="0">
                    <a:pos x="10" y="23"/>
                  </a:cxn>
                  <a:cxn ang="0">
                    <a:pos x="10" y="17"/>
                  </a:cxn>
                  <a:cxn ang="0">
                    <a:pos x="9" y="11"/>
                  </a:cxn>
                  <a:cxn ang="0">
                    <a:pos x="6" y="6"/>
                  </a:cxn>
                  <a:cxn ang="0">
                    <a:pos x="4" y="0"/>
                  </a:cxn>
                </a:cxnLst>
                <a:rect l="0" t="0" r="r" b="b"/>
                <a:pathLst>
                  <a:path w="368" h="298">
                    <a:moveTo>
                      <a:pt x="4" y="0"/>
                    </a:moveTo>
                    <a:lnTo>
                      <a:pt x="22" y="3"/>
                    </a:lnTo>
                    <a:lnTo>
                      <a:pt x="42" y="7"/>
                    </a:lnTo>
                    <a:lnTo>
                      <a:pt x="63" y="10"/>
                    </a:lnTo>
                    <a:lnTo>
                      <a:pt x="83" y="16"/>
                    </a:lnTo>
                    <a:lnTo>
                      <a:pt x="105" y="22"/>
                    </a:lnTo>
                    <a:lnTo>
                      <a:pt x="128" y="28"/>
                    </a:lnTo>
                    <a:lnTo>
                      <a:pt x="151" y="36"/>
                    </a:lnTo>
                    <a:lnTo>
                      <a:pt x="174" y="44"/>
                    </a:lnTo>
                    <a:lnTo>
                      <a:pt x="199" y="54"/>
                    </a:lnTo>
                    <a:lnTo>
                      <a:pt x="223" y="64"/>
                    </a:lnTo>
                    <a:lnTo>
                      <a:pt x="247" y="76"/>
                    </a:lnTo>
                    <a:lnTo>
                      <a:pt x="271" y="89"/>
                    </a:lnTo>
                    <a:lnTo>
                      <a:pt x="295" y="102"/>
                    </a:lnTo>
                    <a:lnTo>
                      <a:pt x="321" y="118"/>
                    </a:lnTo>
                    <a:lnTo>
                      <a:pt x="344" y="135"/>
                    </a:lnTo>
                    <a:lnTo>
                      <a:pt x="368" y="153"/>
                    </a:lnTo>
                    <a:lnTo>
                      <a:pt x="359" y="173"/>
                    </a:lnTo>
                    <a:lnTo>
                      <a:pt x="345" y="192"/>
                    </a:lnTo>
                    <a:lnTo>
                      <a:pt x="330" y="211"/>
                    </a:lnTo>
                    <a:lnTo>
                      <a:pt x="311" y="229"/>
                    </a:lnTo>
                    <a:lnTo>
                      <a:pt x="290" y="247"/>
                    </a:lnTo>
                    <a:lnTo>
                      <a:pt x="265" y="265"/>
                    </a:lnTo>
                    <a:lnTo>
                      <a:pt x="239" y="282"/>
                    </a:lnTo>
                    <a:lnTo>
                      <a:pt x="209" y="298"/>
                    </a:lnTo>
                    <a:lnTo>
                      <a:pt x="193" y="272"/>
                    </a:lnTo>
                    <a:lnTo>
                      <a:pt x="178" y="246"/>
                    </a:lnTo>
                    <a:lnTo>
                      <a:pt x="161" y="222"/>
                    </a:lnTo>
                    <a:lnTo>
                      <a:pt x="144" y="199"/>
                    </a:lnTo>
                    <a:lnTo>
                      <a:pt x="128" y="178"/>
                    </a:lnTo>
                    <a:lnTo>
                      <a:pt x="112" y="159"/>
                    </a:lnTo>
                    <a:lnTo>
                      <a:pt x="96" y="140"/>
                    </a:lnTo>
                    <a:lnTo>
                      <a:pt x="80" y="123"/>
                    </a:lnTo>
                    <a:lnTo>
                      <a:pt x="70" y="113"/>
                    </a:lnTo>
                    <a:lnTo>
                      <a:pt x="59" y="102"/>
                    </a:lnTo>
                    <a:lnTo>
                      <a:pt x="49" y="92"/>
                    </a:lnTo>
                    <a:lnTo>
                      <a:pt x="38" y="83"/>
                    </a:lnTo>
                    <a:lnTo>
                      <a:pt x="29" y="75"/>
                    </a:lnTo>
                    <a:lnTo>
                      <a:pt x="19" y="67"/>
                    </a:lnTo>
                    <a:lnTo>
                      <a:pt x="10" y="59"/>
                    </a:lnTo>
                    <a:lnTo>
                      <a:pt x="0" y="52"/>
                    </a:lnTo>
                    <a:lnTo>
                      <a:pt x="4" y="45"/>
                    </a:lnTo>
                    <a:lnTo>
                      <a:pt x="7" y="38"/>
                    </a:lnTo>
                    <a:lnTo>
                      <a:pt x="9" y="31"/>
                    </a:lnTo>
                    <a:lnTo>
                      <a:pt x="10" y="23"/>
                    </a:lnTo>
                    <a:lnTo>
                      <a:pt x="10" y="17"/>
                    </a:lnTo>
                    <a:lnTo>
                      <a:pt x="9" y="11"/>
                    </a:lnTo>
                    <a:lnTo>
                      <a:pt x="6" y="6"/>
                    </a:lnTo>
                    <a:lnTo>
                      <a:pt x="4" y="0"/>
                    </a:lnTo>
                    <a:close/>
                  </a:path>
                </a:pathLst>
              </a:custGeom>
              <a:grpFill/>
              <a:ln w="9525">
                <a:noFill/>
                <a:round/>
                <a:headEnd/>
                <a:tailEnd/>
              </a:ln>
            </p:spPr>
            <p:txBody>
              <a:bodyPr/>
              <a:lstStyle/>
              <a:p>
                <a:pPr algn="ctr">
                  <a:defRPr/>
                </a:pPr>
                <a:endParaRPr lang="en-US" sz="900" dirty="0"/>
              </a:p>
            </p:txBody>
          </p:sp>
          <p:sp>
            <p:nvSpPr>
              <p:cNvPr id="63" name="Freeform 62"/>
              <p:cNvSpPr>
                <a:spLocks/>
              </p:cNvSpPr>
              <p:nvPr/>
            </p:nvSpPr>
            <p:spPr bwMode="auto">
              <a:xfrm>
                <a:off x="2904" y="1650"/>
                <a:ext cx="149" cy="141"/>
              </a:xfrm>
              <a:custGeom>
                <a:avLst/>
                <a:gdLst/>
                <a:ahLst/>
                <a:cxnLst>
                  <a:cxn ang="0">
                    <a:pos x="230" y="122"/>
                  </a:cxn>
                  <a:cxn ang="0">
                    <a:pos x="240" y="135"/>
                  </a:cxn>
                  <a:cxn ang="0">
                    <a:pos x="249" y="148"/>
                  </a:cxn>
                  <a:cxn ang="0">
                    <a:pos x="258" y="162"/>
                  </a:cxn>
                  <a:cxn ang="0">
                    <a:pos x="268" y="175"/>
                  </a:cxn>
                  <a:cxn ang="0">
                    <a:pos x="276" y="189"/>
                  </a:cxn>
                  <a:cxn ang="0">
                    <a:pos x="284" y="203"/>
                  </a:cxn>
                  <a:cxn ang="0">
                    <a:pos x="292" y="218"/>
                  </a:cxn>
                  <a:cxn ang="0">
                    <a:pos x="299" y="232"/>
                  </a:cxn>
                  <a:cxn ang="0">
                    <a:pos x="283" y="237"/>
                  </a:cxn>
                  <a:cxn ang="0">
                    <a:pos x="266" y="242"/>
                  </a:cxn>
                  <a:cxn ang="0">
                    <a:pos x="249" y="247"/>
                  </a:cxn>
                  <a:cxn ang="0">
                    <a:pos x="233" y="250"/>
                  </a:cxn>
                  <a:cxn ang="0">
                    <a:pos x="215" y="255"/>
                  </a:cxn>
                  <a:cxn ang="0">
                    <a:pos x="197" y="258"/>
                  </a:cxn>
                  <a:cxn ang="0">
                    <a:pos x="179" y="263"/>
                  </a:cxn>
                  <a:cxn ang="0">
                    <a:pos x="160" y="265"/>
                  </a:cxn>
                  <a:cxn ang="0">
                    <a:pos x="141" y="269"/>
                  </a:cxn>
                  <a:cxn ang="0">
                    <a:pos x="122" y="272"/>
                  </a:cxn>
                  <a:cxn ang="0">
                    <a:pos x="103" y="275"/>
                  </a:cxn>
                  <a:cxn ang="0">
                    <a:pos x="83" y="277"/>
                  </a:cxn>
                  <a:cxn ang="0">
                    <a:pos x="63" y="279"/>
                  </a:cxn>
                  <a:cxn ang="0">
                    <a:pos x="42" y="280"/>
                  </a:cxn>
                  <a:cxn ang="0">
                    <a:pos x="21" y="281"/>
                  </a:cxn>
                  <a:cxn ang="0">
                    <a:pos x="0" y="283"/>
                  </a:cxn>
                  <a:cxn ang="0">
                    <a:pos x="0" y="104"/>
                  </a:cxn>
                  <a:cxn ang="0">
                    <a:pos x="0" y="21"/>
                  </a:cxn>
                  <a:cxn ang="0">
                    <a:pos x="7" y="21"/>
                  </a:cxn>
                  <a:cxn ang="0">
                    <a:pos x="13" y="20"/>
                  </a:cxn>
                  <a:cxn ang="0">
                    <a:pos x="20" y="20"/>
                  </a:cxn>
                  <a:cxn ang="0">
                    <a:pos x="26" y="19"/>
                  </a:cxn>
                  <a:cxn ang="0">
                    <a:pos x="33" y="18"/>
                  </a:cxn>
                  <a:cxn ang="0">
                    <a:pos x="38" y="17"/>
                  </a:cxn>
                  <a:cxn ang="0">
                    <a:pos x="44" y="17"/>
                  </a:cxn>
                  <a:cxn ang="0">
                    <a:pos x="50" y="15"/>
                  </a:cxn>
                  <a:cxn ang="0">
                    <a:pos x="58" y="13"/>
                  </a:cxn>
                  <a:cxn ang="0">
                    <a:pos x="66" y="12"/>
                  </a:cxn>
                  <a:cxn ang="0">
                    <a:pos x="74" y="10"/>
                  </a:cxn>
                  <a:cxn ang="0">
                    <a:pos x="81" y="8"/>
                  </a:cxn>
                  <a:cxn ang="0">
                    <a:pos x="88" y="6"/>
                  </a:cxn>
                  <a:cxn ang="0">
                    <a:pos x="95" y="5"/>
                  </a:cxn>
                  <a:cxn ang="0">
                    <a:pos x="102" y="3"/>
                  </a:cxn>
                  <a:cxn ang="0">
                    <a:pos x="109" y="0"/>
                  </a:cxn>
                  <a:cxn ang="0">
                    <a:pos x="125" y="13"/>
                  </a:cxn>
                  <a:cxn ang="0">
                    <a:pos x="141" y="27"/>
                  </a:cxn>
                  <a:cxn ang="0">
                    <a:pos x="156" y="41"/>
                  </a:cxn>
                  <a:cxn ang="0">
                    <a:pos x="171" y="56"/>
                  </a:cxn>
                  <a:cxn ang="0">
                    <a:pos x="186" y="72"/>
                  </a:cxn>
                  <a:cxn ang="0">
                    <a:pos x="201" y="88"/>
                  </a:cxn>
                  <a:cxn ang="0">
                    <a:pos x="216" y="105"/>
                  </a:cxn>
                  <a:cxn ang="0">
                    <a:pos x="230" y="122"/>
                  </a:cxn>
                </a:cxnLst>
                <a:rect l="0" t="0" r="r" b="b"/>
                <a:pathLst>
                  <a:path w="299" h="283">
                    <a:moveTo>
                      <a:pt x="230" y="122"/>
                    </a:moveTo>
                    <a:lnTo>
                      <a:pt x="240" y="135"/>
                    </a:lnTo>
                    <a:lnTo>
                      <a:pt x="249" y="148"/>
                    </a:lnTo>
                    <a:lnTo>
                      <a:pt x="258" y="162"/>
                    </a:lnTo>
                    <a:lnTo>
                      <a:pt x="268" y="175"/>
                    </a:lnTo>
                    <a:lnTo>
                      <a:pt x="276" y="189"/>
                    </a:lnTo>
                    <a:lnTo>
                      <a:pt x="284" y="203"/>
                    </a:lnTo>
                    <a:lnTo>
                      <a:pt x="292" y="218"/>
                    </a:lnTo>
                    <a:lnTo>
                      <a:pt x="299" y="232"/>
                    </a:lnTo>
                    <a:lnTo>
                      <a:pt x="283" y="237"/>
                    </a:lnTo>
                    <a:lnTo>
                      <a:pt x="266" y="242"/>
                    </a:lnTo>
                    <a:lnTo>
                      <a:pt x="249" y="247"/>
                    </a:lnTo>
                    <a:lnTo>
                      <a:pt x="233" y="250"/>
                    </a:lnTo>
                    <a:lnTo>
                      <a:pt x="215" y="255"/>
                    </a:lnTo>
                    <a:lnTo>
                      <a:pt x="197" y="258"/>
                    </a:lnTo>
                    <a:lnTo>
                      <a:pt x="179" y="263"/>
                    </a:lnTo>
                    <a:lnTo>
                      <a:pt x="160" y="265"/>
                    </a:lnTo>
                    <a:lnTo>
                      <a:pt x="141" y="269"/>
                    </a:lnTo>
                    <a:lnTo>
                      <a:pt x="122" y="272"/>
                    </a:lnTo>
                    <a:lnTo>
                      <a:pt x="103" y="275"/>
                    </a:lnTo>
                    <a:lnTo>
                      <a:pt x="83" y="277"/>
                    </a:lnTo>
                    <a:lnTo>
                      <a:pt x="63" y="279"/>
                    </a:lnTo>
                    <a:lnTo>
                      <a:pt x="42" y="280"/>
                    </a:lnTo>
                    <a:lnTo>
                      <a:pt x="21" y="281"/>
                    </a:lnTo>
                    <a:lnTo>
                      <a:pt x="0" y="283"/>
                    </a:lnTo>
                    <a:lnTo>
                      <a:pt x="0" y="104"/>
                    </a:lnTo>
                    <a:lnTo>
                      <a:pt x="0" y="21"/>
                    </a:lnTo>
                    <a:lnTo>
                      <a:pt x="7" y="21"/>
                    </a:lnTo>
                    <a:lnTo>
                      <a:pt x="13" y="20"/>
                    </a:lnTo>
                    <a:lnTo>
                      <a:pt x="20" y="20"/>
                    </a:lnTo>
                    <a:lnTo>
                      <a:pt x="26" y="19"/>
                    </a:lnTo>
                    <a:lnTo>
                      <a:pt x="33" y="18"/>
                    </a:lnTo>
                    <a:lnTo>
                      <a:pt x="38" y="17"/>
                    </a:lnTo>
                    <a:lnTo>
                      <a:pt x="44" y="17"/>
                    </a:lnTo>
                    <a:lnTo>
                      <a:pt x="50" y="15"/>
                    </a:lnTo>
                    <a:lnTo>
                      <a:pt x="58" y="13"/>
                    </a:lnTo>
                    <a:lnTo>
                      <a:pt x="66" y="12"/>
                    </a:lnTo>
                    <a:lnTo>
                      <a:pt x="74" y="10"/>
                    </a:lnTo>
                    <a:lnTo>
                      <a:pt x="81" y="8"/>
                    </a:lnTo>
                    <a:lnTo>
                      <a:pt x="88" y="6"/>
                    </a:lnTo>
                    <a:lnTo>
                      <a:pt x="95" y="5"/>
                    </a:lnTo>
                    <a:lnTo>
                      <a:pt x="102" y="3"/>
                    </a:lnTo>
                    <a:lnTo>
                      <a:pt x="109" y="0"/>
                    </a:lnTo>
                    <a:lnTo>
                      <a:pt x="125" y="13"/>
                    </a:lnTo>
                    <a:lnTo>
                      <a:pt x="141" y="27"/>
                    </a:lnTo>
                    <a:lnTo>
                      <a:pt x="156" y="41"/>
                    </a:lnTo>
                    <a:lnTo>
                      <a:pt x="171" y="56"/>
                    </a:lnTo>
                    <a:lnTo>
                      <a:pt x="186" y="72"/>
                    </a:lnTo>
                    <a:lnTo>
                      <a:pt x="201" y="88"/>
                    </a:lnTo>
                    <a:lnTo>
                      <a:pt x="216" y="105"/>
                    </a:lnTo>
                    <a:lnTo>
                      <a:pt x="230" y="122"/>
                    </a:lnTo>
                    <a:close/>
                  </a:path>
                </a:pathLst>
              </a:custGeom>
              <a:grpFill/>
              <a:ln w="9525">
                <a:noFill/>
                <a:round/>
                <a:headEnd/>
                <a:tailEnd/>
              </a:ln>
            </p:spPr>
            <p:txBody>
              <a:bodyPr/>
              <a:lstStyle/>
              <a:p>
                <a:pPr algn="ctr">
                  <a:defRPr/>
                </a:pPr>
                <a:endParaRPr lang="en-US" sz="900" dirty="0"/>
              </a:p>
            </p:txBody>
          </p:sp>
          <p:sp>
            <p:nvSpPr>
              <p:cNvPr id="64" name="Freeform 63"/>
              <p:cNvSpPr>
                <a:spLocks/>
              </p:cNvSpPr>
              <p:nvPr/>
            </p:nvSpPr>
            <p:spPr bwMode="auto">
              <a:xfrm>
                <a:off x="2824" y="1584"/>
                <a:ext cx="113" cy="40"/>
              </a:xfrm>
              <a:custGeom>
                <a:avLst/>
                <a:gdLst/>
                <a:ahLst/>
                <a:cxnLst>
                  <a:cxn ang="0">
                    <a:pos x="114" y="0"/>
                  </a:cxn>
                  <a:cxn ang="0">
                    <a:pos x="137" y="1"/>
                  </a:cxn>
                  <a:cxn ang="0">
                    <a:pos x="158" y="3"/>
                  </a:cxn>
                  <a:cxn ang="0">
                    <a:pos x="177" y="7"/>
                  </a:cxn>
                  <a:cxn ang="0">
                    <a:pos x="194" y="12"/>
                  </a:cxn>
                  <a:cxn ang="0">
                    <a:pos x="207" y="18"/>
                  </a:cxn>
                  <a:cxn ang="0">
                    <a:pos x="218" y="25"/>
                  </a:cxn>
                  <a:cxn ang="0">
                    <a:pos x="225" y="32"/>
                  </a:cxn>
                  <a:cxn ang="0">
                    <a:pos x="227" y="40"/>
                  </a:cxn>
                  <a:cxn ang="0">
                    <a:pos x="226" y="45"/>
                  </a:cxn>
                  <a:cxn ang="0">
                    <a:pos x="224" y="51"/>
                  </a:cxn>
                  <a:cxn ang="0">
                    <a:pos x="220" y="55"/>
                  </a:cxn>
                  <a:cxn ang="0">
                    <a:pos x="214" y="59"/>
                  </a:cxn>
                  <a:cxn ang="0">
                    <a:pos x="207" y="63"/>
                  </a:cxn>
                  <a:cxn ang="0">
                    <a:pos x="199" y="67"/>
                  </a:cxn>
                  <a:cxn ang="0">
                    <a:pos x="190" y="70"/>
                  </a:cxn>
                  <a:cxn ang="0">
                    <a:pos x="180" y="74"/>
                  </a:cxn>
                  <a:cxn ang="0">
                    <a:pos x="173" y="75"/>
                  </a:cxn>
                  <a:cxn ang="0">
                    <a:pos x="165" y="77"/>
                  </a:cxn>
                  <a:cxn ang="0">
                    <a:pos x="157" y="78"/>
                  </a:cxn>
                  <a:cxn ang="0">
                    <a:pos x="149" y="78"/>
                  </a:cxn>
                  <a:cxn ang="0">
                    <a:pos x="141" y="79"/>
                  </a:cxn>
                  <a:cxn ang="0">
                    <a:pos x="133" y="81"/>
                  </a:cxn>
                  <a:cxn ang="0">
                    <a:pos x="123" y="81"/>
                  </a:cxn>
                  <a:cxn ang="0">
                    <a:pos x="114" y="81"/>
                  </a:cxn>
                  <a:cxn ang="0">
                    <a:pos x="91" y="79"/>
                  </a:cxn>
                  <a:cxn ang="0">
                    <a:pos x="69" y="77"/>
                  </a:cxn>
                  <a:cxn ang="0">
                    <a:pos x="51" y="74"/>
                  </a:cxn>
                  <a:cxn ang="0">
                    <a:pos x="34" y="69"/>
                  </a:cxn>
                  <a:cxn ang="0">
                    <a:pos x="20" y="63"/>
                  </a:cxn>
                  <a:cxn ang="0">
                    <a:pos x="9" y="56"/>
                  </a:cxn>
                  <a:cxn ang="0">
                    <a:pos x="2" y="48"/>
                  </a:cxn>
                  <a:cxn ang="0">
                    <a:pos x="0" y="40"/>
                  </a:cxn>
                  <a:cxn ang="0">
                    <a:pos x="2" y="32"/>
                  </a:cxn>
                  <a:cxn ang="0">
                    <a:pos x="9" y="25"/>
                  </a:cxn>
                  <a:cxn ang="0">
                    <a:pos x="20" y="18"/>
                  </a:cxn>
                  <a:cxn ang="0">
                    <a:pos x="34" y="12"/>
                  </a:cxn>
                  <a:cxn ang="0">
                    <a:pos x="51" y="7"/>
                  </a:cxn>
                  <a:cxn ang="0">
                    <a:pos x="69" y="3"/>
                  </a:cxn>
                  <a:cxn ang="0">
                    <a:pos x="91" y="1"/>
                  </a:cxn>
                  <a:cxn ang="0">
                    <a:pos x="114" y="0"/>
                  </a:cxn>
                </a:cxnLst>
                <a:rect l="0" t="0" r="r" b="b"/>
                <a:pathLst>
                  <a:path w="227" h="81">
                    <a:moveTo>
                      <a:pt x="114" y="0"/>
                    </a:moveTo>
                    <a:lnTo>
                      <a:pt x="137" y="1"/>
                    </a:lnTo>
                    <a:lnTo>
                      <a:pt x="158" y="3"/>
                    </a:lnTo>
                    <a:lnTo>
                      <a:pt x="177" y="7"/>
                    </a:lnTo>
                    <a:lnTo>
                      <a:pt x="194" y="12"/>
                    </a:lnTo>
                    <a:lnTo>
                      <a:pt x="207" y="18"/>
                    </a:lnTo>
                    <a:lnTo>
                      <a:pt x="218" y="25"/>
                    </a:lnTo>
                    <a:lnTo>
                      <a:pt x="225" y="32"/>
                    </a:lnTo>
                    <a:lnTo>
                      <a:pt x="227" y="40"/>
                    </a:lnTo>
                    <a:lnTo>
                      <a:pt x="226" y="45"/>
                    </a:lnTo>
                    <a:lnTo>
                      <a:pt x="224" y="51"/>
                    </a:lnTo>
                    <a:lnTo>
                      <a:pt x="220" y="55"/>
                    </a:lnTo>
                    <a:lnTo>
                      <a:pt x="214" y="59"/>
                    </a:lnTo>
                    <a:lnTo>
                      <a:pt x="207" y="63"/>
                    </a:lnTo>
                    <a:lnTo>
                      <a:pt x="199" y="67"/>
                    </a:lnTo>
                    <a:lnTo>
                      <a:pt x="190" y="70"/>
                    </a:lnTo>
                    <a:lnTo>
                      <a:pt x="180" y="74"/>
                    </a:lnTo>
                    <a:lnTo>
                      <a:pt x="173" y="75"/>
                    </a:lnTo>
                    <a:lnTo>
                      <a:pt x="165" y="77"/>
                    </a:lnTo>
                    <a:lnTo>
                      <a:pt x="157" y="78"/>
                    </a:lnTo>
                    <a:lnTo>
                      <a:pt x="149" y="78"/>
                    </a:lnTo>
                    <a:lnTo>
                      <a:pt x="141" y="79"/>
                    </a:lnTo>
                    <a:lnTo>
                      <a:pt x="133" y="81"/>
                    </a:lnTo>
                    <a:lnTo>
                      <a:pt x="123" y="81"/>
                    </a:lnTo>
                    <a:lnTo>
                      <a:pt x="114" y="81"/>
                    </a:lnTo>
                    <a:lnTo>
                      <a:pt x="91" y="79"/>
                    </a:lnTo>
                    <a:lnTo>
                      <a:pt x="69" y="77"/>
                    </a:lnTo>
                    <a:lnTo>
                      <a:pt x="51" y="74"/>
                    </a:lnTo>
                    <a:lnTo>
                      <a:pt x="34" y="69"/>
                    </a:lnTo>
                    <a:lnTo>
                      <a:pt x="20" y="63"/>
                    </a:lnTo>
                    <a:lnTo>
                      <a:pt x="9" y="56"/>
                    </a:lnTo>
                    <a:lnTo>
                      <a:pt x="2" y="48"/>
                    </a:lnTo>
                    <a:lnTo>
                      <a:pt x="0" y="40"/>
                    </a:lnTo>
                    <a:lnTo>
                      <a:pt x="2" y="32"/>
                    </a:lnTo>
                    <a:lnTo>
                      <a:pt x="9" y="25"/>
                    </a:lnTo>
                    <a:lnTo>
                      <a:pt x="20" y="18"/>
                    </a:lnTo>
                    <a:lnTo>
                      <a:pt x="34" y="12"/>
                    </a:lnTo>
                    <a:lnTo>
                      <a:pt x="51" y="7"/>
                    </a:lnTo>
                    <a:lnTo>
                      <a:pt x="69" y="3"/>
                    </a:lnTo>
                    <a:lnTo>
                      <a:pt x="91" y="1"/>
                    </a:lnTo>
                    <a:lnTo>
                      <a:pt x="114" y="0"/>
                    </a:lnTo>
                    <a:close/>
                  </a:path>
                </a:pathLst>
              </a:custGeom>
              <a:grpFill/>
              <a:ln w="9525">
                <a:noFill/>
                <a:round/>
                <a:headEnd/>
                <a:tailEnd/>
              </a:ln>
            </p:spPr>
            <p:txBody>
              <a:bodyPr/>
              <a:lstStyle/>
              <a:p>
                <a:pPr algn="ctr">
                  <a:defRPr/>
                </a:pPr>
                <a:endParaRPr lang="en-US" sz="900" dirty="0"/>
              </a:p>
            </p:txBody>
          </p:sp>
          <p:sp>
            <p:nvSpPr>
              <p:cNvPr id="65" name="Freeform 64"/>
              <p:cNvSpPr>
                <a:spLocks/>
              </p:cNvSpPr>
              <p:nvPr/>
            </p:nvSpPr>
            <p:spPr bwMode="auto">
              <a:xfrm>
                <a:off x="2707" y="1648"/>
                <a:ext cx="149" cy="143"/>
              </a:xfrm>
              <a:custGeom>
                <a:avLst/>
                <a:gdLst/>
                <a:ahLst/>
                <a:cxnLst>
                  <a:cxn ang="0">
                    <a:pos x="194" y="0"/>
                  </a:cxn>
                  <a:cxn ang="0">
                    <a:pos x="205" y="5"/>
                  </a:cxn>
                  <a:cxn ang="0">
                    <a:pos x="217" y="8"/>
                  </a:cxn>
                  <a:cxn ang="0">
                    <a:pos x="230" y="11"/>
                  </a:cxn>
                  <a:cxn ang="0">
                    <a:pos x="243" y="15"/>
                  </a:cxn>
                  <a:cxn ang="0">
                    <a:pos x="256" y="17"/>
                  </a:cxn>
                  <a:cxn ang="0">
                    <a:pos x="270" y="20"/>
                  </a:cxn>
                  <a:cxn ang="0">
                    <a:pos x="284" y="22"/>
                  </a:cxn>
                  <a:cxn ang="0">
                    <a:pos x="299" y="23"/>
                  </a:cxn>
                  <a:cxn ang="0">
                    <a:pos x="299" y="192"/>
                  </a:cxn>
                  <a:cxn ang="0">
                    <a:pos x="299" y="286"/>
                  </a:cxn>
                  <a:cxn ang="0">
                    <a:pos x="279" y="284"/>
                  </a:cxn>
                  <a:cxn ang="0">
                    <a:pos x="260" y="283"/>
                  </a:cxn>
                  <a:cxn ang="0">
                    <a:pos x="240" y="282"/>
                  </a:cxn>
                  <a:cxn ang="0">
                    <a:pos x="220" y="280"/>
                  </a:cxn>
                  <a:cxn ang="0">
                    <a:pos x="202" y="278"/>
                  </a:cxn>
                  <a:cxn ang="0">
                    <a:pos x="182" y="275"/>
                  </a:cxn>
                  <a:cxn ang="0">
                    <a:pos x="165" y="273"/>
                  </a:cxn>
                  <a:cxn ang="0">
                    <a:pos x="147" y="269"/>
                  </a:cxn>
                  <a:cxn ang="0">
                    <a:pos x="127" y="266"/>
                  </a:cxn>
                  <a:cxn ang="0">
                    <a:pos x="108" y="263"/>
                  </a:cxn>
                  <a:cxn ang="0">
                    <a:pos x="88" y="258"/>
                  </a:cxn>
                  <a:cxn ang="0">
                    <a:pos x="70" y="253"/>
                  </a:cxn>
                  <a:cxn ang="0">
                    <a:pos x="51" y="250"/>
                  </a:cxn>
                  <a:cxn ang="0">
                    <a:pos x="34" y="245"/>
                  </a:cxn>
                  <a:cxn ang="0">
                    <a:pos x="17" y="240"/>
                  </a:cxn>
                  <a:cxn ang="0">
                    <a:pos x="0" y="235"/>
                  </a:cxn>
                  <a:cxn ang="0">
                    <a:pos x="10" y="216"/>
                  </a:cxn>
                  <a:cxn ang="0">
                    <a:pos x="19" y="198"/>
                  </a:cxn>
                  <a:cxn ang="0">
                    <a:pos x="30" y="181"/>
                  </a:cxn>
                  <a:cxn ang="0">
                    <a:pos x="41" y="164"/>
                  </a:cxn>
                  <a:cxn ang="0">
                    <a:pos x="53" y="146"/>
                  </a:cxn>
                  <a:cxn ang="0">
                    <a:pos x="65" y="129"/>
                  </a:cxn>
                  <a:cxn ang="0">
                    <a:pos x="79" y="113"/>
                  </a:cxn>
                  <a:cxn ang="0">
                    <a:pos x="91" y="97"/>
                  </a:cxn>
                  <a:cxn ang="0">
                    <a:pos x="104" y="83"/>
                  </a:cxn>
                  <a:cxn ang="0">
                    <a:pos x="117" y="70"/>
                  </a:cxn>
                  <a:cxn ang="0">
                    <a:pos x="129" y="56"/>
                  </a:cxn>
                  <a:cxn ang="0">
                    <a:pos x="142" y="45"/>
                  </a:cxn>
                  <a:cxn ang="0">
                    <a:pos x="155" y="32"/>
                  </a:cxn>
                  <a:cxn ang="0">
                    <a:pos x="167" y="21"/>
                  </a:cxn>
                  <a:cxn ang="0">
                    <a:pos x="181" y="10"/>
                  </a:cxn>
                  <a:cxn ang="0">
                    <a:pos x="194" y="0"/>
                  </a:cxn>
                </a:cxnLst>
                <a:rect l="0" t="0" r="r" b="b"/>
                <a:pathLst>
                  <a:path w="299" h="286">
                    <a:moveTo>
                      <a:pt x="194" y="0"/>
                    </a:moveTo>
                    <a:lnTo>
                      <a:pt x="205" y="5"/>
                    </a:lnTo>
                    <a:lnTo>
                      <a:pt x="217" y="8"/>
                    </a:lnTo>
                    <a:lnTo>
                      <a:pt x="230" y="11"/>
                    </a:lnTo>
                    <a:lnTo>
                      <a:pt x="243" y="15"/>
                    </a:lnTo>
                    <a:lnTo>
                      <a:pt x="256" y="17"/>
                    </a:lnTo>
                    <a:lnTo>
                      <a:pt x="270" y="20"/>
                    </a:lnTo>
                    <a:lnTo>
                      <a:pt x="284" y="22"/>
                    </a:lnTo>
                    <a:lnTo>
                      <a:pt x="299" y="23"/>
                    </a:lnTo>
                    <a:lnTo>
                      <a:pt x="299" y="192"/>
                    </a:lnTo>
                    <a:lnTo>
                      <a:pt x="299" y="286"/>
                    </a:lnTo>
                    <a:lnTo>
                      <a:pt x="279" y="284"/>
                    </a:lnTo>
                    <a:lnTo>
                      <a:pt x="260" y="283"/>
                    </a:lnTo>
                    <a:lnTo>
                      <a:pt x="240" y="282"/>
                    </a:lnTo>
                    <a:lnTo>
                      <a:pt x="220" y="280"/>
                    </a:lnTo>
                    <a:lnTo>
                      <a:pt x="202" y="278"/>
                    </a:lnTo>
                    <a:lnTo>
                      <a:pt x="182" y="275"/>
                    </a:lnTo>
                    <a:lnTo>
                      <a:pt x="165" y="273"/>
                    </a:lnTo>
                    <a:lnTo>
                      <a:pt x="147" y="269"/>
                    </a:lnTo>
                    <a:lnTo>
                      <a:pt x="127" y="266"/>
                    </a:lnTo>
                    <a:lnTo>
                      <a:pt x="108" y="263"/>
                    </a:lnTo>
                    <a:lnTo>
                      <a:pt x="88" y="258"/>
                    </a:lnTo>
                    <a:lnTo>
                      <a:pt x="70" y="253"/>
                    </a:lnTo>
                    <a:lnTo>
                      <a:pt x="51" y="250"/>
                    </a:lnTo>
                    <a:lnTo>
                      <a:pt x="34" y="245"/>
                    </a:lnTo>
                    <a:lnTo>
                      <a:pt x="17" y="240"/>
                    </a:lnTo>
                    <a:lnTo>
                      <a:pt x="0" y="235"/>
                    </a:lnTo>
                    <a:lnTo>
                      <a:pt x="10" y="216"/>
                    </a:lnTo>
                    <a:lnTo>
                      <a:pt x="19" y="198"/>
                    </a:lnTo>
                    <a:lnTo>
                      <a:pt x="30" y="181"/>
                    </a:lnTo>
                    <a:lnTo>
                      <a:pt x="41" y="164"/>
                    </a:lnTo>
                    <a:lnTo>
                      <a:pt x="53" y="146"/>
                    </a:lnTo>
                    <a:lnTo>
                      <a:pt x="65" y="129"/>
                    </a:lnTo>
                    <a:lnTo>
                      <a:pt x="79" y="113"/>
                    </a:lnTo>
                    <a:lnTo>
                      <a:pt x="91" y="97"/>
                    </a:lnTo>
                    <a:lnTo>
                      <a:pt x="104" y="83"/>
                    </a:lnTo>
                    <a:lnTo>
                      <a:pt x="117" y="70"/>
                    </a:lnTo>
                    <a:lnTo>
                      <a:pt x="129" y="56"/>
                    </a:lnTo>
                    <a:lnTo>
                      <a:pt x="142" y="45"/>
                    </a:lnTo>
                    <a:lnTo>
                      <a:pt x="155" y="32"/>
                    </a:lnTo>
                    <a:lnTo>
                      <a:pt x="167" y="21"/>
                    </a:lnTo>
                    <a:lnTo>
                      <a:pt x="181" y="10"/>
                    </a:lnTo>
                    <a:lnTo>
                      <a:pt x="194" y="0"/>
                    </a:lnTo>
                    <a:close/>
                  </a:path>
                </a:pathLst>
              </a:custGeom>
              <a:grpFill/>
              <a:ln w="9525">
                <a:noFill/>
                <a:round/>
                <a:headEnd/>
                <a:tailEnd/>
              </a:ln>
            </p:spPr>
            <p:txBody>
              <a:bodyPr/>
              <a:lstStyle/>
              <a:p>
                <a:pPr algn="ctr">
                  <a:defRPr/>
                </a:pPr>
                <a:endParaRPr lang="en-US" sz="900" dirty="0"/>
              </a:p>
            </p:txBody>
          </p:sp>
          <p:sp>
            <p:nvSpPr>
              <p:cNvPr id="66" name="Freeform 65"/>
              <p:cNvSpPr>
                <a:spLocks/>
              </p:cNvSpPr>
              <p:nvPr/>
            </p:nvSpPr>
            <p:spPr bwMode="auto">
              <a:xfrm>
                <a:off x="2575" y="1594"/>
                <a:ext cx="188" cy="150"/>
              </a:xfrm>
              <a:custGeom>
                <a:avLst/>
                <a:gdLst/>
                <a:ahLst/>
                <a:cxnLst>
                  <a:cxn ang="0">
                    <a:pos x="375" y="0"/>
                  </a:cxn>
                  <a:cxn ang="0">
                    <a:pos x="372" y="5"/>
                  </a:cxn>
                  <a:cxn ang="0">
                    <a:pos x="370" y="12"/>
                  </a:cxn>
                  <a:cxn ang="0">
                    <a:pos x="368" y="18"/>
                  </a:cxn>
                  <a:cxn ang="0">
                    <a:pos x="368" y="25"/>
                  </a:cxn>
                  <a:cxn ang="0">
                    <a:pos x="368" y="31"/>
                  </a:cxn>
                  <a:cxn ang="0">
                    <a:pos x="369" y="36"/>
                  </a:cxn>
                  <a:cxn ang="0">
                    <a:pos x="372" y="42"/>
                  </a:cxn>
                  <a:cxn ang="0">
                    <a:pos x="374" y="48"/>
                  </a:cxn>
                  <a:cxn ang="0">
                    <a:pos x="359" y="58"/>
                  </a:cxn>
                  <a:cxn ang="0">
                    <a:pos x="344" y="71"/>
                  </a:cxn>
                  <a:cxn ang="0">
                    <a:pos x="329" y="84"/>
                  </a:cxn>
                  <a:cxn ang="0">
                    <a:pos x="313" y="99"/>
                  </a:cxn>
                  <a:cxn ang="0">
                    <a:pos x="297" y="115"/>
                  </a:cxn>
                  <a:cxn ang="0">
                    <a:pos x="279" y="132"/>
                  </a:cxn>
                  <a:cxn ang="0">
                    <a:pos x="263" y="150"/>
                  </a:cxn>
                  <a:cxn ang="0">
                    <a:pos x="246" y="170"/>
                  </a:cxn>
                  <a:cxn ang="0">
                    <a:pos x="235" y="184"/>
                  </a:cxn>
                  <a:cxn ang="0">
                    <a:pos x="224" y="199"/>
                  </a:cxn>
                  <a:cxn ang="0">
                    <a:pos x="213" y="214"/>
                  </a:cxn>
                  <a:cxn ang="0">
                    <a:pos x="201" y="230"/>
                  </a:cxn>
                  <a:cxn ang="0">
                    <a:pos x="191" y="246"/>
                  </a:cxn>
                  <a:cxn ang="0">
                    <a:pos x="179" y="263"/>
                  </a:cxn>
                  <a:cxn ang="0">
                    <a:pos x="169" y="282"/>
                  </a:cxn>
                  <a:cxn ang="0">
                    <a:pos x="159" y="300"/>
                  </a:cxn>
                  <a:cxn ang="0">
                    <a:pos x="129" y="284"/>
                  </a:cxn>
                  <a:cxn ang="0">
                    <a:pos x="102" y="267"/>
                  </a:cxn>
                  <a:cxn ang="0">
                    <a:pos x="77" y="249"/>
                  </a:cxn>
                  <a:cxn ang="0">
                    <a:pos x="56" y="231"/>
                  </a:cxn>
                  <a:cxn ang="0">
                    <a:pos x="38" y="213"/>
                  </a:cxn>
                  <a:cxn ang="0">
                    <a:pos x="21" y="194"/>
                  </a:cxn>
                  <a:cxn ang="0">
                    <a:pos x="9" y="175"/>
                  </a:cxn>
                  <a:cxn ang="0">
                    <a:pos x="0" y="155"/>
                  </a:cxn>
                  <a:cxn ang="0">
                    <a:pos x="16" y="142"/>
                  </a:cxn>
                  <a:cxn ang="0">
                    <a:pos x="33" y="130"/>
                  </a:cxn>
                  <a:cxn ang="0">
                    <a:pos x="49" y="118"/>
                  </a:cxn>
                  <a:cxn ang="0">
                    <a:pos x="66" y="107"/>
                  </a:cxn>
                  <a:cxn ang="0">
                    <a:pos x="84" y="97"/>
                  </a:cxn>
                  <a:cxn ang="0">
                    <a:pos x="101" y="87"/>
                  </a:cxn>
                  <a:cxn ang="0">
                    <a:pos x="118" y="78"/>
                  </a:cxn>
                  <a:cxn ang="0">
                    <a:pos x="135" y="70"/>
                  </a:cxn>
                  <a:cxn ang="0">
                    <a:pos x="153" y="62"/>
                  </a:cxn>
                  <a:cxn ang="0">
                    <a:pos x="169" y="55"/>
                  </a:cxn>
                  <a:cxn ang="0">
                    <a:pos x="185" y="48"/>
                  </a:cxn>
                  <a:cxn ang="0">
                    <a:pos x="202" y="42"/>
                  </a:cxn>
                  <a:cxn ang="0">
                    <a:pos x="218" y="36"/>
                  </a:cxn>
                  <a:cxn ang="0">
                    <a:pos x="235" y="32"/>
                  </a:cxn>
                  <a:cxn ang="0">
                    <a:pos x="249" y="26"/>
                  </a:cxn>
                  <a:cxn ang="0">
                    <a:pos x="266" y="23"/>
                  </a:cxn>
                  <a:cxn ang="0">
                    <a:pos x="281" y="18"/>
                  </a:cxn>
                  <a:cxn ang="0">
                    <a:pos x="296" y="15"/>
                  </a:cxn>
                  <a:cxn ang="0">
                    <a:pos x="309" y="11"/>
                  </a:cxn>
                  <a:cxn ang="0">
                    <a:pos x="323" y="9"/>
                  </a:cxn>
                  <a:cxn ang="0">
                    <a:pos x="337" y="5"/>
                  </a:cxn>
                  <a:cxn ang="0">
                    <a:pos x="350" y="3"/>
                  </a:cxn>
                  <a:cxn ang="0">
                    <a:pos x="362" y="2"/>
                  </a:cxn>
                  <a:cxn ang="0">
                    <a:pos x="375" y="0"/>
                  </a:cxn>
                </a:cxnLst>
                <a:rect l="0" t="0" r="r" b="b"/>
                <a:pathLst>
                  <a:path w="375" h="300">
                    <a:moveTo>
                      <a:pt x="375" y="0"/>
                    </a:moveTo>
                    <a:lnTo>
                      <a:pt x="372" y="5"/>
                    </a:lnTo>
                    <a:lnTo>
                      <a:pt x="370" y="12"/>
                    </a:lnTo>
                    <a:lnTo>
                      <a:pt x="368" y="18"/>
                    </a:lnTo>
                    <a:lnTo>
                      <a:pt x="368" y="25"/>
                    </a:lnTo>
                    <a:lnTo>
                      <a:pt x="368" y="31"/>
                    </a:lnTo>
                    <a:lnTo>
                      <a:pt x="369" y="36"/>
                    </a:lnTo>
                    <a:lnTo>
                      <a:pt x="372" y="42"/>
                    </a:lnTo>
                    <a:lnTo>
                      <a:pt x="374" y="48"/>
                    </a:lnTo>
                    <a:lnTo>
                      <a:pt x="359" y="58"/>
                    </a:lnTo>
                    <a:lnTo>
                      <a:pt x="344" y="71"/>
                    </a:lnTo>
                    <a:lnTo>
                      <a:pt x="329" y="84"/>
                    </a:lnTo>
                    <a:lnTo>
                      <a:pt x="313" y="99"/>
                    </a:lnTo>
                    <a:lnTo>
                      <a:pt x="297" y="115"/>
                    </a:lnTo>
                    <a:lnTo>
                      <a:pt x="279" y="132"/>
                    </a:lnTo>
                    <a:lnTo>
                      <a:pt x="263" y="150"/>
                    </a:lnTo>
                    <a:lnTo>
                      <a:pt x="246" y="170"/>
                    </a:lnTo>
                    <a:lnTo>
                      <a:pt x="235" y="184"/>
                    </a:lnTo>
                    <a:lnTo>
                      <a:pt x="224" y="199"/>
                    </a:lnTo>
                    <a:lnTo>
                      <a:pt x="213" y="214"/>
                    </a:lnTo>
                    <a:lnTo>
                      <a:pt x="201" y="230"/>
                    </a:lnTo>
                    <a:lnTo>
                      <a:pt x="191" y="246"/>
                    </a:lnTo>
                    <a:lnTo>
                      <a:pt x="179" y="263"/>
                    </a:lnTo>
                    <a:lnTo>
                      <a:pt x="169" y="282"/>
                    </a:lnTo>
                    <a:lnTo>
                      <a:pt x="159" y="300"/>
                    </a:lnTo>
                    <a:lnTo>
                      <a:pt x="129" y="284"/>
                    </a:lnTo>
                    <a:lnTo>
                      <a:pt x="102" y="267"/>
                    </a:lnTo>
                    <a:lnTo>
                      <a:pt x="77" y="249"/>
                    </a:lnTo>
                    <a:lnTo>
                      <a:pt x="56" y="231"/>
                    </a:lnTo>
                    <a:lnTo>
                      <a:pt x="38" y="213"/>
                    </a:lnTo>
                    <a:lnTo>
                      <a:pt x="21" y="194"/>
                    </a:lnTo>
                    <a:lnTo>
                      <a:pt x="9" y="175"/>
                    </a:lnTo>
                    <a:lnTo>
                      <a:pt x="0" y="155"/>
                    </a:lnTo>
                    <a:lnTo>
                      <a:pt x="16" y="142"/>
                    </a:lnTo>
                    <a:lnTo>
                      <a:pt x="33" y="130"/>
                    </a:lnTo>
                    <a:lnTo>
                      <a:pt x="49" y="118"/>
                    </a:lnTo>
                    <a:lnTo>
                      <a:pt x="66" y="107"/>
                    </a:lnTo>
                    <a:lnTo>
                      <a:pt x="84" y="97"/>
                    </a:lnTo>
                    <a:lnTo>
                      <a:pt x="101" y="87"/>
                    </a:lnTo>
                    <a:lnTo>
                      <a:pt x="118" y="78"/>
                    </a:lnTo>
                    <a:lnTo>
                      <a:pt x="135" y="70"/>
                    </a:lnTo>
                    <a:lnTo>
                      <a:pt x="153" y="62"/>
                    </a:lnTo>
                    <a:lnTo>
                      <a:pt x="169" y="55"/>
                    </a:lnTo>
                    <a:lnTo>
                      <a:pt x="185" y="48"/>
                    </a:lnTo>
                    <a:lnTo>
                      <a:pt x="202" y="42"/>
                    </a:lnTo>
                    <a:lnTo>
                      <a:pt x="218" y="36"/>
                    </a:lnTo>
                    <a:lnTo>
                      <a:pt x="235" y="32"/>
                    </a:lnTo>
                    <a:lnTo>
                      <a:pt x="249" y="26"/>
                    </a:lnTo>
                    <a:lnTo>
                      <a:pt x="266" y="23"/>
                    </a:lnTo>
                    <a:lnTo>
                      <a:pt x="281" y="18"/>
                    </a:lnTo>
                    <a:lnTo>
                      <a:pt x="296" y="15"/>
                    </a:lnTo>
                    <a:lnTo>
                      <a:pt x="309" y="11"/>
                    </a:lnTo>
                    <a:lnTo>
                      <a:pt x="323" y="9"/>
                    </a:lnTo>
                    <a:lnTo>
                      <a:pt x="337" y="5"/>
                    </a:lnTo>
                    <a:lnTo>
                      <a:pt x="350" y="3"/>
                    </a:lnTo>
                    <a:lnTo>
                      <a:pt x="362" y="2"/>
                    </a:lnTo>
                    <a:lnTo>
                      <a:pt x="375" y="0"/>
                    </a:lnTo>
                    <a:close/>
                  </a:path>
                </a:pathLst>
              </a:custGeom>
              <a:grpFill/>
              <a:ln w="9525">
                <a:noFill/>
                <a:round/>
                <a:headEnd/>
                <a:tailEnd/>
              </a:ln>
            </p:spPr>
            <p:txBody>
              <a:bodyPr/>
              <a:lstStyle/>
              <a:p>
                <a:pPr algn="ctr">
                  <a:defRPr/>
                </a:pPr>
                <a:endParaRPr lang="en-US" sz="900" dirty="0"/>
              </a:p>
            </p:txBody>
          </p:sp>
          <p:sp>
            <p:nvSpPr>
              <p:cNvPr id="67" name="Freeform 66"/>
              <p:cNvSpPr>
                <a:spLocks/>
              </p:cNvSpPr>
              <p:nvPr/>
            </p:nvSpPr>
            <p:spPr bwMode="auto">
              <a:xfrm>
                <a:off x="2409" y="1704"/>
                <a:ext cx="216" cy="286"/>
              </a:xfrm>
              <a:custGeom>
                <a:avLst/>
                <a:gdLst/>
                <a:ahLst/>
                <a:cxnLst>
                  <a:cxn ang="0">
                    <a:pos x="244" y="12"/>
                  </a:cxn>
                  <a:cxn ang="0">
                    <a:pos x="261" y="37"/>
                  </a:cxn>
                  <a:cxn ang="0">
                    <a:pos x="280" y="61"/>
                  </a:cxn>
                  <a:cxn ang="0">
                    <a:pos x="303" y="84"/>
                  </a:cxn>
                  <a:cxn ang="0">
                    <a:pos x="327" y="106"/>
                  </a:cxn>
                  <a:cxn ang="0">
                    <a:pos x="353" y="126"/>
                  </a:cxn>
                  <a:cxn ang="0">
                    <a:pos x="383" y="146"/>
                  </a:cxn>
                  <a:cxn ang="0">
                    <a:pos x="414" y="164"/>
                  </a:cxn>
                  <a:cxn ang="0">
                    <a:pos x="418" y="198"/>
                  </a:cxn>
                  <a:cxn ang="0">
                    <a:pos x="391" y="247"/>
                  </a:cxn>
                  <a:cxn ang="0">
                    <a:pos x="367" y="298"/>
                  </a:cxn>
                  <a:cxn ang="0">
                    <a:pos x="344" y="350"/>
                  </a:cxn>
                  <a:cxn ang="0">
                    <a:pos x="324" y="399"/>
                  </a:cxn>
                  <a:cxn ang="0">
                    <a:pos x="305" y="448"/>
                  </a:cxn>
                  <a:cxn ang="0">
                    <a:pos x="288" y="496"/>
                  </a:cxn>
                  <a:cxn ang="0">
                    <a:pos x="273" y="546"/>
                  </a:cxn>
                  <a:cxn ang="0">
                    <a:pos x="236" y="555"/>
                  </a:cxn>
                  <a:cxn ang="0">
                    <a:pos x="181" y="520"/>
                  </a:cxn>
                  <a:cxn ang="0">
                    <a:pos x="132" y="483"/>
                  </a:cxn>
                  <a:cxn ang="0">
                    <a:pos x="90" y="444"/>
                  </a:cxn>
                  <a:cxn ang="0">
                    <a:pos x="55" y="404"/>
                  </a:cxn>
                  <a:cxn ang="0">
                    <a:pos x="29" y="362"/>
                  </a:cxn>
                  <a:cxn ang="0">
                    <a:pos x="10" y="319"/>
                  </a:cxn>
                  <a:cxn ang="0">
                    <a:pos x="1" y="274"/>
                  </a:cxn>
                  <a:cxn ang="0">
                    <a:pos x="13" y="233"/>
                  </a:cxn>
                  <a:cxn ang="0">
                    <a:pos x="39" y="198"/>
                  </a:cxn>
                  <a:cxn ang="0">
                    <a:pos x="68" y="162"/>
                  </a:cxn>
                  <a:cxn ang="0">
                    <a:pos x="98" y="128"/>
                  </a:cxn>
                  <a:cxn ang="0">
                    <a:pos x="129" y="95"/>
                  </a:cxn>
                  <a:cxn ang="0">
                    <a:pos x="160" y="64"/>
                  </a:cxn>
                  <a:cxn ang="0">
                    <a:pos x="191" y="35"/>
                  </a:cxn>
                  <a:cxn ang="0">
                    <a:pos x="222" y="11"/>
                  </a:cxn>
                </a:cxnLst>
                <a:rect l="0" t="0" r="r" b="b"/>
                <a:pathLst>
                  <a:path w="432" h="571">
                    <a:moveTo>
                      <a:pt x="237" y="0"/>
                    </a:moveTo>
                    <a:lnTo>
                      <a:pt x="244" y="12"/>
                    </a:lnTo>
                    <a:lnTo>
                      <a:pt x="252" y="25"/>
                    </a:lnTo>
                    <a:lnTo>
                      <a:pt x="261" y="37"/>
                    </a:lnTo>
                    <a:lnTo>
                      <a:pt x="271" y="49"/>
                    </a:lnTo>
                    <a:lnTo>
                      <a:pt x="280" y="61"/>
                    </a:lnTo>
                    <a:lnTo>
                      <a:pt x="291" y="72"/>
                    </a:lnTo>
                    <a:lnTo>
                      <a:pt x="303" y="84"/>
                    </a:lnTo>
                    <a:lnTo>
                      <a:pt x="314" y="94"/>
                    </a:lnTo>
                    <a:lnTo>
                      <a:pt x="327" y="106"/>
                    </a:lnTo>
                    <a:lnTo>
                      <a:pt x="340" y="116"/>
                    </a:lnTo>
                    <a:lnTo>
                      <a:pt x="353" y="126"/>
                    </a:lnTo>
                    <a:lnTo>
                      <a:pt x="368" y="136"/>
                    </a:lnTo>
                    <a:lnTo>
                      <a:pt x="383" y="146"/>
                    </a:lnTo>
                    <a:lnTo>
                      <a:pt x="398" y="155"/>
                    </a:lnTo>
                    <a:lnTo>
                      <a:pt x="414" y="164"/>
                    </a:lnTo>
                    <a:lnTo>
                      <a:pt x="432" y="174"/>
                    </a:lnTo>
                    <a:lnTo>
                      <a:pt x="418" y="198"/>
                    </a:lnTo>
                    <a:lnTo>
                      <a:pt x="405" y="222"/>
                    </a:lnTo>
                    <a:lnTo>
                      <a:pt x="391" y="247"/>
                    </a:lnTo>
                    <a:lnTo>
                      <a:pt x="379" y="271"/>
                    </a:lnTo>
                    <a:lnTo>
                      <a:pt x="367" y="298"/>
                    </a:lnTo>
                    <a:lnTo>
                      <a:pt x="355" y="323"/>
                    </a:lnTo>
                    <a:lnTo>
                      <a:pt x="344" y="350"/>
                    </a:lnTo>
                    <a:lnTo>
                      <a:pt x="333" y="376"/>
                    </a:lnTo>
                    <a:lnTo>
                      <a:pt x="324" y="399"/>
                    </a:lnTo>
                    <a:lnTo>
                      <a:pt x="313" y="423"/>
                    </a:lnTo>
                    <a:lnTo>
                      <a:pt x="305" y="448"/>
                    </a:lnTo>
                    <a:lnTo>
                      <a:pt x="296" y="472"/>
                    </a:lnTo>
                    <a:lnTo>
                      <a:pt x="288" y="496"/>
                    </a:lnTo>
                    <a:lnTo>
                      <a:pt x="281" y="520"/>
                    </a:lnTo>
                    <a:lnTo>
                      <a:pt x="273" y="546"/>
                    </a:lnTo>
                    <a:lnTo>
                      <a:pt x="266" y="571"/>
                    </a:lnTo>
                    <a:lnTo>
                      <a:pt x="236" y="555"/>
                    </a:lnTo>
                    <a:lnTo>
                      <a:pt x="207" y="537"/>
                    </a:lnTo>
                    <a:lnTo>
                      <a:pt x="181" y="520"/>
                    </a:lnTo>
                    <a:lnTo>
                      <a:pt x="155" y="502"/>
                    </a:lnTo>
                    <a:lnTo>
                      <a:pt x="132" y="483"/>
                    </a:lnTo>
                    <a:lnTo>
                      <a:pt x="110" y="464"/>
                    </a:lnTo>
                    <a:lnTo>
                      <a:pt x="90" y="444"/>
                    </a:lnTo>
                    <a:lnTo>
                      <a:pt x="71" y="425"/>
                    </a:lnTo>
                    <a:lnTo>
                      <a:pt x="55" y="404"/>
                    </a:lnTo>
                    <a:lnTo>
                      <a:pt x="41" y="383"/>
                    </a:lnTo>
                    <a:lnTo>
                      <a:pt x="29" y="362"/>
                    </a:lnTo>
                    <a:lnTo>
                      <a:pt x="18" y="341"/>
                    </a:lnTo>
                    <a:lnTo>
                      <a:pt x="10" y="319"/>
                    </a:lnTo>
                    <a:lnTo>
                      <a:pt x="4" y="296"/>
                    </a:lnTo>
                    <a:lnTo>
                      <a:pt x="1" y="274"/>
                    </a:lnTo>
                    <a:lnTo>
                      <a:pt x="0" y="251"/>
                    </a:lnTo>
                    <a:lnTo>
                      <a:pt x="13" y="233"/>
                    </a:lnTo>
                    <a:lnTo>
                      <a:pt x="25" y="215"/>
                    </a:lnTo>
                    <a:lnTo>
                      <a:pt x="39" y="198"/>
                    </a:lnTo>
                    <a:lnTo>
                      <a:pt x="54" y="179"/>
                    </a:lnTo>
                    <a:lnTo>
                      <a:pt x="68" y="162"/>
                    </a:lnTo>
                    <a:lnTo>
                      <a:pt x="83" y="145"/>
                    </a:lnTo>
                    <a:lnTo>
                      <a:pt x="98" y="128"/>
                    </a:lnTo>
                    <a:lnTo>
                      <a:pt x="114" y="111"/>
                    </a:lnTo>
                    <a:lnTo>
                      <a:pt x="129" y="95"/>
                    </a:lnTo>
                    <a:lnTo>
                      <a:pt x="145" y="79"/>
                    </a:lnTo>
                    <a:lnTo>
                      <a:pt x="160" y="64"/>
                    </a:lnTo>
                    <a:lnTo>
                      <a:pt x="176" y="49"/>
                    </a:lnTo>
                    <a:lnTo>
                      <a:pt x="191" y="35"/>
                    </a:lnTo>
                    <a:lnTo>
                      <a:pt x="207" y="23"/>
                    </a:lnTo>
                    <a:lnTo>
                      <a:pt x="222" y="11"/>
                    </a:lnTo>
                    <a:lnTo>
                      <a:pt x="237" y="0"/>
                    </a:lnTo>
                    <a:close/>
                  </a:path>
                </a:pathLst>
              </a:custGeom>
              <a:grpFill/>
              <a:ln w="9525">
                <a:noFill/>
                <a:round/>
                <a:headEnd/>
                <a:tailEnd/>
              </a:ln>
            </p:spPr>
            <p:txBody>
              <a:bodyPr/>
              <a:lstStyle/>
              <a:p>
                <a:pPr algn="ctr">
                  <a:defRPr/>
                </a:pPr>
                <a:endParaRPr lang="en-US" sz="900" dirty="0"/>
              </a:p>
            </p:txBody>
          </p:sp>
          <p:sp>
            <p:nvSpPr>
              <p:cNvPr id="68" name="Freeform 67"/>
              <p:cNvSpPr>
                <a:spLocks/>
              </p:cNvSpPr>
              <p:nvPr/>
            </p:nvSpPr>
            <p:spPr bwMode="auto">
              <a:xfrm>
                <a:off x="2318" y="1900"/>
                <a:ext cx="210" cy="352"/>
              </a:xfrm>
              <a:custGeom>
                <a:avLst/>
                <a:gdLst/>
                <a:ahLst/>
                <a:cxnLst>
                  <a:cxn ang="0">
                    <a:pos x="99" y="0"/>
                  </a:cxn>
                  <a:cxn ang="0">
                    <a:pos x="109" y="22"/>
                  </a:cxn>
                  <a:cxn ang="0">
                    <a:pos x="121" y="43"/>
                  </a:cxn>
                  <a:cxn ang="0">
                    <a:pos x="133" y="64"/>
                  </a:cxn>
                  <a:cxn ang="0">
                    <a:pos x="148" y="84"/>
                  </a:cxn>
                  <a:cxn ang="0">
                    <a:pos x="165" y="104"/>
                  </a:cxn>
                  <a:cxn ang="0">
                    <a:pos x="182" y="123"/>
                  </a:cxn>
                  <a:cxn ang="0">
                    <a:pos x="200" y="143"/>
                  </a:cxn>
                  <a:cxn ang="0">
                    <a:pos x="220" y="161"/>
                  </a:cxn>
                  <a:cxn ang="0">
                    <a:pos x="241" y="180"/>
                  </a:cxn>
                  <a:cxn ang="0">
                    <a:pos x="264" y="197"/>
                  </a:cxn>
                  <a:cxn ang="0">
                    <a:pos x="287" y="214"/>
                  </a:cxn>
                  <a:cxn ang="0">
                    <a:pos x="311" y="232"/>
                  </a:cxn>
                  <a:cxn ang="0">
                    <a:pos x="337" y="248"/>
                  </a:cxn>
                  <a:cxn ang="0">
                    <a:pos x="364" y="263"/>
                  </a:cxn>
                  <a:cxn ang="0">
                    <a:pos x="391" y="278"/>
                  </a:cxn>
                  <a:cxn ang="0">
                    <a:pos x="420" y="293"/>
                  </a:cxn>
                  <a:cxn ang="0">
                    <a:pos x="413" y="330"/>
                  </a:cxn>
                  <a:cxn ang="0">
                    <a:pos x="406" y="368"/>
                  </a:cxn>
                  <a:cxn ang="0">
                    <a:pos x="401" y="406"/>
                  </a:cxn>
                  <a:cxn ang="0">
                    <a:pos x="395" y="445"/>
                  </a:cxn>
                  <a:cxn ang="0">
                    <a:pos x="393" y="469"/>
                  </a:cxn>
                  <a:cxn ang="0">
                    <a:pos x="390" y="493"/>
                  </a:cxn>
                  <a:cxn ang="0">
                    <a:pos x="389" y="517"/>
                  </a:cxn>
                  <a:cxn ang="0">
                    <a:pos x="387" y="541"/>
                  </a:cxn>
                  <a:cxn ang="0">
                    <a:pos x="385" y="583"/>
                  </a:cxn>
                  <a:cxn ang="0">
                    <a:pos x="385" y="623"/>
                  </a:cxn>
                  <a:cxn ang="0">
                    <a:pos x="383" y="665"/>
                  </a:cxn>
                  <a:cxn ang="0">
                    <a:pos x="385" y="705"/>
                  </a:cxn>
                  <a:cxn ang="0">
                    <a:pos x="348" y="685"/>
                  </a:cxn>
                  <a:cxn ang="0">
                    <a:pos x="312" y="665"/>
                  </a:cxn>
                  <a:cxn ang="0">
                    <a:pos x="277" y="643"/>
                  </a:cxn>
                  <a:cxn ang="0">
                    <a:pos x="244" y="622"/>
                  </a:cxn>
                  <a:cxn ang="0">
                    <a:pos x="211" y="599"/>
                  </a:cxn>
                  <a:cxn ang="0">
                    <a:pos x="180" y="576"/>
                  </a:cxn>
                  <a:cxn ang="0">
                    <a:pos x="150" y="553"/>
                  </a:cxn>
                  <a:cxn ang="0">
                    <a:pos x="122" y="528"/>
                  </a:cxn>
                  <a:cxn ang="0">
                    <a:pos x="97" y="502"/>
                  </a:cxn>
                  <a:cxn ang="0">
                    <a:pos x="74" y="475"/>
                  </a:cxn>
                  <a:cxn ang="0">
                    <a:pos x="54" y="447"/>
                  </a:cxn>
                  <a:cxn ang="0">
                    <a:pos x="36" y="418"/>
                  </a:cxn>
                  <a:cxn ang="0">
                    <a:pos x="22" y="387"/>
                  </a:cxn>
                  <a:cxn ang="0">
                    <a:pos x="10" y="356"/>
                  </a:cxn>
                  <a:cxn ang="0">
                    <a:pos x="3" y="323"/>
                  </a:cxn>
                  <a:cxn ang="0">
                    <a:pos x="0" y="288"/>
                  </a:cxn>
                  <a:cxn ang="0">
                    <a:pos x="8" y="250"/>
                  </a:cxn>
                  <a:cxn ang="0">
                    <a:pos x="18" y="213"/>
                  </a:cxn>
                  <a:cxn ang="0">
                    <a:pos x="29" y="176"/>
                  </a:cxn>
                  <a:cxn ang="0">
                    <a:pos x="40" y="140"/>
                  </a:cxn>
                  <a:cxn ang="0">
                    <a:pos x="53" y="104"/>
                  </a:cxn>
                  <a:cxn ang="0">
                    <a:pos x="68" y="69"/>
                  </a:cxn>
                  <a:cxn ang="0">
                    <a:pos x="83" y="35"/>
                  </a:cxn>
                  <a:cxn ang="0">
                    <a:pos x="99" y="0"/>
                  </a:cxn>
                </a:cxnLst>
                <a:rect l="0" t="0" r="r" b="b"/>
                <a:pathLst>
                  <a:path w="420" h="705">
                    <a:moveTo>
                      <a:pt x="99" y="0"/>
                    </a:moveTo>
                    <a:lnTo>
                      <a:pt x="109" y="22"/>
                    </a:lnTo>
                    <a:lnTo>
                      <a:pt x="121" y="43"/>
                    </a:lnTo>
                    <a:lnTo>
                      <a:pt x="133" y="64"/>
                    </a:lnTo>
                    <a:lnTo>
                      <a:pt x="148" y="84"/>
                    </a:lnTo>
                    <a:lnTo>
                      <a:pt x="165" y="104"/>
                    </a:lnTo>
                    <a:lnTo>
                      <a:pt x="182" y="123"/>
                    </a:lnTo>
                    <a:lnTo>
                      <a:pt x="200" y="143"/>
                    </a:lnTo>
                    <a:lnTo>
                      <a:pt x="220" y="161"/>
                    </a:lnTo>
                    <a:lnTo>
                      <a:pt x="241" y="180"/>
                    </a:lnTo>
                    <a:lnTo>
                      <a:pt x="264" y="197"/>
                    </a:lnTo>
                    <a:lnTo>
                      <a:pt x="287" y="214"/>
                    </a:lnTo>
                    <a:lnTo>
                      <a:pt x="311" y="232"/>
                    </a:lnTo>
                    <a:lnTo>
                      <a:pt x="337" y="248"/>
                    </a:lnTo>
                    <a:lnTo>
                      <a:pt x="364" y="263"/>
                    </a:lnTo>
                    <a:lnTo>
                      <a:pt x="391" y="278"/>
                    </a:lnTo>
                    <a:lnTo>
                      <a:pt x="420" y="293"/>
                    </a:lnTo>
                    <a:lnTo>
                      <a:pt x="413" y="330"/>
                    </a:lnTo>
                    <a:lnTo>
                      <a:pt x="406" y="368"/>
                    </a:lnTo>
                    <a:lnTo>
                      <a:pt x="401" y="406"/>
                    </a:lnTo>
                    <a:lnTo>
                      <a:pt x="395" y="445"/>
                    </a:lnTo>
                    <a:lnTo>
                      <a:pt x="393" y="469"/>
                    </a:lnTo>
                    <a:lnTo>
                      <a:pt x="390" y="493"/>
                    </a:lnTo>
                    <a:lnTo>
                      <a:pt x="389" y="517"/>
                    </a:lnTo>
                    <a:lnTo>
                      <a:pt x="387" y="541"/>
                    </a:lnTo>
                    <a:lnTo>
                      <a:pt x="385" y="583"/>
                    </a:lnTo>
                    <a:lnTo>
                      <a:pt x="385" y="623"/>
                    </a:lnTo>
                    <a:lnTo>
                      <a:pt x="383" y="665"/>
                    </a:lnTo>
                    <a:lnTo>
                      <a:pt x="385" y="705"/>
                    </a:lnTo>
                    <a:lnTo>
                      <a:pt x="348" y="685"/>
                    </a:lnTo>
                    <a:lnTo>
                      <a:pt x="312" y="665"/>
                    </a:lnTo>
                    <a:lnTo>
                      <a:pt x="277" y="643"/>
                    </a:lnTo>
                    <a:lnTo>
                      <a:pt x="244" y="622"/>
                    </a:lnTo>
                    <a:lnTo>
                      <a:pt x="211" y="599"/>
                    </a:lnTo>
                    <a:lnTo>
                      <a:pt x="180" y="576"/>
                    </a:lnTo>
                    <a:lnTo>
                      <a:pt x="150" y="553"/>
                    </a:lnTo>
                    <a:lnTo>
                      <a:pt x="122" y="528"/>
                    </a:lnTo>
                    <a:lnTo>
                      <a:pt x="97" y="502"/>
                    </a:lnTo>
                    <a:lnTo>
                      <a:pt x="74" y="475"/>
                    </a:lnTo>
                    <a:lnTo>
                      <a:pt x="54" y="447"/>
                    </a:lnTo>
                    <a:lnTo>
                      <a:pt x="36" y="418"/>
                    </a:lnTo>
                    <a:lnTo>
                      <a:pt x="22" y="387"/>
                    </a:lnTo>
                    <a:lnTo>
                      <a:pt x="10" y="356"/>
                    </a:lnTo>
                    <a:lnTo>
                      <a:pt x="3" y="323"/>
                    </a:lnTo>
                    <a:lnTo>
                      <a:pt x="0" y="288"/>
                    </a:lnTo>
                    <a:lnTo>
                      <a:pt x="8" y="250"/>
                    </a:lnTo>
                    <a:lnTo>
                      <a:pt x="18" y="213"/>
                    </a:lnTo>
                    <a:lnTo>
                      <a:pt x="29" y="176"/>
                    </a:lnTo>
                    <a:lnTo>
                      <a:pt x="40" y="140"/>
                    </a:lnTo>
                    <a:lnTo>
                      <a:pt x="53" y="104"/>
                    </a:lnTo>
                    <a:lnTo>
                      <a:pt x="68" y="69"/>
                    </a:lnTo>
                    <a:lnTo>
                      <a:pt x="83" y="35"/>
                    </a:lnTo>
                    <a:lnTo>
                      <a:pt x="99" y="0"/>
                    </a:lnTo>
                    <a:close/>
                  </a:path>
                </a:pathLst>
              </a:custGeom>
              <a:grpFill/>
              <a:ln w="9525">
                <a:noFill/>
                <a:round/>
                <a:headEnd/>
                <a:tailEnd/>
              </a:ln>
            </p:spPr>
            <p:txBody>
              <a:bodyPr/>
              <a:lstStyle/>
              <a:p>
                <a:pPr algn="ctr">
                  <a:defRPr/>
                </a:pPr>
                <a:endParaRPr lang="en-US" sz="900" dirty="0"/>
              </a:p>
            </p:txBody>
          </p:sp>
          <p:sp>
            <p:nvSpPr>
              <p:cNvPr id="69" name="Freeform 68"/>
              <p:cNvSpPr>
                <a:spLocks/>
              </p:cNvSpPr>
              <p:nvPr/>
            </p:nvSpPr>
            <p:spPr bwMode="auto">
              <a:xfrm>
                <a:off x="2307" y="2149"/>
                <a:ext cx="256" cy="365"/>
              </a:xfrm>
              <a:custGeom>
                <a:avLst/>
                <a:gdLst/>
                <a:ahLst/>
                <a:cxnLst>
                  <a:cxn ang="0">
                    <a:pos x="0" y="11"/>
                  </a:cxn>
                  <a:cxn ang="0">
                    <a:pos x="0" y="9"/>
                  </a:cxn>
                  <a:cxn ang="0">
                    <a:pos x="1" y="5"/>
                  </a:cxn>
                  <a:cxn ang="0">
                    <a:pos x="1" y="3"/>
                  </a:cxn>
                  <a:cxn ang="0">
                    <a:pos x="1" y="0"/>
                  </a:cxn>
                  <a:cxn ang="0">
                    <a:pos x="12" y="25"/>
                  </a:cxn>
                  <a:cxn ang="0">
                    <a:pos x="25" y="49"/>
                  </a:cxn>
                  <a:cxn ang="0">
                    <a:pos x="41" y="73"/>
                  </a:cxn>
                  <a:cxn ang="0">
                    <a:pos x="60" y="96"/>
                  </a:cxn>
                  <a:cxn ang="0">
                    <a:pos x="82" y="119"/>
                  </a:cxn>
                  <a:cxn ang="0">
                    <a:pos x="106" y="141"/>
                  </a:cxn>
                  <a:cxn ang="0">
                    <a:pos x="131" y="163"/>
                  </a:cxn>
                  <a:cxn ang="0">
                    <a:pos x="159" y="185"/>
                  </a:cxn>
                  <a:cxn ang="0">
                    <a:pos x="188" y="206"/>
                  </a:cxn>
                  <a:cxn ang="0">
                    <a:pos x="219" y="227"/>
                  </a:cxn>
                  <a:cxn ang="0">
                    <a:pos x="250" y="246"/>
                  </a:cxn>
                  <a:cxn ang="0">
                    <a:pos x="282" y="265"/>
                  </a:cxn>
                  <a:cxn ang="0">
                    <a:pos x="316" y="283"/>
                  </a:cxn>
                  <a:cxn ang="0">
                    <a:pos x="349" y="301"/>
                  </a:cxn>
                  <a:cxn ang="0">
                    <a:pos x="382" y="319"/>
                  </a:cxn>
                  <a:cxn ang="0">
                    <a:pos x="416" y="335"/>
                  </a:cxn>
                  <a:cxn ang="0">
                    <a:pos x="419" y="374"/>
                  </a:cxn>
                  <a:cxn ang="0">
                    <a:pos x="424" y="412"/>
                  </a:cxn>
                  <a:cxn ang="0">
                    <a:pos x="430" y="450"/>
                  </a:cxn>
                  <a:cxn ang="0">
                    <a:pos x="435" y="487"/>
                  </a:cxn>
                  <a:cxn ang="0">
                    <a:pos x="441" y="517"/>
                  </a:cxn>
                  <a:cxn ang="0">
                    <a:pos x="448" y="547"/>
                  </a:cxn>
                  <a:cxn ang="0">
                    <a:pos x="456" y="577"/>
                  </a:cxn>
                  <a:cxn ang="0">
                    <a:pos x="464" y="607"/>
                  </a:cxn>
                  <a:cxn ang="0">
                    <a:pos x="475" y="638"/>
                  </a:cxn>
                  <a:cxn ang="0">
                    <a:pos x="486" y="668"/>
                  </a:cxn>
                  <a:cxn ang="0">
                    <a:pos x="499" y="699"/>
                  </a:cxn>
                  <a:cxn ang="0">
                    <a:pos x="513" y="731"/>
                  </a:cxn>
                  <a:cxn ang="0">
                    <a:pos x="470" y="709"/>
                  </a:cxn>
                  <a:cxn ang="0">
                    <a:pos x="427" y="686"/>
                  </a:cxn>
                  <a:cxn ang="0">
                    <a:pos x="387" y="662"/>
                  </a:cxn>
                  <a:cxn ang="0">
                    <a:pos x="348" y="635"/>
                  </a:cxn>
                  <a:cxn ang="0">
                    <a:pos x="310" y="608"/>
                  </a:cxn>
                  <a:cxn ang="0">
                    <a:pos x="274" y="579"/>
                  </a:cxn>
                  <a:cxn ang="0">
                    <a:pos x="240" y="549"/>
                  </a:cxn>
                  <a:cxn ang="0">
                    <a:pos x="206" y="518"/>
                  </a:cxn>
                  <a:cxn ang="0">
                    <a:pos x="176" y="486"/>
                  </a:cxn>
                  <a:cxn ang="0">
                    <a:pos x="147" y="453"/>
                  </a:cxn>
                  <a:cxn ang="0">
                    <a:pos x="121" y="419"/>
                  </a:cxn>
                  <a:cxn ang="0">
                    <a:pos x="97" y="384"/>
                  </a:cxn>
                  <a:cxn ang="0">
                    <a:pos x="75" y="350"/>
                  </a:cxn>
                  <a:cxn ang="0">
                    <a:pos x="55" y="313"/>
                  </a:cxn>
                  <a:cxn ang="0">
                    <a:pos x="38" y="277"/>
                  </a:cxn>
                  <a:cxn ang="0">
                    <a:pos x="24" y="240"/>
                  </a:cxn>
                  <a:cxn ang="0">
                    <a:pos x="14" y="184"/>
                  </a:cxn>
                  <a:cxn ang="0">
                    <a:pos x="6" y="128"/>
                  </a:cxn>
                  <a:cxn ang="0">
                    <a:pos x="1" y="70"/>
                  </a:cxn>
                  <a:cxn ang="0">
                    <a:pos x="0" y="11"/>
                  </a:cxn>
                </a:cxnLst>
                <a:rect l="0" t="0" r="r" b="b"/>
                <a:pathLst>
                  <a:path w="513" h="731">
                    <a:moveTo>
                      <a:pt x="0" y="11"/>
                    </a:moveTo>
                    <a:lnTo>
                      <a:pt x="0" y="9"/>
                    </a:lnTo>
                    <a:lnTo>
                      <a:pt x="1" y="5"/>
                    </a:lnTo>
                    <a:lnTo>
                      <a:pt x="1" y="3"/>
                    </a:lnTo>
                    <a:lnTo>
                      <a:pt x="1" y="0"/>
                    </a:lnTo>
                    <a:lnTo>
                      <a:pt x="12" y="25"/>
                    </a:lnTo>
                    <a:lnTo>
                      <a:pt x="25" y="49"/>
                    </a:lnTo>
                    <a:lnTo>
                      <a:pt x="41" y="73"/>
                    </a:lnTo>
                    <a:lnTo>
                      <a:pt x="60" y="96"/>
                    </a:lnTo>
                    <a:lnTo>
                      <a:pt x="82" y="119"/>
                    </a:lnTo>
                    <a:lnTo>
                      <a:pt x="106" y="141"/>
                    </a:lnTo>
                    <a:lnTo>
                      <a:pt x="131" y="163"/>
                    </a:lnTo>
                    <a:lnTo>
                      <a:pt x="159" y="185"/>
                    </a:lnTo>
                    <a:lnTo>
                      <a:pt x="188" y="206"/>
                    </a:lnTo>
                    <a:lnTo>
                      <a:pt x="219" y="227"/>
                    </a:lnTo>
                    <a:lnTo>
                      <a:pt x="250" y="246"/>
                    </a:lnTo>
                    <a:lnTo>
                      <a:pt x="282" y="265"/>
                    </a:lnTo>
                    <a:lnTo>
                      <a:pt x="316" y="283"/>
                    </a:lnTo>
                    <a:lnTo>
                      <a:pt x="349" y="301"/>
                    </a:lnTo>
                    <a:lnTo>
                      <a:pt x="382" y="319"/>
                    </a:lnTo>
                    <a:lnTo>
                      <a:pt x="416" y="335"/>
                    </a:lnTo>
                    <a:lnTo>
                      <a:pt x="419" y="374"/>
                    </a:lnTo>
                    <a:lnTo>
                      <a:pt x="424" y="412"/>
                    </a:lnTo>
                    <a:lnTo>
                      <a:pt x="430" y="450"/>
                    </a:lnTo>
                    <a:lnTo>
                      <a:pt x="435" y="487"/>
                    </a:lnTo>
                    <a:lnTo>
                      <a:pt x="441" y="517"/>
                    </a:lnTo>
                    <a:lnTo>
                      <a:pt x="448" y="547"/>
                    </a:lnTo>
                    <a:lnTo>
                      <a:pt x="456" y="577"/>
                    </a:lnTo>
                    <a:lnTo>
                      <a:pt x="464" y="607"/>
                    </a:lnTo>
                    <a:lnTo>
                      <a:pt x="475" y="638"/>
                    </a:lnTo>
                    <a:lnTo>
                      <a:pt x="486" y="668"/>
                    </a:lnTo>
                    <a:lnTo>
                      <a:pt x="499" y="699"/>
                    </a:lnTo>
                    <a:lnTo>
                      <a:pt x="513" y="731"/>
                    </a:lnTo>
                    <a:lnTo>
                      <a:pt x="470" y="709"/>
                    </a:lnTo>
                    <a:lnTo>
                      <a:pt x="427" y="686"/>
                    </a:lnTo>
                    <a:lnTo>
                      <a:pt x="387" y="662"/>
                    </a:lnTo>
                    <a:lnTo>
                      <a:pt x="348" y="635"/>
                    </a:lnTo>
                    <a:lnTo>
                      <a:pt x="310" y="608"/>
                    </a:lnTo>
                    <a:lnTo>
                      <a:pt x="274" y="579"/>
                    </a:lnTo>
                    <a:lnTo>
                      <a:pt x="240" y="549"/>
                    </a:lnTo>
                    <a:lnTo>
                      <a:pt x="206" y="518"/>
                    </a:lnTo>
                    <a:lnTo>
                      <a:pt x="176" y="486"/>
                    </a:lnTo>
                    <a:lnTo>
                      <a:pt x="147" y="453"/>
                    </a:lnTo>
                    <a:lnTo>
                      <a:pt x="121" y="419"/>
                    </a:lnTo>
                    <a:lnTo>
                      <a:pt x="97" y="384"/>
                    </a:lnTo>
                    <a:lnTo>
                      <a:pt x="75" y="350"/>
                    </a:lnTo>
                    <a:lnTo>
                      <a:pt x="55" y="313"/>
                    </a:lnTo>
                    <a:lnTo>
                      <a:pt x="38" y="277"/>
                    </a:lnTo>
                    <a:lnTo>
                      <a:pt x="24" y="240"/>
                    </a:lnTo>
                    <a:lnTo>
                      <a:pt x="14" y="184"/>
                    </a:lnTo>
                    <a:lnTo>
                      <a:pt x="6" y="128"/>
                    </a:lnTo>
                    <a:lnTo>
                      <a:pt x="1" y="70"/>
                    </a:lnTo>
                    <a:lnTo>
                      <a:pt x="0" y="11"/>
                    </a:lnTo>
                    <a:close/>
                  </a:path>
                </a:pathLst>
              </a:custGeom>
              <a:grpFill/>
              <a:ln w="9525">
                <a:noFill/>
                <a:round/>
                <a:headEnd/>
                <a:tailEnd/>
              </a:ln>
            </p:spPr>
            <p:txBody>
              <a:bodyPr/>
              <a:lstStyle/>
              <a:p>
                <a:pPr algn="ctr">
                  <a:defRPr/>
                </a:pPr>
                <a:endParaRPr lang="en-US" sz="900" dirty="0"/>
              </a:p>
            </p:txBody>
          </p:sp>
          <p:sp>
            <p:nvSpPr>
              <p:cNvPr id="70" name="Freeform 69"/>
              <p:cNvSpPr>
                <a:spLocks/>
              </p:cNvSpPr>
              <p:nvPr/>
            </p:nvSpPr>
            <p:spPr bwMode="auto">
              <a:xfrm>
                <a:off x="2379" y="2437"/>
                <a:ext cx="286" cy="253"/>
              </a:xfrm>
              <a:custGeom>
                <a:avLst/>
                <a:gdLst/>
                <a:ahLst/>
                <a:cxnLst>
                  <a:cxn ang="0">
                    <a:pos x="0" y="0"/>
                  </a:cxn>
                  <a:cxn ang="0">
                    <a:pos x="14" y="20"/>
                  </a:cxn>
                  <a:cxn ang="0">
                    <a:pos x="31" y="41"/>
                  </a:cxn>
                  <a:cxn ang="0">
                    <a:pos x="52" y="62"/>
                  </a:cxn>
                  <a:cxn ang="0">
                    <a:pos x="74" y="82"/>
                  </a:cxn>
                  <a:cxn ang="0">
                    <a:pos x="99" y="103"/>
                  </a:cxn>
                  <a:cxn ang="0">
                    <a:pos x="126" y="124"/>
                  </a:cxn>
                  <a:cxn ang="0">
                    <a:pos x="153" y="144"/>
                  </a:cxn>
                  <a:cxn ang="0">
                    <a:pos x="182" y="165"/>
                  </a:cxn>
                  <a:cxn ang="0">
                    <a:pos x="212" y="184"/>
                  </a:cxn>
                  <a:cxn ang="0">
                    <a:pos x="242" y="203"/>
                  </a:cxn>
                  <a:cxn ang="0">
                    <a:pos x="272" y="220"/>
                  </a:cxn>
                  <a:cxn ang="0">
                    <a:pos x="302" y="237"/>
                  </a:cxn>
                  <a:cxn ang="0">
                    <a:pos x="332" y="252"/>
                  </a:cxn>
                  <a:cxn ang="0">
                    <a:pos x="360" y="265"/>
                  </a:cxn>
                  <a:cxn ang="0">
                    <a:pos x="387" y="278"/>
                  </a:cxn>
                  <a:cxn ang="0">
                    <a:pos x="412" y="288"/>
                  </a:cxn>
                  <a:cxn ang="0">
                    <a:pos x="418" y="303"/>
                  </a:cxn>
                  <a:cxn ang="0">
                    <a:pos x="424" y="318"/>
                  </a:cxn>
                  <a:cxn ang="0">
                    <a:pos x="431" y="334"/>
                  </a:cxn>
                  <a:cxn ang="0">
                    <a:pos x="439" y="349"/>
                  </a:cxn>
                  <a:cxn ang="0">
                    <a:pos x="447" y="366"/>
                  </a:cxn>
                  <a:cxn ang="0">
                    <a:pos x="456" y="381"/>
                  </a:cxn>
                  <a:cxn ang="0">
                    <a:pos x="466" y="397"/>
                  </a:cxn>
                  <a:cxn ang="0">
                    <a:pos x="478" y="413"/>
                  </a:cxn>
                  <a:cxn ang="0">
                    <a:pos x="487" y="424"/>
                  </a:cxn>
                  <a:cxn ang="0">
                    <a:pos x="496" y="436"/>
                  </a:cxn>
                  <a:cxn ang="0">
                    <a:pos x="508" y="447"/>
                  </a:cxn>
                  <a:cxn ang="0">
                    <a:pos x="518" y="460"/>
                  </a:cxn>
                  <a:cxn ang="0">
                    <a:pos x="531" y="471"/>
                  </a:cxn>
                  <a:cxn ang="0">
                    <a:pos x="544" y="483"/>
                  </a:cxn>
                  <a:cxn ang="0">
                    <a:pos x="557" y="496"/>
                  </a:cxn>
                  <a:cxn ang="0">
                    <a:pos x="572" y="507"/>
                  </a:cxn>
                  <a:cxn ang="0">
                    <a:pos x="537" y="490"/>
                  </a:cxn>
                  <a:cxn ang="0">
                    <a:pos x="500" y="471"/>
                  </a:cxn>
                  <a:cxn ang="0">
                    <a:pos x="461" y="451"/>
                  </a:cxn>
                  <a:cxn ang="0">
                    <a:pos x="422" y="428"/>
                  </a:cxn>
                  <a:cxn ang="0">
                    <a:pos x="381" y="402"/>
                  </a:cxn>
                  <a:cxn ang="0">
                    <a:pos x="341" y="376"/>
                  </a:cxn>
                  <a:cxn ang="0">
                    <a:pos x="302" y="347"/>
                  </a:cxn>
                  <a:cxn ang="0">
                    <a:pos x="261" y="316"/>
                  </a:cxn>
                  <a:cxn ang="0">
                    <a:pos x="222" y="284"/>
                  </a:cxn>
                  <a:cxn ang="0">
                    <a:pos x="185" y="249"/>
                  </a:cxn>
                  <a:cxn ang="0">
                    <a:pos x="149" y="212"/>
                  </a:cxn>
                  <a:cxn ang="0">
                    <a:pos x="114" y="173"/>
                  </a:cxn>
                  <a:cxn ang="0">
                    <a:pos x="82" y="133"/>
                  </a:cxn>
                  <a:cxn ang="0">
                    <a:pos x="52" y="90"/>
                  </a:cxn>
                  <a:cxn ang="0">
                    <a:pos x="24" y="47"/>
                  </a:cxn>
                  <a:cxn ang="0">
                    <a:pos x="0" y="0"/>
                  </a:cxn>
                </a:cxnLst>
                <a:rect l="0" t="0" r="r" b="b"/>
                <a:pathLst>
                  <a:path w="572" h="507">
                    <a:moveTo>
                      <a:pt x="0" y="0"/>
                    </a:moveTo>
                    <a:lnTo>
                      <a:pt x="14" y="20"/>
                    </a:lnTo>
                    <a:lnTo>
                      <a:pt x="31" y="41"/>
                    </a:lnTo>
                    <a:lnTo>
                      <a:pt x="52" y="62"/>
                    </a:lnTo>
                    <a:lnTo>
                      <a:pt x="74" y="82"/>
                    </a:lnTo>
                    <a:lnTo>
                      <a:pt x="99" y="103"/>
                    </a:lnTo>
                    <a:lnTo>
                      <a:pt x="126" y="124"/>
                    </a:lnTo>
                    <a:lnTo>
                      <a:pt x="153" y="144"/>
                    </a:lnTo>
                    <a:lnTo>
                      <a:pt x="182" y="165"/>
                    </a:lnTo>
                    <a:lnTo>
                      <a:pt x="212" y="184"/>
                    </a:lnTo>
                    <a:lnTo>
                      <a:pt x="242" y="203"/>
                    </a:lnTo>
                    <a:lnTo>
                      <a:pt x="272" y="220"/>
                    </a:lnTo>
                    <a:lnTo>
                      <a:pt x="302" y="237"/>
                    </a:lnTo>
                    <a:lnTo>
                      <a:pt x="332" y="252"/>
                    </a:lnTo>
                    <a:lnTo>
                      <a:pt x="360" y="265"/>
                    </a:lnTo>
                    <a:lnTo>
                      <a:pt x="387" y="278"/>
                    </a:lnTo>
                    <a:lnTo>
                      <a:pt x="412" y="288"/>
                    </a:lnTo>
                    <a:lnTo>
                      <a:pt x="418" y="303"/>
                    </a:lnTo>
                    <a:lnTo>
                      <a:pt x="424" y="318"/>
                    </a:lnTo>
                    <a:lnTo>
                      <a:pt x="431" y="334"/>
                    </a:lnTo>
                    <a:lnTo>
                      <a:pt x="439" y="349"/>
                    </a:lnTo>
                    <a:lnTo>
                      <a:pt x="447" y="366"/>
                    </a:lnTo>
                    <a:lnTo>
                      <a:pt x="456" y="381"/>
                    </a:lnTo>
                    <a:lnTo>
                      <a:pt x="466" y="397"/>
                    </a:lnTo>
                    <a:lnTo>
                      <a:pt x="478" y="413"/>
                    </a:lnTo>
                    <a:lnTo>
                      <a:pt x="487" y="424"/>
                    </a:lnTo>
                    <a:lnTo>
                      <a:pt x="496" y="436"/>
                    </a:lnTo>
                    <a:lnTo>
                      <a:pt x="508" y="447"/>
                    </a:lnTo>
                    <a:lnTo>
                      <a:pt x="518" y="460"/>
                    </a:lnTo>
                    <a:lnTo>
                      <a:pt x="531" y="471"/>
                    </a:lnTo>
                    <a:lnTo>
                      <a:pt x="544" y="483"/>
                    </a:lnTo>
                    <a:lnTo>
                      <a:pt x="557" y="496"/>
                    </a:lnTo>
                    <a:lnTo>
                      <a:pt x="572" y="507"/>
                    </a:lnTo>
                    <a:lnTo>
                      <a:pt x="537" y="490"/>
                    </a:lnTo>
                    <a:lnTo>
                      <a:pt x="500" y="471"/>
                    </a:lnTo>
                    <a:lnTo>
                      <a:pt x="461" y="451"/>
                    </a:lnTo>
                    <a:lnTo>
                      <a:pt x="422" y="428"/>
                    </a:lnTo>
                    <a:lnTo>
                      <a:pt x="381" y="402"/>
                    </a:lnTo>
                    <a:lnTo>
                      <a:pt x="341" y="376"/>
                    </a:lnTo>
                    <a:lnTo>
                      <a:pt x="302" y="347"/>
                    </a:lnTo>
                    <a:lnTo>
                      <a:pt x="261" y="316"/>
                    </a:lnTo>
                    <a:lnTo>
                      <a:pt x="222" y="284"/>
                    </a:lnTo>
                    <a:lnTo>
                      <a:pt x="185" y="249"/>
                    </a:lnTo>
                    <a:lnTo>
                      <a:pt x="149" y="212"/>
                    </a:lnTo>
                    <a:lnTo>
                      <a:pt x="114" y="173"/>
                    </a:lnTo>
                    <a:lnTo>
                      <a:pt x="82" y="133"/>
                    </a:lnTo>
                    <a:lnTo>
                      <a:pt x="52" y="90"/>
                    </a:lnTo>
                    <a:lnTo>
                      <a:pt x="24" y="47"/>
                    </a:lnTo>
                    <a:lnTo>
                      <a:pt x="0" y="0"/>
                    </a:lnTo>
                    <a:close/>
                  </a:path>
                </a:pathLst>
              </a:custGeom>
              <a:grpFill/>
              <a:ln w="9525">
                <a:noFill/>
                <a:round/>
                <a:headEnd/>
                <a:tailEnd/>
              </a:ln>
            </p:spPr>
            <p:txBody>
              <a:bodyPr/>
              <a:lstStyle/>
              <a:p>
                <a:pPr algn="ctr">
                  <a:defRPr/>
                </a:pPr>
                <a:endParaRPr lang="en-US" sz="900" dirty="0"/>
              </a:p>
            </p:txBody>
          </p:sp>
          <p:sp>
            <p:nvSpPr>
              <p:cNvPr id="71" name="Freeform 70"/>
              <p:cNvSpPr>
                <a:spLocks/>
              </p:cNvSpPr>
              <p:nvPr/>
            </p:nvSpPr>
            <p:spPr bwMode="auto">
              <a:xfrm>
                <a:off x="2648" y="2599"/>
                <a:ext cx="208" cy="136"/>
              </a:xfrm>
              <a:custGeom>
                <a:avLst/>
                <a:gdLst/>
                <a:ahLst/>
                <a:cxnLst>
                  <a:cxn ang="0">
                    <a:pos x="417" y="273"/>
                  </a:cxn>
                  <a:cxn ang="0">
                    <a:pos x="398" y="272"/>
                  </a:cxn>
                  <a:cxn ang="0">
                    <a:pos x="379" y="271"/>
                  </a:cxn>
                  <a:cxn ang="0">
                    <a:pos x="358" y="268"/>
                  </a:cxn>
                  <a:cxn ang="0">
                    <a:pos x="337" y="266"/>
                  </a:cxn>
                  <a:cxn ang="0">
                    <a:pos x="315" y="261"/>
                  </a:cxn>
                  <a:cxn ang="0">
                    <a:pos x="292" y="257"/>
                  </a:cxn>
                  <a:cxn ang="0">
                    <a:pos x="269" y="250"/>
                  </a:cxn>
                  <a:cxn ang="0">
                    <a:pos x="245" y="241"/>
                  </a:cxn>
                  <a:cxn ang="0">
                    <a:pos x="231" y="235"/>
                  </a:cxn>
                  <a:cxn ang="0">
                    <a:pos x="218" y="229"/>
                  </a:cxn>
                  <a:cxn ang="0">
                    <a:pos x="204" y="222"/>
                  </a:cxn>
                  <a:cxn ang="0">
                    <a:pos x="190" y="215"/>
                  </a:cxn>
                  <a:cxn ang="0">
                    <a:pos x="175" y="209"/>
                  </a:cxn>
                  <a:cxn ang="0">
                    <a:pos x="160" y="200"/>
                  </a:cxn>
                  <a:cxn ang="0">
                    <a:pos x="146" y="192"/>
                  </a:cxn>
                  <a:cxn ang="0">
                    <a:pos x="131" y="183"/>
                  </a:cxn>
                  <a:cxn ang="0">
                    <a:pos x="117" y="174"/>
                  </a:cxn>
                  <a:cxn ang="0">
                    <a:pos x="103" y="165"/>
                  </a:cxn>
                  <a:cxn ang="0">
                    <a:pos x="90" y="153"/>
                  </a:cxn>
                  <a:cxn ang="0">
                    <a:pos x="76" y="143"/>
                  </a:cxn>
                  <a:cxn ang="0">
                    <a:pos x="63" y="131"/>
                  </a:cxn>
                  <a:cxn ang="0">
                    <a:pos x="52" y="119"/>
                  </a:cxn>
                  <a:cxn ang="0">
                    <a:pos x="40" y="106"/>
                  </a:cxn>
                  <a:cxn ang="0">
                    <a:pos x="30" y="92"/>
                  </a:cxn>
                  <a:cxn ang="0">
                    <a:pos x="19" y="71"/>
                  </a:cxn>
                  <a:cxn ang="0">
                    <a:pos x="14" y="48"/>
                  </a:cxn>
                  <a:cxn ang="0">
                    <a:pos x="8" y="24"/>
                  </a:cxn>
                  <a:cxn ang="0">
                    <a:pos x="0" y="0"/>
                  </a:cxn>
                  <a:cxn ang="0">
                    <a:pos x="10" y="4"/>
                  </a:cxn>
                  <a:cxn ang="0">
                    <a:pos x="21" y="8"/>
                  </a:cxn>
                  <a:cxn ang="0">
                    <a:pos x="31" y="12"/>
                  </a:cxn>
                  <a:cxn ang="0">
                    <a:pos x="42" y="15"/>
                  </a:cxn>
                  <a:cxn ang="0">
                    <a:pos x="53" y="17"/>
                  </a:cxn>
                  <a:cxn ang="0">
                    <a:pos x="64" y="21"/>
                  </a:cxn>
                  <a:cxn ang="0">
                    <a:pos x="76" y="24"/>
                  </a:cxn>
                  <a:cxn ang="0">
                    <a:pos x="87" y="27"/>
                  </a:cxn>
                  <a:cxn ang="0">
                    <a:pos x="100" y="30"/>
                  </a:cxn>
                  <a:cxn ang="0">
                    <a:pos x="112" y="32"/>
                  </a:cxn>
                  <a:cxn ang="0">
                    <a:pos x="123" y="36"/>
                  </a:cxn>
                  <a:cxn ang="0">
                    <a:pos x="136" y="38"/>
                  </a:cxn>
                  <a:cxn ang="0">
                    <a:pos x="148" y="40"/>
                  </a:cxn>
                  <a:cxn ang="0">
                    <a:pos x="160" y="43"/>
                  </a:cxn>
                  <a:cxn ang="0">
                    <a:pos x="173" y="45"/>
                  </a:cxn>
                  <a:cxn ang="0">
                    <a:pos x="185" y="47"/>
                  </a:cxn>
                  <a:cxn ang="0">
                    <a:pos x="200" y="50"/>
                  </a:cxn>
                  <a:cxn ang="0">
                    <a:pos x="214" y="52"/>
                  </a:cxn>
                  <a:cxn ang="0">
                    <a:pos x="229" y="54"/>
                  </a:cxn>
                  <a:cxn ang="0">
                    <a:pos x="244" y="55"/>
                  </a:cxn>
                  <a:cxn ang="0">
                    <a:pos x="259" y="58"/>
                  </a:cxn>
                  <a:cxn ang="0">
                    <a:pos x="273" y="60"/>
                  </a:cxn>
                  <a:cxn ang="0">
                    <a:pos x="288" y="61"/>
                  </a:cxn>
                  <a:cxn ang="0">
                    <a:pos x="303" y="62"/>
                  </a:cxn>
                  <a:cxn ang="0">
                    <a:pos x="318" y="65"/>
                  </a:cxn>
                  <a:cxn ang="0">
                    <a:pos x="332" y="66"/>
                  </a:cxn>
                  <a:cxn ang="0">
                    <a:pos x="347" y="67"/>
                  </a:cxn>
                  <a:cxn ang="0">
                    <a:pos x="360" y="68"/>
                  </a:cxn>
                  <a:cxn ang="0">
                    <a:pos x="375" y="68"/>
                  </a:cxn>
                  <a:cxn ang="0">
                    <a:pos x="389" y="69"/>
                  </a:cxn>
                  <a:cxn ang="0">
                    <a:pos x="403" y="70"/>
                  </a:cxn>
                  <a:cxn ang="0">
                    <a:pos x="417" y="70"/>
                  </a:cxn>
                  <a:cxn ang="0">
                    <a:pos x="417" y="166"/>
                  </a:cxn>
                  <a:cxn ang="0">
                    <a:pos x="417" y="273"/>
                  </a:cxn>
                </a:cxnLst>
                <a:rect l="0" t="0" r="r" b="b"/>
                <a:pathLst>
                  <a:path w="417" h="273">
                    <a:moveTo>
                      <a:pt x="417" y="273"/>
                    </a:moveTo>
                    <a:lnTo>
                      <a:pt x="398" y="272"/>
                    </a:lnTo>
                    <a:lnTo>
                      <a:pt x="379" y="271"/>
                    </a:lnTo>
                    <a:lnTo>
                      <a:pt x="358" y="268"/>
                    </a:lnTo>
                    <a:lnTo>
                      <a:pt x="337" y="266"/>
                    </a:lnTo>
                    <a:lnTo>
                      <a:pt x="315" y="261"/>
                    </a:lnTo>
                    <a:lnTo>
                      <a:pt x="292" y="257"/>
                    </a:lnTo>
                    <a:lnTo>
                      <a:pt x="269" y="250"/>
                    </a:lnTo>
                    <a:lnTo>
                      <a:pt x="245" y="241"/>
                    </a:lnTo>
                    <a:lnTo>
                      <a:pt x="231" y="235"/>
                    </a:lnTo>
                    <a:lnTo>
                      <a:pt x="218" y="229"/>
                    </a:lnTo>
                    <a:lnTo>
                      <a:pt x="204" y="222"/>
                    </a:lnTo>
                    <a:lnTo>
                      <a:pt x="190" y="215"/>
                    </a:lnTo>
                    <a:lnTo>
                      <a:pt x="175" y="209"/>
                    </a:lnTo>
                    <a:lnTo>
                      <a:pt x="160" y="200"/>
                    </a:lnTo>
                    <a:lnTo>
                      <a:pt x="146" y="192"/>
                    </a:lnTo>
                    <a:lnTo>
                      <a:pt x="131" y="183"/>
                    </a:lnTo>
                    <a:lnTo>
                      <a:pt x="117" y="174"/>
                    </a:lnTo>
                    <a:lnTo>
                      <a:pt x="103" y="165"/>
                    </a:lnTo>
                    <a:lnTo>
                      <a:pt x="90" y="153"/>
                    </a:lnTo>
                    <a:lnTo>
                      <a:pt x="76" y="143"/>
                    </a:lnTo>
                    <a:lnTo>
                      <a:pt x="63" y="131"/>
                    </a:lnTo>
                    <a:lnTo>
                      <a:pt x="52" y="119"/>
                    </a:lnTo>
                    <a:lnTo>
                      <a:pt x="40" y="106"/>
                    </a:lnTo>
                    <a:lnTo>
                      <a:pt x="30" y="92"/>
                    </a:lnTo>
                    <a:lnTo>
                      <a:pt x="19" y="71"/>
                    </a:lnTo>
                    <a:lnTo>
                      <a:pt x="14" y="48"/>
                    </a:lnTo>
                    <a:lnTo>
                      <a:pt x="8" y="24"/>
                    </a:lnTo>
                    <a:lnTo>
                      <a:pt x="0" y="0"/>
                    </a:lnTo>
                    <a:lnTo>
                      <a:pt x="10" y="4"/>
                    </a:lnTo>
                    <a:lnTo>
                      <a:pt x="21" y="8"/>
                    </a:lnTo>
                    <a:lnTo>
                      <a:pt x="31" y="12"/>
                    </a:lnTo>
                    <a:lnTo>
                      <a:pt x="42" y="15"/>
                    </a:lnTo>
                    <a:lnTo>
                      <a:pt x="53" y="17"/>
                    </a:lnTo>
                    <a:lnTo>
                      <a:pt x="64" y="21"/>
                    </a:lnTo>
                    <a:lnTo>
                      <a:pt x="76" y="24"/>
                    </a:lnTo>
                    <a:lnTo>
                      <a:pt x="87" y="27"/>
                    </a:lnTo>
                    <a:lnTo>
                      <a:pt x="100" y="30"/>
                    </a:lnTo>
                    <a:lnTo>
                      <a:pt x="112" y="32"/>
                    </a:lnTo>
                    <a:lnTo>
                      <a:pt x="123" y="36"/>
                    </a:lnTo>
                    <a:lnTo>
                      <a:pt x="136" y="38"/>
                    </a:lnTo>
                    <a:lnTo>
                      <a:pt x="148" y="40"/>
                    </a:lnTo>
                    <a:lnTo>
                      <a:pt x="160" y="43"/>
                    </a:lnTo>
                    <a:lnTo>
                      <a:pt x="173" y="45"/>
                    </a:lnTo>
                    <a:lnTo>
                      <a:pt x="185" y="47"/>
                    </a:lnTo>
                    <a:lnTo>
                      <a:pt x="200" y="50"/>
                    </a:lnTo>
                    <a:lnTo>
                      <a:pt x="214" y="52"/>
                    </a:lnTo>
                    <a:lnTo>
                      <a:pt x="229" y="54"/>
                    </a:lnTo>
                    <a:lnTo>
                      <a:pt x="244" y="55"/>
                    </a:lnTo>
                    <a:lnTo>
                      <a:pt x="259" y="58"/>
                    </a:lnTo>
                    <a:lnTo>
                      <a:pt x="273" y="60"/>
                    </a:lnTo>
                    <a:lnTo>
                      <a:pt x="288" y="61"/>
                    </a:lnTo>
                    <a:lnTo>
                      <a:pt x="303" y="62"/>
                    </a:lnTo>
                    <a:lnTo>
                      <a:pt x="318" y="65"/>
                    </a:lnTo>
                    <a:lnTo>
                      <a:pt x="332" y="66"/>
                    </a:lnTo>
                    <a:lnTo>
                      <a:pt x="347" y="67"/>
                    </a:lnTo>
                    <a:lnTo>
                      <a:pt x="360" y="68"/>
                    </a:lnTo>
                    <a:lnTo>
                      <a:pt x="375" y="68"/>
                    </a:lnTo>
                    <a:lnTo>
                      <a:pt x="389" y="69"/>
                    </a:lnTo>
                    <a:lnTo>
                      <a:pt x="403" y="70"/>
                    </a:lnTo>
                    <a:lnTo>
                      <a:pt x="417" y="70"/>
                    </a:lnTo>
                    <a:lnTo>
                      <a:pt x="417" y="166"/>
                    </a:lnTo>
                    <a:lnTo>
                      <a:pt x="417" y="273"/>
                    </a:lnTo>
                    <a:close/>
                  </a:path>
                </a:pathLst>
              </a:custGeom>
              <a:grpFill/>
              <a:ln w="9525">
                <a:noFill/>
                <a:round/>
                <a:headEnd/>
                <a:tailEnd/>
              </a:ln>
            </p:spPr>
            <p:txBody>
              <a:bodyPr/>
              <a:lstStyle/>
              <a:p>
                <a:pPr algn="ctr">
                  <a:defRPr/>
                </a:pPr>
                <a:endParaRPr lang="en-US" sz="900" dirty="0"/>
              </a:p>
            </p:txBody>
          </p:sp>
          <p:sp>
            <p:nvSpPr>
              <p:cNvPr id="72" name="Freeform 71"/>
              <p:cNvSpPr>
                <a:spLocks/>
              </p:cNvSpPr>
              <p:nvPr/>
            </p:nvSpPr>
            <p:spPr bwMode="auto">
              <a:xfrm>
                <a:off x="2904" y="2604"/>
                <a:ext cx="202" cy="131"/>
              </a:xfrm>
              <a:custGeom>
                <a:avLst/>
                <a:gdLst/>
                <a:ahLst/>
                <a:cxnLst>
                  <a:cxn ang="0">
                    <a:pos x="171" y="229"/>
                  </a:cxn>
                  <a:cxn ang="0">
                    <a:pos x="147" y="237"/>
                  </a:cxn>
                  <a:cxn ang="0">
                    <a:pos x="124" y="244"/>
                  </a:cxn>
                  <a:cxn ang="0">
                    <a:pos x="102" y="249"/>
                  </a:cxn>
                  <a:cxn ang="0">
                    <a:pos x="80" y="253"/>
                  </a:cxn>
                  <a:cxn ang="0">
                    <a:pos x="59" y="256"/>
                  </a:cxn>
                  <a:cxn ang="0">
                    <a:pos x="38" y="259"/>
                  </a:cxn>
                  <a:cxn ang="0">
                    <a:pos x="19" y="260"/>
                  </a:cxn>
                  <a:cxn ang="0">
                    <a:pos x="0" y="261"/>
                  </a:cxn>
                  <a:cxn ang="0">
                    <a:pos x="0" y="161"/>
                  </a:cxn>
                  <a:cxn ang="0">
                    <a:pos x="0" y="58"/>
                  </a:cxn>
                  <a:cxn ang="0">
                    <a:pos x="26" y="57"/>
                  </a:cxn>
                  <a:cxn ang="0">
                    <a:pos x="51" y="56"/>
                  </a:cxn>
                  <a:cxn ang="0">
                    <a:pos x="78" y="54"/>
                  </a:cxn>
                  <a:cxn ang="0">
                    <a:pos x="103" y="51"/>
                  </a:cxn>
                  <a:cxn ang="0">
                    <a:pos x="129" y="49"/>
                  </a:cxn>
                  <a:cxn ang="0">
                    <a:pos x="155" y="46"/>
                  </a:cxn>
                  <a:cxn ang="0">
                    <a:pos x="181" y="43"/>
                  </a:cxn>
                  <a:cxn ang="0">
                    <a:pos x="207" y="39"/>
                  </a:cxn>
                  <a:cxn ang="0">
                    <a:pos x="232" y="35"/>
                  </a:cxn>
                  <a:cxn ang="0">
                    <a:pos x="258" y="31"/>
                  </a:cxn>
                  <a:cxn ang="0">
                    <a:pos x="283" y="26"/>
                  </a:cxn>
                  <a:cxn ang="0">
                    <a:pos x="308" y="21"/>
                  </a:cxn>
                  <a:cxn ang="0">
                    <a:pos x="332" y="17"/>
                  </a:cxn>
                  <a:cxn ang="0">
                    <a:pos x="356" y="11"/>
                  </a:cxn>
                  <a:cxn ang="0">
                    <a:pos x="380" y="5"/>
                  </a:cxn>
                  <a:cxn ang="0">
                    <a:pos x="403" y="0"/>
                  </a:cxn>
                  <a:cxn ang="0">
                    <a:pos x="399" y="9"/>
                  </a:cxn>
                  <a:cxn ang="0">
                    <a:pos x="394" y="18"/>
                  </a:cxn>
                  <a:cxn ang="0">
                    <a:pos x="390" y="27"/>
                  </a:cxn>
                  <a:cxn ang="0">
                    <a:pos x="385" y="36"/>
                  </a:cxn>
                  <a:cxn ang="0">
                    <a:pos x="379" y="46"/>
                  </a:cxn>
                  <a:cxn ang="0">
                    <a:pos x="375" y="54"/>
                  </a:cxn>
                  <a:cxn ang="0">
                    <a:pos x="369" y="63"/>
                  </a:cxn>
                  <a:cxn ang="0">
                    <a:pos x="363" y="71"/>
                  </a:cxn>
                  <a:cxn ang="0">
                    <a:pos x="352" y="86"/>
                  </a:cxn>
                  <a:cxn ang="0">
                    <a:pos x="340" y="101"/>
                  </a:cxn>
                  <a:cxn ang="0">
                    <a:pos x="329" y="115"/>
                  </a:cxn>
                  <a:cxn ang="0">
                    <a:pos x="316" y="129"/>
                  </a:cxn>
                  <a:cxn ang="0">
                    <a:pos x="303" y="140"/>
                  </a:cxn>
                  <a:cxn ang="0">
                    <a:pos x="291" y="153"/>
                  </a:cxn>
                  <a:cxn ang="0">
                    <a:pos x="277" y="163"/>
                  </a:cxn>
                  <a:cxn ang="0">
                    <a:pos x="264" y="173"/>
                  </a:cxn>
                  <a:cxn ang="0">
                    <a:pos x="251" y="183"/>
                  </a:cxn>
                  <a:cxn ang="0">
                    <a:pos x="239" y="192"/>
                  </a:cxn>
                  <a:cxn ang="0">
                    <a:pos x="226" y="200"/>
                  </a:cxn>
                  <a:cxn ang="0">
                    <a:pos x="215" y="207"/>
                  </a:cxn>
                  <a:cxn ang="0">
                    <a:pos x="203" y="214"/>
                  </a:cxn>
                  <a:cxn ang="0">
                    <a:pos x="192" y="220"/>
                  </a:cxn>
                  <a:cxn ang="0">
                    <a:pos x="181" y="224"/>
                  </a:cxn>
                  <a:cxn ang="0">
                    <a:pos x="171" y="229"/>
                  </a:cxn>
                </a:cxnLst>
                <a:rect l="0" t="0" r="r" b="b"/>
                <a:pathLst>
                  <a:path w="403" h="261">
                    <a:moveTo>
                      <a:pt x="171" y="229"/>
                    </a:moveTo>
                    <a:lnTo>
                      <a:pt x="147" y="237"/>
                    </a:lnTo>
                    <a:lnTo>
                      <a:pt x="124" y="244"/>
                    </a:lnTo>
                    <a:lnTo>
                      <a:pt x="102" y="249"/>
                    </a:lnTo>
                    <a:lnTo>
                      <a:pt x="80" y="253"/>
                    </a:lnTo>
                    <a:lnTo>
                      <a:pt x="59" y="256"/>
                    </a:lnTo>
                    <a:lnTo>
                      <a:pt x="38" y="259"/>
                    </a:lnTo>
                    <a:lnTo>
                      <a:pt x="19" y="260"/>
                    </a:lnTo>
                    <a:lnTo>
                      <a:pt x="0" y="261"/>
                    </a:lnTo>
                    <a:lnTo>
                      <a:pt x="0" y="161"/>
                    </a:lnTo>
                    <a:lnTo>
                      <a:pt x="0" y="58"/>
                    </a:lnTo>
                    <a:lnTo>
                      <a:pt x="26" y="57"/>
                    </a:lnTo>
                    <a:lnTo>
                      <a:pt x="51" y="56"/>
                    </a:lnTo>
                    <a:lnTo>
                      <a:pt x="78" y="54"/>
                    </a:lnTo>
                    <a:lnTo>
                      <a:pt x="103" y="51"/>
                    </a:lnTo>
                    <a:lnTo>
                      <a:pt x="129" y="49"/>
                    </a:lnTo>
                    <a:lnTo>
                      <a:pt x="155" y="46"/>
                    </a:lnTo>
                    <a:lnTo>
                      <a:pt x="181" y="43"/>
                    </a:lnTo>
                    <a:lnTo>
                      <a:pt x="207" y="39"/>
                    </a:lnTo>
                    <a:lnTo>
                      <a:pt x="232" y="35"/>
                    </a:lnTo>
                    <a:lnTo>
                      <a:pt x="258" y="31"/>
                    </a:lnTo>
                    <a:lnTo>
                      <a:pt x="283" y="26"/>
                    </a:lnTo>
                    <a:lnTo>
                      <a:pt x="308" y="21"/>
                    </a:lnTo>
                    <a:lnTo>
                      <a:pt x="332" y="17"/>
                    </a:lnTo>
                    <a:lnTo>
                      <a:pt x="356" y="11"/>
                    </a:lnTo>
                    <a:lnTo>
                      <a:pt x="380" y="5"/>
                    </a:lnTo>
                    <a:lnTo>
                      <a:pt x="403" y="0"/>
                    </a:lnTo>
                    <a:lnTo>
                      <a:pt x="399" y="9"/>
                    </a:lnTo>
                    <a:lnTo>
                      <a:pt x="394" y="18"/>
                    </a:lnTo>
                    <a:lnTo>
                      <a:pt x="390" y="27"/>
                    </a:lnTo>
                    <a:lnTo>
                      <a:pt x="385" y="36"/>
                    </a:lnTo>
                    <a:lnTo>
                      <a:pt x="379" y="46"/>
                    </a:lnTo>
                    <a:lnTo>
                      <a:pt x="375" y="54"/>
                    </a:lnTo>
                    <a:lnTo>
                      <a:pt x="369" y="63"/>
                    </a:lnTo>
                    <a:lnTo>
                      <a:pt x="363" y="71"/>
                    </a:lnTo>
                    <a:lnTo>
                      <a:pt x="352" y="86"/>
                    </a:lnTo>
                    <a:lnTo>
                      <a:pt x="340" y="101"/>
                    </a:lnTo>
                    <a:lnTo>
                      <a:pt x="329" y="115"/>
                    </a:lnTo>
                    <a:lnTo>
                      <a:pt x="316" y="129"/>
                    </a:lnTo>
                    <a:lnTo>
                      <a:pt x="303" y="140"/>
                    </a:lnTo>
                    <a:lnTo>
                      <a:pt x="291" y="153"/>
                    </a:lnTo>
                    <a:lnTo>
                      <a:pt x="277" y="163"/>
                    </a:lnTo>
                    <a:lnTo>
                      <a:pt x="264" y="173"/>
                    </a:lnTo>
                    <a:lnTo>
                      <a:pt x="251" y="183"/>
                    </a:lnTo>
                    <a:lnTo>
                      <a:pt x="239" y="192"/>
                    </a:lnTo>
                    <a:lnTo>
                      <a:pt x="226" y="200"/>
                    </a:lnTo>
                    <a:lnTo>
                      <a:pt x="215" y="207"/>
                    </a:lnTo>
                    <a:lnTo>
                      <a:pt x="203" y="214"/>
                    </a:lnTo>
                    <a:lnTo>
                      <a:pt x="192" y="220"/>
                    </a:lnTo>
                    <a:lnTo>
                      <a:pt x="181" y="224"/>
                    </a:lnTo>
                    <a:lnTo>
                      <a:pt x="171" y="229"/>
                    </a:lnTo>
                    <a:close/>
                  </a:path>
                </a:pathLst>
              </a:custGeom>
              <a:grpFill/>
              <a:ln w="9525">
                <a:noFill/>
                <a:round/>
                <a:headEnd/>
                <a:tailEnd/>
              </a:ln>
            </p:spPr>
            <p:txBody>
              <a:bodyPr/>
              <a:lstStyle/>
              <a:p>
                <a:pPr algn="ctr">
                  <a:defRPr/>
                </a:pPr>
                <a:endParaRPr lang="en-US" sz="900" dirty="0"/>
              </a:p>
            </p:txBody>
          </p:sp>
          <p:sp>
            <p:nvSpPr>
              <p:cNvPr id="73" name="Freeform 72"/>
              <p:cNvSpPr>
                <a:spLocks/>
              </p:cNvSpPr>
              <p:nvPr/>
            </p:nvSpPr>
            <p:spPr bwMode="auto">
              <a:xfrm>
                <a:off x="3104" y="2437"/>
                <a:ext cx="278" cy="248"/>
              </a:xfrm>
              <a:custGeom>
                <a:avLst/>
                <a:gdLst/>
                <a:ahLst/>
                <a:cxnLst>
                  <a:cxn ang="0">
                    <a:pos x="0" y="497"/>
                  </a:cxn>
                  <a:cxn ang="0">
                    <a:pos x="13" y="485"/>
                  </a:cxn>
                  <a:cxn ang="0">
                    <a:pos x="25" y="473"/>
                  </a:cxn>
                  <a:cxn ang="0">
                    <a:pos x="36" y="461"/>
                  </a:cxn>
                  <a:cxn ang="0">
                    <a:pos x="46" y="450"/>
                  </a:cxn>
                  <a:cxn ang="0">
                    <a:pos x="56" y="438"/>
                  </a:cxn>
                  <a:cxn ang="0">
                    <a:pos x="65" y="427"/>
                  </a:cxn>
                  <a:cxn ang="0">
                    <a:pos x="73" y="415"/>
                  </a:cxn>
                  <a:cxn ang="0">
                    <a:pos x="81" y="404"/>
                  </a:cxn>
                  <a:cxn ang="0">
                    <a:pos x="90" y="389"/>
                  </a:cxn>
                  <a:cxn ang="0">
                    <a:pos x="99" y="375"/>
                  </a:cxn>
                  <a:cxn ang="0">
                    <a:pos x="107" y="360"/>
                  </a:cxn>
                  <a:cxn ang="0">
                    <a:pos x="114" y="346"/>
                  </a:cxn>
                  <a:cxn ang="0">
                    <a:pos x="122" y="332"/>
                  </a:cxn>
                  <a:cxn ang="0">
                    <a:pos x="129" y="317"/>
                  </a:cxn>
                  <a:cxn ang="0">
                    <a:pos x="136" y="303"/>
                  </a:cxn>
                  <a:cxn ang="0">
                    <a:pos x="143" y="288"/>
                  </a:cxn>
                  <a:cxn ang="0">
                    <a:pos x="168" y="278"/>
                  </a:cxn>
                  <a:cxn ang="0">
                    <a:pos x="195" y="265"/>
                  </a:cxn>
                  <a:cxn ang="0">
                    <a:pos x="223" y="252"/>
                  </a:cxn>
                  <a:cxn ang="0">
                    <a:pos x="252" y="237"/>
                  </a:cxn>
                  <a:cxn ang="0">
                    <a:pos x="282" y="220"/>
                  </a:cxn>
                  <a:cxn ang="0">
                    <a:pos x="313" y="203"/>
                  </a:cxn>
                  <a:cxn ang="0">
                    <a:pos x="343" y="184"/>
                  </a:cxn>
                  <a:cxn ang="0">
                    <a:pos x="373" y="165"/>
                  </a:cxn>
                  <a:cxn ang="0">
                    <a:pos x="402" y="144"/>
                  </a:cxn>
                  <a:cxn ang="0">
                    <a:pos x="430" y="124"/>
                  </a:cxn>
                  <a:cxn ang="0">
                    <a:pos x="456" y="103"/>
                  </a:cxn>
                  <a:cxn ang="0">
                    <a:pos x="480" y="82"/>
                  </a:cxn>
                  <a:cxn ang="0">
                    <a:pos x="503" y="62"/>
                  </a:cxn>
                  <a:cxn ang="0">
                    <a:pos x="524" y="41"/>
                  </a:cxn>
                  <a:cxn ang="0">
                    <a:pos x="541" y="20"/>
                  </a:cxn>
                  <a:cxn ang="0">
                    <a:pos x="555" y="0"/>
                  </a:cxn>
                  <a:cxn ang="0">
                    <a:pos x="531" y="47"/>
                  </a:cxn>
                  <a:cxn ang="0">
                    <a:pos x="505" y="90"/>
                  </a:cxn>
                  <a:cxn ang="0">
                    <a:pos x="476" y="132"/>
                  </a:cxn>
                  <a:cxn ang="0">
                    <a:pos x="443" y="172"/>
                  </a:cxn>
                  <a:cxn ang="0">
                    <a:pos x="411" y="210"/>
                  </a:cxn>
                  <a:cxn ang="0">
                    <a:pos x="376" y="246"/>
                  </a:cxn>
                  <a:cxn ang="0">
                    <a:pos x="340" y="279"/>
                  </a:cxn>
                  <a:cxn ang="0">
                    <a:pos x="302" y="310"/>
                  </a:cxn>
                  <a:cxn ang="0">
                    <a:pos x="264" y="340"/>
                  </a:cxn>
                  <a:cxn ang="0">
                    <a:pos x="226" y="369"/>
                  </a:cxn>
                  <a:cxn ang="0">
                    <a:pos x="187" y="394"/>
                  </a:cxn>
                  <a:cxn ang="0">
                    <a:pos x="149" y="419"/>
                  </a:cxn>
                  <a:cxn ang="0">
                    <a:pos x="109" y="440"/>
                  </a:cxn>
                  <a:cxn ang="0">
                    <a:pos x="73" y="461"/>
                  </a:cxn>
                  <a:cxn ang="0">
                    <a:pos x="36" y="480"/>
                  </a:cxn>
                  <a:cxn ang="0">
                    <a:pos x="0" y="497"/>
                  </a:cxn>
                </a:cxnLst>
                <a:rect l="0" t="0" r="r" b="b"/>
                <a:pathLst>
                  <a:path w="555" h="497">
                    <a:moveTo>
                      <a:pt x="0" y="497"/>
                    </a:moveTo>
                    <a:lnTo>
                      <a:pt x="13" y="485"/>
                    </a:lnTo>
                    <a:lnTo>
                      <a:pt x="25" y="473"/>
                    </a:lnTo>
                    <a:lnTo>
                      <a:pt x="36" y="461"/>
                    </a:lnTo>
                    <a:lnTo>
                      <a:pt x="46" y="450"/>
                    </a:lnTo>
                    <a:lnTo>
                      <a:pt x="56" y="438"/>
                    </a:lnTo>
                    <a:lnTo>
                      <a:pt x="65" y="427"/>
                    </a:lnTo>
                    <a:lnTo>
                      <a:pt x="73" y="415"/>
                    </a:lnTo>
                    <a:lnTo>
                      <a:pt x="81" y="404"/>
                    </a:lnTo>
                    <a:lnTo>
                      <a:pt x="90" y="389"/>
                    </a:lnTo>
                    <a:lnTo>
                      <a:pt x="99" y="375"/>
                    </a:lnTo>
                    <a:lnTo>
                      <a:pt x="107" y="360"/>
                    </a:lnTo>
                    <a:lnTo>
                      <a:pt x="114" y="346"/>
                    </a:lnTo>
                    <a:lnTo>
                      <a:pt x="122" y="332"/>
                    </a:lnTo>
                    <a:lnTo>
                      <a:pt x="129" y="317"/>
                    </a:lnTo>
                    <a:lnTo>
                      <a:pt x="136" y="303"/>
                    </a:lnTo>
                    <a:lnTo>
                      <a:pt x="143" y="288"/>
                    </a:lnTo>
                    <a:lnTo>
                      <a:pt x="168" y="278"/>
                    </a:lnTo>
                    <a:lnTo>
                      <a:pt x="195" y="265"/>
                    </a:lnTo>
                    <a:lnTo>
                      <a:pt x="223" y="252"/>
                    </a:lnTo>
                    <a:lnTo>
                      <a:pt x="252" y="237"/>
                    </a:lnTo>
                    <a:lnTo>
                      <a:pt x="282" y="220"/>
                    </a:lnTo>
                    <a:lnTo>
                      <a:pt x="313" y="203"/>
                    </a:lnTo>
                    <a:lnTo>
                      <a:pt x="343" y="184"/>
                    </a:lnTo>
                    <a:lnTo>
                      <a:pt x="373" y="165"/>
                    </a:lnTo>
                    <a:lnTo>
                      <a:pt x="402" y="144"/>
                    </a:lnTo>
                    <a:lnTo>
                      <a:pt x="430" y="124"/>
                    </a:lnTo>
                    <a:lnTo>
                      <a:pt x="456" y="103"/>
                    </a:lnTo>
                    <a:lnTo>
                      <a:pt x="480" y="82"/>
                    </a:lnTo>
                    <a:lnTo>
                      <a:pt x="503" y="62"/>
                    </a:lnTo>
                    <a:lnTo>
                      <a:pt x="524" y="41"/>
                    </a:lnTo>
                    <a:lnTo>
                      <a:pt x="541" y="20"/>
                    </a:lnTo>
                    <a:lnTo>
                      <a:pt x="555" y="0"/>
                    </a:lnTo>
                    <a:lnTo>
                      <a:pt x="531" y="47"/>
                    </a:lnTo>
                    <a:lnTo>
                      <a:pt x="505" y="90"/>
                    </a:lnTo>
                    <a:lnTo>
                      <a:pt x="476" y="132"/>
                    </a:lnTo>
                    <a:lnTo>
                      <a:pt x="443" y="172"/>
                    </a:lnTo>
                    <a:lnTo>
                      <a:pt x="411" y="210"/>
                    </a:lnTo>
                    <a:lnTo>
                      <a:pt x="376" y="246"/>
                    </a:lnTo>
                    <a:lnTo>
                      <a:pt x="340" y="279"/>
                    </a:lnTo>
                    <a:lnTo>
                      <a:pt x="302" y="310"/>
                    </a:lnTo>
                    <a:lnTo>
                      <a:pt x="264" y="340"/>
                    </a:lnTo>
                    <a:lnTo>
                      <a:pt x="226" y="369"/>
                    </a:lnTo>
                    <a:lnTo>
                      <a:pt x="187" y="394"/>
                    </a:lnTo>
                    <a:lnTo>
                      <a:pt x="149" y="419"/>
                    </a:lnTo>
                    <a:lnTo>
                      <a:pt x="109" y="440"/>
                    </a:lnTo>
                    <a:lnTo>
                      <a:pt x="73" y="461"/>
                    </a:lnTo>
                    <a:lnTo>
                      <a:pt x="36" y="480"/>
                    </a:lnTo>
                    <a:lnTo>
                      <a:pt x="0" y="497"/>
                    </a:lnTo>
                    <a:close/>
                  </a:path>
                </a:pathLst>
              </a:custGeom>
              <a:grpFill/>
              <a:ln w="9525">
                <a:noFill/>
                <a:round/>
                <a:headEnd/>
                <a:tailEnd/>
              </a:ln>
            </p:spPr>
            <p:txBody>
              <a:bodyPr/>
              <a:lstStyle/>
              <a:p>
                <a:pPr algn="ctr">
                  <a:defRPr/>
                </a:pPr>
                <a:endParaRPr lang="en-US" sz="900" dirty="0"/>
              </a:p>
            </p:txBody>
          </p:sp>
          <p:sp>
            <p:nvSpPr>
              <p:cNvPr id="74" name="Freeform 73"/>
              <p:cNvSpPr>
                <a:spLocks/>
              </p:cNvSpPr>
              <p:nvPr/>
            </p:nvSpPr>
            <p:spPr bwMode="auto">
              <a:xfrm>
                <a:off x="3197" y="2149"/>
                <a:ext cx="256" cy="365"/>
              </a:xfrm>
              <a:custGeom>
                <a:avLst/>
                <a:gdLst/>
                <a:ahLst/>
                <a:cxnLst>
                  <a:cxn ang="0">
                    <a:pos x="488" y="240"/>
                  </a:cxn>
                  <a:cxn ang="0">
                    <a:pos x="474" y="277"/>
                  </a:cxn>
                  <a:cxn ang="0">
                    <a:pos x="457" y="313"/>
                  </a:cxn>
                  <a:cxn ang="0">
                    <a:pos x="437" y="350"/>
                  </a:cxn>
                  <a:cxn ang="0">
                    <a:pos x="415" y="384"/>
                  </a:cxn>
                  <a:cxn ang="0">
                    <a:pos x="391" y="419"/>
                  </a:cxn>
                  <a:cxn ang="0">
                    <a:pos x="365" y="453"/>
                  </a:cxn>
                  <a:cxn ang="0">
                    <a:pos x="336" y="486"/>
                  </a:cxn>
                  <a:cxn ang="0">
                    <a:pos x="305" y="518"/>
                  </a:cxn>
                  <a:cxn ang="0">
                    <a:pos x="273" y="549"/>
                  </a:cxn>
                  <a:cxn ang="0">
                    <a:pos x="238" y="579"/>
                  </a:cxn>
                  <a:cxn ang="0">
                    <a:pos x="202" y="608"/>
                  </a:cxn>
                  <a:cxn ang="0">
                    <a:pos x="164" y="635"/>
                  </a:cxn>
                  <a:cxn ang="0">
                    <a:pos x="125" y="662"/>
                  </a:cxn>
                  <a:cxn ang="0">
                    <a:pos x="85" y="686"/>
                  </a:cxn>
                  <a:cxn ang="0">
                    <a:pos x="42" y="709"/>
                  </a:cxn>
                  <a:cxn ang="0">
                    <a:pos x="0" y="731"/>
                  </a:cxn>
                  <a:cxn ang="0">
                    <a:pos x="12" y="704"/>
                  </a:cxn>
                  <a:cxn ang="0">
                    <a:pos x="23" y="677"/>
                  </a:cxn>
                  <a:cxn ang="0">
                    <a:pos x="33" y="650"/>
                  </a:cxn>
                  <a:cxn ang="0">
                    <a:pos x="42" y="624"/>
                  </a:cxn>
                  <a:cxn ang="0">
                    <a:pos x="50" y="599"/>
                  </a:cxn>
                  <a:cxn ang="0">
                    <a:pos x="57" y="572"/>
                  </a:cxn>
                  <a:cxn ang="0">
                    <a:pos x="64" y="547"/>
                  </a:cxn>
                  <a:cxn ang="0">
                    <a:pos x="70" y="520"/>
                  </a:cxn>
                  <a:cxn ang="0">
                    <a:pos x="78" y="474"/>
                  </a:cxn>
                  <a:cxn ang="0">
                    <a:pos x="85" y="428"/>
                  </a:cxn>
                  <a:cxn ang="0">
                    <a:pos x="91" y="382"/>
                  </a:cxn>
                  <a:cxn ang="0">
                    <a:pos x="96" y="335"/>
                  </a:cxn>
                  <a:cxn ang="0">
                    <a:pos x="130" y="319"/>
                  </a:cxn>
                  <a:cxn ang="0">
                    <a:pos x="163" y="301"/>
                  </a:cxn>
                  <a:cxn ang="0">
                    <a:pos x="197" y="283"/>
                  </a:cxn>
                  <a:cxn ang="0">
                    <a:pos x="230" y="265"/>
                  </a:cxn>
                  <a:cxn ang="0">
                    <a:pos x="262" y="246"/>
                  </a:cxn>
                  <a:cxn ang="0">
                    <a:pos x="293" y="227"/>
                  </a:cxn>
                  <a:cxn ang="0">
                    <a:pos x="324" y="206"/>
                  </a:cxn>
                  <a:cxn ang="0">
                    <a:pos x="353" y="185"/>
                  </a:cxn>
                  <a:cxn ang="0">
                    <a:pos x="381" y="163"/>
                  </a:cxn>
                  <a:cxn ang="0">
                    <a:pos x="406" y="141"/>
                  </a:cxn>
                  <a:cxn ang="0">
                    <a:pos x="430" y="119"/>
                  </a:cxn>
                  <a:cxn ang="0">
                    <a:pos x="452" y="96"/>
                  </a:cxn>
                  <a:cxn ang="0">
                    <a:pos x="471" y="73"/>
                  </a:cxn>
                  <a:cxn ang="0">
                    <a:pos x="487" y="49"/>
                  </a:cxn>
                  <a:cxn ang="0">
                    <a:pos x="501" y="25"/>
                  </a:cxn>
                  <a:cxn ang="0">
                    <a:pos x="511" y="0"/>
                  </a:cxn>
                  <a:cxn ang="0">
                    <a:pos x="511" y="3"/>
                  </a:cxn>
                  <a:cxn ang="0">
                    <a:pos x="511" y="5"/>
                  </a:cxn>
                  <a:cxn ang="0">
                    <a:pos x="511" y="9"/>
                  </a:cxn>
                  <a:cxn ang="0">
                    <a:pos x="511" y="11"/>
                  </a:cxn>
                  <a:cxn ang="0">
                    <a:pos x="510" y="70"/>
                  </a:cxn>
                  <a:cxn ang="0">
                    <a:pos x="505" y="128"/>
                  </a:cxn>
                  <a:cxn ang="0">
                    <a:pos x="498" y="184"/>
                  </a:cxn>
                  <a:cxn ang="0">
                    <a:pos x="488" y="240"/>
                  </a:cxn>
                </a:cxnLst>
                <a:rect l="0" t="0" r="r" b="b"/>
                <a:pathLst>
                  <a:path w="511" h="731">
                    <a:moveTo>
                      <a:pt x="488" y="240"/>
                    </a:moveTo>
                    <a:lnTo>
                      <a:pt x="474" y="277"/>
                    </a:lnTo>
                    <a:lnTo>
                      <a:pt x="457" y="313"/>
                    </a:lnTo>
                    <a:lnTo>
                      <a:pt x="437" y="350"/>
                    </a:lnTo>
                    <a:lnTo>
                      <a:pt x="415" y="384"/>
                    </a:lnTo>
                    <a:lnTo>
                      <a:pt x="391" y="419"/>
                    </a:lnTo>
                    <a:lnTo>
                      <a:pt x="365" y="453"/>
                    </a:lnTo>
                    <a:lnTo>
                      <a:pt x="336" y="486"/>
                    </a:lnTo>
                    <a:lnTo>
                      <a:pt x="305" y="518"/>
                    </a:lnTo>
                    <a:lnTo>
                      <a:pt x="273" y="549"/>
                    </a:lnTo>
                    <a:lnTo>
                      <a:pt x="238" y="579"/>
                    </a:lnTo>
                    <a:lnTo>
                      <a:pt x="202" y="608"/>
                    </a:lnTo>
                    <a:lnTo>
                      <a:pt x="164" y="635"/>
                    </a:lnTo>
                    <a:lnTo>
                      <a:pt x="125" y="662"/>
                    </a:lnTo>
                    <a:lnTo>
                      <a:pt x="85" y="686"/>
                    </a:lnTo>
                    <a:lnTo>
                      <a:pt x="42" y="709"/>
                    </a:lnTo>
                    <a:lnTo>
                      <a:pt x="0" y="731"/>
                    </a:lnTo>
                    <a:lnTo>
                      <a:pt x="12" y="704"/>
                    </a:lnTo>
                    <a:lnTo>
                      <a:pt x="23" y="677"/>
                    </a:lnTo>
                    <a:lnTo>
                      <a:pt x="33" y="650"/>
                    </a:lnTo>
                    <a:lnTo>
                      <a:pt x="42" y="624"/>
                    </a:lnTo>
                    <a:lnTo>
                      <a:pt x="50" y="599"/>
                    </a:lnTo>
                    <a:lnTo>
                      <a:pt x="57" y="572"/>
                    </a:lnTo>
                    <a:lnTo>
                      <a:pt x="64" y="547"/>
                    </a:lnTo>
                    <a:lnTo>
                      <a:pt x="70" y="520"/>
                    </a:lnTo>
                    <a:lnTo>
                      <a:pt x="78" y="474"/>
                    </a:lnTo>
                    <a:lnTo>
                      <a:pt x="85" y="428"/>
                    </a:lnTo>
                    <a:lnTo>
                      <a:pt x="91" y="382"/>
                    </a:lnTo>
                    <a:lnTo>
                      <a:pt x="96" y="335"/>
                    </a:lnTo>
                    <a:lnTo>
                      <a:pt x="130" y="319"/>
                    </a:lnTo>
                    <a:lnTo>
                      <a:pt x="163" y="301"/>
                    </a:lnTo>
                    <a:lnTo>
                      <a:pt x="197" y="283"/>
                    </a:lnTo>
                    <a:lnTo>
                      <a:pt x="230" y="265"/>
                    </a:lnTo>
                    <a:lnTo>
                      <a:pt x="262" y="246"/>
                    </a:lnTo>
                    <a:lnTo>
                      <a:pt x="293" y="227"/>
                    </a:lnTo>
                    <a:lnTo>
                      <a:pt x="324" y="206"/>
                    </a:lnTo>
                    <a:lnTo>
                      <a:pt x="353" y="185"/>
                    </a:lnTo>
                    <a:lnTo>
                      <a:pt x="381" y="163"/>
                    </a:lnTo>
                    <a:lnTo>
                      <a:pt x="406" y="141"/>
                    </a:lnTo>
                    <a:lnTo>
                      <a:pt x="430" y="119"/>
                    </a:lnTo>
                    <a:lnTo>
                      <a:pt x="452" y="96"/>
                    </a:lnTo>
                    <a:lnTo>
                      <a:pt x="471" y="73"/>
                    </a:lnTo>
                    <a:lnTo>
                      <a:pt x="487" y="49"/>
                    </a:lnTo>
                    <a:lnTo>
                      <a:pt x="501" y="25"/>
                    </a:lnTo>
                    <a:lnTo>
                      <a:pt x="511" y="0"/>
                    </a:lnTo>
                    <a:lnTo>
                      <a:pt x="511" y="3"/>
                    </a:lnTo>
                    <a:lnTo>
                      <a:pt x="511" y="5"/>
                    </a:lnTo>
                    <a:lnTo>
                      <a:pt x="511" y="9"/>
                    </a:lnTo>
                    <a:lnTo>
                      <a:pt x="511" y="11"/>
                    </a:lnTo>
                    <a:lnTo>
                      <a:pt x="510" y="70"/>
                    </a:lnTo>
                    <a:lnTo>
                      <a:pt x="505" y="128"/>
                    </a:lnTo>
                    <a:lnTo>
                      <a:pt x="498" y="184"/>
                    </a:lnTo>
                    <a:lnTo>
                      <a:pt x="488" y="240"/>
                    </a:lnTo>
                    <a:close/>
                  </a:path>
                </a:pathLst>
              </a:custGeom>
              <a:grpFill/>
              <a:ln w="9525">
                <a:noFill/>
                <a:round/>
                <a:headEnd/>
                <a:tailEnd/>
              </a:ln>
            </p:spPr>
            <p:txBody>
              <a:bodyPr/>
              <a:lstStyle/>
              <a:p>
                <a:pPr algn="ctr">
                  <a:defRPr/>
                </a:pPr>
                <a:endParaRPr lang="en-US" sz="900" dirty="0"/>
              </a:p>
            </p:txBody>
          </p:sp>
        </p:grpSp>
        <p:sp>
          <p:nvSpPr>
            <p:cNvPr id="14343" name="TextBox 31"/>
            <p:cNvSpPr txBox="1">
              <a:spLocks noChangeArrowheads="1"/>
            </p:cNvSpPr>
            <p:nvPr/>
          </p:nvSpPr>
          <p:spPr bwMode="auto">
            <a:xfrm>
              <a:off x="5392212" y="3200453"/>
              <a:ext cx="1728014" cy="419123"/>
            </a:xfrm>
            <a:prstGeom prst="rect">
              <a:avLst/>
            </a:prstGeom>
            <a:noFill/>
            <a:ln w="9525">
              <a:noFill/>
              <a:miter lim="800000"/>
              <a:headEnd/>
              <a:tailEnd/>
            </a:ln>
          </p:spPr>
          <p:txBody>
            <a:bodyPr wrap="none">
              <a:spAutoFit/>
            </a:bodyPr>
            <a:lstStyle/>
            <a:p>
              <a:pPr algn="ctr"/>
              <a:r>
                <a:rPr lang="en-US" sz="1000" dirty="0">
                  <a:latin typeface="Garamond" pitchFamily="18" charset="0"/>
                </a:rPr>
                <a:t>Bock Consulting</a:t>
              </a:r>
            </a:p>
          </p:txBody>
        </p:sp>
      </p:grpSp>
      <p:sp>
        <p:nvSpPr>
          <p:cNvPr id="29" name="Content Placeholder 2"/>
          <p:cNvSpPr txBox="1">
            <a:spLocks/>
          </p:cNvSpPr>
          <p:nvPr/>
        </p:nvSpPr>
        <p:spPr bwMode="auto">
          <a:xfrm>
            <a:off x="457200" y="2209800"/>
            <a:ext cx="8153400" cy="3657600"/>
          </a:xfrm>
          <a:prstGeom prst="rect">
            <a:avLst/>
          </a:prstGeom>
          <a:noFill/>
          <a:ln w="9525">
            <a:noFill/>
            <a:miter lim="800000"/>
            <a:headEnd/>
            <a:tailEnd/>
          </a:ln>
        </p:spPr>
        <p:txBody>
          <a:bodyPr/>
          <a:lstStyle/>
          <a:p>
            <a:pPr marL="319088" indent="-319088" eaLnBrk="1" hangingPunct="1">
              <a:spcAft>
                <a:spcPts val="1800"/>
              </a:spcAft>
              <a:buClr>
                <a:schemeClr val="accent1"/>
              </a:buClr>
              <a:buSzPct val="70000"/>
              <a:buFont typeface="Wingdings 2" pitchFamily="18" charset="2"/>
              <a:buChar char=""/>
              <a:defRPr/>
            </a:pPr>
            <a:r>
              <a:rPr lang="en-US" sz="3200" dirty="0">
                <a:latin typeface="+mn-lt"/>
              </a:rPr>
              <a:t>90 days to develop plan.</a:t>
            </a:r>
          </a:p>
          <a:p>
            <a:pPr marL="776288" lvl="1" indent="-319088" eaLnBrk="1" hangingPunct="1">
              <a:spcAft>
                <a:spcPts val="1800"/>
              </a:spcAft>
              <a:buClr>
                <a:schemeClr val="accent1"/>
              </a:buClr>
              <a:buSzPct val="70000"/>
              <a:buFont typeface="Wingdings 2" pitchFamily="18" charset="2"/>
              <a:buChar char=""/>
              <a:defRPr/>
            </a:pPr>
            <a:r>
              <a:rPr lang="en-US" sz="3200" dirty="0">
                <a:latin typeface="+mn-lt"/>
              </a:rPr>
              <a:t>2 years/$</a:t>
            </a:r>
            <a:r>
              <a:rPr lang="en-US" sz="3200" dirty="0" smtClean="0">
                <a:latin typeface="+mn-lt"/>
              </a:rPr>
              <a:t>14,000+.  </a:t>
            </a:r>
            <a:endParaRPr lang="en-US" sz="3200" dirty="0">
              <a:latin typeface="+mn-lt"/>
            </a:endParaRPr>
          </a:p>
          <a:p>
            <a:pPr marL="776288" lvl="1" indent="-319088" eaLnBrk="1" hangingPunct="1">
              <a:spcAft>
                <a:spcPts val="1800"/>
              </a:spcAft>
              <a:buClr>
                <a:schemeClr val="accent1"/>
              </a:buClr>
              <a:buSzPct val="70000"/>
              <a:buFont typeface="Wingdings 2" pitchFamily="18" charset="2"/>
              <a:buChar char=""/>
              <a:defRPr/>
            </a:pPr>
            <a:r>
              <a:rPr lang="en-US" sz="3200" dirty="0">
                <a:latin typeface="+mn-lt"/>
              </a:rPr>
              <a:t>Mileage.</a:t>
            </a:r>
          </a:p>
          <a:p>
            <a:pPr marL="319088" indent="-319088" eaLnBrk="1" hangingPunct="1">
              <a:spcAft>
                <a:spcPts val="1800"/>
              </a:spcAft>
              <a:buClr>
                <a:schemeClr val="accent1"/>
              </a:buClr>
              <a:buSzPct val="70000"/>
              <a:buFont typeface="Wingdings 2" pitchFamily="18" charset="2"/>
              <a:buChar char=""/>
              <a:defRPr/>
            </a:pPr>
            <a:r>
              <a:rPr lang="en-US" sz="3200" dirty="0">
                <a:latin typeface="+mn-lt"/>
              </a:rPr>
              <a:t>Plan submission.  State has 15 days to respond.</a:t>
            </a:r>
          </a:p>
          <a:p>
            <a:pPr marL="319088" indent="-319088" eaLnBrk="1" hangingPunct="1">
              <a:spcAft>
                <a:spcPts val="1800"/>
              </a:spcAft>
              <a:buClr>
                <a:schemeClr val="accent1"/>
              </a:buClr>
              <a:buSzPct val="70000"/>
              <a:buFont typeface="Wingdings 2" pitchFamily="18" charset="2"/>
              <a:buChar char=""/>
              <a:defRPr/>
            </a:pPr>
            <a:r>
              <a:rPr lang="en-US" sz="3200" dirty="0">
                <a:latin typeface="+mn-lt"/>
              </a:rPr>
              <a:t>Worker selects:  Option 1 / Option 2.</a:t>
            </a:r>
          </a:p>
        </p:txBody>
      </p:sp>
      <p:pic>
        <p:nvPicPr>
          <p:cNvPr id="14341" name="Picture 5" descr="C:\Documents and Settings\Brice York\Local Settings\Temporary Internet Files\Content.IE5\ZS6KV0UU\MPj03879530000[1].jpg"/>
          <p:cNvPicPr>
            <a:picLocks noChangeAspect="1" noChangeArrowheads="1"/>
          </p:cNvPicPr>
          <p:nvPr/>
        </p:nvPicPr>
        <p:blipFill>
          <a:blip r:embed="rId2" cstate="print"/>
          <a:srcRect/>
          <a:stretch>
            <a:fillRect/>
          </a:stretch>
        </p:blipFill>
        <p:spPr bwMode="auto">
          <a:xfrm>
            <a:off x="5334000" y="1905000"/>
            <a:ext cx="3205163" cy="2286000"/>
          </a:xfrm>
          <a:prstGeom prst="rect">
            <a:avLst/>
          </a:prstGeom>
          <a:noFill/>
          <a:ln w="9525">
            <a:noFill/>
            <a:miter lim="800000"/>
            <a:headEnd/>
            <a:tailEnd/>
          </a:ln>
        </p:spPr>
      </p:pic>
    </p:spTree>
  </p:cSld>
  <p:clrMapOvr>
    <a:masterClrMapping/>
  </p:clrMapOvr>
  <p:transition>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 calcmode="lin" valueType="num">
                                      <p:cBhvr additive="base">
                                        <p:cTn id="7" dur="500" fill="hold"/>
                                        <p:tgtEl>
                                          <p:spTgt spid="2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9">
                                            <p:txEl>
                                              <p:pRg st="1" end="1"/>
                                            </p:txEl>
                                          </p:spTgt>
                                        </p:tgtEl>
                                        <p:attrNameLst>
                                          <p:attrName>style.visibility</p:attrName>
                                        </p:attrNameLst>
                                      </p:cBhvr>
                                      <p:to>
                                        <p:strVal val="visible"/>
                                      </p:to>
                                    </p:set>
                                    <p:anim calcmode="lin" valueType="num">
                                      <p:cBhvr additive="base">
                                        <p:cTn id="11" dur="500" fill="hold"/>
                                        <p:tgtEl>
                                          <p:spTgt spid="29">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29">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29">
                                            <p:txEl>
                                              <p:pRg st="2" end="2"/>
                                            </p:txEl>
                                          </p:spTgt>
                                        </p:tgtEl>
                                        <p:attrNameLst>
                                          <p:attrName>style.visibility</p:attrName>
                                        </p:attrNameLst>
                                      </p:cBhvr>
                                      <p:to>
                                        <p:strVal val="visible"/>
                                      </p:to>
                                    </p:set>
                                    <p:anim calcmode="lin" valueType="num">
                                      <p:cBhvr additive="base">
                                        <p:cTn id="15" dur="500" fill="hold"/>
                                        <p:tgtEl>
                                          <p:spTgt spid="29">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2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nodeType="clickEffect">
                                  <p:stCondLst>
                                    <p:cond delay="0"/>
                                  </p:stCondLst>
                                  <p:childTnLst>
                                    <p:set>
                                      <p:cBhvr>
                                        <p:cTn id="20" dur="1" fill="hold">
                                          <p:stCondLst>
                                            <p:cond delay="0"/>
                                          </p:stCondLst>
                                        </p:cTn>
                                        <p:tgtEl>
                                          <p:spTgt spid="29">
                                            <p:txEl>
                                              <p:pRg st="3" end="3"/>
                                            </p:txEl>
                                          </p:spTgt>
                                        </p:tgtEl>
                                        <p:attrNameLst>
                                          <p:attrName>style.visibility</p:attrName>
                                        </p:attrNameLst>
                                      </p:cBhvr>
                                      <p:to>
                                        <p:strVal val="visible"/>
                                      </p:to>
                                    </p:set>
                                    <p:anim calcmode="lin" valueType="num">
                                      <p:cBhvr additive="base">
                                        <p:cTn id="21" dur="500" fill="hold"/>
                                        <p:tgtEl>
                                          <p:spTgt spid="29">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2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29">
                                            <p:txEl>
                                              <p:pRg st="4" end="4"/>
                                            </p:txEl>
                                          </p:spTgt>
                                        </p:tgtEl>
                                        <p:attrNameLst>
                                          <p:attrName>style.visibility</p:attrName>
                                        </p:attrNameLst>
                                      </p:cBhvr>
                                      <p:to>
                                        <p:strVal val="visible"/>
                                      </p:to>
                                    </p:set>
                                    <p:anim calcmode="lin" valueType="num">
                                      <p:cBhvr additive="base">
                                        <p:cTn id="27" dur="500" fill="hold"/>
                                        <p:tgtEl>
                                          <p:spTgt spid="29">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2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524000"/>
          </a:xfrm>
        </p:spPr>
        <p:txBody>
          <a:bodyPr/>
          <a:lstStyle/>
          <a:p>
            <a:pPr algn="ctr" eaLnBrk="1" fontAlgn="auto" hangingPunct="1">
              <a:spcAft>
                <a:spcPts val="0"/>
              </a:spcAft>
              <a:defRPr/>
            </a:pPr>
            <a:r>
              <a:rPr lang="en-US" dirty="0" smtClean="0">
                <a:solidFill>
                  <a:schemeClr val="tx2">
                    <a:tint val="100000"/>
                    <a:satMod val="250000"/>
                  </a:schemeClr>
                </a:solidFill>
              </a:rPr>
              <a:t>QUESTIONS?</a:t>
            </a:r>
          </a:p>
        </p:txBody>
      </p:sp>
      <p:grpSp>
        <p:nvGrpSpPr>
          <p:cNvPr id="3" name="Group 9"/>
          <p:cNvGrpSpPr>
            <a:grpSpLocks/>
          </p:cNvGrpSpPr>
          <p:nvPr/>
        </p:nvGrpSpPr>
        <p:grpSpPr bwMode="auto">
          <a:xfrm>
            <a:off x="7848600" y="6043613"/>
            <a:ext cx="1143000" cy="738187"/>
            <a:chOff x="5392212" y="2362208"/>
            <a:chExt cx="1728014" cy="1257368"/>
          </a:xfrm>
        </p:grpSpPr>
        <p:grpSp>
          <p:nvGrpSpPr>
            <p:cNvPr id="4" name="Group 7"/>
            <p:cNvGrpSpPr>
              <a:grpSpLocks/>
            </p:cNvGrpSpPr>
            <p:nvPr/>
          </p:nvGrpSpPr>
          <p:grpSpPr bwMode="auto">
            <a:xfrm>
              <a:off x="5867362" y="2362232"/>
              <a:ext cx="796922" cy="800100"/>
              <a:chOff x="2307" y="1584"/>
              <a:chExt cx="1146" cy="1151"/>
            </a:xfrm>
            <a:solidFill>
              <a:schemeClr val="tx1"/>
            </a:solidFill>
          </p:grpSpPr>
          <p:sp>
            <p:nvSpPr>
              <p:cNvPr id="33" name="Freeform 32"/>
              <p:cNvSpPr>
                <a:spLocks/>
              </p:cNvSpPr>
              <p:nvPr/>
            </p:nvSpPr>
            <p:spPr bwMode="auto">
              <a:xfrm>
                <a:off x="3232" y="1900"/>
                <a:ext cx="210" cy="352"/>
              </a:xfrm>
              <a:custGeom>
                <a:avLst/>
                <a:gdLst/>
                <a:ahLst/>
                <a:cxnLst>
                  <a:cxn ang="0">
                    <a:pos x="321" y="0"/>
                  </a:cxn>
                  <a:cxn ang="0">
                    <a:pos x="337" y="35"/>
                  </a:cxn>
                  <a:cxn ang="0">
                    <a:pos x="352" y="69"/>
                  </a:cxn>
                  <a:cxn ang="0">
                    <a:pos x="367" y="104"/>
                  </a:cxn>
                  <a:cxn ang="0">
                    <a:pos x="380" y="140"/>
                  </a:cxn>
                  <a:cxn ang="0">
                    <a:pos x="391" y="176"/>
                  </a:cxn>
                  <a:cxn ang="0">
                    <a:pos x="402" y="213"/>
                  </a:cxn>
                  <a:cxn ang="0">
                    <a:pos x="411" y="250"/>
                  </a:cxn>
                  <a:cxn ang="0">
                    <a:pos x="419" y="288"/>
                  </a:cxn>
                  <a:cxn ang="0">
                    <a:pos x="416" y="323"/>
                  </a:cxn>
                  <a:cxn ang="0">
                    <a:pos x="409" y="356"/>
                  </a:cxn>
                  <a:cxn ang="0">
                    <a:pos x="397" y="387"/>
                  </a:cxn>
                  <a:cxn ang="0">
                    <a:pos x="383" y="418"/>
                  </a:cxn>
                  <a:cxn ang="0">
                    <a:pos x="366" y="447"/>
                  </a:cxn>
                  <a:cxn ang="0">
                    <a:pos x="345" y="475"/>
                  </a:cxn>
                  <a:cxn ang="0">
                    <a:pos x="322" y="502"/>
                  </a:cxn>
                  <a:cxn ang="0">
                    <a:pos x="297" y="528"/>
                  </a:cxn>
                  <a:cxn ang="0">
                    <a:pos x="269" y="553"/>
                  </a:cxn>
                  <a:cxn ang="0">
                    <a:pos x="241" y="576"/>
                  </a:cxn>
                  <a:cxn ang="0">
                    <a:pos x="208" y="599"/>
                  </a:cxn>
                  <a:cxn ang="0">
                    <a:pos x="176" y="622"/>
                  </a:cxn>
                  <a:cxn ang="0">
                    <a:pos x="142" y="643"/>
                  </a:cxn>
                  <a:cxn ang="0">
                    <a:pos x="107" y="665"/>
                  </a:cxn>
                  <a:cxn ang="0">
                    <a:pos x="71" y="685"/>
                  </a:cxn>
                  <a:cxn ang="0">
                    <a:pos x="34" y="705"/>
                  </a:cxn>
                  <a:cxn ang="0">
                    <a:pos x="36" y="665"/>
                  </a:cxn>
                  <a:cxn ang="0">
                    <a:pos x="36" y="623"/>
                  </a:cxn>
                  <a:cxn ang="0">
                    <a:pos x="34" y="583"/>
                  </a:cxn>
                  <a:cxn ang="0">
                    <a:pos x="32" y="541"/>
                  </a:cxn>
                  <a:cxn ang="0">
                    <a:pos x="32" y="531"/>
                  </a:cxn>
                  <a:cxn ang="0">
                    <a:pos x="31" y="520"/>
                  </a:cxn>
                  <a:cxn ang="0">
                    <a:pos x="31" y="509"/>
                  </a:cxn>
                  <a:cxn ang="0">
                    <a:pos x="30" y="499"/>
                  </a:cxn>
                  <a:cxn ang="0">
                    <a:pos x="25" y="446"/>
                  </a:cxn>
                  <a:cxn ang="0">
                    <a:pos x="18" y="394"/>
                  </a:cxn>
                  <a:cxn ang="0">
                    <a:pos x="9" y="343"/>
                  </a:cxn>
                  <a:cxn ang="0">
                    <a:pos x="0" y="293"/>
                  </a:cxn>
                  <a:cxn ang="0">
                    <a:pos x="29" y="278"/>
                  </a:cxn>
                  <a:cxn ang="0">
                    <a:pos x="56" y="263"/>
                  </a:cxn>
                  <a:cxn ang="0">
                    <a:pos x="83" y="248"/>
                  </a:cxn>
                  <a:cxn ang="0">
                    <a:pos x="109" y="232"/>
                  </a:cxn>
                  <a:cxn ang="0">
                    <a:pos x="133" y="214"/>
                  </a:cxn>
                  <a:cxn ang="0">
                    <a:pos x="157" y="197"/>
                  </a:cxn>
                  <a:cxn ang="0">
                    <a:pos x="178" y="180"/>
                  </a:cxn>
                  <a:cxn ang="0">
                    <a:pos x="200" y="161"/>
                  </a:cxn>
                  <a:cxn ang="0">
                    <a:pos x="220" y="143"/>
                  </a:cxn>
                  <a:cxn ang="0">
                    <a:pos x="238" y="123"/>
                  </a:cxn>
                  <a:cxn ang="0">
                    <a:pos x="256" y="104"/>
                  </a:cxn>
                  <a:cxn ang="0">
                    <a:pos x="272" y="84"/>
                  </a:cxn>
                  <a:cxn ang="0">
                    <a:pos x="286" y="64"/>
                  </a:cxn>
                  <a:cxn ang="0">
                    <a:pos x="299" y="43"/>
                  </a:cxn>
                  <a:cxn ang="0">
                    <a:pos x="311" y="22"/>
                  </a:cxn>
                  <a:cxn ang="0">
                    <a:pos x="321" y="0"/>
                  </a:cxn>
                </a:cxnLst>
                <a:rect l="0" t="0" r="r" b="b"/>
                <a:pathLst>
                  <a:path w="419" h="705">
                    <a:moveTo>
                      <a:pt x="321" y="0"/>
                    </a:moveTo>
                    <a:lnTo>
                      <a:pt x="337" y="35"/>
                    </a:lnTo>
                    <a:lnTo>
                      <a:pt x="352" y="69"/>
                    </a:lnTo>
                    <a:lnTo>
                      <a:pt x="367" y="104"/>
                    </a:lnTo>
                    <a:lnTo>
                      <a:pt x="380" y="140"/>
                    </a:lnTo>
                    <a:lnTo>
                      <a:pt x="391" y="176"/>
                    </a:lnTo>
                    <a:lnTo>
                      <a:pt x="402" y="213"/>
                    </a:lnTo>
                    <a:lnTo>
                      <a:pt x="411" y="250"/>
                    </a:lnTo>
                    <a:lnTo>
                      <a:pt x="419" y="288"/>
                    </a:lnTo>
                    <a:lnTo>
                      <a:pt x="416" y="323"/>
                    </a:lnTo>
                    <a:lnTo>
                      <a:pt x="409" y="356"/>
                    </a:lnTo>
                    <a:lnTo>
                      <a:pt x="397" y="387"/>
                    </a:lnTo>
                    <a:lnTo>
                      <a:pt x="383" y="418"/>
                    </a:lnTo>
                    <a:lnTo>
                      <a:pt x="366" y="447"/>
                    </a:lnTo>
                    <a:lnTo>
                      <a:pt x="345" y="475"/>
                    </a:lnTo>
                    <a:lnTo>
                      <a:pt x="322" y="502"/>
                    </a:lnTo>
                    <a:lnTo>
                      <a:pt x="297" y="528"/>
                    </a:lnTo>
                    <a:lnTo>
                      <a:pt x="269" y="553"/>
                    </a:lnTo>
                    <a:lnTo>
                      <a:pt x="241" y="576"/>
                    </a:lnTo>
                    <a:lnTo>
                      <a:pt x="208" y="599"/>
                    </a:lnTo>
                    <a:lnTo>
                      <a:pt x="176" y="622"/>
                    </a:lnTo>
                    <a:lnTo>
                      <a:pt x="142" y="643"/>
                    </a:lnTo>
                    <a:lnTo>
                      <a:pt x="107" y="665"/>
                    </a:lnTo>
                    <a:lnTo>
                      <a:pt x="71" y="685"/>
                    </a:lnTo>
                    <a:lnTo>
                      <a:pt x="34" y="705"/>
                    </a:lnTo>
                    <a:lnTo>
                      <a:pt x="36" y="665"/>
                    </a:lnTo>
                    <a:lnTo>
                      <a:pt x="36" y="623"/>
                    </a:lnTo>
                    <a:lnTo>
                      <a:pt x="34" y="583"/>
                    </a:lnTo>
                    <a:lnTo>
                      <a:pt x="32" y="541"/>
                    </a:lnTo>
                    <a:lnTo>
                      <a:pt x="32" y="531"/>
                    </a:lnTo>
                    <a:lnTo>
                      <a:pt x="31" y="520"/>
                    </a:lnTo>
                    <a:lnTo>
                      <a:pt x="31" y="509"/>
                    </a:lnTo>
                    <a:lnTo>
                      <a:pt x="30" y="499"/>
                    </a:lnTo>
                    <a:lnTo>
                      <a:pt x="25" y="446"/>
                    </a:lnTo>
                    <a:lnTo>
                      <a:pt x="18" y="394"/>
                    </a:lnTo>
                    <a:lnTo>
                      <a:pt x="9" y="343"/>
                    </a:lnTo>
                    <a:lnTo>
                      <a:pt x="0" y="293"/>
                    </a:lnTo>
                    <a:lnTo>
                      <a:pt x="29" y="278"/>
                    </a:lnTo>
                    <a:lnTo>
                      <a:pt x="56" y="263"/>
                    </a:lnTo>
                    <a:lnTo>
                      <a:pt x="83" y="248"/>
                    </a:lnTo>
                    <a:lnTo>
                      <a:pt x="109" y="232"/>
                    </a:lnTo>
                    <a:lnTo>
                      <a:pt x="133" y="214"/>
                    </a:lnTo>
                    <a:lnTo>
                      <a:pt x="157" y="197"/>
                    </a:lnTo>
                    <a:lnTo>
                      <a:pt x="178" y="180"/>
                    </a:lnTo>
                    <a:lnTo>
                      <a:pt x="200" y="161"/>
                    </a:lnTo>
                    <a:lnTo>
                      <a:pt x="220" y="143"/>
                    </a:lnTo>
                    <a:lnTo>
                      <a:pt x="238" y="123"/>
                    </a:lnTo>
                    <a:lnTo>
                      <a:pt x="256" y="104"/>
                    </a:lnTo>
                    <a:lnTo>
                      <a:pt x="272" y="84"/>
                    </a:lnTo>
                    <a:lnTo>
                      <a:pt x="286" y="64"/>
                    </a:lnTo>
                    <a:lnTo>
                      <a:pt x="299" y="43"/>
                    </a:lnTo>
                    <a:lnTo>
                      <a:pt x="311" y="22"/>
                    </a:lnTo>
                    <a:lnTo>
                      <a:pt x="321" y="0"/>
                    </a:lnTo>
                    <a:close/>
                  </a:path>
                </a:pathLst>
              </a:custGeom>
              <a:grpFill/>
              <a:ln w="9525">
                <a:noFill/>
                <a:round/>
                <a:headEnd/>
                <a:tailEnd/>
              </a:ln>
            </p:spPr>
            <p:txBody>
              <a:bodyPr/>
              <a:lstStyle/>
              <a:p>
                <a:pPr algn="ctr">
                  <a:defRPr/>
                </a:pPr>
                <a:endParaRPr lang="en-US" sz="900" dirty="0"/>
              </a:p>
            </p:txBody>
          </p:sp>
          <p:sp>
            <p:nvSpPr>
              <p:cNvPr id="55" name="Freeform 54"/>
              <p:cNvSpPr>
                <a:spLocks/>
              </p:cNvSpPr>
              <p:nvPr/>
            </p:nvSpPr>
            <p:spPr bwMode="auto">
              <a:xfrm>
                <a:off x="2904" y="2069"/>
                <a:ext cx="289" cy="272"/>
              </a:xfrm>
              <a:custGeom>
                <a:avLst/>
                <a:gdLst/>
                <a:ahLst/>
                <a:cxnLst>
                  <a:cxn ang="0">
                    <a:pos x="575" y="209"/>
                  </a:cxn>
                  <a:cxn ang="0">
                    <a:pos x="577" y="263"/>
                  </a:cxn>
                  <a:cxn ang="0">
                    <a:pos x="579" y="316"/>
                  </a:cxn>
                  <a:cxn ang="0">
                    <a:pos x="576" y="370"/>
                  </a:cxn>
                  <a:cxn ang="0">
                    <a:pos x="574" y="423"/>
                  </a:cxn>
                  <a:cxn ang="0">
                    <a:pos x="549" y="435"/>
                  </a:cxn>
                  <a:cxn ang="0">
                    <a:pos x="522" y="446"/>
                  </a:cxn>
                  <a:cxn ang="0">
                    <a:pos x="492" y="458"/>
                  </a:cxn>
                  <a:cxn ang="0">
                    <a:pos x="461" y="468"/>
                  </a:cxn>
                  <a:cxn ang="0">
                    <a:pos x="428" y="479"/>
                  </a:cxn>
                  <a:cxn ang="0">
                    <a:pos x="392" y="488"/>
                  </a:cxn>
                  <a:cxn ang="0">
                    <a:pos x="356" y="497"/>
                  </a:cxn>
                  <a:cxn ang="0">
                    <a:pos x="318" y="505"/>
                  </a:cxn>
                  <a:cxn ang="0">
                    <a:pos x="280" y="512"/>
                  </a:cxn>
                  <a:cxn ang="0">
                    <a:pos x="241" y="519"/>
                  </a:cxn>
                  <a:cxn ang="0">
                    <a:pos x="201" y="526"/>
                  </a:cxn>
                  <a:cxn ang="0">
                    <a:pos x="162" y="532"/>
                  </a:cxn>
                  <a:cxn ang="0">
                    <a:pos x="120" y="536"/>
                  </a:cxn>
                  <a:cxn ang="0">
                    <a:pos x="80" y="540"/>
                  </a:cxn>
                  <a:cxn ang="0">
                    <a:pos x="41" y="542"/>
                  </a:cxn>
                  <a:cxn ang="0">
                    <a:pos x="0" y="544"/>
                  </a:cxn>
                  <a:cxn ang="0">
                    <a:pos x="0" y="309"/>
                  </a:cxn>
                  <a:cxn ang="0">
                    <a:pos x="0" y="101"/>
                  </a:cxn>
                  <a:cxn ang="0">
                    <a:pos x="38" y="100"/>
                  </a:cxn>
                  <a:cxn ang="0">
                    <a:pos x="76" y="98"/>
                  </a:cxn>
                  <a:cxn ang="0">
                    <a:pos x="113" y="94"/>
                  </a:cxn>
                  <a:cxn ang="0">
                    <a:pos x="151" y="91"/>
                  </a:cxn>
                  <a:cxn ang="0">
                    <a:pos x="187" y="86"/>
                  </a:cxn>
                  <a:cxn ang="0">
                    <a:pos x="223" y="81"/>
                  </a:cxn>
                  <a:cxn ang="0">
                    <a:pos x="258" y="76"/>
                  </a:cxn>
                  <a:cxn ang="0">
                    <a:pos x="293" y="69"/>
                  </a:cxn>
                  <a:cxn ang="0">
                    <a:pos x="327" y="63"/>
                  </a:cxn>
                  <a:cxn ang="0">
                    <a:pos x="361" y="55"/>
                  </a:cxn>
                  <a:cxn ang="0">
                    <a:pos x="394" y="47"/>
                  </a:cxn>
                  <a:cxn ang="0">
                    <a:pos x="427" y="39"/>
                  </a:cxn>
                  <a:cxn ang="0">
                    <a:pos x="459" y="30"/>
                  </a:cxn>
                  <a:cxn ang="0">
                    <a:pos x="490" y="20"/>
                  </a:cxn>
                  <a:cxn ang="0">
                    <a:pos x="520" y="10"/>
                  </a:cxn>
                  <a:cxn ang="0">
                    <a:pos x="550" y="0"/>
                  </a:cxn>
                  <a:cxn ang="0">
                    <a:pos x="557" y="41"/>
                  </a:cxn>
                  <a:cxn ang="0">
                    <a:pos x="564" y="84"/>
                  </a:cxn>
                  <a:cxn ang="0">
                    <a:pos x="568" y="127"/>
                  </a:cxn>
                  <a:cxn ang="0">
                    <a:pos x="573" y="171"/>
                  </a:cxn>
                  <a:cxn ang="0">
                    <a:pos x="574" y="180"/>
                  </a:cxn>
                  <a:cxn ang="0">
                    <a:pos x="574" y="190"/>
                  </a:cxn>
                  <a:cxn ang="0">
                    <a:pos x="575" y="200"/>
                  </a:cxn>
                  <a:cxn ang="0">
                    <a:pos x="575" y="209"/>
                  </a:cxn>
                </a:cxnLst>
                <a:rect l="0" t="0" r="r" b="b"/>
                <a:pathLst>
                  <a:path w="579" h="544">
                    <a:moveTo>
                      <a:pt x="575" y="209"/>
                    </a:moveTo>
                    <a:lnTo>
                      <a:pt x="577" y="263"/>
                    </a:lnTo>
                    <a:lnTo>
                      <a:pt x="579" y="316"/>
                    </a:lnTo>
                    <a:lnTo>
                      <a:pt x="576" y="370"/>
                    </a:lnTo>
                    <a:lnTo>
                      <a:pt x="574" y="423"/>
                    </a:lnTo>
                    <a:lnTo>
                      <a:pt x="549" y="435"/>
                    </a:lnTo>
                    <a:lnTo>
                      <a:pt x="522" y="446"/>
                    </a:lnTo>
                    <a:lnTo>
                      <a:pt x="492" y="458"/>
                    </a:lnTo>
                    <a:lnTo>
                      <a:pt x="461" y="468"/>
                    </a:lnTo>
                    <a:lnTo>
                      <a:pt x="428" y="479"/>
                    </a:lnTo>
                    <a:lnTo>
                      <a:pt x="392" y="488"/>
                    </a:lnTo>
                    <a:lnTo>
                      <a:pt x="356" y="497"/>
                    </a:lnTo>
                    <a:lnTo>
                      <a:pt x="318" y="505"/>
                    </a:lnTo>
                    <a:lnTo>
                      <a:pt x="280" y="512"/>
                    </a:lnTo>
                    <a:lnTo>
                      <a:pt x="241" y="519"/>
                    </a:lnTo>
                    <a:lnTo>
                      <a:pt x="201" y="526"/>
                    </a:lnTo>
                    <a:lnTo>
                      <a:pt x="162" y="532"/>
                    </a:lnTo>
                    <a:lnTo>
                      <a:pt x="120" y="536"/>
                    </a:lnTo>
                    <a:lnTo>
                      <a:pt x="80" y="540"/>
                    </a:lnTo>
                    <a:lnTo>
                      <a:pt x="41" y="542"/>
                    </a:lnTo>
                    <a:lnTo>
                      <a:pt x="0" y="544"/>
                    </a:lnTo>
                    <a:lnTo>
                      <a:pt x="0" y="309"/>
                    </a:lnTo>
                    <a:lnTo>
                      <a:pt x="0" y="101"/>
                    </a:lnTo>
                    <a:lnTo>
                      <a:pt x="38" y="100"/>
                    </a:lnTo>
                    <a:lnTo>
                      <a:pt x="76" y="98"/>
                    </a:lnTo>
                    <a:lnTo>
                      <a:pt x="113" y="94"/>
                    </a:lnTo>
                    <a:lnTo>
                      <a:pt x="151" y="91"/>
                    </a:lnTo>
                    <a:lnTo>
                      <a:pt x="187" y="86"/>
                    </a:lnTo>
                    <a:lnTo>
                      <a:pt x="223" y="81"/>
                    </a:lnTo>
                    <a:lnTo>
                      <a:pt x="258" y="76"/>
                    </a:lnTo>
                    <a:lnTo>
                      <a:pt x="293" y="69"/>
                    </a:lnTo>
                    <a:lnTo>
                      <a:pt x="327" y="63"/>
                    </a:lnTo>
                    <a:lnTo>
                      <a:pt x="361" y="55"/>
                    </a:lnTo>
                    <a:lnTo>
                      <a:pt x="394" y="47"/>
                    </a:lnTo>
                    <a:lnTo>
                      <a:pt x="427" y="39"/>
                    </a:lnTo>
                    <a:lnTo>
                      <a:pt x="459" y="30"/>
                    </a:lnTo>
                    <a:lnTo>
                      <a:pt x="490" y="20"/>
                    </a:lnTo>
                    <a:lnTo>
                      <a:pt x="520" y="10"/>
                    </a:lnTo>
                    <a:lnTo>
                      <a:pt x="550" y="0"/>
                    </a:lnTo>
                    <a:lnTo>
                      <a:pt x="557" y="41"/>
                    </a:lnTo>
                    <a:lnTo>
                      <a:pt x="564" y="84"/>
                    </a:lnTo>
                    <a:lnTo>
                      <a:pt x="568" y="127"/>
                    </a:lnTo>
                    <a:lnTo>
                      <a:pt x="573" y="171"/>
                    </a:lnTo>
                    <a:lnTo>
                      <a:pt x="574" y="180"/>
                    </a:lnTo>
                    <a:lnTo>
                      <a:pt x="574" y="190"/>
                    </a:lnTo>
                    <a:lnTo>
                      <a:pt x="575" y="200"/>
                    </a:lnTo>
                    <a:lnTo>
                      <a:pt x="575" y="209"/>
                    </a:lnTo>
                    <a:close/>
                  </a:path>
                </a:pathLst>
              </a:custGeom>
              <a:grpFill/>
              <a:ln w="9525">
                <a:noFill/>
                <a:round/>
                <a:headEnd/>
                <a:tailEnd/>
              </a:ln>
            </p:spPr>
            <p:txBody>
              <a:bodyPr/>
              <a:lstStyle/>
              <a:p>
                <a:pPr algn="ctr">
                  <a:defRPr/>
                </a:pPr>
                <a:endParaRPr lang="en-US" sz="900" dirty="0"/>
              </a:p>
            </p:txBody>
          </p:sp>
          <p:sp>
            <p:nvSpPr>
              <p:cNvPr id="56" name="Freeform 55"/>
              <p:cNvSpPr>
                <a:spLocks/>
              </p:cNvSpPr>
              <p:nvPr/>
            </p:nvSpPr>
            <p:spPr bwMode="auto">
              <a:xfrm>
                <a:off x="2575" y="2342"/>
                <a:ext cx="281" cy="236"/>
              </a:xfrm>
              <a:custGeom>
                <a:avLst/>
                <a:gdLst/>
                <a:ahLst/>
                <a:cxnLst>
                  <a:cxn ang="0">
                    <a:pos x="548" y="474"/>
                  </a:cxn>
                  <a:cxn ang="0">
                    <a:pos x="520" y="471"/>
                  </a:cxn>
                  <a:cxn ang="0">
                    <a:pos x="493" y="470"/>
                  </a:cxn>
                  <a:cxn ang="0">
                    <a:pos x="466" y="468"/>
                  </a:cxn>
                  <a:cxn ang="0">
                    <a:pos x="439" y="465"/>
                  </a:cxn>
                  <a:cxn ang="0">
                    <a:pos x="412" y="461"/>
                  </a:cxn>
                  <a:cxn ang="0">
                    <a:pos x="386" y="458"/>
                  </a:cxn>
                  <a:cxn ang="0">
                    <a:pos x="359" y="454"/>
                  </a:cxn>
                  <a:cxn ang="0">
                    <a:pos x="330" y="450"/>
                  </a:cxn>
                  <a:cxn ang="0">
                    <a:pos x="299" y="444"/>
                  </a:cxn>
                  <a:cxn ang="0">
                    <a:pos x="268" y="437"/>
                  </a:cxn>
                  <a:cxn ang="0">
                    <a:pos x="238" y="430"/>
                  </a:cxn>
                  <a:cxn ang="0">
                    <a:pos x="208" y="422"/>
                  </a:cxn>
                  <a:cxn ang="0">
                    <a:pos x="178" y="414"/>
                  </a:cxn>
                  <a:cxn ang="0">
                    <a:pos x="149" y="406"/>
                  </a:cxn>
                  <a:cxn ang="0">
                    <a:pos x="120" y="397"/>
                  </a:cxn>
                  <a:cxn ang="0">
                    <a:pos x="92" y="364"/>
                  </a:cxn>
                  <a:cxn ang="0">
                    <a:pos x="68" y="309"/>
                  </a:cxn>
                  <a:cxn ang="0">
                    <a:pos x="48" y="254"/>
                  </a:cxn>
                  <a:cxn ang="0">
                    <a:pos x="34" y="199"/>
                  </a:cxn>
                  <a:cxn ang="0">
                    <a:pos x="19" y="129"/>
                  </a:cxn>
                  <a:cxn ang="0">
                    <a:pos x="5" y="44"/>
                  </a:cxn>
                  <a:cxn ang="0">
                    <a:pos x="17" y="7"/>
                  </a:cxn>
                  <a:cxn ang="0">
                    <a:pos x="53" y="20"/>
                  </a:cxn>
                  <a:cxn ang="0">
                    <a:pos x="90" y="32"/>
                  </a:cxn>
                  <a:cxn ang="0">
                    <a:pos x="126" y="43"/>
                  </a:cxn>
                  <a:cxn ang="0">
                    <a:pos x="163" y="52"/>
                  </a:cxn>
                  <a:cxn ang="0">
                    <a:pos x="201" y="63"/>
                  </a:cxn>
                  <a:cxn ang="0">
                    <a:pos x="240" y="71"/>
                  </a:cxn>
                  <a:cxn ang="0">
                    <a:pos x="280" y="79"/>
                  </a:cxn>
                  <a:cxn ang="0">
                    <a:pos x="315" y="85"/>
                  </a:cxn>
                  <a:cxn ang="0">
                    <a:pos x="348" y="90"/>
                  </a:cxn>
                  <a:cxn ang="0">
                    <a:pos x="380" y="95"/>
                  </a:cxn>
                  <a:cxn ang="0">
                    <a:pos x="412" y="98"/>
                  </a:cxn>
                  <a:cxn ang="0">
                    <a:pos x="445" y="102"/>
                  </a:cxn>
                  <a:cxn ang="0">
                    <a:pos x="478" y="105"/>
                  </a:cxn>
                  <a:cxn ang="0">
                    <a:pos x="511" y="108"/>
                  </a:cxn>
                  <a:cxn ang="0">
                    <a:pos x="545" y="109"/>
                  </a:cxn>
                  <a:cxn ang="0">
                    <a:pos x="562" y="277"/>
                  </a:cxn>
                </a:cxnLst>
                <a:rect l="0" t="0" r="r" b="b"/>
                <a:pathLst>
                  <a:path w="562" h="474">
                    <a:moveTo>
                      <a:pt x="562" y="474"/>
                    </a:moveTo>
                    <a:lnTo>
                      <a:pt x="548" y="474"/>
                    </a:lnTo>
                    <a:lnTo>
                      <a:pt x="534" y="473"/>
                    </a:lnTo>
                    <a:lnTo>
                      <a:pt x="520" y="471"/>
                    </a:lnTo>
                    <a:lnTo>
                      <a:pt x="506" y="471"/>
                    </a:lnTo>
                    <a:lnTo>
                      <a:pt x="493" y="470"/>
                    </a:lnTo>
                    <a:lnTo>
                      <a:pt x="480" y="469"/>
                    </a:lnTo>
                    <a:lnTo>
                      <a:pt x="466" y="468"/>
                    </a:lnTo>
                    <a:lnTo>
                      <a:pt x="452" y="466"/>
                    </a:lnTo>
                    <a:lnTo>
                      <a:pt x="439" y="465"/>
                    </a:lnTo>
                    <a:lnTo>
                      <a:pt x="426" y="463"/>
                    </a:lnTo>
                    <a:lnTo>
                      <a:pt x="412" y="461"/>
                    </a:lnTo>
                    <a:lnTo>
                      <a:pt x="399" y="460"/>
                    </a:lnTo>
                    <a:lnTo>
                      <a:pt x="386" y="458"/>
                    </a:lnTo>
                    <a:lnTo>
                      <a:pt x="373" y="456"/>
                    </a:lnTo>
                    <a:lnTo>
                      <a:pt x="359" y="454"/>
                    </a:lnTo>
                    <a:lnTo>
                      <a:pt x="346" y="452"/>
                    </a:lnTo>
                    <a:lnTo>
                      <a:pt x="330" y="450"/>
                    </a:lnTo>
                    <a:lnTo>
                      <a:pt x="315" y="446"/>
                    </a:lnTo>
                    <a:lnTo>
                      <a:pt x="299" y="444"/>
                    </a:lnTo>
                    <a:lnTo>
                      <a:pt x="284" y="440"/>
                    </a:lnTo>
                    <a:lnTo>
                      <a:pt x="268" y="437"/>
                    </a:lnTo>
                    <a:lnTo>
                      <a:pt x="253" y="433"/>
                    </a:lnTo>
                    <a:lnTo>
                      <a:pt x="238" y="430"/>
                    </a:lnTo>
                    <a:lnTo>
                      <a:pt x="223" y="427"/>
                    </a:lnTo>
                    <a:lnTo>
                      <a:pt x="208" y="422"/>
                    </a:lnTo>
                    <a:lnTo>
                      <a:pt x="193" y="418"/>
                    </a:lnTo>
                    <a:lnTo>
                      <a:pt x="178" y="414"/>
                    </a:lnTo>
                    <a:lnTo>
                      <a:pt x="163" y="410"/>
                    </a:lnTo>
                    <a:lnTo>
                      <a:pt x="149" y="406"/>
                    </a:lnTo>
                    <a:lnTo>
                      <a:pt x="134" y="401"/>
                    </a:lnTo>
                    <a:lnTo>
                      <a:pt x="120" y="397"/>
                    </a:lnTo>
                    <a:lnTo>
                      <a:pt x="106" y="392"/>
                    </a:lnTo>
                    <a:lnTo>
                      <a:pt x="92" y="364"/>
                    </a:lnTo>
                    <a:lnTo>
                      <a:pt x="79" y="337"/>
                    </a:lnTo>
                    <a:lnTo>
                      <a:pt x="68" y="309"/>
                    </a:lnTo>
                    <a:lnTo>
                      <a:pt x="57" y="281"/>
                    </a:lnTo>
                    <a:lnTo>
                      <a:pt x="48" y="254"/>
                    </a:lnTo>
                    <a:lnTo>
                      <a:pt x="41" y="226"/>
                    </a:lnTo>
                    <a:lnTo>
                      <a:pt x="34" y="199"/>
                    </a:lnTo>
                    <a:lnTo>
                      <a:pt x="27" y="171"/>
                    </a:lnTo>
                    <a:lnTo>
                      <a:pt x="19" y="129"/>
                    </a:lnTo>
                    <a:lnTo>
                      <a:pt x="12" y="88"/>
                    </a:lnTo>
                    <a:lnTo>
                      <a:pt x="5" y="44"/>
                    </a:lnTo>
                    <a:lnTo>
                      <a:pt x="0" y="0"/>
                    </a:lnTo>
                    <a:lnTo>
                      <a:pt x="17" y="7"/>
                    </a:lnTo>
                    <a:lnTo>
                      <a:pt x="35" y="13"/>
                    </a:lnTo>
                    <a:lnTo>
                      <a:pt x="53" y="20"/>
                    </a:lnTo>
                    <a:lnTo>
                      <a:pt x="71" y="26"/>
                    </a:lnTo>
                    <a:lnTo>
                      <a:pt x="90" y="32"/>
                    </a:lnTo>
                    <a:lnTo>
                      <a:pt x="108" y="37"/>
                    </a:lnTo>
                    <a:lnTo>
                      <a:pt x="126" y="43"/>
                    </a:lnTo>
                    <a:lnTo>
                      <a:pt x="145" y="48"/>
                    </a:lnTo>
                    <a:lnTo>
                      <a:pt x="163" y="52"/>
                    </a:lnTo>
                    <a:lnTo>
                      <a:pt x="183" y="58"/>
                    </a:lnTo>
                    <a:lnTo>
                      <a:pt x="201" y="63"/>
                    </a:lnTo>
                    <a:lnTo>
                      <a:pt x="221" y="67"/>
                    </a:lnTo>
                    <a:lnTo>
                      <a:pt x="240" y="71"/>
                    </a:lnTo>
                    <a:lnTo>
                      <a:pt x="260" y="75"/>
                    </a:lnTo>
                    <a:lnTo>
                      <a:pt x="280" y="79"/>
                    </a:lnTo>
                    <a:lnTo>
                      <a:pt x="299" y="82"/>
                    </a:lnTo>
                    <a:lnTo>
                      <a:pt x="315" y="85"/>
                    </a:lnTo>
                    <a:lnTo>
                      <a:pt x="331" y="88"/>
                    </a:lnTo>
                    <a:lnTo>
                      <a:pt x="348" y="90"/>
                    </a:lnTo>
                    <a:lnTo>
                      <a:pt x="364" y="93"/>
                    </a:lnTo>
                    <a:lnTo>
                      <a:pt x="380" y="95"/>
                    </a:lnTo>
                    <a:lnTo>
                      <a:pt x="396" y="97"/>
                    </a:lnTo>
                    <a:lnTo>
                      <a:pt x="412" y="98"/>
                    </a:lnTo>
                    <a:lnTo>
                      <a:pt x="429" y="101"/>
                    </a:lnTo>
                    <a:lnTo>
                      <a:pt x="445" y="102"/>
                    </a:lnTo>
                    <a:lnTo>
                      <a:pt x="462" y="104"/>
                    </a:lnTo>
                    <a:lnTo>
                      <a:pt x="478" y="105"/>
                    </a:lnTo>
                    <a:lnTo>
                      <a:pt x="495" y="106"/>
                    </a:lnTo>
                    <a:lnTo>
                      <a:pt x="511" y="108"/>
                    </a:lnTo>
                    <a:lnTo>
                      <a:pt x="528" y="109"/>
                    </a:lnTo>
                    <a:lnTo>
                      <a:pt x="545" y="109"/>
                    </a:lnTo>
                    <a:lnTo>
                      <a:pt x="562" y="110"/>
                    </a:lnTo>
                    <a:lnTo>
                      <a:pt x="562" y="277"/>
                    </a:lnTo>
                    <a:lnTo>
                      <a:pt x="562" y="474"/>
                    </a:lnTo>
                    <a:close/>
                  </a:path>
                </a:pathLst>
              </a:custGeom>
              <a:grpFill/>
              <a:ln w="9525">
                <a:noFill/>
                <a:round/>
                <a:headEnd/>
                <a:tailEnd/>
              </a:ln>
            </p:spPr>
            <p:txBody>
              <a:bodyPr/>
              <a:lstStyle/>
              <a:p>
                <a:pPr algn="ctr">
                  <a:defRPr/>
                </a:pPr>
                <a:endParaRPr lang="en-US" sz="900" dirty="0"/>
              </a:p>
            </p:txBody>
          </p:sp>
          <p:sp>
            <p:nvSpPr>
              <p:cNvPr id="57" name="Freeform 56"/>
              <p:cNvSpPr>
                <a:spLocks/>
              </p:cNvSpPr>
              <p:nvPr/>
            </p:nvSpPr>
            <p:spPr bwMode="auto">
              <a:xfrm>
                <a:off x="2567" y="2069"/>
                <a:ext cx="289" cy="272"/>
              </a:xfrm>
              <a:custGeom>
                <a:avLst/>
                <a:gdLst/>
                <a:ahLst/>
                <a:cxnLst>
                  <a:cxn ang="0">
                    <a:pos x="3" y="198"/>
                  </a:cxn>
                  <a:cxn ang="0">
                    <a:pos x="4" y="176"/>
                  </a:cxn>
                  <a:cxn ang="0">
                    <a:pos x="10" y="122"/>
                  </a:cxn>
                  <a:cxn ang="0">
                    <a:pos x="20" y="40"/>
                  </a:cxn>
                  <a:cxn ang="0">
                    <a:pos x="38" y="3"/>
                  </a:cxn>
                  <a:cxn ang="0">
                    <a:pos x="61" y="11"/>
                  </a:cxn>
                  <a:cxn ang="0">
                    <a:pos x="83" y="18"/>
                  </a:cxn>
                  <a:cxn ang="0">
                    <a:pos x="106" y="25"/>
                  </a:cxn>
                  <a:cxn ang="0">
                    <a:pos x="129" y="32"/>
                  </a:cxn>
                  <a:cxn ang="0">
                    <a:pos x="152" y="39"/>
                  </a:cxn>
                  <a:cxn ang="0">
                    <a:pos x="176" y="46"/>
                  </a:cxn>
                  <a:cxn ang="0">
                    <a:pos x="200" y="51"/>
                  </a:cxn>
                  <a:cxn ang="0">
                    <a:pos x="233" y="60"/>
                  </a:cxn>
                  <a:cxn ang="0">
                    <a:pos x="277" y="69"/>
                  </a:cxn>
                  <a:cxn ang="0">
                    <a:pos x="321" y="76"/>
                  </a:cxn>
                  <a:cxn ang="0">
                    <a:pos x="366" y="83"/>
                  </a:cxn>
                  <a:cxn ang="0">
                    <a:pos x="411" y="88"/>
                  </a:cxn>
                  <a:cxn ang="0">
                    <a:pos x="458" y="93"/>
                  </a:cxn>
                  <a:cxn ang="0">
                    <a:pos x="505" y="98"/>
                  </a:cxn>
                  <a:cxn ang="0">
                    <a:pos x="554" y="100"/>
                  </a:cxn>
                  <a:cxn ang="0">
                    <a:pos x="578" y="313"/>
                  </a:cxn>
                  <a:cxn ang="0">
                    <a:pos x="557" y="543"/>
                  </a:cxn>
                  <a:cxn ang="0">
                    <a:pos x="517" y="541"/>
                  </a:cxn>
                  <a:cxn ang="0">
                    <a:pos x="475" y="537"/>
                  </a:cxn>
                  <a:cxn ang="0">
                    <a:pos x="434" y="533"/>
                  </a:cxn>
                  <a:cxn ang="0">
                    <a:pos x="392" y="527"/>
                  </a:cxn>
                  <a:cxn ang="0">
                    <a:pos x="351" y="521"/>
                  </a:cxn>
                  <a:cxn ang="0">
                    <a:pos x="311" y="514"/>
                  </a:cxn>
                  <a:cxn ang="0">
                    <a:pos x="270" y="506"/>
                  </a:cxn>
                  <a:cxn ang="0">
                    <a:pos x="232" y="499"/>
                  </a:cxn>
                  <a:cxn ang="0">
                    <a:pos x="197" y="490"/>
                  </a:cxn>
                  <a:cxn ang="0">
                    <a:pos x="162" y="481"/>
                  </a:cxn>
                  <a:cxn ang="0">
                    <a:pos x="130" y="472"/>
                  </a:cxn>
                  <a:cxn ang="0">
                    <a:pos x="97" y="461"/>
                  </a:cxn>
                  <a:cxn ang="0">
                    <a:pos x="69" y="451"/>
                  </a:cxn>
                  <a:cxn ang="0">
                    <a:pos x="41" y="441"/>
                  </a:cxn>
                  <a:cxn ang="0">
                    <a:pos x="15" y="429"/>
                  </a:cxn>
                  <a:cxn ang="0">
                    <a:pos x="1" y="370"/>
                  </a:cxn>
                  <a:cxn ang="0">
                    <a:pos x="0" y="263"/>
                  </a:cxn>
                </a:cxnLst>
                <a:rect l="0" t="0" r="r" b="b"/>
                <a:pathLst>
                  <a:path w="578" h="544">
                    <a:moveTo>
                      <a:pt x="2" y="209"/>
                    </a:moveTo>
                    <a:lnTo>
                      <a:pt x="3" y="198"/>
                    </a:lnTo>
                    <a:lnTo>
                      <a:pt x="4" y="186"/>
                    </a:lnTo>
                    <a:lnTo>
                      <a:pt x="4" y="176"/>
                    </a:lnTo>
                    <a:lnTo>
                      <a:pt x="5" y="164"/>
                    </a:lnTo>
                    <a:lnTo>
                      <a:pt x="10" y="122"/>
                    </a:lnTo>
                    <a:lnTo>
                      <a:pt x="15" y="80"/>
                    </a:lnTo>
                    <a:lnTo>
                      <a:pt x="20" y="40"/>
                    </a:lnTo>
                    <a:lnTo>
                      <a:pt x="27" y="0"/>
                    </a:lnTo>
                    <a:lnTo>
                      <a:pt x="38" y="3"/>
                    </a:lnTo>
                    <a:lnTo>
                      <a:pt x="49" y="8"/>
                    </a:lnTo>
                    <a:lnTo>
                      <a:pt x="61" y="11"/>
                    </a:lnTo>
                    <a:lnTo>
                      <a:pt x="71" y="15"/>
                    </a:lnTo>
                    <a:lnTo>
                      <a:pt x="83" y="18"/>
                    </a:lnTo>
                    <a:lnTo>
                      <a:pt x="94" y="22"/>
                    </a:lnTo>
                    <a:lnTo>
                      <a:pt x="106" y="25"/>
                    </a:lnTo>
                    <a:lnTo>
                      <a:pt x="117" y="28"/>
                    </a:lnTo>
                    <a:lnTo>
                      <a:pt x="129" y="32"/>
                    </a:lnTo>
                    <a:lnTo>
                      <a:pt x="140" y="35"/>
                    </a:lnTo>
                    <a:lnTo>
                      <a:pt x="152" y="39"/>
                    </a:lnTo>
                    <a:lnTo>
                      <a:pt x="164" y="42"/>
                    </a:lnTo>
                    <a:lnTo>
                      <a:pt x="176" y="46"/>
                    </a:lnTo>
                    <a:lnTo>
                      <a:pt x="188" y="49"/>
                    </a:lnTo>
                    <a:lnTo>
                      <a:pt x="200" y="51"/>
                    </a:lnTo>
                    <a:lnTo>
                      <a:pt x="213" y="55"/>
                    </a:lnTo>
                    <a:lnTo>
                      <a:pt x="233" y="60"/>
                    </a:lnTo>
                    <a:lnTo>
                      <a:pt x="255" y="64"/>
                    </a:lnTo>
                    <a:lnTo>
                      <a:pt x="277" y="69"/>
                    </a:lnTo>
                    <a:lnTo>
                      <a:pt x="299" y="72"/>
                    </a:lnTo>
                    <a:lnTo>
                      <a:pt x="321" y="76"/>
                    </a:lnTo>
                    <a:lnTo>
                      <a:pt x="343" y="79"/>
                    </a:lnTo>
                    <a:lnTo>
                      <a:pt x="366" y="83"/>
                    </a:lnTo>
                    <a:lnTo>
                      <a:pt x="389" y="86"/>
                    </a:lnTo>
                    <a:lnTo>
                      <a:pt x="411" y="88"/>
                    </a:lnTo>
                    <a:lnTo>
                      <a:pt x="435" y="91"/>
                    </a:lnTo>
                    <a:lnTo>
                      <a:pt x="458" y="93"/>
                    </a:lnTo>
                    <a:lnTo>
                      <a:pt x="481" y="95"/>
                    </a:lnTo>
                    <a:lnTo>
                      <a:pt x="505" y="98"/>
                    </a:lnTo>
                    <a:lnTo>
                      <a:pt x="529" y="99"/>
                    </a:lnTo>
                    <a:lnTo>
                      <a:pt x="554" y="100"/>
                    </a:lnTo>
                    <a:lnTo>
                      <a:pt x="578" y="101"/>
                    </a:lnTo>
                    <a:lnTo>
                      <a:pt x="578" y="313"/>
                    </a:lnTo>
                    <a:lnTo>
                      <a:pt x="578" y="544"/>
                    </a:lnTo>
                    <a:lnTo>
                      <a:pt x="557" y="543"/>
                    </a:lnTo>
                    <a:lnTo>
                      <a:pt x="537" y="542"/>
                    </a:lnTo>
                    <a:lnTo>
                      <a:pt x="517" y="541"/>
                    </a:lnTo>
                    <a:lnTo>
                      <a:pt x="496" y="539"/>
                    </a:lnTo>
                    <a:lnTo>
                      <a:pt x="475" y="537"/>
                    </a:lnTo>
                    <a:lnTo>
                      <a:pt x="455" y="535"/>
                    </a:lnTo>
                    <a:lnTo>
                      <a:pt x="434" y="533"/>
                    </a:lnTo>
                    <a:lnTo>
                      <a:pt x="413" y="531"/>
                    </a:lnTo>
                    <a:lnTo>
                      <a:pt x="392" y="527"/>
                    </a:lnTo>
                    <a:lnTo>
                      <a:pt x="372" y="525"/>
                    </a:lnTo>
                    <a:lnTo>
                      <a:pt x="351" y="521"/>
                    </a:lnTo>
                    <a:lnTo>
                      <a:pt x="330" y="518"/>
                    </a:lnTo>
                    <a:lnTo>
                      <a:pt x="311" y="514"/>
                    </a:lnTo>
                    <a:lnTo>
                      <a:pt x="290" y="511"/>
                    </a:lnTo>
                    <a:lnTo>
                      <a:pt x="270" y="506"/>
                    </a:lnTo>
                    <a:lnTo>
                      <a:pt x="251" y="503"/>
                    </a:lnTo>
                    <a:lnTo>
                      <a:pt x="232" y="499"/>
                    </a:lnTo>
                    <a:lnTo>
                      <a:pt x="215" y="495"/>
                    </a:lnTo>
                    <a:lnTo>
                      <a:pt x="197" y="490"/>
                    </a:lnTo>
                    <a:lnTo>
                      <a:pt x="179" y="486"/>
                    </a:lnTo>
                    <a:lnTo>
                      <a:pt x="162" y="481"/>
                    </a:lnTo>
                    <a:lnTo>
                      <a:pt x="146" y="476"/>
                    </a:lnTo>
                    <a:lnTo>
                      <a:pt x="130" y="472"/>
                    </a:lnTo>
                    <a:lnTo>
                      <a:pt x="114" y="467"/>
                    </a:lnTo>
                    <a:lnTo>
                      <a:pt x="97" y="461"/>
                    </a:lnTo>
                    <a:lnTo>
                      <a:pt x="83" y="457"/>
                    </a:lnTo>
                    <a:lnTo>
                      <a:pt x="69" y="451"/>
                    </a:lnTo>
                    <a:lnTo>
                      <a:pt x="54" y="446"/>
                    </a:lnTo>
                    <a:lnTo>
                      <a:pt x="41" y="441"/>
                    </a:lnTo>
                    <a:lnTo>
                      <a:pt x="27" y="435"/>
                    </a:lnTo>
                    <a:lnTo>
                      <a:pt x="15" y="429"/>
                    </a:lnTo>
                    <a:lnTo>
                      <a:pt x="3" y="423"/>
                    </a:lnTo>
                    <a:lnTo>
                      <a:pt x="1" y="370"/>
                    </a:lnTo>
                    <a:lnTo>
                      <a:pt x="0" y="316"/>
                    </a:lnTo>
                    <a:lnTo>
                      <a:pt x="0" y="263"/>
                    </a:lnTo>
                    <a:lnTo>
                      <a:pt x="2" y="209"/>
                    </a:lnTo>
                    <a:close/>
                  </a:path>
                </a:pathLst>
              </a:custGeom>
              <a:grpFill/>
              <a:ln w="9525">
                <a:noFill/>
                <a:round/>
                <a:headEnd/>
                <a:tailEnd/>
              </a:ln>
            </p:spPr>
            <p:txBody>
              <a:bodyPr/>
              <a:lstStyle/>
              <a:p>
                <a:pPr algn="ctr">
                  <a:defRPr/>
                </a:pPr>
                <a:endParaRPr lang="en-US" sz="900" dirty="0"/>
              </a:p>
            </p:txBody>
          </p:sp>
          <p:sp>
            <p:nvSpPr>
              <p:cNvPr id="58" name="Freeform 57"/>
              <p:cNvSpPr>
                <a:spLocks/>
              </p:cNvSpPr>
              <p:nvPr/>
            </p:nvSpPr>
            <p:spPr bwMode="auto">
              <a:xfrm>
                <a:off x="2904" y="1814"/>
                <a:ext cx="263" cy="250"/>
              </a:xfrm>
              <a:custGeom>
                <a:avLst/>
                <a:gdLst/>
                <a:ahLst/>
                <a:cxnLst>
                  <a:cxn ang="0">
                    <a:pos x="0" y="67"/>
                  </a:cxn>
                  <a:cxn ang="0">
                    <a:pos x="26" y="66"/>
                  </a:cxn>
                  <a:cxn ang="0">
                    <a:pos x="50" y="64"/>
                  </a:cxn>
                  <a:cxn ang="0">
                    <a:pos x="74" y="63"/>
                  </a:cxn>
                  <a:cxn ang="0">
                    <a:pos x="98" y="59"/>
                  </a:cxn>
                  <a:cxn ang="0">
                    <a:pos x="122" y="57"/>
                  </a:cxn>
                  <a:cxn ang="0">
                    <a:pos x="145" y="53"/>
                  </a:cxn>
                  <a:cxn ang="0">
                    <a:pos x="169" y="50"/>
                  </a:cxn>
                  <a:cxn ang="0">
                    <a:pos x="192" y="45"/>
                  </a:cxn>
                  <a:cxn ang="0">
                    <a:pos x="213" y="41"/>
                  </a:cxn>
                  <a:cxn ang="0">
                    <a:pos x="235" y="36"/>
                  </a:cxn>
                  <a:cxn ang="0">
                    <a:pos x="257" y="32"/>
                  </a:cxn>
                  <a:cxn ang="0">
                    <a:pos x="279" y="26"/>
                  </a:cxn>
                  <a:cxn ang="0">
                    <a:pos x="300" y="20"/>
                  </a:cxn>
                  <a:cxn ang="0">
                    <a:pos x="321" y="13"/>
                  </a:cxn>
                  <a:cxn ang="0">
                    <a:pos x="340" y="7"/>
                  </a:cxn>
                  <a:cxn ang="0">
                    <a:pos x="360" y="0"/>
                  </a:cxn>
                  <a:cxn ang="0">
                    <a:pos x="376" y="28"/>
                  </a:cxn>
                  <a:cxn ang="0">
                    <a:pos x="391" y="56"/>
                  </a:cxn>
                  <a:cxn ang="0">
                    <a:pos x="406" y="85"/>
                  </a:cxn>
                  <a:cxn ang="0">
                    <a:pos x="421" y="114"/>
                  </a:cxn>
                  <a:cxn ang="0">
                    <a:pos x="435" y="144"/>
                  </a:cxn>
                  <a:cxn ang="0">
                    <a:pos x="448" y="176"/>
                  </a:cxn>
                  <a:cxn ang="0">
                    <a:pos x="462" y="208"/>
                  </a:cxn>
                  <a:cxn ang="0">
                    <a:pos x="475" y="240"/>
                  </a:cxn>
                  <a:cxn ang="0">
                    <a:pos x="482" y="260"/>
                  </a:cxn>
                  <a:cxn ang="0">
                    <a:pos x="489" y="278"/>
                  </a:cxn>
                  <a:cxn ang="0">
                    <a:pos x="496" y="298"/>
                  </a:cxn>
                  <a:cxn ang="0">
                    <a:pos x="501" y="317"/>
                  </a:cxn>
                  <a:cxn ang="0">
                    <a:pos x="508" y="338"/>
                  </a:cxn>
                  <a:cxn ang="0">
                    <a:pos x="514" y="357"/>
                  </a:cxn>
                  <a:cxn ang="0">
                    <a:pos x="520" y="378"/>
                  </a:cxn>
                  <a:cxn ang="0">
                    <a:pos x="526" y="399"/>
                  </a:cxn>
                  <a:cxn ang="0">
                    <a:pos x="497" y="409"/>
                  </a:cxn>
                  <a:cxn ang="0">
                    <a:pos x="468" y="420"/>
                  </a:cxn>
                  <a:cxn ang="0">
                    <a:pos x="438" y="429"/>
                  </a:cxn>
                  <a:cxn ang="0">
                    <a:pos x="408" y="438"/>
                  </a:cxn>
                  <a:cxn ang="0">
                    <a:pos x="377" y="446"/>
                  </a:cxn>
                  <a:cxn ang="0">
                    <a:pos x="346" y="454"/>
                  </a:cxn>
                  <a:cxn ang="0">
                    <a:pos x="314" y="462"/>
                  </a:cxn>
                  <a:cxn ang="0">
                    <a:pos x="280" y="469"/>
                  </a:cxn>
                  <a:cxn ang="0">
                    <a:pos x="247" y="475"/>
                  </a:cxn>
                  <a:cxn ang="0">
                    <a:pos x="213" y="481"/>
                  </a:cxn>
                  <a:cxn ang="0">
                    <a:pos x="179" y="485"/>
                  </a:cxn>
                  <a:cxn ang="0">
                    <a:pos x="143" y="490"/>
                  </a:cxn>
                  <a:cxn ang="0">
                    <a:pos x="109" y="493"/>
                  </a:cxn>
                  <a:cxn ang="0">
                    <a:pos x="73" y="497"/>
                  </a:cxn>
                  <a:cxn ang="0">
                    <a:pos x="37" y="499"/>
                  </a:cxn>
                  <a:cxn ang="0">
                    <a:pos x="0" y="501"/>
                  </a:cxn>
                  <a:cxn ang="0">
                    <a:pos x="0" y="290"/>
                  </a:cxn>
                  <a:cxn ang="0">
                    <a:pos x="0" y="67"/>
                  </a:cxn>
                </a:cxnLst>
                <a:rect l="0" t="0" r="r" b="b"/>
                <a:pathLst>
                  <a:path w="526" h="501">
                    <a:moveTo>
                      <a:pt x="0" y="67"/>
                    </a:moveTo>
                    <a:lnTo>
                      <a:pt x="26" y="66"/>
                    </a:lnTo>
                    <a:lnTo>
                      <a:pt x="50" y="64"/>
                    </a:lnTo>
                    <a:lnTo>
                      <a:pt x="74" y="63"/>
                    </a:lnTo>
                    <a:lnTo>
                      <a:pt x="98" y="59"/>
                    </a:lnTo>
                    <a:lnTo>
                      <a:pt x="122" y="57"/>
                    </a:lnTo>
                    <a:lnTo>
                      <a:pt x="145" y="53"/>
                    </a:lnTo>
                    <a:lnTo>
                      <a:pt x="169" y="50"/>
                    </a:lnTo>
                    <a:lnTo>
                      <a:pt x="192" y="45"/>
                    </a:lnTo>
                    <a:lnTo>
                      <a:pt x="213" y="41"/>
                    </a:lnTo>
                    <a:lnTo>
                      <a:pt x="235" y="36"/>
                    </a:lnTo>
                    <a:lnTo>
                      <a:pt x="257" y="32"/>
                    </a:lnTo>
                    <a:lnTo>
                      <a:pt x="279" y="26"/>
                    </a:lnTo>
                    <a:lnTo>
                      <a:pt x="300" y="20"/>
                    </a:lnTo>
                    <a:lnTo>
                      <a:pt x="321" y="13"/>
                    </a:lnTo>
                    <a:lnTo>
                      <a:pt x="340" y="7"/>
                    </a:lnTo>
                    <a:lnTo>
                      <a:pt x="360" y="0"/>
                    </a:lnTo>
                    <a:lnTo>
                      <a:pt x="376" y="28"/>
                    </a:lnTo>
                    <a:lnTo>
                      <a:pt x="391" y="56"/>
                    </a:lnTo>
                    <a:lnTo>
                      <a:pt x="406" y="85"/>
                    </a:lnTo>
                    <a:lnTo>
                      <a:pt x="421" y="114"/>
                    </a:lnTo>
                    <a:lnTo>
                      <a:pt x="435" y="144"/>
                    </a:lnTo>
                    <a:lnTo>
                      <a:pt x="448" y="176"/>
                    </a:lnTo>
                    <a:lnTo>
                      <a:pt x="462" y="208"/>
                    </a:lnTo>
                    <a:lnTo>
                      <a:pt x="475" y="240"/>
                    </a:lnTo>
                    <a:lnTo>
                      <a:pt x="482" y="260"/>
                    </a:lnTo>
                    <a:lnTo>
                      <a:pt x="489" y="278"/>
                    </a:lnTo>
                    <a:lnTo>
                      <a:pt x="496" y="298"/>
                    </a:lnTo>
                    <a:lnTo>
                      <a:pt x="501" y="317"/>
                    </a:lnTo>
                    <a:lnTo>
                      <a:pt x="508" y="338"/>
                    </a:lnTo>
                    <a:lnTo>
                      <a:pt x="514" y="357"/>
                    </a:lnTo>
                    <a:lnTo>
                      <a:pt x="520" y="378"/>
                    </a:lnTo>
                    <a:lnTo>
                      <a:pt x="526" y="399"/>
                    </a:lnTo>
                    <a:lnTo>
                      <a:pt x="497" y="409"/>
                    </a:lnTo>
                    <a:lnTo>
                      <a:pt x="468" y="420"/>
                    </a:lnTo>
                    <a:lnTo>
                      <a:pt x="438" y="429"/>
                    </a:lnTo>
                    <a:lnTo>
                      <a:pt x="408" y="438"/>
                    </a:lnTo>
                    <a:lnTo>
                      <a:pt x="377" y="446"/>
                    </a:lnTo>
                    <a:lnTo>
                      <a:pt x="346" y="454"/>
                    </a:lnTo>
                    <a:lnTo>
                      <a:pt x="314" y="462"/>
                    </a:lnTo>
                    <a:lnTo>
                      <a:pt x="280" y="469"/>
                    </a:lnTo>
                    <a:lnTo>
                      <a:pt x="247" y="475"/>
                    </a:lnTo>
                    <a:lnTo>
                      <a:pt x="213" y="481"/>
                    </a:lnTo>
                    <a:lnTo>
                      <a:pt x="179" y="485"/>
                    </a:lnTo>
                    <a:lnTo>
                      <a:pt x="143" y="490"/>
                    </a:lnTo>
                    <a:lnTo>
                      <a:pt x="109" y="493"/>
                    </a:lnTo>
                    <a:lnTo>
                      <a:pt x="73" y="497"/>
                    </a:lnTo>
                    <a:lnTo>
                      <a:pt x="37" y="499"/>
                    </a:lnTo>
                    <a:lnTo>
                      <a:pt x="0" y="501"/>
                    </a:lnTo>
                    <a:lnTo>
                      <a:pt x="0" y="290"/>
                    </a:lnTo>
                    <a:lnTo>
                      <a:pt x="0" y="67"/>
                    </a:lnTo>
                    <a:close/>
                  </a:path>
                </a:pathLst>
              </a:custGeom>
              <a:grpFill/>
              <a:ln w="9525">
                <a:noFill/>
                <a:round/>
                <a:headEnd/>
                <a:tailEnd/>
              </a:ln>
            </p:spPr>
            <p:txBody>
              <a:bodyPr/>
              <a:lstStyle/>
              <a:p>
                <a:pPr algn="ctr">
                  <a:defRPr/>
                </a:pPr>
                <a:endParaRPr lang="en-US" sz="900" dirty="0"/>
              </a:p>
            </p:txBody>
          </p:sp>
          <p:sp>
            <p:nvSpPr>
              <p:cNvPr id="59" name="Freeform 58"/>
              <p:cNvSpPr>
                <a:spLocks/>
              </p:cNvSpPr>
              <p:nvPr/>
            </p:nvSpPr>
            <p:spPr bwMode="auto">
              <a:xfrm>
                <a:off x="2594" y="1814"/>
                <a:ext cx="262" cy="250"/>
              </a:xfrm>
              <a:custGeom>
                <a:avLst/>
                <a:gdLst/>
                <a:ahLst/>
                <a:cxnLst>
                  <a:cxn ang="0">
                    <a:pos x="525" y="501"/>
                  </a:cxn>
                  <a:cxn ang="0">
                    <a:pos x="487" y="499"/>
                  </a:cxn>
                  <a:cxn ang="0">
                    <a:pos x="449" y="497"/>
                  </a:cxn>
                  <a:cxn ang="0">
                    <a:pos x="412" y="493"/>
                  </a:cxn>
                  <a:cxn ang="0">
                    <a:pos x="375" y="489"/>
                  </a:cxn>
                  <a:cxn ang="0">
                    <a:pos x="338" y="484"/>
                  </a:cxn>
                  <a:cxn ang="0">
                    <a:pos x="302" y="480"/>
                  </a:cxn>
                  <a:cxn ang="0">
                    <a:pos x="267" y="474"/>
                  </a:cxn>
                  <a:cxn ang="0">
                    <a:pos x="232" y="467"/>
                  </a:cxn>
                  <a:cxn ang="0">
                    <a:pos x="201" y="460"/>
                  </a:cxn>
                  <a:cxn ang="0">
                    <a:pos x="170" y="453"/>
                  </a:cxn>
                  <a:cxn ang="0">
                    <a:pos x="140" y="445"/>
                  </a:cxn>
                  <a:cxn ang="0">
                    <a:pos x="111" y="437"/>
                  </a:cxn>
                  <a:cxn ang="0">
                    <a:pos x="81" y="428"/>
                  </a:cxn>
                  <a:cxn ang="0">
                    <a:pos x="54" y="419"/>
                  </a:cxn>
                  <a:cxn ang="0">
                    <a:pos x="26" y="409"/>
                  </a:cxn>
                  <a:cxn ang="0">
                    <a:pos x="0" y="399"/>
                  </a:cxn>
                  <a:cxn ang="0">
                    <a:pos x="12" y="354"/>
                  </a:cxn>
                  <a:cxn ang="0">
                    <a:pos x="26" y="309"/>
                  </a:cxn>
                  <a:cxn ang="0">
                    <a:pos x="40" y="266"/>
                  </a:cxn>
                  <a:cxn ang="0">
                    <a:pos x="56" y="224"/>
                  </a:cxn>
                  <a:cxn ang="0">
                    <a:pos x="80" y="164"/>
                  </a:cxn>
                  <a:cxn ang="0">
                    <a:pos x="107" y="108"/>
                  </a:cxn>
                  <a:cxn ang="0">
                    <a:pos x="134" y="52"/>
                  </a:cxn>
                  <a:cxn ang="0">
                    <a:pos x="164" y="0"/>
                  </a:cxn>
                  <a:cxn ang="0">
                    <a:pos x="200" y="12"/>
                  </a:cxn>
                  <a:cxn ang="0">
                    <a:pos x="238" y="24"/>
                  </a:cxn>
                  <a:cxn ang="0">
                    <a:pos x="276" y="34"/>
                  </a:cxn>
                  <a:cxn ang="0">
                    <a:pos x="315" y="42"/>
                  </a:cxn>
                  <a:cxn ang="0">
                    <a:pos x="340" y="47"/>
                  </a:cxn>
                  <a:cxn ang="0">
                    <a:pos x="365" y="51"/>
                  </a:cxn>
                  <a:cxn ang="0">
                    <a:pos x="391" y="55"/>
                  </a:cxn>
                  <a:cxn ang="0">
                    <a:pos x="417" y="58"/>
                  </a:cxn>
                  <a:cxn ang="0">
                    <a:pos x="443" y="62"/>
                  </a:cxn>
                  <a:cxn ang="0">
                    <a:pos x="471" y="64"/>
                  </a:cxn>
                  <a:cxn ang="0">
                    <a:pos x="497" y="66"/>
                  </a:cxn>
                  <a:cxn ang="0">
                    <a:pos x="525" y="67"/>
                  </a:cxn>
                </a:cxnLst>
                <a:rect l="0" t="0" r="r" b="b"/>
                <a:pathLst>
                  <a:path w="525" h="501">
                    <a:moveTo>
                      <a:pt x="525" y="283"/>
                    </a:moveTo>
                    <a:lnTo>
                      <a:pt x="525" y="501"/>
                    </a:lnTo>
                    <a:lnTo>
                      <a:pt x="505" y="500"/>
                    </a:lnTo>
                    <a:lnTo>
                      <a:pt x="487" y="499"/>
                    </a:lnTo>
                    <a:lnTo>
                      <a:pt x="467" y="498"/>
                    </a:lnTo>
                    <a:lnTo>
                      <a:pt x="449" y="497"/>
                    </a:lnTo>
                    <a:lnTo>
                      <a:pt x="430" y="495"/>
                    </a:lnTo>
                    <a:lnTo>
                      <a:pt x="412" y="493"/>
                    </a:lnTo>
                    <a:lnTo>
                      <a:pt x="393" y="491"/>
                    </a:lnTo>
                    <a:lnTo>
                      <a:pt x="375" y="489"/>
                    </a:lnTo>
                    <a:lnTo>
                      <a:pt x="357" y="488"/>
                    </a:lnTo>
                    <a:lnTo>
                      <a:pt x="338" y="484"/>
                    </a:lnTo>
                    <a:lnTo>
                      <a:pt x="320" y="482"/>
                    </a:lnTo>
                    <a:lnTo>
                      <a:pt x="302" y="480"/>
                    </a:lnTo>
                    <a:lnTo>
                      <a:pt x="285" y="476"/>
                    </a:lnTo>
                    <a:lnTo>
                      <a:pt x="267" y="474"/>
                    </a:lnTo>
                    <a:lnTo>
                      <a:pt x="250" y="470"/>
                    </a:lnTo>
                    <a:lnTo>
                      <a:pt x="232" y="467"/>
                    </a:lnTo>
                    <a:lnTo>
                      <a:pt x="216" y="463"/>
                    </a:lnTo>
                    <a:lnTo>
                      <a:pt x="201" y="460"/>
                    </a:lnTo>
                    <a:lnTo>
                      <a:pt x="185" y="457"/>
                    </a:lnTo>
                    <a:lnTo>
                      <a:pt x="170" y="453"/>
                    </a:lnTo>
                    <a:lnTo>
                      <a:pt x="155" y="450"/>
                    </a:lnTo>
                    <a:lnTo>
                      <a:pt x="140" y="445"/>
                    </a:lnTo>
                    <a:lnTo>
                      <a:pt x="125" y="442"/>
                    </a:lnTo>
                    <a:lnTo>
                      <a:pt x="111" y="437"/>
                    </a:lnTo>
                    <a:lnTo>
                      <a:pt x="96" y="432"/>
                    </a:lnTo>
                    <a:lnTo>
                      <a:pt x="81" y="428"/>
                    </a:lnTo>
                    <a:lnTo>
                      <a:pt x="68" y="423"/>
                    </a:lnTo>
                    <a:lnTo>
                      <a:pt x="54" y="419"/>
                    </a:lnTo>
                    <a:lnTo>
                      <a:pt x="40" y="414"/>
                    </a:lnTo>
                    <a:lnTo>
                      <a:pt x="26" y="409"/>
                    </a:lnTo>
                    <a:lnTo>
                      <a:pt x="13" y="404"/>
                    </a:lnTo>
                    <a:lnTo>
                      <a:pt x="0" y="399"/>
                    </a:lnTo>
                    <a:lnTo>
                      <a:pt x="5" y="376"/>
                    </a:lnTo>
                    <a:lnTo>
                      <a:pt x="12" y="354"/>
                    </a:lnTo>
                    <a:lnTo>
                      <a:pt x="19" y="331"/>
                    </a:lnTo>
                    <a:lnTo>
                      <a:pt x="26" y="309"/>
                    </a:lnTo>
                    <a:lnTo>
                      <a:pt x="33" y="287"/>
                    </a:lnTo>
                    <a:lnTo>
                      <a:pt x="40" y="266"/>
                    </a:lnTo>
                    <a:lnTo>
                      <a:pt x="48" y="245"/>
                    </a:lnTo>
                    <a:lnTo>
                      <a:pt x="56" y="224"/>
                    </a:lnTo>
                    <a:lnTo>
                      <a:pt x="68" y="194"/>
                    </a:lnTo>
                    <a:lnTo>
                      <a:pt x="80" y="164"/>
                    </a:lnTo>
                    <a:lnTo>
                      <a:pt x="93" y="135"/>
                    </a:lnTo>
                    <a:lnTo>
                      <a:pt x="107" y="108"/>
                    </a:lnTo>
                    <a:lnTo>
                      <a:pt x="121" y="80"/>
                    </a:lnTo>
                    <a:lnTo>
                      <a:pt x="134" y="52"/>
                    </a:lnTo>
                    <a:lnTo>
                      <a:pt x="149" y="26"/>
                    </a:lnTo>
                    <a:lnTo>
                      <a:pt x="164" y="0"/>
                    </a:lnTo>
                    <a:lnTo>
                      <a:pt x="183" y="6"/>
                    </a:lnTo>
                    <a:lnTo>
                      <a:pt x="200" y="12"/>
                    </a:lnTo>
                    <a:lnTo>
                      <a:pt x="218" y="18"/>
                    </a:lnTo>
                    <a:lnTo>
                      <a:pt x="238" y="24"/>
                    </a:lnTo>
                    <a:lnTo>
                      <a:pt x="256" y="28"/>
                    </a:lnTo>
                    <a:lnTo>
                      <a:pt x="276" y="34"/>
                    </a:lnTo>
                    <a:lnTo>
                      <a:pt x="296" y="37"/>
                    </a:lnTo>
                    <a:lnTo>
                      <a:pt x="315" y="42"/>
                    </a:lnTo>
                    <a:lnTo>
                      <a:pt x="328" y="44"/>
                    </a:lnTo>
                    <a:lnTo>
                      <a:pt x="340" y="47"/>
                    </a:lnTo>
                    <a:lnTo>
                      <a:pt x="352" y="49"/>
                    </a:lnTo>
                    <a:lnTo>
                      <a:pt x="365" y="51"/>
                    </a:lnTo>
                    <a:lnTo>
                      <a:pt x="379" y="52"/>
                    </a:lnTo>
                    <a:lnTo>
                      <a:pt x="391" y="55"/>
                    </a:lnTo>
                    <a:lnTo>
                      <a:pt x="404" y="57"/>
                    </a:lnTo>
                    <a:lnTo>
                      <a:pt x="417" y="58"/>
                    </a:lnTo>
                    <a:lnTo>
                      <a:pt x="430" y="59"/>
                    </a:lnTo>
                    <a:lnTo>
                      <a:pt x="443" y="62"/>
                    </a:lnTo>
                    <a:lnTo>
                      <a:pt x="457" y="63"/>
                    </a:lnTo>
                    <a:lnTo>
                      <a:pt x="471" y="64"/>
                    </a:lnTo>
                    <a:lnTo>
                      <a:pt x="483" y="65"/>
                    </a:lnTo>
                    <a:lnTo>
                      <a:pt x="497" y="66"/>
                    </a:lnTo>
                    <a:lnTo>
                      <a:pt x="511" y="66"/>
                    </a:lnTo>
                    <a:lnTo>
                      <a:pt x="525" y="67"/>
                    </a:lnTo>
                    <a:lnTo>
                      <a:pt x="525" y="283"/>
                    </a:lnTo>
                    <a:close/>
                  </a:path>
                </a:pathLst>
              </a:custGeom>
              <a:grpFill/>
              <a:ln w="9525">
                <a:noFill/>
                <a:round/>
                <a:headEnd/>
                <a:tailEnd/>
              </a:ln>
            </p:spPr>
            <p:txBody>
              <a:bodyPr/>
              <a:lstStyle/>
              <a:p>
                <a:pPr algn="ctr">
                  <a:defRPr/>
                </a:pPr>
                <a:endParaRPr lang="en-US" sz="900" dirty="0"/>
              </a:p>
            </p:txBody>
          </p:sp>
          <p:sp>
            <p:nvSpPr>
              <p:cNvPr id="60" name="Freeform 59"/>
              <p:cNvSpPr>
                <a:spLocks/>
              </p:cNvSpPr>
              <p:nvPr/>
            </p:nvSpPr>
            <p:spPr bwMode="auto">
              <a:xfrm>
                <a:off x="2904" y="2342"/>
                <a:ext cx="281" cy="236"/>
              </a:xfrm>
              <a:custGeom>
                <a:avLst/>
                <a:gdLst/>
                <a:ahLst/>
                <a:cxnLst>
                  <a:cxn ang="0">
                    <a:pos x="0" y="336"/>
                  </a:cxn>
                  <a:cxn ang="0">
                    <a:pos x="0" y="110"/>
                  </a:cxn>
                  <a:cxn ang="0">
                    <a:pos x="38" y="109"/>
                  </a:cxn>
                  <a:cxn ang="0">
                    <a:pos x="76" y="105"/>
                  </a:cxn>
                  <a:cxn ang="0">
                    <a:pos x="113" y="103"/>
                  </a:cxn>
                  <a:cxn ang="0">
                    <a:pos x="150" y="98"/>
                  </a:cxn>
                  <a:cxn ang="0">
                    <a:pos x="187" y="94"/>
                  </a:cxn>
                  <a:cxn ang="0">
                    <a:pos x="223" y="89"/>
                  </a:cxn>
                  <a:cxn ang="0">
                    <a:pos x="258" y="83"/>
                  </a:cxn>
                  <a:cxn ang="0">
                    <a:pos x="294" y="76"/>
                  </a:cxn>
                  <a:cxn ang="0">
                    <a:pos x="330" y="70"/>
                  </a:cxn>
                  <a:cxn ang="0">
                    <a:pos x="364" y="62"/>
                  </a:cxn>
                  <a:cxn ang="0">
                    <a:pos x="398" y="52"/>
                  </a:cxn>
                  <a:cxn ang="0">
                    <a:pos x="431" y="43"/>
                  </a:cxn>
                  <a:cxn ang="0">
                    <a:pos x="465" y="34"/>
                  </a:cxn>
                  <a:cxn ang="0">
                    <a:pos x="498" y="24"/>
                  </a:cxn>
                  <a:cxn ang="0">
                    <a:pos x="530" y="12"/>
                  </a:cxn>
                  <a:cxn ang="0">
                    <a:pos x="561" y="0"/>
                  </a:cxn>
                  <a:cxn ang="0">
                    <a:pos x="558" y="29"/>
                  </a:cxn>
                  <a:cxn ang="0">
                    <a:pos x="553" y="57"/>
                  </a:cxn>
                  <a:cxn ang="0">
                    <a:pos x="550" y="83"/>
                  </a:cxn>
                  <a:cxn ang="0">
                    <a:pos x="545" y="111"/>
                  </a:cxn>
                  <a:cxn ang="0">
                    <a:pos x="541" y="138"/>
                  </a:cxn>
                  <a:cxn ang="0">
                    <a:pos x="536" y="164"/>
                  </a:cxn>
                  <a:cxn ang="0">
                    <a:pos x="530" y="189"/>
                  </a:cxn>
                  <a:cxn ang="0">
                    <a:pos x="523" y="216"/>
                  </a:cxn>
                  <a:cxn ang="0">
                    <a:pos x="518" y="238"/>
                  </a:cxn>
                  <a:cxn ang="0">
                    <a:pos x="511" y="260"/>
                  </a:cxn>
                  <a:cxn ang="0">
                    <a:pos x="504" y="281"/>
                  </a:cxn>
                  <a:cxn ang="0">
                    <a:pos x="496" y="303"/>
                  </a:cxn>
                  <a:cxn ang="0">
                    <a:pos x="488" y="325"/>
                  </a:cxn>
                  <a:cxn ang="0">
                    <a:pos x="478" y="347"/>
                  </a:cxn>
                  <a:cxn ang="0">
                    <a:pos x="468" y="370"/>
                  </a:cxn>
                  <a:cxn ang="0">
                    <a:pos x="456" y="392"/>
                  </a:cxn>
                  <a:cxn ang="0">
                    <a:pos x="430" y="400"/>
                  </a:cxn>
                  <a:cxn ang="0">
                    <a:pos x="403" y="409"/>
                  </a:cxn>
                  <a:cxn ang="0">
                    <a:pos x="377" y="416"/>
                  </a:cxn>
                  <a:cxn ang="0">
                    <a:pos x="349" y="424"/>
                  </a:cxn>
                  <a:cxn ang="0">
                    <a:pos x="322" y="431"/>
                  </a:cxn>
                  <a:cxn ang="0">
                    <a:pos x="294" y="437"/>
                  </a:cxn>
                  <a:cxn ang="0">
                    <a:pos x="265" y="443"/>
                  </a:cxn>
                  <a:cxn ang="0">
                    <a:pos x="238" y="448"/>
                  </a:cxn>
                  <a:cxn ang="0">
                    <a:pos x="209" y="453"/>
                  </a:cxn>
                  <a:cxn ang="0">
                    <a:pos x="179" y="458"/>
                  </a:cxn>
                  <a:cxn ang="0">
                    <a:pos x="150" y="462"/>
                  </a:cxn>
                  <a:cxn ang="0">
                    <a:pos x="120" y="466"/>
                  </a:cxn>
                  <a:cxn ang="0">
                    <a:pos x="91" y="468"/>
                  </a:cxn>
                  <a:cxn ang="0">
                    <a:pos x="61" y="470"/>
                  </a:cxn>
                  <a:cxn ang="0">
                    <a:pos x="30" y="473"/>
                  </a:cxn>
                  <a:cxn ang="0">
                    <a:pos x="0" y="474"/>
                  </a:cxn>
                  <a:cxn ang="0">
                    <a:pos x="0" y="336"/>
                  </a:cxn>
                </a:cxnLst>
                <a:rect l="0" t="0" r="r" b="b"/>
                <a:pathLst>
                  <a:path w="561" h="474">
                    <a:moveTo>
                      <a:pt x="0" y="336"/>
                    </a:moveTo>
                    <a:lnTo>
                      <a:pt x="0" y="110"/>
                    </a:lnTo>
                    <a:lnTo>
                      <a:pt x="38" y="109"/>
                    </a:lnTo>
                    <a:lnTo>
                      <a:pt x="76" y="105"/>
                    </a:lnTo>
                    <a:lnTo>
                      <a:pt x="113" y="103"/>
                    </a:lnTo>
                    <a:lnTo>
                      <a:pt x="150" y="98"/>
                    </a:lnTo>
                    <a:lnTo>
                      <a:pt x="187" y="94"/>
                    </a:lnTo>
                    <a:lnTo>
                      <a:pt x="223" y="89"/>
                    </a:lnTo>
                    <a:lnTo>
                      <a:pt x="258" y="83"/>
                    </a:lnTo>
                    <a:lnTo>
                      <a:pt x="294" y="76"/>
                    </a:lnTo>
                    <a:lnTo>
                      <a:pt x="330" y="70"/>
                    </a:lnTo>
                    <a:lnTo>
                      <a:pt x="364" y="62"/>
                    </a:lnTo>
                    <a:lnTo>
                      <a:pt x="398" y="52"/>
                    </a:lnTo>
                    <a:lnTo>
                      <a:pt x="431" y="43"/>
                    </a:lnTo>
                    <a:lnTo>
                      <a:pt x="465" y="34"/>
                    </a:lnTo>
                    <a:lnTo>
                      <a:pt x="498" y="24"/>
                    </a:lnTo>
                    <a:lnTo>
                      <a:pt x="530" y="12"/>
                    </a:lnTo>
                    <a:lnTo>
                      <a:pt x="561" y="0"/>
                    </a:lnTo>
                    <a:lnTo>
                      <a:pt x="558" y="29"/>
                    </a:lnTo>
                    <a:lnTo>
                      <a:pt x="553" y="57"/>
                    </a:lnTo>
                    <a:lnTo>
                      <a:pt x="550" y="83"/>
                    </a:lnTo>
                    <a:lnTo>
                      <a:pt x="545" y="111"/>
                    </a:lnTo>
                    <a:lnTo>
                      <a:pt x="541" y="138"/>
                    </a:lnTo>
                    <a:lnTo>
                      <a:pt x="536" y="164"/>
                    </a:lnTo>
                    <a:lnTo>
                      <a:pt x="530" y="189"/>
                    </a:lnTo>
                    <a:lnTo>
                      <a:pt x="523" y="216"/>
                    </a:lnTo>
                    <a:lnTo>
                      <a:pt x="518" y="238"/>
                    </a:lnTo>
                    <a:lnTo>
                      <a:pt x="511" y="260"/>
                    </a:lnTo>
                    <a:lnTo>
                      <a:pt x="504" y="281"/>
                    </a:lnTo>
                    <a:lnTo>
                      <a:pt x="496" y="303"/>
                    </a:lnTo>
                    <a:lnTo>
                      <a:pt x="488" y="325"/>
                    </a:lnTo>
                    <a:lnTo>
                      <a:pt x="478" y="347"/>
                    </a:lnTo>
                    <a:lnTo>
                      <a:pt x="468" y="370"/>
                    </a:lnTo>
                    <a:lnTo>
                      <a:pt x="456" y="392"/>
                    </a:lnTo>
                    <a:lnTo>
                      <a:pt x="430" y="400"/>
                    </a:lnTo>
                    <a:lnTo>
                      <a:pt x="403" y="409"/>
                    </a:lnTo>
                    <a:lnTo>
                      <a:pt x="377" y="416"/>
                    </a:lnTo>
                    <a:lnTo>
                      <a:pt x="349" y="424"/>
                    </a:lnTo>
                    <a:lnTo>
                      <a:pt x="322" y="431"/>
                    </a:lnTo>
                    <a:lnTo>
                      <a:pt x="294" y="437"/>
                    </a:lnTo>
                    <a:lnTo>
                      <a:pt x="265" y="443"/>
                    </a:lnTo>
                    <a:lnTo>
                      <a:pt x="238" y="448"/>
                    </a:lnTo>
                    <a:lnTo>
                      <a:pt x="209" y="453"/>
                    </a:lnTo>
                    <a:lnTo>
                      <a:pt x="179" y="458"/>
                    </a:lnTo>
                    <a:lnTo>
                      <a:pt x="150" y="462"/>
                    </a:lnTo>
                    <a:lnTo>
                      <a:pt x="120" y="466"/>
                    </a:lnTo>
                    <a:lnTo>
                      <a:pt x="91" y="468"/>
                    </a:lnTo>
                    <a:lnTo>
                      <a:pt x="61" y="470"/>
                    </a:lnTo>
                    <a:lnTo>
                      <a:pt x="30" y="473"/>
                    </a:lnTo>
                    <a:lnTo>
                      <a:pt x="0" y="474"/>
                    </a:lnTo>
                    <a:lnTo>
                      <a:pt x="0" y="336"/>
                    </a:lnTo>
                    <a:close/>
                  </a:path>
                </a:pathLst>
              </a:custGeom>
              <a:grpFill/>
              <a:ln w="9525">
                <a:noFill/>
                <a:round/>
                <a:headEnd/>
                <a:tailEnd/>
              </a:ln>
            </p:spPr>
            <p:txBody>
              <a:bodyPr/>
              <a:lstStyle/>
              <a:p>
                <a:pPr algn="ctr">
                  <a:defRPr/>
                </a:pPr>
                <a:endParaRPr lang="en-US" sz="900" dirty="0"/>
              </a:p>
            </p:txBody>
          </p:sp>
          <p:sp>
            <p:nvSpPr>
              <p:cNvPr id="61" name="Freeform 60"/>
              <p:cNvSpPr>
                <a:spLocks/>
              </p:cNvSpPr>
              <p:nvPr/>
            </p:nvSpPr>
            <p:spPr bwMode="auto">
              <a:xfrm>
                <a:off x="3136" y="1704"/>
                <a:ext cx="216" cy="286"/>
              </a:xfrm>
              <a:custGeom>
                <a:avLst/>
                <a:gdLst/>
                <a:ahLst/>
                <a:cxnLst>
                  <a:cxn ang="0">
                    <a:pos x="210" y="11"/>
                  </a:cxn>
                  <a:cxn ang="0">
                    <a:pos x="241" y="35"/>
                  </a:cxn>
                  <a:cxn ang="0">
                    <a:pos x="272" y="64"/>
                  </a:cxn>
                  <a:cxn ang="0">
                    <a:pos x="303" y="95"/>
                  </a:cxn>
                  <a:cxn ang="0">
                    <a:pos x="333" y="128"/>
                  </a:cxn>
                  <a:cxn ang="0">
                    <a:pos x="363" y="162"/>
                  </a:cxn>
                  <a:cxn ang="0">
                    <a:pos x="392" y="198"/>
                  </a:cxn>
                  <a:cxn ang="0">
                    <a:pos x="420" y="233"/>
                  </a:cxn>
                  <a:cxn ang="0">
                    <a:pos x="431" y="274"/>
                  </a:cxn>
                  <a:cxn ang="0">
                    <a:pos x="421" y="319"/>
                  </a:cxn>
                  <a:cxn ang="0">
                    <a:pos x="403" y="362"/>
                  </a:cxn>
                  <a:cxn ang="0">
                    <a:pos x="376" y="404"/>
                  </a:cxn>
                  <a:cxn ang="0">
                    <a:pos x="342" y="444"/>
                  </a:cxn>
                  <a:cxn ang="0">
                    <a:pos x="300" y="483"/>
                  </a:cxn>
                  <a:cxn ang="0">
                    <a:pos x="251" y="520"/>
                  </a:cxn>
                  <a:cxn ang="0">
                    <a:pos x="196" y="555"/>
                  </a:cxn>
                  <a:cxn ang="0">
                    <a:pos x="157" y="539"/>
                  </a:cxn>
                  <a:cxn ang="0">
                    <a:pos x="136" y="475"/>
                  </a:cxn>
                  <a:cxn ang="0">
                    <a:pos x="113" y="413"/>
                  </a:cxn>
                  <a:cxn ang="0">
                    <a:pos x="89" y="353"/>
                  </a:cxn>
                  <a:cxn ang="0">
                    <a:pos x="67" y="304"/>
                  </a:cxn>
                  <a:cxn ang="0">
                    <a:pos x="49" y="266"/>
                  </a:cxn>
                  <a:cxn ang="0">
                    <a:pos x="30" y="228"/>
                  </a:cxn>
                  <a:cxn ang="0">
                    <a:pos x="11" y="192"/>
                  </a:cxn>
                  <a:cxn ang="0">
                    <a:pos x="17" y="164"/>
                  </a:cxn>
                  <a:cxn ang="0">
                    <a:pos x="49" y="146"/>
                  </a:cxn>
                  <a:cxn ang="0">
                    <a:pos x="78" y="126"/>
                  </a:cxn>
                  <a:cxn ang="0">
                    <a:pos x="105" y="106"/>
                  </a:cxn>
                  <a:cxn ang="0">
                    <a:pos x="129" y="84"/>
                  </a:cxn>
                  <a:cxn ang="0">
                    <a:pos x="151" y="61"/>
                  </a:cxn>
                  <a:cxn ang="0">
                    <a:pos x="171" y="37"/>
                  </a:cxn>
                  <a:cxn ang="0">
                    <a:pos x="188" y="12"/>
                  </a:cxn>
                </a:cxnLst>
                <a:rect l="0" t="0" r="r" b="b"/>
                <a:pathLst>
                  <a:path w="432" h="571">
                    <a:moveTo>
                      <a:pt x="195" y="0"/>
                    </a:moveTo>
                    <a:lnTo>
                      <a:pt x="210" y="11"/>
                    </a:lnTo>
                    <a:lnTo>
                      <a:pt x="225" y="23"/>
                    </a:lnTo>
                    <a:lnTo>
                      <a:pt x="241" y="35"/>
                    </a:lnTo>
                    <a:lnTo>
                      <a:pt x="256" y="49"/>
                    </a:lnTo>
                    <a:lnTo>
                      <a:pt x="272" y="64"/>
                    </a:lnTo>
                    <a:lnTo>
                      <a:pt x="287" y="79"/>
                    </a:lnTo>
                    <a:lnTo>
                      <a:pt x="303" y="95"/>
                    </a:lnTo>
                    <a:lnTo>
                      <a:pt x="318" y="111"/>
                    </a:lnTo>
                    <a:lnTo>
                      <a:pt x="333" y="128"/>
                    </a:lnTo>
                    <a:lnTo>
                      <a:pt x="349" y="145"/>
                    </a:lnTo>
                    <a:lnTo>
                      <a:pt x="363" y="162"/>
                    </a:lnTo>
                    <a:lnTo>
                      <a:pt x="378" y="179"/>
                    </a:lnTo>
                    <a:lnTo>
                      <a:pt x="392" y="198"/>
                    </a:lnTo>
                    <a:lnTo>
                      <a:pt x="406" y="215"/>
                    </a:lnTo>
                    <a:lnTo>
                      <a:pt x="420" y="233"/>
                    </a:lnTo>
                    <a:lnTo>
                      <a:pt x="432" y="251"/>
                    </a:lnTo>
                    <a:lnTo>
                      <a:pt x="431" y="274"/>
                    </a:lnTo>
                    <a:lnTo>
                      <a:pt x="428" y="296"/>
                    </a:lnTo>
                    <a:lnTo>
                      <a:pt x="421" y="319"/>
                    </a:lnTo>
                    <a:lnTo>
                      <a:pt x="413" y="341"/>
                    </a:lnTo>
                    <a:lnTo>
                      <a:pt x="403" y="362"/>
                    </a:lnTo>
                    <a:lnTo>
                      <a:pt x="391" y="383"/>
                    </a:lnTo>
                    <a:lnTo>
                      <a:pt x="376" y="404"/>
                    </a:lnTo>
                    <a:lnTo>
                      <a:pt x="360" y="425"/>
                    </a:lnTo>
                    <a:lnTo>
                      <a:pt x="342" y="444"/>
                    </a:lnTo>
                    <a:lnTo>
                      <a:pt x="322" y="464"/>
                    </a:lnTo>
                    <a:lnTo>
                      <a:pt x="300" y="483"/>
                    </a:lnTo>
                    <a:lnTo>
                      <a:pt x="277" y="502"/>
                    </a:lnTo>
                    <a:lnTo>
                      <a:pt x="251" y="520"/>
                    </a:lnTo>
                    <a:lnTo>
                      <a:pt x="225" y="537"/>
                    </a:lnTo>
                    <a:lnTo>
                      <a:pt x="196" y="555"/>
                    </a:lnTo>
                    <a:lnTo>
                      <a:pt x="166" y="571"/>
                    </a:lnTo>
                    <a:lnTo>
                      <a:pt x="157" y="539"/>
                    </a:lnTo>
                    <a:lnTo>
                      <a:pt x="147" y="506"/>
                    </a:lnTo>
                    <a:lnTo>
                      <a:pt x="136" y="475"/>
                    </a:lnTo>
                    <a:lnTo>
                      <a:pt x="125" y="443"/>
                    </a:lnTo>
                    <a:lnTo>
                      <a:pt x="113" y="413"/>
                    </a:lnTo>
                    <a:lnTo>
                      <a:pt x="102" y="383"/>
                    </a:lnTo>
                    <a:lnTo>
                      <a:pt x="89" y="353"/>
                    </a:lnTo>
                    <a:lnTo>
                      <a:pt x="76" y="323"/>
                    </a:lnTo>
                    <a:lnTo>
                      <a:pt x="67" y="304"/>
                    </a:lnTo>
                    <a:lnTo>
                      <a:pt x="58" y="284"/>
                    </a:lnTo>
                    <a:lnTo>
                      <a:pt x="49" y="266"/>
                    </a:lnTo>
                    <a:lnTo>
                      <a:pt x="40" y="246"/>
                    </a:lnTo>
                    <a:lnTo>
                      <a:pt x="30" y="228"/>
                    </a:lnTo>
                    <a:lnTo>
                      <a:pt x="20" y="209"/>
                    </a:lnTo>
                    <a:lnTo>
                      <a:pt x="11" y="192"/>
                    </a:lnTo>
                    <a:lnTo>
                      <a:pt x="0" y="174"/>
                    </a:lnTo>
                    <a:lnTo>
                      <a:pt x="17" y="164"/>
                    </a:lnTo>
                    <a:lnTo>
                      <a:pt x="33" y="155"/>
                    </a:lnTo>
                    <a:lnTo>
                      <a:pt x="49" y="146"/>
                    </a:lnTo>
                    <a:lnTo>
                      <a:pt x="64" y="136"/>
                    </a:lnTo>
                    <a:lnTo>
                      <a:pt x="78" y="126"/>
                    </a:lnTo>
                    <a:lnTo>
                      <a:pt x="91" y="116"/>
                    </a:lnTo>
                    <a:lnTo>
                      <a:pt x="105" y="106"/>
                    </a:lnTo>
                    <a:lnTo>
                      <a:pt x="118" y="94"/>
                    </a:lnTo>
                    <a:lnTo>
                      <a:pt x="129" y="84"/>
                    </a:lnTo>
                    <a:lnTo>
                      <a:pt x="141" y="72"/>
                    </a:lnTo>
                    <a:lnTo>
                      <a:pt x="151" y="61"/>
                    </a:lnTo>
                    <a:lnTo>
                      <a:pt x="162" y="49"/>
                    </a:lnTo>
                    <a:lnTo>
                      <a:pt x="171" y="37"/>
                    </a:lnTo>
                    <a:lnTo>
                      <a:pt x="180" y="25"/>
                    </a:lnTo>
                    <a:lnTo>
                      <a:pt x="188" y="12"/>
                    </a:lnTo>
                    <a:lnTo>
                      <a:pt x="195" y="0"/>
                    </a:lnTo>
                    <a:close/>
                  </a:path>
                </a:pathLst>
              </a:custGeom>
              <a:grpFill/>
              <a:ln w="9525">
                <a:noFill/>
                <a:round/>
                <a:headEnd/>
                <a:tailEnd/>
              </a:ln>
            </p:spPr>
            <p:txBody>
              <a:bodyPr/>
              <a:lstStyle/>
              <a:p>
                <a:pPr algn="ctr">
                  <a:defRPr/>
                </a:pPr>
                <a:endParaRPr lang="en-US" sz="900" dirty="0"/>
              </a:p>
            </p:txBody>
          </p:sp>
          <p:sp>
            <p:nvSpPr>
              <p:cNvPr id="62" name="Freeform 61"/>
              <p:cNvSpPr>
                <a:spLocks/>
              </p:cNvSpPr>
              <p:nvPr/>
            </p:nvSpPr>
            <p:spPr bwMode="auto">
              <a:xfrm>
                <a:off x="3003" y="1595"/>
                <a:ext cx="184" cy="149"/>
              </a:xfrm>
              <a:custGeom>
                <a:avLst/>
                <a:gdLst/>
                <a:ahLst/>
                <a:cxnLst>
                  <a:cxn ang="0">
                    <a:pos x="4" y="0"/>
                  </a:cxn>
                  <a:cxn ang="0">
                    <a:pos x="22" y="3"/>
                  </a:cxn>
                  <a:cxn ang="0">
                    <a:pos x="42" y="7"/>
                  </a:cxn>
                  <a:cxn ang="0">
                    <a:pos x="63" y="10"/>
                  </a:cxn>
                  <a:cxn ang="0">
                    <a:pos x="83" y="16"/>
                  </a:cxn>
                  <a:cxn ang="0">
                    <a:pos x="105" y="22"/>
                  </a:cxn>
                  <a:cxn ang="0">
                    <a:pos x="128" y="28"/>
                  </a:cxn>
                  <a:cxn ang="0">
                    <a:pos x="151" y="36"/>
                  </a:cxn>
                  <a:cxn ang="0">
                    <a:pos x="174" y="44"/>
                  </a:cxn>
                  <a:cxn ang="0">
                    <a:pos x="199" y="54"/>
                  </a:cxn>
                  <a:cxn ang="0">
                    <a:pos x="223" y="64"/>
                  </a:cxn>
                  <a:cxn ang="0">
                    <a:pos x="247" y="76"/>
                  </a:cxn>
                  <a:cxn ang="0">
                    <a:pos x="271" y="89"/>
                  </a:cxn>
                  <a:cxn ang="0">
                    <a:pos x="295" y="102"/>
                  </a:cxn>
                  <a:cxn ang="0">
                    <a:pos x="321" y="118"/>
                  </a:cxn>
                  <a:cxn ang="0">
                    <a:pos x="344" y="135"/>
                  </a:cxn>
                  <a:cxn ang="0">
                    <a:pos x="368" y="153"/>
                  </a:cxn>
                  <a:cxn ang="0">
                    <a:pos x="359" y="173"/>
                  </a:cxn>
                  <a:cxn ang="0">
                    <a:pos x="345" y="192"/>
                  </a:cxn>
                  <a:cxn ang="0">
                    <a:pos x="330" y="211"/>
                  </a:cxn>
                  <a:cxn ang="0">
                    <a:pos x="311" y="229"/>
                  </a:cxn>
                  <a:cxn ang="0">
                    <a:pos x="290" y="247"/>
                  </a:cxn>
                  <a:cxn ang="0">
                    <a:pos x="265" y="265"/>
                  </a:cxn>
                  <a:cxn ang="0">
                    <a:pos x="239" y="282"/>
                  </a:cxn>
                  <a:cxn ang="0">
                    <a:pos x="209" y="298"/>
                  </a:cxn>
                  <a:cxn ang="0">
                    <a:pos x="193" y="272"/>
                  </a:cxn>
                  <a:cxn ang="0">
                    <a:pos x="178" y="246"/>
                  </a:cxn>
                  <a:cxn ang="0">
                    <a:pos x="161" y="222"/>
                  </a:cxn>
                  <a:cxn ang="0">
                    <a:pos x="144" y="199"/>
                  </a:cxn>
                  <a:cxn ang="0">
                    <a:pos x="128" y="178"/>
                  </a:cxn>
                  <a:cxn ang="0">
                    <a:pos x="112" y="159"/>
                  </a:cxn>
                  <a:cxn ang="0">
                    <a:pos x="96" y="140"/>
                  </a:cxn>
                  <a:cxn ang="0">
                    <a:pos x="80" y="123"/>
                  </a:cxn>
                  <a:cxn ang="0">
                    <a:pos x="70" y="113"/>
                  </a:cxn>
                  <a:cxn ang="0">
                    <a:pos x="59" y="102"/>
                  </a:cxn>
                  <a:cxn ang="0">
                    <a:pos x="49" y="92"/>
                  </a:cxn>
                  <a:cxn ang="0">
                    <a:pos x="38" y="83"/>
                  </a:cxn>
                  <a:cxn ang="0">
                    <a:pos x="29" y="75"/>
                  </a:cxn>
                  <a:cxn ang="0">
                    <a:pos x="19" y="67"/>
                  </a:cxn>
                  <a:cxn ang="0">
                    <a:pos x="10" y="59"/>
                  </a:cxn>
                  <a:cxn ang="0">
                    <a:pos x="0" y="52"/>
                  </a:cxn>
                  <a:cxn ang="0">
                    <a:pos x="4" y="45"/>
                  </a:cxn>
                  <a:cxn ang="0">
                    <a:pos x="7" y="38"/>
                  </a:cxn>
                  <a:cxn ang="0">
                    <a:pos x="9" y="31"/>
                  </a:cxn>
                  <a:cxn ang="0">
                    <a:pos x="10" y="23"/>
                  </a:cxn>
                  <a:cxn ang="0">
                    <a:pos x="10" y="17"/>
                  </a:cxn>
                  <a:cxn ang="0">
                    <a:pos x="9" y="11"/>
                  </a:cxn>
                  <a:cxn ang="0">
                    <a:pos x="6" y="6"/>
                  </a:cxn>
                  <a:cxn ang="0">
                    <a:pos x="4" y="0"/>
                  </a:cxn>
                </a:cxnLst>
                <a:rect l="0" t="0" r="r" b="b"/>
                <a:pathLst>
                  <a:path w="368" h="298">
                    <a:moveTo>
                      <a:pt x="4" y="0"/>
                    </a:moveTo>
                    <a:lnTo>
                      <a:pt x="22" y="3"/>
                    </a:lnTo>
                    <a:lnTo>
                      <a:pt x="42" y="7"/>
                    </a:lnTo>
                    <a:lnTo>
                      <a:pt x="63" y="10"/>
                    </a:lnTo>
                    <a:lnTo>
                      <a:pt x="83" y="16"/>
                    </a:lnTo>
                    <a:lnTo>
                      <a:pt x="105" y="22"/>
                    </a:lnTo>
                    <a:lnTo>
                      <a:pt x="128" y="28"/>
                    </a:lnTo>
                    <a:lnTo>
                      <a:pt x="151" y="36"/>
                    </a:lnTo>
                    <a:lnTo>
                      <a:pt x="174" y="44"/>
                    </a:lnTo>
                    <a:lnTo>
                      <a:pt x="199" y="54"/>
                    </a:lnTo>
                    <a:lnTo>
                      <a:pt x="223" y="64"/>
                    </a:lnTo>
                    <a:lnTo>
                      <a:pt x="247" y="76"/>
                    </a:lnTo>
                    <a:lnTo>
                      <a:pt x="271" y="89"/>
                    </a:lnTo>
                    <a:lnTo>
                      <a:pt x="295" y="102"/>
                    </a:lnTo>
                    <a:lnTo>
                      <a:pt x="321" y="118"/>
                    </a:lnTo>
                    <a:lnTo>
                      <a:pt x="344" y="135"/>
                    </a:lnTo>
                    <a:lnTo>
                      <a:pt x="368" y="153"/>
                    </a:lnTo>
                    <a:lnTo>
                      <a:pt x="359" y="173"/>
                    </a:lnTo>
                    <a:lnTo>
                      <a:pt x="345" y="192"/>
                    </a:lnTo>
                    <a:lnTo>
                      <a:pt x="330" y="211"/>
                    </a:lnTo>
                    <a:lnTo>
                      <a:pt x="311" y="229"/>
                    </a:lnTo>
                    <a:lnTo>
                      <a:pt x="290" y="247"/>
                    </a:lnTo>
                    <a:lnTo>
                      <a:pt x="265" y="265"/>
                    </a:lnTo>
                    <a:lnTo>
                      <a:pt x="239" y="282"/>
                    </a:lnTo>
                    <a:lnTo>
                      <a:pt x="209" y="298"/>
                    </a:lnTo>
                    <a:lnTo>
                      <a:pt x="193" y="272"/>
                    </a:lnTo>
                    <a:lnTo>
                      <a:pt x="178" y="246"/>
                    </a:lnTo>
                    <a:lnTo>
                      <a:pt x="161" y="222"/>
                    </a:lnTo>
                    <a:lnTo>
                      <a:pt x="144" y="199"/>
                    </a:lnTo>
                    <a:lnTo>
                      <a:pt x="128" y="178"/>
                    </a:lnTo>
                    <a:lnTo>
                      <a:pt x="112" y="159"/>
                    </a:lnTo>
                    <a:lnTo>
                      <a:pt x="96" y="140"/>
                    </a:lnTo>
                    <a:lnTo>
                      <a:pt x="80" y="123"/>
                    </a:lnTo>
                    <a:lnTo>
                      <a:pt x="70" y="113"/>
                    </a:lnTo>
                    <a:lnTo>
                      <a:pt x="59" y="102"/>
                    </a:lnTo>
                    <a:lnTo>
                      <a:pt x="49" y="92"/>
                    </a:lnTo>
                    <a:lnTo>
                      <a:pt x="38" y="83"/>
                    </a:lnTo>
                    <a:lnTo>
                      <a:pt x="29" y="75"/>
                    </a:lnTo>
                    <a:lnTo>
                      <a:pt x="19" y="67"/>
                    </a:lnTo>
                    <a:lnTo>
                      <a:pt x="10" y="59"/>
                    </a:lnTo>
                    <a:lnTo>
                      <a:pt x="0" y="52"/>
                    </a:lnTo>
                    <a:lnTo>
                      <a:pt x="4" y="45"/>
                    </a:lnTo>
                    <a:lnTo>
                      <a:pt x="7" y="38"/>
                    </a:lnTo>
                    <a:lnTo>
                      <a:pt x="9" y="31"/>
                    </a:lnTo>
                    <a:lnTo>
                      <a:pt x="10" y="23"/>
                    </a:lnTo>
                    <a:lnTo>
                      <a:pt x="10" y="17"/>
                    </a:lnTo>
                    <a:lnTo>
                      <a:pt x="9" y="11"/>
                    </a:lnTo>
                    <a:lnTo>
                      <a:pt x="6" y="6"/>
                    </a:lnTo>
                    <a:lnTo>
                      <a:pt x="4" y="0"/>
                    </a:lnTo>
                    <a:close/>
                  </a:path>
                </a:pathLst>
              </a:custGeom>
              <a:grpFill/>
              <a:ln w="9525">
                <a:noFill/>
                <a:round/>
                <a:headEnd/>
                <a:tailEnd/>
              </a:ln>
            </p:spPr>
            <p:txBody>
              <a:bodyPr/>
              <a:lstStyle/>
              <a:p>
                <a:pPr algn="ctr">
                  <a:defRPr/>
                </a:pPr>
                <a:endParaRPr lang="en-US" sz="900" dirty="0"/>
              </a:p>
            </p:txBody>
          </p:sp>
          <p:sp>
            <p:nvSpPr>
              <p:cNvPr id="63" name="Freeform 62"/>
              <p:cNvSpPr>
                <a:spLocks/>
              </p:cNvSpPr>
              <p:nvPr/>
            </p:nvSpPr>
            <p:spPr bwMode="auto">
              <a:xfrm>
                <a:off x="2904" y="1650"/>
                <a:ext cx="149" cy="141"/>
              </a:xfrm>
              <a:custGeom>
                <a:avLst/>
                <a:gdLst/>
                <a:ahLst/>
                <a:cxnLst>
                  <a:cxn ang="0">
                    <a:pos x="230" y="122"/>
                  </a:cxn>
                  <a:cxn ang="0">
                    <a:pos x="240" y="135"/>
                  </a:cxn>
                  <a:cxn ang="0">
                    <a:pos x="249" y="148"/>
                  </a:cxn>
                  <a:cxn ang="0">
                    <a:pos x="258" y="162"/>
                  </a:cxn>
                  <a:cxn ang="0">
                    <a:pos x="268" y="175"/>
                  </a:cxn>
                  <a:cxn ang="0">
                    <a:pos x="276" y="189"/>
                  </a:cxn>
                  <a:cxn ang="0">
                    <a:pos x="284" y="203"/>
                  </a:cxn>
                  <a:cxn ang="0">
                    <a:pos x="292" y="218"/>
                  </a:cxn>
                  <a:cxn ang="0">
                    <a:pos x="299" y="232"/>
                  </a:cxn>
                  <a:cxn ang="0">
                    <a:pos x="283" y="237"/>
                  </a:cxn>
                  <a:cxn ang="0">
                    <a:pos x="266" y="242"/>
                  </a:cxn>
                  <a:cxn ang="0">
                    <a:pos x="249" y="247"/>
                  </a:cxn>
                  <a:cxn ang="0">
                    <a:pos x="233" y="250"/>
                  </a:cxn>
                  <a:cxn ang="0">
                    <a:pos x="215" y="255"/>
                  </a:cxn>
                  <a:cxn ang="0">
                    <a:pos x="197" y="258"/>
                  </a:cxn>
                  <a:cxn ang="0">
                    <a:pos x="179" y="263"/>
                  </a:cxn>
                  <a:cxn ang="0">
                    <a:pos x="160" y="265"/>
                  </a:cxn>
                  <a:cxn ang="0">
                    <a:pos x="141" y="269"/>
                  </a:cxn>
                  <a:cxn ang="0">
                    <a:pos x="122" y="272"/>
                  </a:cxn>
                  <a:cxn ang="0">
                    <a:pos x="103" y="275"/>
                  </a:cxn>
                  <a:cxn ang="0">
                    <a:pos x="83" y="277"/>
                  </a:cxn>
                  <a:cxn ang="0">
                    <a:pos x="63" y="279"/>
                  </a:cxn>
                  <a:cxn ang="0">
                    <a:pos x="42" y="280"/>
                  </a:cxn>
                  <a:cxn ang="0">
                    <a:pos x="21" y="281"/>
                  </a:cxn>
                  <a:cxn ang="0">
                    <a:pos x="0" y="283"/>
                  </a:cxn>
                  <a:cxn ang="0">
                    <a:pos x="0" y="104"/>
                  </a:cxn>
                  <a:cxn ang="0">
                    <a:pos x="0" y="21"/>
                  </a:cxn>
                  <a:cxn ang="0">
                    <a:pos x="7" y="21"/>
                  </a:cxn>
                  <a:cxn ang="0">
                    <a:pos x="13" y="20"/>
                  </a:cxn>
                  <a:cxn ang="0">
                    <a:pos x="20" y="20"/>
                  </a:cxn>
                  <a:cxn ang="0">
                    <a:pos x="26" y="19"/>
                  </a:cxn>
                  <a:cxn ang="0">
                    <a:pos x="33" y="18"/>
                  </a:cxn>
                  <a:cxn ang="0">
                    <a:pos x="38" y="17"/>
                  </a:cxn>
                  <a:cxn ang="0">
                    <a:pos x="44" y="17"/>
                  </a:cxn>
                  <a:cxn ang="0">
                    <a:pos x="50" y="15"/>
                  </a:cxn>
                  <a:cxn ang="0">
                    <a:pos x="58" y="13"/>
                  </a:cxn>
                  <a:cxn ang="0">
                    <a:pos x="66" y="12"/>
                  </a:cxn>
                  <a:cxn ang="0">
                    <a:pos x="74" y="10"/>
                  </a:cxn>
                  <a:cxn ang="0">
                    <a:pos x="81" y="8"/>
                  </a:cxn>
                  <a:cxn ang="0">
                    <a:pos x="88" y="6"/>
                  </a:cxn>
                  <a:cxn ang="0">
                    <a:pos x="95" y="5"/>
                  </a:cxn>
                  <a:cxn ang="0">
                    <a:pos x="102" y="3"/>
                  </a:cxn>
                  <a:cxn ang="0">
                    <a:pos x="109" y="0"/>
                  </a:cxn>
                  <a:cxn ang="0">
                    <a:pos x="125" y="13"/>
                  </a:cxn>
                  <a:cxn ang="0">
                    <a:pos x="141" y="27"/>
                  </a:cxn>
                  <a:cxn ang="0">
                    <a:pos x="156" y="41"/>
                  </a:cxn>
                  <a:cxn ang="0">
                    <a:pos x="171" y="56"/>
                  </a:cxn>
                  <a:cxn ang="0">
                    <a:pos x="186" y="72"/>
                  </a:cxn>
                  <a:cxn ang="0">
                    <a:pos x="201" y="88"/>
                  </a:cxn>
                  <a:cxn ang="0">
                    <a:pos x="216" y="105"/>
                  </a:cxn>
                  <a:cxn ang="0">
                    <a:pos x="230" y="122"/>
                  </a:cxn>
                </a:cxnLst>
                <a:rect l="0" t="0" r="r" b="b"/>
                <a:pathLst>
                  <a:path w="299" h="283">
                    <a:moveTo>
                      <a:pt x="230" y="122"/>
                    </a:moveTo>
                    <a:lnTo>
                      <a:pt x="240" y="135"/>
                    </a:lnTo>
                    <a:lnTo>
                      <a:pt x="249" y="148"/>
                    </a:lnTo>
                    <a:lnTo>
                      <a:pt x="258" y="162"/>
                    </a:lnTo>
                    <a:lnTo>
                      <a:pt x="268" y="175"/>
                    </a:lnTo>
                    <a:lnTo>
                      <a:pt x="276" y="189"/>
                    </a:lnTo>
                    <a:lnTo>
                      <a:pt x="284" y="203"/>
                    </a:lnTo>
                    <a:lnTo>
                      <a:pt x="292" y="218"/>
                    </a:lnTo>
                    <a:lnTo>
                      <a:pt x="299" y="232"/>
                    </a:lnTo>
                    <a:lnTo>
                      <a:pt x="283" y="237"/>
                    </a:lnTo>
                    <a:lnTo>
                      <a:pt x="266" y="242"/>
                    </a:lnTo>
                    <a:lnTo>
                      <a:pt x="249" y="247"/>
                    </a:lnTo>
                    <a:lnTo>
                      <a:pt x="233" y="250"/>
                    </a:lnTo>
                    <a:lnTo>
                      <a:pt x="215" y="255"/>
                    </a:lnTo>
                    <a:lnTo>
                      <a:pt x="197" y="258"/>
                    </a:lnTo>
                    <a:lnTo>
                      <a:pt x="179" y="263"/>
                    </a:lnTo>
                    <a:lnTo>
                      <a:pt x="160" y="265"/>
                    </a:lnTo>
                    <a:lnTo>
                      <a:pt x="141" y="269"/>
                    </a:lnTo>
                    <a:lnTo>
                      <a:pt x="122" y="272"/>
                    </a:lnTo>
                    <a:lnTo>
                      <a:pt x="103" y="275"/>
                    </a:lnTo>
                    <a:lnTo>
                      <a:pt x="83" y="277"/>
                    </a:lnTo>
                    <a:lnTo>
                      <a:pt x="63" y="279"/>
                    </a:lnTo>
                    <a:lnTo>
                      <a:pt x="42" y="280"/>
                    </a:lnTo>
                    <a:lnTo>
                      <a:pt x="21" y="281"/>
                    </a:lnTo>
                    <a:lnTo>
                      <a:pt x="0" y="283"/>
                    </a:lnTo>
                    <a:lnTo>
                      <a:pt x="0" y="104"/>
                    </a:lnTo>
                    <a:lnTo>
                      <a:pt x="0" y="21"/>
                    </a:lnTo>
                    <a:lnTo>
                      <a:pt x="7" y="21"/>
                    </a:lnTo>
                    <a:lnTo>
                      <a:pt x="13" y="20"/>
                    </a:lnTo>
                    <a:lnTo>
                      <a:pt x="20" y="20"/>
                    </a:lnTo>
                    <a:lnTo>
                      <a:pt x="26" y="19"/>
                    </a:lnTo>
                    <a:lnTo>
                      <a:pt x="33" y="18"/>
                    </a:lnTo>
                    <a:lnTo>
                      <a:pt x="38" y="17"/>
                    </a:lnTo>
                    <a:lnTo>
                      <a:pt x="44" y="17"/>
                    </a:lnTo>
                    <a:lnTo>
                      <a:pt x="50" y="15"/>
                    </a:lnTo>
                    <a:lnTo>
                      <a:pt x="58" y="13"/>
                    </a:lnTo>
                    <a:lnTo>
                      <a:pt x="66" y="12"/>
                    </a:lnTo>
                    <a:lnTo>
                      <a:pt x="74" y="10"/>
                    </a:lnTo>
                    <a:lnTo>
                      <a:pt x="81" y="8"/>
                    </a:lnTo>
                    <a:lnTo>
                      <a:pt x="88" y="6"/>
                    </a:lnTo>
                    <a:lnTo>
                      <a:pt x="95" y="5"/>
                    </a:lnTo>
                    <a:lnTo>
                      <a:pt x="102" y="3"/>
                    </a:lnTo>
                    <a:lnTo>
                      <a:pt x="109" y="0"/>
                    </a:lnTo>
                    <a:lnTo>
                      <a:pt x="125" y="13"/>
                    </a:lnTo>
                    <a:lnTo>
                      <a:pt x="141" y="27"/>
                    </a:lnTo>
                    <a:lnTo>
                      <a:pt x="156" y="41"/>
                    </a:lnTo>
                    <a:lnTo>
                      <a:pt x="171" y="56"/>
                    </a:lnTo>
                    <a:lnTo>
                      <a:pt x="186" y="72"/>
                    </a:lnTo>
                    <a:lnTo>
                      <a:pt x="201" y="88"/>
                    </a:lnTo>
                    <a:lnTo>
                      <a:pt x="216" y="105"/>
                    </a:lnTo>
                    <a:lnTo>
                      <a:pt x="230" y="122"/>
                    </a:lnTo>
                    <a:close/>
                  </a:path>
                </a:pathLst>
              </a:custGeom>
              <a:grpFill/>
              <a:ln w="9525">
                <a:noFill/>
                <a:round/>
                <a:headEnd/>
                <a:tailEnd/>
              </a:ln>
            </p:spPr>
            <p:txBody>
              <a:bodyPr/>
              <a:lstStyle/>
              <a:p>
                <a:pPr algn="ctr">
                  <a:defRPr/>
                </a:pPr>
                <a:endParaRPr lang="en-US" sz="900" dirty="0"/>
              </a:p>
            </p:txBody>
          </p:sp>
          <p:sp>
            <p:nvSpPr>
              <p:cNvPr id="64" name="Freeform 63"/>
              <p:cNvSpPr>
                <a:spLocks/>
              </p:cNvSpPr>
              <p:nvPr/>
            </p:nvSpPr>
            <p:spPr bwMode="auto">
              <a:xfrm>
                <a:off x="2824" y="1584"/>
                <a:ext cx="113" cy="40"/>
              </a:xfrm>
              <a:custGeom>
                <a:avLst/>
                <a:gdLst/>
                <a:ahLst/>
                <a:cxnLst>
                  <a:cxn ang="0">
                    <a:pos x="114" y="0"/>
                  </a:cxn>
                  <a:cxn ang="0">
                    <a:pos x="137" y="1"/>
                  </a:cxn>
                  <a:cxn ang="0">
                    <a:pos x="158" y="3"/>
                  </a:cxn>
                  <a:cxn ang="0">
                    <a:pos x="177" y="7"/>
                  </a:cxn>
                  <a:cxn ang="0">
                    <a:pos x="194" y="12"/>
                  </a:cxn>
                  <a:cxn ang="0">
                    <a:pos x="207" y="18"/>
                  </a:cxn>
                  <a:cxn ang="0">
                    <a:pos x="218" y="25"/>
                  </a:cxn>
                  <a:cxn ang="0">
                    <a:pos x="225" y="32"/>
                  </a:cxn>
                  <a:cxn ang="0">
                    <a:pos x="227" y="40"/>
                  </a:cxn>
                  <a:cxn ang="0">
                    <a:pos x="226" y="45"/>
                  </a:cxn>
                  <a:cxn ang="0">
                    <a:pos x="224" y="51"/>
                  </a:cxn>
                  <a:cxn ang="0">
                    <a:pos x="220" y="55"/>
                  </a:cxn>
                  <a:cxn ang="0">
                    <a:pos x="214" y="59"/>
                  </a:cxn>
                  <a:cxn ang="0">
                    <a:pos x="207" y="63"/>
                  </a:cxn>
                  <a:cxn ang="0">
                    <a:pos x="199" y="67"/>
                  </a:cxn>
                  <a:cxn ang="0">
                    <a:pos x="190" y="70"/>
                  </a:cxn>
                  <a:cxn ang="0">
                    <a:pos x="180" y="74"/>
                  </a:cxn>
                  <a:cxn ang="0">
                    <a:pos x="173" y="75"/>
                  </a:cxn>
                  <a:cxn ang="0">
                    <a:pos x="165" y="77"/>
                  </a:cxn>
                  <a:cxn ang="0">
                    <a:pos x="157" y="78"/>
                  </a:cxn>
                  <a:cxn ang="0">
                    <a:pos x="149" y="78"/>
                  </a:cxn>
                  <a:cxn ang="0">
                    <a:pos x="141" y="79"/>
                  </a:cxn>
                  <a:cxn ang="0">
                    <a:pos x="133" y="81"/>
                  </a:cxn>
                  <a:cxn ang="0">
                    <a:pos x="123" y="81"/>
                  </a:cxn>
                  <a:cxn ang="0">
                    <a:pos x="114" y="81"/>
                  </a:cxn>
                  <a:cxn ang="0">
                    <a:pos x="91" y="79"/>
                  </a:cxn>
                  <a:cxn ang="0">
                    <a:pos x="69" y="77"/>
                  </a:cxn>
                  <a:cxn ang="0">
                    <a:pos x="51" y="74"/>
                  </a:cxn>
                  <a:cxn ang="0">
                    <a:pos x="34" y="69"/>
                  </a:cxn>
                  <a:cxn ang="0">
                    <a:pos x="20" y="63"/>
                  </a:cxn>
                  <a:cxn ang="0">
                    <a:pos x="9" y="56"/>
                  </a:cxn>
                  <a:cxn ang="0">
                    <a:pos x="2" y="48"/>
                  </a:cxn>
                  <a:cxn ang="0">
                    <a:pos x="0" y="40"/>
                  </a:cxn>
                  <a:cxn ang="0">
                    <a:pos x="2" y="32"/>
                  </a:cxn>
                  <a:cxn ang="0">
                    <a:pos x="9" y="25"/>
                  </a:cxn>
                  <a:cxn ang="0">
                    <a:pos x="20" y="18"/>
                  </a:cxn>
                  <a:cxn ang="0">
                    <a:pos x="34" y="12"/>
                  </a:cxn>
                  <a:cxn ang="0">
                    <a:pos x="51" y="7"/>
                  </a:cxn>
                  <a:cxn ang="0">
                    <a:pos x="69" y="3"/>
                  </a:cxn>
                  <a:cxn ang="0">
                    <a:pos x="91" y="1"/>
                  </a:cxn>
                  <a:cxn ang="0">
                    <a:pos x="114" y="0"/>
                  </a:cxn>
                </a:cxnLst>
                <a:rect l="0" t="0" r="r" b="b"/>
                <a:pathLst>
                  <a:path w="227" h="81">
                    <a:moveTo>
                      <a:pt x="114" y="0"/>
                    </a:moveTo>
                    <a:lnTo>
                      <a:pt x="137" y="1"/>
                    </a:lnTo>
                    <a:lnTo>
                      <a:pt x="158" y="3"/>
                    </a:lnTo>
                    <a:lnTo>
                      <a:pt x="177" y="7"/>
                    </a:lnTo>
                    <a:lnTo>
                      <a:pt x="194" y="12"/>
                    </a:lnTo>
                    <a:lnTo>
                      <a:pt x="207" y="18"/>
                    </a:lnTo>
                    <a:lnTo>
                      <a:pt x="218" y="25"/>
                    </a:lnTo>
                    <a:lnTo>
                      <a:pt x="225" y="32"/>
                    </a:lnTo>
                    <a:lnTo>
                      <a:pt x="227" y="40"/>
                    </a:lnTo>
                    <a:lnTo>
                      <a:pt x="226" y="45"/>
                    </a:lnTo>
                    <a:lnTo>
                      <a:pt x="224" y="51"/>
                    </a:lnTo>
                    <a:lnTo>
                      <a:pt x="220" y="55"/>
                    </a:lnTo>
                    <a:lnTo>
                      <a:pt x="214" y="59"/>
                    </a:lnTo>
                    <a:lnTo>
                      <a:pt x="207" y="63"/>
                    </a:lnTo>
                    <a:lnTo>
                      <a:pt x="199" y="67"/>
                    </a:lnTo>
                    <a:lnTo>
                      <a:pt x="190" y="70"/>
                    </a:lnTo>
                    <a:lnTo>
                      <a:pt x="180" y="74"/>
                    </a:lnTo>
                    <a:lnTo>
                      <a:pt x="173" y="75"/>
                    </a:lnTo>
                    <a:lnTo>
                      <a:pt x="165" y="77"/>
                    </a:lnTo>
                    <a:lnTo>
                      <a:pt x="157" y="78"/>
                    </a:lnTo>
                    <a:lnTo>
                      <a:pt x="149" y="78"/>
                    </a:lnTo>
                    <a:lnTo>
                      <a:pt x="141" y="79"/>
                    </a:lnTo>
                    <a:lnTo>
                      <a:pt x="133" y="81"/>
                    </a:lnTo>
                    <a:lnTo>
                      <a:pt x="123" y="81"/>
                    </a:lnTo>
                    <a:lnTo>
                      <a:pt x="114" y="81"/>
                    </a:lnTo>
                    <a:lnTo>
                      <a:pt x="91" y="79"/>
                    </a:lnTo>
                    <a:lnTo>
                      <a:pt x="69" y="77"/>
                    </a:lnTo>
                    <a:lnTo>
                      <a:pt x="51" y="74"/>
                    </a:lnTo>
                    <a:lnTo>
                      <a:pt x="34" y="69"/>
                    </a:lnTo>
                    <a:lnTo>
                      <a:pt x="20" y="63"/>
                    </a:lnTo>
                    <a:lnTo>
                      <a:pt x="9" y="56"/>
                    </a:lnTo>
                    <a:lnTo>
                      <a:pt x="2" y="48"/>
                    </a:lnTo>
                    <a:lnTo>
                      <a:pt x="0" y="40"/>
                    </a:lnTo>
                    <a:lnTo>
                      <a:pt x="2" y="32"/>
                    </a:lnTo>
                    <a:lnTo>
                      <a:pt x="9" y="25"/>
                    </a:lnTo>
                    <a:lnTo>
                      <a:pt x="20" y="18"/>
                    </a:lnTo>
                    <a:lnTo>
                      <a:pt x="34" y="12"/>
                    </a:lnTo>
                    <a:lnTo>
                      <a:pt x="51" y="7"/>
                    </a:lnTo>
                    <a:lnTo>
                      <a:pt x="69" y="3"/>
                    </a:lnTo>
                    <a:lnTo>
                      <a:pt x="91" y="1"/>
                    </a:lnTo>
                    <a:lnTo>
                      <a:pt x="114" y="0"/>
                    </a:lnTo>
                    <a:close/>
                  </a:path>
                </a:pathLst>
              </a:custGeom>
              <a:grpFill/>
              <a:ln w="9525">
                <a:noFill/>
                <a:round/>
                <a:headEnd/>
                <a:tailEnd/>
              </a:ln>
            </p:spPr>
            <p:txBody>
              <a:bodyPr/>
              <a:lstStyle/>
              <a:p>
                <a:pPr algn="ctr">
                  <a:defRPr/>
                </a:pPr>
                <a:endParaRPr lang="en-US" sz="900" dirty="0"/>
              </a:p>
            </p:txBody>
          </p:sp>
          <p:sp>
            <p:nvSpPr>
              <p:cNvPr id="65" name="Freeform 64"/>
              <p:cNvSpPr>
                <a:spLocks/>
              </p:cNvSpPr>
              <p:nvPr/>
            </p:nvSpPr>
            <p:spPr bwMode="auto">
              <a:xfrm>
                <a:off x="2707" y="1648"/>
                <a:ext cx="149" cy="143"/>
              </a:xfrm>
              <a:custGeom>
                <a:avLst/>
                <a:gdLst/>
                <a:ahLst/>
                <a:cxnLst>
                  <a:cxn ang="0">
                    <a:pos x="194" y="0"/>
                  </a:cxn>
                  <a:cxn ang="0">
                    <a:pos x="205" y="5"/>
                  </a:cxn>
                  <a:cxn ang="0">
                    <a:pos x="217" y="8"/>
                  </a:cxn>
                  <a:cxn ang="0">
                    <a:pos x="230" y="11"/>
                  </a:cxn>
                  <a:cxn ang="0">
                    <a:pos x="243" y="15"/>
                  </a:cxn>
                  <a:cxn ang="0">
                    <a:pos x="256" y="17"/>
                  </a:cxn>
                  <a:cxn ang="0">
                    <a:pos x="270" y="20"/>
                  </a:cxn>
                  <a:cxn ang="0">
                    <a:pos x="284" y="22"/>
                  </a:cxn>
                  <a:cxn ang="0">
                    <a:pos x="299" y="23"/>
                  </a:cxn>
                  <a:cxn ang="0">
                    <a:pos x="299" y="192"/>
                  </a:cxn>
                  <a:cxn ang="0">
                    <a:pos x="299" y="286"/>
                  </a:cxn>
                  <a:cxn ang="0">
                    <a:pos x="279" y="284"/>
                  </a:cxn>
                  <a:cxn ang="0">
                    <a:pos x="260" y="283"/>
                  </a:cxn>
                  <a:cxn ang="0">
                    <a:pos x="240" y="282"/>
                  </a:cxn>
                  <a:cxn ang="0">
                    <a:pos x="220" y="280"/>
                  </a:cxn>
                  <a:cxn ang="0">
                    <a:pos x="202" y="278"/>
                  </a:cxn>
                  <a:cxn ang="0">
                    <a:pos x="182" y="275"/>
                  </a:cxn>
                  <a:cxn ang="0">
                    <a:pos x="165" y="273"/>
                  </a:cxn>
                  <a:cxn ang="0">
                    <a:pos x="147" y="269"/>
                  </a:cxn>
                  <a:cxn ang="0">
                    <a:pos x="127" y="266"/>
                  </a:cxn>
                  <a:cxn ang="0">
                    <a:pos x="108" y="263"/>
                  </a:cxn>
                  <a:cxn ang="0">
                    <a:pos x="88" y="258"/>
                  </a:cxn>
                  <a:cxn ang="0">
                    <a:pos x="70" y="253"/>
                  </a:cxn>
                  <a:cxn ang="0">
                    <a:pos x="51" y="250"/>
                  </a:cxn>
                  <a:cxn ang="0">
                    <a:pos x="34" y="245"/>
                  </a:cxn>
                  <a:cxn ang="0">
                    <a:pos x="17" y="240"/>
                  </a:cxn>
                  <a:cxn ang="0">
                    <a:pos x="0" y="235"/>
                  </a:cxn>
                  <a:cxn ang="0">
                    <a:pos x="10" y="216"/>
                  </a:cxn>
                  <a:cxn ang="0">
                    <a:pos x="19" y="198"/>
                  </a:cxn>
                  <a:cxn ang="0">
                    <a:pos x="30" y="181"/>
                  </a:cxn>
                  <a:cxn ang="0">
                    <a:pos x="41" y="164"/>
                  </a:cxn>
                  <a:cxn ang="0">
                    <a:pos x="53" y="146"/>
                  </a:cxn>
                  <a:cxn ang="0">
                    <a:pos x="65" y="129"/>
                  </a:cxn>
                  <a:cxn ang="0">
                    <a:pos x="79" y="113"/>
                  </a:cxn>
                  <a:cxn ang="0">
                    <a:pos x="91" y="97"/>
                  </a:cxn>
                  <a:cxn ang="0">
                    <a:pos x="104" y="83"/>
                  </a:cxn>
                  <a:cxn ang="0">
                    <a:pos x="117" y="70"/>
                  </a:cxn>
                  <a:cxn ang="0">
                    <a:pos x="129" y="56"/>
                  </a:cxn>
                  <a:cxn ang="0">
                    <a:pos x="142" y="45"/>
                  </a:cxn>
                  <a:cxn ang="0">
                    <a:pos x="155" y="32"/>
                  </a:cxn>
                  <a:cxn ang="0">
                    <a:pos x="167" y="21"/>
                  </a:cxn>
                  <a:cxn ang="0">
                    <a:pos x="181" y="10"/>
                  </a:cxn>
                  <a:cxn ang="0">
                    <a:pos x="194" y="0"/>
                  </a:cxn>
                </a:cxnLst>
                <a:rect l="0" t="0" r="r" b="b"/>
                <a:pathLst>
                  <a:path w="299" h="286">
                    <a:moveTo>
                      <a:pt x="194" y="0"/>
                    </a:moveTo>
                    <a:lnTo>
                      <a:pt x="205" y="5"/>
                    </a:lnTo>
                    <a:lnTo>
                      <a:pt x="217" y="8"/>
                    </a:lnTo>
                    <a:lnTo>
                      <a:pt x="230" y="11"/>
                    </a:lnTo>
                    <a:lnTo>
                      <a:pt x="243" y="15"/>
                    </a:lnTo>
                    <a:lnTo>
                      <a:pt x="256" y="17"/>
                    </a:lnTo>
                    <a:lnTo>
                      <a:pt x="270" y="20"/>
                    </a:lnTo>
                    <a:lnTo>
                      <a:pt x="284" y="22"/>
                    </a:lnTo>
                    <a:lnTo>
                      <a:pt x="299" y="23"/>
                    </a:lnTo>
                    <a:lnTo>
                      <a:pt x="299" y="192"/>
                    </a:lnTo>
                    <a:lnTo>
                      <a:pt x="299" y="286"/>
                    </a:lnTo>
                    <a:lnTo>
                      <a:pt x="279" y="284"/>
                    </a:lnTo>
                    <a:lnTo>
                      <a:pt x="260" y="283"/>
                    </a:lnTo>
                    <a:lnTo>
                      <a:pt x="240" y="282"/>
                    </a:lnTo>
                    <a:lnTo>
                      <a:pt x="220" y="280"/>
                    </a:lnTo>
                    <a:lnTo>
                      <a:pt x="202" y="278"/>
                    </a:lnTo>
                    <a:lnTo>
                      <a:pt x="182" y="275"/>
                    </a:lnTo>
                    <a:lnTo>
                      <a:pt x="165" y="273"/>
                    </a:lnTo>
                    <a:lnTo>
                      <a:pt x="147" y="269"/>
                    </a:lnTo>
                    <a:lnTo>
                      <a:pt x="127" y="266"/>
                    </a:lnTo>
                    <a:lnTo>
                      <a:pt x="108" y="263"/>
                    </a:lnTo>
                    <a:lnTo>
                      <a:pt x="88" y="258"/>
                    </a:lnTo>
                    <a:lnTo>
                      <a:pt x="70" y="253"/>
                    </a:lnTo>
                    <a:lnTo>
                      <a:pt x="51" y="250"/>
                    </a:lnTo>
                    <a:lnTo>
                      <a:pt x="34" y="245"/>
                    </a:lnTo>
                    <a:lnTo>
                      <a:pt x="17" y="240"/>
                    </a:lnTo>
                    <a:lnTo>
                      <a:pt x="0" y="235"/>
                    </a:lnTo>
                    <a:lnTo>
                      <a:pt x="10" y="216"/>
                    </a:lnTo>
                    <a:lnTo>
                      <a:pt x="19" y="198"/>
                    </a:lnTo>
                    <a:lnTo>
                      <a:pt x="30" y="181"/>
                    </a:lnTo>
                    <a:lnTo>
                      <a:pt x="41" y="164"/>
                    </a:lnTo>
                    <a:lnTo>
                      <a:pt x="53" y="146"/>
                    </a:lnTo>
                    <a:lnTo>
                      <a:pt x="65" y="129"/>
                    </a:lnTo>
                    <a:lnTo>
                      <a:pt x="79" y="113"/>
                    </a:lnTo>
                    <a:lnTo>
                      <a:pt x="91" y="97"/>
                    </a:lnTo>
                    <a:lnTo>
                      <a:pt x="104" y="83"/>
                    </a:lnTo>
                    <a:lnTo>
                      <a:pt x="117" y="70"/>
                    </a:lnTo>
                    <a:lnTo>
                      <a:pt x="129" y="56"/>
                    </a:lnTo>
                    <a:lnTo>
                      <a:pt x="142" y="45"/>
                    </a:lnTo>
                    <a:lnTo>
                      <a:pt x="155" y="32"/>
                    </a:lnTo>
                    <a:lnTo>
                      <a:pt x="167" y="21"/>
                    </a:lnTo>
                    <a:lnTo>
                      <a:pt x="181" y="10"/>
                    </a:lnTo>
                    <a:lnTo>
                      <a:pt x="194" y="0"/>
                    </a:lnTo>
                    <a:close/>
                  </a:path>
                </a:pathLst>
              </a:custGeom>
              <a:grpFill/>
              <a:ln w="9525">
                <a:noFill/>
                <a:round/>
                <a:headEnd/>
                <a:tailEnd/>
              </a:ln>
            </p:spPr>
            <p:txBody>
              <a:bodyPr/>
              <a:lstStyle/>
              <a:p>
                <a:pPr algn="ctr">
                  <a:defRPr/>
                </a:pPr>
                <a:endParaRPr lang="en-US" sz="900" dirty="0"/>
              </a:p>
            </p:txBody>
          </p:sp>
          <p:sp>
            <p:nvSpPr>
              <p:cNvPr id="66" name="Freeform 65"/>
              <p:cNvSpPr>
                <a:spLocks/>
              </p:cNvSpPr>
              <p:nvPr/>
            </p:nvSpPr>
            <p:spPr bwMode="auto">
              <a:xfrm>
                <a:off x="2575" y="1594"/>
                <a:ext cx="188" cy="150"/>
              </a:xfrm>
              <a:custGeom>
                <a:avLst/>
                <a:gdLst/>
                <a:ahLst/>
                <a:cxnLst>
                  <a:cxn ang="0">
                    <a:pos x="375" y="0"/>
                  </a:cxn>
                  <a:cxn ang="0">
                    <a:pos x="372" y="5"/>
                  </a:cxn>
                  <a:cxn ang="0">
                    <a:pos x="370" y="12"/>
                  </a:cxn>
                  <a:cxn ang="0">
                    <a:pos x="368" y="18"/>
                  </a:cxn>
                  <a:cxn ang="0">
                    <a:pos x="368" y="25"/>
                  </a:cxn>
                  <a:cxn ang="0">
                    <a:pos x="368" y="31"/>
                  </a:cxn>
                  <a:cxn ang="0">
                    <a:pos x="369" y="36"/>
                  </a:cxn>
                  <a:cxn ang="0">
                    <a:pos x="372" y="42"/>
                  </a:cxn>
                  <a:cxn ang="0">
                    <a:pos x="374" y="48"/>
                  </a:cxn>
                  <a:cxn ang="0">
                    <a:pos x="359" y="58"/>
                  </a:cxn>
                  <a:cxn ang="0">
                    <a:pos x="344" y="71"/>
                  </a:cxn>
                  <a:cxn ang="0">
                    <a:pos x="329" y="84"/>
                  </a:cxn>
                  <a:cxn ang="0">
                    <a:pos x="313" y="99"/>
                  </a:cxn>
                  <a:cxn ang="0">
                    <a:pos x="297" y="115"/>
                  </a:cxn>
                  <a:cxn ang="0">
                    <a:pos x="279" y="132"/>
                  </a:cxn>
                  <a:cxn ang="0">
                    <a:pos x="263" y="150"/>
                  </a:cxn>
                  <a:cxn ang="0">
                    <a:pos x="246" y="170"/>
                  </a:cxn>
                  <a:cxn ang="0">
                    <a:pos x="235" y="184"/>
                  </a:cxn>
                  <a:cxn ang="0">
                    <a:pos x="224" y="199"/>
                  </a:cxn>
                  <a:cxn ang="0">
                    <a:pos x="213" y="214"/>
                  </a:cxn>
                  <a:cxn ang="0">
                    <a:pos x="201" y="230"/>
                  </a:cxn>
                  <a:cxn ang="0">
                    <a:pos x="191" y="246"/>
                  </a:cxn>
                  <a:cxn ang="0">
                    <a:pos x="179" y="263"/>
                  </a:cxn>
                  <a:cxn ang="0">
                    <a:pos x="169" y="282"/>
                  </a:cxn>
                  <a:cxn ang="0">
                    <a:pos x="159" y="300"/>
                  </a:cxn>
                  <a:cxn ang="0">
                    <a:pos x="129" y="284"/>
                  </a:cxn>
                  <a:cxn ang="0">
                    <a:pos x="102" y="267"/>
                  </a:cxn>
                  <a:cxn ang="0">
                    <a:pos x="77" y="249"/>
                  </a:cxn>
                  <a:cxn ang="0">
                    <a:pos x="56" y="231"/>
                  </a:cxn>
                  <a:cxn ang="0">
                    <a:pos x="38" y="213"/>
                  </a:cxn>
                  <a:cxn ang="0">
                    <a:pos x="21" y="194"/>
                  </a:cxn>
                  <a:cxn ang="0">
                    <a:pos x="9" y="175"/>
                  </a:cxn>
                  <a:cxn ang="0">
                    <a:pos x="0" y="155"/>
                  </a:cxn>
                  <a:cxn ang="0">
                    <a:pos x="16" y="142"/>
                  </a:cxn>
                  <a:cxn ang="0">
                    <a:pos x="33" y="130"/>
                  </a:cxn>
                  <a:cxn ang="0">
                    <a:pos x="49" y="118"/>
                  </a:cxn>
                  <a:cxn ang="0">
                    <a:pos x="66" y="107"/>
                  </a:cxn>
                  <a:cxn ang="0">
                    <a:pos x="84" y="97"/>
                  </a:cxn>
                  <a:cxn ang="0">
                    <a:pos x="101" y="87"/>
                  </a:cxn>
                  <a:cxn ang="0">
                    <a:pos x="118" y="78"/>
                  </a:cxn>
                  <a:cxn ang="0">
                    <a:pos x="135" y="70"/>
                  </a:cxn>
                  <a:cxn ang="0">
                    <a:pos x="153" y="62"/>
                  </a:cxn>
                  <a:cxn ang="0">
                    <a:pos x="169" y="55"/>
                  </a:cxn>
                  <a:cxn ang="0">
                    <a:pos x="185" y="48"/>
                  </a:cxn>
                  <a:cxn ang="0">
                    <a:pos x="202" y="42"/>
                  </a:cxn>
                  <a:cxn ang="0">
                    <a:pos x="218" y="36"/>
                  </a:cxn>
                  <a:cxn ang="0">
                    <a:pos x="235" y="32"/>
                  </a:cxn>
                  <a:cxn ang="0">
                    <a:pos x="249" y="26"/>
                  </a:cxn>
                  <a:cxn ang="0">
                    <a:pos x="266" y="23"/>
                  </a:cxn>
                  <a:cxn ang="0">
                    <a:pos x="281" y="18"/>
                  </a:cxn>
                  <a:cxn ang="0">
                    <a:pos x="296" y="15"/>
                  </a:cxn>
                  <a:cxn ang="0">
                    <a:pos x="309" y="11"/>
                  </a:cxn>
                  <a:cxn ang="0">
                    <a:pos x="323" y="9"/>
                  </a:cxn>
                  <a:cxn ang="0">
                    <a:pos x="337" y="5"/>
                  </a:cxn>
                  <a:cxn ang="0">
                    <a:pos x="350" y="3"/>
                  </a:cxn>
                  <a:cxn ang="0">
                    <a:pos x="362" y="2"/>
                  </a:cxn>
                  <a:cxn ang="0">
                    <a:pos x="375" y="0"/>
                  </a:cxn>
                </a:cxnLst>
                <a:rect l="0" t="0" r="r" b="b"/>
                <a:pathLst>
                  <a:path w="375" h="300">
                    <a:moveTo>
                      <a:pt x="375" y="0"/>
                    </a:moveTo>
                    <a:lnTo>
                      <a:pt x="372" y="5"/>
                    </a:lnTo>
                    <a:lnTo>
                      <a:pt x="370" y="12"/>
                    </a:lnTo>
                    <a:lnTo>
                      <a:pt x="368" y="18"/>
                    </a:lnTo>
                    <a:lnTo>
                      <a:pt x="368" y="25"/>
                    </a:lnTo>
                    <a:lnTo>
                      <a:pt x="368" y="31"/>
                    </a:lnTo>
                    <a:lnTo>
                      <a:pt x="369" y="36"/>
                    </a:lnTo>
                    <a:lnTo>
                      <a:pt x="372" y="42"/>
                    </a:lnTo>
                    <a:lnTo>
                      <a:pt x="374" y="48"/>
                    </a:lnTo>
                    <a:lnTo>
                      <a:pt x="359" y="58"/>
                    </a:lnTo>
                    <a:lnTo>
                      <a:pt x="344" y="71"/>
                    </a:lnTo>
                    <a:lnTo>
                      <a:pt x="329" y="84"/>
                    </a:lnTo>
                    <a:lnTo>
                      <a:pt x="313" y="99"/>
                    </a:lnTo>
                    <a:lnTo>
                      <a:pt x="297" y="115"/>
                    </a:lnTo>
                    <a:lnTo>
                      <a:pt x="279" y="132"/>
                    </a:lnTo>
                    <a:lnTo>
                      <a:pt x="263" y="150"/>
                    </a:lnTo>
                    <a:lnTo>
                      <a:pt x="246" y="170"/>
                    </a:lnTo>
                    <a:lnTo>
                      <a:pt x="235" y="184"/>
                    </a:lnTo>
                    <a:lnTo>
                      <a:pt x="224" y="199"/>
                    </a:lnTo>
                    <a:lnTo>
                      <a:pt x="213" y="214"/>
                    </a:lnTo>
                    <a:lnTo>
                      <a:pt x="201" y="230"/>
                    </a:lnTo>
                    <a:lnTo>
                      <a:pt x="191" y="246"/>
                    </a:lnTo>
                    <a:lnTo>
                      <a:pt x="179" y="263"/>
                    </a:lnTo>
                    <a:lnTo>
                      <a:pt x="169" y="282"/>
                    </a:lnTo>
                    <a:lnTo>
                      <a:pt x="159" y="300"/>
                    </a:lnTo>
                    <a:lnTo>
                      <a:pt x="129" y="284"/>
                    </a:lnTo>
                    <a:lnTo>
                      <a:pt x="102" y="267"/>
                    </a:lnTo>
                    <a:lnTo>
                      <a:pt x="77" y="249"/>
                    </a:lnTo>
                    <a:lnTo>
                      <a:pt x="56" y="231"/>
                    </a:lnTo>
                    <a:lnTo>
                      <a:pt x="38" y="213"/>
                    </a:lnTo>
                    <a:lnTo>
                      <a:pt x="21" y="194"/>
                    </a:lnTo>
                    <a:lnTo>
                      <a:pt x="9" y="175"/>
                    </a:lnTo>
                    <a:lnTo>
                      <a:pt x="0" y="155"/>
                    </a:lnTo>
                    <a:lnTo>
                      <a:pt x="16" y="142"/>
                    </a:lnTo>
                    <a:lnTo>
                      <a:pt x="33" y="130"/>
                    </a:lnTo>
                    <a:lnTo>
                      <a:pt x="49" y="118"/>
                    </a:lnTo>
                    <a:lnTo>
                      <a:pt x="66" y="107"/>
                    </a:lnTo>
                    <a:lnTo>
                      <a:pt x="84" y="97"/>
                    </a:lnTo>
                    <a:lnTo>
                      <a:pt x="101" y="87"/>
                    </a:lnTo>
                    <a:lnTo>
                      <a:pt x="118" y="78"/>
                    </a:lnTo>
                    <a:lnTo>
                      <a:pt x="135" y="70"/>
                    </a:lnTo>
                    <a:lnTo>
                      <a:pt x="153" y="62"/>
                    </a:lnTo>
                    <a:lnTo>
                      <a:pt x="169" y="55"/>
                    </a:lnTo>
                    <a:lnTo>
                      <a:pt x="185" y="48"/>
                    </a:lnTo>
                    <a:lnTo>
                      <a:pt x="202" y="42"/>
                    </a:lnTo>
                    <a:lnTo>
                      <a:pt x="218" y="36"/>
                    </a:lnTo>
                    <a:lnTo>
                      <a:pt x="235" y="32"/>
                    </a:lnTo>
                    <a:lnTo>
                      <a:pt x="249" y="26"/>
                    </a:lnTo>
                    <a:lnTo>
                      <a:pt x="266" y="23"/>
                    </a:lnTo>
                    <a:lnTo>
                      <a:pt x="281" y="18"/>
                    </a:lnTo>
                    <a:lnTo>
                      <a:pt x="296" y="15"/>
                    </a:lnTo>
                    <a:lnTo>
                      <a:pt x="309" y="11"/>
                    </a:lnTo>
                    <a:lnTo>
                      <a:pt x="323" y="9"/>
                    </a:lnTo>
                    <a:lnTo>
                      <a:pt x="337" y="5"/>
                    </a:lnTo>
                    <a:lnTo>
                      <a:pt x="350" y="3"/>
                    </a:lnTo>
                    <a:lnTo>
                      <a:pt x="362" y="2"/>
                    </a:lnTo>
                    <a:lnTo>
                      <a:pt x="375" y="0"/>
                    </a:lnTo>
                    <a:close/>
                  </a:path>
                </a:pathLst>
              </a:custGeom>
              <a:grpFill/>
              <a:ln w="9525">
                <a:noFill/>
                <a:round/>
                <a:headEnd/>
                <a:tailEnd/>
              </a:ln>
            </p:spPr>
            <p:txBody>
              <a:bodyPr/>
              <a:lstStyle/>
              <a:p>
                <a:pPr algn="ctr">
                  <a:defRPr/>
                </a:pPr>
                <a:endParaRPr lang="en-US" sz="900" dirty="0"/>
              </a:p>
            </p:txBody>
          </p:sp>
          <p:sp>
            <p:nvSpPr>
              <p:cNvPr id="67" name="Freeform 66"/>
              <p:cNvSpPr>
                <a:spLocks/>
              </p:cNvSpPr>
              <p:nvPr/>
            </p:nvSpPr>
            <p:spPr bwMode="auto">
              <a:xfrm>
                <a:off x="2409" y="1704"/>
                <a:ext cx="216" cy="286"/>
              </a:xfrm>
              <a:custGeom>
                <a:avLst/>
                <a:gdLst/>
                <a:ahLst/>
                <a:cxnLst>
                  <a:cxn ang="0">
                    <a:pos x="244" y="12"/>
                  </a:cxn>
                  <a:cxn ang="0">
                    <a:pos x="261" y="37"/>
                  </a:cxn>
                  <a:cxn ang="0">
                    <a:pos x="280" y="61"/>
                  </a:cxn>
                  <a:cxn ang="0">
                    <a:pos x="303" y="84"/>
                  </a:cxn>
                  <a:cxn ang="0">
                    <a:pos x="327" y="106"/>
                  </a:cxn>
                  <a:cxn ang="0">
                    <a:pos x="353" y="126"/>
                  </a:cxn>
                  <a:cxn ang="0">
                    <a:pos x="383" y="146"/>
                  </a:cxn>
                  <a:cxn ang="0">
                    <a:pos x="414" y="164"/>
                  </a:cxn>
                  <a:cxn ang="0">
                    <a:pos x="418" y="198"/>
                  </a:cxn>
                  <a:cxn ang="0">
                    <a:pos x="391" y="247"/>
                  </a:cxn>
                  <a:cxn ang="0">
                    <a:pos x="367" y="298"/>
                  </a:cxn>
                  <a:cxn ang="0">
                    <a:pos x="344" y="350"/>
                  </a:cxn>
                  <a:cxn ang="0">
                    <a:pos x="324" y="399"/>
                  </a:cxn>
                  <a:cxn ang="0">
                    <a:pos x="305" y="448"/>
                  </a:cxn>
                  <a:cxn ang="0">
                    <a:pos x="288" y="496"/>
                  </a:cxn>
                  <a:cxn ang="0">
                    <a:pos x="273" y="546"/>
                  </a:cxn>
                  <a:cxn ang="0">
                    <a:pos x="236" y="555"/>
                  </a:cxn>
                  <a:cxn ang="0">
                    <a:pos x="181" y="520"/>
                  </a:cxn>
                  <a:cxn ang="0">
                    <a:pos x="132" y="483"/>
                  </a:cxn>
                  <a:cxn ang="0">
                    <a:pos x="90" y="444"/>
                  </a:cxn>
                  <a:cxn ang="0">
                    <a:pos x="55" y="404"/>
                  </a:cxn>
                  <a:cxn ang="0">
                    <a:pos x="29" y="362"/>
                  </a:cxn>
                  <a:cxn ang="0">
                    <a:pos x="10" y="319"/>
                  </a:cxn>
                  <a:cxn ang="0">
                    <a:pos x="1" y="274"/>
                  </a:cxn>
                  <a:cxn ang="0">
                    <a:pos x="13" y="233"/>
                  </a:cxn>
                  <a:cxn ang="0">
                    <a:pos x="39" y="198"/>
                  </a:cxn>
                  <a:cxn ang="0">
                    <a:pos x="68" y="162"/>
                  </a:cxn>
                  <a:cxn ang="0">
                    <a:pos x="98" y="128"/>
                  </a:cxn>
                  <a:cxn ang="0">
                    <a:pos x="129" y="95"/>
                  </a:cxn>
                  <a:cxn ang="0">
                    <a:pos x="160" y="64"/>
                  </a:cxn>
                  <a:cxn ang="0">
                    <a:pos x="191" y="35"/>
                  </a:cxn>
                  <a:cxn ang="0">
                    <a:pos x="222" y="11"/>
                  </a:cxn>
                </a:cxnLst>
                <a:rect l="0" t="0" r="r" b="b"/>
                <a:pathLst>
                  <a:path w="432" h="571">
                    <a:moveTo>
                      <a:pt x="237" y="0"/>
                    </a:moveTo>
                    <a:lnTo>
                      <a:pt x="244" y="12"/>
                    </a:lnTo>
                    <a:lnTo>
                      <a:pt x="252" y="25"/>
                    </a:lnTo>
                    <a:lnTo>
                      <a:pt x="261" y="37"/>
                    </a:lnTo>
                    <a:lnTo>
                      <a:pt x="271" y="49"/>
                    </a:lnTo>
                    <a:lnTo>
                      <a:pt x="280" y="61"/>
                    </a:lnTo>
                    <a:lnTo>
                      <a:pt x="291" y="72"/>
                    </a:lnTo>
                    <a:lnTo>
                      <a:pt x="303" y="84"/>
                    </a:lnTo>
                    <a:lnTo>
                      <a:pt x="314" y="94"/>
                    </a:lnTo>
                    <a:lnTo>
                      <a:pt x="327" y="106"/>
                    </a:lnTo>
                    <a:lnTo>
                      <a:pt x="340" y="116"/>
                    </a:lnTo>
                    <a:lnTo>
                      <a:pt x="353" y="126"/>
                    </a:lnTo>
                    <a:lnTo>
                      <a:pt x="368" y="136"/>
                    </a:lnTo>
                    <a:lnTo>
                      <a:pt x="383" y="146"/>
                    </a:lnTo>
                    <a:lnTo>
                      <a:pt x="398" y="155"/>
                    </a:lnTo>
                    <a:lnTo>
                      <a:pt x="414" y="164"/>
                    </a:lnTo>
                    <a:lnTo>
                      <a:pt x="432" y="174"/>
                    </a:lnTo>
                    <a:lnTo>
                      <a:pt x="418" y="198"/>
                    </a:lnTo>
                    <a:lnTo>
                      <a:pt x="405" y="222"/>
                    </a:lnTo>
                    <a:lnTo>
                      <a:pt x="391" y="247"/>
                    </a:lnTo>
                    <a:lnTo>
                      <a:pt x="379" y="271"/>
                    </a:lnTo>
                    <a:lnTo>
                      <a:pt x="367" y="298"/>
                    </a:lnTo>
                    <a:lnTo>
                      <a:pt x="355" y="323"/>
                    </a:lnTo>
                    <a:lnTo>
                      <a:pt x="344" y="350"/>
                    </a:lnTo>
                    <a:lnTo>
                      <a:pt x="333" y="376"/>
                    </a:lnTo>
                    <a:lnTo>
                      <a:pt x="324" y="399"/>
                    </a:lnTo>
                    <a:lnTo>
                      <a:pt x="313" y="423"/>
                    </a:lnTo>
                    <a:lnTo>
                      <a:pt x="305" y="448"/>
                    </a:lnTo>
                    <a:lnTo>
                      <a:pt x="296" y="472"/>
                    </a:lnTo>
                    <a:lnTo>
                      <a:pt x="288" y="496"/>
                    </a:lnTo>
                    <a:lnTo>
                      <a:pt x="281" y="520"/>
                    </a:lnTo>
                    <a:lnTo>
                      <a:pt x="273" y="546"/>
                    </a:lnTo>
                    <a:lnTo>
                      <a:pt x="266" y="571"/>
                    </a:lnTo>
                    <a:lnTo>
                      <a:pt x="236" y="555"/>
                    </a:lnTo>
                    <a:lnTo>
                      <a:pt x="207" y="537"/>
                    </a:lnTo>
                    <a:lnTo>
                      <a:pt x="181" y="520"/>
                    </a:lnTo>
                    <a:lnTo>
                      <a:pt x="155" y="502"/>
                    </a:lnTo>
                    <a:lnTo>
                      <a:pt x="132" y="483"/>
                    </a:lnTo>
                    <a:lnTo>
                      <a:pt x="110" y="464"/>
                    </a:lnTo>
                    <a:lnTo>
                      <a:pt x="90" y="444"/>
                    </a:lnTo>
                    <a:lnTo>
                      <a:pt x="71" y="425"/>
                    </a:lnTo>
                    <a:lnTo>
                      <a:pt x="55" y="404"/>
                    </a:lnTo>
                    <a:lnTo>
                      <a:pt x="41" y="383"/>
                    </a:lnTo>
                    <a:lnTo>
                      <a:pt x="29" y="362"/>
                    </a:lnTo>
                    <a:lnTo>
                      <a:pt x="18" y="341"/>
                    </a:lnTo>
                    <a:lnTo>
                      <a:pt x="10" y="319"/>
                    </a:lnTo>
                    <a:lnTo>
                      <a:pt x="4" y="296"/>
                    </a:lnTo>
                    <a:lnTo>
                      <a:pt x="1" y="274"/>
                    </a:lnTo>
                    <a:lnTo>
                      <a:pt x="0" y="251"/>
                    </a:lnTo>
                    <a:lnTo>
                      <a:pt x="13" y="233"/>
                    </a:lnTo>
                    <a:lnTo>
                      <a:pt x="25" y="215"/>
                    </a:lnTo>
                    <a:lnTo>
                      <a:pt x="39" y="198"/>
                    </a:lnTo>
                    <a:lnTo>
                      <a:pt x="54" y="179"/>
                    </a:lnTo>
                    <a:lnTo>
                      <a:pt x="68" y="162"/>
                    </a:lnTo>
                    <a:lnTo>
                      <a:pt x="83" y="145"/>
                    </a:lnTo>
                    <a:lnTo>
                      <a:pt x="98" y="128"/>
                    </a:lnTo>
                    <a:lnTo>
                      <a:pt x="114" y="111"/>
                    </a:lnTo>
                    <a:lnTo>
                      <a:pt x="129" y="95"/>
                    </a:lnTo>
                    <a:lnTo>
                      <a:pt x="145" y="79"/>
                    </a:lnTo>
                    <a:lnTo>
                      <a:pt x="160" y="64"/>
                    </a:lnTo>
                    <a:lnTo>
                      <a:pt x="176" y="49"/>
                    </a:lnTo>
                    <a:lnTo>
                      <a:pt x="191" y="35"/>
                    </a:lnTo>
                    <a:lnTo>
                      <a:pt x="207" y="23"/>
                    </a:lnTo>
                    <a:lnTo>
                      <a:pt x="222" y="11"/>
                    </a:lnTo>
                    <a:lnTo>
                      <a:pt x="237" y="0"/>
                    </a:lnTo>
                    <a:close/>
                  </a:path>
                </a:pathLst>
              </a:custGeom>
              <a:grpFill/>
              <a:ln w="9525">
                <a:noFill/>
                <a:round/>
                <a:headEnd/>
                <a:tailEnd/>
              </a:ln>
            </p:spPr>
            <p:txBody>
              <a:bodyPr/>
              <a:lstStyle/>
              <a:p>
                <a:pPr algn="ctr">
                  <a:defRPr/>
                </a:pPr>
                <a:endParaRPr lang="en-US" sz="900" dirty="0"/>
              </a:p>
            </p:txBody>
          </p:sp>
          <p:sp>
            <p:nvSpPr>
              <p:cNvPr id="68" name="Freeform 67"/>
              <p:cNvSpPr>
                <a:spLocks/>
              </p:cNvSpPr>
              <p:nvPr/>
            </p:nvSpPr>
            <p:spPr bwMode="auto">
              <a:xfrm>
                <a:off x="2318" y="1900"/>
                <a:ext cx="210" cy="352"/>
              </a:xfrm>
              <a:custGeom>
                <a:avLst/>
                <a:gdLst/>
                <a:ahLst/>
                <a:cxnLst>
                  <a:cxn ang="0">
                    <a:pos x="99" y="0"/>
                  </a:cxn>
                  <a:cxn ang="0">
                    <a:pos x="109" y="22"/>
                  </a:cxn>
                  <a:cxn ang="0">
                    <a:pos x="121" y="43"/>
                  </a:cxn>
                  <a:cxn ang="0">
                    <a:pos x="133" y="64"/>
                  </a:cxn>
                  <a:cxn ang="0">
                    <a:pos x="148" y="84"/>
                  </a:cxn>
                  <a:cxn ang="0">
                    <a:pos x="165" y="104"/>
                  </a:cxn>
                  <a:cxn ang="0">
                    <a:pos x="182" y="123"/>
                  </a:cxn>
                  <a:cxn ang="0">
                    <a:pos x="200" y="143"/>
                  </a:cxn>
                  <a:cxn ang="0">
                    <a:pos x="220" y="161"/>
                  </a:cxn>
                  <a:cxn ang="0">
                    <a:pos x="241" y="180"/>
                  </a:cxn>
                  <a:cxn ang="0">
                    <a:pos x="264" y="197"/>
                  </a:cxn>
                  <a:cxn ang="0">
                    <a:pos x="287" y="214"/>
                  </a:cxn>
                  <a:cxn ang="0">
                    <a:pos x="311" y="232"/>
                  </a:cxn>
                  <a:cxn ang="0">
                    <a:pos x="337" y="248"/>
                  </a:cxn>
                  <a:cxn ang="0">
                    <a:pos x="364" y="263"/>
                  </a:cxn>
                  <a:cxn ang="0">
                    <a:pos x="391" y="278"/>
                  </a:cxn>
                  <a:cxn ang="0">
                    <a:pos x="420" y="293"/>
                  </a:cxn>
                  <a:cxn ang="0">
                    <a:pos x="413" y="330"/>
                  </a:cxn>
                  <a:cxn ang="0">
                    <a:pos x="406" y="368"/>
                  </a:cxn>
                  <a:cxn ang="0">
                    <a:pos x="401" y="406"/>
                  </a:cxn>
                  <a:cxn ang="0">
                    <a:pos x="395" y="445"/>
                  </a:cxn>
                  <a:cxn ang="0">
                    <a:pos x="393" y="469"/>
                  </a:cxn>
                  <a:cxn ang="0">
                    <a:pos x="390" y="493"/>
                  </a:cxn>
                  <a:cxn ang="0">
                    <a:pos x="389" y="517"/>
                  </a:cxn>
                  <a:cxn ang="0">
                    <a:pos x="387" y="541"/>
                  </a:cxn>
                  <a:cxn ang="0">
                    <a:pos x="385" y="583"/>
                  </a:cxn>
                  <a:cxn ang="0">
                    <a:pos x="385" y="623"/>
                  </a:cxn>
                  <a:cxn ang="0">
                    <a:pos x="383" y="665"/>
                  </a:cxn>
                  <a:cxn ang="0">
                    <a:pos x="385" y="705"/>
                  </a:cxn>
                  <a:cxn ang="0">
                    <a:pos x="348" y="685"/>
                  </a:cxn>
                  <a:cxn ang="0">
                    <a:pos x="312" y="665"/>
                  </a:cxn>
                  <a:cxn ang="0">
                    <a:pos x="277" y="643"/>
                  </a:cxn>
                  <a:cxn ang="0">
                    <a:pos x="244" y="622"/>
                  </a:cxn>
                  <a:cxn ang="0">
                    <a:pos x="211" y="599"/>
                  </a:cxn>
                  <a:cxn ang="0">
                    <a:pos x="180" y="576"/>
                  </a:cxn>
                  <a:cxn ang="0">
                    <a:pos x="150" y="553"/>
                  </a:cxn>
                  <a:cxn ang="0">
                    <a:pos x="122" y="528"/>
                  </a:cxn>
                  <a:cxn ang="0">
                    <a:pos x="97" y="502"/>
                  </a:cxn>
                  <a:cxn ang="0">
                    <a:pos x="74" y="475"/>
                  </a:cxn>
                  <a:cxn ang="0">
                    <a:pos x="54" y="447"/>
                  </a:cxn>
                  <a:cxn ang="0">
                    <a:pos x="36" y="418"/>
                  </a:cxn>
                  <a:cxn ang="0">
                    <a:pos x="22" y="387"/>
                  </a:cxn>
                  <a:cxn ang="0">
                    <a:pos x="10" y="356"/>
                  </a:cxn>
                  <a:cxn ang="0">
                    <a:pos x="3" y="323"/>
                  </a:cxn>
                  <a:cxn ang="0">
                    <a:pos x="0" y="288"/>
                  </a:cxn>
                  <a:cxn ang="0">
                    <a:pos x="8" y="250"/>
                  </a:cxn>
                  <a:cxn ang="0">
                    <a:pos x="18" y="213"/>
                  </a:cxn>
                  <a:cxn ang="0">
                    <a:pos x="29" y="176"/>
                  </a:cxn>
                  <a:cxn ang="0">
                    <a:pos x="40" y="140"/>
                  </a:cxn>
                  <a:cxn ang="0">
                    <a:pos x="53" y="104"/>
                  </a:cxn>
                  <a:cxn ang="0">
                    <a:pos x="68" y="69"/>
                  </a:cxn>
                  <a:cxn ang="0">
                    <a:pos x="83" y="35"/>
                  </a:cxn>
                  <a:cxn ang="0">
                    <a:pos x="99" y="0"/>
                  </a:cxn>
                </a:cxnLst>
                <a:rect l="0" t="0" r="r" b="b"/>
                <a:pathLst>
                  <a:path w="420" h="705">
                    <a:moveTo>
                      <a:pt x="99" y="0"/>
                    </a:moveTo>
                    <a:lnTo>
                      <a:pt x="109" y="22"/>
                    </a:lnTo>
                    <a:lnTo>
                      <a:pt x="121" y="43"/>
                    </a:lnTo>
                    <a:lnTo>
                      <a:pt x="133" y="64"/>
                    </a:lnTo>
                    <a:lnTo>
                      <a:pt x="148" y="84"/>
                    </a:lnTo>
                    <a:lnTo>
                      <a:pt x="165" y="104"/>
                    </a:lnTo>
                    <a:lnTo>
                      <a:pt x="182" y="123"/>
                    </a:lnTo>
                    <a:lnTo>
                      <a:pt x="200" y="143"/>
                    </a:lnTo>
                    <a:lnTo>
                      <a:pt x="220" y="161"/>
                    </a:lnTo>
                    <a:lnTo>
                      <a:pt x="241" y="180"/>
                    </a:lnTo>
                    <a:lnTo>
                      <a:pt x="264" y="197"/>
                    </a:lnTo>
                    <a:lnTo>
                      <a:pt x="287" y="214"/>
                    </a:lnTo>
                    <a:lnTo>
                      <a:pt x="311" y="232"/>
                    </a:lnTo>
                    <a:lnTo>
                      <a:pt x="337" y="248"/>
                    </a:lnTo>
                    <a:lnTo>
                      <a:pt x="364" y="263"/>
                    </a:lnTo>
                    <a:lnTo>
                      <a:pt x="391" y="278"/>
                    </a:lnTo>
                    <a:lnTo>
                      <a:pt x="420" y="293"/>
                    </a:lnTo>
                    <a:lnTo>
                      <a:pt x="413" y="330"/>
                    </a:lnTo>
                    <a:lnTo>
                      <a:pt x="406" y="368"/>
                    </a:lnTo>
                    <a:lnTo>
                      <a:pt x="401" y="406"/>
                    </a:lnTo>
                    <a:lnTo>
                      <a:pt x="395" y="445"/>
                    </a:lnTo>
                    <a:lnTo>
                      <a:pt x="393" y="469"/>
                    </a:lnTo>
                    <a:lnTo>
                      <a:pt x="390" y="493"/>
                    </a:lnTo>
                    <a:lnTo>
                      <a:pt x="389" y="517"/>
                    </a:lnTo>
                    <a:lnTo>
                      <a:pt x="387" y="541"/>
                    </a:lnTo>
                    <a:lnTo>
                      <a:pt x="385" y="583"/>
                    </a:lnTo>
                    <a:lnTo>
                      <a:pt x="385" y="623"/>
                    </a:lnTo>
                    <a:lnTo>
                      <a:pt x="383" y="665"/>
                    </a:lnTo>
                    <a:lnTo>
                      <a:pt x="385" y="705"/>
                    </a:lnTo>
                    <a:lnTo>
                      <a:pt x="348" y="685"/>
                    </a:lnTo>
                    <a:lnTo>
                      <a:pt x="312" y="665"/>
                    </a:lnTo>
                    <a:lnTo>
                      <a:pt x="277" y="643"/>
                    </a:lnTo>
                    <a:lnTo>
                      <a:pt x="244" y="622"/>
                    </a:lnTo>
                    <a:lnTo>
                      <a:pt x="211" y="599"/>
                    </a:lnTo>
                    <a:lnTo>
                      <a:pt x="180" y="576"/>
                    </a:lnTo>
                    <a:lnTo>
                      <a:pt x="150" y="553"/>
                    </a:lnTo>
                    <a:lnTo>
                      <a:pt x="122" y="528"/>
                    </a:lnTo>
                    <a:lnTo>
                      <a:pt x="97" y="502"/>
                    </a:lnTo>
                    <a:lnTo>
                      <a:pt x="74" y="475"/>
                    </a:lnTo>
                    <a:lnTo>
                      <a:pt x="54" y="447"/>
                    </a:lnTo>
                    <a:lnTo>
                      <a:pt x="36" y="418"/>
                    </a:lnTo>
                    <a:lnTo>
                      <a:pt x="22" y="387"/>
                    </a:lnTo>
                    <a:lnTo>
                      <a:pt x="10" y="356"/>
                    </a:lnTo>
                    <a:lnTo>
                      <a:pt x="3" y="323"/>
                    </a:lnTo>
                    <a:lnTo>
                      <a:pt x="0" y="288"/>
                    </a:lnTo>
                    <a:lnTo>
                      <a:pt x="8" y="250"/>
                    </a:lnTo>
                    <a:lnTo>
                      <a:pt x="18" y="213"/>
                    </a:lnTo>
                    <a:lnTo>
                      <a:pt x="29" y="176"/>
                    </a:lnTo>
                    <a:lnTo>
                      <a:pt x="40" y="140"/>
                    </a:lnTo>
                    <a:lnTo>
                      <a:pt x="53" y="104"/>
                    </a:lnTo>
                    <a:lnTo>
                      <a:pt x="68" y="69"/>
                    </a:lnTo>
                    <a:lnTo>
                      <a:pt x="83" y="35"/>
                    </a:lnTo>
                    <a:lnTo>
                      <a:pt x="99" y="0"/>
                    </a:lnTo>
                    <a:close/>
                  </a:path>
                </a:pathLst>
              </a:custGeom>
              <a:grpFill/>
              <a:ln w="9525">
                <a:noFill/>
                <a:round/>
                <a:headEnd/>
                <a:tailEnd/>
              </a:ln>
            </p:spPr>
            <p:txBody>
              <a:bodyPr/>
              <a:lstStyle/>
              <a:p>
                <a:pPr algn="ctr">
                  <a:defRPr/>
                </a:pPr>
                <a:endParaRPr lang="en-US" sz="900" dirty="0"/>
              </a:p>
            </p:txBody>
          </p:sp>
          <p:sp>
            <p:nvSpPr>
              <p:cNvPr id="69" name="Freeform 68"/>
              <p:cNvSpPr>
                <a:spLocks/>
              </p:cNvSpPr>
              <p:nvPr/>
            </p:nvSpPr>
            <p:spPr bwMode="auto">
              <a:xfrm>
                <a:off x="2307" y="2149"/>
                <a:ext cx="256" cy="365"/>
              </a:xfrm>
              <a:custGeom>
                <a:avLst/>
                <a:gdLst/>
                <a:ahLst/>
                <a:cxnLst>
                  <a:cxn ang="0">
                    <a:pos x="0" y="11"/>
                  </a:cxn>
                  <a:cxn ang="0">
                    <a:pos x="0" y="9"/>
                  </a:cxn>
                  <a:cxn ang="0">
                    <a:pos x="1" y="5"/>
                  </a:cxn>
                  <a:cxn ang="0">
                    <a:pos x="1" y="3"/>
                  </a:cxn>
                  <a:cxn ang="0">
                    <a:pos x="1" y="0"/>
                  </a:cxn>
                  <a:cxn ang="0">
                    <a:pos x="12" y="25"/>
                  </a:cxn>
                  <a:cxn ang="0">
                    <a:pos x="25" y="49"/>
                  </a:cxn>
                  <a:cxn ang="0">
                    <a:pos x="41" y="73"/>
                  </a:cxn>
                  <a:cxn ang="0">
                    <a:pos x="60" y="96"/>
                  </a:cxn>
                  <a:cxn ang="0">
                    <a:pos x="82" y="119"/>
                  </a:cxn>
                  <a:cxn ang="0">
                    <a:pos x="106" y="141"/>
                  </a:cxn>
                  <a:cxn ang="0">
                    <a:pos x="131" y="163"/>
                  </a:cxn>
                  <a:cxn ang="0">
                    <a:pos x="159" y="185"/>
                  </a:cxn>
                  <a:cxn ang="0">
                    <a:pos x="188" y="206"/>
                  </a:cxn>
                  <a:cxn ang="0">
                    <a:pos x="219" y="227"/>
                  </a:cxn>
                  <a:cxn ang="0">
                    <a:pos x="250" y="246"/>
                  </a:cxn>
                  <a:cxn ang="0">
                    <a:pos x="282" y="265"/>
                  </a:cxn>
                  <a:cxn ang="0">
                    <a:pos x="316" y="283"/>
                  </a:cxn>
                  <a:cxn ang="0">
                    <a:pos x="349" y="301"/>
                  </a:cxn>
                  <a:cxn ang="0">
                    <a:pos x="382" y="319"/>
                  </a:cxn>
                  <a:cxn ang="0">
                    <a:pos x="416" y="335"/>
                  </a:cxn>
                  <a:cxn ang="0">
                    <a:pos x="419" y="374"/>
                  </a:cxn>
                  <a:cxn ang="0">
                    <a:pos x="424" y="412"/>
                  </a:cxn>
                  <a:cxn ang="0">
                    <a:pos x="430" y="450"/>
                  </a:cxn>
                  <a:cxn ang="0">
                    <a:pos x="435" y="487"/>
                  </a:cxn>
                  <a:cxn ang="0">
                    <a:pos x="441" y="517"/>
                  </a:cxn>
                  <a:cxn ang="0">
                    <a:pos x="448" y="547"/>
                  </a:cxn>
                  <a:cxn ang="0">
                    <a:pos x="456" y="577"/>
                  </a:cxn>
                  <a:cxn ang="0">
                    <a:pos x="464" y="607"/>
                  </a:cxn>
                  <a:cxn ang="0">
                    <a:pos x="475" y="638"/>
                  </a:cxn>
                  <a:cxn ang="0">
                    <a:pos x="486" y="668"/>
                  </a:cxn>
                  <a:cxn ang="0">
                    <a:pos x="499" y="699"/>
                  </a:cxn>
                  <a:cxn ang="0">
                    <a:pos x="513" y="731"/>
                  </a:cxn>
                  <a:cxn ang="0">
                    <a:pos x="470" y="709"/>
                  </a:cxn>
                  <a:cxn ang="0">
                    <a:pos x="427" y="686"/>
                  </a:cxn>
                  <a:cxn ang="0">
                    <a:pos x="387" y="662"/>
                  </a:cxn>
                  <a:cxn ang="0">
                    <a:pos x="348" y="635"/>
                  </a:cxn>
                  <a:cxn ang="0">
                    <a:pos x="310" y="608"/>
                  </a:cxn>
                  <a:cxn ang="0">
                    <a:pos x="274" y="579"/>
                  </a:cxn>
                  <a:cxn ang="0">
                    <a:pos x="240" y="549"/>
                  </a:cxn>
                  <a:cxn ang="0">
                    <a:pos x="206" y="518"/>
                  </a:cxn>
                  <a:cxn ang="0">
                    <a:pos x="176" y="486"/>
                  </a:cxn>
                  <a:cxn ang="0">
                    <a:pos x="147" y="453"/>
                  </a:cxn>
                  <a:cxn ang="0">
                    <a:pos x="121" y="419"/>
                  </a:cxn>
                  <a:cxn ang="0">
                    <a:pos x="97" y="384"/>
                  </a:cxn>
                  <a:cxn ang="0">
                    <a:pos x="75" y="350"/>
                  </a:cxn>
                  <a:cxn ang="0">
                    <a:pos x="55" y="313"/>
                  </a:cxn>
                  <a:cxn ang="0">
                    <a:pos x="38" y="277"/>
                  </a:cxn>
                  <a:cxn ang="0">
                    <a:pos x="24" y="240"/>
                  </a:cxn>
                  <a:cxn ang="0">
                    <a:pos x="14" y="184"/>
                  </a:cxn>
                  <a:cxn ang="0">
                    <a:pos x="6" y="128"/>
                  </a:cxn>
                  <a:cxn ang="0">
                    <a:pos x="1" y="70"/>
                  </a:cxn>
                  <a:cxn ang="0">
                    <a:pos x="0" y="11"/>
                  </a:cxn>
                </a:cxnLst>
                <a:rect l="0" t="0" r="r" b="b"/>
                <a:pathLst>
                  <a:path w="513" h="731">
                    <a:moveTo>
                      <a:pt x="0" y="11"/>
                    </a:moveTo>
                    <a:lnTo>
                      <a:pt x="0" y="9"/>
                    </a:lnTo>
                    <a:lnTo>
                      <a:pt x="1" y="5"/>
                    </a:lnTo>
                    <a:lnTo>
                      <a:pt x="1" y="3"/>
                    </a:lnTo>
                    <a:lnTo>
                      <a:pt x="1" y="0"/>
                    </a:lnTo>
                    <a:lnTo>
                      <a:pt x="12" y="25"/>
                    </a:lnTo>
                    <a:lnTo>
                      <a:pt x="25" y="49"/>
                    </a:lnTo>
                    <a:lnTo>
                      <a:pt x="41" y="73"/>
                    </a:lnTo>
                    <a:lnTo>
                      <a:pt x="60" y="96"/>
                    </a:lnTo>
                    <a:lnTo>
                      <a:pt x="82" y="119"/>
                    </a:lnTo>
                    <a:lnTo>
                      <a:pt x="106" y="141"/>
                    </a:lnTo>
                    <a:lnTo>
                      <a:pt x="131" y="163"/>
                    </a:lnTo>
                    <a:lnTo>
                      <a:pt x="159" y="185"/>
                    </a:lnTo>
                    <a:lnTo>
                      <a:pt x="188" y="206"/>
                    </a:lnTo>
                    <a:lnTo>
                      <a:pt x="219" y="227"/>
                    </a:lnTo>
                    <a:lnTo>
                      <a:pt x="250" y="246"/>
                    </a:lnTo>
                    <a:lnTo>
                      <a:pt x="282" y="265"/>
                    </a:lnTo>
                    <a:lnTo>
                      <a:pt x="316" y="283"/>
                    </a:lnTo>
                    <a:lnTo>
                      <a:pt x="349" y="301"/>
                    </a:lnTo>
                    <a:lnTo>
                      <a:pt x="382" y="319"/>
                    </a:lnTo>
                    <a:lnTo>
                      <a:pt x="416" y="335"/>
                    </a:lnTo>
                    <a:lnTo>
                      <a:pt x="419" y="374"/>
                    </a:lnTo>
                    <a:lnTo>
                      <a:pt x="424" y="412"/>
                    </a:lnTo>
                    <a:lnTo>
                      <a:pt x="430" y="450"/>
                    </a:lnTo>
                    <a:lnTo>
                      <a:pt x="435" y="487"/>
                    </a:lnTo>
                    <a:lnTo>
                      <a:pt x="441" y="517"/>
                    </a:lnTo>
                    <a:lnTo>
                      <a:pt x="448" y="547"/>
                    </a:lnTo>
                    <a:lnTo>
                      <a:pt x="456" y="577"/>
                    </a:lnTo>
                    <a:lnTo>
                      <a:pt x="464" y="607"/>
                    </a:lnTo>
                    <a:lnTo>
                      <a:pt x="475" y="638"/>
                    </a:lnTo>
                    <a:lnTo>
                      <a:pt x="486" y="668"/>
                    </a:lnTo>
                    <a:lnTo>
                      <a:pt x="499" y="699"/>
                    </a:lnTo>
                    <a:lnTo>
                      <a:pt x="513" y="731"/>
                    </a:lnTo>
                    <a:lnTo>
                      <a:pt x="470" y="709"/>
                    </a:lnTo>
                    <a:lnTo>
                      <a:pt x="427" y="686"/>
                    </a:lnTo>
                    <a:lnTo>
                      <a:pt x="387" y="662"/>
                    </a:lnTo>
                    <a:lnTo>
                      <a:pt x="348" y="635"/>
                    </a:lnTo>
                    <a:lnTo>
                      <a:pt x="310" y="608"/>
                    </a:lnTo>
                    <a:lnTo>
                      <a:pt x="274" y="579"/>
                    </a:lnTo>
                    <a:lnTo>
                      <a:pt x="240" y="549"/>
                    </a:lnTo>
                    <a:lnTo>
                      <a:pt x="206" y="518"/>
                    </a:lnTo>
                    <a:lnTo>
                      <a:pt x="176" y="486"/>
                    </a:lnTo>
                    <a:lnTo>
                      <a:pt x="147" y="453"/>
                    </a:lnTo>
                    <a:lnTo>
                      <a:pt x="121" y="419"/>
                    </a:lnTo>
                    <a:lnTo>
                      <a:pt x="97" y="384"/>
                    </a:lnTo>
                    <a:lnTo>
                      <a:pt x="75" y="350"/>
                    </a:lnTo>
                    <a:lnTo>
                      <a:pt x="55" y="313"/>
                    </a:lnTo>
                    <a:lnTo>
                      <a:pt x="38" y="277"/>
                    </a:lnTo>
                    <a:lnTo>
                      <a:pt x="24" y="240"/>
                    </a:lnTo>
                    <a:lnTo>
                      <a:pt x="14" y="184"/>
                    </a:lnTo>
                    <a:lnTo>
                      <a:pt x="6" y="128"/>
                    </a:lnTo>
                    <a:lnTo>
                      <a:pt x="1" y="70"/>
                    </a:lnTo>
                    <a:lnTo>
                      <a:pt x="0" y="11"/>
                    </a:lnTo>
                    <a:close/>
                  </a:path>
                </a:pathLst>
              </a:custGeom>
              <a:grpFill/>
              <a:ln w="9525">
                <a:noFill/>
                <a:round/>
                <a:headEnd/>
                <a:tailEnd/>
              </a:ln>
            </p:spPr>
            <p:txBody>
              <a:bodyPr/>
              <a:lstStyle/>
              <a:p>
                <a:pPr algn="ctr">
                  <a:defRPr/>
                </a:pPr>
                <a:endParaRPr lang="en-US" sz="900" dirty="0"/>
              </a:p>
            </p:txBody>
          </p:sp>
          <p:sp>
            <p:nvSpPr>
              <p:cNvPr id="70" name="Freeform 69"/>
              <p:cNvSpPr>
                <a:spLocks/>
              </p:cNvSpPr>
              <p:nvPr/>
            </p:nvSpPr>
            <p:spPr bwMode="auto">
              <a:xfrm>
                <a:off x="2379" y="2437"/>
                <a:ext cx="286" cy="253"/>
              </a:xfrm>
              <a:custGeom>
                <a:avLst/>
                <a:gdLst/>
                <a:ahLst/>
                <a:cxnLst>
                  <a:cxn ang="0">
                    <a:pos x="0" y="0"/>
                  </a:cxn>
                  <a:cxn ang="0">
                    <a:pos x="14" y="20"/>
                  </a:cxn>
                  <a:cxn ang="0">
                    <a:pos x="31" y="41"/>
                  </a:cxn>
                  <a:cxn ang="0">
                    <a:pos x="52" y="62"/>
                  </a:cxn>
                  <a:cxn ang="0">
                    <a:pos x="74" y="82"/>
                  </a:cxn>
                  <a:cxn ang="0">
                    <a:pos x="99" y="103"/>
                  </a:cxn>
                  <a:cxn ang="0">
                    <a:pos x="126" y="124"/>
                  </a:cxn>
                  <a:cxn ang="0">
                    <a:pos x="153" y="144"/>
                  </a:cxn>
                  <a:cxn ang="0">
                    <a:pos x="182" y="165"/>
                  </a:cxn>
                  <a:cxn ang="0">
                    <a:pos x="212" y="184"/>
                  </a:cxn>
                  <a:cxn ang="0">
                    <a:pos x="242" y="203"/>
                  </a:cxn>
                  <a:cxn ang="0">
                    <a:pos x="272" y="220"/>
                  </a:cxn>
                  <a:cxn ang="0">
                    <a:pos x="302" y="237"/>
                  </a:cxn>
                  <a:cxn ang="0">
                    <a:pos x="332" y="252"/>
                  </a:cxn>
                  <a:cxn ang="0">
                    <a:pos x="360" y="265"/>
                  </a:cxn>
                  <a:cxn ang="0">
                    <a:pos x="387" y="278"/>
                  </a:cxn>
                  <a:cxn ang="0">
                    <a:pos x="412" y="288"/>
                  </a:cxn>
                  <a:cxn ang="0">
                    <a:pos x="418" y="303"/>
                  </a:cxn>
                  <a:cxn ang="0">
                    <a:pos x="424" y="318"/>
                  </a:cxn>
                  <a:cxn ang="0">
                    <a:pos x="431" y="334"/>
                  </a:cxn>
                  <a:cxn ang="0">
                    <a:pos x="439" y="349"/>
                  </a:cxn>
                  <a:cxn ang="0">
                    <a:pos x="447" y="366"/>
                  </a:cxn>
                  <a:cxn ang="0">
                    <a:pos x="456" y="381"/>
                  </a:cxn>
                  <a:cxn ang="0">
                    <a:pos x="466" y="397"/>
                  </a:cxn>
                  <a:cxn ang="0">
                    <a:pos x="478" y="413"/>
                  </a:cxn>
                  <a:cxn ang="0">
                    <a:pos x="487" y="424"/>
                  </a:cxn>
                  <a:cxn ang="0">
                    <a:pos x="496" y="436"/>
                  </a:cxn>
                  <a:cxn ang="0">
                    <a:pos x="508" y="447"/>
                  </a:cxn>
                  <a:cxn ang="0">
                    <a:pos x="518" y="460"/>
                  </a:cxn>
                  <a:cxn ang="0">
                    <a:pos x="531" y="471"/>
                  </a:cxn>
                  <a:cxn ang="0">
                    <a:pos x="544" y="483"/>
                  </a:cxn>
                  <a:cxn ang="0">
                    <a:pos x="557" y="496"/>
                  </a:cxn>
                  <a:cxn ang="0">
                    <a:pos x="572" y="507"/>
                  </a:cxn>
                  <a:cxn ang="0">
                    <a:pos x="537" y="490"/>
                  </a:cxn>
                  <a:cxn ang="0">
                    <a:pos x="500" y="471"/>
                  </a:cxn>
                  <a:cxn ang="0">
                    <a:pos x="461" y="451"/>
                  </a:cxn>
                  <a:cxn ang="0">
                    <a:pos x="422" y="428"/>
                  </a:cxn>
                  <a:cxn ang="0">
                    <a:pos x="381" y="402"/>
                  </a:cxn>
                  <a:cxn ang="0">
                    <a:pos x="341" y="376"/>
                  </a:cxn>
                  <a:cxn ang="0">
                    <a:pos x="302" y="347"/>
                  </a:cxn>
                  <a:cxn ang="0">
                    <a:pos x="261" y="316"/>
                  </a:cxn>
                  <a:cxn ang="0">
                    <a:pos x="222" y="284"/>
                  </a:cxn>
                  <a:cxn ang="0">
                    <a:pos x="185" y="249"/>
                  </a:cxn>
                  <a:cxn ang="0">
                    <a:pos x="149" y="212"/>
                  </a:cxn>
                  <a:cxn ang="0">
                    <a:pos x="114" y="173"/>
                  </a:cxn>
                  <a:cxn ang="0">
                    <a:pos x="82" y="133"/>
                  </a:cxn>
                  <a:cxn ang="0">
                    <a:pos x="52" y="90"/>
                  </a:cxn>
                  <a:cxn ang="0">
                    <a:pos x="24" y="47"/>
                  </a:cxn>
                  <a:cxn ang="0">
                    <a:pos x="0" y="0"/>
                  </a:cxn>
                </a:cxnLst>
                <a:rect l="0" t="0" r="r" b="b"/>
                <a:pathLst>
                  <a:path w="572" h="507">
                    <a:moveTo>
                      <a:pt x="0" y="0"/>
                    </a:moveTo>
                    <a:lnTo>
                      <a:pt x="14" y="20"/>
                    </a:lnTo>
                    <a:lnTo>
                      <a:pt x="31" y="41"/>
                    </a:lnTo>
                    <a:lnTo>
                      <a:pt x="52" y="62"/>
                    </a:lnTo>
                    <a:lnTo>
                      <a:pt x="74" y="82"/>
                    </a:lnTo>
                    <a:lnTo>
                      <a:pt x="99" y="103"/>
                    </a:lnTo>
                    <a:lnTo>
                      <a:pt x="126" y="124"/>
                    </a:lnTo>
                    <a:lnTo>
                      <a:pt x="153" y="144"/>
                    </a:lnTo>
                    <a:lnTo>
                      <a:pt x="182" y="165"/>
                    </a:lnTo>
                    <a:lnTo>
                      <a:pt x="212" y="184"/>
                    </a:lnTo>
                    <a:lnTo>
                      <a:pt x="242" y="203"/>
                    </a:lnTo>
                    <a:lnTo>
                      <a:pt x="272" y="220"/>
                    </a:lnTo>
                    <a:lnTo>
                      <a:pt x="302" y="237"/>
                    </a:lnTo>
                    <a:lnTo>
                      <a:pt x="332" y="252"/>
                    </a:lnTo>
                    <a:lnTo>
                      <a:pt x="360" y="265"/>
                    </a:lnTo>
                    <a:lnTo>
                      <a:pt x="387" y="278"/>
                    </a:lnTo>
                    <a:lnTo>
                      <a:pt x="412" y="288"/>
                    </a:lnTo>
                    <a:lnTo>
                      <a:pt x="418" y="303"/>
                    </a:lnTo>
                    <a:lnTo>
                      <a:pt x="424" y="318"/>
                    </a:lnTo>
                    <a:lnTo>
                      <a:pt x="431" y="334"/>
                    </a:lnTo>
                    <a:lnTo>
                      <a:pt x="439" y="349"/>
                    </a:lnTo>
                    <a:lnTo>
                      <a:pt x="447" y="366"/>
                    </a:lnTo>
                    <a:lnTo>
                      <a:pt x="456" y="381"/>
                    </a:lnTo>
                    <a:lnTo>
                      <a:pt x="466" y="397"/>
                    </a:lnTo>
                    <a:lnTo>
                      <a:pt x="478" y="413"/>
                    </a:lnTo>
                    <a:lnTo>
                      <a:pt x="487" y="424"/>
                    </a:lnTo>
                    <a:lnTo>
                      <a:pt x="496" y="436"/>
                    </a:lnTo>
                    <a:lnTo>
                      <a:pt x="508" y="447"/>
                    </a:lnTo>
                    <a:lnTo>
                      <a:pt x="518" y="460"/>
                    </a:lnTo>
                    <a:lnTo>
                      <a:pt x="531" y="471"/>
                    </a:lnTo>
                    <a:lnTo>
                      <a:pt x="544" y="483"/>
                    </a:lnTo>
                    <a:lnTo>
                      <a:pt x="557" y="496"/>
                    </a:lnTo>
                    <a:lnTo>
                      <a:pt x="572" y="507"/>
                    </a:lnTo>
                    <a:lnTo>
                      <a:pt x="537" y="490"/>
                    </a:lnTo>
                    <a:lnTo>
                      <a:pt x="500" y="471"/>
                    </a:lnTo>
                    <a:lnTo>
                      <a:pt x="461" y="451"/>
                    </a:lnTo>
                    <a:lnTo>
                      <a:pt x="422" y="428"/>
                    </a:lnTo>
                    <a:lnTo>
                      <a:pt x="381" y="402"/>
                    </a:lnTo>
                    <a:lnTo>
                      <a:pt x="341" y="376"/>
                    </a:lnTo>
                    <a:lnTo>
                      <a:pt x="302" y="347"/>
                    </a:lnTo>
                    <a:lnTo>
                      <a:pt x="261" y="316"/>
                    </a:lnTo>
                    <a:lnTo>
                      <a:pt x="222" y="284"/>
                    </a:lnTo>
                    <a:lnTo>
                      <a:pt x="185" y="249"/>
                    </a:lnTo>
                    <a:lnTo>
                      <a:pt x="149" y="212"/>
                    </a:lnTo>
                    <a:lnTo>
                      <a:pt x="114" y="173"/>
                    </a:lnTo>
                    <a:lnTo>
                      <a:pt x="82" y="133"/>
                    </a:lnTo>
                    <a:lnTo>
                      <a:pt x="52" y="90"/>
                    </a:lnTo>
                    <a:lnTo>
                      <a:pt x="24" y="47"/>
                    </a:lnTo>
                    <a:lnTo>
                      <a:pt x="0" y="0"/>
                    </a:lnTo>
                    <a:close/>
                  </a:path>
                </a:pathLst>
              </a:custGeom>
              <a:grpFill/>
              <a:ln w="9525">
                <a:noFill/>
                <a:round/>
                <a:headEnd/>
                <a:tailEnd/>
              </a:ln>
            </p:spPr>
            <p:txBody>
              <a:bodyPr/>
              <a:lstStyle/>
              <a:p>
                <a:pPr algn="ctr">
                  <a:defRPr/>
                </a:pPr>
                <a:endParaRPr lang="en-US" sz="900" dirty="0"/>
              </a:p>
            </p:txBody>
          </p:sp>
          <p:sp>
            <p:nvSpPr>
              <p:cNvPr id="71" name="Freeform 70"/>
              <p:cNvSpPr>
                <a:spLocks/>
              </p:cNvSpPr>
              <p:nvPr/>
            </p:nvSpPr>
            <p:spPr bwMode="auto">
              <a:xfrm>
                <a:off x="2648" y="2599"/>
                <a:ext cx="208" cy="136"/>
              </a:xfrm>
              <a:custGeom>
                <a:avLst/>
                <a:gdLst/>
                <a:ahLst/>
                <a:cxnLst>
                  <a:cxn ang="0">
                    <a:pos x="417" y="273"/>
                  </a:cxn>
                  <a:cxn ang="0">
                    <a:pos x="398" y="272"/>
                  </a:cxn>
                  <a:cxn ang="0">
                    <a:pos x="379" y="271"/>
                  </a:cxn>
                  <a:cxn ang="0">
                    <a:pos x="358" y="268"/>
                  </a:cxn>
                  <a:cxn ang="0">
                    <a:pos x="337" y="266"/>
                  </a:cxn>
                  <a:cxn ang="0">
                    <a:pos x="315" y="261"/>
                  </a:cxn>
                  <a:cxn ang="0">
                    <a:pos x="292" y="257"/>
                  </a:cxn>
                  <a:cxn ang="0">
                    <a:pos x="269" y="250"/>
                  </a:cxn>
                  <a:cxn ang="0">
                    <a:pos x="245" y="241"/>
                  </a:cxn>
                  <a:cxn ang="0">
                    <a:pos x="231" y="235"/>
                  </a:cxn>
                  <a:cxn ang="0">
                    <a:pos x="218" y="229"/>
                  </a:cxn>
                  <a:cxn ang="0">
                    <a:pos x="204" y="222"/>
                  </a:cxn>
                  <a:cxn ang="0">
                    <a:pos x="190" y="215"/>
                  </a:cxn>
                  <a:cxn ang="0">
                    <a:pos x="175" y="209"/>
                  </a:cxn>
                  <a:cxn ang="0">
                    <a:pos x="160" y="200"/>
                  </a:cxn>
                  <a:cxn ang="0">
                    <a:pos x="146" y="192"/>
                  </a:cxn>
                  <a:cxn ang="0">
                    <a:pos x="131" y="183"/>
                  </a:cxn>
                  <a:cxn ang="0">
                    <a:pos x="117" y="174"/>
                  </a:cxn>
                  <a:cxn ang="0">
                    <a:pos x="103" y="165"/>
                  </a:cxn>
                  <a:cxn ang="0">
                    <a:pos x="90" y="153"/>
                  </a:cxn>
                  <a:cxn ang="0">
                    <a:pos x="76" y="143"/>
                  </a:cxn>
                  <a:cxn ang="0">
                    <a:pos x="63" y="131"/>
                  </a:cxn>
                  <a:cxn ang="0">
                    <a:pos x="52" y="119"/>
                  </a:cxn>
                  <a:cxn ang="0">
                    <a:pos x="40" y="106"/>
                  </a:cxn>
                  <a:cxn ang="0">
                    <a:pos x="30" y="92"/>
                  </a:cxn>
                  <a:cxn ang="0">
                    <a:pos x="19" y="71"/>
                  </a:cxn>
                  <a:cxn ang="0">
                    <a:pos x="14" y="48"/>
                  </a:cxn>
                  <a:cxn ang="0">
                    <a:pos x="8" y="24"/>
                  </a:cxn>
                  <a:cxn ang="0">
                    <a:pos x="0" y="0"/>
                  </a:cxn>
                  <a:cxn ang="0">
                    <a:pos x="10" y="4"/>
                  </a:cxn>
                  <a:cxn ang="0">
                    <a:pos x="21" y="8"/>
                  </a:cxn>
                  <a:cxn ang="0">
                    <a:pos x="31" y="12"/>
                  </a:cxn>
                  <a:cxn ang="0">
                    <a:pos x="42" y="15"/>
                  </a:cxn>
                  <a:cxn ang="0">
                    <a:pos x="53" y="17"/>
                  </a:cxn>
                  <a:cxn ang="0">
                    <a:pos x="64" y="21"/>
                  </a:cxn>
                  <a:cxn ang="0">
                    <a:pos x="76" y="24"/>
                  </a:cxn>
                  <a:cxn ang="0">
                    <a:pos x="87" y="27"/>
                  </a:cxn>
                  <a:cxn ang="0">
                    <a:pos x="100" y="30"/>
                  </a:cxn>
                  <a:cxn ang="0">
                    <a:pos x="112" y="32"/>
                  </a:cxn>
                  <a:cxn ang="0">
                    <a:pos x="123" y="36"/>
                  </a:cxn>
                  <a:cxn ang="0">
                    <a:pos x="136" y="38"/>
                  </a:cxn>
                  <a:cxn ang="0">
                    <a:pos x="148" y="40"/>
                  </a:cxn>
                  <a:cxn ang="0">
                    <a:pos x="160" y="43"/>
                  </a:cxn>
                  <a:cxn ang="0">
                    <a:pos x="173" y="45"/>
                  </a:cxn>
                  <a:cxn ang="0">
                    <a:pos x="185" y="47"/>
                  </a:cxn>
                  <a:cxn ang="0">
                    <a:pos x="200" y="50"/>
                  </a:cxn>
                  <a:cxn ang="0">
                    <a:pos x="214" y="52"/>
                  </a:cxn>
                  <a:cxn ang="0">
                    <a:pos x="229" y="54"/>
                  </a:cxn>
                  <a:cxn ang="0">
                    <a:pos x="244" y="55"/>
                  </a:cxn>
                  <a:cxn ang="0">
                    <a:pos x="259" y="58"/>
                  </a:cxn>
                  <a:cxn ang="0">
                    <a:pos x="273" y="60"/>
                  </a:cxn>
                  <a:cxn ang="0">
                    <a:pos x="288" y="61"/>
                  </a:cxn>
                  <a:cxn ang="0">
                    <a:pos x="303" y="62"/>
                  </a:cxn>
                  <a:cxn ang="0">
                    <a:pos x="318" y="65"/>
                  </a:cxn>
                  <a:cxn ang="0">
                    <a:pos x="332" y="66"/>
                  </a:cxn>
                  <a:cxn ang="0">
                    <a:pos x="347" y="67"/>
                  </a:cxn>
                  <a:cxn ang="0">
                    <a:pos x="360" y="68"/>
                  </a:cxn>
                  <a:cxn ang="0">
                    <a:pos x="375" y="68"/>
                  </a:cxn>
                  <a:cxn ang="0">
                    <a:pos x="389" y="69"/>
                  </a:cxn>
                  <a:cxn ang="0">
                    <a:pos x="403" y="70"/>
                  </a:cxn>
                  <a:cxn ang="0">
                    <a:pos x="417" y="70"/>
                  </a:cxn>
                  <a:cxn ang="0">
                    <a:pos x="417" y="166"/>
                  </a:cxn>
                  <a:cxn ang="0">
                    <a:pos x="417" y="273"/>
                  </a:cxn>
                </a:cxnLst>
                <a:rect l="0" t="0" r="r" b="b"/>
                <a:pathLst>
                  <a:path w="417" h="273">
                    <a:moveTo>
                      <a:pt x="417" y="273"/>
                    </a:moveTo>
                    <a:lnTo>
                      <a:pt x="398" y="272"/>
                    </a:lnTo>
                    <a:lnTo>
                      <a:pt x="379" y="271"/>
                    </a:lnTo>
                    <a:lnTo>
                      <a:pt x="358" y="268"/>
                    </a:lnTo>
                    <a:lnTo>
                      <a:pt x="337" y="266"/>
                    </a:lnTo>
                    <a:lnTo>
                      <a:pt x="315" y="261"/>
                    </a:lnTo>
                    <a:lnTo>
                      <a:pt x="292" y="257"/>
                    </a:lnTo>
                    <a:lnTo>
                      <a:pt x="269" y="250"/>
                    </a:lnTo>
                    <a:lnTo>
                      <a:pt x="245" y="241"/>
                    </a:lnTo>
                    <a:lnTo>
                      <a:pt x="231" y="235"/>
                    </a:lnTo>
                    <a:lnTo>
                      <a:pt x="218" y="229"/>
                    </a:lnTo>
                    <a:lnTo>
                      <a:pt x="204" y="222"/>
                    </a:lnTo>
                    <a:lnTo>
                      <a:pt x="190" y="215"/>
                    </a:lnTo>
                    <a:lnTo>
                      <a:pt x="175" y="209"/>
                    </a:lnTo>
                    <a:lnTo>
                      <a:pt x="160" y="200"/>
                    </a:lnTo>
                    <a:lnTo>
                      <a:pt x="146" y="192"/>
                    </a:lnTo>
                    <a:lnTo>
                      <a:pt x="131" y="183"/>
                    </a:lnTo>
                    <a:lnTo>
                      <a:pt x="117" y="174"/>
                    </a:lnTo>
                    <a:lnTo>
                      <a:pt x="103" y="165"/>
                    </a:lnTo>
                    <a:lnTo>
                      <a:pt x="90" y="153"/>
                    </a:lnTo>
                    <a:lnTo>
                      <a:pt x="76" y="143"/>
                    </a:lnTo>
                    <a:lnTo>
                      <a:pt x="63" y="131"/>
                    </a:lnTo>
                    <a:lnTo>
                      <a:pt x="52" y="119"/>
                    </a:lnTo>
                    <a:lnTo>
                      <a:pt x="40" y="106"/>
                    </a:lnTo>
                    <a:lnTo>
                      <a:pt x="30" y="92"/>
                    </a:lnTo>
                    <a:lnTo>
                      <a:pt x="19" y="71"/>
                    </a:lnTo>
                    <a:lnTo>
                      <a:pt x="14" y="48"/>
                    </a:lnTo>
                    <a:lnTo>
                      <a:pt x="8" y="24"/>
                    </a:lnTo>
                    <a:lnTo>
                      <a:pt x="0" y="0"/>
                    </a:lnTo>
                    <a:lnTo>
                      <a:pt x="10" y="4"/>
                    </a:lnTo>
                    <a:lnTo>
                      <a:pt x="21" y="8"/>
                    </a:lnTo>
                    <a:lnTo>
                      <a:pt x="31" y="12"/>
                    </a:lnTo>
                    <a:lnTo>
                      <a:pt x="42" y="15"/>
                    </a:lnTo>
                    <a:lnTo>
                      <a:pt x="53" y="17"/>
                    </a:lnTo>
                    <a:lnTo>
                      <a:pt x="64" y="21"/>
                    </a:lnTo>
                    <a:lnTo>
                      <a:pt x="76" y="24"/>
                    </a:lnTo>
                    <a:lnTo>
                      <a:pt x="87" y="27"/>
                    </a:lnTo>
                    <a:lnTo>
                      <a:pt x="100" y="30"/>
                    </a:lnTo>
                    <a:lnTo>
                      <a:pt x="112" y="32"/>
                    </a:lnTo>
                    <a:lnTo>
                      <a:pt x="123" y="36"/>
                    </a:lnTo>
                    <a:lnTo>
                      <a:pt x="136" y="38"/>
                    </a:lnTo>
                    <a:lnTo>
                      <a:pt x="148" y="40"/>
                    </a:lnTo>
                    <a:lnTo>
                      <a:pt x="160" y="43"/>
                    </a:lnTo>
                    <a:lnTo>
                      <a:pt x="173" y="45"/>
                    </a:lnTo>
                    <a:lnTo>
                      <a:pt x="185" y="47"/>
                    </a:lnTo>
                    <a:lnTo>
                      <a:pt x="200" y="50"/>
                    </a:lnTo>
                    <a:lnTo>
                      <a:pt x="214" y="52"/>
                    </a:lnTo>
                    <a:lnTo>
                      <a:pt x="229" y="54"/>
                    </a:lnTo>
                    <a:lnTo>
                      <a:pt x="244" y="55"/>
                    </a:lnTo>
                    <a:lnTo>
                      <a:pt x="259" y="58"/>
                    </a:lnTo>
                    <a:lnTo>
                      <a:pt x="273" y="60"/>
                    </a:lnTo>
                    <a:lnTo>
                      <a:pt x="288" y="61"/>
                    </a:lnTo>
                    <a:lnTo>
                      <a:pt x="303" y="62"/>
                    </a:lnTo>
                    <a:lnTo>
                      <a:pt x="318" y="65"/>
                    </a:lnTo>
                    <a:lnTo>
                      <a:pt x="332" y="66"/>
                    </a:lnTo>
                    <a:lnTo>
                      <a:pt x="347" y="67"/>
                    </a:lnTo>
                    <a:lnTo>
                      <a:pt x="360" y="68"/>
                    </a:lnTo>
                    <a:lnTo>
                      <a:pt x="375" y="68"/>
                    </a:lnTo>
                    <a:lnTo>
                      <a:pt x="389" y="69"/>
                    </a:lnTo>
                    <a:lnTo>
                      <a:pt x="403" y="70"/>
                    </a:lnTo>
                    <a:lnTo>
                      <a:pt x="417" y="70"/>
                    </a:lnTo>
                    <a:lnTo>
                      <a:pt x="417" y="166"/>
                    </a:lnTo>
                    <a:lnTo>
                      <a:pt x="417" y="273"/>
                    </a:lnTo>
                    <a:close/>
                  </a:path>
                </a:pathLst>
              </a:custGeom>
              <a:grpFill/>
              <a:ln w="9525">
                <a:noFill/>
                <a:round/>
                <a:headEnd/>
                <a:tailEnd/>
              </a:ln>
            </p:spPr>
            <p:txBody>
              <a:bodyPr/>
              <a:lstStyle/>
              <a:p>
                <a:pPr algn="ctr">
                  <a:defRPr/>
                </a:pPr>
                <a:endParaRPr lang="en-US" sz="900" dirty="0"/>
              </a:p>
            </p:txBody>
          </p:sp>
          <p:sp>
            <p:nvSpPr>
              <p:cNvPr id="72" name="Freeform 71"/>
              <p:cNvSpPr>
                <a:spLocks/>
              </p:cNvSpPr>
              <p:nvPr/>
            </p:nvSpPr>
            <p:spPr bwMode="auto">
              <a:xfrm>
                <a:off x="2904" y="2604"/>
                <a:ext cx="202" cy="131"/>
              </a:xfrm>
              <a:custGeom>
                <a:avLst/>
                <a:gdLst/>
                <a:ahLst/>
                <a:cxnLst>
                  <a:cxn ang="0">
                    <a:pos x="171" y="229"/>
                  </a:cxn>
                  <a:cxn ang="0">
                    <a:pos x="147" y="237"/>
                  </a:cxn>
                  <a:cxn ang="0">
                    <a:pos x="124" y="244"/>
                  </a:cxn>
                  <a:cxn ang="0">
                    <a:pos x="102" y="249"/>
                  </a:cxn>
                  <a:cxn ang="0">
                    <a:pos x="80" y="253"/>
                  </a:cxn>
                  <a:cxn ang="0">
                    <a:pos x="59" y="256"/>
                  </a:cxn>
                  <a:cxn ang="0">
                    <a:pos x="38" y="259"/>
                  </a:cxn>
                  <a:cxn ang="0">
                    <a:pos x="19" y="260"/>
                  </a:cxn>
                  <a:cxn ang="0">
                    <a:pos x="0" y="261"/>
                  </a:cxn>
                  <a:cxn ang="0">
                    <a:pos x="0" y="161"/>
                  </a:cxn>
                  <a:cxn ang="0">
                    <a:pos x="0" y="58"/>
                  </a:cxn>
                  <a:cxn ang="0">
                    <a:pos x="26" y="57"/>
                  </a:cxn>
                  <a:cxn ang="0">
                    <a:pos x="51" y="56"/>
                  </a:cxn>
                  <a:cxn ang="0">
                    <a:pos x="78" y="54"/>
                  </a:cxn>
                  <a:cxn ang="0">
                    <a:pos x="103" y="51"/>
                  </a:cxn>
                  <a:cxn ang="0">
                    <a:pos x="129" y="49"/>
                  </a:cxn>
                  <a:cxn ang="0">
                    <a:pos x="155" y="46"/>
                  </a:cxn>
                  <a:cxn ang="0">
                    <a:pos x="181" y="43"/>
                  </a:cxn>
                  <a:cxn ang="0">
                    <a:pos x="207" y="39"/>
                  </a:cxn>
                  <a:cxn ang="0">
                    <a:pos x="232" y="35"/>
                  </a:cxn>
                  <a:cxn ang="0">
                    <a:pos x="258" y="31"/>
                  </a:cxn>
                  <a:cxn ang="0">
                    <a:pos x="283" y="26"/>
                  </a:cxn>
                  <a:cxn ang="0">
                    <a:pos x="308" y="21"/>
                  </a:cxn>
                  <a:cxn ang="0">
                    <a:pos x="332" y="17"/>
                  </a:cxn>
                  <a:cxn ang="0">
                    <a:pos x="356" y="11"/>
                  </a:cxn>
                  <a:cxn ang="0">
                    <a:pos x="380" y="5"/>
                  </a:cxn>
                  <a:cxn ang="0">
                    <a:pos x="403" y="0"/>
                  </a:cxn>
                  <a:cxn ang="0">
                    <a:pos x="399" y="9"/>
                  </a:cxn>
                  <a:cxn ang="0">
                    <a:pos x="394" y="18"/>
                  </a:cxn>
                  <a:cxn ang="0">
                    <a:pos x="390" y="27"/>
                  </a:cxn>
                  <a:cxn ang="0">
                    <a:pos x="385" y="36"/>
                  </a:cxn>
                  <a:cxn ang="0">
                    <a:pos x="379" y="46"/>
                  </a:cxn>
                  <a:cxn ang="0">
                    <a:pos x="375" y="54"/>
                  </a:cxn>
                  <a:cxn ang="0">
                    <a:pos x="369" y="63"/>
                  </a:cxn>
                  <a:cxn ang="0">
                    <a:pos x="363" y="71"/>
                  </a:cxn>
                  <a:cxn ang="0">
                    <a:pos x="352" y="86"/>
                  </a:cxn>
                  <a:cxn ang="0">
                    <a:pos x="340" y="101"/>
                  </a:cxn>
                  <a:cxn ang="0">
                    <a:pos x="329" y="115"/>
                  </a:cxn>
                  <a:cxn ang="0">
                    <a:pos x="316" y="129"/>
                  </a:cxn>
                  <a:cxn ang="0">
                    <a:pos x="303" y="140"/>
                  </a:cxn>
                  <a:cxn ang="0">
                    <a:pos x="291" y="153"/>
                  </a:cxn>
                  <a:cxn ang="0">
                    <a:pos x="277" y="163"/>
                  </a:cxn>
                  <a:cxn ang="0">
                    <a:pos x="264" y="173"/>
                  </a:cxn>
                  <a:cxn ang="0">
                    <a:pos x="251" y="183"/>
                  </a:cxn>
                  <a:cxn ang="0">
                    <a:pos x="239" y="192"/>
                  </a:cxn>
                  <a:cxn ang="0">
                    <a:pos x="226" y="200"/>
                  </a:cxn>
                  <a:cxn ang="0">
                    <a:pos x="215" y="207"/>
                  </a:cxn>
                  <a:cxn ang="0">
                    <a:pos x="203" y="214"/>
                  </a:cxn>
                  <a:cxn ang="0">
                    <a:pos x="192" y="220"/>
                  </a:cxn>
                  <a:cxn ang="0">
                    <a:pos x="181" y="224"/>
                  </a:cxn>
                  <a:cxn ang="0">
                    <a:pos x="171" y="229"/>
                  </a:cxn>
                </a:cxnLst>
                <a:rect l="0" t="0" r="r" b="b"/>
                <a:pathLst>
                  <a:path w="403" h="261">
                    <a:moveTo>
                      <a:pt x="171" y="229"/>
                    </a:moveTo>
                    <a:lnTo>
                      <a:pt x="147" y="237"/>
                    </a:lnTo>
                    <a:lnTo>
                      <a:pt x="124" y="244"/>
                    </a:lnTo>
                    <a:lnTo>
                      <a:pt x="102" y="249"/>
                    </a:lnTo>
                    <a:lnTo>
                      <a:pt x="80" y="253"/>
                    </a:lnTo>
                    <a:lnTo>
                      <a:pt x="59" y="256"/>
                    </a:lnTo>
                    <a:lnTo>
                      <a:pt x="38" y="259"/>
                    </a:lnTo>
                    <a:lnTo>
                      <a:pt x="19" y="260"/>
                    </a:lnTo>
                    <a:lnTo>
                      <a:pt x="0" y="261"/>
                    </a:lnTo>
                    <a:lnTo>
                      <a:pt x="0" y="161"/>
                    </a:lnTo>
                    <a:lnTo>
                      <a:pt x="0" y="58"/>
                    </a:lnTo>
                    <a:lnTo>
                      <a:pt x="26" y="57"/>
                    </a:lnTo>
                    <a:lnTo>
                      <a:pt x="51" y="56"/>
                    </a:lnTo>
                    <a:lnTo>
                      <a:pt x="78" y="54"/>
                    </a:lnTo>
                    <a:lnTo>
                      <a:pt x="103" y="51"/>
                    </a:lnTo>
                    <a:lnTo>
                      <a:pt x="129" y="49"/>
                    </a:lnTo>
                    <a:lnTo>
                      <a:pt x="155" y="46"/>
                    </a:lnTo>
                    <a:lnTo>
                      <a:pt x="181" y="43"/>
                    </a:lnTo>
                    <a:lnTo>
                      <a:pt x="207" y="39"/>
                    </a:lnTo>
                    <a:lnTo>
                      <a:pt x="232" y="35"/>
                    </a:lnTo>
                    <a:lnTo>
                      <a:pt x="258" y="31"/>
                    </a:lnTo>
                    <a:lnTo>
                      <a:pt x="283" y="26"/>
                    </a:lnTo>
                    <a:lnTo>
                      <a:pt x="308" y="21"/>
                    </a:lnTo>
                    <a:lnTo>
                      <a:pt x="332" y="17"/>
                    </a:lnTo>
                    <a:lnTo>
                      <a:pt x="356" y="11"/>
                    </a:lnTo>
                    <a:lnTo>
                      <a:pt x="380" y="5"/>
                    </a:lnTo>
                    <a:lnTo>
                      <a:pt x="403" y="0"/>
                    </a:lnTo>
                    <a:lnTo>
                      <a:pt x="399" y="9"/>
                    </a:lnTo>
                    <a:lnTo>
                      <a:pt x="394" y="18"/>
                    </a:lnTo>
                    <a:lnTo>
                      <a:pt x="390" y="27"/>
                    </a:lnTo>
                    <a:lnTo>
                      <a:pt x="385" y="36"/>
                    </a:lnTo>
                    <a:lnTo>
                      <a:pt x="379" y="46"/>
                    </a:lnTo>
                    <a:lnTo>
                      <a:pt x="375" y="54"/>
                    </a:lnTo>
                    <a:lnTo>
                      <a:pt x="369" y="63"/>
                    </a:lnTo>
                    <a:lnTo>
                      <a:pt x="363" y="71"/>
                    </a:lnTo>
                    <a:lnTo>
                      <a:pt x="352" y="86"/>
                    </a:lnTo>
                    <a:lnTo>
                      <a:pt x="340" y="101"/>
                    </a:lnTo>
                    <a:lnTo>
                      <a:pt x="329" y="115"/>
                    </a:lnTo>
                    <a:lnTo>
                      <a:pt x="316" y="129"/>
                    </a:lnTo>
                    <a:lnTo>
                      <a:pt x="303" y="140"/>
                    </a:lnTo>
                    <a:lnTo>
                      <a:pt x="291" y="153"/>
                    </a:lnTo>
                    <a:lnTo>
                      <a:pt x="277" y="163"/>
                    </a:lnTo>
                    <a:lnTo>
                      <a:pt x="264" y="173"/>
                    </a:lnTo>
                    <a:lnTo>
                      <a:pt x="251" y="183"/>
                    </a:lnTo>
                    <a:lnTo>
                      <a:pt x="239" y="192"/>
                    </a:lnTo>
                    <a:lnTo>
                      <a:pt x="226" y="200"/>
                    </a:lnTo>
                    <a:lnTo>
                      <a:pt x="215" y="207"/>
                    </a:lnTo>
                    <a:lnTo>
                      <a:pt x="203" y="214"/>
                    </a:lnTo>
                    <a:lnTo>
                      <a:pt x="192" y="220"/>
                    </a:lnTo>
                    <a:lnTo>
                      <a:pt x="181" y="224"/>
                    </a:lnTo>
                    <a:lnTo>
                      <a:pt x="171" y="229"/>
                    </a:lnTo>
                    <a:close/>
                  </a:path>
                </a:pathLst>
              </a:custGeom>
              <a:grpFill/>
              <a:ln w="9525">
                <a:noFill/>
                <a:round/>
                <a:headEnd/>
                <a:tailEnd/>
              </a:ln>
            </p:spPr>
            <p:txBody>
              <a:bodyPr/>
              <a:lstStyle/>
              <a:p>
                <a:pPr algn="ctr">
                  <a:defRPr/>
                </a:pPr>
                <a:endParaRPr lang="en-US" sz="900" dirty="0"/>
              </a:p>
            </p:txBody>
          </p:sp>
          <p:sp>
            <p:nvSpPr>
              <p:cNvPr id="73" name="Freeform 72"/>
              <p:cNvSpPr>
                <a:spLocks/>
              </p:cNvSpPr>
              <p:nvPr/>
            </p:nvSpPr>
            <p:spPr bwMode="auto">
              <a:xfrm>
                <a:off x="3104" y="2437"/>
                <a:ext cx="278" cy="248"/>
              </a:xfrm>
              <a:custGeom>
                <a:avLst/>
                <a:gdLst/>
                <a:ahLst/>
                <a:cxnLst>
                  <a:cxn ang="0">
                    <a:pos x="0" y="497"/>
                  </a:cxn>
                  <a:cxn ang="0">
                    <a:pos x="13" y="485"/>
                  </a:cxn>
                  <a:cxn ang="0">
                    <a:pos x="25" y="473"/>
                  </a:cxn>
                  <a:cxn ang="0">
                    <a:pos x="36" y="461"/>
                  </a:cxn>
                  <a:cxn ang="0">
                    <a:pos x="46" y="450"/>
                  </a:cxn>
                  <a:cxn ang="0">
                    <a:pos x="56" y="438"/>
                  </a:cxn>
                  <a:cxn ang="0">
                    <a:pos x="65" y="427"/>
                  </a:cxn>
                  <a:cxn ang="0">
                    <a:pos x="73" y="415"/>
                  </a:cxn>
                  <a:cxn ang="0">
                    <a:pos x="81" y="404"/>
                  </a:cxn>
                  <a:cxn ang="0">
                    <a:pos x="90" y="389"/>
                  </a:cxn>
                  <a:cxn ang="0">
                    <a:pos x="99" y="375"/>
                  </a:cxn>
                  <a:cxn ang="0">
                    <a:pos x="107" y="360"/>
                  </a:cxn>
                  <a:cxn ang="0">
                    <a:pos x="114" y="346"/>
                  </a:cxn>
                  <a:cxn ang="0">
                    <a:pos x="122" y="332"/>
                  </a:cxn>
                  <a:cxn ang="0">
                    <a:pos x="129" y="317"/>
                  </a:cxn>
                  <a:cxn ang="0">
                    <a:pos x="136" y="303"/>
                  </a:cxn>
                  <a:cxn ang="0">
                    <a:pos x="143" y="288"/>
                  </a:cxn>
                  <a:cxn ang="0">
                    <a:pos x="168" y="278"/>
                  </a:cxn>
                  <a:cxn ang="0">
                    <a:pos x="195" y="265"/>
                  </a:cxn>
                  <a:cxn ang="0">
                    <a:pos x="223" y="252"/>
                  </a:cxn>
                  <a:cxn ang="0">
                    <a:pos x="252" y="237"/>
                  </a:cxn>
                  <a:cxn ang="0">
                    <a:pos x="282" y="220"/>
                  </a:cxn>
                  <a:cxn ang="0">
                    <a:pos x="313" y="203"/>
                  </a:cxn>
                  <a:cxn ang="0">
                    <a:pos x="343" y="184"/>
                  </a:cxn>
                  <a:cxn ang="0">
                    <a:pos x="373" y="165"/>
                  </a:cxn>
                  <a:cxn ang="0">
                    <a:pos x="402" y="144"/>
                  </a:cxn>
                  <a:cxn ang="0">
                    <a:pos x="430" y="124"/>
                  </a:cxn>
                  <a:cxn ang="0">
                    <a:pos x="456" y="103"/>
                  </a:cxn>
                  <a:cxn ang="0">
                    <a:pos x="480" y="82"/>
                  </a:cxn>
                  <a:cxn ang="0">
                    <a:pos x="503" y="62"/>
                  </a:cxn>
                  <a:cxn ang="0">
                    <a:pos x="524" y="41"/>
                  </a:cxn>
                  <a:cxn ang="0">
                    <a:pos x="541" y="20"/>
                  </a:cxn>
                  <a:cxn ang="0">
                    <a:pos x="555" y="0"/>
                  </a:cxn>
                  <a:cxn ang="0">
                    <a:pos x="531" y="47"/>
                  </a:cxn>
                  <a:cxn ang="0">
                    <a:pos x="505" y="90"/>
                  </a:cxn>
                  <a:cxn ang="0">
                    <a:pos x="476" y="132"/>
                  </a:cxn>
                  <a:cxn ang="0">
                    <a:pos x="443" y="172"/>
                  </a:cxn>
                  <a:cxn ang="0">
                    <a:pos x="411" y="210"/>
                  </a:cxn>
                  <a:cxn ang="0">
                    <a:pos x="376" y="246"/>
                  </a:cxn>
                  <a:cxn ang="0">
                    <a:pos x="340" y="279"/>
                  </a:cxn>
                  <a:cxn ang="0">
                    <a:pos x="302" y="310"/>
                  </a:cxn>
                  <a:cxn ang="0">
                    <a:pos x="264" y="340"/>
                  </a:cxn>
                  <a:cxn ang="0">
                    <a:pos x="226" y="369"/>
                  </a:cxn>
                  <a:cxn ang="0">
                    <a:pos x="187" y="394"/>
                  </a:cxn>
                  <a:cxn ang="0">
                    <a:pos x="149" y="419"/>
                  </a:cxn>
                  <a:cxn ang="0">
                    <a:pos x="109" y="440"/>
                  </a:cxn>
                  <a:cxn ang="0">
                    <a:pos x="73" y="461"/>
                  </a:cxn>
                  <a:cxn ang="0">
                    <a:pos x="36" y="480"/>
                  </a:cxn>
                  <a:cxn ang="0">
                    <a:pos x="0" y="497"/>
                  </a:cxn>
                </a:cxnLst>
                <a:rect l="0" t="0" r="r" b="b"/>
                <a:pathLst>
                  <a:path w="555" h="497">
                    <a:moveTo>
                      <a:pt x="0" y="497"/>
                    </a:moveTo>
                    <a:lnTo>
                      <a:pt x="13" y="485"/>
                    </a:lnTo>
                    <a:lnTo>
                      <a:pt x="25" y="473"/>
                    </a:lnTo>
                    <a:lnTo>
                      <a:pt x="36" y="461"/>
                    </a:lnTo>
                    <a:lnTo>
                      <a:pt x="46" y="450"/>
                    </a:lnTo>
                    <a:lnTo>
                      <a:pt x="56" y="438"/>
                    </a:lnTo>
                    <a:lnTo>
                      <a:pt x="65" y="427"/>
                    </a:lnTo>
                    <a:lnTo>
                      <a:pt x="73" y="415"/>
                    </a:lnTo>
                    <a:lnTo>
                      <a:pt x="81" y="404"/>
                    </a:lnTo>
                    <a:lnTo>
                      <a:pt x="90" y="389"/>
                    </a:lnTo>
                    <a:lnTo>
                      <a:pt x="99" y="375"/>
                    </a:lnTo>
                    <a:lnTo>
                      <a:pt x="107" y="360"/>
                    </a:lnTo>
                    <a:lnTo>
                      <a:pt x="114" y="346"/>
                    </a:lnTo>
                    <a:lnTo>
                      <a:pt x="122" y="332"/>
                    </a:lnTo>
                    <a:lnTo>
                      <a:pt x="129" y="317"/>
                    </a:lnTo>
                    <a:lnTo>
                      <a:pt x="136" y="303"/>
                    </a:lnTo>
                    <a:lnTo>
                      <a:pt x="143" y="288"/>
                    </a:lnTo>
                    <a:lnTo>
                      <a:pt x="168" y="278"/>
                    </a:lnTo>
                    <a:lnTo>
                      <a:pt x="195" y="265"/>
                    </a:lnTo>
                    <a:lnTo>
                      <a:pt x="223" y="252"/>
                    </a:lnTo>
                    <a:lnTo>
                      <a:pt x="252" y="237"/>
                    </a:lnTo>
                    <a:lnTo>
                      <a:pt x="282" y="220"/>
                    </a:lnTo>
                    <a:lnTo>
                      <a:pt x="313" y="203"/>
                    </a:lnTo>
                    <a:lnTo>
                      <a:pt x="343" y="184"/>
                    </a:lnTo>
                    <a:lnTo>
                      <a:pt x="373" y="165"/>
                    </a:lnTo>
                    <a:lnTo>
                      <a:pt x="402" y="144"/>
                    </a:lnTo>
                    <a:lnTo>
                      <a:pt x="430" y="124"/>
                    </a:lnTo>
                    <a:lnTo>
                      <a:pt x="456" y="103"/>
                    </a:lnTo>
                    <a:lnTo>
                      <a:pt x="480" y="82"/>
                    </a:lnTo>
                    <a:lnTo>
                      <a:pt x="503" y="62"/>
                    </a:lnTo>
                    <a:lnTo>
                      <a:pt x="524" y="41"/>
                    </a:lnTo>
                    <a:lnTo>
                      <a:pt x="541" y="20"/>
                    </a:lnTo>
                    <a:lnTo>
                      <a:pt x="555" y="0"/>
                    </a:lnTo>
                    <a:lnTo>
                      <a:pt x="531" y="47"/>
                    </a:lnTo>
                    <a:lnTo>
                      <a:pt x="505" y="90"/>
                    </a:lnTo>
                    <a:lnTo>
                      <a:pt x="476" y="132"/>
                    </a:lnTo>
                    <a:lnTo>
                      <a:pt x="443" y="172"/>
                    </a:lnTo>
                    <a:lnTo>
                      <a:pt x="411" y="210"/>
                    </a:lnTo>
                    <a:lnTo>
                      <a:pt x="376" y="246"/>
                    </a:lnTo>
                    <a:lnTo>
                      <a:pt x="340" y="279"/>
                    </a:lnTo>
                    <a:lnTo>
                      <a:pt x="302" y="310"/>
                    </a:lnTo>
                    <a:lnTo>
                      <a:pt x="264" y="340"/>
                    </a:lnTo>
                    <a:lnTo>
                      <a:pt x="226" y="369"/>
                    </a:lnTo>
                    <a:lnTo>
                      <a:pt x="187" y="394"/>
                    </a:lnTo>
                    <a:lnTo>
                      <a:pt x="149" y="419"/>
                    </a:lnTo>
                    <a:lnTo>
                      <a:pt x="109" y="440"/>
                    </a:lnTo>
                    <a:lnTo>
                      <a:pt x="73" y="461"/>
                    </a:lnTo>
                    <a:lnTo>
                      <a:pt x="36" y="480"/>
                    </a:lnTo>
                    <a:lnTo>
                      <a:pt x="0" y="497"/>
                    </a:lnTo>
                    <a:close/>
                  </a:path>
                </a:pathLst>
              </a:custGeom>
              <a:grpFill/>
              <a:ln w="9525">
                <a:noFill/>
                <a:round/>
                <a:headEnd/>
                <a:tailEnd/>
              </a:ln>
            </p:spPr>
            <p:txBody>
              <a:bodyPr/>
              <a:lstStyle/>
              <a:p>
                <a:pPr algn="ctr">
                  <a:defRPr/>
                </a:pPr>
                <a:endParaRPr lang="en-US" sz="900" dirty="0"/>
              </a:p>
            </p:txBody>
          </p:sp>
          <p:sp>
            <p:nvSpPr>
              <p:cNvPr id="74" name="Freeform 73"/>
              <p:cNvSpPr>
                <a:spLocks/>
              </p:cNvSpPr>
              <p:nvPr/>
            </p:nvSpPr>
            <p:spPr bwMode="auto">
              <a:xfrm>
                <a:off x="3197" y="2149"/>
                <a:ext cx="256" cy="365"/>
              </a:xfrm>
              <a:custGeom>
                <a:avLst/>
                <a:gdLst/>
                <a:ahLst/>
                <a:cxnLst>
                  <a:cxn ang="0">
                    <a:pos x="488" y="240"/>
                  </a:cxn>
                  <a:cxn ang="0">
                    <a:pos x="474" y="277"/>
                  </a:cxn>
                  <a:cxn ang="0">
                    <a:pos x="457" y="313"/>
                  </a:cxn>
                  <a:cxn ang="0">
                    <a:pos x="437" y="350"/>
                  </a:cxn>
                  <a:cxn ang="0">
                    <a:pos x="415" y="384"/>
                  </a:cxn>
                  <a:cxn ang="0">
                    <a:pos x="391" y="419"/>
                  </a:cxn>
                  <a:cxn ang="0">
                    <a:pos x="365" y="453"/>
                  </a:cxn>
                  <a:cxn ang="0">
                    <a:pos x="336" y="486"/>
                  </a:cxn>
                  <a:cxn ang="0">
                    <a:pos x="305" y="518"/>
                  </a:cxn>
                  <a:cxn ang="0">
                    <a:pos x="273" y="549"/>
                  </a:cxn>
                  <a:cxn ang="0">
                    <a:pos x="238" y="579"/>
                  </a:cxn>
                  <a:cxn ang="0">
                    <a:pos x="202" y="608"/>
                  </a:cxn>
                  <a:cxn ang="0">
                    <a:pos x="164" y="635"/>
                  </a:cxn>
                  <a:cxn ang="0">
                    <a:pos x="125" y="662"/>
                  </a:cxn>
                  <a:cxn ang="0">
                    <a:pos x="85" y="686"/>
                  </a:cxn>
                  <a:cxn ang="0">
                    <a:pos x="42" y="709"/>
                  </a:cxn>
                  <a:cxn ang="0">
                    <a:pos x="0" y="731"/>
                  </a:cxn>
                  <a:cxn ang="0">
                    <a:pos x="12" y="704"/>
                  </a:cxn>
                  <a:cxn ang="0">
                    <a:pos x="23" y="677"/>
                  </a:cxn>
                  <a:cxn ang="0">
                    <a:pos x="33" y="650"/>
                  </a:cxn>
                  <a:cxn ang="0">
                    <a:pos x="42" y="624"/>
                  </a:cxn>
                  <a:cxn ang="0">
                    <a:pos x="50" y="599"/>
                  </a:cxn>
                  <a:cxn ang="0">
                    <a:pos x="57" y="572"/>
                  </a:cxn>
                  <a:cxn ang="0">
                    <a:pos x="64" y="547"/>
                  </a:cxn>
                  <a:cxn ang="0">
                    <a:pos x="70" y="520"/>
                  </a:cxn>
                  <a:cxn ang="0">
                    <a:pos x="78" y="474"/>
                  </a:cxn>
                  <a:cxn ang="0">
                    <a:pos x="85" y="428"/>
                  </a:cxn>
                  <a:cxn ang="0">
                    <a:pos x="91" y="382"/>
                  </a:cxn>
                  <a:cxn ang="0">
                    <a:pos x="96" y="335"/>
                  </a:cxn>
                  <a:cxn ang="0">
                    <a:pos x="130" y="319"/>
                  </a:cxn>
                  <a:cxn ang="0">
                    <a:pos x="163" y="301"/>
                  </a:cxn>
                  <a:cxn ang="0">
                    <a:pos x="197" y="283"/>
                  </a:cxn>
                  <a:cxn ang="0">
                    <a:pos x="230" y="265"/>
                  </a:cxn>
                  <a:cxn ang="0">
                    <a:pos x="262" y="246"/>
                  </a:cxn>
                  <a:cxn ang="0">
                    <a:pos x="293" y="227"/>
                  </a:cxn>
                  <a:cxn ang="0">
                    <a:pos x="324" y="206"/>
                  </a:cxn>
                  <a:cxn ang="0">
                    <a:pos x="353" y="185"/>
                  </a:cxn>
                  <a:cxn ang="0">
                    <a:pos x="381" y="163"/>
                  </a:cxn>
                  <a:cxn ang="0">
                    <a:pos x="406" y="141"/>
                  </a:cxn>
                  <a:cxn ang="0">
                    <a:pos x="430" y="119"/>
                  </a:cxn>
                  <a:cxn ang="0">
                    <a:pos x="452" y="96"/>
                  </a:cxn>
                  <a:cxn ang="0">
                    <a:pos x="471" y="73"/>
                  </a:cxn>
                  <a:cxn ang="0">
                    <a:pos x="487" y="49"/>
                  </a:cxn>
                  <a:cxn ang="0">
                    <a:pos x="501" y="25"/>
                  </a:cxn>
                  <a:cxn ang="0">
                    <a:pos x="511" y="0"/>
                  </a:cxn>
                  <a:cxn ang="0">
                    <a:pos x="511" y="3"/>
                  </a:cxn>
                  <a:cxn ang="0">
                    <a:pos x="511" y="5"/>
                  </a:cxn>
                  <a:cxn ang="0">
                    <a:pos x="511" y="9"/>
                  </a:cxn>
                  <a:cxn ang="0">
                    <a:pos x="511" y="11"/>
                  </a:cxn>
                  <a:cxn ang="0">
                    <a:pos x="510" y="70"/>
                  </a:cxn>
                  <a:cxn ang="0">
                    <a:pos x="505" y="128"/>
                  </a:cxn>
                  <a:cxn ang="0">
                    <a:pos x="498" y="184"/>
                  </a:cxn>
                  <a:cxn ang="0">
                    <a:pos x="488" y="240"/>
                  </a:cxn>
                </a:cxnLst>
                <a:rect l="0" t="0" r="r" b="b"/>
                <a:pathLst>
                  <a:path w="511" h="731">
                    <a:moveTo>
                      <a:pt x="488" y="240"/>
                    </a:moveTo>
                    <a:lnTo>
                      <a:pt x="474" y="277"/>
                    </a:lnTo>
                    <a:lnTo>
                      <a:pt x="457" y="313"/>
                    </a:lnTo>
                    <a:lnTo>
                      <a:pt x="437" y="350"/>
                    </a:lnTo>
                    <a:lnTo>
                      <a:pt x="415" y="384"/>
                    </a:lnTo>
                    <a:lnTo>
                      <a:pt x="391" y="419"/>
                    </a:lnTo>
                    <a:lnTo>
                      <a:pt x="365" y="453"/>
                    </a:lnTo>
                    <a:lnTo>
                      <a:pt x="336" y="486"/>
                    </a:lnTo>
                    <a:lnTo>
                      <a:pt x="305" y="518"/>
                    </a:lnTo>
                    <a:lnTo>
                      <a:pt x="273" y="549"/>
                    </a:lnTo>
                    <a:lnTo>
                      <a:pt x="238" y="579"/>
                    </a:lnTo>
                    <a:lnTo>
                      <a:pt x="202" y="608"/>
                    </a:lnTo>
                    <a:lnTo>
                      <a:pt x="164" y="635"/>
                    </a:lnTo>
                    <a:lnTo>
                      <a:pt x="125" y="662"/>
                    </a:lnTo>
                    <a:lnTo>
                      <a:pt x="85" y="686"/>
                    </a:lnTo>
                    <a:lnTo>
                      <a:pt x="42" y="709"/>
                    </a:lnTo>
                    <a:lnTo>
                      <a:pt x="0" y="731"/>
                    </a:lnTo>
                    <a:lnTo>
                      <a:pt x="12" y="704"/>
                    </a:lnTo>
                    <a:lnTo>
                      <a:pt x="23" y="677"/>
                    </a:lnTo>
                    <a:lnTo>
                      <a:pt x="33" y="650"/>
                    </a:lnTo>
                    <a:lnTo>
                      <a:pt x="42" y="624"/>
                    </a:lnTo>
                    <a:lnTo>
                      <a:pt x="50" y="599"/>
                    </a:lnTo>
                    <a:lnTo>
                      <a:pt x="57" y="572"/>
                    </a:lnTo>
                    <a:lnTo>
                      <a:pt x="64" y="547"/>
                    </a:lnTo>
                    <a:lnTo>
                      <a:pt x="70" y="520"/>
                    </a:lnTo>
                    <a:lnTo>
                      <a:pt x="78" y="474"/>
                    </a:lnTo>
                    <a:lnTo>
                      <a:pt x="85" y="428"/>
                    </a:lnTo>
                    <a:lnTo>
                      <a:pt x="91" y="382"/>
                    </a:lnTo>
                    <a:lnTo>
                      <a:pt x="96" y="335"/>
                    </a:lnTo>
                    <a:lnTo>
                      <a:pt x="130" y="319"/>
                    </a:lnTo>
                    <a:lnTo>
                      <a:pt x="163" y="301"/>
                    </a:lnTo>
                    <a:lnTo>
                      <a:pt x="197" y="283"/>
                    </a:lnTo>
                    <a:lnTo>
                      <a:pt x="230" y="265"/>
                    </a:lnTo>
                    <a:lnTo>
                      <a:pt x="262" y="246"/>
                    </a:lnTo>
                    <a:lnTo>
                      <a:pt x="293" y="227"/>
                    </a:lnTo>
                    <a:lnTo>
                      <a:pt x="324" y="206"/>
                    </a:lnTo>
                    <a:lnTo>
                      <a:pt x="353" y="185"/>
                    </a:lnTo>
                    <a:lnTo>
                      <a:pt x="381" y="163"/>
                    </a:lnTo>
                    <a:lnTo>
                      <a:pt x="406" y="141"/>
                    </a:lnTo>
                    <a:lnTo>
                      <a:pt x="430" y="119"/>
                    </a:lnTo>
                    <a:lnTo>
                      <a:pt x="452" y="96"/>
                    </a:lnTo>
                    <a:lnTo>
                      <a:pt x="471" y="73"/>
                    </a:lnTo>
                    <a:lnTo>
                      <a:pt x="487" y="49"/>
                    </a:lnTo>
                    <a:lnTo>
                      <a:pt x="501" y="25"/>
                    </a:lnTo>
                    <a:lnTo>
                      <a:pt x="511" y="0"/>
                    </a:lnTo>
                    <a:lnTo>
                      <a:pt x="511" y="3"/>
                    </a:lnTo>
                    <a:lnTo>
                      <a:pt x="511" y="5"/>
                    </a:lnTo>
                    <a:lnTo>
                      <a:pt x="511" y="9"/>
                    </a:lnTo>
                    <a:lnTo>
                      <a:pt x="511" y="11"/>
                    </a:lnTo>
                    <a:lnTo>
                      <a:pt x="510" y="70"/>
                    </a:lnTo>
                    <a:lnTo>
                      <a:pt x="505" y="128"/>
                    </a:lnTo>
                    <a:lnTo>
                      <a:pt x="498" y="184"/>
                    </a:lnTo>
                    <a:lnTo>
                      <a:pt x="488" y="240"/>
                    </a:lnTo>
                    <a:close/>
                  </a:path>
                </a:pathLst>
              </a:custGeom>
              <a:grpFill/>
              <a:ln w="9525">
                <a:noFill/>
                <a:round/>
                <a:headEnd/>
                <a:tailEnd/>
              </a:ln>
            </p:spPr>
            <p:txBody>
              <a:bodyPr/>
              <a:lstStyle/>
              <a:p>
                <a:pPr algn="ctr">
                  <a:defRPr/>
                </a:pPr>
                <a:endParaRPr lang="en-US" sz="900" dirty="0"/>
              </a:p>
            </p:txBody>
          </p:sp>
        </p:grpSp>
        <p:sp>
          <p:nvSpPr>
            <p:cNvPr id="14343" name="TextBox 31"/>
            <p:cNvSpPr txBox="1">
              <a:spLocks noChangeArrowheads="1"/>
            </p:cNvSpPr>
            <p:nvPr/>
          </p:nvSpPr>
          <p:spPr bwMode="auto">
            <a:xfrm>
              <a:off x="5392212" y="3200453"/>
              <a:ext cx="1728014" cy="419123"/>
            </a:xfrm>
            <a:prstGeom prst="rect">
              <a:avLst/>
            </a:prstGeom>
            <a:noFill/>
            <a:ln w="9525">
              <a:noFill/>
              <a:miter lim="800000"/>
              <a:headEnd/>
              <a:tailEnd/>
            </a:ln>
          </p:spPr>
          <p:txBody>
            <a:bodyPr wrap="none">
              <a:spAutoFit/>
            </a:bodyPr>
            <a:lstStyle/>
            <a:p>
              <a:pPr algn="ctr"/>
              <a:r>
                <a:rPr lang="en-US" sz="1000" dirty="0">
                  <a:latin typeface="Garamond" pitchFamily="18" charset="0"/>
                </a:rPr>
                <a:t>Bock Consulting</a:t>
              </a:r>
            </a:p>
          </p:txBody>
        </p:sp>
      </p:grpSp>
      <p:sp>
        <p:nvSpPr>
          <p:cNvPr id="29" name="Content Placeholder 2"/>
          <p:cNvSpPr txBox="1">
            <a:spLocks/>
          </p:cNvSpPr>
          <p:nvPr/>
        </p:nvSpPr>
        <p:spPr bwMode="auto">
          <a:xfrm>
            <a:off x="457200" y="2209800"/>
            <a:ext cx="8153400" cy="3657600"/>
          </a:xfrm>
          <a:prstGeom prst="rect">
            <a:avLst/>
          </a:prstGeom>
          <a:noFill/>
          <a:ln w="9525">
            <a:noFill/>
            <a:miter lim="800000"/>
            <a:headEnd/>
            <a:tailEnd/>
          </a:ln>
        </p:spPr>
        <p:txBody>
          <a:bodyPr/>
          <a:lstStyle/>
          <a:p>
            <a:pPr marL="319088" indent="-319088" algn="ctr" eaLnBrk="1" hangingPunct="1">
              <a:spcAft>
                <a:spcPts val="1800"/>
              </a:spcAft>
              <a:buClr>
                <a:schemeClr val="accent1"/>
              </a:buClr>
              <a:buSzPct val="70000"/>
              <a:defRPr/>
            </a:pPr>
            <a:endParaRPr lang="en-US" sz="3200" dirty="0" smtClean="0">
              <a:latin typeface="+mn-lt"/>
            </a:endParaRPr>
          </a:p>
          <a:p>
            <a:pPr marL="319088" indent="-319088" algn="ctr" eaLnBrk="1" hangingPunct="1">
              <a:spcAft>
                <a:spcPts val="1800"/>
              </a:spcAft>
              <a:buClr>
                <a:schemeClr val="accent1"/>
              </a:buClr>
              <a:buSzPct val="70000"/>
              <a:defRPr/>
            </a:pPr>
            <a:r>
              <a:rPr lang="en-US" sz="3200" dirty="0" smtClean="0">
                <a:latin typeface="+mn-lt"/>
              </a:rPr>
              <a:t>Craig Bock, M.A., CRC</a:t>
            </a:r>
          </a:p>
          <a:p>
            <a:pPr marL="319088" indent="-319088" algn="ctr" eaLnBrk="1" hangingPunct="1">
              <a:spcAft>
                <a:spcPts val="1800"/>
              </a:spcAft>
              <a:buClr>
                <a:schemeClr val="accent1"/>
              </a:buClr>
              <a:buSzPct val="70000"/>
              <a:defRPr/>
            </a:pPr>
            <a:r>
              <a:rPr lang="en-US" sz="3200" dirty="0" smtClean="0">
                <a:latin typeface="+mn-lt"/>
              </a:rPr>
              <a:t>Bock Consulting</a:t>
            </a:r>
          </a:p>
          <a:p>
            <a:pPr marL="319088" indent="-319088" algn="ctr" eaLnBrk="1" hangingPunct="1">
              <a:spcAft>
                <a:spcPts val="1800"/>
              </a:spcAft>
              <a:buClr>
                <a:schemeClr val="accent1"/>
              </a:buClr>
              <a:buSzPct val="70000"/>
              <a:defRPr/>
            </a:pPr>
            <a:r>
              <a:rPr lang="en-US" sz="3200" dirty="0" smtClean="0">
                <a:latin typeface="+mn-lt"/>
                <a:hlinkClick r:id="rId2"/>
              </a:rPr>
              <a:t>www.bockconsulting.com</a:t>
            </a:r>
            <a:r>
              <a:rPr lang="en-US" sz="3200" dirty="0" smtClean="0">
                <a:latin typeface="+mn-lt"/>
              </a:rPr>
              <a:t> </a:t>
            </a:r>
            <a:endParaRPr lang="en-US" sz="3200" dirty="0">
              <a:latin typeface="+mn-lt"/>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9">
                                            <p:txEl>
                                              <p:pRg st="1" end="1"/>
                                            </p:txEl>
                                          </p:spTgt>
                                        </p:tgtEl>
                                        <p:attrNameLst>
                                          <p:attrName>style.visibility</p:attrName>
                                        </p:attrNameLst>
                                      </p:cBhvr>
                                      <p:to>
                                        <p:strVal val="visible"/>
                                      </p:to>
                                    </p:set>
                                    <p:anim calcmode="lin" valueType="num">
                                      <p:cBhvr additive="base">
                                        <p:cTn id="7" dur="500" fill="hold"/>
                                        <p:tgtEl>
                                          <p:spTgt spid="29">
                                            <p:txEl>
                                              <p:pRg st="1" end="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9">
                                            <p:txEl>
                                              <p:pRg st="2" end="2"/>
                                            </p:txEl>
                                          </p:spTgt>
                                        </p:tgtEl>
                                        <p:attrNameLst>
                                          <p:attrName>style.visibility</p:attrName>
                                        </p:attrNameLst>
                                      </p:cBhvr>
                                      <p:to>
                                        <p:strVal val="visible"/>
                                      </p:to>
                                    </p:set>
                                    <p:anim calcmode="lin" valueType="num">
                                      <p:cBhvr additive="base">
                                        <p:cTn id="13" dur="500" fill="hold"/>
                                        <p:tgtEl>
                                          <p:spTgt spid="29">
                                            <p:txEl>
                                              <p:pRg st="2" end="2"/>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29">
                                            <p:txEl>
                                              <p:pRg st="3" end="3"/>
                                            </p:txEl>
                                          </p:spTgt>
                                        </p:tgtEl>
                                        <p:attrNameLst>
                                          <p:attrName>style.visibility</p:attrName>
                                        </p:attrNameLst>
                                      </p:cBhvr>
                                      <p:to>
                                        <p:strVal val="visible"/>
                                      </p:to>
                                    </p:set>
                                    <p:anim calcmode="lin" valueType="num">
                                      <p:cBhvr additive="base">
                                        <p:cTn id="19" dur="500" fill="hold"/>
                                        <p:tgtEl>
                                          <p:spTgt spid="29">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image" Target="../media/image2.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Capsules">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Capsul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ProjectOverviewPresentatio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F3D43B"/>
      </a:hlink>
      <a:folHlink>
        <a:srgbClr val="969696"/>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perspectiveFront" fov="60000">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ppt/theme/theme4.xml><?xml version="1.0" encoding="utf-8"?>
<a:theme xmlns:a="http://schemas.openxmlformats.org/drawingml/2006/main" name="Deluxe">
  <a:themeElements>
    <a:clrScheme name="Deluxe">
      <a:dk1>
        <a:sysClr val="windowText" lastClr="000000"/>
      </a:dk1>
      <a:lt1>
        <a:sysClr val="window" lastClr="FFFFFF"/>
      </a:lt1>
      <a:dk2>
        <a:srgbClr val="30356E"/>
      </a:dk2>
      <a:lt2>
        <a:srgbClr val="FFF9E5"/>
      </a:lt2>
      <a:accent1>
        <a:srgbClr val="CC4757"/>
      </a:accent1>
      <a:accent2>
        <a:srgbClr val="FF6F61"/>
      </a:accent2>
      <a:accent3>
        <a:srgbClr val="FF953E"/>
      </a:accent3>
      <a:accent4>
        <a:srgbClr val="F8BD52"/>
      </a:accent4>
      <a:accent5>
        <a:srgbClr val="46A6BD"/>
      </a:accent5>
      <a:accent6>
        <a:srgbClr val="5488BC"/>
      </a:accent6>
      <a:hlink>
        <a:srgbClr val="FA7D7A"/>
      </a:hlink>
      <a:folHlink>
        <a:srgbClr val="FFCF3E"/>
      </a:folHlink>
    </a:clrScheme>
    <a:fontScheme name="Deluxe">
      <a:majorFont>
        <a:latin typeface="Corbel"/>
        <a:ea typeface=""/>
        <a:cs typeface=""/>
        <a:font script="Jpan" typeface="HGｺﾞｼｯｸM"/>
        <a:font script="Hang" typeface="HY엽서L"/>
        <a:font script="Hans" typeface="华文新魏"/>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新魏"/>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Deluxe">
      <a:fillStyleLst>
        <a:solidFill>
          <a:schemeClr val="phClr"/>
        </a:solidFill>
        <a:gradFill rotWithShape="1">
          <a:gsLst>
            <a:gs pos="0">
              <a:schemeClr val="phClr">
                <a:tint val="20000"/>
                <a:satMod val="280000"/>
              </a:schemeClr>
            </a:gs>
            <a:gs pos="14000">
              <a:schemeClr val="phClr">
                <a:tint val="37000"/>
                <a:satMod val="250000"/>
              </a:schemeClr>
            </a:gs>
            <a:gs pos="45000">
              <a:schemeClr val="phClr">
                <a:tint val="53000"/>
                <a:satMod val="220000"/>
              </a:schemeClr>
            </a:gs>
            <a:gs pos="65000">
              <a:schemeClr val="phClr">
                <a:tint val="53000"/>
                <a:satMod val="220000"/>
              </a:schemeClr>
            </a:gs>
            <a:gs pos="86000">
              <a:schemeClr val="phClr">
                <a:tint val="42000"/>
                <a:satMod val="240000"/>
              </a:schemeClr>
            </a:gs>
            <a:gs pos="100000">
              <a:schemeClr val="phClr">
                <a:tint val="20000"/>
                <a:satMod val="230000"/>
              </a:schemeClr>
            </a:gs>
          </a:gsLst>
          <a:lin ang="16200000" scaled="1"/>
        </a:gradFill>
        <a:gradFill rotWithShape="1">
          <a:gsLst>
            <a:gs pos="0">
              <a:schemeClr val="phClr">
                <a:shade val="75000"/>
                <a:satMod val="160000"/>
              </a:schemeClr>
            </a:gs>
            <a:gs pos="60000">
              <a:schemeClr val="phClr">
                <a:satMod val="150000"/>
              </a:schemeClr>
            </a:gs>
            <a:gs pos="100000">
              <a:schemeClr val="phClr">
                <a:tint val="75000"/>
                <a:satMod val="200000"/>
              </a:schemeClr>
            </a:gs>
          </a:gsLst>
          <a:lin ang="16200000" scaled="1"/>
        </a:gradFill>
      </a:fillStyleLst>
      <a:lnStyleLst>
        <a:ln w="9525" cap="flat" cmpd="sng" algn="ctr">
          <a:solidFill>
            <a:schemeClr val="phClr">
              <a:satMod val="140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outerShdw blurRad="50800" dist="25400" dir="5400000" rotWithShape="0">
              <a:srgbClr val="000000">
                <a:alpha val="43137"/>
              </a:srgbClr>
            </a:outerShdw>
          </a:effectLst>
        </a:effectStyle>
        <a:effectStyle>
          <a:effectLst>
            <a:outerShdw blurRad="50800" dist="25400" dir="5400000" rotWithShape="0">
              <a:srgbClr val="000000">
                <a:alpha val="43137"/>
              </a:srgbClr>
            </a:outerShdw>
          </a:effectLst>
          <a:scene3d>
            <a:camera prst="orthographicFront" fov="0">
              <a:rot lat="0" lon="0" rev="0"/>
            </a:camera>
            <a:lightRig rig="contrasting" dir="t">
              <a:rot lat="0" lon="0" rev="16500000"/>
            </a:lightRig>
          </a:scene3d>
          <a:sp3d prstMaterial="powder">
            <a:bevelT w="152400"/>
            <a:contourClr>
              <a:schemeClr val="phClr"/>
            </a:contourClr>
          </a:sp3d>
        </a:effectStyle>
        <a:effectStyle>
          <a:effectLst>
            <a:reflection blurRad="12700" stA="26000" endPos="28000" dist="38100" dir="5400000" sy="-100000"/>
          </a:effectLst>
          <a:scene3d>
            <a:camera prst="orthographicFront" fov="0">
              <a:rot lat="0" lon="0" rev="0"/>
            </a:camera>
            <a:lightRig rig="contrasting" dir="t">
              <a:rot lat="0" lon="0" rev="16500000"/>
            </a:lightRig>
          </a:scene3d>
          <a:sp3d prstMaterial="powder">
            <a:bevelT w="190500" h="101600"/>
            <a:contourClr>
              <a:schemeClr val="phClr"/>
            </a:contourClr>
          </a:sp3d>
        </a:effectStyle>
      </a:effectStyleLst>
      <a:bgFillStyleLst>
        <a:solidFill>
          <a:schemeClr val="phClr"/>
        </a:solidFill>
        <a:gradFill rotWithShape="1">
          <a:gsLst>
            <a:gs pos="0">
              <a:schemeClr val="phClr">
                <a:tint val="43000"/>
                <a:satMod val="1550000"/>
              </a:schemeClr>
            </a:gs>
            <a:gs pos="1000">
              <a:schemeClr val="phClr">
                <a:tint val="48000"/>
                <a:satMod val="1550000"/>
              </a:schemeClr>
            </a:gs>
            <a:gs pos="90000">
              <a:schemeClr val="phClr">
                <a:shade val="18000"/>
                <a:satMod val="275000"/>
              </a:schemeClr>
            </a:gs>
          </a:gsLst>
          <a:path path="circle">
            <a:fillToRect r="210000" b="300000"/>
          </a:path>
        </a:gradFill>
        <a:gradFill rotWithShape="1">
          <a:gsLst>
            <a:gs pos="5000">
              <a:schemeClr val="phClr">
                <a:tint val="38000"/>
                <a:satMod val="1800000"/>
              </a:schemeClr>
            </a:gs>
            <a:gs pos="5000">
              <a:schemeClr val="phClr">
                <a:tint val="40000"/>
                <a:satMod val="1800000"/>
              </a:schemeClr>
            </a:gs>
            <a:gs pos="90000">
              <a:schemeClr val="phClr">
                <a:shade val="18000"/>
                <a:satMod val="275000"/>
              </a:schemeClr>
            </a:gs>
          </a:gsLst>
          <a:path path="circle">
            <a:fillToRect l="20000" t="30000" r="135000" b="100000"/>
          </a:path>
        </a:gradFill>
      </a:bgFillStyleLst>
    </a:fmtScheme>
  </a:themeElements>
  <a:objectDefaults/>
  <a:extraClrSchemeLst/>
</a:theme>
</file>

<file path=ppt/theme/theme5.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19175"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019175"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121</TotalTime>
  <Words>3800</Words>
  <Application>Microsoft Office PowerPoint</Application>
  <PresentationFormat>On-screen Show (4:3)</PresentationFormat>
  <Paragraphs>735</Paragraphs>
  <Slides>110</Slides>
  <Notes>59</Notes>
  <HiddenSlides>0</HiddenSlides>
  <MMClips>0</MMClips>
  <ScaleCrop>false</ScaleCrop>
  <HeadingPairs>
    <vt:vector size="4" baseType="variant">
      <vt:variant>
        <vt:lpstr>Theme</vt:lpstr>
      </vt:variant>
      <vt:variant>
        <vt:i4>5</vt:i4>
      </vt:variant>
      <vt:variant>
        <vt:lpstr>Slide Titles</vt:lpstr>
      </vt:variant>
      <vt:variant>
        <vt:i4>110</vt:i4>
      </vt:variant>
    </vt:vector>
  </HeadingPairs>
  <TitlesOfParts>
    <vt:vector size="115" baseType="lpstr">
      <vt:lpstr>Solstice</vt:lpstr>
      <vt:lpstr>Capsules</vt:lpstr>
      <vt:lpstr>ProjectOverviewPresentation</vt:lpstr>
      <vt:lpstr>Deluxe</vt:lpstr>
      <vt:lpstr>Default Design</vt:lpstr>
      <vt:lpstr>Slide 1</vt:lpstr>
      <vt:lpstr>RCW &amp; WAC</vt:lpstr>
      <vt:lpstr>NO FAULT</vt:lpstr>
      <vt:lpstr>Course of Employment</vt:lpstr>
      <vt:lpstr>Compensability</vt:lpstr>
      <vt:lpstr>SIF2 – Self Insured Accident Report</vt:lpstr>
      <vt:lpstr>PIR – Physician’s Initial Report</vt:lpstr>
      <vt:lpstr>Department of Labor &amp; Industries Order &amp; Notice</vt:lpstr>
      <vt:lpstr>SELF – INSURED CLAIM</vt:lpstr>
      <vt:lpstr>Worker Responsibility</vt:lpstr>
      <vt:lpstr>Benefits Covered</vt:lpstr>
      <vt:lpstr>Medical Treatment</vt:lpstr>
      <vt:lpstr>Wage Compensation</vt:lpstr>
      <vt:lpstr>Permanent Partial Disability</vt:lpstr>
      <vt:lpstr>Independent Medical Examinations</vt:lpstr>
      <vt:lpstr>Purpose of IME</vt:lpstr>
      <vt:lpstr>Office of the Ombudsman </vt:lpstr>
      <vt:lpstr>What they do:</vt:lpstr>
      <vt:lpstr>Why would a worker contact their office?</vt:lpstr>
      <vt:lpstr>Ombudsman Contact Information</vt:lpstr>
      <vt:lpstr>Other resources for information:</vt:lpstr>
      <vt:lpstr>Questions?????</vt:lpstr>
      <vt:lpstr>Work Suitability Evaluation (WSE)</vt:lpstr>
      <vt:lpstr>Today we will talk about</vt:lpstr>
      <vt:lpstr>Coordination and Communication</vt:lpstr>
      <vt:lpstr>What is a Work Suitability Evaluation (WSE)?</vt:lpstr>
      <vt:lpstr>When is a WSE Needed?</vt:lpstr>
      <vt:lpstr>What is needed before a WSE can be scheduled?</vt:lpstr>
      <vt:lpstr>When an Employee is Working</vt:lpstr>
      <vt:lpstr>When an Employee is Working</vt:lpstr>
      <vt:lpstr>Employee is not working</vt:lpstr>
      <vt:lpstr>Employee is not working</vt:lpstr>
      <vt:lpstr>Employee is not working</vt:lpstr>
      <vt:lpstr>WSE with a Work Capacity Evaluation (WCE)</vt:lpstr>
      <vt:lpstr>What is a Work Capacity Evaluation?</vt:lpstr>
      <vt:lpstr>Testing components of the work capacity evaluation (WCE)</vt:lpstr>
      <vt:lpstr>Components cont.</vt:lpstr>
      <vt:lpstr>What is a Fitness for Duty (FFD)Evaluation?</vt:lpstr>
      <vt:lpstr>   FFD may include one or all of the following: </vt:lpstr>
      <vt:lpstr>WSE with Fitness For Duty (FFD)</vt:lpstr>
      <vt:lpstr>Questions???</vt:lpstr>
      <vt:lpstr>UNDERSTANDING WASHINGTON WORKERS’ COMPENSATION</vt:lpstr>
      <vt:lpstr>overview</vt:lpstr>
      <vt:lpstr>Coverage</vt:lpstr>
      <vt:lpstr>COVERAGE</vt:lpstr>
      <vt:lpstr>COVERAGE</vt:lpstr>
      <vt:lpstr>COVERAGE</vt:lpstr>
      <vt:lpstr>COVERAGE</vt:lpstr>
      <vt:lpstr>COVERAGE</vt:lpstr>
      <vt:lpstr>COVERAGE</vt:lpstr>
      <vt:lpstr>COVERAGE</vt:lpstr>
      <vt:lpstr>Injury  vs. Occupational Disease</vt:lpstr>
      <vt:lpstr>Injury vs. occupational disease</vt:lpstr>
      <vt:lpstr>Injury vs. occupational disease</vt:lpstr>
      <vt:lpstr>Injury vs. occupational disease</vt:lpstr>
      <vt:lpstr>Injury vs. occupational disease</vt:lpstr>
      <vt:lpstr>Injury vs. occupational disease</vt:lpstr>
      <vt:lpstr>Injury vs. occupational disease</vt:lpstr>
      <vt:lpstr>Injury vs. occupational disease</vt:lpstr>
      <vt:lpstr>Injury vs. occupational disease</vt:lpstr>
      <vt:lpstr>Injury vs. occupational disease</vt:lpstr>
      <vt:lpstr>Injury vs. occupational disease</vt:lpstr>
      <vt:lpstr>Injury vs. occupational disease</vt:lpstr>
      <vt:lpstr>Injury vs. occupational disease</vt:lpstr>
      <vt:lpstr>Time loss</vt:lpstr>
      <vt:lpstr>TIME LOSS</vt:lpstr>
      <vt:lpstr>TIME LOSS</vt:lpstr>
      <vt:lpstr>TIME LOSS</vt:lpstr>
      <vt:lpstr>TIME LOSS</vt:lpstr>
      <vt:lpstr>Loss of earning  power</vt:lpstr>
      <vt:lpstr>LOSS of earning power (LEP)</vt:lpstr>
      <vt:lpstr>LOSS of earning power (LEP)</vt:lpstr>
      <vt:lpstr>LOSS of earning power (LEP)</vt:lpstr>
      <vt:lpstr>Pensions  &amp; fatalities</vt:lpstr>
      <vt:lpstr>Pensions &amp; fatalities</vt:lpstr>
      <vt:lpstr>Pensions &amp; fatalities</vt:lpstr>
      <vt:lpstr>Pensions &amp; fatalities</vt:lpstr>
      <vt:lpstr>Claim closure</vt:lpstr>
      <vt:lpstr>Claim closure</vt:lpstr>
      <vt:lpstr>Claim closure</vt:lpstr>
      <vt:lpstr>  Permanent    partial    disability</vt:lpstr>
      <vt:lpstr>ppd</vt:lpstr>
      <vt:lpstr>PpD</vt:lpstr>
      <vt:lpstr>PpD</vt:lpstr>
      <vt:lpstr>PpD</vt:lpstr>
      <vt:lpstr>REOPENING</vt:lpstr>
      <vt:lpstr>REOPENING</vt:lpstr>
      <vt:lpstr>PpD</vt:lpstr>
      <vt:lpstr>Appeals process</vt:lpstr>
      <vt:lpstr>Appeals process</vt:lpstr>
      <vt:lpstr>Appeals process</vt:lpstr>
      <vt:lpstr>Appeals process</vt:lpstr>
      <vt:lpstr>Appeals process</vt:lpstr>
      <vt:lpstr>Appeals process</vt:lpstr>
      <vt:lpstr>Appeals process</vt:lpstr>
      <vt:lpstr>Appeals process</vt:lpstr>
      <vt:lpstr>Appeals process</vt:lpstr>
      <vt:lpstr>Questions???</vt:lpstr>
      <vt:lpstr>RETURN TO WORK AND VOCATIONAL REHABILIATION IN Washington STATE</vt:lpstr>
      <vt:lpstr>Revised Code of WA (RCW) WA Administrative Code (WAC)</vt:lpstr>
      <vt:lpstr>What is a Vocational Rehabilitation Counselor? </vt:lpstr>
      <vt:lpstr>What is a CRC, CDMS &amp; ABVE?</vt:lpstr>
      <vt:lpstr>Do You Need A Vocational Rehabilitation Counselor? </vt:lpstr>
      <vt:lpstr>Slide 104</vt:lpstr>
      <vt:lpstr>Why We Exist – RCW 51.32.095</vt:lpstr>
      <vt:lpstr>Why We Exist – RCW 51.32.095</vt:lpstr>
      <vt:lpstr>RCW 51.32.099 – Vocational Rehabilitation Plans</vt:lpstr>
      <vt:lpstr>The Vocational Rehabilitation Pilot Project</vt:lpstr>
      <vt:lpstr>RCW 51.32.099 – Vocational Rehabilitation Plans</vt:lpstr>
      <vt:lpstr>QUESTIONS?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FAULT</dc:title>
  <dc:creator>Windows User</dc:creator>
  <cp:lastModifiedBy>h0024366</cp:lastModifiedBy>
  <cp:revision>20</cp:revision>
  <dcterms:created xsi:type="dcterms:W3CDTF">2010-06-17T00:19:24Z</dcterms:created>
  <dcterms:modified xsi:type="dcterms:W3CDTF">2010-07-01T17:34:47Z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1284544004</vt:i4>
  </property>
  <property fmtid="{D5CDD505-2E9C-101B-9397-08002B2CF9AE}" pid="3" name="_NewReviewCycle">
    <vt:lpwstr/>
  </property>
  <property fmtid="{D5CDD505-2E9C-101B-9397-08002B2CF9AE}" pid="4" name="_EmailSubject">
    <vt:lpwstr>Workers' Comp. Website</vt:lpwstr>
  </property>
  <property fmtid="{D5CDD505-2E9C-101B-9397-08002B2CF9AE}" pid="5" name="_AuthorEmail">
    <vt:lpwstr>Julianna_W_Yamauchi@rl.gov</vt:lpwstr>
  </property>
  <property fmtid="{D5CDD505-2E9C-101B-9397-08002B2CF9AE}" pid="6" name="_AuthorEmailDisplayName">
    <vt:lpwstr>Yamauchi, Julianna W</vt:lpwstr>
  </property>
</Properties>
</file>
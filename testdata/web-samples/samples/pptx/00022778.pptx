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55" autoAdjust="0"/>
    <p:restoredTop sz="94673" autoAdjust="0"/>
  </p:normalViewPr>
  <p:slideViewPr>
    <p:cSldViewPr>
      <p:cViewPr>
        <p:scale>
          <a:sx n="134" d="100"/>
          <a:sy n="134" d="100"/>
        </p:scale>
        <p:origin x="-76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4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0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1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5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09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0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0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2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2E849-D235-4D5A-B1D2-8943C7ACE623}" type="datetimeFigureOut">
              <a:rPr lang="en-US" smtClean="0"/>
              <a:t>4/12/2012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C0618-27DA-48F0-9FCC-DA8372B6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4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1"/>
            <a:ext cx="8229600" cy="10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 smtClean="0"/>
              <a:t>Goal: Reconstruct homogenous, refractive </a:t>
            </a:r>
            <a:r>
              <a:rPr lang="en-US" sz="3000" dirty="0"/>
              <a:t>height-</a:t>
            </a:r>
            <a:r>
              <a:rPr lang="en-US" sz="3000" dirty="0" smtClean="0"/>
              <a:t>field </a:t>
            </a:r>
            <a:r>
              <a:rPr lang="en-US" sz="3000" dirty="0"/>
              <a:t>from a </a:t>
            </a:r>
            <a:r>
              <a:rPr lang="en-US" sz="3000" dirty="0" smtClean="0"/>
              <a:t>single viewpoint</a:t>
            </a:r>
            <a:r>
              <a:rPr lang="en-US" sz="3000" dirty="0"/>
              <a:t>.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175" y="1746454"/>
            <a:ext cx="1786625" cy="178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810000"/>
            <a:ext cx="8229600" cy="251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Existing (inaccurate) methods:</a:t>
            </a:r>
          </a:p>
          <a:p>
            <a:pPr lvl="1"/>
            <a:r>
              <a:rPr lang="en-US" sz="2400" dirty="0" smtClean="0"/>
              <a:t>Estimate </a:t>
            </a:r>
            <a:r>
              <a:rPr lang="en-US" sz="2400" dirty="0" err="1" smtClean="0"/>
              <a:t>normals</a:t>
            </a:r>
            <a:r>
              <a:rPr lang="en-US" sz="2400" dirty="0" smtClean="0"/>
              <a:t> -&gt; integrate surface</a:t>
            </a:r>
          </a:p>
          <a:p>
            <a:endParaRPr lang="en-US" sz="2000" dirty="0" smtClean="0"/>
          </a:p>
          <a:p>
            <a:pPr marL="0" indent="0">
              <a:buNone/>
            </a:pPr>
            <a:r>
              <a:rPr lang="en-US" sz="2800" dirty="0" smtClean="0"/>
              <a:t>Our approach: </a:t>
            </a:r>
          </a:p>
          <a:p>
            <a:pPr lvl="1"/>
            <a:r>
              <a:rPr lang="en-US" sz="2400" dirty="0" smtClean="0"/>
              <a:t>Estimate surface directly</a:t>
            </a:r>
            <a:endParaRPr lang="en-US" sz="2400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481" y="3810000"/>
            <a:ext cx="2897622" cy="773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810125"/>
            <a:ext cx="28765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C:\Users\shanqi\Desktop\cvpr12_refraction\iccp\flower_glass\DSC00632s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562" y="1749999"/>
            <a:ext cx="2141838" cy="178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11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"/>
          </a:xfrm>
        </p:spPr>
        <p:txBody>
          <a:bodyPr>
            <a:normAutofit/>
          </a:bodyPr>
          <a:lstStyle/>
          <a:p>
            <a:r>
              <a:rPr lang="en-US" dirty="0" smtClean="0"/>
              <a:t>Reconstruction from deflection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3548611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Reconstruction from a single image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43400"/>
            <a:ext cx="2438400" cy="1721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463" y="4343400"/>
            <a:ext cx="2439137" cy="1721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524000"/>
            <a:ext cx="2204947" cy="165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C:\Users\shanqi\Desktop\cvpr12_refraction\iccp\deflection_dia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447800"/>
            <a:ext cx="2203105" cy="139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1265" y="2426867"/>
            <a:ext cx="213040" cy="210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1999718"/>
            <a:ext cx="1704320" cy="117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 flipV="1">
            <a:off x="4191000" y="1905000"/>
            <a:ext cx="228600" cy="521867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184305" y="2637134"/>
            <a:ext cx="235295" cy="56326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19600" y="1905000"/>
            <a:ext cx="1775334" cy="13197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5" name="Picture 11" descr="C:\Users\shanqi\AppData\Local\Temp\Rar$DR01.447\flower\distort\image_index_00001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28600" y="1600200"/>
            <a:ext cx="169491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shanqi\AppData\Local\Temp\Rar$DR01.447\flower\distort\image_index_00002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04800" y="1676400"/>
            <a:ext cx="169491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C:\Users\shanqi\AppData\Local\Temp\Rar$DR01.447\flower\distort\image_index_00003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81000" y="1811797"/>
            <a:ext cx="169491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3" descr="C:\Users\shanqi\AppData\Local\Temp\Rar$DR01.447\flower\distort\image_index_00003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57200" y="1887997"/>
            <a:ext cx="169491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 descr="C:\Users\shanqi\AppData\Local\Temp\Rar$DR01.447\flower\distort\image_index_00003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33400" y="1964197"/>
            <a:ext cx="169491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Arrow 1"/>
          <p:cNvSpPr/>
          <p:nvPr/>
        </p:nvSpPr>
        <p:spPr>
          <a:xfrm>
            <a:off x="2362200" y="1964197"/>
            <a:ext cx="228600" cy="87433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6324600" y="1960165"/>
            <a:ext cx="228600" cy="87433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4457700" y="4766843"/>
            <a:ext cx="228600" cy="87433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0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37</Words>
  <Application>Microsoft Office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UW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</dc:creator>
  <cp:lastModifiedBy>cse</cp:lastModifiedBy>
  <cp:revision>36</cp:revision>
  <dcterms:created xsi:type="dcterms:W3CDTF">2012-04-11T19:12:53Z</dcterms:created>
  <dcterms:modified xsi:type="dcterms:W3CDTF">2012-04-13T00:40:03Z</dcterms:modified>
</cp:coreProperties>
</file>
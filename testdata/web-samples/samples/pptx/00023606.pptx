
<file path=[Content_Types].xml><?xml version="1.0" encoding="utf-8"?>
<Types xmlns="http://schemas.openxmlformats.org/package/2006/content-types">
  <Default Extension="png" ContentType="image/png"/>
  <Default Extension="wmf" ContentType="image/x-wmf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embedTrueTypeFonts="1" saveSubsetFonts="1">
  <p:sldMasterIdLst>
    <p:sldMasterId id="2147483674" r:id="rId1"/>
  </p:sldMasterIdLst>
  <p:notesMasterIdLst>
    <p:notesMasterId r:id="rId9"/>
  </p:notesMasterIdLst>
  <p:handoutMasterIdLst>
    <p:handoutMasterId r:id="rId10"/>
  </p:handoutMasterIdLst>
  <p:sldIdLst>
    <p:sldId id="407" r:id="rId2"/>
    <p:sldId id="411" r:id="rId3"/>
    <p:sldId id="406" r:id="rId4"/>
    <p:sldId id="412" r:id="rId5"/>
    <p:sldId id="409" r:id="rId6"/>
    <p:sldId id="408" r:id="rId7"/>
    <p:sldId id="410" r:id="rId8"/>
  </p:sldIdLst>
  <p:sldSz cx="9144000" cy="6858000" type="screen4x3"/>
  <p:notesSz cx="6934200" cy="9232900"/>
  <p:embeddedFontLst>
    <p:embeddedFont>
      <p:font typeface="Arial Rounded MT Bold" pitchFamily="34" charset="0"/>
      <p:regular r:id="rId11"/>
    </p:embeddedFont>
    <p:embeddedFont>
      <p:font typeface="Calibri" pitchFamily="34" charset="0"/>
      <p:regular r:id="rId12"/>
      <p:bold r:id="rId13"/>
      <p:italic r:id="rId14"/>
      <p:boldItalic r:id="rId15"/>
    </p:embeddedFont>
    <p:embeddedFont>
      <p:font typeface="Tahoma" pitchFamily="34" charset="0"/>
      <p:regular r:id="rId16"/>
      <p:bold r:id="rId17"/>
    </p:embeddedFont>
  </p:embeddedFontLst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Maitra, Julie Binder" initials="MJB" lastIdx="1" clrIdx="0"/>
  <p:cmAuthor id="1" name="Jennifer Carlino" initials="JC" lastIdx="4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hiddenSlides="1" frameSlides="1"/>
  <p:clrMru>
    <a:srgbClr val="006600"/>
    <a:srgbClr val="000000"/>
    <a:srgbClr val="FFCCCC"/>
    <a:srgbClr val="FF7C80"/>
    <a:srgbClr val="6600CC"/>
    <a:srgbClr val="669900"/>
    <a:srgbClr val="FF3300"/>
    <a:srgbClr val="FFFFFF"/>
    <a:srgbClr val="DCE6F2"/>
    <a:srgbClr val="58267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517" autoAdjust="0"/>
    <p:restoredTop sz="94673" autoAdjust="0"/>
  </p:normalViewPr>
  <p:slideViewPr>
    <p:cSldViewPr>
      <p:cViewPr>
        <p:scale>
          <a:sx n="100" d="100"/>
          <a:sy n="100" d="100"/>
        </p:scale>
        <p:origin x="-72" y="-12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56" d="100"/>
          <a:sy n="56" d="100"/>
        </p:scale>
        <p:origin x="-2454" y="-90"/>
      </p:cViewPr>
      <p:guideLst>
        <p:guide orient="horz" pos="2908"/>
        <p:guide pos="2184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commentAuthors" Target="commentAuthors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font" Target="fonts/font7.fntdata"/><Relationship Id="rId2" Type="http://schemas.openxmlformats.org/officeDocument/2006/relationships/slide" Target="slides/slide1.xml"/><Relationship Id="rId16" Type="http://schemas.openxmlformats.org/officeDocument/2006/relationships/font" Target="fonts/font6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font" Target="fonts/font5.fntdata"/><Relationship Id="rId10" Type="http://schemas.openxmlformats.org/officeDocument/2006/relationships/handoutMaster" Target="handoutMasters/handoutMaster1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font" Target="fonts/font4.fntdata"/><Relationship Id="rId22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05138" cy="4619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27475" y="0"/>
            <a:ext cx="3005138" cy="4619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2C00F986-2F8A-4AE2-B91A-334198F67665}" type="datetimeFigureOut">
              <a:rPr lang="en-US"/>
              <a:pPr>
                <a:defRPr/>
              </a:pPr>
              <a:t>10/27/2011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769350"/>
            <a:ext cx="3005138" cy="4619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927475" y="8769350"/>
            <a:ext cx="3005138" cy="4619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E5CAFAC4-D01D-4356-99BB-C981C2AC35CE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5711159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05138" cy="461963"/>
          </a:xfrm>
          <a:prstGeom prst="rect">
            <a:avLst/>
          </a:prstGeom>
        </p:spPr>
        <p:txBody>
          <a:bodyPr vert="horz" lIns="92382" tIns="46191" rIns="92382" bIns="46191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27475" y="0"/>
            <a:ext cx="3005138" cy="461963"/>
          </a:xfrm>
          <a:prstGeom prst="rect">
            <a:avLst/>
          </a:prstGeom>
        </p:spPr>
        <p:txBody>
          <a:bodyPr vert="horz" lIns="92382" tIns="46191" rIns="92382" bIns="46191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35DC4F77-72AB-4856-9A40-38C0792342C2}" type="datetimeFigureOut">
              <a:rPr lang="en-US"/>
              <a:pPr>
                <a:defRPr/>
              </a:pPr>
              <a:t>10/27/2011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58875" y="692150"/>
            <a:ext cx="4616450" cy="346233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2382" tIns="46191" rIns="92382" bIns="46191" rtlCol="0" anchor="ctr"/>
          <a:lstStyle/>
          <a:p>
            <a:pPr lvl="0"/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93738" y="4386263"/>
            <a:ext cx="5546725" cy="4154487"/>
          </a:xfrm>
          <a:prstGeom prst="rect">
            <a:avLst/>
          </a:prstGeom>
        </p:spPr>
        <p:txBody>
          <a:bodyPr vert="horz" lIns="92382" tIns="46191" rIns="92382" bIns="46191" rtlCol="0">
            <a:normAutofit/>
          </a:bodyPr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US" noProof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769350"/>
            <a:ext cx="3005138" cy="461963"/>
          </a:xfrm>
          <a:prstGeom prst="rect">
            <a:avLst/>
          </a:prstGeom>
        </p:spPr>
        <p:txBody>
          <a:bodyPr vert="horz" lIns="92382" tIns="46191" rIns="92382" bIns="46191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27475" y="8769350"/>
            <a:ext cx="3005138" cy="461963"/>
          </a:xfrm>
          <a:prstGeom prst="rect">
            <a:avLst/>
          </a:prstGeom>
        </p:spPr>
        <p:txBody>
          <a:bodyPr vert="horz" lIns="92382" tIns="46191" rIns="92382" bIns="46191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5EF9FA86-ADF0-4CD4-B775-0D5E47F23463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5820301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1981200" y="6248400"/>
            <a:ext cx="1905000" cy="457200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6172200" y="6248400"/>
            <a:ext cx="2057400" cy="457200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79"/>
          <p:cNvSpPr>
            <a:spLocks noChangeArrowheads="1"/>
          </p:cNvSpPr>
          <p:nvPr/>
        </p:nvSpPr>
        <p:spPr bwMode="auto">
          <a:xfrm>
            <a:off x="0" y="0"/>
            <a:ext cx="9144000" cy="228600"/>
          </a:xfrm>
          <a:prstGeom prst="rect">
            <a:avLst/>
          </a:prstGeom>
          <a:gradFill rotWithShape="0">
            <a:gsLst>
              <a:gs pos="0">
                <a:schemeClr val="tx1"/>
              </a:gs>
              <a:gs pos="100000">
                <a:srgbClr val="009900"/>
              </a:gs>
            </a:gsLst>
            <a:lin ang="0" scaled="1"/>
          </a:gra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 dirty="0"/>
          </a:p>
        </p:txBody>
      </p:sp>
      <p:pic>
        <p:nvPicPr>
          <p:cNvPr id="5" name="Picture 80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304800"/>
            <a:ext cx="3048000" cy="203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201" name="Rectangle 57"/>
          <p:cNvSpPr>
            <a:spLocks noGrp="1" noChangeArrowheads="1"/>
          </p:cNvSpPr>
          <p:nvPr>
            <p:ph type="ctrTitle"/>
          </p:nvPr>
        </p:nvSpPr>
        <p:spPr>
          <a:xfrm>
            <a:off x="838200" y="2438400"/>
            <a:ext cx="7772400" cy="1143000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202" name="Rectangle 58" descr="Rectangle: Click to edit Master text styles&#10;Second level&#10;Third level&#10;Fourth level&#10;Fifth level"/>
          <p:cNvSpPr>
            <a:spLocks noGrp="1" noChangeArrowheads="1"/>
          </p:cNvSpPr>
          <p:nvPr>
            <p:ph type="subTitle" idx="1"/>
          </p:nvPr>
        </p:nvSpPr>
        <p:spPr>
          <a:xfrm>
            <a:off x="1905000" y="4038600"/>
            <a:ext cx="6629400" cy="1676400"/>
          </a:xfrm>
        </p:spPr>
        <p:txBody>
          <a:bodyPr/>
          <a:lstStyle>
            <a:lvl1pPr marL="0" indent="0">
              <a:buFont typeface="Wingdings" pitchFamily="2" charset="2"/>
              <a:buNone/>
              <a:defRPr/>
            </a:lvl1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6" name="Rectangle 72"/>
          <p:cNvSpPr>
            <a:spLocks noGrp="1" noChangeArrowheads="1"/>
          </p:cNvSpPr>
          <p:nvPr>
            <p:ph type="ftr" sz="quarter" idx="10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</p:spPr>
        <p:txBody>
          <a:bodyPr/>
          <a:lstStyle>
            <a:lvl1pPr>
              <a:defRPr dirty="0"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Rectangle 73"/>
          <p:cNvSpPr>
            <a:spLocks noGrp="1" noChangeArrowheads="1"/>
          </p:cNvSpPr>
          <p:nvPr>
            <p:ph type="sldNum" sz="quarter" idx="11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400">
                <a:latin typeface="Tahoma" pitchFamily="34" charset="0"/>
              </a:defRPr>
            </a:lvl1pPr>
          </a:lstStyle>
          <a:p>
            <a:pPr>
              <a:defRPr/>
            </a:pPr>
            <a:fld id="{70BADF0B-D723-4D8E-889E-E6D182B8D80A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pic>
        <p:nvPicPr>
          <p:cNvPr id="8" name="Picture 10" descr="ident_4_onscreen_png"/>
          <p:cNvPicPr>
            <a:picLocks noChangeAspect="1" noChangeArrowheads="1"/>
          </p:cNvPicPr>
          <p:nvPr userDrawn="1"/>
        </p:nvPicPr>
        <p:blipFill>
          <a:blip r:embed="rId3" cstate="print">
            <a:lum bright="-100000" contrast="-70000"/>
          </a:blip>
          <a:srcRect b="22520"/>
          <a:stretch>
            <a:fillRect/>
          </a:stretch>
        </p:blipFill>
        <p:spPr bwMode="auto">
          <a:xfrm>
            <a:off x="457200" y="6248400"/>
            <a:ext cx="1219200" cy="347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79"/>
          <p:cNvSpPr>
            <a:spLocks noChangeArrowheads="1"/>
          </p:cNvSpPr>
          <p:nvPr/>
        </p:nvSpPr>
        <p:spPr bwMode="auto">
          <a:xfrm>
            <a:off x="0" y="0"/>
            <a:ext cx="9144000" cy="228600"/>
          </a:xfrm>
          <a:prstGeom prst="rect">
            <a:avLst/>
          </a:prstGeom>
          <a:gradFill rotWithShape="0">
            <a:gsLst>
              <a:gs pos="0">
                <a:schemeClr val="tx1"/>
              </a:gs>
              <a:gs pos="100000">
                <a:srgbClr val="009900"/>
              </a:gs>
            </a:gsLst>
            <a:lin ang="0" scaled="1"/>
          </a:gra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 dirty="0"/>
          </a:p>
        </p:txBody>
      </p:sp>
      <p:pic>
        <p:nvPicPr>
          <p:cNvPr id="5" name="Picture 80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304800"/>
            <a:ext cx="3048000" cy="203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201" name="Rectangle 57"/>
          <p:cNvSpPr>
            <a:spLocks noGrp="1" noChangeArrowheads="1"/>
          </p:cNvSpPr>
          <p:nvPr>
            <p:ph type="ctrTitle"/>
          </p:nvPr>
        </p:nvSpPr>
        <p:spPr>
          <a:xfrm>
            <a:off x="838200" y="2438400"/>
            <a:ext cx="7772400" cy="1143000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202" name="Rectangle 58" descr="Rectangle: Click to edit Master text styles&#10;Second level&#10;Third level&#10;Fourth level&#10;Fifth level"/>
          <p:cNvSpPr>
            <a:spLocks noGrp="1" noChangeArrowheads="1"/>
          </p:cNvSpPr>
          <p:nvPr>
            <p:ph type="subTitle" idx="1"/>
          </p:nvPr>
        </p:nvSpPr>
        <p:spPr>
          <a:xfrm>
            <a:off x="1905000" y="4038600"/>
            <a:ext cx="6629400" cy="1676400"/>
          </a:xfrm>
        </p:spPr>
        <p:txBody>
          <a:bodyPr/>
          <a:lstStyle>
            <a:lvl1pPr marL="0" indent="0">
              <a:buFont typeface="Wingdings" pitchFamily="2" charset="2"/>
              <a:buNone/>
              <a:defRPr/>
            </a:lvl1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6" name="Rectangle 72"/>
          <p:cNvSpPr>
            <a:spLocks noGrp="1" noChangeArrowheads="1"/>
          </p:cNvSpPr>
          <p:nvPr>
            <p:ph type="ftr" sz="quarter" idx="10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</p:spPr>
        <p:txBody>
          <a:bodyPr/>
          <a:lstStyle>
            <a:lvl1pPr>
              <a:defRPr dirty="0"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Rectangle 73"/>
          <p:cNvSpPr>
            <a:spLocks noGrp="1" noChangeArrowheads="1"/>
          </p:cNvSpPr>
          <p:nvPr>
            <p:ph type="sldNum" sz="quarter" idx="11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400">
                <a:latin typeface="Tahoma" pitchFamily="34" charset="0"/>
              </a:defRPr>
            </a:lvl1pPr>
          </a:lstStyle>
          <a:p>
            <a:pPr>
              <a:defRPr/>
            </a:pPr>
            <a:fld id="{70BADF0B-D723-4D8E-889E-E6D182B8D80A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 - 2line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304800"/>
            <a:ext cx="8534400" cy="838200"/>
          </a:xfrm>
        </p:spPr>
        <p:txBody>
          <a:bodyPr/>
          <a:lstStyle>
            <a:lvl1pPr>
              <a:defRPr sz="3200" b="0"/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1219200"/>
            <a:ext cx="8534400" cy="4953000"/>
          </a:xfrm>
        </p:spPr>
        <p:txBody>
          <a:bodyPr/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Rectangle 68"/>
          <p:cNvSpPr>
            <a:spLocks noGrp="1" noChangeArrowheads="1"/>
          </p:cNvSpPr>
          <p:nvPr>
            <p:ph type="dt" sz="half" idx="10"/>
          </p:nvPr>
        </p:nvSpPr>
        <p:spPr>
          <a:xfrm>
            <a:off x="1981200" y="6248400"/>
            <a:ext cx="19050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Rectangle 4"/>
          <p:cNvSpPr>
            <a:spLocks noChangeArrowheads="1"/>
          </p:cNvSpPr>
          <p:nvPr userDrawn="1"/>
        </p:nvSpPr>
        <p:spPr bwMode="auto">
          <a:xfrm>
            <a:off x="457200" y="1066800"/>
            <a:ext cx="8686800" cy="76200"/>
          </a:xfrm>
          <a:prstGeom prst="rect">
            <a:avLst/>
          </a:prstGeom>
          <a:gradFill>
            <a:gsLst>
              <a:gs pos="0">
                <a:schemeClr val="bg2">
                  <a:lumMod val="50000"/>
                </a:schemeClr>
              </a:gs>
              <a:gs pos="100000">
                <a:srgbClr val="00B050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n-lt"/>
            </a:endParaRPr>
          </a:p>
        </p:txBody>
      </p:sp>
      <p:sp>
        <p:nvSpPr>
          <p:cNvPr id="7" name="Rectangle 73"/>
          <p:cNvSpPr>
            <a:spLocks noGrp="1" noChangeArrowheads="1"/>
          </p:cNvSpPr>
          <p:nvPr>
            <p:ph type="sldNum" sz="quarter" idx="11"/>
          </p:nvPr>
        </p:nvSpPr>
        <p:spPr bwMode="auto">
          <a:xfrm>
            <a:off x="4343400" y="6248400"/>
            <a:ext cx="457200" cy="45720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400">
                <a:latin typeface="Tahoma" pitchFamily="34" charset="0"/>
              </a:defRPr>
            </a:lvl1pPr>
          </a:lstStyle>
          <a:p>
            <a:pPr>
              <a:defRPr/>
            </a:pPr>
            <a:fld id="{70BADF0B-D723-4D8E-889E-E6D182B8D80A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- 1line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1981200" y="6248400"/>
            <a:ext cx="1905000" cy="457200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381000" y="-76200"/>
            <a:ext cx="8534400" cy="838200"/>
          </a:xfrm>
        </p:spPr>
        <p:txBody>
          <a:bodyPr/>
          <a:lstStyle>
            <a:lvl1pPr>
              <a:defRPr sz="4000">
                <a:latin typeface="Tahoma" pitchFamily="34" charset="0"/>
                <a:cs typeface="Tahoma" pitchFamily="34" charset="0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6" name="Content Placeholder 2"/>
          <p:cNvSpPr>
            <a:spLocks noGrp="1"/>
          </p:cNvSpPr>
          <p:nvPr>
            <p:ph idx="1"/>
          </p:nvPr>
        </p:nvSpPr>
        <p:spPr>
          <a:xfrm>
            <a:off x="381000" y="914400"/>
            <a:ext cx="8534400" cy="5181600"/>
          </a:xfrm>
        </p:spPr>
        <p:txBody>
          <a:bodyPr/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7" name="Rectangle 4"/>
          <p:cNvSpPr>
            <a:spLocks noChangeArrowheads="1"/>
          </p:cNvSpPr>
          <p:nvPr userDrawn="1"/>
        </p:nvSpPr>
        <p:spPr bwMode="auto">
          <a:xfrm>
            <a:off x="457200" y="762000"/>
            <a:ext cx="8686800" cy="76200"/>
          </a:xfrm>
          <a:prstGeom prst="rect">
            <a:avLst/>
          </a:prstGeom>
          <a:gradFill>
            <a:gsLst>
              <a:gs pos="0">
                <a:schemeClr val="bg2">
                  <a:lumMod val="50000"/>
                </a:schemeClr>
              </a:gs>
              <a:gs pos="100000">
                <a:srgbClr val="00B050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n-lt"/>
            </a:endParaRPr>
          </a:p>
        </p:txBody>
      </p:sp>
      <p:sp>
        <p:nvSpPr>
          <p:cNvPr id="8" name="Rectangle 73"/>
          <p:cNvSpPr>
            <a:spLocks noGrp="1" noChangeArrowheads="1"/>
          </p:cNvSpPr>
          <p:nvPr>
            <p:ph type="sldNum" sz="quarter" idx="11"/>
          </p:nvPr>
        </p:nvSpPr>
        <p:spPr bwMode="auto">
          <a:xfrm>
            <a:off x="4343400" y="6248400"/>
            <a:ext cx="457200" cy="45720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400">
                <a:latin typeface="Tahoma" pitchFamily="34" charset="0"/>
              </a:defRPr>
            </a:lvl1pPr>
          </a:lstStyle>
          <a:p>
            <a:pPr>
              <a:defRPr/>
            </a:pPr>
            <a:fld id="{70BADF0B-D723-4D8E-889E-E6D182B8D80A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and Content - 1line sm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68"/>
          <p:cNvSpPr>
            <a:spLocks noGrp="1" noChangeArrowheads="1"/>
          </p:cNvSpPr>
          <p:nvPr>
            <p:ph type="dt" sz="half" idx="10"/>
          </p:nvPr>
        </p:nvSpPr>
        <p:spPr>
          <a:xfrm>
            <a:off x="1981200" y="6248400"/>
            <a:ext cx="19050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3" name="Rectangle 69"/>
          <p:cNvSpPr>
            <a:spLocks noGrp="1" noChangeArrowheads="1"/>
          </p:cNvSpPr>
          <p:nvPr>
            <p:ph type="ftr" sz="quarter" idx="11"/>
          </p:nvPr>
        </p:nvSpPr>
        <p:spPr>
          <a:xfrm>
            <a:off x="6172200" y="6248400"/>
            <a:ext cx="20574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4" name="Rectangle 7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4343400" y="6248400"/>
            <a:ext cx="457200" cy="45720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400">
                <a:latin typeface="Tahoma" pitchFamily="34" charset="0"/>
              </a:defRPr>
            </a:lvl1pPr>
          </a:lstStyle>
          <a:p>
            <a:pPr>
              <a:defRPr/>
            </a:pPr>
            <a:fld id="{70BADF0B-D723-4D8E-889E-E6D182B8D80A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5" name="Rectangle 4"/>
          <p:cNvSpPr>
            <a:spLocks noChangeArrowheads="1"/>
          </p:cNvSpPr>
          <p:nvPr userDrawn="1"/>
        </p:nvSpPr>
        <p:spPr bwMode="auto">
          <a:xfrm>
            <a:off x="0" y="0"/>
            <a:ext cx="9144000" cy="152400"/>
          </a:xfrm>
          <a:prstGeom prst="rect">
            <a:avLst/>
          </a:prstGeom>
          <a:gradFill>
            <a:gsLst>
              <a:gs pos="0">
                <a:schemeClr val="bg2">
                  <a:lumMod val="50000"/>
                </a:schemeClr>
              </a:gs>
              <a:gs pos="100000">
                <a:srgbClr val="00B050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n-lt"/>
            </a:endParaRPr>
          </a:p>
        </p:txBody>
      </p:sp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381000" y="-76200"/>
            <a:ext cx="8534400" cy="838200"/>
          </a:xfrm>
        </p:spPr>
        <p:txBody>
          <a:bodyPr/>
          <a:lstStyle>
            <a:lvl1pPr>
              <a:defRPr sz="4000">
                <a:latin typeface="Tahoma" pitchFamily="34" charset="0"/>
                <a:cs typeface="Tahoma" pitchFamily="34" charset="0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7" name="Rectangle 4"/>
          <p:cNvSpPr>
            <a:spLocks noChangeArrowheads="1"/>
          </p:cNvSpPr>
          <p:nvPr userDrawn="1"/>
        </p:nvSpPr>
        <p:spPr bwMode="auto">
          <a:xfrm>
            <a:off x="457200" y="762000"/>
            <a:ext cx="8686800" cy="76200"/>
          </a:xfrm>
          <a:prstGeom prst="rect">
            <a:avLst/>
          </a:prstGeom>
          <a:gradFill>
            <a:gsLst>
              <a:gs pos="0">
                <a:schemeClr val="bg2">
                  <a:lumMod val="50000"/>
                </a:schemeClr>
              </a:gs>
              <a:gs pos="100000">
                <a:srgbClr val="00B050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n-lt"/>
            </a:endParaRPr>
          </a:p>
        </p:txBody>
      </p:sp>
      <p:pic>
        <p:nvPicPr>
          <p:cNvPr id="8" name="Picture 80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6172200"/>
            <a:ext cx="1028700" cy="685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" name="Content Placeholder 2"/>
          <p:cNvSpPr>
            <a:spLocks noGrp="1"/>
          </p:cNvSpPr>
          <p:nvPr>
            <p:ph idx="1"/>
          </p:nvPr>
        </p:nvSpPr>
        <p:spPr>
          <a:xfrm>
            <a:off x="381000" y="914400"/>
            <a:ext cx="8534400" cy="5181600"/>
          </a:xfrm>
        </p:spPr>
        <p:txBody>
          <a:bodyPr/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68"/>
          <p:cNvSpPr>
            <a:spLocks noGrp="1" noChangeArrowheads="1"/>
          </p:cNvSpPr>
          <p:nvPr>
            <p:ph type="dt" sz="half" idx="10"/>
          </p:nvPr>
        </p:nvSpPr>
        <p:spPr>
          <a:xfrm>
            <a:off x="1981200" y="6248400"/>
            <a:ext cx="19050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5" name="Rectangle 69"/>
          <p:cNvSpPr>
            <a:spLocks noGrp="1" noChangeArrowheads="1"/>
          </p:cNvSpPr>
          <p:nvPr>
            <p:ph type="ftr" sz="quarter" idx="11"/>
          </p:nvPr>
        </p:nvSpPr>
        <p:spPr>
          <a:xfrm>
            <a:off x="6172200" y="6248400"/>
            <a:ext cx="20574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itle and Content - 1line sm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68"/>
          <p:cNvSpPr>
            <a:spLocks noGrp="1" noChangeArrowheads="1"/>
          </p:cNvSpPr>
          <p:nvPr>
            <p:ph type="dt" sz="half" idx="10"/>
          </p:nvPr>
        </p:nvSpPr>
        <p:spPr>
          <a:xfrm>
            <a:off x="1981200" y="6248400"/>
            <a:ext cx="19050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3" name="Rectangle 69"/>
          <p:cNvSpPr>
            <a:spLocks noGrp="1" noChangeArrowheads="1"/>
          </p:cNvSpPr>
          <p:nvPr>
            <p:ph type="ftr" sz="quarter" idx="11"/>
          </p:nvPr>
        </p:nvSpPr>
        <p:spPr>
          <a:xfrm>
            <a:off x="6172200" y="6248400"/>
            <a:ext cx="20574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4" name="Rectangle 7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4343400" y="6248400"/>
            <a:ext cx="457200" cy="45720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400">
                <a:latin typeface="Tahoma" pitchFamily="34" charset="0"/>
              </a:defRPr>
            </a:lvl1pPr>
          </a:lstStyle>
          <a:p>
            <a:pPr>
              <a:defRPr/>
            </a:pPr>
            <a:fld id="{70BADF0B-D723-4D8E-889E-E6D182B8D80A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5" name="Rectangle 4"/>
          <p:cNvSpPr>
            <a:spLocks noChangeArrowheads="1"/>
          </p:cNvSpPr>
          <p:nvPr userDrawn="1"/>
        </p:nvSpPr>
        <p:spPr bwMode="auto">
          <a:xfrm>
            <a:off x="0" y="0"/>
            <a:ext cx="9144000" cy="152400"/>
          </a:xfrm>
          <a:prstGeom prst="rect">
            <a:avLst/>
          </a:prstGeom>
          <a:gradFill>
            <a:gsLst>
              <a:gs pos="0">
                <a:schemeClr val="bg2">
                  <a:lumMod val="50000"/>
                </a:schemeClr>
              </a:gs>
              <a:gs pos="100000">
                <a:srgbClr val="00B050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n-lt"/>
            </a:endParaRPr>
          </a:p>
        </p:txBody>
      </p:sp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381000" y="0"/>
            <a:ext cx="8534400" cy="838200"/>
          </a:xfrm>
        </p:spPr>
        <p:txBody>
          <a:bodyPr/>
          <a:lstStyle>
            <a:lvl1pPr>
              <a:defRPr sz="4000">
                <a:latin typeface="Tahoma" pitchFamily="34" charset="0"/>
                <a:cs typeface="Tahoma" pitchFamily="34" charset="0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7" name="Rectangle 4"/>
          <p:cNvSpPr>
            <a:spLocks noChangeArrowheads="1"/>
          </p:cNvSpPr>
          <p:nvPr userDrawn="1"/>
        </p:nvSpPr>
        <p:spPr bwMode="auto">
          <a:xfrm>
            <a:off x="457200" y="762000"/>
            <a:ext cx="8686800" cy="76200"/>
          </a:xfrm>
          <a:prstGeom prst="rect">
            <a:avLst/>
          </a:prstGeom>
          <a:gradFill>
            <a:gsLst>
              <a:gs pos="0">
                <a:schemeClr val="bg2">
                  <a:lumMod val="50000"/>
                </a:schemeClr>
              </a:gs>
              <a:gs pos="100000">
                <a:srgbClr val="00B050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n-lt"/>
            </a:endParaRPr>
          </a:p>
        </p:txBody>
      </p:sp>
      <p:pic>
        <p:nvPicPr>
          <p:cNvPr id="8" name="Picture 80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6172200"/>
            <a:ext cx="1028700" cy="685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" name="Content Placeholder 2"/>
          <p:cNvSpPr>
            <a:spLocks noGrp="1"/>
          </p:cNvSpPr>
          <p:nvPr>
            <p:ph sz="half" idx="1"/>
          </p:nvPr>
        </p:nvSpPr>
        <p:spPr>
          <a:xfrm>
            <a:off x="381000" y="990600"/>
            <a:ext cx="4038600" cy="5029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1" name="Content Placeholder 3"/>
          <p:cNvSpPr>
            <a:spLocks noGrp="1"/>
          </p:cNvSpPr>
          <p:nvPr>
            <p:ph sz="half" idx="2"/>
          </p:nvPr>
        </p:nvSpPr>
        <p:spPr>
          <a:xfrm>
            <a:off x="4343400" y="990600"/>
            <a:ext cx="4038600" cy="5029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4400" y="1600200"/>
            <a:ext cx="3810000" cy="4267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76800" y="1600200"/>
            <a:ext cx="3810000" cy="4267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Rectangle 68"/>
          <p:cNvSpPr>
            <a:spLocks noGrp="1" noChangeArrowheads="1"/>
          </p:cNvSpPr>
          <p:nvPr>
            <p:ph type="dt" sz="half" idx="10"/>
          </p:nvPr>
        </p:nvSpPr>
        <p:spPr>
          <a:xfrm>
            <a:off x="1981200" y="6248400"/>
            <a:ext cx="19050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Rectangle 69"/>
          <p:cNvSpPr>
            <a:spLocks noGrp="1" noChangeArrowheads="1"/>
          </p:cNvSpPr>
          <p:nvPr>
            <p:ph type="ftr" sz="quarter" idx="11"/>
          </p:nvPr>
        </p:nvSpPr>
        <p:spPr>
          <a:xfrm>
            <a:off x="6172200" y="6248400"/>
            <a:ext cx="20574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Rectangle 68"/>
          <p:cNvSpPr>
            <a:spLocks noGrp="1" noChangeArrowheads="1"/>
          </p:cNvSpPr>
          <p:nvPr>
            <p:ph type="dt" sz="half" idx="10"/>
          </p:nvPr>
        </p:nvSpPr>
        <p:spPr>
          <a:xfrm>
            <a:off x="1981200" y="6248400"/>
            <a:ext cx="19050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8" name="Rectangle 69"/>
          <p:cNvSpPr>
            <a:spLocks noGrp="1" noChangeArrowheads="1"/>
          </p:cNvSpPr>
          <p:nvPr>
            <p:ph type="ftr" sz="quarter" idx="11"/>
          </p:nvPr>
        </p:nvSpPr>
        <p:spPr>
          <a:xfrm>
            <a:off x="6172200" y="6248400"/>
            <a:ext cx="20574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68"/>
          <p:cNvSpPr>
            <a:spLocks noGrp="1" noChangeArrowheads="1"/>
          </p:cNvSpPr>
          <p:nvPr>
            <p:ph type="dt" sz="half" idx="10"/>
          </p:nvPr>
        </p:nvSpPr>
        <p:spPr>
          <a:xfrm>
            <a:off x="1981200" y="6248400"/>
            <a:ext cx="19050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4" name="Rectangle 69"/>
          <p:cNvSpPr>
            <a:spLocks noGrp="1" noChangeArrowheads="1"/>
          </p:cNvSpPr>
          <p:nvPr>
            <p:ph type="ftr" sz="quarter" idx="11"/>
          </p:nvPr>
        </p:nvSpPr>
        <p:spPr>
          <a:xfrm>
            <a:off x="6172200" y="6248400"/>
            <a:ext cx="20574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381000" y="-76200"/>
            <a:ext cx="8534400" cy="838200"/>
          </a:xfrm>
        </p:spPr>
        <p:txBody>
          <a:bodyPr/>
          <a:lstStyle>
            <a:lvl1pPr>
              <a:defRPr sz="4000">
                <a:latin typeface="Tahoma" pitchFamily="34" charset="0"/>
                <a:cs typeface="Tahoma" pitchFamily="34" charset="0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6" name="Rectangle 4"/>
          <p:cNvSpPr>
            <a:spLocks noChangeArrowheads="1"/>
          </p:cNvSpPr>
          <p:nvPr userDrawn="1"/>
        </p:nvSpPr>
        <p:spPr bwMode="auto">
          <a:xfrm>
            <a:off x="457200" y="762000"/>
            <a:ext cx="8686800" cy="76200"/>
          </a:xfrm>
          <a:prstGeom prst="rect">
            <a:avLst/>
          </a:prstGeom>
          <a:gradFill>
            <a:gsLst>
              <a:gs pos="0">
                <a:schemeClr val="bg2">
                  <a:lumMod val="50000"/>
                </a:schemeClr>
              </a:gs>
              <a:gs pos="100000">
                <a:srgbClr val="00B050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n-lt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w/large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68"/>
          <p:cNvSpPr>
            <a:spLocks noGrp="1" noChangeArrowheads="1"/>
          </p:cNvSpPr>
          <p:nvPr>
            <p:ph type="dt" sz="half" idx="10"/>
          </p:nvPr>
        </p:nvSpPr>
        <p:spPr>
          <a:xfrm>
            <a:off x="1981200" y="6248400"/>
            <a:ext cx="19050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3" name="Rectangle 69"/>
          <p:cNvSpPr>
            <a:spLocks noGrp="1" noChangeArrowheads="1"/>
          </p:cNvSpPr>
          <p:nvPr>
            <p:ph type="ftr" sz="quarter" idx="11"/>
          </p:nvPr>
        </p:nvSpPr>
        <p:spPr>
          <a:xfrm>
            <a:off x="6172200" y="6248400"/>
            <a:ext cx="20574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4" name="Rectangle 7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4343400" y="6248400"/>
            <a:ext cx="457200" cy="45720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400">
                <a:latin typeface="Tahoma" pitchFamily="34" charset="0"/>
              </a:defRPr>
            </a:lvl1pPr>
          </a:lstStyle>
          <a:p>
            <a:pPr>
              <a:defRPr/>
            </a:pPr>
            <a:fld id="{70BADF0B-D723-4D8E-889E-E6D182B8D80A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 w/pg#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68"/>
          <p:cNvSpPr>
            <a:spLocks noGrp="1" noChangeArrowheads="1"/>
          </p:cNvSpPr>
          <p:nvPr>
            <p:ph type="dt" sz="half" idx="10"/>
          </p:nvPr>
        </p:nvSpPr>
        <p:spPr>
          <a:xfrm>
            <a:off x="1981200" y="6248400"/>
            <a:ext cx="19050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3" name="Rectangle 69"/>
          <p:cNvSpPr>
            <a:spLocks noGrp="1" noChangeArrowheads="1"/>
          </p:cNvSpPr>
          <p:nvPr>
            <p:ph type="ftr" sz="quarter" idx="11"/>
          </p:nvPr>
        </p:nvSpPr>
        <p:spPr>
          <a:xfrm>
            <a:off x="6172200" y="6248400"/>
            <a:ext cx="20574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4" name="Rectangle 7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4343400" y="6248400"/>
            <a:ext cx="457200" cy="45720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400">
                <a:latin typeface="Tahoma" pitchFamily="34" charset="0"/>
              </a:defRPr>
            </a:lvl1pPr>
          </a:lstStyle>
          <a:p>
            <a:pPr>
              <a:defRPr/>
            </a:pPr>
            <a:fld id="{70BADF0B-D723-4D8E-889E-E6D182B8D80A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5" name="Rectangle 4"/>
          <p:cNvSpPr>
            <a:spLocks noChangeArrowheads="1"/>
          </p:cNvSpPr>
          <p:nvPr userDrawn="1"/>
        </p:nvSpPr>
        <p:spPr bwMode="auto">
          <a:xfrm>
            <a:off x="0" y="0"/>
            <a:ext cx="9144000" cy="152400"/>
          </a:xfrm>
          <a:prstGeom prst="rect">
            <a:avLst/>
          </a:prstGeom>
          <a:gradFill>
            <a:gsLst>
              <a:gs pos="0">
                <a:schemeClr val="bg2">
                  <a:lumMod val="50000"/>
                </a:schemeClr>
              </a:gs>
              <a:gs pos="100000">
                <a:srgbClr val="00B050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n-lt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lank w/title b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68"/>
          <p:cNvSpPr>
            <a:spLocks noGrp="1" noChangeArrowheads="1"/>
          </p:cNvSpPr>
          <p:nvPr>
            <p:ph type="dt" sz="half" idx="10"/>
          </p:nvPr>
        </p:nvSpPr>
        <p:spPr>
          <a:xfrm>
            <a:off x="1981200" y="6248400"/>
            <a:ext cx="19050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3" name="Rectangle 69"/>
          <p:cNvSpPr>
            <a:spLocks noGrp="1" noChangeArrowheads="1"/>
          </p:cNvSpPr>
          <p:nvPr>
            <p:ph type="ftr" sz="quarter" idx="11"/>
          </p:nvPr>
        </p:nvSpPr>
        <p:spPr>
          <a:xfrm>
            <a:off x="6172200" y="6248400"/>
            <a:ext cx="20574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4" name="Rectangle 7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4343400" y="6248400"/>
            <a:ext cx="457200" cy="45720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400">
                <a:latin typeface="Tahoma" pitchFamily="34" charset="0"/>
              </a:defRPr>
            </a:lvl1pPr>
          </a:lstStyle>
          <a:p>
            <a:pPr>
              <a:defRPr/>
            </a:pPr>
            <a:fld id="{70BADF0B-D723-4D8E-889E-E6D182B8D80A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5" name="Rectangle 4"/>
          <p:cNvSpPr>
            <a:spLocks noChangeArrowheads="1"/>
          </p:cNvSpPr>
          <p:nvPr userDrawn="1"/>
        </p:nvSpPr>
        <p:spPr bwMode="auto">
          <a:xfrm>
            <a:off x="0" y="0"/>
            <a:ext cx="9144000" cy="152400"/>
          </a:xfrm>
          <a:prstGeom prst="rect">
            <a:avLst/>
          </a:prstGeom>
          <a:gradFill>
            <a:gsLst>
              <a:gs pos="0">
                <a:schemeClr val="bg2">
                  <a:lumMod val="50000"/>
                </a:schemeClr>
              </a:gs>
              <a:gs pos="100000">
                <a:srgbClr val="00B050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n-lt"/>
            </a:endParaRPr>
          </a:p>
        </p:txBody>
      </p:sp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381000" y="-76200"/>
            <a:ext cx="8534400" cy="838200"/>
          </a:xfrm>
        </p:spPr>
        <p:txBody>
          <a:bodyPr/>
          <a:lstStyle>
            <a:lvl1pPr>
              <a:defRPr sz="4000">
                <a:latin typeface="Tahoma" pitchFamily="34" charset="0"/>
                <a:cs typeface="Tahoma" pitchFamily="34" charset="0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7" name="Rectangle 4"/>
          <p:cNvSpPr>
            <a:spLocks noChangeArrowheads="1"/>
          </p:cNvSpPr>
          <p:nvPr userDrawn="1"/>
        </p:nvSpPr>
        <p:spPr bwMode="auto">
          <a:xfrm>
            <a:off x="457200" y="762000"/>
            <a:ext cx="8686800" cy="76200"/>
          </a:xfrm>
          <a:prstGeom prst="rect">
            <a:avLst/>
          </a:prstGeom>
          <a:gradFill>
            <a:gsLst>
              <a:gs pos="0">
                <a:schemeClr val="bg2">
                  <a:lumMod val="50000"/>
                </a:schemeClr>
              </a:gs>
              <a:gs pos="100000">
                <a:srgbClr val="00B050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n-lt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lank w/title bar sm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68"/>
          <p:cNvSpPr>
            <a:spLocks noGrp="1" noChangeArrowheads="1"/>
          </p:cNvSpPr>
          <p:nvPr>
            <p:ph type="dt" sz="half" idx="10"/>
          </p:nvPr>
        </p:nvSpPr>
        <p:spPr>
          <a:xfrm>
            <a:off x="1981200" y="6248400"/>
            <a:ext cx="19050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3" name="Rectangle 69"/>
          <p:cNvSpPr>
            <a:spLocks noGrp="1" noChangeArrowheads="1"/>
          </p:cNvSpPr>
          <p:nvPr>
            <p:ph type="ftr" sz="quarter" idx="11"/>
          </p:nvPr>
        </p:nvSpPr>
        <p:spPr>
          <a:xfrm>
            <a:off x="6172200" y="6248400"/>
            <a:ext cx="20574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4" name="Rectangle 7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4343400" y="6248400"/>
            <a:ext cx="457200" cy="45720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400">
                <a:latin typeface="Tahoma" pitchFamily="34" charset="0"/>
              </a:defRPr>
            </a:lvl1pPr>
          </a:lstStyle>
          <a:p>
            <a:pPr>
              <a:defRPr/>
            </a:pPr>
            <a:fld id="{70BADF0B-D723-4D8E-889E-E6D182B8D80A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5" name="Rectangle 4"/>
          <p:cNvSpPr>
            <a:spLocks noChangeArrowheads="1"/>
          </p:cNvSpPr>
          <p:nvPr userDrawn="1"/>
        </p:nvSpPr>
        <p:spPr bwMode="auto">
          <a:xfrm>
            <a:off x="0" y="0"/>
            <a:ext cx="9144000" cy="152400"/>
          </a:xfrm>
          <a:prstGeom prst="rect">
            <a:avLst/>
          </a:prstGeom>
          <a:gradFill>
            <a:gsLst>
              <a:gs pos="0">
                <a:schemeClr val="bg2">
                  <a:lumMod val="50000"/>
                </a:schemeClr>
              </a:gs>
              <a:gs pos="100000">
                <a:srgbClr val="00B050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n-lt"/>
            </a:endParaRPr>
          </a:p>
        </p:txBody>
      </p:sp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381000" y="-76200"/>
            <a:ext cx="8534400" cy="838200"/>
          </a:xfrm>
        </p:spPr>
        <p:txBody>
          <a:bodyPr/>
          <a:lstStyle>
            <a:lvl1pPr>
              <a:defRPr sz="4000">
                <a:latin typeface="Tahoma" pitchFamily="34" charset="0"/>
                <a:cs typeface="Tahoma" pitchFamily="34" charset="0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7" name="Rectangle 4"/>
          <p:cNvSpPr>
            <a:spLocks noChangeArrowheads="1"/>
          </p:cNvSpPr>
          <p:nvPr userDrawn="1"/>
        </p:nvSpPr>
        <p:spPr bwMode="auto">
          <a:xfrm>
            <a:off x="457200" y="762000"/>
            <a:ext cx="8686800" cy="76200"/>
          </a:xfrm>
          <a:prstGeom prst="rect">
            <a:avLst/>
          </a:prstGeom>
          <a:gradFill>
            <a:gsLst>
              <a:gs pos="0">
                <a:schemeClr val="bg2">
                  <a:lumMod val="50000"/>
                </a:schemeClr>
              </a:gs>
              <a:gs pos="100000">
                <a:srgbClr val="00B050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n-lt"/>
            </a:endParaRPr>
          </a:p>
        </p:txBody>
      </p:sp>
      <p:pic>
        <p:nvPicPr>
          <p:cNvPr id="8" name="Picture 80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6172200"/>
            <a:ext cx="1028700" cy="685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68"/>
          <p:cNvSpPr>
            <a:spLocks noGrp="1" noChangeArrowheads="1"/>
          </p:cNvSpPr>
          <p:nvPr>
            <p:ph type="dt" sz="half" idx="10"/>
          </p:nvPr>
        </p:nvSpPr>
        <p:spPr>
          <a:xfrm>
            <a:off x="1981200" y="6248400"/>
            <a:ext cx="19050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Rectangle 69"/>
          <p:cNvSpPr>
            <a:spLocks noGrp="1" noChangeArrowheads="1"/>
          </p:cNvSpPr>
          <p:nvPr>
            <p:ph type="ftr" sz="quarter" idx="11"/>
          </p:nvPr>
        </p:nvSpPr>
        <p:spPr>
          <a:xfrm>
            <a:off x="6172200" y="6248400"/>
            <a:ext cx="20574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dirty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68"/>
          <p:cNvSpPr>
            <a:spLocks noGrp="1" noChangeArrowheads="1"/>
          </p:cNvSpPr>
          <p:nvPr>
            <p:ph type="dt" sz="half" idx="10"/>
          </p:nvPr>
        </p:nvSpPr>
        <p:spPr>
          <a:xfrm>
            <a:off x="1981200" y="6248400"/>
            <a:ext cx="19050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Rectangle 69"/>
          <p:cNvSpPr>
            <a:spLocks noGrp="1" noChangeArrowheads="1"/>
          </p:cNvSpPr>
          <p:nvPr>
            <p:ph type="ftr" sz="quarter" idx="11"/>
          </p:nvPr>
        </p:nvSpPr>
        <p:spPr>
          <a:xfrm>
            <a:off x="6172200" y="6248400"/>
            <a:ext cx="20574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68"/>
          <p:cNvSpPr>
            <a:spLocks noGrp="1" noChangeArrowheads="1"/>
          </p:cNvSpPr>
          <p:nvPr>
            <p:ph type="dt" sz="half" idx="10"/>
          </p:nvPr>
        </p:nvSpPr>
        <p:spPr>
          <a:xfrm>
            <a:off x="1981200" y="6248400"/>
            <a:ext cx="19050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5" name="Rectangle 69"/>
          <p:cNvSpPr>
            <a:spLocks noGrp="1" noChangeArrowheads="1"/>
          </p:cNvSpPr>
          <p:nvPr>
            <p:ph type="ftr" sz="quarter" idx="11"/>
          </p:nvPr>
        </p:nvSpPr>
        <p:spPr>
          <a:xfrm>
            <a:off x="6172200" y="6248400"/>
            <a:ext cx="20574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67500" y="304800"/>
            <a:ext cx="2019300" cy="55626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304800"/>
            <a:ext cx="5905500" cy="55626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68"/>
          <p:cNvSpPr>
            <a:spLocks noGrp="1" noChangeArrowheads="1"/>
          </p:cNvSpPr>
          <p:nvPr>
            <p:ph type="dt" sz="half" idx="10"/>
          </p:nvPr>
        </p:nvSpPr>
        <p:spPr>
          <a:xfrm>
            <a:off x="1981200" y="6248400"/>
            <a:ext cx="19050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5" name="Rectangle 69"/>
          <p:cNvSpPr>
            <a:spLocks noGrp="1" noChangeArrowheads="1"/>
          </p:cNvSpPr>
          <p:nvPr>
            <p:ph type="ftr" sz="quarter" idx="11"/>
          </p:nvPr>
        </p:nvSpPr>
        <p:spPr>
          <a:xfrm>
            <a:off x="6172200" y="6248400"/>
            <a:ext cx="20574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68"/>
          <p:cNvSpPr>
            <a:spLocks noGrp="1" noChangeArrowheads="1"/>
          </p:cNvSpPr>
          <p:nvPr>
            <p:ph type="dt" sz="half" idx="10"/>
          </p:nvPr>
        </p:nvSpPr>
        <p:spPr>
          <a:xfrm>
            <a:off x="1981200" y="6248400"/>
            <a:ext cx="19050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5" name="Rectangle 69"/>
          <p:cNvSpPr>
            <a:spLocks noGrp="1" noChangeArrowheads="1"/>
          </p:cNvSpPr>
          <p:nvPr>
            <p:ph type="ftr" sz="quarter" idx="11"/>
          </p:nvPr>
        </p:nvSpPr>
        <p:spPr>
          <a:xfrm>
            <a:off x="6172200" y="6248400"/>
            <a:ext cx="20574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image" Target="../media/image2.png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1" name="Rectangle 57"/>
          <p:cNvSpPr>
            <a:spLocks noChangeArrowheads="1"/>
          </p:cNvSpPr>
          <p:nvPr/>
        </p:nvSpPr>
        <p:spPr bwMode="ltGray">
          <a:xfrm>
            <a:off x="0" y="0"/>
            <a:ext cx="9144000" cy="152400"/>
          </a:xfrm>
          <a:prstGeom prst="rect">
            <a:avLst/>
          </a:prstGeom>
          <a:gradFill rotWithShape="0">
            <a:gsLst>
              <a:gs pos="0">
                <a:schemeClr val="tx1"/>
              </a:gs>
              <a:gs pos="100000">
                <a:srgbClr val="009900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 dirty="0"/>
          </a:p>
        </p:txBody>
      </p:sp>
      <p:sp>
        <p:nvSpPr>
          <p:cNvPr id="1027" name="Rectangle 63"/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3048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1028" name="Rectangle 64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600200"/>
            <a:ext cx="8077200" cy="426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</a:p>
        </p:txBody>
      </p:sp>
      <p:pic>
        <p:nvPicPr>
          <p:cNvPr id="1032" name="Picture 76"/>
          <p:cNvPicPr>
            <a:picLocks noChangeAspect="1" noChangeArrowheads="1"/>
          </p:cNvPicPr>
          <p:nvPr userDrawn="1"/>
        </p:nvPicPr>
        <p:blipFill>
          <a:blip r:embed="rId22" cstate="print"/>
          <a:srcRect/>
          <a:stretch>
            <a:fillRect/>
          </a:stretch>
        </p:blipFill>
        <p:spPr bwMode="auto">
          <a:xfrm>
            <a:off x="76200" y="5759450"/>
            <a:ext cx="1647825" cy="1098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87" r:id="rId1"/>
    <p:sldLayoutId id="2147483675" r:id="rId2"/>
    <p:sldLayoutId id="2147483694" r:id="rId3"/>
    <p:sldLayoutId id="2147483676" r:id="rId4"/>
    <p:sldLayoutId id="2147483688" r:id="rId5"/>
    <p:sldLayoutId id="2147483692" r:id="rId6"/>
    <p:sldLayoutId id="2147483677" r:id="rId7"/>
    <p:sldLayoutId id="2147483693" r:id="rId8"/>
    <p:sldLayoutId id="2147483678" r:id="rId9"/>
    <p:sldLayoutId id="2147483679" r:id="rId10"/>
    <p:sldLayoutId id="2147483680" r:id="rId11"/>
    <p:sldLayoutId id="2147483681" r:id="rId12"/>
    <p:sldLayoutId id="2147483689" r:id="rId13"/>
    <p:sldLayoutId id="2147483690" r:id="rId14"/>
    <p:sldLayoutId id="2147483691" r:id="rId15"/>
    <p:sldLayoutId id="2147483682" r:id="rId16"/>
    <p:sldLayoutId id="2147483683" r:id="rId17"/>
    <p:sldLayoutId id="2147483684" r:id="rId18"/>
    <p:sldLayoutId id="2147483685" r:id="rId19"/>
    <p:sldLayoutId id="2147483686" r:id="rId20"/>
  </p:sldLayoutIdLst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ahoma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ahoma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ahoma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ahoma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ahoma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ahoma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ahoma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ahoma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110000"/>
        <a:buFont typeface="Wingdings" pitchFamily="2" charset="2"/>
        <a:buBlip>
          <a:blip r:embed="rId23"/>
        </a:buBlip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60000"/>
        <a:buFont typeface="Wingdings" pitchFamily="2" charset="2"/>
        <a:buChar char="n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95000"/>
        <a:buFont typeface="Wingdings" pitchFamily="2" charset="2"/>
        <a:buChar char="w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65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wmf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ctrTitle"/>
          </p:nvPr>
        </p:nvSpPr>
        <p:spPr>
          <a:xfrm>
            <a:off x="838200" y="3048000"/>
            <a:ext cx="7772400" cy="1143000"/>
          </a:xfrm>
        </p:spPr>
        <p:txBody>
          <a:bodyPr/>
          <a:lstStyle/>
          <a:p>
            <a:r>
              <a:rPr lang="en-US" dirty="0" smtClean="0"/>
              <a:t>Metadata Summit 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2011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Metadata Summit 2011</a:t>
            </a:r>
            <a:endParaRPr lang="en-US" dirty="0"/>
          </a:p>
        </p:txBody>
      </p:sp>
      <p:sp>
        <p:nvSpPr>
          <p:cNvPr id="6" name="Subtitle 5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Agenda and Logistics</a:t>
            </a:r>
          </a:p>
          <a:p>
            <a:r>
              <a:rPr lang="en-US" dirty="0" err="1" smtClean="0"/>
              <a:t>Viv</a:t>
            </a:r>
            <a:r>
              <a:rPr lang="en-US" dirty="0" smtClean="0"/>
              <a:t> Hutchison, USGS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765655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Purpose and Goals</a:t>
            </a:r>
          </a:p>
        </p:txBody>
      </p:sp>
      <p:sp>
        <p:nvSpPr>
          <p:cNvPr id="9219" name="Content Placeholder 2" descr="Rectangle: Click to edit Master text styles&#10;Second level&#10;Third level&#10;Fourth level&#10;Fifth level"/>
          <p:cNvSpPr>
            <a:spLocks noGrp="1"/>
          </p:cNvSpPr>
          <p:nvPr>
            <p:ph idx="1"/>
          </p:nvPr>
        </p:nvSpPr>
        <p:spPr>
          <a:xfrm>
            <a:off x="114300" y="990599"/>
            <a:ext cx="9029700" cy="5105401"/>
          </a:xfrm>
        </p:spPr>
        <p:txBody>
          <a:bodyPr>
            <a:normAutofit/>
          </a:bodyPr>
          <a:lstStyle/>
          <a:p>
            <a:r>
              <a:rPr lang="en-US" u="sng" dirty="0" smtClean="0"/>
              <a:t>Purpose</a:t>
            </a:r>
            <a:r>
              <a:rPr lang="en-US" dirty="0" smtClean="0"/>
              <a:t>: To cooperatively determine a course of action for moving forward with ISO metadata implementation</a:t>
            </a:r>
          </a:p>
          <a:p>
            <a:r>
              <a:rPr lang="en-US" dirty="0" smtClean="0"/>
              <a:t> </a:t>
            </a:r>
            <a:r>
              <a:rPr lang="en-US" u="sng" dirty="0" smtClean="0"/>
              <a:t>Goals</a:t>
            </a:r>
            <a:r>
              <a:rPr lang="en-US" dirty="0" smtClean="0"/>
              <a:t>: </a:t>
            </a:r>
          </a:p>
          <a:p>
            <a:pPr lvl="1"/>
            <a:r>
              <a:rPr lang="en-US" dirty="0" smtClean="0"/>
              <a:t>Establish a common understanding about ISO metadata initiatives and implementation </a:t>
            </a:r>
          </a:p>
          <a:p>
            <a:pPr lvl="1"/>
            <a:r>
              <a:rPr lang="en-US" dirty="0" smtClean="0"/>
              <a:t>Determine the significant metadata challenges best addressed with a common strategy</a:t>
            </a:r>
          </a:p>
          <a:p>
            <a:pPr lvl="1"/>
            <a:r>
              <a:rPr lang="en-US" dirty="0" smtClean="0"/>
              <a:t>Develop recommended actions to address these challenges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Purpose and Goals</a:t>
            </a:r>
          </a:p>
        </p:txBody>
      </p:sp>
      <p:sp>
        <p:nvSpPr>
          <p:cNvPr id="9219" name="Content Placeholder 2" descr="Rectangle: Click to edit Master text styles&#10;Second level&#10;Third level&#10;Fourth level&#10;Fifth level"/>
          <p:cNvSpPr>
            <a:spLocks noGrp="1"/>
          </p:cNvSpPr>
          <p:nvPr>
            <p:ph idx="1"/>
          </p:nvPr>
        </p:nvSpPr>
        <p:spPr>
          <a:xfrm>
            <a:off x="114300" y="990599"/>
            <a:ext cx="9029700" cy="5105401"/>
          </a:xfrm>
        </p:spPr>
        <p:txBody>
          <a:bodyPr>
            <a:normAutofit/>
          </a:bodyPr>
          <a:lstStyle/>
          <a:p>
            <a:r>
              <a:rPr lang="en-US" u="sng" dirty="0" smtClean="0"/>
              <a:t>Outcomes:</a:t>
            </a:r>
          </a:p>
          <a:p>
            <a:pPr lvl="1"/>
            <a:r>
              <a:rPr lang="en-US" dirty="0" smtClean="0"/>
              <a:t>Written report capturing discussion topics, decisions </a:t>
            </a:r>
            <a:r>
              <a:rPr lang="en-US" smtClean="0"/>
              <a:t>and recommendations</a:t>
            </a:r>
            <a:endParaRPr lang="en-US" dirty="0" smtClean="0"/>
          </a:p>
          <a:p>
            <a:pPr lvl="1"/>
            <a:endParaRPr lang="en-US" dirty="0"/>
          </a:p>
          <a:p>
            <a:pPr lvl="1"/>
            <a:r>
              <a:rPr lang="en-US" dirty="0" smtClean="0"/>
              <a:t>Follow up webinar for those unable to attend today’s Summit</a:t>
            </a:r>
          </a:p>
          <a:p>
            <a:pPr marL="457200" lvl="1" indent="0">
              <a:buNone/>
            </a:pP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27518342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Agenda</a:t>
            </a:r>
          </a:p>
        </p:txBody>
      </p:sp>
      <p:sp>
        <p:nvSpPr>
          <p:cNvPr id="9219" name="Content Placeholder 2" descr="Rectangle: Click to edit Master text styles&#10;Second level&#10;Third level&#10;Fourth level&#10;Fifth level"/>
          <p:cNvSpPr>
            <a:spLocks noGrp="1"/>
          </p:cNvSpPr>
          <p:nvPr>
            <p:ph idx="1"/>
          </p:nvPr>
        </p:nvSpPr>
        <p:spPr>
          <a:xfrm>
            <a:off x="114300" y="990599"/>
            <a:ext cx="9029700" cy="5105401"/>
          </a:xfrm>
        </p:spPr>
        <p:txBody>
          <a:bodyPr>
            <a:normAutofit fontScale="92500" lnSpcReduction="20000"/>
          </a:bodyPr>
          <a:lstStyle/>
          <a:p>
            <a:r>
              <a:rPr lang="en-US" dirty="0" smtClean="0"/>
              <a:t>Morning: Presentations on Status of ISO…</a:t>
            </a:r>
          </a:p>
          <a:p>
            <a:pPr lvl="1"/>
            <a:r>
              <a:rPr lang="en-US" dirty="0" smtClean="0"/>
              <a:t>Standards: </a:t>
            </a:r>
            <a:r>
              <a:rPr lang="en-US" dirty="0" err="1" smtClean="0"/>
              <a:t>Aleta</a:t>
            </a:r>
            <a:r>
              <a:rPr lang="en-US" dirty="0" smtClean="0"/>
              <a:t> </a:t>
            </a:r>
            <a:r>
              <a:rPr lang="en-US" dirty="0" err="1" smtClean="0"/>
              <a:t>Vienneau</a:t>
            </a:r>
            <a:r>
              <a:rPr lang="en-US" dirty="0" smtClean="0"/>
              <a:t>, </a:t>
            </a:r>
            <a:r>
              <a:rPr lang="en-US" dirty="0" smtClean="0"/>
              <a:t>ESRI</a:t>
            </a:r>
          </a:p>
          <a:p>
            <a:pPr lvl="1"/>
            <a:r>
              <a:rPr lang="en-US" dirty="0" smtClean="0"/>
              <a:t>Application: Jacqueline Mize, NOAA and Rob </a:t>
            </a:r>
            <a:r>
              <a:rPr lang="en-US" dirty="0" err="1" smtClean="0"/>
              <a:t>Dollison</a:t>
            </a:r>
            <a:r>
              <a:rPr lang="en-US" dirty="0" smtClean="0"/>
              <a:t>, USGS</a:t>
            </a:r>
          </a:p>
          <a:p>
            <a:pPr lvl="1"/>
            <a:r>
              <a:rPr lang="en-US" dirty="0" smtClean="0"/>
              <a:t>Implementation: Ted </a:t>
            </a:r>
            <a:r>
              <a:rPr lang="en-US" dirty="0" err="1" smtClean="0"/>
              <a:t>Habermann</a:t>
            </a:r>
            <a:r>
              <a:rPr lang="en-US" dirty="0" smtClean="0"/>
              <a:t>, NOAA</a:t>
            </a:r>
          </a:p>
          <a:p>
            <a:pPr lvl="1"/>
            <a:r>
              <a:rPr lang="en-US" dirty="0" smtClean="0"/>
              <a:t>Education: Jacqueline Mize, NOAA</a:t>
            </a:r>
          </a:p>
          <a:p>
            <a:pPr lvl="1">
              <a:buNone/>
            </a:pPr>
            <a:endParaRPr lang="en-US" dirty="0" smtClean="0"/>
          </a:p>
          <a:p>
            <a:pPr>
              <a:defRPr/>
            </a:pPr>
            <a:r>
              <a:rPr lang="en-US" dirty="0" smtClean="0"/>
              <a:t>Afternoon: Breakout Groups </a:t>
            </a:r>
            <a:endParaRPr lang="en-US" sz="1600" dirty="0" smtClean="0"/>
          </a:p>
          <a:p>
            <a:pPr lvl="1"/>
            <a:r>
              <a:rPr lang="en-US" dirty="0" smtClean="0"/>
              <a:t>Identification of Common Issues </a:t>
            </a:r>
          </a:p>
          <a:p>
            <a:pPr lvl="1"/>
            <a:r>
              <a:rPr lang="en-US" dirty="0" smtClean="0"/>
              <a:t>Recommendations for Common Solutions</a:t>
            </a:r>
          </a:p>
          <a:p>
            <a:pPr lvl="1"/>
            <a:r>
              <a:rPr lang="en-US" dirty="0" smtClean="0"/>
              <a:t>Report-out from Breakout Groups</a:t>
            </a:r>
          </a:p>
          <a:p>
            <a:pPr lvl="1"/>
            <a:r>
              <a:rPr lang="en-US" dirty="0" smtClean="0"/>
              <a:t>Summary and Adjourn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Logistics</a:t>
            </a:r>
          </a:p>
        </p:txBody>
      </p:sp>
      <p:sp>
        <p:nvSpPr>
          <p:cNvPr id="9219" name="Content Placeholder 2" descr="Rectangle: Click to edit Master text styles&#10;Second level&#10;Third level&#10;Fourth level&#10;Fifth level"/>
          <p:cNvSpPr>
            <a:spLocks noGrp="1"/>
          </p:cNvSpPr>
          <p:nvPr>
            <p:ph idx="1"/>
          </p:nvPr>
        </p:nvSpPr>
        <p:spPr>
          <a:xfrm>
            <a:off x="114300" y="990600"/>
            <a:ext cx="9029700" cy="5105401"/>
          </a:xfrm>
        </p:spPr>
        <p:txBody>
          <a:bodyPr>
            <a:normAutofit lnSpcReduction="10000"/>
          </a:bodyPr>
          <a:lstStyle/>
          <a:p>
            <a:r>
              <a:rPr lang="en-US" dirty="0" smtClean="0"/>
              <a:t>Lunch: USGS Cafeteria (downstairs)</a:t>
            </a:r>
          </a:p>
          <a:p>
            <a:pPr>
              <a:buNone/>
            </a:pPr>
            <a:endParaRPr lang="en-US" dirty="0" smtClean="0"/>
          </a:p>
          <a:p>
            <a:r>
              <a:rPr lang="en-US" dirty="0" smtClean="0"/>
              <a:t>Afternoon Breakouts: </a:t>
            </a:r>
          </a:p>
          <a:p>
            <a:pPr lvl="1"/>
            <a:r>
              <a:rPr lang="en-US" dirty="0" smtClean="0"/>
              <a:t>Sign up for a breakout group before lunch</a:t>
            </a:r>
          </a:p>
          <a:p>
            <a:pPr lvl="1"/>
            <a:r>
              <a:rPr lang="en-US" dirty="0" smtClean="0"/>
              <a:t>Descriptions are in your welcome folders</a:t>
            </a:r>
          </a:p>
          <a:p>
            <a:pPr lvl="2"/>
            <a:r>
              <a:rPr lang="en-US" dirty="0" smtClean="0"/>
              <a:t>Topics reflect the morning presentations</a:t>
            </a:r>
          </a:p>
          <a:p>
            <a:pPr lvl="1"/>
            <a:r>
              <a:rPr lang="en-US" dirty="0" smtClean="0"/>
              <a:t>Room assignments will be announced before lunch</a:t>
            </a:r>
          </a:p>
          <a:p>
            <a:pPr lvl="1"/>
            <a:r>
              <a:rPr lang="en-US" dirty="0" smtClean="0"/>
              <a:t>Rooms locations printed on description document</a:t>
            </a:r>
          </a:p>
          <a:p>
            <a:pPr lvl="1">
              <a:buNone/>
            </a:pPr>
            <a:endParaRPr lang="en-US" dirty="0" smtClean="0"/>
          </a:p>
          <a:p>
            <a:r>
              <a:rPr lang="en-US" dirty="0" smtClean="0"/>
              <a:t>Restrooms and Cell Phones</a:t>
            </a:r>
          </a:p>
          <a:p>
            <a:pPr>
              <a:buNone/>
            </a:pPr>
            <a:endParaRPr lang="en-US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>
            <a:grpSpLocks/>
          </p:cNvGrpSpPr>
          <p:nvPr/>
        </p:nvGrpSpPr>
        <p:grpSpPr bwMode="auto">
          <a:xfrm>
            <a:off x="457200" y="1219200"/>
            <a:ext cx="8123238" cy="4754563"/>
            <a:chOff x="288" y="384"/>
            <a:chExt cx="5117" cy="2995"/>
          </a:xfrm>
        </p:grpSpPr>
        <p:pic>
          <p:nvPicPr>
            <p:cNvPr id="5" name="Picture 5" descr="STOCKUP"/>
            <p:cNvPicPr>
              <a:picLocks noChangeAspect="1" noChangeArrowheads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 bwMode="auto">
            <a:xfrm>
              <a:off x="2544" y="384"/>
              <a:ext cx="2861" cy="299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6" name="AutoShape 6"/>
            <p:cNvSpPr>
              <a:spLocks noChangeArrowheads="1"/>
            </p:cNvSpPr>
            <p:nvPr/>
          </p:nvSpPr>
          <p:spPr bwMode="auto">
            <a:xfrm>
              <a:off x="288" y="384"/>
              <a:ext cx="2208" cy="1248"/>
            </a:xfrm>
            <a:prstGeom prst="wedgeEllipseCallout">
              <a:avLst>
                <a:gd name="adj1" fmla="val 65699"/>
                <a:gd name="adj2" fmla="val 34417"/>
              </a:avLst>
            </a:prstGeom>
            <a:solidFill>
              <a:schemeClr val="bg1"/>
            </a:solidFill>
            <a:ln w="1270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pPr algn="ctr" eaLnBrk="0" hangingPunct="0"/>
              <a:r>
                <a:rPr lang="en-US" sz="4000" dirty="0" smtClean="0">
                  <a:latin typeface="Arial Rounded MT Bold" charset="0"/>
                </a:rPr>
                <a:t>Enjoy the day!</a:t>
              </a:r>
              <a:endParaRPr lang="en-US" sz="2400" dirty="0">
                <a:latin typeface="Times New Roman" charset="0"/>
              </a:endParaRPr>
            </a:p>
          </p:txBody>
        </p:sp>
      </p:grpSp>
      <p:sp>
        <p:nvSpPr>
          <p:cNvPr id="7" name="TextBox 6"/>
          <p:cNvSpPr txBox="1"/>
          <p:nvPr/>
        </p:nvSpPr>
        <p:spPr>
          <a:xfrm>
            <a:off x="838200" y="4114800"/>
            <a:ext cx="30480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i="1" dirty="0" smtClean="0"/>
              <a:t>Thank you for your time and contributions</a:t>
            </a:r>
            <a:endParaRPr lang="en-US" sz="3200" i="1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528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FGDC">
  <a:themeElements>
    <a:clrScheme name="FGDC 2">
      <a:dk1>
        <a:srgbClr val="40458C"/>
      </a:dk1>
      <a:lt1>
        <a:srgbClr val="FFFFFF"/>
      </a:lt1>
      <a:dk2>
        <a:srgbClr val="660066"/>
      </a:dk2>
      <a:lt2>
        <a:srgbClr val="B7C1EB"/>
      </a:lt2>
      <a:accent1>
        <a:srgbClr val="ECD882"/>
      </a:accent1>
      <a:accent2>
        <a:srgbClr val="B2B2B2"/>
      </a:accent2>
      <a:accent3>
        <a:srgbClr val="FFFFFF"/>
      </a:accent3>
      <a:accent4>
        <a:srgbClr val="353A77"/>
      </a:accent4>
      <a:accent5>
        <a:srgbClr val="F4E9C1"/>
      </a:accent5>
      <a:accent6>
        <a:srgbClr val="A1A1A1"/>
      </a:accent6>
      <a:hlink>
        <a:srgbClr val="6F89F7"/>
      </a:hlink>
      <a:folHlink>
        <a:srgbClr val="CFDBFD"/>
      </a:folHlink>
    </a:clrScheme>
    <a:fontScheme name="FGDC">
      <a:majorFont>
        <a:latin typeface="Tahoma"/>
        <a:ea typeface=""/>
        <a:cs typeface=""/>
      </a:majorFont>
      <a:minorFont>
        <a:latin typeface="Tahom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4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4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itchFamily="34" charset="0"/>
          </a:defRPr>
        </a:defPPr>
      </a:lstStyle>
    </a:lnDef>
  </a:objectDefaults>
  <a:extraClrSchemeLst>
    <a:extraClrScheme>
      <a:clrScheme name="FGDC 1">
        <a:dk1>
          <a:srgbClr val="000000"/>
        </a:dk1>
        <a:lt1>
          <a:srgbClr val="FFFFFF"/>
        </a:lt1>
        <a:dk2>
          <a:srgbClr val="40458C"/>
        </a:dk2>
        <a:lt2>
          <a:srgbClr val="FFFFCC"/>
        </a:lt2>
        <a:accent1>
          <a:srgbClr val="8D8DB3"/>
        </a:accent1>
        <a:accent2>
          <a:srgbClr val="B2B2B2"/>
        </a:accent2>
        <a:accent3>
          <a:srgbClr val="AFB0C5"/>
        </a:accent3>
        <a:accent4>
          <a:srgbClr val="DADADA"/>
        </a:accent4>
        <a:accent5>
          <a:srgbClr val="C5C5D6"/>
        </a:accent5>
        <a:accent6>
          <a:srgbClr val="A1A1A1"/>
        </a:accent6>
        <a:hlink>
          <a:srgbClr val="6F89F7"/>
        </a:hlink>
        <a:folHlink>
          <a:srgbClr val="4F56AD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FGDC 2">
        <a:dk1>
          <a:srgbClr val="40458C"/>
        </a:dk1>
        <a:lt1>
          <a:srgbClr val="FFFFFF"/>
        </a:lt1>
        <a:dk2>
          <a:srgbClr val="660066"/>
        </a:dk2>
        <a:lt2>
          <a:srgbClr val="B7C1EB"/>
        </a:lt2>
        <a:accent1>
          <a:srgbClr val="ECD882"/>
        </a:accent1>
        <a:accent2>
          <a:srgbClr val="B2B2B2"/>
        </a:accent2>
        <a:accent3>
          <a:srgbClr val="FFFFFF"/>
        </a:accent3>
        <a:accent4>
          <a:srgbClr val="353A77"/>
        </a:accent4>
        <a:accent5>
          <a:srgbClr val="F4E9C1"/>
        </a:accent5>
        <a:accent6>
          <a:srgbClr val="A1A1A1"/>
        </a:accent6>
        <a:hlink>
          <a:srgbClr val="6F89F7"/>
        </a:hlink>
        <a:folHlink>
          <a:srgbClr val="CFDBF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FGDC 3">
        <a:dk1>
          <a:srgbClr val="000000"/>
        </a:dk1>
        <a:lt1>
          <a:srgbClr val="FFFFFF"/>
        </a:lt1>
        <a:dk2>
          <a:srgbClr val="4D4D4D"/>
        </a:dk2>
        <a:lt2>
          <a:srgbClr val="B2B2B2"/>
        </a:lt2>
        <a:accent1>
          <a:srgbClr val="969696"/>
        </a:accent1>
        <a:accent2>
          <a:srgbClr val="EAEAEA"/>
        </a:accent2>
        <a:accent3>
          <a:srgbClr val="FFFFFF"/>
        </a:accent3>
        <a:accent4>
          <a:srgbClr val="000000"/>
        </a:accent4>
        <a:accent5>
          <a:srgbClr val="C9C9C9"/>
        </a:accent5>
        <a:accent6>
          <a:srgbClr val="D4D4D4"/>
        </a:accent6>
        <a:hlink>
          <a:srgbClr val="777777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FGDC 4">
        <a:dk1>
          <a:srgbClr val="333300"/>
        </a:dk1>
        <a:lt1>
          <a:srgbClr val="FFFFFF"/>
        </a:lt1>
        <a:dk2>
          <a:srgbClr val="663300"/>
        </a:dk2>
        <a:lt2>
          <a:srgbClr val="B2B2B2"/>
        </a:lt2>
        <a:accent1>
          <a:srgbClr val="DDC6A7"/>
        </a:accent1>
        <a:accent2>
          <a:srgbClr val="D9C167"/>
        </a:accent2>
        <a:accent3>
          <a:srgbClr val="FFFFFF"/>
        </a:accent3>
        <a:accent4>
          <a:srgbClr val="2A2A00"/>
        </a:accent4>
        <a:accent5>
          <a:srgbClr val="EBDFD0"/>
        </a:accent5>
        <a:accent6>
          <a:srgbClr val="C4AF5D"/>
        </a:accent6>
        <a:hlink>
          <a:srgbClr val="8A7A66"/>
        </a:hlink>
        <a:folHlink>
          <a:srgbClr val="C0AE9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FGDC 5">
        <a:dk1>
          <a:srgbClr val="000000"/>
        </a:dk1>
        <a:lt1>
          <a:srgbClr val="FFFFFF"/>
        </a:lt1>
        <a:dk2>
          <a:srgbClr val="003366"/>
        </a:dk2>
        <a:lt2>
          <a:srgbClr val="CCFFCC"/>
        </a:lt2>
        <a:accent1>
          <a:srgbClr val="006699"/>
        </a:accent1>
        <a:accent2>
          <a:srgbClr val="009999"/>
        </a:accent2>
        <a:accent3>
          <a:srgbClr val="AAADB8"/>
        </a:accent3>
        <a:accent4>
          <a:srgbClr val="DADADA"/>
        </a:accent4>
        <a:accent5>
          <a:srgbClr val="AAB8CA"/>
        </a:accent5>
        <a:accent6>
          <a:srgbClr val="008A8A"/>
        </a:accent6>
        <a:hlink>
          <a:srgbClr val="0099CC"/>
        </a:hlink>
        <a:folHlink>
          <a:srgbClr val="00458A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FGDC 6">
        <a:dk1>
          <a:srgbClr val="000000"/>
        </a:dk1>
        <a:lt1>
          <a:srgbClr val="FFFFFF"/>
        </a:lt1>
        <a:dk2>
          <a:srgbClr val="004A48"/>
        </a:dk2>
        <a:lt2>
          <a:srgbClr val="33CCCC"/>
        </a:lt2>
        <a:accent1>
          <a:srgbClr val="006699"/>
        </a:accent1>
        <a:accent2>
          <a:srgbClr val="009999"/>
        </a:accent2>
        <a:accent3>
          <a:srgbClr val="AAB1B1"/>
        </a:accent3>
        <a:accent4>
          <a:srgbClr val="DADADA"/>
        </a:accent4>
        <a:accent5>
          <a:srgbClr val="AAB8CA"/>
        </a:accent5>
        <a:accent6>
          <a:srgbClr val="008A8A"/>
        </a:accent6>
        <a:hlink>
          <a:srgbClr val="00CC99"/>
        </a:hlink>
        <a:folHlink>
          <a:srgbClr val="0066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FGDC 7">
        <a:dk1>
          <a:srgbClr val="000000"/>
        </a:dk1>
        <a:lt1>
          <a:srgbClr val="FFFFFF"/>
        </a:lt1>
        <a:dk2>
          <a:srgbClr val="333300"/>
        </a:dk2>
        <a:lt2>
          <a:srgbClr val="FFFFCC"/>
        </a:lt2>
        <a:accent1>
          <a:srgbClr val="CC9900"/>
        </a:accent1>
        <a:accent2>
          <a:srgbClr val="CC6600"/>
        </a:accent2>
        <a:accent3>
          <a:srgbClr val="ADADAA"/>
        </a:accent3>
        <a:accent4>
          <a:srgbClr val="DADADA"/>
        </a:accent4>
        <a:accent5>
          <a:srgbClr val="E2CAAA"/>
        </a:accent5>
        <a:accent6>
          <a:srgbClr val="B95C00"/>
        </a:accent6>
        <a:hlink>
          <a:srgbClr val="808000"/>
        </a:hlink>
        <a:folHlink>
          <a:srgbClr val="5250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FGDC 8">
        <a:dk1>
          <a:srgbClr val="003D62"/>
        </a:dk1>
        <a:lt1>
          <a:srgbClr val="FFFFFF"/>
        </a:lt1>
        <a:dk2>
          <a:srgbClr val="006699"/>
        </a:dk2>
        <a:lt2>
          <a:srgbClr val="C8D1DA"/>
        </a:lt2>
        <a:accent1>
          <a:srgbClr val="9AC0EA"/>
        </a:accent1>
        <a:accent2>
          <a:srgbClr val="80C3C8"/>
        </a:accent2>
        <a:accent3>
          <a:srgbClr val="FFFFFF"/>
        </a:accent3>
        <a:accent4>
          <a:srgbClr val="003353"/>
        </a:accent4>
        <a:accent5>
          <a:srgbClr val="CADCF3"/>
        </a:accent5>
        <a:accent6>
          <a:srgbClr val="73B0B5"/>
        </a:accent6>
        <a:hlink>
          <a:srgbClr val="81ABCB"/>
        </a:hlink>
        <a:folHlink>
          <a:srgbClr val="B6CBD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5264</TotalTime>
  <Words>201</Words>
  <Application>Microsoft Office PowerPoint</Application>
  <PresentationFormat>On-screen Show (4:3)</PresentationFormat>
  <Paragraphs>40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4" baseType="lpstr">
      <vt:lpstr>Arial</vt:lpstr>
      <vt:lpstr>Arial Rounded MT Bold</vt:lpstr>
      <vt:lpstr>Wingdings</vt:lpstr>
      <vt:lpstr>Calibri</vt:lpstr>
      <vt:lpstr>Times New Roman</vt:lpstr>
      <vt:lpstr>Tahoma</vt:lpstr>
      <vt:lpstr>FGDC</vt:lpstr>
      <vt:lpstr>Metadata Summit  2011</vt:lpstr>
      <vt:lpstr>Metadata Summit 2011</vt:lpstr>
      <vt:lpstr>Purpose and Goals</vt:lpstr>
      <vt:lpstr>Purpose and Goals</vt:lpstr>
      <vt:lpstr>Agenda</vt:lpstr>
      <vt:lpstr>Logistics</vt:lpstr>
      <vt:lpstr>PowerPoint Presentation</vt:lpstr>
    </vt:vector>
  </TitlesOfParts>
  <Company>U.S. Geological Survey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Ken Shaffer</dc:creator>
  <cp:lastModifiedBy>Hutchison, Vivian B.</cp:lastModifiedBy>
  <cp:revision>385</cp:revision>
  <cp:lastPrinted>2009-07-06T11:47:35Z</cp:lastPrinted>
  <dcterms:created xsi:type="dcterms:W3CDTF">2011-10-25T02:26:48Z</dcterms:created>
  <dcterms:modified xsi:type="dcterms:W3CDTF">2011-10-27T12:14:38Z</dcterms:modified>
  <cp:contentStatus>Final</cp:contentStatus>
</cp:coreProperties>
</file>
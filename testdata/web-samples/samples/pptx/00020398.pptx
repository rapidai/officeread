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8261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0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54B80-73D0-4694-BE1D-04D4864E5F7D}" type="datetimeFigureOut">
              <a:rPr lang="en-US" smtClean="0"/>
              <a:pPr/>
              <a:t>2/24/2012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41960-5B86-4A89-824F-B6BB76308D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05050"/>
          </a:xfrm>
          <a:solidFill>
            <a:srgbClr val="F82616"/>
          </a:solidFill>
        </p:spPr>
        <p:txBody>
          <a:bodyPr/>
          <a:lstStyle/>
          <a:p>
            <a:r>
              <a:rPr lang="en-US" b="1" dirty="0" smtClean="0"/>
              <a:t>Get More Out of Google:  </a:t>
            </a:r>
            <a:br>
              <a:rPr lang="en-US" b="1" dirty="0" smtClean="0"/>
            </a:br>
            <a:r>
              <a:rPr lang="en-US" b="1" dirty="0" smtClean="0"/>
              <a:t>Tips &amp; Tricks for Research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848600" cy="1752600"/>
          </a:xfrm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Joseph Hadley 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Resident Advisor  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The University of Michigan – Ann Arbor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cintosh HD:Users:josephhadley:Desktop:Picture 14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3002" y="-1143001"/>
            <a:ext cx="6858000" cy="9144002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a14="http://schemas.microsoft.com/office/mac/drawingml/2011/main" xmlns:pic="http://schemas.openxmlformats.org/drawingml/2006/picture" xmlns:lc="http://schemas.openxmlformats.org/drawingml/2006/lockedCanvas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josephhadley:Desktop:Picture 16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09700" y="-802005"/>
            <a:ext cx="6324600" cy="8538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josephhadley:Desktop:Picture 17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371604" y="-914403"/>
            <a:ext cx="6629402" cy="8915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josephhadley:Desktop:Picture 9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47799" y="-1066801"/>
            <a:ext cx="6400801" cy="89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josephhadley:Desktop:Picture 10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333502" y="-952501"/>
            <a:ext cx="6400800" cy="876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josephhadley:Desktop:Picture 11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00017" y="-942817"/>
            <a:ext cx="6324600" cy="8667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josephhadley:Desktop:Picture 18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562100" y="-1028702"/>
            <a:ext cx="6096002" cy="876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intosh HD:Users:josephhadley:Desktop:Picture 13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47799" y="-838201"/>
            <a:ext cx="6248401" cy="86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 smtClean="0"/>
              <a:t>Notes from &amp; about the author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ln>
            <a:solidFill>
              <a:srgbClr val="FFC000"/>
            </a:solidFill>
          </a:ln>
        </p:spPr>
        <p:txBody>
          <a:bodyPr/>
          <a:lstStyle/>
          <a:p>
            <a:r>
              <a:rPr lang="en-US" dirty="0"/>
              <a:t>Here's a bulletin board I made with an </a:t>
            </a:r>
            <a:r>
              <a:rPr lang="en-US" dirty="0" err="1"/>
              <a:t>infographic</a:t>
            </a:r>
            <a:r>
              <a:rPr lang="en-US" dirty="0"/>
              <a:t> showing how to better utilize </a:t>
            </a:r>
            <a:r>
              <a:rPr lang="en-US" dirty="0" err="1"/>
              <a:t>google</a:t>
            </a:r>
            <a:r>
              <a:rPr lang="en-US" dirty="0"/>
              <a:t> search.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 </a:t>
            </a:r>
            <a:r>
              <a:rPr lang="en-US" dirty="0"/>
              <a:t>hope you and other RA's can benefit from it!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ln>
            <a:solidFill>
              <a:srgbClr val="FFC000"/>
            </a:solidFill>
          </a:ln>
        </p:spPr>
        <p:txBody>
          <a:bodyPr/>
          <a:lstStyle/>
          <a:p>
            <a:r>
              <a:rPr lang="en-US" dirty="0"/>
              <a:t>This bulletin board was created by </a:t>
            </a:r>
            <a:endParaRPr lang="en-US" dirty="0" smtClean="0"/>
          </a:p>
          <a:p>
            <a:pPr>
              <a:buNone/>
            </a:pPr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J</a:t>
            </a:r>
            <a:r>
              <a:rPr lang="en-US" dirty="0" smtClean="0">
                <a:solidFill>
                  <a:schemeClr val="tx2"/>
                </a:solidFill>
              </a:rPr>
              <a:t>oseph Hadley, Resident Advisor  at the University </a:t>
            </a:r>
            <a:r>
              <a:rPr lang="en-US" dirty="0">
                <a:solidFill>
                  <a:schemeClr val="tx2"/>
                </a:solidFill>
              </a:rPr>
              <a:t>of Michigan – </a:t>
            </a:r>
            <a:r>
              <a:rPr lang="en-US" dirty="0" smtClean="0">
                <a:solidFill>
                  <a:schemeClr val="tx2"/>
                </a:solidFill>
              </a:rPr>
              <a:t>Ann Arbor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70</Words>
  <Application>Microsoft Office PowerPoint</Application>
  <PresentationFormat>On-screen Show (4:3)</PresentationFormat>
  <Paragraphs>11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Get More Out of Google:   Tips &amp; Tricks for Research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Notes from &amp; about the author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owner</dc:creator>
  <cp:lastModifiedBy>owner</cp:lastModifiedBy>
  <cp:revision>12</cp:revision>
  <dcterms:created xsi:type="dcterms:W3CDTF">2012-02-11T19:38:32Z</dcterms:created>
  <dcterms:modified xsi:type="dcterms:W3CDTF">2012-02-24T21:47:43Z</dcterms:modified>
</cp:coreProperties>
</file>
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diagrams/layout5.xml" ContentType="application/vnd.openxmlformats-officedocument.drawingml.diagramLayout+xml"/>
  <Override PartName="/ppt/diagrams/data6.xml" ContentType="application/vnd.openxmlformats-officedocument.drawingml.diagramData+xml"/>
  <Override PartName="/docProps/custom.xml" ContentType="application/vnd.openxmlformats-officedocument.custom-properties+xml"/>
  <Override PartName="/ppt/notesSlides/notesSlide9.xml" ContentType="application/vnd.openxmlformats-officedocument.presentationml.notesSlide+xml"/>
  <Override PartName="/ppt/diagrams/layout3.xml" ContentType="application/vnd.openxmlformats-officedocument.drawingml.diagramLayout+xml"/>
  <Override PartName="/ppt/notesSlides/notesSlide12.xml" ContentType="application/vnd.openxmlformats-officedocument.presentationml.notesSlide+xml"/>
  <Override PartName="/ppt/diagrams/data4.xml" ContentType="application/vnd.openxmlformats-officedocument.drawingml.diagramData+xml"/>
  <Override PartName="/ppt/diagrams/colors8.xml" ContentType="application/vnd.openxmlformats-officedocument.drawingml.diagramColors+xml"/>
  <Override PartName="/ppt/diagrams/layout1.xml" ContentType="application/vnd.openxmlformats-officedocument.drawingml.diagramLayout+xml"/>
  <Override PartName="/ppt/notesSlides/notesSlide7.xml" ContentType="application/vnd.openxmlformats-officedocument.presentationml.notesSlide+xml"/>
  <Override PartName="/ppt/diagrams/data2.xml" ContentType="application/vnd.openxmlformats-officedocument.drawingml.diagramData+xml"/>
  <Override PartName="/ppt/notesSlides/notesSlide10.xml" ContentType="application/vnd.openxmlformats-officedocument.presentationml.notesSlide+xml"/>
  <Override PartName="/ppt/diagrams/colors6.xml" ContentType="application/vnd.openxmlformats-officedocument.drawingml.diagramColors+xml"/>
  <Override PartName="/ppt/diagrams/drawing7.xml" ContentType="application/vnd.ms-office.drawingml.diagramDrawing+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colors4.xml" ContentType="application/vnd.openxmlformats-officedocument.drawingml.diagramColors+xml"/>
  <Override PartName="/ppt/diagrams/quickStyle7.xml" ContentType="application/vnd.openxmlformats-officedocument.drawingml.diagramStyle+xml"/>
  <Override PartName="/ppt/diagrams/drawing5.xml" ContentType="application/vnd.ms-office.drawingml.diagramDrawing+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diagrams/colors2.xml" ContentType="application/vnd.openxmlformats-officedocument.drawingml.diagramColors+xml"/>
  <Override PartName="/ppt/diagrams/quickStyle5.xml" ContentType="application/vnd.openxmlformats-officedocument.drawingml.diagramStyle+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diagrams/layout6.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diagrams/layout4.xml" ContentType="application/vnd.openxmlformats-officedocument.drawingml.diagramLayout+xml"/>
  <Override PartName="/ppt/diagrams/data7.xml" ContentType="application/vnd.openxmlformats-officedocument.drawingml.diagramData+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diagrams/layout2.xml" ContentType="application/vnd.openxmlformats-officedocument.drawingml.diagramLayout+xml"/>
  <Override PartName="/ppt/notesSlides/notesSlide11.xml" ContentType="application/vnd.openxmlformats-officedocument.presentationml.notesSlide+xml"/>
  <Override PartName="/ppt/diagrams/data5.xml" ContentType="application/vnd.openxmlformats-officedocument.drawingml.diagramData+xml"/>
  <Override PartName="/ppt/diagrams/colors7.xml" ContentType="application/vnd.openxmlformats-officedocument.drawingml.diagramColors+xml"/>
  <Override PartName="/ppt/diagrams/drawing8.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Override PartName="/ppt/diagrams/drawing6.xml" ContentType="application/vnd.ms-office.drawingml.diagramDrawing+xml"/>
  <Override PartName="/ppt/slides/slide8.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docProps/core.xml" ContentType="application/vnd.openxmlformats-package.core-properties+xml"/>
  <Override PartName="/ppt/diagrams/drawing4.xml" ContentType="application/vnd.ms-office.drawingml.diagramDrawing+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sldIdLst>
    <p:sldId id="304" r:id="rId5"/>
    <p:sldId id="274" r:id="rId6"/>
    <p:sldId id="305" r:id="rId7"/>
    <p:sldId id="275" r:id="rId8"/>
    <p:sldId id="276" r:id="rId9"/>
    <p:sldId id="277" r:id="rId10"/>
    <p:sldId id="278" r:id="rId11"/>
    <p:sldId id="279" r:id="rId12"/>
    <p:sldId id="280" r:id="rId13"/>
    <p:sldId id="281" r:id="rId14"/>
    <p:sldId id="282"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301" r:id="rId32"/>
    <p:sldId id="302" r:id="rId33"/>
    <p:sldId id="303" r:id="rId34"/>
    <p:sldId id="273" r:id="rId3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6" d="100"/>
          <a:sy n="106" d="100"/>
        </p:scale>
        <p:origin x="-112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710D4D-11AA-4281-91A8-3996ADC3D7EF}"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F27A31D4-9DCD-4986-AB7B-4330B659AE20}">
      <dgm:prSet phldrT="[Text]"/>
      <dgm:spPr/>
      <dgm:t>
        <a:bodyPr/>
        <a:lstStyle/>
        <a:p>
          <a:r>
            <a:rPr lang="en-US" dirty="0" smtClean="0"/>
            <a:t>Martha </a:t>
          </a:r>
          <a:r>
            <a:rPr lang="en-US" dirty="0" err="1" smtClean="0"/>
            <a:t>Reichrath</a:t>
          </a:r>
          <a:endParaRPr lang="en-US" dirty="0"/>
        </a:p>
      </dgm:t>
    </dgm:pt>
    <dgm:pt modelId="{10D2E89E-CE82-4FE3-9C6A-8231A24FD499}" type="parTrans" cxnId="{ED8E0F21-BE4C-402A-8811-862EAB85C867}">
      <dgm:prSet/>
      <dgm:spPr/>
      <dgm:t>
        <a:bodyPr/>
        <a:lstStyle/>
        <a:p>
          <a:endParaRPr lang="en-US"/>
        </a:p>
      </dgm:t>
    </dgm:pt>
    <dgm:pt modelId="{2C930FD9-4820-4C0E-A70A-4296219B75A2}" type="sibTrans" cxnId="{ED8E0F21-BE4C-402A-8811-862EAB85C867}">
      <dgm:prSet/>
      <dgm:spPr/>
      <dgm:t>
        <a:bodyPr/>
        <a:lstStyle/>
        <a:p>
          <a:endParaRPr lang="en-US"/>
        </a:p>
      </dgm:t>
    </dgm:pt>
    <dgm:pt modelId="{EA11B092-B06A-4D74-A6FB-096958563E63}">
      <dgm:prSet phldrT="[Text]"/>
      <dgm:spPr/>
      <dgm:t>
        <a:bodyPr/>
        <a:lstStyle/>
        <a:p>
          <a:r>
            <a:rPr lang="en-US" dirty="0" smtClean="0"/>
            <a:t>Standards and Assessments</a:t>
          </a:r>
          <a:endParaRPr lang="en-US" dirty="0"/>
        </a:p>
      </dgm:t>
    </dgm:pt>
    <dgm:pt modelId="{9015604E-F989-4D18-BB60-682881D7BD00}" type="parTrans" cxnId="{6CB83C7C-BAB0-4608-AFBC-068DE463845B}">
      <dgm:prSet/>
      <dgm:spPr/>
      <dgm:t>
        <a:bodyPr/>
        <a:lstStyle/>
        <a:p>
          <a:endParaRPr lang="en-US"/>
        </a:p>
      </dgm:t>
    </dgm:pt>
    <dgm:pt modelId="{2183907B-6224-4068-8F25-661DB196C8E7}" type="sibTrans" cxnId="{6CB83C7C-BAB0-4608-AFBC-068DE463845B}">
      <dgm:prSet/>
      <dgm:spPr/>
      <dgm:t>
        <a:bodyPr/>
        <a:lstStyle/>
        <a:p>
          <a:endParaRPr lang="en-US"/>
        </a:p>
      </dgm:t>
    </dgm:pt>
    <dgm:pt modelId="{EA643537-60F7-40E8-82A2-006256311326}">
      <dgm:prSet phldrT="[Text]"/>
      <dgm:spPr/>
      <dgm:t>
        <a:bodyPr/>
        <a:lstStyle/>
        <a:p>
          <a:r>
            <a:rPr lang="en-US" dirty="0" smtClean="0"/>
            <a:t>Teresa </a:t>
          </a:r>
          <a:r>
            <a:rPr lang="en-US" dirty="0" err="1" smtClean="0"/>
            <a:t>MacCartney</a:t>
          </a:r>
          <a:endParaRPr lang="en-US" dirty="0"/>
        </a:p>
      </dgm:t>
    </dgm:pt>
    <dgm:pt modelId="{12CDC2BA-F0F3-471E-A5A2-02CB340CD5A7}" type="parTrans" cxnId="{1DA11BA3-44EF-4936-95A1-756A9D17518C}">
      <dgm:prSet/>
      <dgm:spPr/>
      <dgm:t>
        <a:bodyPr/>
        <a:lstStyle/>
        <a:p>
          <a:endParaRPr lang="en-US"/>
        </a:p>
      </dgm:t>
    </dgm:pt>
    <dgm:pt modelId="{9BDC7FEB-889C-4732-A395-A68B44FD63BF}" type="sibTrans" cxnId="{1DA11BA3-44EF-4936-95A1-756A9D17518C}">
      <dgm:prSet/>
      <dgm:spPr/>
      <dgm:t>
        <a:bodyPr/>
        <a:lstStyle/>
        <a:p>
          <a:endParaRPr lang="en-US"/>
        </a:p>
      </dgm:t>
    </dgm:pt>
    <dgm:pt modelId="{3CB2F462-7EBB-47A9-A9ED-F7D30B4CE224}">
      <dgm:prSet phldrT="[Text]"/>
      <dgm:spPr/>
      <dgm:t>
        <a:bodyPr/>
        <a:lstStyle/>
        <a:p>
          <a:r>
            <a:rPr lang="en-US" dirty="0" smtClean="0"/>
            <a:t>Implementation</a:t>
          </a:r>
          <a:endParaRPr lang="en-US" dirty="0"/>
        </a:p>
      </dgm:t>
    </dgm:pt>
    <dgm:pt modelId="{7C87ADD4-2718-45EF-94BD-2B85E4B08766}" type="parTrans" cxnId="{E0063252-0969-4FE7-B643-E99AB0FBC0DB}">
      <dgm:prSet/>
      <dgm:spPr/>
      <dgm:t>
        <a:bodyPr/>
        <a:lstStyle/>
        <a:p>
          <a:endParaRPr lang="en-US"/>
        </a:p>
      </dgm:t>
    </dgm:pt>
    <dgm:pt modelId="{6EFF38A6-4D94-494F-875F-C84240646A52}" type="sibTrans" cxnId="{E0063252-0969-4FE7-B643-E99AB0FBC0DB}">
      <dgm:prSet/>
      <dgm:spPr/>
      <dgm:t>
        <a:bodyPr/>
        <a:lstStyle/>
        <a:p>
          <a:endParaRPr lang="en-US"/>
        </a:p>
      </dgm:t>
    </dgm:pt>
    <dgm:pt modelId="{BEC85828-7794-47C6-979D-9ED61A544C5E}">
      <dgm:prSet/>
      <dgm:spPr/>
      <dgm:t>
        <a:bodyPr/>
        <a:lstStyle/>
        <a:p>
          <a:r>
            <a:rPr lang="en-US" dirty="0" smtClean="0"/>
            <a:t>Sylvia Hooker</a:t>
          </a:r>
          <a:endParaRPr lang="en-US" dirty="0"/>
        </a:p>
      </dgm:t>
    </dgm:pt>
    <dgm:pt modelId="{44A8D47B-8A09-48A3-AA63-17DBAFA9BCB9}" type="parTrans" cxnId="{39A19003-D1DE-4460-8D9D-56E4B0D53774}">
      <dgm:prSet/>
      <dgm:spPr/>
      <dgm:t>
        <a:bodyPr/>
        <a:lstStyle/>
        <a:p>
          <a:endParaRPr lang="en-US"/>
        </a:p>
      </dgm:t>
    </dgm:pt>
    <dgm:pt modelId="{E81E9B4F-15EF-4159-950D-8194F46CAE18}" type="sibTrans" cxnId="{39A19003-D1DE-4460-8D9D-56E4B0D53774}">
      <dgm:prSet/>
      <dgm:spPr/>
      <dgm:t>
        <a:bodyPr/>
        <a:lstStyle/>
        <a:p>
          <a:endParaRPr lang="en-US"/>
        </a:p>
      </dgm:t>
    </dgm:pt>
    <dgm:pt modelId="{C8B06AE3-60D8-4C08-B7E6-BFB7A66F62EB}">
      <dgm:prSet/>
      <dgm:spPr/>
      <dgm:t>
        <a:bodyPr/>
        <a:lstStyle/>
        <a:p>
          <a:r>
            <a:rPr lang="en-US" dirty="0" smtClean="0"/>
            <a:t>Avis King</a:t>
          </a:r>
        </a:p>
      </dgm:t>
    </dgm:pt>
    <dgm:pt modelId="{864D0FC0-A955-4C40-883D-45C64FE441DC}" type="parTrans" cxnId="{A231A5C4-0E4D-44F0-9E53-7B3466B35DE8}">
      <dgm:prSet/>
      <dgm:spPr/>
      <dgm:t>
        <a:bodyPr/>
        <a:lstStyle/>
        <a:p>
          <a:endParaRPr lang="en-US"/>
        </a:p>
      </dgm:t>
    </dgm:pt>
    <dgm:pt modelId="{408C0E2A-66F1-43E4-9869-7FD1539EA6C1}" type="sibTrans" cxnId="{A231A5C4-0E4D-44F0-9E53-7B3466B35DE8}">
      <dgm:prSet/>
      <dgm:spPr/>
      <dgm:t>
        <a:bodyPr/>
        <a:lstStyle/>
        <a:p>
          <a:endParaRPr lang="en-US"/>
        </a:p>
      </dgm:t>
    </dgm:pt>
    <dgm:pt modelId="{3E2797A2-10F8-4CB0-AA51-3CB2C2E58266}">
      <dgm:prSet/>
      <dgm:spPr/>
      <dgm:t>
        <a:bodyPr/>
        <a:lstStyle/>
        <a:p>
          <a:r>
            <a:rPr lang="en-US" dirty="0" smtClean="0"/>
            <a:t>Great Teachers and Leaders</a:t>
          </a:r>
          <a:endParaRPr lang="en-US" dirty="0"/>
        </a:p>
      </dgm:t>
    </dgm:pt>
    <dgm:pt modelId="{C4D093B6-04FB-4D17-8AB5-6A612BB1F271}" type="parTrans" cxnId="{0FBD896D-3E7C-41C5-8E08-0A2452C226FC}">
      <dgm:prSet/>
      <dgm:spPr/>
      <dgm:t>
        <a:bodyPr/>
        <a:lstStyle/>
        <a:p>
          <a:endParaRPr lang="en-US"/>
        </a:p>
      </dgm:t>
    </dgm:pt>
    <dgm:pt modelId="{FD738ADA-E720-4C56-B011-C56BC4D69287}" type="sibTrans" cxnId="{0FBD896D-3E7C-41C5-8E08-0A2452C226FC}">
      <dgm:prSet/>
      <dgm:spPr/>
      <dgm:t>
        <a:bodyPr/>
        <a:lstStyle/>
        <a:p>
          <a:endParaRPr lang="en-US"/>
        </a:p>
      </dgm:t>
    </dgm:pt>
    <dgm:pt modelId="{D2CAE3FA-D5E9-49FD-80F1-18B8D58C4E82}">
      <dgm:prSet/>
      <dgm:spPr/>
      <dgm:t>
        <a:bodyPr/>
        <a:lstStyle/>
        <a:p>
          <a:r>
            <a:rPr lang="en-US" dirty="0" smtClean="0"/>
            <a:t>Lowest Achieving Schools</a:t>
          </a:r>
          <a:endParaRPr lang="en-US" dirty="0"/>
        </a:p>
      </dgm:t>
    </dgm:pt>
    <dgm:pt modelId="{BF85303D-C391-469D-86AF-3E4007B9BAAE}" type="parTrans" cxnId="{AEF383E7-992F-48D4-AF95-807B4E8BCFA0}">
      <dgm:prSet/>
      <dgm:spPr/>
      <dgm:t>
        <a:bodyPr/>
        <a:lstStyle/>
        <a:p>
          <a:endParaRPr lang="en-US"/>
        </a:p>
      </dgm:t>
    </dgm:pt>
    <dgm:pt modelId="{695D89E2-68AA-4659-AB54-76DA69B4A24E}" type="sibTrans" cxnId="{AEF383E7-992F-48D4-AF95-807B4E8BCFA0}">
      <dgm:prSet/>
      <dgm:spPr/>
      <dgm:t>
        <a:bodyPr/>
        <a:lstStyle/>
        <a:p>
          <a:endParaRPr lang="en-US"/>
        </a:p>
      </dgm:t>
    </dgm:pt>
    <dgm:pt modelId="{77AAF3DC-21D9-407B-A9B4-B34EE4FB9C4B}">
      <dgm:prSet phldrT="[Text]"/>
      <dgm:spPr/>
      <dgm:t>
        <a:bodyPr/>
        <a:lstStyle/>
        <a:p>
          <a:r>
            <a:rPr lang="en-US" dirty="0" smtClean="0"/>
            <a:t>Superintendent Dr. John Barge</a:t>
          </a:r>
          <a:endParaRPr lang="en-US" dirty="0"/>
        </a:p>
      </dgm:t>
    </dgm:pt>
    <dgm:pt modelId="{93135A95-E0B0-4C1C-BB4B-C0F830D06E27}" type="sibTrans" cxnId="{5935E09B-E738-4F52-AAB0-8AA991AECC9A}">
      <dgm:prSet/>
      <dgm:spPr/>
      <dgm:t>
        <a:bodyPr/>
        <a:lstStyle/>
        <a:p>
          <a:endParaRPr lang="en-US"/>
        </a:p>
      </dgm:t>
    </dgm:pt>
    <dgm:pt modelId="{A8A9F76D-CD7D-4C64-8451-7767FB7C111F}" type="parTrans" cxnId="{5935E09B-E738-4F52-AAB0-8AA991AECC9A}">
      <dgm:prSet/>
      <dgm:spPr/>
      <dgm:t>
        <a:bodyPr/>
        <a:lstStyle/>
        <a:p>
          <a:endParaRPr lang="en-US"/>
        </a:p>
      </dgm:t>
    </dgm:pt>
    <dgm:pt modelId="{F21F6792-5A80-49D4-9F06-0B323A1E538E}">
      <dgm:prSet/>
      <dgm:spPr/>
      <dgm:t>
        <a:bodyPr/>
        <a:lstStyle/>
        <a:p>
          <a:r>
            <a:rPr lang="en-US" dirty="0" smtClean="0"/>
            <a:t>Bob </a:t>
          </a:r>
          <a:r>
            <a:rPr lang="en-US" dirty="0" err="1" smtClean="0"/>
            <a:t>Swiggum</a:t>
          </a:r>
          <a:endParaRPr lang="en-US" dirty="0"/>
        </a:p>
      </dgm:t>
    </dgm:pt>
    <dgm:pt modelId="{D301EB92-0A7D-4AA7-AA27-550D3CDE11DF}" type="parTrans" cxnId="{98ACCDD4-D4B6-48E5-9A45-3D66873CD6A1}">
      <dgm:prSet/>
      <dgm:spPr/>
      <dgm:t>
        <a:bodyPr/>
        <a:lstStyle/>
        <a:p>
          <a:endParaRPr lang="en-US"/>
        </a:p>
      </dgm:t>
    </dgm:pt>
    <dgm:pt modelId="{01F15FEF-D99D-4D08-8B16-11E4DBA4BB6B}" type="sibTrans" cxnId="{98ACCDD4-D4B6-48E5-9A45-3D66873CD6A1}">
      <dgm:prSet/>
      <dgm:spPr/>
      <dgm:t>
        <a:bodyPr/>
        <a:lstStyle/>
        <a:p>
          <a:endParaRPr lang="en-US"/>
        </a:p>
      </dgm:t>
    </dgm:pt>
    <dgm:pt modelId="{8F070B29-F2B1-431D-9D89-4ACB359F7DF4}">
      <dgm:prSet/>
      <dgm:spPr/>
      <dgm:t>
        <a:bodyPr/>
        <a:lstStyle/>
        <a:p>
          <a:r>
            <a:rPr lang="en-US" dirty="0" smtClean="0"/>
            <a:t>Data Projects</a:t>
          </a:r>
          <a:endParaRPr lang="en-US" dirty="0"/>
        </a:p>
      </dgm:t>
    </dgm:pt>
    <dgm:pt modelId="{7700A47E-9E97-4584-A40A-ADA0643B9908}" type="parTrans" cxnId="{9AC4216F-9AC6-4FBE-B460-855D653E413A}">
      <dgm:prSet/>
      <dgm:spPr/>
      <dgm:t>
        <a:bodyPr/>
        <a:lstStyle/>
        <a:p>
          <a:endParaRPr lang="en-US"/>
        </a:p>
      </dgm:t>
    </dgm:pt>
    <dgm:pt modelId="{D251F479-4B3A-4F50-950E-7DA76A5BED6C}" type="sibTrans" cxnId="{9AC4216F-9AC6-4FBE-B460-855D653E413A}">
      <dgm:prSet/>
      <dgm:spPr/>
      <dgm:t>
        <a:bodyPr/>
        <a:lstStyle/>
        <a:p>
          <a:endParaRPr lang="en-US"/>
        </a:p>
      </dgm:t>
    </dgm:pt>
    <dgm:pt modelId="{E24317A0-77FB-4D0C-BDD0-9AA000B0EC8F}" type="pres">
      <dgm:prSet presAssocID="{D3710D4D-11AA-4281-91A8-3996ADC3D7EF}" presName="hierChild1" presStyleCnt="0">
        <dgm:presLayoutVars>
          <dgm:chPref val="1"/>
          <dgm:dir/>
          <dgm:animOne val="branch"/>
          <dgm:animLvl val="lvl"/>
          <dgm:resizeHandles/>
        </dgm:presLayoutVars>
      </dgm:prSet>
      <dgm:spPr/>
      <dgm:t>
        <a:bodyPr/>
        <a:lstStyle/>
        <a:p>
          <a:endParaRPr lang="en-US"/>
        </a:p>
      </dgm:t>
    </dgm:pt>
    <dgm:pt modelId="{9C5EF8CB-6382-473F-B377-7DDDD7184902}" type="pres">
      <dgm:prSet presAssocID="{77AAF3DC-21D9-407B-A9B4-B34EE4FB9C4B}" presName="hierRoot1" presStyleCnt="0"/>
      <dgm:spPr/>
    </dgm:pt>
    <dgm:pt modelId="{4A50A3DF-8AF0-48F3-BA9D-D7094CB884A1}" type="pres">
      <dgm:prSet presAssocID="{77AAF3DC-21D9-407B-A9B4-B34EE4FB9C4B}" presName="composite" presStyleCnt="0"/>
      <dgm:spPr/>
    </dgm:pt>
    <dgm:pt modelId="{8E3FA689-6EEE-4D14-8C18-BFACF30DCB48}" type="pres">
      <dgm:prSet presAssocID="{77AAF3DC-21D9-407B-A9B4-B34EE4FB9C4B}" presName="background" presStyleLbl="node0" presStyleIdx="0" presStyleCnt="1"/>
      <dgm:spPr/>
    </dgm:pt>
    <dgm:pt modelId="{6BAD6451-D663-4370-92DB-9C5231CF1ED9}" type="pres">
      <dgm:prSet presAssocID="{77AAF3DC-21D9-407B-A9B4-B34EE4FB9C4B}" presName="text" presStyleLbl="fgAcc0" presStyleIdx="0" presStyleCnt="1">
        <dgm:presLayoutVars>
          <dgm:chPref val="3"/>
        </dgm:presLayoutVars>
      </dgm:prSet>
      <dgm:spPr/>
      <dgm:t>
        <a:bodyPr/>
        <a:lstStyle/>
        <a:p>
          <a:endParaRPr lang="en-US"/>
        </a:p>
      </dgm:t>
    </dgm:pt>
    <dgm:pt modelId="{31133EF9-292A-4A18-8512-9B6C9A3BCFC9}" type="pres">
      <dgm:prSet presAssocID="{77AAF3DC-21D9-407B-A9B4-B34EE4FB9C4B}" presName="hierChild2" presStyleCnt="0"/>
      <dgm:spPr/>
    </dgm:pt>
    <dgm:pt modelId="{BD6BDF32-695A-4A82-AC9A-591E71153500}" type="pres">
      <dgm:prSet presAssocID="{864D0FC0-A955-4C40-883D-45C64FE441DC}" presName="Name10" presStyleLbl="parChTrans1D2" presStyleIdx="0" presStyleCnt="5"/>
      <dgm:spPr/>
      <dgm:t>
        <a:bodyPr/>
        <a:lstStyle/>
        <a:p>
          <a:endParaRPr lang="en-US"/>
        </a:p>
      </dgm:t>
    </dgm:pt>
    <dgm:pt modelId="{11DAB04C-EF43-493A-9C8D-EBDCA3845D9C}" type="pres">
      <dgm:prSet presAssocID="{C8B06AE3-60D8-4C08-B7E6-BFB7A66F62EB}" presName="hierRoot2" presStyleCnt="0"/>
      <dgm:spPr/>
    </dgm:pt>
    <dgm:pt modelId="{C36E4B5F-7E7F-4376-8A2E-8E86F982BF7A}" type="pres">
      <dgm:prSet presAssocID="{C8B06AE3-60D8-4C08-B7E6-BFB7A66F62EB}" presName="composite2" presStyleCnt="0"/>
      <dgm:spPr/>
    </dgm:pt>
    <dgm:pt modelId="{55A61C18-A3EA-4053-9B5C-A6FF0BD5A1CC}" type="pres">
      <dgm:prSet presAssocID="{C8B06AE3-60D8-4C08-B7E6-BFB7A66F62EB}" presName="background2" presStyleLbl="node2" presStyleIdx="0" presStyleCnt="5"/>
      <dgm:spPr/>
    </dgm:pt>
    <dgm:pt modelId="{0E3C07EB-1401-445D-8351-39263B8C0229}" type="pres">
      <dgm:prSet presAssocID="{C8B06AE3-60D8-4C08-B7E6-BFB7A66F62EB}" presName="text2" presStyleLbl="fgAcc2" presStyleIdx="0" presStyleCnt="5">
        <dgm:presLayoutVars>
          <dgm:chPref val="3"/>
        </dgm:presLayoutVars>
      </dgm:prSet>
      <dgm:spPr/>
      <dgm:t>
        <a:bodyPr/>
        <a:lstStyle/>
        <a:p>
          <a:endParaRPr lang="en-US"/>
        </a:p>
      </dgm:t>
    </dgm:pt>
    <dgm:pt modelId="{D436DA2F-C118-4A90-8908-880981F44C37}" type="pres">
      <dgm:prSet presAssocID="{C8B06AE3-60D8-4C08-B7E6-BFB7A66F62EB}" presName="hierChild3" presStyleCnt="0"/>
      <dgm:spPr/>
    </dgm:pt>
    <dgm:pt modelId="{E090162D-7C5A-4039-A545-4176385F0C9B}" type="pres">
      <dgm:prSet presAssocID="{C4D093B6-04FB-4D17-8AB5-6A612BB1F271}" presName="Name17" presStyleLbl="parChTrans1D3" presStyleIdx="0" presStyleCnt="5"/>
      <dgm:spPr/>
      <dgm:t>
        <a:bodyPr/>
        <a:lstStyle/>
        <a:p>
          <a:endParaRPr lang="en-US"/>
        </a:p>
      </dgm:t>
    </dgm:pt>
    <dgm:pt modelId="{1F28EBFB-D50A-40AE-8B2C-C577B1083F64}" type="pres">
      <dgm:prSet presAssocID="{3E2797A2-10F8-4CB0-AA51-3CB2C2E58266}" presName="hierRoot3" presStyleCnt="0"/>
      <dgm:spPr/>
    </dgm:pt>
    <dgm:pt modelId="{A96A8D59-A102-4F0A-B245-269470EC884B}" type="pres">
      <dgm:prSet presAssocID="{3E2797A2-10F8-4CB0-AA51-3CB2C2E58266}" presName="composite3" presStyleCnt="0"/>
      <dgm:spPr/>
    </dgm:pt>
    <dgm:pt modelId="{DED1F89C-1B8D-4F5F-B912-F3E3D9B6F90F}" type="pres">
      <dgm:prSet presAssocID="{3E2797A2-10F8-4CB0-AA51-3CB2C2E58266}" presName="background3" presStyleLbl="node3" presStyleIdx="0" presStyleCnt="5"/>
      <dgm:spPr/>
    </dgm:pt>
    <dgm:pt modelId="{F3AD2BC6-03D5-4618-8A82-310E49C51C7B}" type="pres">
      <dgm:prSet presAssocID="{3E2797A2-10F8-4CB0-AA51-3CB2C2E58266}" presName="text3" presStyleLbl="fgAcc3" presStyleIdx="0" presStyleCnt="5">
        <dgm:presLayoutVars>
          <dgm:chPref val="3"/>
        </dgm:presLayoutVars>
      </dgm:prSet>
      <dgm:spPr/>
      <dgm:t>
        <a:bodyPr/>
        <a:lstStyle/>
        <a:p>
          <a:endParaRPr lang="en-US"/>
        </a:p>
      </dgm:t>
    </dgm:pt>
    <dgm:pt modelId="{F107C9BF-9096-4C6E-BD35-6BD0C392C040}" type="pres">
      <dgm:prSet presAssocID="{3E2797A2-10F8-4CB0-AA51-3CB2C2E58266}" presName="hierChild4" presStyleCnt="0"/>
      <dgm:spPr/>
    </dgm:pt>
    <dgm:pt modelId="{6728E6FA-7D1C-437A-AB0D-38FB9F709D6B}" type="pres">
      <dgm:prSet presAssocID="{44A8D47B-8A09-48A3-AA63-17DBAFA9BCB9}" presName="Name10" presStyleLbl="parChTrans1D2" presStyleIdx="1" presStyleCnt="5"/>
      <dgm:spPr/>
      <dgm:t>
        <a:bodyPr/>
        <a:lstStyle/>
        <a:p>
          <a:endParaRPr lang="en-US"/>
        </a:p>
      </dgm:t>
    </dgm:pt>
    <dgm:pt modelId="{6C871FB1-C405-4146-B2D2-0EC99FD162CE}" type="pres">
      <dgm:prSet presAssocID="{BEC85828-7794-47C6-979D-9ED61A544C5E}" presName="hierRoot2" presStyleCnt="0"/>
      <dgm:spPr/>
    </dgm:pt>
    <dgm:pt modelId="{01123FEE-5DBC-4013-9765-1E2694B155D8}" type="pres">
      <dgm:prSet presAssocID="{BEC85828-7794-47C6-979D-9ED61A544C5E}" presName="composite2" presStyleCnt="0"/>
      <dgm:spPr/>
    </dgm:pt>
    <dgm:pt modelId="{DAE568DB-C623-4008-A37E-DFC97E5BCF35}" type="pres">
      <dgm:prSet presAssocID="{BEC85828-7794-47C6-979D-9ED61A544C5E}" presName="background2" presStyleLbl="node2" presStyleIdx="1" presStyleCnt="5"/>
      <dgm:spPr/>
    </dgm:pt>
    <dgm:pt modelId="{E3C3DCC8-65D2-4173-9670-5C7F4416ABD1}" type="pres">
      <dgm:prSet presAssocID="{BEC85828-7794-47C6-979D-9ED61A544C5E}" presName="text2" presStyleLbl="fgAcc2" presStyleIdx="1" presStyleCnt="5">
        <dgm:presLayoutVars>
          <dgm:chPref val="3"/>
        </dgm:presLayoutVars>
      </dgm:prSet>
      <dgm:spPr/>
      <dgm:t>
        <a:bodyPr/>
        <a:lstStyle/>
        <a:p>
          <a:endParaRPr lang="en-US"/>
        </a:p>
      </dgm:t>
    </dgm:pt>
    <dgm:pt modelId="{058A129D-A59E-48CD-9052-CED559949018}" type="pres">
      <dgm:prSet presAssocID="{BEC85828-7794-47C6-979D-9ED61A544C5E}" presName="hierChild3" presStyleCnt="0"/>
      <dgm:spPr/>
    </dgm:pt>
    <dgm:pt modelId="{F420A8D8-39A4-4252-A163-F266AF32BD2A}" type="pres">
      <dgm:prSet presAssocID="{BF85303D-C391-469D-86AF-3E4007B9BAAE}" presName="Name17" presStyleLbl="parChTrans1D3" presStyleIdx="1" presStyleCnt="5"/>
      <dgm:spPr/>
      <dgm:t>
        <a:bodyPr/>
        <a:lstStyle/>
        <a:p>
          <a:endParaRPr lang="en-US"/>
        </a:p>
      </dgm:t>
    </dgm:pt>
    <dgm:pt modelId="{7AD3442F-82F5-4A03-8340-9F90228E7140}" type="pres">
      <dgm:prSet presAssocID="{D2CAE3FA-D5E9-49FD-80F1-18B8D58C4E82}" presName="hierRoot3" presStyleCnt="0"/>
      <dgm:spPr/>
    </dgm:pt>
    <dgm:pt modelId="{2599DB19-266A-472A-A771-7297EB9F8A2B}" type="pres">
      <dgm:prSet presAssocID="{D2CAE3FA-D5E9-49FD-80F1-18B8D58C4E82}" presName="composite3" presStyleCnt="0"/>
      <dgm:spPr/>
    </dgm:pt>
    <dgm:pt modelId="{AE3020A9-7A4A-47C1-91C9-2907B40B9FB3}" type="pres">
      <dgm:prSet presAssocID="{D2CAE3FA-D5E9-49FD-80F1-18B8D58C4E82}" presName="background3" presStyleLbl="node3" presStyleIdx="1" presStyleCnt="5"/>
      <dgm:spPr/>
    </dgm:pt>
    <dgm:pt modelId="{03479B01-745D-4514-B8FA-83D1D3DE9501}" type="pres">
      <dgm:prSet presAssocID="{D2CAE3FA-D5E9-49FD-80F1-18B8D58C4E82}" presName="text3" presStyleLbl="fgAcc3" presStyleIdx="1" presStyleCnt="5">
        <dgm:presLayoutVars>
          <dgm:chPref val="3"/>
        </dgm:presLayoutVars>
      </dgm:prSet>
      <dgm:spPr/>
      <dgm:t>
        <a:bodyPr/>
        <a:lstStyle/>
        <a:p>
          <a:endParaRPr lang="en-US"/>
        </a:p>
      </dgm:t>
    </dgm:pt>
    <dgm:pt modelId="{0B2E8D10-C39E-41DD-BA2E-56C4F37C458F}" type="pres">
      <dgm:prSet presAssocID="{D2CAE3FA-D5E9-49FD-80F1-18B8D58C4E82}" presName="hierChild4" presStyleCnt="0"/>
      <dgm:spPr/>
    </dgm:pt>
    <dgm:pt modelId="{E99320B9-C3BB-4E50-88AF-08B1C97D5DAE}" type="pres">
      <dgm:prSet presAssocID="{10D2E89E-CE82-4FE3-9C6A-8231A24FD499}" presName="Name10" presStyleLbl="parChTrans1D2" presStyleIdx="2" presStyleCnt="5"/>
      <dgm:spPr/>
      <dgm:t>
        <a:bodyPr/>
        <a:lstStyle/>
        <a:p>
          <a:endParaRPr lang="en-US"/>
        </a:p>
      </dgm:t>
    </dgm:pt>
    <dgm:pt modelId="{0A8BA80B-9DC1-4E31-B4BA-F15E6C382581}" type="pres">
      <dgm:prSet presAssocID="{F27A31D4-9DCD-4986-AB7B-4330B659AE20}" presName="hierRoot2" presStyleCnt="0"/>
      <dgm:spPr/>
    </dgm:pt>
    <dgm:pt modelId="{6FE540A8-414F-468D-A048-B060937E1EF0}" type="pres">
      <dgm:prSet presAssocID="{F27A31D4-9DCD-4986-AB7B-4330B659AE20}" presName="composite2" presStyleCnt="0"/>
      <dgm:spPr/>
    </dgm:pt>
    <dgm:pt modelId="{463B174E-2680-4F7F-BF1A-8B6CA62DDC61}" type="pres">
      <dgm:prSet presAssocID="{F27A31D4-9DCD-4986-AB7B-4330B659AE20}" presName="background2" presStyleLbl="node2" presStyleIdx="2" presStyleCnt="5"/>
      <dgm:spPr/>
    </dgm:pt>
    <dgm:pt modelId="{EB7464E5-69E8-465E-8BEA-0FD80F492DFD}" type="pres">
      <dgm:prSet presAssocID="{F27A31D4-9DCD-4986-AB7B-4330B659AE20}" presName="text2" presStyleLbl="fgAcc2" presStyleIdx="2" presStyleCnt="5">
        <dgm:presLayoutVars>
          <dgm:chPref val="3"/>
        </dgm:presLayoutVars>
      </dgm:prSet>
      <dgm:spPr/>
      <dgm:t>
        <a:bodyPr/>
        <a:lstStyle/>
        <a:p>
          <a:endParaRPr lang="en-US"/>
        </a:p>
      </dgm:t>
    </dgm:pt>
    <dgm:pt modelId="{33F3DAB0-62BC-4AD9-AC13-15EC83F62CBA}" type="pres">
      <dgm:prSet presAssocID="{F27A31D4-9DCD-4986-AB7B-4330B659AE20}" presName="hierChild3" presStyleCnt="0"/>
      <dgm:spPr/>
    </dgm:pt>
    <dgm:pt modelId="{4789DCFD-BE0F-45EE-82ED-491CBF9B0850}" type="pres">
      <dgm:prSet presAssocID="{9015604E-F989-4D18-BB60-682881D7BD00}" presName="Name17" presStyleLbl="parChTrans1D3" presStyleIdx="2" presStyleCnt="5"/>
      <dgm:spPr/>
      <dgm:t>
        <a:bodyPr/>
        <a:lstStyle/>
        <a:p>
          <a:endParaRPr lang="en-US"/>
        </a:p>
      </dgm:t>
    </dgm:pt>
    <dgm:pt modelId="{025BA0C4-1BFB-4A3D-9E66-14AB775B0A29}" type="pres">
      <dgm:prSet presAssocID="{EA11B092-B06A-4D74-A6FB-096958563E63}" presName="hierRoot3" presStyleCnt="0"/>
      <dgm:spPr/>
    </dgm:pt>
    <dgm:pt modelId="{C43AC50D-6CD5-4012-8AF5-8B0506B70268}" type="pres">
      <dgm:prSet presAssocID="{EA11B092-B06A-4D74-A6FB-096958563E63}" presName="composite3" presStyleCnt="0"/>
      <dgm:spPr/>
    </dgm:pt>
    <dgm:pt modelId="{651D87E8-8A2F-486A-99C7-194E8DE6EF0D}" type="pres">
      <dgm:prSet presAssocID="{EA11B092-B06A-4D74-A6FB-096958563E63}" presName="background3" presStyleLbl="node3" presStyleIdx="2" presStyleCnt="5"/>
      <dgm:spPr/>
    </dgm:pt>
    <dgm:pt modelId="{8492C909-95C3-4276-BA60-8CBBDAE9F2E8}" type="pres">
      <dgm:prSet presAssocID="{EA11B092-B06A-4D74-A6FB-096958563E63}" presName="text3" presStyleLbl="fgAcc3" presStyleIdx="2" presStyleCnt="5">
        <dgm:presLayoutVars>
          <dgm:chPref val="3"/>
        </dgm:presLayoutVars>
      </dgm:prSet>
      <dgm:spPr/>
      <dgm:t>
        <a:bodyPr/>
        <a:lstStyle/>
        <a:p>
          <a:endParaRPr lang="en-US"/>
        </a:p>
      </dgm:t>
    </dgm:pt>
    <dgm:pt modelId="{241AB9AD-154B-4E80-8445-E073B4B2EB37}" type="pres">
      <dgm:prSet presAssocID="{EA11B092-B06A-4D74-A6FB-096958563E63}" presName="hierChild4" presStyleCnt="0"/>
      <dgm:spPr/>
    </dgm:pt>
    <dgm:pt modelId="{006B1F4F-E210-4AC7-B0A6-5382F6329934}" type="pres">
      <dgm:prSet presAssocID="{D301EB92-0A7D-4AA7-AA27-550D3CDE11DF}" presName="Name10" presStyleLbl="parChTrans1D2" presStyleIdx="3" presStyleCnt="5"/>
      <dgm:spPr/>
      <dgm:t>
        <a:bodyPr/>
        <a:lstStyle/>
        <a:p>
          <a:endParaRPr lang="en-US"/>
        </a:p>
      </dgm:t>
    </dgm:pt>
    <dgm:pt modelId="{CDDE8D3F-B34C-432D-B4B9-EAEB311F0A48}" type="pres">
      <dgm:prSet presAssocID="{F21F6792-5A80-49D4-9F06-0B323A1E538E}" presName="hierRoot2" presStyleCnt="0"/>
      <dgm:spPr/>
    </dgm:pt>
    <dgm:pt modelId="{63D3DD6A-A151-432D-83E4-340A1CF8D20C}" type="pres">
      <dgm:prSet presAssocID="{F21F6792-5A80-49D4-9F06-0B323A1E538E}" presName="composite2" presStyleCnt="0"/>
      <dgm:spPr/>
    </dgm:pt>
    <dgm:pt modelId="{1E66954B-0AAF-4EBB-B20E-D5F835853DF1}" type="pres">
      <dgm:prSet presAssocID="{F21F6792-5A80-49D4-9F06-0B323A1E538E}" presName="background2" presStyleLbl="node2" presStyleIdx="3" presStyleCnt="5"/>
      <dgm:spPr/>
    </dgm:pt>
    <dgm:pt modelId="{FCD4E98B-7827-4C36-BA11-CF87D25E8D9F}" type="pres">
      <dgm:prSet presAssocID="{F21F6792-5A80-49D4-9F06-0B323A1E538E}" presName="text2" presStyleLbl="fgAcc2" presStyleIdx="3" presStyleCnt="5">
        <dgm:presLayoutVars>
          <dgm:chPref val="3"/>
        </dgm:presLayoutVars>
      </dgm:prSet>
      <dgm:spPr/>
      <dgm:t>
        <a:bodyPr/>
        <a:lstStyle/>
        <a:p>
          <a:endParaRPr lang="en-US"/>
        </a:p>
      </dgm:t>
    </dgm:pt>
    <dgm:pt modelId="{781FAE62-8348-46FC-B797-D1E054A91E43}" type="pres">
      <dgm:prSet presAssocID="{F21F6792-5A80-49D4-9F06-0B323A1E538E}" presName="hierChild3" presStyleCnt="0"/>
      <dgm:spPr/>
    </dgm:pt>
    <dgm:pt modelId="{090BC704-9819-4F38-9B95-FEE183F2BCC7}" type="pres">
      <dgm:prSet presAssocID="{7700A47E-9E97-4584-A40A-ADA0643B9908}" presName="Name17" presStyleLbl="parChTrans1D3" presStyleIdx="3" presStyleCnt="5"/>
      <dgm:spPr/>
      <dgm:t>
        <a:bodyPr/>
        <a:lstStyle/>
        <a:p>
          <a:endParaRPr lang="en-US"/>
        </a:p>
      </dgm:t>
    </dgm:pt>
    <dgm:pt modelId="{C7AAC532-5DB9-4D41-A8FD-9762B87B5761}" type="pres">
      <dgm:prSet presAssocID="{8F070B29-F2B1-431D-9D89-4ACB359F7DF4}" presName="hierRoot3" presStyleCnt="0"/>
      <dgm:spPr/>
    </dgm:pt>
    <dgm:pt modelId="{9F7ED13C-89A5-4DCE-8AF6-808594A75D6E}" type="pres">
      <dgm:prSet presAssocID="{8F070B29-F2B1-431D-9D89-4ACB359F7DF4}" presName="composite3" presStyleCnt="0"/>
      <dgm:spPr/>
    </dgm:pt>
    <dgm:pt modelId="{1B3B9EDC-98C2-40BF-AF89-1ED48AF6062C}" type="pres">
      <dgm:prSet presAssocID="{8F070B29-F2B1-431D-9D89-4ACB359F7DF4}" presName="background3" presStyleLbl="node3" presStyleIdx="3" presStyleCnt="5"/>
      <dgm:spPr/>
    </dgm:pt>
    <dgm:pt modelId="{BB947607-5587-47EA-9D58-955A98D229C0}" type="pres">
      <dgm:prSet presAssocID="{8F070B29-F2B1-431D-9D89-4ACB359F7DF4}" presName="text3" presStyleLbl="fgAcc3" presStyleIdx="3" presStyleCnt="5">
        <dgm:presLayoutVars>
          <dgm:chPref val="3"/>
        </dgm:presLayoutVars>
      </dgm:prSet>
      <dgm:spPr/>
      <dgm:t>
        <a:bodyPr/>
        <a:lstStyle/>
        <a:p>
          <a:endParaRPr lang="en-US"/>
        </a:p>
      </dgm:t>
    </dgm:pt>
    <dgm:pt modelId="{0046CA81-2F8E-4850-91E6-528738E496F4}" type="pres">
      <dgm:prSet presAssocID="{8F070B29-F2B1-431D-9D89-4ACB359F7DF4}" presName="hierChild4" presStyleCnt="0"/>
      <dgm:spPr/>
    </dgm:pt>
    <dgm:pt modelId="{8C681B38-E3BF-40C1-8311-E2E097311417}" type="pres">
      <dgm:prSet presAssocID="{12CDC2BA-F0F3-471E-A5A2-02CB340CD5A7}" presName="Name10" presStyleLbl="parChTrans1D2" presStyleIdx="4" presStyleCnt="5"/>
      <dgm:spPr/>
      <dgm:t>
        <a:bodyPr/>
        <a:lstStyle/>
        <a:p>
          <a:endParaRPr lang="en-US"/>
        </a:p>
      </dgm:t>
    </dgm:pt>
    <dgm:pt modelId="{AC40B8B3-B153-4359-BCB6-1309B77087AE}" type="pres">
      <dgm:prSet presAssocID="{EA643537-60F7-40E8-82A2-006256311326}" presName="hierRoot2" presStyleCnt="0"/>
      <dgm:spPr/>
    </dgm:pt>
    <dgm:pt modelId="{FAF2FC97-C93F-4FF8-92EC-002BDF01452B}" type="pres">
      <dgm:prSet presAssocID="{EA643537-60F7-40E8-82A2-006256311326}" presName="composite2" presStyleCnt="0"/>
      <dgm:spPr/>
    </dgm:pt>
    <dgm:pt modelId="{F49FDC08-375C-4EA5-8EAE-3EA592EF2A50}" type="pres">
      <dgm:prSet presAssocID="{EA643537-60F7-40E8-82A2-006256311326}" presName="background2" presStyleLbl="node2" presStyleIdx="4" presStyleCnt="5"/>
      <dgm:spPr/>
    </dgm:pt>
    <dgm:pt modelId="{0C5DB9DB-6BC8-4580-BC1E-B4DF9009F06B}" type="pres">
      <dgm:prSet presAssocID="{EA643537-60F7-40E8-82A2-006256311326}" presName="text2" presStyleLbl="fgAcc2" presStyleIdx="4" presStyleCnt="5">
        <dgm:presLayoutVars>
          <dgm:chPref val="3"/>
        </dgm:presLayoutVars>
      </dgm:prSet>
      <dgm:spPr/>
      <dgm:t>
        <a:bodyPr/>
        <a:lstStyle/>
        <a:p>
          <a:endParaRPr lang="en-US"/>
        </a:p>
      </dgm:t>
    </dgm:pt>
    <dgm:pt modelId="{89D8D943-21B8-40C0-8D63-E18EF88D7A17}" type="pres">
      <dgm:prSet presAssocID="{EA643537-60F7-40E8-82A2-006256311326}" presName="hierChild3" presStyleCnt="0"/>
      <dgm:spPr/>
    </dgm:pt>
    <dgm:pt modelId="{DBE95E6A-83D0-4104-AFFE-2401278F18A9}" type="pres">
      <dgm:prSet presAssocID="{7C87ADD4-2718-45EF-94BD-2B85E4B08766}" presName="Name17" presStyleLbl="parChTrans1D3" presStyleIdx="4" presStyleCnt="5"/>
      <dgm:spPr/>
      <dgm:t>
        <a:bodyPr/>
        <a:lstStyle/>
        <a:p>
          <a:endParaRPr lang="en-US"/>
        </a:p>
      </dgm:t>
    </dgm:pt>
    <dgm:pt modelId="{20C7646A-FACC-4AFE-90B4-4688378F47B7}" type="pres">
      <dgm:prSet presAssocID="{3CB2F462-7EBB-47A9-A9ED-F7D30B4CE224}" presName="hierRoot3" presStyleCnt="0"/>
      <dgm:spPr/>
    </dgm:pt>
    <dgm:pt modelId="{88951959-07D4-441E-A68C-911D44FCFA18}" type="pres">
      <dgm:prSet presAssocID="{3CB2F462-7EBB-47A9-A9ED-F7D30B4CE224}" presName="composite3" presStyleCnt="0"/>
      <dgm:spPr/>
    </dgm:pt>
    <dgm:pt modelId="{07DB9221-B41F-4EBB-B36E-4A9B80BC617E}" type="pres">
      <dgm:prSet presAssocID="{3CB2F462-7EBB-47A9-A9ED-F7D30B4CE224}" presName="background3" presStyleLbl="node3" presStyleIdx="4" presStyleCnt="5"/>
      <dgm:spPr/>
    </dgm:pt>
    <dgm:pt modelId="{88F8598E-D5A7-4C15-B175-C24AD306945A}" type="pres">
      <dgm:prSet presAssocID="{3CB2F462-7EBB-47A9-A9ED-F7D30B4CE224}" presName="text3" presStyleLbl="fgAcc3" presStyleIdx="4" presStyleCnt="5">
        <dgm:presLayoutVars>
          <dgm:chPref val="3"/>
        </dgm:presLayoutVars>
      </dgm:prSet>
      <dgm:spPr/>
      <dgm:t>
        <a:bodyPr/>
        <a:lstStyle/>
        <a:p>
          <a:endParaRPr lang="en-US"/>
        </a:p>
      </dgm:t>
    </dgm:pt>
    <dgm:pt modelId="{F473293A-075C-4097-81D7-F604687FE499}" type="pres">
      <dgm:prSet presAssocID="{3CB2F462-7EBB-47A9-A9ED-F7D30B4CE224}" presName="hierChild4" presStyleCnt="0"/>
      <dgm:spPr/>
    </dgm:pt>
  </dgm:ptLst>
  <dgm:cxnLst>
    <dgm:cxn modelId="{47B53568-238A-45CE-B1AA-C24E73860222}" type="presOf" srcId="{3CB2F462-7EBB-47A9-A9ED-F7D30B4CE224}" destId="{88F8598E-D5A7-4C15-B175-C24AD306945A}" srcOrd="0" destOrd="0" presId="urn:microsoft.com/office/officeart/2005/8/layout/hierarchy1"/>
    <dgm:cxn modelId="{36FC1790-DA21-4CC5-A860-712D0500C557}" type="presOf" srcId="{BF85303D-C391-469D-86AF-3E4007B9BAAE}" destId="{F420A8D8-39A4-4252-A163-F266AF32BD2A}" srcOrd="0" destOrd="0" presId="urn:microsoft.com/office/officeart/2005/8/layout/hierarchy1"/>
    <dgm:cxn modelId="{AEF383E7-992F-48D4-AF95-807B4E8BCFA0}" srcId="{BEC85828-7794-47C6-979D-9ED61A544C5E}" destId="{D2CAE3FA-D5E9-49FD-80F1-18B8D58C4E82}" srcOrd="0" destOrd="0" parTransId="{BF85303D-C391-469D-86AF-3E4007B9BAAE}" sibTransId="{695D89E2-68AA-4659-AB54-76DA69B4A24E}"/>
    <dgm:cxn modelId="{E71356FC-8207-4A6F-AB4E-1FB5AB1F0A14}" type="presOf" srcId="{77AAF3DC-21D9-407B-A9B4-B34EE4FB9C4B}" destId="{6BAD6451-D663-4370-92DB-9C5231CF1ED9}" srcOrd="0" destOrd="0" presId="urn:microsoft.com/office/officeart/2005/8/layout/hierarchy1"/>
    <dgm:cxn modelId="{17C0AFAE-86C9-46E5-8570-1811BBEDE939}" type="presOf" srcId="{3E2797A2-10F8-4CB0-AA51-3CB2C2E58266}" destId="{F3AD2BC6-03D5-4618-8A82-310E49C51C7B}" srcOrd="0" destOrd="0" presId="urn:microsoft.com/office/officeart/2005/8/layout/hierarchy1"/>
    <dgm:cxn modelId="{593C3F68-E304-4353-99A7-FA175FC2A915}" type="presOf" srcId="{C8B06AE3-60D8-4C08-B7E6-BFB7A66F62EB}" destId="{0E3C07EB-1401-445D-8351-39263B8C0229}" srcOrd="0" destOrd="0" presId="urn:microsoft.com/office/officeart/2005/8/layout/hierarchy1"/>
    <dgm:cxn modelId="{2882EADB-36BD-496B-B83B-2CAA16BD4E7C}" type="presOf" srcId="{EA643537-60F7-40E8-82A2-006256311326}" destId="{0C5DB9DB-6BC8-4580-BC1E-B4DF9009F06B}" srcOrd="0" destOrd="0" presId="urn:microsoft.com/office/officeart/2005/8/layout/hierarchy1"/>
    <dgm:cxn modelId="{C79FD569-674D-4E2B-812F-2D79828BF47F}" type="presOf" srcId="{D301EB92-0A7D-4AA7-AA27-550D3CDE11DF}" destId="{006B1F4F-E210-4AC7-B0A6-5382F6329934}" srcOrd="0" destOrd="0" presId="urn:microsoft.com/office/officeart/2005/8/layout/hierarchy1"/>
    <dgm:cxn modelId="{2AAD97DF-F8FF-45AD-9F82-C27BB7479F80}" type="presOf" srcId="{7700A47E-9E97-4584-A40A-ADA0643B9908}" destId="{090BC704-9819-4F38-9B95-FEE183F2BCC7}" srcOrd="0" destOrd="0" presId="urn:microsoft.com/office/officeart/2005/8/layout/hierarchy1"/>
    <dgm:cxn modelId="{5935E09B-E738-4F52-AAB0-8AA991AECC9A}" srcId="{D3710D4D-11AA-4281-91A8-3996ADC3D7EF}" destId="{77AAF3DC-21D9-407B-A9B4-B34EE4FB9C4B}" srcOrd="0" destOrd="0" parTransId="{A8A9F76D-CD7D-4C64-8451-7767FB7C111F}" sibTransId="{93135A95-E0B0-4C1C-BB4B-C0F830D06E27}"/>
    <dgm:cxn modelId="{6CB83C7C-BAB0-4608-AFBC-068DE463845B}" srcId="{F27A31D4-9DCD-4986-AB7B-4330B659AE20}" destId="{EA11B092-B06A-4D74-A6FB-096958563E63}" srcOrd="0" destOrd="0" parTransId="{9015604E-F989-4D18-BB60-682881D7BD00}" sibTransId="{2183907B-6224-4068-8F25-661DB196C8E7}"/>
    <dgm:cxn modelId="{857631C9-74BC-42CA-9118-F737F9E532F8}" type="presOf" srcId="{BEC85828-7794-47C6-979D-9ED61A544C5E}" destId="{E3C3DCC8-65D2-4173-9670-5C7F4416ABD1}" srcOrd="0" destOrd="0" presId="urn:microsoft.com/office/officeart/2005/8/layout/hierarchy1"/>
    <dgm:cxn modelId="{64FF029F-6ABB-4493-BD43-C06CBD491CB7}" type="presOf" srcId="{9015604E-F989-4D18-BB60-682881D7BD00}" destId="{4789DCFD-BE0F-45EE-82ED-491CBF9B0850}" srcOrd="0" destOrd="0" presId="urn:microsoft.com/office/officeart/2005/8/layout/hierarchy1"/>
    <dgm:cxn modelId="{E0063252-0969-4FE7-B643-E99AB0FBC0DB}" srcId="{EA643537-60F7-40E8-82A2-006256311326}" destId="{3CB2F462-7EBB-47A9-A9ED-F7D30B4CE224}" srcOrd="0" destOrd="0" parTransId="{7C87ADD4-2718-45EF-94BD-2B85E4B08766}" sibTransId="{6EFF38A6-4D94-494F-875F-C84240646A52}"/>
    <dgm:cxn modelId="{C0455BA5-52C3-44A3-AB64-C3D60B3A8FC6}" type="presOf" srcId="{864D0FC0-A955-4C40-883D-45C64FE441DC}" destId="{BD6BDF32-695A-4A82-AC9A-591E71153500}" srcOrd="0" destOrd="0" presId="urn:microsoft.com/office/officeart/2005/8/layout/hierarchy1"/>
    <dgm:cxn modelId="{A0CA1654-A0D8-4219-8734-3344BAFB0026}" type="presOf" srcId="{C4D093B6-04FB-4D17-8AB5-6A612BB1F271}" destId="{E090162D-7C5A-4039-A545-4176385F0C9B}" srcOrd="0" destOrd="0" presId="urn:microsoft.com/office/officeart/2005/8/layout/hierarchy1"/>
    <dgm:cxn modelId="{0FBD896D-3E7C-41C5-8E08-0A2452C226FC}" srcId="{C8B06AE3-60D8-4C08-B7E6-BFB7A66F62EB}" destId="{3E2797A2-10F8-4CB0-AA51-3CB2C2E58266}" srcOrd="0" destOrd="0" parTransId="{C4D093B6-04FB-4D17-8AB5-6A612BB1F271}" sibTransId="{FD738ADA-E720-4C56-B011-C56BC4D69287}"/>
    <dgm:cxn modelId="{46E01497-17E6-4D55-AEC9-05F93E1BE688}" type="presOf" srcId="{10D2E89E-CE82-4FE3-9C6A-8231A24FD499}" destId="{E99320B9-C3BB-4E50-88AF-08B1C97D5DAE}" srcOrd="0" destOrd="0" presId="urn:microsoft.com/office/officeart/2005/8/layout/hierarchy1"/>
    <dgm:cxn modelId="{49707D59-6718-4EA6-A314-100033FE37DE}" type="presOf" srcId="{EA11B092-B06A-4D74-A6FB-096958563E63}" destId="{8492C909-95C3-4276-BA60-8CBBDAE9F2E8}" srcOrd="0" destOrd="0" presId="urn:microsoft.com/office/officeart/2005/8/layout/hierarchy1"/>
    <dgm:cxn modelId="{6C608701-26DB-4652-A9C0-0B37564A0DA9}" type="presOf" srcId="{F27A31D4-9DCD-4986-AB7B-4330B659AE20}" destId="{EB7464E5-69E8-465E-8BEA-0FD80F492DFD}" srcOrd="0" destOrd="0" presId="urn:microsoft.com/office/officeart/2005/8/layout/hierarchy1"/>
    <dgm:cxn modelId="{35AC4BC8-AC47-49B3-A688-672A732A3A5D}" type="presOf" srcId="{F21F6792-5A80-49D4-9F06-0B323A1E538E}" destId="{FCD4E98B-7827-4C36-BA11-CF87D25E8D9F}" srcOrd="0" destOrd="0" presId="urn:microsoft.com/office/officeart/2005/8/layout/hierarchy1"/>
    <dgm:cxn modelId="{A231A5C4-0E4D-44F0-9E53-7B3466B35DE8}" srcId="{77AAF3DC-21D9-407B-A9B4-B34EE4FB9C4B}" destId="{C8B06AE3-60D8-4C08-B7E6-BFB7A66F62EB}" srcOrd="0" destOrd="0" parTransId="{864D0FC0-A955-4C40-883D-45C64FE441DC}" sibTransId="{408C0E2A-66F1-43E4-9869-7FD1539EA6C1}"/>
    <dgm:cxn modelId="{602126FE-F60A-4DF3-8086-DCFA8CEC5E86}" type="presOf" srcId="{8F070B29-F2B1-431D-9D89-4ACB359F7DF4}" destId="{BB947607-5587-47EA-9D58-955A98D229C0}" srcOrd="0" destOrd="0" presId="urn:microsoft.com/office/officeart/2005/8/layout/hierarchy1"/>
    <dgm:cxn modelId="{ADDBBC98-DA12-43BB-854F-4C563B54C894}" type="presOf" srcId="{12CDC2BA-F0F3-471E-A5A2-02CB340CD5A7}" destId="{8C681B38-E3BF-40C1-8311-E2E097311417}" srcOrd="0" destOrd="0" presId="urn:microsoft.com/office/officeart/2005/8/layout/hierarchy1"/>
    <dgm:cxn modelId="{39A19003-D1DE-4460-8D9D-56E4B0D53774}" srcId="{77AAF3DC-21D9-407B-A9B4-B34EE4FB9C4B}" destId="{BEC85828-7794-47C6-979D-9ED61A544C5E}" srcOrd="1" destOrd="0" parTransId="{44A8D47B-8A09-48A3-AA63-17DBAFA9BCB9}" sibTransId="{E81E9B4F-15EF-4159-950D-8194F46CAE18}"/>
    <dgm:cxn modelId="{9F1AAC09-CB54-402E-84F5-97374FA7F845}" type="presOf" srcId="{D3710D4D-11AA-4281-91A8-3996ADC3D7EF}" destId="{E24317A0-77FB-4D0C-BDD0-9AA000B0EC8F}" srcOrd="0" destOrd="0" presId="urn:microsoft.com/office/officeart/2005/8/layout/hierarchy1"/>
    <dgm:cxn modelId="{ED8E0F21-BE4C-402A-8811-862EAB85C867}" srcId="{77AAF3DC-21D9-407B-A9B4-B34EE4FB9C4B}" destId="{F27A31D4-9DCD-4986-AB7B-4330B659AE20}" srcOrd="2" destOrd="0" parTransId="{10D2E89E-CE82-4FE3-9C6A-8231A24FD499}" sibTransId="{2C930FD9-4820-4C0E-A70A-4296219B75A2}"/>
    <dgm:cxn modelId="{98ACCDD4-D4B6-48E5-9A45-3D66873CD6A1}" srcId="{77AAF3DC-21D9-407B-A9B4-B34EE4FB9C4B}" destId="{F21F6792-5A80-49D4-9F06-0B323A1E538E}" srcOrd="3" destOrd="0" parTransId="{D301EB92-0A7D-4AA7-AA27-550D3CDE11DF}" sibTransId="{01F15FEF-D99D-4D08-8B16-11E4DBA4BB6B}"/>
    <dgm:cxn modelId="{817C4C9E-D0B0-4016-924D-54EFC1D76475}" type="presOf" srcId="{D2CAE3FA-D5E9-49FD-80F1-18B8D58C4E82}" destId="{03479B01-745D-4514-B8FA-83D1D3DE9501}" srcOrd="0" destOrd="0" presId="urn:microsoft.com/office/officeart/2005/8/layout/hierarchy1"/>
    <dgm:cxn modelId="{1DA11BA3-44EF-4936-95A1-756A9D17518C}" srcId="{77AAF3DC-21D9-407B-A9B4-B34EE4FB9C4B}" destId="{EA643537-60F7-40E8-82A2-006256311326}" srcOrd="4" destOrd="0" parTransId="{12CDC2BA-F0F3-471E-A5A2-02CB340CD5A7}" sibTransId="{9BDC7FEB-889C-4732-A395-A68B44FD63BF}"/>
    <dgm:cxn modelId="{CE6F35E2-C826-4F54-B63C-8795843D8430}" type="presOf" srcId="{7C87ADD4-2718-45EF-94BD-2B85E4B08766}" destId="{DBE95E6A-83D0-4104-AFFE-2401278F18A9}" srcOrd="0" destOrd="0" presId="urn:microsoft.com/office/officeart/2005/8/layout/hierarchy1"/>
    <dgm:cxn modelId="{9AC4216F-9AC6-4FBE-B460-855D653E413A}" srcId="{F21F6792-5A80-49D4-9F06-0B323A1E538E}" destId="{8F070B29-F2B1-431D-9D89-4ACB359F7DF4}" srcOrd="0" destOrd="0" parTransId="{7700A47E-9E97-4584-A40A-ADA0643B9908}" sibTransId="{D251F479-4B3A-4F50-950E-7DA76A5BED6C}"/>
    <dgm:cxn modelId="{4F4FA964-1611-4EC8-A044-5F9FCF1ADC86}" type="presOf" srcId="{44A8D47B-8A09-48A3-AA63-17DBAFA9BCB9}" destId="{6728E6FA-7D1C-437A-AB0D-38FB9F709D6B}" srcOrd="0" destOrd="0" presId="urn:microsoft.com/office/officeart/2005/8/layout/hierarchy1"/>
    <dgm:cxn modelId="{6C9B3EF2-3EEA-44D1-A50E-F0CE2F92306B}" type="presParOf" srcId="{E24317A0-77FB-4D0C-BDD0-9AA000B0EC8F}" destId="{9C5EF8CB-6382-473F-B377-7DDDD7184902}" srcOrd="0" destOrd="0" presId="urn:microsoft.com/office/officeart/2005/8/layout/hierarchy1"/>
    <dgm:cxn modelId="{EB3B27CD-CFE1-4553-B214-B20F006620F8}" type="presParOf" srcId="{9C5EF8CB-6382-473F-B377-7DDDD7184902}" destId="{4A50A3DF-8AF0-48F3-BA9D-D7094CB884A1}" srcOrd="0" destOrd="0" presId="urn:microsoft.com/office/officeart/2005/8/layout/hierarchy1"/>
    <dgm:cxn modelId="{4B05A31F-50AB-4A65-92B5-9B27306BDFE8}" type="presParOf" srcId="{4A50A3DF-8AF0-48F3-BA9D-D7094CB884A1}" destId="{8E3FA689-6EEE-4D14-8C18-BFACF30DCB48}" srcOrd="0" destOrd="0" presId="urn:microsoft.com/office/officeart/2005/8/layout/hierarchy1"/>
    <dgm:cxn modelId="{C7388162-E4AE-4E3E-BCD4-96A1A450F809}" type="presParOf" srcId="{4A50A3DF-8AF0-48F3-BA9D-D7094CB884A1}" destId="{6BAD6451-D663-4370-92DB-9C5231CF1ED9}" srcOrd="1" destOrd="0" presId="urn:microsoft.com/office/officeart/2005/8/layout/hierarchy1"/>
    <dgm:cxn modelId="{3467C1A7-F1F0-4391-A915-46C526AAFAF5}" type="presParOf" srcId="{9C5EF8CB-6382-473F-B377-7DDDD7184902}" destId="{31133EF9-292A-4A18-8512-9B6C9A3BCFC9}" srcOrd="1" destOrd="0" presId="urn:microsoft.com/office/officeart/2005/8/layout/hierarchy1"/>
    <dgm:cxn modelId="{5AAA6280-C880-41EF-80FA-682EFB3FD178}" type="presParOf" srcId="{31133EF9-292A-4A18-8512-9B6C9A3BCFC9}" destId="{BD6BDF32-695A-4A82-AC9A-591E71153500}" srcOrd="0" destOrd="0" presId="urn:microsoft.com/office/officeart/2005/8/layout/hierarchy1"/>
    <dgm:cxn modelId="{6C8811DA-EEFD-4AB3-8A5F-A8AB58D1046D}" type="presParOf" srcId="{31133EF9-292A-4A18-8512-9B6C9A3BCFC9}" destId="{11DAB04C-EF43-493A-9C8D-EBDCA3845D9C}" srcOrd="1" destOrd="0" presId="urn:microsoft.com/office/officeart/2005/8/layout/hierarchy1"/>
    <dgm:cxn modelId="{0E5FE9A1-0327-4ED6-B73B-FA9580986301}" type="presParOf" srcId="{11DAB04C-EF43-493A-9C8D-EBDCA3845D9C}" destId="{C36E4B5F-7E7F-4376-8A2E-8E86F982BF7A}" srcOrd="0" destOrd="0" presId="urn:microsoft.com/office/officeart/2005/8/layout/hierarchy1"/>
    <dgm:cxn modelId="{18920528-FBD8-4B18-8ED1-A3CECB8C3CB9}" type="presParOf" srcId="{C36E4B5F-7E7F-4376-8A2E-8E86F982BF7A}" destId="{55A61C18-A3EA-4053-9B5C-A6FF0BD5A1CC}" srcOrd="0" destOrd="0" presId="urn:microsoft.com/office/officeart/2005/8/layout/hierarchy1"/>
    <dgm:cxn modelId="{B4858B43-2D30-4836-BB7F-0945F93B2B96}" type="presParOf" srcId="{C36E4B5F-7E7F-4376-8A2E-8E86F982BF7A}" destId="{0E3C07EB-1401-445D-8351-39263B8C0229}" srcOrd="1" destOrd="0" presId="urn:microsoft.com/office/officeart/2005/8/layout/hierarchy1"/>
    <dgm:cxn modelId="{475147B1-9D8C-465B-8DE7-8FC45D073E84}" type="presParOf" srcId="{11DAB04C-EF43-493A-9C8D-EBDCA3845D9C}" destId="{D436DA2F-C118-4A90-8908-880981F44C37}" srcOrd="1" destOrd="0" presId="urn:microsoft.com/office/officeart/2005/8/layout/hierarchy1"/>
    <dgm:cxn modelId="{2CDCD475-65AF-4E1A-9269-785ABF9C4692}" type="presParOf" srcId="{D436DA2F-C118-4A90-8908-880981F44C37}" destId="{E090162D-7C5A-4039-A545-4176385F0C9B}" srcOrd="0" destOrd="0" presId="urn:microsoft.com/office/officeart/2005/8/layout/hierarchy1"/>
    <dgm:cxn modelId="{A52A8E41-1107-4B0C-B396-906AC758BB75}" type="presParOf" srcId="{D436DA2F-C118-4A90-8908-880981F44C37}" destId="{1F28EBFB-D50A-40AE-8B2C-C577B1083F64}" srcOrd="1" destOrd="0" presId="urn:microsoft.com/office/officeart/2005/8/layout/hierarchy1"/>
    <dgm:cxn modelId="{168284C5-1E9D-448C-BE77-AF98E51DD68F}" type="presParOf" srcId="{1F28EBFB-D50A-40AE-8B2C-C577B1083F64}" destId="{A96A8D59-A102-4F0A-B245-269470EC884B}" srcOrd="0" destOrd="0" presId="urn:microsoft.com/office/officeart/2005/8/layout/hierarchy1"/>
    <dgm:cxn modelId="{47601F9C-6B21-4694-9305-500A430C374D}" type="presParOf" srcId="{A96A8D59-A102-4F0A-B245-269470EC884B}" destId="{DED1F89C-1B8D-4F5F-B912-F3E3D9B6F90F}" srcOrd="0" destOrd="0" presId="urn:microsoft.com/office/officeart/2005/8/layout/hierarchy1"/>
    <dgm:cxn modelId="{42021396-8B67-490E-AFA5-A1BBF26B1FC6}" type="presParOf" srcId="{A96A8D59-A102-4F0A-B245-269470EC884B}" destId="{F3AD2BC6-03D5-4618-8A82-310E49C51C7B}" srcOrd="1" destOrd="0" presId="urn:microsoft.com/office/officeart/2005/8/layout/hierarchy1"/>
    <dgm:cxn modelId="{C016FFAE-EFBA-4E01-8F9D-8A115D5182E4}" type="presParOf" srcId="{1F28EBFB-D50A-40AE-8B2C-C577B1083F64}" destId="{F107C9BF-9096-4C6E-BD35-6BD0C392C040}" srcOrd="1" destOrd="0" presId="urn:microsoft.com/office/officeart/2005/8/layout/hierarchy1"/>
    <dgm:cxn modelId="{8EB436A7-C9E9-4FC0-BFD7-2D182AA3AF8E}" type="presParOf" srcId="{31133EF9-292A-4A18-8512-9B6C9A3BCFC9}" destId="{6728E6FA-7D1C-437A-AB0D-38FB9F709D6B}" srcOrd="2" destOrd="0" presId="urn:microsoft.com/office/officeart/2005/8/layout/hierarchy1"/>
    <dgm:cxn modelId="{AE36BADD-D586-4189-9B6C-C33F9AE5B79F}" type="presParOf" srcId="{31133EF9-292A-4A18-8512-9B6C9A3BCFC9}" destId="{6C871FB1-C405-4146-B2D2-0EC99FD162CE}" srcOrd="3" destOrd="0" presId="urn:microsoft.com/office/officeart/2005/8/layout/hierarchy1"/>
    <dgm:cxn modelId="{AA99BE93-AA8D-469B-AC3B-A082147C123C}" type="presParOf" srcId="{6C871FB1-C405-4146-B2D2-0EC99FD162CE}" destId="{01123FEE-5DBC-4013-9765-1E2694B155D8}" srcOrd="0" destOrd="0" presId="urn:microsoft.com/office/officeart/2005/8/layout/hierarchy1"/>
    <dgm:cxn modelId="{93FA4C02-09F4-4D2A-97D9-42AE53272ACB}" type="presParOf" srcId="{01123FEE-5DBC-4013-9765-1E2694B155D8}" destId="{DAE568DB-C623-4008-A37E-DFC97E5BCF35}" srcOrd="0" destOrd="0" presId="urn:microsoft.com/office/officeart/2005/8/layout/hierarchy1"/>
    <dgm:cxn modelId="{A26CAFFD-8B25-4AAE-AB51-FE6F8BECC56C}" type="presParOf" srcId="{01123FEE-5DBC-4013-9765-1E2694B155D8}" destId="{E3C3DCC8-65D2-4173-9670-5C7F4416ABD1}" srcOrd="1" destOrd="0" presId="urn:microsoft.com/office/officeart/2005/8/layout/hierarchy1"/>
    <dgm:cxn modelId="{26A97C2D-D928-4E4E-BF4B-645B6EE67C0E}" type="presParOf" srcId="{6C871FB1-C405-4146-B2D2-0EC99FD162CE}" destId="{058A129D-A59E-48CD-9052-CED559949018}" srcOrd="1" destOrd="0" presId="urn:microsoft.com/office/officeart/2005/8/layout/hierarchy1"/>
    <dgm:cxn modelId="{C58F172F-148D-488A-8149-7A3B0F169487}" type="presParOf" srcId="{058A129D-A59E-48CD-9052-CED559949018}" destId="{F420A8D8-39A4-4252-A163-F266AF32BD2A}" srcOrd="0" destOrd="0" presId="urn:microsoft.com/office/officeart/2005/8/layout/hierarchy1"/>
    <dgm:cxn modelId="{E4F3295B-40E6-42E6-97EF-DFB24329E19F}" type="presParOf" srcId="{058A129D-A59E-48CD-9052-CED559949018}" destId="{7AD3442F-82F5-4A03-8340-9F90228E7140}" srcOrd="1" destOrd="0" presId="urn:microsoft.com/office/officeart/2005/8/layout/hierarchy1"/>
    <dgm:cxn modelId="{26176F6A-5C4B-46C0-8147-47CB1D5CC47C}" type="presParOf" srcId="{7AD3442F-82F5-4A03-8340-9F90228E7140}" destId="{2599DB19-266A-472A-A771-7297EB9F8A2B}" srcOrd="0" destOrd="0" presId="urn:microsoft.com/office/officeart/2005/8/layout/hierarchy1"/>
    <dgm:cxn modelId="{2AFC8464-1FBF-46D2-A443-84B240268CD7}" type="presParOf" srcId="{2599DB19-266A-472A-A771-7297EB9F8A2B}" destId="{AE3020A9-7A4A-47C1-91C9-2907B40B9FB3}" srcOrd="0" destOrd="0" presId="urn:microsoft.com/office/officeart/2005/8/layout/hierarchy1"/>
    <dgm:cxn modelId="{F0FEC5FD-6783-4DF2-8208-5B4C26763713}" type="presParOf" srcId="{2599DB19-266A-472A-A771-7297EB9F8A2B}" destId="{03479B01-745D-4514-B8FA-83D1D3DE9501}" srcOrd="1" destOrd="0" presId="urn:microsoft.com/office/officeart/2005/8/layout/hierarchy1"/>
    <dgm:cxn modelId="{50150B0F-0776-488A-9FED-1A6D0AB2A7CB}" type="presParOf" srcId="{7AD3442F-82F5-4A03-8340-9F90228E7140}" destId="{0B2E8D10-C39E-41DD-BA2E-56C4F37C458F}" srcOrd="1" destOrd="0" presId="urn:microsoft.com/office/officeart/2005/8/layout/hierarchy1"/>
    <dgm:cxn modelId="{9E7E7F42-BD03-458C-92EF-36505D842965}" type="presParOf" srcId="{31133EF9-292A-4A18-8512-9B6C9A3BCFC9}" destId="{E99320B9-C3BB-4E50-88AF-08B1C97D5DAE}" srcOrd="4" destOrd="0" presId="urn:microsoft.com/office/officeart/2005/8/layout/hierarchy1"/>
    <dgm:cxn modelId="{142BE4CE-6183-48C2-AAA5-7FA0DDEB7ABB}" type="presParOf" srcId="{31133EF9-292A-4A18-8512-9B6C9A3BCFC9}" destId="{0A8BA80B-9DC1-4E31-B4BA-F15E6C382581}" srcOrd="5" destOrd="0" presId="urn:microsoft.com/office/officeart/2005/8/layout/hierarchy1"/>
    <dgm:cxn modelId="{F186DBAB-21DD-484A-A689-D5A44DD3CB40}" type="presParOf" srcId="{0A8BA80B-9DC1-4E31-B4BA-F15E6C382581}" destId="{6FE540A8-414F-468D-A048-B060937E1EF0}" srcOrd="0" destOrd="0" presId="urn:microsoft.com/office/officeart/2005/8/layout/hierarchy1"/>
    <dgm:cxn modelId="{6FCD649A-FEA5-4DE1-B5F2-5C082F699874}" type="presParOf" srcId="{6FE540A8-414F-468D-A048-B060937E1EF0}" destId="{463B174E-2680-4F7F-BF1A-8B6CA62DDC61}" srcOrd="0" destOrd="0" presId="urn:microsoft.com/office/officeart/2005/8/layout/hierarchy1"/>
    <dgm:cxn modelId="{4B0B5BD4-4379-480E-A8A1-ED670EE46125}" type="presParOf" srcId="{6FE540A8-414F-468D-A048-B060937E1EF0}" destId="{EB7464E5-69E8-465E-8BEA-0FD80F492DFD}" srcOrd="1" destOrd="0" presId="urn:microsoft.com/office/officeart/2005/8/layout/hierarchy1"/>
    <dgm:cxn modelId="{FDAF130C-4E2A-4493-98D9-7C54608E96EE}" type="presParOf" srcId="{0A8BA80B-9DC1-4E31-B4BA-F15E6C382581}" destId="{33F3DAB0-62BC-4AD9-AC13-15EC83F62CBA}" srcOrd="1" destOrd="0" presId="urn:microsoft.com/office/officeart/2005/8/layout/hierarchy1"/>
    <dgm:cxn modelId="{8E365CF6-E2DD-4A46-9C98-83559DA31B0E}" type="presParOf" srcId="{33F3DAB0-62BC-4AD9-AC13-15EC83F62CBA}" destId="{4789DCFD-BE0F-45EE-82ED-491CBF9B0850}" srcOrd="0" destOrd="0" presId="urn:microsoft.com/office/officeart/2005/8/layout/hierarchy1"/>
    <dgm:cxn modelId="{D6AA5E67-1E9F-482D-878F-F6C82AAEDF42}" type="presParOf" srcId="{33F3DAB0-62BC-4AD9-AC13-15EC83F62CBA}" destId="{025BA0C4-1BFB-4A3D-9E66-14AB775B0A29}" srcOrd="1" destOrd="0" presId="urn:microsoft.com/office/officeart/2005/8/layout/hierarchy1"/>
    <dgm:cxn modelId="{753B7C22-305F-485D-9ADA-9A6A079812BD}" type="presParOf" srcId="{025BA0C4-1BFB-4A3D-9E66-14AB775B0A29}" destId="{C43AC50D-6CD5-4012-8AF5-8B0506B70268}" srcOrd="0" destOrd="0" presId="urn:microsoft.com/office/officeart/2005/8/layout/hierarchy1"/>
    <dgm:cxn modelId="{40F5CE53-28E9-422A-A71C-7E5358170FAC}" type="presParOf" srcId="{C43AC50D-6CD5-4012-8AF5-8B0506B70268}" destId="{651D87E8-8A2F-486A-99C7-194E8DE6EF0D}" srcOrd="0" destOrd="0" presId="urn:microsoft.com/office/officeart/2005/8/layout/hierarchy1"/>
    <dgm:cxn modelId="{8EA69532-1921-44D9-AF57-EFFA233C7FBA}" type="presParOf" srcId="{C43AC50D-6CD5-4012-8AF5-8B0506B70268}" destId="{8492C909-95C3-4276-BA60-8CBBDAE9F2E8}" srcOrd="1" destOrd="0" presId="urn:microsoft.com/office/officeart/2005/8/layout/hierarchy1"/>
    <dgm:cxn modelId="{0F7F019E-7675-497A-9236-6D0B543DD77C}" type="presParOf" srcId="{025BA0C4-1BFB-4A3D-9E66-14AB775B0A29}" destId="{241AB9AD-154B-4E80-8445-E073B4B2EB37}" srcOrd="1" destOrd="0" presId="urn:microsoft.com/office/officeart/2005/8/layout/hierarchy1"/>
    <dgm:cxn modelId="{C29310D9-1D6A-453A-A320-C846BD6385B6}" type="presParOf" srcId="{31133EF9-292A-4A18-8512-9B6C9A3BCFC9}" destId="{006B1F4F-E210-4AC7-B0A6-5382F6329934}" srcOrd="6" destOrd="0" presId="urn:microsoft.com/office/officeart/2005/8/layout/hierarchy1"/>
    <dgm:cxn modelId="{EE857F5B-C967-4AA5-B475-16C7518DF95A}" type="presParOf" srcId="{31133EF9-292A-4A18-8512-9B6C9A3BCFC9}" destId="{CDDE8D3F-B34C-432D-B4B9-EAEB311F0A48}" srcOrd="7" destOrd="0" presId="urn:microsoft.com/office/officeart/2005/8/layout/hierarchy1"/>
    <dgm:cxn modelId="{65F6AFF9-4FF5-4028-9571-103F461AB4D9}" type="presParOf" srcId="{CDDE8D3F-B34C-432D-B4B9-EAEB311F0A48}" destId="{63D3DD6A-A151-432D-83E4-340A1CF8D20C}" srcOrd="0" destOrd="0" presId="urn:microsoft.com/office/officeart/2005/8/layout/hierarchy1"/>
    <dgm:cxn modelId="{F1615FD1-84AA-49C0-B4EB-ED7827B34D5D}" type="presParOf" srcId="{63D3DD6A-A151-432D-83E4-340A1CF8D20C}" destId="{1E66954B-0AAF-4EBB-B20E-D5F835853DF1}" srcOrd="0" destOrd="0" presId="urn:microsoft.com/office/officeart/2005/8/layout/hierarchy1"/>
    <dgm:cxn modelId="{9D09BF3A-6808-4D12-9B07-4BCCCFAA34C3}" type="presParOf" srcId="{63D3DD6A-A151-432D-83E4-340A1CF8D20C}" destId="{FCD4E98B-7827-4C36-BA11-CF87D25E8D9F}" srcOrd="1" destOrd="0" presId="urn:microsoft.com/office/officeart/2005/8/layout/hierarchy1"/>
    <dgm:cxn modelId="{23C5C565-25AC-420A-9C52-BF0CFA682A3E}" type="presParOf" srcId="{CDDE8D3F-B34C-432D-B4B9-EAEB311F0A48}" destId="{781FAE62-8348-46FC-B797-D1E054A91E43}" srcOrd="1" destOrd="0" presId="urn:microsoft.com/office/officeart/2005/8/layout/hierarchy1"/>
    <dgm:cxn modelId="{D844A3EC-2E48-4B19-AF90-7048CCB6FDDB}" type="presParOf" srcId="{781FAE62-8348-46FC-B797-D1E054A91E43}" destId="{090BC704-9819-4F38-9B95-FEE183F2BCC7}" srcOrd="0" destOrd="0" presId="urn:microsoft.com/office/officeart/2005/8/layout/hierarchy1"/>
    <dgm:cxn modelId="{F7FDE346-12A3-4022-9D66-DC7EF0F12E0C}" type="presParOf" srcId="{781FAE62-8348-46FC-B797-D1E054A91E43}" destId="{C7AAC532-5DB9-4D41-A8FD-9762B87B5761}" srcOrd="1" destOrd="0" presId="urn:microsoft.com/office/officeart/2005/8/layout/hierarchy1"/>
    <dgm:cxn modelId="{875F5228-94B9-4F92-9569-5AAE0ED99604}" type="presParOf" srcId="{C7AAC532-5DB9-4D41-A8FD-9762B87B5761}" destId="{9F7ED13C-89A5-4DCE-8AF6-808594A75D6E}" srcOrd="0" destOrd="0" presId="urn:microsoft.com/office/officeart/2005/8/layout/hierarchy1"/>
    <dgm:cxn modelId="{A45471DD-C743-40CD-B523-9FA3B109977E}" type="presParOf" srcId="{9F7ED13C-89A5-4DCE-8AF6-808594A75D6E}" destId="{1B3B9EDC-98C2-40BF-AF89-1ED48AF6062C}" srcOrd="0" destOrd="0" presId="urn:microsoft.com/office/officeart/2005/8/layout/hierarchy1"/>
    <dgm:cxn modelId="{C95CD48E-3C7A-4C15-BDA8-728620088D3E}" type="presParOf" srcId="{9F7ED13C-89A5-4DCE-8AF6-808594A75D6E}" destId="{BB947607-5587-47EA-9D58-955A98D229C0}" srcOrd="1" destOrd="0" presId="urn:microsoft.com/office/officeart/2005/8/layout/hierarchy1"/>
    <dgm:cxn modelId="{E1ACFEF3-F42B-4DC8-8A3E-9A535E6C8A9F}" type="presParOf" srcId="{C7AAC532-5DB9-4D41-A8FD-9762B87B5761}" destId="{0046CA81-2F8E-4850-91E6-528738E496F4}" srcOrd="1" destOrd="0" presId="urn:microsoft.com/office/officeart/2005/8/layout/hierarchy1"/>
    <dgm:cxn modelId="{FF9D2999-8419-4B5A-ABA5-3CAB447EEA7F}" type="presParOf" srcId="{31133EF9-292A-4A18-8512-9B6C9A3BCFC9}" destId="{8C681B38-E3BF-40C1-8311-E2E097311417}" srcOrd="8" destOrd="0" presId="urn:microsoft.com/office/officeart/2005/8/layout/hierarchy1"/>
    <dgm:cxn modelId="{7823839B-5DF4-419D-8AE1-DC7D99EB6596}" type="presParOf" srcId="{31133EF9-292A-4A18-8512-9B6C9A3BCFC9}" destId="{AC40B8B3-B153-4359-BCB6-1309B77087AE}" srcOrd="9" destOrd="0" presId="urn:microsoft.com/office/officeart/2005/8/layout/hierarchy1"/>
    <dgm:cxn modelId="{91B088A6-840D-49AC-B234-031ECE5FEE03}" type="presParOf" srcId="{AC40B8B3-B153-4359-BCB6-1309B77087AE}" destId="{FAF2FC97-C93F-4FF8-92EC-002BDF01452B}" srcOrd="0" destOrd="0" presId="urn:microsoft.com/office/officeart/2005/8/layout/hierarchy1"/>
    <dgm:cxn modelId="{C07EE8FB-F67A-496C-8B0A-4611C3110F55}" type="presParOf" srcId="{FAF2FC97-C93F-4FF8-92EC-002BDF01452B}" destId="{F49FDC08-375C-4EA5-8EAE-3EA592EF2A50}" srcOrd="0" destOrd="0" presId="urn:microsoft.com/office/officeart/2005/8/layout/hierarchy1"/>
    <dgm:cxn modelId="{EEEB8CBE-947A-4E1E-A53C-869D1ED99846}" type="presParOf" srcId="{FAF2FC97-C93F-4FF8-92EC-002BDF01452B}" destId="{0C5DB9DB-6BC8-4580-BC1E-B4DF9009F06B}" srcOrd="1" destOrd="0" presId="urn:microsoft.com/office/officeart/2005/8/layout/hierarchy1"/>
    <dgm:cxn modelId="{936CB756-C9D6-4136-8F39-43AA04EB38A1}" type="presParOf" srcId="{AC40B8B3-B153-4359-BCB6-1309B77087AE}" destId="{89D8D943-21B8-40C0-8D63-E18EF88D7A17}" srcOrd="1" destOrd="0" presId="urn:microsoft.com/office/officeart/2005/8/layout/hierarchy1"/>
    <dgm:cxn modelId="{38535B17-5836-4624-918C-34CBB0571860}" type="presParOf" srcId="{89D8D943-21B8-40C0-8D63-E18EF88D7A17}" destId="{DBE95E6A-83D0-4104-AFFE-2401278F18A9}" srcOrd="0" destOrd="0" presId="urn:microsoft.com/office/officeart/2005/8/layout/hierarchy1"/>
    <dgm:cxn modelId="{98938B71-9951-4584-B10A-AC054796826A}" type="presParOf" srcId="{89D8D943-21B8-40C0-8D63-E18EF88D7A17}" destId="{20C7646A-FACC-4AFE-90B4-4688378F47B7}" srcOrd="1" destOrd="0" presId="urn:microsoft.com/office/officeart/2005/8/layout/hierarchy1"/>
    <dgm:cxn modelId="{B059B227-5800-495F-ADCA-865B3831A2D9}" type="presParOf" srcId="{20C7646A-FACC-4AFE-90B4-4688378F47B7}" destId="{88951959-07D4-441E-A68C-911D44FCFA18}" srcOrd="0" destOrd="0" presId="urn:microsoft.com/office/officeart/2005/8/layout/hierarchy1"/>
    <dgm:cxn modelId="{718FB020-8464-4D3B-B76F-DE1079F8DE89}" type="presParOf" srcId="{88951959-07D4-441E-A68C-911D44FCFA18}" destId="{07DB9221-B41F-4EBB-B36E-4A9B80BC617E}" srcOrd="0" destOrd="0" presId="urn:microsoft.com/office/officeart/2005/8/layout/hierarchy1"/>
    <dgm:cxn modelId="{2B7D2880-4CA2-438C-87E6-7E95380F02CB}" type="presParOf" srcId="{88951959-07D4-441E-A68C-911D44FCFA18}" destId="{88F8598E-D5A7-4C15-B175-C24AD306945A}" srcOrd="1" destOrd="0" presId="urn:microsoft.com/office/officeart/2005/8/layout/hierarchy1"/>
    <dgm:cxn modelId="{AF36F3C7-A170-4F36-9D37-8CC777E43F89}" type="presParOf" srcId="{20C7646A-FACC-4AFE-90B4-4688378F47B7}" destId="{F473293A-075C-4097-81D7-F604687FE499}" srcOrd="1" destOrd="0" presId="urn:microsoft.com/office/officeart/2005/8/layout/hierarchy1"/>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4D1C6F-1DD4-41F3-9FA2-BB5944E68E34}"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4B6B6047-84CB-438F-B582-58D81194390F}">
      <dgm:prSet phldrT="[Text]" custT="1"/>
      <dgm:spPr/>
      <dgm:t>
        <a:bodyPr/>
        <a:lstStyle/>
        <a:p>
          <a:r>
            <a:rPr lang="en-US" sz="1400" dirty="0" smtClean="0"/>
            <a:t>State</a:t>
          </a:r>
          <a:endParaRPr lang="en-US" sz="1400" dirty="0"/>
        </a:p>
      </dgm:t>
    </dgm:pt>
    <dgm:pt modelId="{328509B9-9698-486D-8D0F-4E26F4E2D44E}" type="parTrans" cxnId="{19DB0C83-7227-4B92-9B1C-CA8D461477CB}">
      <dgm:prSet/>
      <dgm:spPr/>
      <dgm:t>
        <a:bodyPr/>
        <a:lstStyle/>
        <a:p>
          <a:endParaRPr lang="en-US" sz="1400"/>
        </a:p>
      </dgm:t>
    </dgm:pt>
    <dgm:pt modelId="{34A96F90-C4ED-49F3-B048-1C33C0BE380B}" type="sibTrans" cxnId="{19DB0C83-7227-4B92-9B1C-CA8D461477CB}">
      <dgm:prSet custT="1"/>
      <dgm:spPr/>
      <dgm:t>
        <a:bodyPr/>
        <a:lstStyle/>
        <a:p>
          <a:endParaRPr lang="en-US" sz="1400"/>
        </a:p>
      </dgm:t>
    </dgm:pt>
    <dgm:pt modelId="{7C56F5D4-7958-42AB-B5E7-B2BEAA29CA3C}">
      <dgm:prSet phldrT="[Text]" custT="1"/>
      <dgm:spPr/>
      <dgm:t>
        <a:bodyPr/>
        <a:lstStyle/>
        <a:p>
          <a:r>
            <a:rPr lang="en-US" sz="1400" dirty="0" smtClean="0"/>
            <a:t>Leader Effectiveness Measure</a:t>
          </a:r>
        </a:p>
        <a:p>
          <a:r>
            <a:rPr lang="en-US" sz="1400" dirty="0" smtClean="0"/>
            <a:t>(LEM)</a:t>
          </a:r>
          <a:endParaRPr lang="en-US" sz="1400" dirty="0"/>
        </a:p>
      </dgm:t>
    </dgm:pt>
    <dgm:pt modelId="{E1D75D0D-F7D0-4718-8C7F-7611182D6BEA}" type="parTrans" cxnId="{BC5D8F11-5D7B-4C95-8E8A-348C126EA13C}">
      <dgm:prSet/>
      <dgm:spPr/>
      <dgm:t>
        <a:bodyPr/>
        <a:lstStyle/>
        <a:p>
          <a:endParaRPr lang="en-US" sz="1400"/>
        </a:p>
      </dgm:t>
    </dgm:pt>
    <dgm:pt modelId="{64380654-6DEF-4006-8CE1-41FAE019A68D}" type="sibTrans" cxnId="{BC5D8F11-5D7B-4C95-8E8A-348C126EA13C}">
      <dgm:prSet custT="1"/>
      <dgm:spPr/>
      <dgm:t>
        <a:bodyPr/>
        <a:lstStyle/>
        <a:p>
          <a:endParaRPr lang="en-US" sz="1400"/>
        </a:p>
      </dgm:t>
    </dgm:pt>
    <dgm:pt modelId="{E268B8E0-C5D1-4114-B0BA-86C314879692}">
      <dgm:prSet phldrT="[Text]" custT="1"/>
      <dgm:spPr/>
      <dgm:t>
        <a:bodyPr/>
        <a:lstStyle/>
        <a:p>
          <a:r>
            <a:rPr lang="en-US" sz="1400" dirty="0" smtClean="0"/>
            <a:t>Teacher Effectiveness Measure</a:t>
          </a:r>
        </a:p>
        <a:p>
          <a:r>
            <a:rPr lang="en-US" sz="1400" dirty="0" smtClean="0"/>
            <a:t>(TEM)</a:t>
          </a:r>
          <a:endParaRPr lang="en-US" sz="1400" dirty="0"/>
        </a:p>
      </dgm:t>
    </dgm:pt>
    <dgm:pt modelId="{13C2FDC7-689E-4F05-869F-F7C6867E4CCB}" type="parTrans" cxnId="{D65B7A85-DE95-4A06-9F7B-E823744273AA}">
      <dgm:prSet/>
      <dgm:spPr/>
      <dgm:t>
        <a:bodyPr/>
        <a:lstStyle/>
        <a:p>
          <a:endParaRPr lang="en-US" sz="1400"/>
        </a:p>
      </dgm:t>
    </dgm:pt>
    <dgm:pt modelId="{C7CA7074-0D24-46F7-97A0-BA6FA8A6974A}" type="sibTrans" cxnId="{D65B7A85-DE95-4A06-9F7B-E823744273AA}">
      <dgm:prSet/>
      <dgm:spPr/>
      <dgm:t>
        <a:bodyPr/>
        <a:lstStyle/>
        <a:p>
          <a:endParaRPr lang="en-US" sz="1400"/>
        </a:p>
      </dgm:t>
    </dgm:pt>
    <dgm:pt modelId="{6E370683-55C5-4F7A-9397-C639EF771761}">
      <dgm:prSet custT="1"/>
      <dgm:spPr/>
      <dgm:t>
        <a:bodyPr/>
        <a:lstStyle/>
        <a:p>
          <a:r>
            <a:rPr lang="en-US" sz="1400" dirty="0" smtClean="0"/>
            <a:t>District Effectiveness Measure</a:t>
          </a:r>
        </a:p>
        <a:p>
          <a:r>
            <a:rPr lang="en-US" sz="1400" dirty="0" smtClean="0"/>
            <a:t>(DEM)</a:t>
          </a:r>
          <a:endParaRPr lang="en-US" sz="1400" dirty="0"/>
        </a:p>
      </dgm:t>
    </dgm:pt>
    <dgm:pt modelId="{E72C2372-E445-463F-A0AC-C68DDA2B4AE5}" type="parTrans" cxnId="{E470E774-2096-43FD-B5FA-70D6DB40C722}">
      <dgm:prSet/>
      <dgm:spPr/>
      <dgm:t>
        <a:bodyPr/>
        <a:lstStyle/>
        <a:p>
          <a:endParaRPr lang="en-US" sz="1400"/>
        </a:p>
      </dgm:t>
    </dgm:pt>
    <dgm:pt modelId="{C0E39794-ED2E-421D-95FD-D22837A36708}" type="sibTrans" cxnId="{E470E774-2096-43FD-B5FA-70D6DB40C722}">
      <dgm:prSet custT="1"/>
      <dgm:spPr/>
      <dgm:t>
        <a:bodyPr/>
        <a:lstStyle/>
        <a:p>
          <a:endParaRPr lang="en-US" sz="1400"/>
        </a:p>
      </dgm:t>
    </dgm:pt>
    <dgm:pt modelId="{088DD244-E724-4F06-810B-AD71F8A9F243}" type="pres">
      <dgm:prSet presAssocID="{F64D1C6F-1DD4-41F3-9FA2-BB5944E68E34}" presName="linearFlow" presStyleCnt="0">
        <dgm:presLayoutVars>
          <dgm:resizeHandles val="exact"/>
        </dgm:presLayoutVars>
      </dgm:prSet>
      <dgm:spPr/>
      <dgm:t>
        <a:bodyPr/>
        <a:lstStyle/>
        <a:p>
          <a:endParaRPr lang="en-US"/>
        </a:p>
      </dgm:t>
    </dgm:pt>
    <dgm:pt modelId="{8356E591-ABFC-4FDC-B0E2-193F44005CAB}" type="pres">
      <dgm:prSet presAssocID="{4B6B6047-84CB-438F-B582-58D81194390F}" presName="node" presStyleLbl="node1" presStyleIdx="0" presStyleCnt="4">
        <dgm:presLayoutVars>
          <dgm:bulletEnabled val="1"/>
        </dgm:presLayoutVars>
      </dgm:prSet>
      <dgm:spPr/>
      <dgm:t>
        <a:bodyPr/>
        <a:lstStyle/>
        <a:p>
          <a:endParaRPr lang="en-US"/>
        </a:p>
      </dgm:t>
    </dgm:pt>
    <dgm:pt modelId="{53A7FA9B-8BAF-4D83-B7FB-73686BC38C36}" type="pres">
      <dgm:prSet presAssocID="{34A96F90-C4ED-49F3-B048-1C33C0BE380B}" presName="sibTrans" presStyleLbl="sibTrans2D1" presStyleIdx="0" presStyleCnt="3"/>
      <dgm:spPr/>
      <dgm:t>
        <a:bodyPr/>
        <a:lstStyle/>
        <a:p>
          <a:endParaRPr lang="en-US"/>
        </a:p>
      </dgm:t>
    </dgm:pt>
    <dgm:pt modelId="{D55C641B-14EB-4EED-A916-5D2B2B39DB14}" type="pres">
      <dgm:prSet presAssocID="{34A96F90-C4ED-49F3-B048-1C33C0BE380B}" presName="connectorText" presStyleLbl="sibTrans2D1" presStyleIdx="0" presStyleCnt="3"/>
      <dgm:spPr/>
      <dgm:t>
        <a:bodyPr/>
        <a:lstStyle/>
        <a:p>
          <a:endParaRPr lang="en-US"/>
        </a:p>
      </dgm:t>
    </dgm:pt>
    <dgm:pt modelId="{1ADDC34D-78A6-46AF-B6C2-63E2D8E6725D}" type="pres">
      <dgm:prSet presAssocID="{6E370683-55C5-4F7A-9397-C639EF771761}" presName="node" presStyleLbl="node1" presStyleIdx="1" presStyleCnt="4">
        <dgm:presLayoutVars>
          <dgm:bulletEnabled val="1"/>
        </dgm:presLayoutVars>
      </dgm:prSet>
      <dgm:spPr/>
      <dgm:t>
        <a:bodyPr/>
        <a:lstStyle/>
        <a:p>
          <a:endParaRPr lang="en-US"/>
        </a:p>
      </dgm:t>
    </dgm:pt>
    <dgm:pt modelId="{F02EE1C6-CC1F-4725-968D-138DE9FF2287}" type="pres">
      <dgm:prSet presAssocID="{C0E39794-ED2E-421D-95FD-D22837A36708}" presName="sibTrans" presStyleLbl="sibTrans2D1" presStyleIdx="1" presStyleCnt="3"/>
      <dgm:spPr/>
      <dgm:t>
        <a:bodyPr/>
        <a:lstStyle/>
        <a:p>
          <a:endParaRPr lang="en-US"/>
        </a:p>
      </dgm:t>
    </dgm:pt>
    <dgm:pt modelId="{BFA87A00-5BB4-4D48-B73A-13A2B43276C7}" type="pres">
      <dgm:prSet presAssocID="{C0E39794-ED2E-421D-95FD-D22837A36708}" presName="connectorText" presStyleLbl="sibTrans2D1" presStyleIdx="1" presStyleCnt="3"/>
      <dgm:spPr/>
      <dgm:t>
        <a:bodyPr/>
        <a:lstStyle/>
        <a:p>
          <a:endParaRPr lang="en-US"/>
        </a:p>
      </dgm:t>
    </dgm:pt>
    <dgm:pt modelId="{C74C5CDC-2B72-40C5-A864-0230C11DAD1D}" type="pres">
      <dgm:prSet presAssocID="{7C56F5D4-7958-42AB-B5E7-B2BEAA29CA3C}" presName="node" presStyleLbl="node1" presStyleIdx="2" presStyleCnt="4">
        <dgm:presLayoutVars>
          <dgm:bulletEnabled val="1"/>
        </dgm:presLayoutVars>
      </dgm:prSet>
      <dgm:spPr/>
      <dgm:t>
        <a:bodyPr/>
        <a:lstStyle/>
        <a:p>
          <a:endParaRPr lang="en-US"/>
        </a:p>
      </dgm:t>
    </dgm:pt>
    <dgm:pt modelId="{4F1D68A8-A082-48FC-9504-3CB9F12C97A8}" type="pres">
      <dgm:prSet presAssocID="{64380654-6DEF-4006-8CE1-41FAE019A68D}" presName="sibTrans" presStyleLbl="sibTrans2D1" presStyleIdx="2" presStyleCnt="3"/>
      <dgm:spPr/>
      <dgm:t>
        <a:bodyPr/>
        <a:lstStyle/>
        <a:p>
          <a:endParaRPr lang="en-US"/>
        </a:p>
      </dgm:t>
    </dgm:pt>
    <dgm:pt modelId="{0411979B-79FC-4961-A00F-0F7DA4D560D1}" type="pres">
      <dgm:prSet presAssocID="{64380654-6DEF-4006-8CE1-41FAE019A68D}" presName="connectorText" presStyleLbl="sibTrans2D1" presStyleIdx="2" presStyleCnt="3"/>
      <dgm:spPr/>
      <dgm:t>
        <a:bodyPr/>
        <a:lstStyle/>
        <a:p>
          <a:endParaRPr lang="en-US"/>
        </a:p>
      </dgm:t>
    </dgm:pt>
    <dgm:pt modelId="{538DCFE8-2AE0-4270-B2EB-EB9362F77D48}" type="pres">
      <dgm:prSet presAssocID="{E268B8E0-C5D1-4114-B0BA-86C314879692}" presName="node" presStyleLbl="node1" presStyleIdx="3" presStyleCnt="4">
        <dgm:presLayoutVars>
          <dgm:bulletEnabled val="1"/>
        </dgm:presLayoutVars>
      </dgm:prSet>
      <dgm:spPr/>
      <dgm:t>
        <a:bodyPr/>
        <a:lstStyle/>
        <a:p>
          <a:endParaRPr lang="en-US"/>
        </a:p>
      </dgm:t>
    </dgm:pt>
  </dgm:ptLst>
  <dgm:cxnLst>
    <dgm:cxn modelId="{19DB0C83-7227-4B92-9B1C-CA8D461477CB}" srcId="{F64D1C6F-1DD4-41F3-9FA2-BB5944E68E34}" destId="{4B6B6047-84CB-438F-B582-58D81194390F}" srcOrd="0" destOrd="0" parTransId="{328509B9-9698-486D-8D0F-4E26F4E2D44E}" sibTransId="{34A96F90-C4ED-49F3-B048-1C33C0BE380B}"/>
    <dgm:cxn modelId="{FE0C3C29-7741-46E6-84A1-81370187CEC4}" type="presOf" srcId="{64380654-6DEF-4006-8CE1-41FAE019A68D}" destId="{4F1D68A8-A082-48FC-9504-3CB9F12C97A8}" srcOrd="0" destOrd="0" presId="urn:microsoft.com/office/officeart/2005/8/layout/process2"/>
    <dgm:cxn modelId="{EEBB1E1F-C056-4A56-B30A-3628AD55CFF4}" type="presOf" srcId="{F64D1C6F-1DD4-41F3-9FA2-BB5944E68E34}" destId="{088DD244-E724-4F06-810B-AD71F8A9F243}" srcOrd="0" destOrd="0" presId="urn:microsoft.com/office/officeart/2005/8/layout/process2"/>
    <dgm:cxn modelId="{85C11634-586A-4B3E-B7D5-F203E1076CBD}" type="presOf" srcId="{4B6B6047-84CB-438F-B582-58D81194390F}" destId="{8356E591-ABFC-4FDC-B0E2-193F44005CAB}" srcOrd="0" destOrd="0" presId="urn:microsoft.com/office/officeart/2005/8/layout/process2"/>
    <dgm:cxn modelId="{29437ED3-59A0-4477-A2DF-91CDDF8CEACA}" type="presOf" srcId="{6E370683-55C5-4F7A-9397-C639EF771761}" destId="{1ADDC34D-78A6-46AF-B6C2-63E2D8E6725D}" srcOrd="0" destOrd="0" presId="urn:microsoft.com/office/officeart/2005/8/layout/process2"/>
    <dgm:cxn modelId="{E470E774-2096-43FD-B5FA-70D6DB40C722}" srcId="{F64D1C6F-1DD4-41F3-9FA2-BB5944E68E34}" destId="{6E370683-55C5-4F7A-9397-C639EF771761}" srcOrd="1" destOrd="0" parTransId="{E72C2372-E445-463F-A0AC-C68DDA2B4AE5}" sibTransId="{C0E39794-ED2E-421D-95FD-D22837A36708}"/>
    <dgm:cxn modelId="{39B9261C-298C-41BC-9CE3-80754EC67D12}" type="presOf" srcId="{34A96F90-C4ED-49F3-B048-1C33C0BE380B}" destId="{D55C641B-14EB-4EED-A916-5D2B2B39DB14}" srcOrd="1" destOrd="0" presId="urn:microsoft.com/office/officeart/2005/8/layout/process2"/>
    <dgm:cxn modelId="{D65B7A85-DE95-4A06-9F7B-E823744273AA}" srcId="{F64D1C6F-1DD4-41F3-9FA2-BB5944E68E34}" destId="{E268B8E0-C5D1-4114-B0BA-86C314879692}" srcOrd="3" destOrd="0" parTransId="{13C2FDC7-689E-4F05-869F-F7C6867E4CCB}" sibTransId="{C7CA7074-0D24-46F7-97A0-BA6FA8A6974A}"/>
    <dgm:cxn modelId="{BC5D8F11-5D7B-4C95-8E8A-348C126EA13C}" srcId="{F64D1C6F-1DD4-41F3-9FA2-BB5944E68E34}" destId="{7C56F5D4-7958-42AB-B5E7-B2BEAA29CA3C}" srcOrd="2" destOrd="0" parTransId="{E1D75D0D-F7D0-4718-8C7F-7611182D6BEA}" sibTransId="{64380654-6DEF-4006-8CE1-41FAE019A68D}"/>
    <dgm:cxn modelId="{B0BBBBD2-7B64-42FC-A291-D430B94C026B}" type="presOf" srcId="{64380654-6DEF-4006-8CE1-41FAE019A68D}" destId="{0411979B-79FC-4961-A00F-0F7DA4D560D1}" srcOrd="1" destOrd="0" presId="urn:microsoft.com/office/officeart/2005/8/layout/process2"/>
    <dgm:cxn modelId="{CF7663EE-8B71-4010-86D4-3C9CD851AE73}" type="presOf" srcId="{34A96F90-C4ED-49F3-B048-1C33C0BE380B}" destId="{53A7FA9B-8BAF-4D83-B7FB-73686BC38C36}" srcOrd="0" destOrd="0" presId="urn:microsoft.com/office/officeart/2005/8/layout/process2"/>
    <dgm:cxn modelId="{FFD03120-CDC0-40DB-996B-098D2B2CA616}" type="presOf" srcId="{C0E39794-ED2E-421D-95FD-D22837A36708}" destId="{F02EE1C6-CC1F-4725-968D-138DE9FF2287}" srcOrd="0" destOrd="0" presId="urn:microsoft.com/office/officeart/2005/8/layout/process2"/>
    <dgm:cxn modelId="{0280A1B6-825D-4700-B45A-7FEE6A52CB27}" type="presOf" srcId="{7C56F5D4-7958-42AB-B5E7-B2BEAA29CA3C}" destId="{C74C5CDC-2B72-40C5-A864-0230C11DAD1D}" srcOrd="0" destOrd="0" presId="urn:microsoft.com/office/officeart/2005/8/layout/process2"/>
    <dgm:cxn modelId="{FA203DDD-E660-4418-8DBF-E560A21DAED5}" type="presOf" srcId="{C0E39794-ED2E-421D-95FD-D22837A36708}" destId="{BFA87A00-5BB4-4D48-B73A-13A2B43276C7}" srcOrd="1" destOrd="0" presId="urn:microsoft.com/office/officeart/2005/8/layout/process2"/>
    <dgm:cxn modelId="{421158B0-068F-4E50-A876-A709B88CBFE5}" type="presOf" srcId="{E268B8E0-C5D1-4114-B0BA-86C314879692}" destId="{538DCFE8-2AE0-4270-B2EB-EB9362F77D48}" srcOrd="0" destOrd="0" presId="urn:microsoft.com/office/officeart/2005/8/layout/process2"/>
    <dgm:cxn modelId="{6F049D04-3281-46AD-B9BB-B2CA443E0E1A}" type="presParOf" srcId="{088DD244-E724-4F06-810B-AD71F8A9F243}" destId="{8356E591-ABFC-4FDC-B0E2-193F44005CAB}" srcOrd="0" destOrd="0" presId="urn:microsoft.com/office/officeart/2005/8/layout/process2"/>
    <dgm:cxn modelId="{BB1D3040-2CCC-49F2-91D4-714FB5DC741A}" type="presParOf" srcId="{088DD244-E724-4F06-810B-AD71F8A9F243}" destId="{53A7FA9B-8BAF-4D83-B7FB-73686BC38C36}" srcOrd="1" destOrd="0" presId="urn:microsoft.com/office/officeart/2005/8/layout/process2"/>
    <dgm:cxn modelId="{370550C4-22A1-47D8-AF93-D7B1FAD65FCF}" type="presParOf" srcId="{53A7FA9B-8BAF-4D83-B7FB-73686BC38C36}" destId="{D55C641B-14EB-4EED-A916-5D2B2B39DB14}" srcOrd="0" destOrd="0" presId="urn:microsoft.com/office/officeart/2005/8/layout/process2"/>
    <dgm:cxn modelId="{F8BE38EE-34FB-48B9-9F79-F43580418C37}" type="presParOf" srcId="{088DD244-E724-4F06-810B-AD71F8A9F243}" destId="{1ADDC34D-78A6-46AF-B6C2-63E2D8E6725D}" srcOrd="2" destOrd="0" presId="urn:microsoft.com/office/officeart/2005/8/layout/process2"/>
    <dgm:cxn modelId="{EE31F105-23B4-4B9A-B665-C0C0A31A94C2}" type="presParOf" srcId="{088DD244-E724-4F06-810B-AD71F8A9F243}" destId="{F02EE1C6-CC1F-4725-968D-138DE9FF2287}" srcOrd="3" destOrd="0" presId="urn:microsoft.com/office/officeart/2005/8/layout/process2"/>
    <dgm:cxn modelId="{CAB1DC33-F99C-406F-8B22-E8CEC3F7C58A}" type="presParOf" srcId="{F02EE1C6-CC1F-4725-968D-138DE9FF2287}" destId="{BFA87A00-5BB4-4D48-B73A-13A2B43276C7}" srcOrd="0" destOrd="0" presId="urn:microsoft.com/office/officeart/2005/8/layout/process2"/>
    <dgm:cxn modelId="{3D389DBF-43D5-47CA-B0B4-DA1C5D7DAA5E}" type="presParOf" srcId="{088DD244-E724-4F06-810B-AD71F8A9F243}" destId="{C74C5CDC-2B72-40C5-A864-0230C11DAD1D}" srcOrd="4" destOrd="0" presId="urn:microsoft.com/office/officeart/2005/8/layout/process2"/>
    <dgm:cxn modelId="{A68477D8-9503-4B3A-B9BA-2468DC8984DB}" type="presParOf" srcId="{088DD244-E724-4F06-810B-AD71F8A9F243}" destId="{4F1D68A8-A082-48FC-9504-3CB9F12C97A8}" srcOrd="5" destOrd="0" presId="urn:microsoft.com/office/officeart/2005/8/layout/process2"/>
    <dgm:cxn modelId="{B115E249-5D58-472C-B3E8-B4B093AE576F}" type="presParOf" srcId="{4F1D68A8-A082-48FC-9504-3CB9F12C97A8}" destId="{0411979B-79FC-4961-A00F-0F7DA4D560D1}" srcOrd="0" destOrd="0" presId="urn:microsoft.com/office/officeart/2005/8/layout/process2"/>
    <dgm:cxn modelId="{88483C8C-40A0-4735-9F6D-8C50BA5D2259}" type="presParOf" srcId="{088DD244-E724-4F06-810B-AD71F8A9F243}" destId="{538DCFE8-2AE0-4270-B2EB-EB9362F77D48}" srcOrd="6" destOrd="0" presId="urn:microsoft.com/office/officeart/2005/8/layout/process2"/>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4D1C6F-1DD4-41F3-9FA2-BB5944E68E34}"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4B6B6047-84CB-438F-B582-58D81194390F}">
      <dgm:prSet phldrT="[Text]" custT="1"/>
      <dgm:spPr/>
      <dgm:t>
        <a:bodyPr/>
        <a:lstStyle/>
        <a:p>
          <a:r>
            <a:rPr lang="en-US" sz="1400" dirty="0" smtClean="0"/>
            <a:t>State</a:t>
          </a:r>
          <a:endParaRPr lang="en-US" sz="1400" dirty="0"/>
        </a:p>
      </dgm:t>
    </dgm:pt>
    <dgm:pt modelId="{328509B9-9698-486D-8D0F-4E26F4E2D44E}" type="parTrans" cxnId="{19DB0C83-7227-4B92-9B1C-CA8D461477CB}">
      <dgm:prSet/>
      <dgm:spPr/>
      <dgm:t>
        <a:bodyPr/>
        <a:lstStyle/>
        <a:p>
          <a:endParaRPr lang="en-US" sz="1400"/>
        </a:p>
      </dgm:t>
    </dgm:pt>
    <dgm:pt modelId="{34A96F90-C4ED-49F3-B048-1C33C0BE380B}" type="sibTrans" cxnId="{19DB0C83-7227-4B92-9B1C-CA8D461477CB}">
      <dgm:prSet custT="1"/>
      <dgm:spPr/>
      <dgm:t>
        <a:bodyPr/>
        <a:lstStyle/>
        <a:p>
          <a:endParaRPr lang="en-US" sz="1400"/>
        </a:p>
      </dgm:t>
    </dgm:pt>
    <dgm:pt modelId="{7C56F5D4-7958-42AB-B5E7-B2BEAA29CA3C}">
      <dgm:prSet phldrT="[Text]" custT="1"/>
      <dgm:spPr/>
      <dgm:t>
        <a:bodyPr/>
        <a:lstStyle/>
        <a:p>
          <a:r>
            <a:rPr lang="en-US" sz="1400" dirty="0" smtClean="0"/>
            <a:t>School Leaders</a:t>
          </a:r>
          <a:endParaRPr lang="en-US" sz="1400" dirty="0"/>
        </a:p>
      </dgm:t>
    </dgm:pt>
    <dgm:pt modelId="{E1D75D0D-F7D0-4718-8C7F-7611182D6BEA}" type="parTrans" cxnId="{BC5D8F11-5D7B-4C95-8E8A-348C126EA13C}">
      <dgm:prSet/>
      <dgm:spPr/>
      <dgm:t>
        <a:bodyPr/>
        <a:lstStyle/>
        <a:p>
          <a:endParaRPr lang="en-US" sz="1400"/>
        </a:p>
      </dgm:t>
    </dgm:pt>
    <dgm:pt modelId="{64380654-6DEF-4006-8CE1-41FAE019A68D}" type="sibTrans" cxnId="{BC5D8F11-5D7B-4C95-8E8A-348C126EA13C}">
      <dgm:prSet custT="1"/>
      <dgm:spPr/>
      <dgm:t>
        <a:bodyPr/>
        <a:lstStyle/>
        <a:p>
          <a:endParaRPr lang="en-US" sz="1400"/>
        </a:p>
      </dgm:t>
    </dgm:pt>
    <dgm:pt modelId="{E268B8E0-C5D1-4114-B0BA-86C314879692}">
      <dgm:prSet phldrT="[Text]" custT="1"/>
      <dgm:spPr/>
      <dgm:t>
        <a:bodyPr/>
        <a:lstStyle/>
        <a:p>
          <a:r>
            <a:rPr lang="en-US" sz="1400" dirty="0" smtClean="0"/>
            <a:t>Teachers</a:t>
          </a:r>
          <a:endParaRPr lang="en-US" sz="1400" dirty="0"/>
        </a:p>
      </dgm:t>
    </dgm:pt>
    <dgm:pt modelId="{13C2FDC7-689E-4F05-869F-F7C6867E4CCB}" type="parTrans" cxnId="{D65B7A85-DE95-4A06-9F7B-E823744273AA}">
      <dgm:prSet/>
      <dgm:spPr/>
      <dgm:t>
        <a:bodyPr/>
        <a:lstStyle/>
        <a:p>
          <a:endParaRPr lang="en-US" sz="1400"/>
        </a:p>
      </dgm:t>
    </dgm:pt>
    <dgm:pt modelId="{C7CA7074-0D24-46F7-97A0-BA6FA8A6974A}" type="sibTrans" cxnId="{D65B7A85-DE95-4A06-9F7B-E823744273AA}">
      <dgm:prSet/>
      <dgm:spPr/>
      <dgm:t>
        <a:bodyPr/>
        <a:lstStyle/>
        <a:p>
          <a:endParaRPr lang="en-US" sz="1400"/>
        </a:p>
      </dgm:t>
    </dgm:pt>
    <dgm:pt modelId="{6E370683-55C5-4F7A-9397-C639EF771761}">
      <dgm:prSet custT="1"/>
      <dgm:spPr/>
      <dgm:t>
        <a:bodyPr/>
        <a:lstStyle/>
        <a:p>
          <a:r>
            <a:rPr lang="en-US" sz="1400" dirty="0" smtClean="0"/>
            <a:t>Teacher and Leader Preparation Program Effective Measure</a:t>
          </a:r>
        </a:p>
        <a:p>
          <a:r>
            <a:rPr lang="en-US" sz="1400" dirty="0" smtClean="0"/>
            <a:t>(TPPEM and LPPEM)</a:t>
          </a:r>
          <a:endParaRPr lang="en-US" sz="1400" dirty="0"/>
        </a:p>
      </dgm:t>
    </dgm:pt>
    <dgm:pt modelId="{E72C2372-E445-463F-A0AC-C68DDA2B4AE5}" type="parTrans" cxnId="{E470E774-2096-43FD-B5FA-70D6DB40C722}">
      <dgm:prSet/>
      <dgm:spPr/>
      <dgm:t>
        <a:bodyPr/>
        <a:lstStyle/>
        <a:p>
          <a:endParaRPr lang="en-US" sz="1400"/>
        </a:p>
      </dgm:t>
    </dgm:pt>
    <dgm:pt modelId="{C0E39794-ED2E-421D-95FD-D22837A36708}" type="sibTrans" cxnId="{E470E774-2096-43FD-B5FA-70D6DB40C722}">
      <dgm:prSet custT="1"/>
      <dgm:spPr/>
      <dgm:t>
        <a:bodyPr/>
        <a:lstStyle/>
        <a:p>
          <a:endParaRPr lang="en-US" sz="1400"/>
        </a:p>
      </dgm:t>
    </dgm:pt>
    <dgm:pt modelId="{088DD244-E724-4F06-810B-AD71F8A9F243}" type="pres">
      <dgm:prSet presAssocID="{F64D1C6F-1DD4-41F3-9FA2-BB5944E68E34}" presName="linearFlow" presStyleCnt="0">
        <dgm:presLayoutVars>
          <dgm:resizeHandles val="exact"/>
        </dgm:presLayoutVars>
      </dgm:prSet>
      <dgm:spPr/>
      <dgm:t>
        <a:bodyPr/>
        <a:lstStyle/>
        <a:p>
          <a:endParaRPr lang="en-US"/>
        </a:p>
      </dgm:t>
    </dgm:pt>
    <dgm:pt modelId="{8356E591-ABFC-4FDC-B0E2-193F44005CAB}" type="pres">
      <dgm:prSet presAssocID="{4B6B6047-84CB-438F-B582-58D81194390F}" presName="node" presStyleLbl="node1" presStyleIdx="0" presStyleCnt="4">
        <dgm:presLayoutVars>
          <dgm:bulletEnabled val="1"/>
        </dgm:presLayoutVars>
      </dgm:prSet>
      <dgm:spPr/>
      <dgm:t>
        <a:bodyPr/>
        <a:lstStyle/>
        <a:p>
          <a:endParaRPr lang="en-US"/>
        </a:p>
      </dgm:t>
    </dgm:pt>
    <dgm:pt modelId="{53A7FA9B-8BAF-4D83-B7FB-73686BC38C36}" type="pres">
      <dgm:prSet presAssocID="{34A96F90-C4ED-49F3-B048-1C33C0BE380B}" presName="sibTrans" presStyleLbl="sibTrans2D1" presStyleIdx="0" presStyleCnt="3"/>
      <dgm:spPr/>
      <dgm:t>
        <a:bodyPr/>
        <a:lstStyle/>
        <a:p>
          <a:endParaRPr lang="en-US"/>
        </a:p>
      </dgm:t>
    </dgm:pt>
    <dgm:pt modelId="{D55C641B-14EB-4EED-A916-5D2B2B39DB14}" type="pres">
      <dgm:prSet presAssocID="{34A96F90-C4ED-49F3-B048-1C33C0BE380B}" presName="connectorText" presStyleLbl="sibTrans2D1" presStyleIdx="0" presStyleCnt="3"/>
      <dgm:spPr/>
      <dgm:t>
        <a:bodyPr/>
        <a:lstStyle/>
        <a:p>
          <a:endParaRPr lang="en-US"/>
        </a:p>
      </dgm:t>
    </dgm:pt>
    <dgm:pt modelId="{1ADDC34D-78A6-46AF-B6C2-63E2D8E6725D}" type="pres">
      <dgm:prSet presAssocID="{6E370683-55C5-4F7A-9397-C639EF771761}" presName="node" presStyleLbl="node1" presStyleIdx="1" presStyleCnt="4">
        <dgm:presLayoutVars>
          <dgm:bulletEnabled val="1"/>
        </dgm:presLayoutVars>
      </dgm:prSet>
      <dgm:spPr/>
      <dgm:t>
        <a:bodyPr/>
        <a:lstStyle/>
        <a:p>
          <a:endParaRPr lang="en-US"/>
        </a:p>
      </dgm:t>
    </dgm:pt>
    <dgm:pt modelId="{F02EE1C6-CC1F-4725-968D-138DE9FF2287}" type="pres">
      <dgm:prSet presAssocID="{C0E39794-ED2E-421D-95FD-D22837A36708}" presName="sibTrans" presStyleLbl="sibTrans2D1" presStyleIdx="1" presStyleCnt="3"/>
      <dgm:spPr/>
      <dgm:t>
        <a:bodyPr/>
        <a:lstStyle/>
        <a:p>
          <a:endParaRPr lang="en-US"/>
        </a:p>
      </dgm:t>
    </dgm:pt>
    <dgm:pt modelId="{BFA87A00-5BB4-4D48-B73A-13A2B43276C7}" type="pres">
      <dgm:prSet presAssocID="{C0E39794-ED2E-421D-95FD-D22837A36708}" presName="connectorText" presStyleLbl="sibTrans2D1" presStyleIdx="1" presStyleCnt="3"/>
      <dgm:spPr/>
      <dgm:t>
        <a:bodyPr/>
        <a:lstStyle/>
        <a:p>
          <a:endParaRPr lang="en-US"/>
        </a:p>
      </dgm:t>
    </dgm:pt>
    <dgm:pt modelId="{C74C5CDC-2B72-40C5-A864-0230C11DAD1D}" type="pres">
      <dgm:prSet presAssocID="{7C56F5D4-7958-42AB-B5E7-B2BEAA29CA3C}" presName="node" presStyleLbl="node1" presStyleIdx="2" presStyleCnt="4">
        <dgm:presLayoutVars>
          <dgm:bulletEnabled val="1"/>
        </dgm:presLayoutVars>
      </dgm:prSet>
      <dgm:spPr/>
      <dgm:t>
        <a:bodyPr/>
        <a:lstStyle/>
        <a:p>
          <a:endParaRPr lang="en-US"/>
        </a:p>
      </dgm:t>
    </dgm:pt>
    <dgm:pt modelId="{4F1D68A8-A082-48FC-9504-3CB9F12C97A8}" type="pres">
      <dgm:prSet presAssocID="{64380654-6DEF-4006-8CE1-41FAE019A68D}" presName="sibTrans" presStyleLbl="sibTrans2D1" presStyleIdx="2" presStyleCnt="3"/>
      <dgm:spPr/>
      <dgm:t>
        <a:bodyPr/>
        <a:lstStyle/>
        <a:p>
          <a:endParaRPr lang="en-US"/>
        </a:p>
      </dgm:t>
    </dgm:pt>
    <dgm:pt modelId="{0411979B-79FC-4961-A00F-0F7DA4D560D1}" type="pres">
      <dgm:prSet presAssocID="{64380654-6DEF-4006-8CE1-41FAE019A68D}" presName="connectorText" presStyleLbl="sibTrans2D1" presStyleIdx="2" presStyleCnt="3"/>
      <dgm:spPr/>
      <dgm:t>
        <a:bodyPr/>
        <a:lstStyle/>
        <a:p>
          <a:endParaRPr lang="en-US"/>
        </a:p>
      </dgm:t>
    </dgm:pt>
    <dgm:pt modelId="{538DCFE8-2AE0-4270-B2EB-EB9362F77D48}" type="pres">
      <dgm:prSet presAssocID="{E268B8E0-C5D1-4114-B0BA-86C314879692}" presName="node" presStyleLbl="node1" presStyleIdx="3" presStyleCnt="4">
        <dgm:presLayoutVars>
          <dgm:bulletEnabled val="1"/>
        </dgm:presLayoutVars>
      </dgm:prSet>
      <dgm:spPr/>
      <dgm:t>
        <a:bodyPr/>
        <a:lstStyle/>
        <a:p>
          <a:endParaRPr lang="en-US"/>
        </a:p>
      </dgm:t>
    </dgm:pt>
  </dgm:ptLst>
  <dgm:cxnLst>
    <dgm:cxn modelId="{19DB0C83-7227-4B92-9B1C-CA8D461477CB}" srcId="{F64D1C6F-1DD4-41F3-9FA2-BB5944E68E34}" destId="{4B6B6047-84CB-438F-B582-58D81194390F}" srcOrd="0" destOrd="0" parTransId="{328509B9-9698-486D-8D0F-4E26F4E2D44E}" sibTransId="{34A96F90-C4ED-49F3-B048-1C33C0BE380B}"/>
    <dgm:cxn modelId="{F5DD7B3F-9EB4-4C35-957E-548DD466DADA}" type="presOf" srcId="{C0E39794-ED2E-421D-95FD-D22837A36708}" destId="{F02EE1C6-CC1F-4725-968D-138DE9FF2287}" srcOrd="0" destOrd="0" presId="urn:microsoft.com/office/officeart/2005/8/layout/process2"/>
    <dgm:cxn modelId="{0ABCC850-4126-40F4-8FE5-D466BB99074D}" type="presOf" srcId="{64380654-6DEF-4006-8CE1-41FAE019A68D}" destId="{4F1D68A8-A082-48FC-9504-3CB9F12C97A8}" srcOrd="0" destOrd="0" presId="urn:microsoft.com/office/officeart/2005/8/layout/process2"/>
    <dgm:cxn modelId="{E470E774-2096-43FD-B5FA-70D6DB40C722}" srcId="{F64D1C6F-1DD4-41F3-9FA2-BB5944E68E34}" destId="{6E370683-55C5-4F7A-9397-C639EF771761}" srcOrd="1" destOrd="0" parTransId="{E72C2372-E445-463F-A0AC-C68DDA2B4AE5}" sibTransId="{C0E39794-ED2E-421D-95FD-D22837A36708}"/>
    <dgm:cxn modelId="{EB1259D1-ED78-41A7-B1FC-4EF21D005939}" type="presOf" srcId="{F64D1C6F-1DD4-41F3-9FA2-BB5944E68E34}" destId="{088DD244-E724-4F06-810B-AD71F8A9F243}" srcOrd="0" destOrd="0" presId="urn:microsoft.com/office/officeart/2005/8/layout/process2"/>
    <dgm:cxn modelId="{F7A601C9-59D9-4BDA-AC97-4AB2634D03CE}" type="presOf" srcId="{7C56F5D4-7958-42AB-B5E7-B2BEAA29CA3C}" destId="{C74C5CDC-2B72-40C5-A864-0230C11DAD1D}" srcOrd="0" destOrd="0" presId="urn:microsoft.com/office/officeart/2005/8/layout/process2"/>
    <dgm:cxn modelId="{D98C611B-F028-44DC-AD90-F34F341100A1}" type="presOf" srcId="{C0E39794-ED2E-421D-95FD-D22837A36708}" destId="{BFA87A00-5BB4-4D48-B73A-13A2B43276C7}" srcOrd="1" destOrd="0" presId="urn:microsoft.com/office/officeart/2005/8/layout/process2"/>
    <dgm:cxn modelId="{D65B7A85-DE95-4A06-9F7B-E823744273AA}" srcId="{F64D1C6F-1DD4-41F3-9FA2-BB5944E68E34}" destId="{E268B8E0-C5D1-4114-B0BA-86C314879692}" srcOrd="3" destOrd="0" parTransId="{13C2FDC7-689E-4F05-869F-F7C6867E4CCB}" sibTransId="{C7CA7074-0D24-46F7-97A0-BA6FA8A6974A}"/>
    <dgm:cxn modelId="{BC5D8F11-5D7B-4C95-8E8A-348C126EA13C}" srcId="{F64D1C6F-1DD4-41F3-9FA2-BB5944E68E34}" destId="{7C56F5D4-7958-42AB-B5E7-B2BEAA29CA3C}" srcOrd="2" destOrd="0" parTransId="{E1D75D0D-F7D0-4718-8C7F-7611182D6BEA}" sibTransId="{64380654-6DEF-4006-8CE1-41FAE019A68D}"/>
    <dgm:cxn modelId="{68D556DF-7737-442A-9AE9-FF4D375CE0D6}" type="presOf" srcId="{E268B8E0-C5D1-4114-B0BA-86C314879692}" destId="{538DCFE8-2AE0-4270-B2EB-EB9362F77D48}" srcOrd="0" destOrd="0" presId="urn:microsoft.com/office/officeart/2005/8/layout/process2"/>
    <dgm:cxn modelId="{E1B4AEDA-3E4A-4515-84DE-268C5E47202E}" type="presOf" srcId="{6E370683-55C5-4F7A-9397-C639EF771761}" destId="{1ADDC34D-78A6-46AF-B6C2-63E2D8E6725D}" srcOrd="0" destOrd="0" presId="urn:microsoft.com/office/officeart/2005/8/layout/process2"/>
    <dgm:cxn modelId="{F8CA6000-3162-47CC-887F-308522AB810F}" type="presOf" srcId="{4B6B6047-84CB-438F-B582-58D81194390F}" destId="{8356E591-ABFC-4FDC-B0E2-193F44005CAB}" srcOrd="0" destOrd="0" presId="urn:microsoft.com/office/officeart/2005/8/layout/process2"/>
    <dgm:cxn modelId="{64C51ACE-FAA7-4919-920D-C5C803C9D674}" type="presOf" srcId="{64380654-6DEF-4006-8CE1-41FAE019A68D}" destId="{0411979B-79FC-4961-A00F-0F7DA4D560D1}" srcOrd="1" destOrd="0" presId="urn:microsoft.com/office/officeart/2005/8/layout/process2"/>
    <dgm:cxn modelId="{0AE0EF38-AEA9-4C54-BA72-E545C94523B9}" type="presOf" srcId="{34A96F90-C4ED-49F3-B048-1C33C0BE380B}" destId="{53A7FA9B-8BAF-4D83-B7FB-73686BC38C36}" srcOrd="0" destOrd="0" presId="urn:microsoft.com/office/officeart/2005/8/layout/process2"/>
    <dgm:cxn modelId="{AC14F588-59E0-4B01-8B0F-956CCB00093E}" type="presOf" srcId="{34A96F90-C4ED-49F3-B048-1C33C0BE380B}" destId="{D55C641B-14EB-4EED-A916-5D2B2B39DB14}" srcOrd="1" destOrd="0" presId="urn:microsoft.com/office/officeart/2005/8/layout/process2"/>
    <dgm:cxn modelId="{BBABC64D-3278-4D0B-B64B-D308534BA8AF}" type="presParOf" srcId="{088DD244-E724-4F06-810B-AD71F8A9F243}" destId="{8356E591-ABFC-4FDC-B0E2-193F44005CAB}" srcOrd="0" destOrd="0" presId="urn:microsoft.com/office/officeart/2005/8/layout/process2"/>
    <dgm:cxn modelId="{7ACFE2CC-B078-4E02-82F2-45A633CF42E5}" type="presParOf" srcId="{088DD244-E724-4F06-810B-AD71F8A9F243}" destId="{53A7FA9B-8BAF-4D83-B7FB-73686BC38C36}" srcOrd="1" destOrd="0" presId="urn:microsoft.com/office/officeart/2005/8/layout/process2"/>
    <dgm:cxn modelId="{F5CB377A-EB0F-47E9-91CA-1F57ADE7CB11}" type="presParOf" srcId="{53A7FA9B-8BAF-4D83-B7FB-73686BC38C36}" destId="{D55C641B-14EB-4EED-A916-5D2B2B39DB14}" srcOrd="0" destOrd="0" presId="urn:microsoft.com/office/officeart/2005/8/layout/process2"/>
    <dgm:cxn modelId="{2102F5EB-704D-499C-8A94-EFD7344D8063}" type="presParOf" srcId="{088DD244-E724-4F06-810B-AD71F8A9F243}" destId="{1ADDC34D-78A6-46AF-B6C2-63E2D8E6725D}" srcOrd="2" destOrd="0" presId="urn:microsoft.com/office/officeart/2005/8/layout/process2"/>
    <dgm:cxn modelId="{BD7DE32C-1D44-4B15-B6E5-DE0EFB72CAC7}" type="presParOf" srcId="{088DD244-E724-4F06-810B-AD71F8A9F243}" destId="{F02EE1C6-CC1F-4725-968D-138DE9FF2287}" srcOrd="3" destOrd="0" presId="urn:microsoft.com/office/officeart/2005/8/layout/process2"/>
    <dgm:cxn modelId="{88EA4EA9-E6F2-419D-B3BC-A25CC4E06B5C}" type="presParOf" srcId="{F02EE1C6-CC1F-4725-968D-138DE9FF2287}" destId="{BFA87A00-5BB4-4D48-B73A-13A2B43276C7}" srcOrd="0" destOrd="0" presId="urn:microsoft.com/office/officeart/2005/8/layout/process2"/>
    <dgm:cxn modelId="{618F578D-5465-476F-87C8-6BA2D5B62449}" type="presParOf" srcId="{088DD244-E724-4F06-810B-AD71F8A9F243}" destId="{C74C5CDC-2B72-40C5-A864-0230C11DAD1D}" srcOrd="4" destOrd="0" presId="urn:microsoft.com/office/officeart/2005/8/layout/process2"/>
    <dgm:cxn modelId="{009FAB57-6718-4D35-B017-2B0CA99E4828}" type="presParOf" srcId="{088DD244-E724-4F06-810B-AD71F8A9F243}" destId="{4F1D68A8-A082-48FC-9504-3CB9F12C97A8}" srcOrd="5" destOrd="0" presId="urn:microsoft.com/office/officeart/2005/8/layout/process2"/>
    <dgm:cxn modelId="{C7B0DE58-EBB1-4B1B-9D4E-BBEF2F2872F5}" type="presParOf" srcId="{4F1D68A8-A082-48FC-9504-3CB9F12C97A8}" destId="{0411979B-79FC-4961-A00F-0F7DA4D560D1}" srcOrd="0" destOrd="0" presId="urn:microsoft.com/office/officeart/2005/8/layout/process2"/>
    <dgm:cxn modelId="{5F5D78A0-4094-4950-A5A0-096407A10851}" type="presParOf" srcId="{088DD244-E724-4F06-810B-AD71F8A9F243}" destId="{538DCFE8-2AE0-4270-B2EB-EB9362F77D48}" srcOrd="6" destOrd="0" presId="urn:microsoft.com/office/officeart/2005/8/layout/process2"/>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BF4164F-A0EB-4BE1-ACBD-2AFEA5D3F74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2FF5D40-5F79-4E1C-82FA-9864328B13B3}">
      <dgm:prSet phldrT="[Text]" custT="1"/>
      <dgm:spPr/>
      <dgm:t>
        <a:bodyPr/>
        <a:lstStyle/>
        <a:p>
          <a:r>
            <a:rPr lang="en-US" sz="1200" dirty="0" smtClean="0"/>
            <a:t>Teacher Effectiveness Measure</a:t>
          </a:r>
        </a:p>
        <a:p>
          <a:r>
            <a:rPr lang="en-US" sz="1200" dirty="0" smtClean="0"/>
            <a:t>(TEM)</a:t>
          </a:r>
          <a:endParaRPr lang="en-US" sz="1200" dirty="0"/>
        </a:p>
      </dgm:t>
    </dgm:pt>
    <dgm:pt modelId="{7718BAE4-3A3B-4DBF-BC64-8577D5050EA7}" type="parTrans" cxnId="{B229282A-F3D3-41FE-B787-76685BB365F6}">
      <dgm:prSet/>
      <dgm:spPr/>
      <dgm:t>
        <a:bodyPr/>
        <a:lstStyle/>
        <a:p>
          <a:endParaRPr lang="en-US"/>
        </a:p>
      </dgm:t>
    </dgm:pt>
    <dgm:pt modelId="{58400A9A-86AD-42AB-A411-1B42BBD3CC42}" type="sibTrans" cxnId="{B229282A-F3D3-41FE-B787-76685BB365F6}">
      <dgm:prSet/>
      <dgm:spPr/>
      <dgm:t>
        <a:bodyPr/>
        <a:lstStyle/>
        <a:p>
          <a:endParaRPr lang="en-US"/>
        </a:p>
      </dgm:t>
    </dgm:pt>
    <dgm:pt modelId="{EFBA1C8E-2D79-4CCD-9197-32A591D9DFE1}">
      <dgm:prSet phldrT="[Text]" custT="1"/>
      <dgm:spPr/>
      <dgm:t>
        <a:bodyPr/>
        <a:lstStyle/>
        <a:p>
          <a:r>
            <a:rPr lang="en-US" sz="1200" dirty="0" smtClean="0"/>
            <a:t>Qualitative (Rubrics-based) Evaluation</a:t>
          </a:r>
        </a:p>
        <a:p>
          <a:r>
            <a:rPr lang="en-US" sz="1200" dirty="0" smtClean="0"/>
            <a:t>30% Core</a:t>
          </a:r>
        </a:p>
        <a:p>
          <a:r>
            <a:rPr lang="en-US" sz="1200" dirty="0" smtClean="0"/>
            <a:t>60% Non-Core</a:t>
          </a:r>
          <a:endParaRPr lang="en-US" sz="1200" dirty="0"/>
        </a:p>
      </dgm:t>
    </dgm:pt>
    <dgm:pt modelId="{C2FDBF3C-8F13-4FA8-BEDC-EBFF83BBB370}" type="parTrans" cxnId="{AF5D2D66-7F6D-4A96-9078-6D9671A61CCD}">
      <dgm:prSet/>
      <dgm:spPr/>
      <dgm:t>
        <a:bodyPr/>
        <a:lstStyle/>
        <a:p>
          <a:endParaRPr lang="en-US"/>
        </a:p>
      </dgm:t>
    </dgm:pt>
    <dgm:pt modelId="{4E3CD356-0AF9-4C92-91F6-A05C23DD1AE5}" type="sibTrans" cxnId="{AF5D2D66-7F6D-4A96-9078-6D9671A61CCD}">
      <dgm:prSet/>
      <dgm:spPr/>
      <dgm:t>
        <a:bodyPr/>
        <a:lstStyle/>
        <a:p>
          <a:endParaRPr lang="en-US"/>
        </a:p>
      </dgm:t>
    </dgm:pt>
    <dgm:pt modelId="{B1E86AF0-F2E5-4417-BEC3-9A91F63EC762}">
      <dgm:prSet phldrT="[Text]" custT="1"/>
      <dgm:spPr/>
      <dgm:t>
        <a:bodyPr/>
        <a:lstStyle/>
        <a:p>
          <a:r>
            <a:rPr lang="en-US" sz="1200" dirty="0" smtClean="0"/>
            <a:t>Class-level Value –Added/Growth Score</a:t>
          </a:r>
        </a:p>
        <a:p>
          <a:r>
            <a:rPr lang="en-US" sz="1200" dirty="0" smtClean="0"/>
            <a:t>50% Core</a:t>
          </a:r>
        </a:p>
        <a:p>
          <a:r>
            <a:rPr lang="en-US" sz="1200" dirty="0" smtClean="0"/>
            <a:t>0% Non-Core</a:t>
          </a:r>
          <a:endParaRPr lang="en-US" sz="1200" dirty="0"/>
        </a:p>
      </dgm:t>
    </dgm:pt>
    <dgm:pt modelId="{98C12478-5F8F-4B34-BD08-791979461D61}" type="parTrans" cxnId="{43068243-E540-449E-821C-2291149E7BB8}">
      <dgm:prSet/>
      <dgm:spPr/>
      <dgm:t>
        <a:bodyPr/>
        <a:lstStyle/>
        <a:p>
          <a:endParaRPr lang="en-US"/>
        </a:p>
      </dgm:t>
    </dgm:pt>
    <dgm:pt modelId="{F05E9CAB-840B-4A0D-8605-4C621CF6003E}" type="sibTrans" cxnId="{43068243-E540-449E-821C-2291149E7BB8}">
      <dgm:prSet/>
      <dgm:spPr/>
      <dgm:t>
        <a:bodyPr/>
        <a:lstStyle/>
        <a:p>
          <a:endParaRPr lang="en-US"/>
        </a:p>
      </dgm:t>
    </dgm:pt>
    <dgm:pt modelId="{6CC1EAF8-CCDD-4968-BBAE-D0AE6D28BDDA}">
      <dgm:prSet phldrT="[Text]" custT="1"/>
      <dgm:spPr/>
      <dgm:t>
        <a:bodyPr/>
        <a:lstStyle/>
        <a:p>
          <a:r>
            <a:rPr lang="en-US" sz="1200" dirty="0" smtClean="0"/>
            <a:t>Other Quantitative Measures</a:t>
          </a:r>
        </a:p>
        <a:p>
          <a:r>
            <a:rPr lang="en-US" sz="1200" dirty="0" smtClean="0"/>
            <a:t>10% Core</a:t>
          </a:r>
        </a:p>
        <a:p>
          <a:r>
            <a:rPr lang="en-US" sz="1200" dirty="0" smtClean="0"/>
            <a:t>40% Non-Core</a:t>
          </a:r>
          <a:endParaRPr lang="en-US" sz="1200" dirty="0"/>
        </a:p>
      </dgm:t>
    </dgm:pt>
    <dgm:pt modelId="{757B22BC-5C64-446D-ACE1-4978C324AF55}" type="parTrans" cxnId="{C00A4C1E-00E0-493E-9B43-6150FA8E5635}">
      <dgm:prSet/>
      <dgm:spPr/>
      <dgm:t>
        <a:bodyPr/>
        <a:lstStyle/>
        <a:p>
          <a:endParaRPr lang="en-US"/>
        </a:p>
      </dgm:t>
    </dgm:pt>
    <dgm:pt modelId="{1378B22B-3F96-4143-B09A-E9F55F43E32C}" type="sibTrans" cxnId="{C00A4C1E-00E0-493E-9B43-6150FA8E5635}">
      <dgm:prSet/>
      <dgm:spPr/>
      <dgm:t>
        <a:bodyPr/>
        <a:lstStyle/>
        <a:p>
          <a:endParaRPr lang="en-US"/>
        </a:p>
      </dgm:t>
    </dgm:pt>
    <dgm:pt modelId="{4862E303-BA37-40B5-B43C-134CE8EE18BB}">
      <dgm:prSet custT="1"/>
      <dgm:spPr/>
      <dgm:t>
        <a:bodyPr/>
        <a:lstStyle/>
        <a:p>
          <a:r>
            <a:rPr lang="en-US" sz="1200" dirty="0" smtClean="0"/>
            <a:t>Student Achievement Gap Reduction</a:t>
          </a:r>
        </a:p>
        <a:p>
          <a:r>
            <a:rPr lang="en-US" sz="1200" dirty="0" smtClean="0"/>
            <a:t>10% Core</a:t>
          </a:r>
        </a:p>
        <a:p>
          <a:r>
            <a:rPr lang="en-US" sz="1200" dirty="0" smtClean="0"/>
            <a:t>0% Non-Core</a:t>
          </a:r>
          <a:endParaRPr lang="en-US" sz="1200" dirty="0"/>
        </a:p>
      </dgm:t>
    </dgm:pt>
    <dgm:pt modelId="{9194D753-EE9D-46AF-9F4F-C878EEF2CF85}" type="parTrans" cxnId="{42F26D48-A154-4F87-A5AB-6E2218A90A05}">
      <dgm:prSet/>
      <dgm:spPr/>
      <dgm:t>
        <a:bodyPr/>
        <a:lstStyle/>
        <a:p>
          <a:endParaRPr lang="en-US"/>
        </a:p>
      </dgm:t>
    </dgm:pt>
    <dgm:pt modelId="{E3CE60AC-9E2A-4C96-99C4-F39B8BD4E823}" type="sibTrans" cxnId="{42F26D48-A154-4F87-A5AB-6E2218A90A05}">
      <dgm:prSet/>
      <dgm:spPr/>
      <dgm:t>
        <a:bodyPr/>
        <a:lstStyle/>
        <a:p>
          <a:endParaRPr lang="en-US"/>
        </a:p>
      </dgm:t>
    </dgm:pt>
    <dgm:pt modelId="{DFFF8167-FCC0-4697-B5F8-40413319AEAE}" type="pres">
      <dgm:prSet presAssocID="{BBF4164F-A0EB-4BE1-ACBD-2AFEA5D3F747}" presName="hierChild1" presStyleCnt="0">
        <dgm:presLayoutVars>
          <dgm:orgChart val="1"/>
          <dgm:chPref val="1"/>
          <dgm:dir/>
          <dgm:animOne val="branch"/>
          <dgm:animLvl val="lvl"/>
          <dgm:resizeHandles/>
        </dgm:presLayoutVars>
      </dgm:prSet>
      <dgm:spPr/>
      <dgm:t>
        <a:bodyPr/>
        <a:lstStyle/>
        <a:p>
          <a:endParaRPr lang="en-US"/>
        </a:p>
      </dgm:t>
    </dgm:pt>
    <dgm:pt modelId="{083F6724-7806-4867-9998-61D84D2D438F}" type="pres">
      <dgm:prSet presAssocID="{62FF5D40-5F79-4E1C-82FA-9864328B13B3}" presName="hierRoot1" presStyleCnt="0">
        <dgm:presLayoutVars>
          <dgm:hierBranch val="init"/>
        </dgm:presLayoutVars>
      </dgm:prSet>
      <dgm:spPr/>
    </dgm:pt>
    <dgm:pt modelId="{3016BF93-6511-435B-9A54-6F22B0FC3FBE}" type="pres">
      <dgm:prSet presAssocID="{62FF5D40-5F79-4E1C-82FA-9864328B13B3}" presName="rootComposite1" presStyleCnt="0"/>
      <dgm:spPr/>
    </dgm:pt>
    <dgm:pt modelId="{2484BBBA-46D0-4D00-81A5-EA813ED65161}" type="pres">
      <dgm:prSet presAssocID="{62FF5D40-5F79-4E1C-82FA-9864328B13B3}" presName="rootText1" presStyleLbl="node0" presStyleIdx="0" presStyleCnt="1" custScaleX="150631">
        <dgm:presLayoutVars>
          <dgm:chPref val="3"/>
        </dgm:presLayoutVars>
      </dgm:prSet>
      <dgm:spPr/>
      <dgm:t>
        <a:bodyPr/>
        <a:lstStyle/>
        <a:p>
          <a:endParaRPr lang="en-US"/>
        </a:p>
      </dgm:t>
    </dgm:pt>
    <dgm:pt modelId="{BB12EA87-EC2A-4F38-9DC6-DFD7AB49720F}" type="pres">
      <dgm:prSet presAssocID="{62FF5D40-5F79-4E1C-82FA-9864328B13B3}" presName="rootConnector1" presStyleLbl="node1" presStyleIdx="0" presStyleCnt="0"/>
      <dgm:spPr/>
      <dgm:t>
        <a:bodyPr/>
        <a:lstStyle/>
        <a:p>
          <a:endParaRPr lang="en-US"/>
        </a:p>
      </dgm:t>
    </dgm:pt>
    <dgm:pt modelId="{CC35D3F5-BF01-49AA-A92F-1AD1EBC88220}" type="pres">
      <dgm:prSet presAssocID="{62FF5D40-5F79-4E1C-82FA-9864328B13B3}" presName="hierChild2" presStyleCnt="0"/>
      <dgm:spPr/>
    </dgm:pt>
    <dgm:pt modelId="{9B049A44-2B0A-47C5-A960-A4C2434D7B26}" type="pres">
      <dgm:prSet presAssocID="{C2FDBF3C-8F13-4FA8-BEDC-EBFF83BBB370}" presName="Name37" presStyleLbl="parChTrans1D2" presStyleIdx="0" presStyleCnt="4"/>
      <dgm:spPr/>
      <dgm:t>
        <a:bodyPr/>
        <a:lstStyle/>
        <a:p>
          <a:endParaRPr lang="en-US"/>
        </a:p>
      </dgm:t>
    </dgm:pt>
    <dgm:pt modelId="{C5FF59F1-DD60-4AF8-A25E-B46A1915099D}" type="pres">
      <dgm:prSet presAssocID="{EFBA1C8E-2D79-4CCD-9197-32A591D9DFE1}" presName="hierRoot2" presStyleCnt="0">
        <dgm:presLayoutVars>
          <dgm:hierBranch val="init"/>
        </dgm:presLayoutVars>
      </dgm:prSet>
      <dgm:spPr/>
    </dgm:pt>
    <dgm:pt modelId="{E389418B-A869-4DDE-8A7B-A5CE292D156C}" type="pres">
      <dgm:prSet presAssocID="{EFBA1C8E-2D79-4CCD-9197-32A591D9DFE1}" presName="rootComposite" presStyleCnt="0"/>
      <dgm:spPr/>
    </dgm:pt>
    <dgm:pt modelId="{52EF5C6F-362B-4539-9899-B10A44915891}" type="pres">
      <dgm:prSet presAssocID="{EFBA1C8E-2D79-4CCD-9197-32A591D9DFE1}" presName="rootText" presStyleLbl="node2" presStyleIdx="0" presStyleCnt="4" custScaleY="190160">
        <dgm:presLayoutVars>
          <dgm:chPref val="3"/>
        </dgm:presLayoutVars>
      </dgm:prSet>
      <dgm:spPr/>
      <dgm:t>
        <a:bodyPr/>
        <a:lstStyle/>
        <a:p>
          <a:endParaRPr lang="en-US"/>
        </a:p>
      </dgm:t>
    </dgm:pt>
    <dgm:pt modelId="{DE16CE3C-80CA-46FC-8B82-66D730D6696C}" type="pres">
      <dgm:prSet presAssocID="{EFBA1C8E-2D79-4CCD-9197-32A591D9DFE1}" presName="rootConnector" presStyleLbl="node2" presStyleIdx="0" presStyleCnt="4"/>
      <dgm:spPr/>
      <dgm:t>
        <a:bodyPr/>
        <a:lstStyle/>
        <a:p>
          <a:endParaRPr lang="en-US"/>
        </a:p>
      </dgm:t>
    </dgm:pt>
    <dgm:pt modelId="{9DDEF5FB-040C-46DB-B2C9-8F205995160E}" type="pres">
      <dgm:prSet presAssocID="{EFBA1C8E-2D79-4CCD-9197-32A591D9DFE1}" presName="hierChild4" presStyleCnt="0"/>
      <dgm:spPr/>
    </dgm:pt>
    <dgm:pt modelId="{ECD1C279-AFEE-43FE-8BAB-CD3A3F0AF5A1}" type="pres">
      <dgm:prSet presAssocID="{EFBA1C8E-2D79-4CCD-9197-32A591D9DFE1}" presName="hierChild5" presStyleCnt="0"/>
      <dgm:spPr/>
    </dgm:pt>
    <dgm:pt modelId="{15E40B8F-2B48-4D17-AE9F-7A2A5DF5E210}" type="pres">
      <dgm:prSet presAssocID="{98C12478-5F8F-4B34-BD08-791979461D61}" presName="Name37" presStyleLbl="parChTrans1D2" presStyleIdx="1" presStyleCnt="4"/>
      <dgm:spPr/>
      <dgm:t>
        <a:bodyPr/>
        <a:lstStyle/>
        <a:p>
          <a:endParaRPr lang="en-US"/>
        </a:p>
      </dgm:t>
    </dgm:pt>
    <dgm:pt modelId="{3711ACA5-06A2-4453-ACAA-ADDA29178785}" type="pres">
      <dgm:prSet presAssocID="{B1E86AF0-F2E5-4417-BEC3-9A91F63EC762}" presName="hierRoot2" presStyleCnt="0">
        <dgm:presLayoutVars>
          <dgm:hierBranch val="init"/>
        </dgm:presLayoutVars>
      </dgm:prSet>
      <dgm:spPr/>
    </dgm:pt>
    <dgm:pt modelId="{16CDA970-78C9-4FA0-9F7A-BB87882B0257}" type="pres">
      <dgm:prSet presAssocID="{B1E86AF0-F2E5-4417-BEC3-9A91F63EC762}" presName="rootComposite" presStyleCnt="0"/>
      <dgm:spPr/>
    </dgm:pt>
    <dgm:pt modelId="{21108E12-F3B1-45AE-B5FD-7B17F4AEBF3F}" type="pres">
      <dgm:prSet presAssocID="{B1E86AF0-F2E5-4417-BEC3-9A91F63EC762}" presName="rootText" presStyleLbl="node2" presStyleIdx="1" presStyleCnt="4" custScaleY="190160">
        <dgm:presLayoutVars>
          <dgm:chPref val="3"/>
        </dgm:presLayoutVars>
      </dgm:prSet>
      <dgm:spPr/>
      <dgm:t>
        <a:bodyPr/>
        <a:lstStyle/>
        <a:p>
          <a:endParaRPr lang="en-US"/>
        </a:p>
      </dgm:t>
    </dgm:pt>
    <dgm:pt modelId="{487EC313-93A0-4B4F-BE24-E4F04E96DD2E}" type="pres">
      <dgm:prSet presAssocID="{B1E86AF0-F2E5-4417-BEC3-9A91F63EC762}" presName="rootConnector" presStyleLbl="node2" presStyleIdx="1" presStyleCnt="4"/>
      <dgm:spPr/>
      <dgm:t>
        <a:bodyPr/>
        <a:lstStyle/>
        <a:p>
          <a:endParaRPr lang="en-US"/>
        </a:p>
      </dgm:t>
    </dgm:pt>
    <dgm:pt modelId="{317B2CEB-A2CA-40CA-B08F-17755A89EBC9}" type="pres">
      <dgm:prSet presAssocID="{B1E86AF0-F2E5-4417-BEC3-9A91F63EC762}" presName="hierChild4" presStyleCnt="0"/>
      <dgm:spPr/>
    </dgm:pt>
    <dgm:pt modelId="{FAB52F84-9ADD-4C12-A5A0-8EDFFD22C095}" type="pres">
      <dgm:prSet presAssocID="{B1E86AF0-F2E5-4417-BEC3-9A91F63EC762}" presName="hierChild5" presStyleCnt="0"/>
      <dgm:spPr/>
    </dgm:pt>
    <dgm:pt modelId="{C3C00658-8563-4927-8047-50A389D757F0}" type="pres">
      <dgm:prSet presAssocID="{9194D753-EE9D-46AF-9F4F-C878EEF2CF85}" presName="Name37" presStyleLbl="parChTrans1D2" presStyleIdx="2" presStyleCnt="4"/>
      <dgm:spPr/>
      <dgm:t>
        <a:bodyPr/>
        <a:lstStyle/>
        <a:p>
          <a:endParaRPr lang="en-US"/>
        </a:p>
      </dgm:t>
    </dgm:pt>
    <dgm:pt modelId="{1A323EC6-0251-489F-AC29-04895DF2C004}" type="pres">
      <dgm:prSet presAssocID="{4862E303-BA37-40B5-B43C-134CE8EE18BB}" presName="hierRoot2" presStyleCnt="0">
        <dgm:presLayoutVars>
          <dgm:hierBranch val="init"/>
        </dgm:presLayoutVars>
      </dgm:prSet>
      <dgm:spPr/>
    </dgm:pt>
    <dgm:pt modelId="{8E525F21-D625-4678-BA8B-F91FCE357EBE}" type="pres">
      <dgm:prSet presAssocID="{4862E303-BA37-40B5-B43C-134CE8EE18BB}" presName="rootComposite" presStyleCnt="0"/>
      <dgm:spPr/>
    </dgm:pt>
    <dgm:pt modelId="{C6869DB9-3084-4894-8BB8-DF3CF5B0D614}" type="pres">
      <dgm:prSet presAssocID="{4862E303-BA37-40B5-B43C-134CE8EE18BB}" presName="rootText" presStyleLbl="node2" presStyleIdx="2" presStyleCnt="4" custScaleY="190161">
        <dgm:presLayoutVars>
          <dgm:chPref val="3"/>
        </dgm:presLayoutVars>
      </dgm:prSet>
      <dgm:spPr/>
      <dgm:t>
        <a:bodyPr/>
        <a:lstStyle/>
        <a:p>
          <a:endParaRPr lang="en-US"/>
        </a:p>
      </dgm:t>
    </dgm:pt>
    <dgm:pt modelId="{14E62C8B-EFF8-4284-92AB-0AC063B88EBE}" type="pres">
      <dgm:prSet presAssocID="{4862E303-BA37-40B5-B43C-134CE8EE18BB}" presName="rootConnector" presStyleLbl="node2" presStyleIdx="2" presStyleCnt="4"/>
      <dgm:spPr/>
      <dgm:t>
        <a:bodyPr/>
        <a:lstStyle/>
        <a:p>
          <a:endParaRPr lang="en-US"/>
        </a:p>
      </dgm:t>
    </dgm:pt>
    <dgm:pt modelId="{D8C1463E-220D-4DFA-AE73-61A866F9D611}" type="pres">
      <dgm:prSet presAssocID="{4862E303-BA37-40B5-B43C-134CE8EE18BB}" presName="hierChild4" presStyleCnt="0"/>
      <dgm:spPr/>
    </dgm:pt>
    <dgm:pt modelId="{78BBB8A4-1CD5-462B-980F-6F5EBF55E850}" type="pres">
      <dgm:prSet presAssocID="{4862E303-BA37-40B5-B43C-134CE8EE18BB}" presName="hierChild5" presStyleCnt="0"/>
      <dgm:spPr/>
    </dgm:pt>
    <dgm:pt modelId="{8EABA894-0244-4823-92C0-E5451BB1D326}" type="pres">
      <dgm:prSet presAssocID="{757B22BC-5C64-446D-ACE1-4978C324AF55}" presName="Name37" presStyleLbl="parChTrans1D2" presStyleIdx="3" presStyleCnt="4"/>
      <dgm:spPr/>
      <dgm:t>
        <a:bodyPr/>
        <a:lstStyle/>
        <a:p>
          <a:endParaRPr lang="en-US"/>
        </a:p>
      </dgm:t>
    </dgm:pt>
    <dgm:pt modelId="{EF54F5E8-B804-44CD-964E-EAD5C5939341}" type="pres">
      <dgm:prSet presAssocID="{6CC1EAF8-CCDD-4968-BBAE-D0AE6D28BDDA}" presName="hierRoot2" presStyleCnt="0">
        <dgm:presLayoutVars>
          <dgm:hierBranch val="init"/>
        </dgm:presLayoutVars>
      </dgm:prSet>
      <dgm:spPr/>
    </dgm:pt>
    <dgm:pt modelId="{91258519-9D29-492D-B85A-5A2B0BE3DF0C}" type="pres">
      <dgm:prSet presAssocID="{6CC1EAF8-CCDD-4968-BBAE-D0AE6D28BDDA}" presName="rootComposite" presStyleCnt="0"/>
      <dgm:spPr/>
    </dgm:pt>
    <dgm:pt modelId="{436E8F32-8124-4477-A8C5-526042BDDB03}" type="pres">
      <dgm:prSet presAssocID="{6CC1EAF8-CCDD-4968-BBAE-D0AE6D28BDDA}" presName="rootText" presStyleLbl="node2" presStyleIdx="3" presStyleCnt="4" custScaleY="187626">
        <dgm:presLayoutVars>
          <dgm:chPref val="3"/>
        </dgm:presLayoutVars>
      </dgm:prSet>
      <dgm:spPr/>
      <dgm:t>
        <a:bodyPr/>
        <a:lstStyle/>
        <a:p>
          <a:endParaRPr lang="en-US"/>
        </a:p>
      </dgm:t>
    </dgm:pt>
    <dgm:pt modelId="{FE9F825C-D62E-4FAC-B71A-C89D10D37A60}" type="pres">
      <dgm:prSet presAssocID="{6CC1EAF8-CCDD-4968-BBAE-D0AE6D28BDDA}" presName="rootConnector" presStyleLbl="node2" presStyleIdx="3" presStyleCnt="4"/>
      <dgm:spPr/>
      <dgm:t>
        <a:bodyPr/>
        <a:lstStyle/>
        <a:p>
          <a:endParaRPr lang="en-US"/>
        </a:p>
      </dgm:t>
    </dgm:pt>
    <dgm:pt modelId="{DB83FCF7-D96A-4957-AB99-C76E94C0D556}" type="pres">
      <dgm:prSet presAssocID="{6CC1EAF8-CCDD-4968-BBAE-D0AE6D28BDDA}" presName="hierChild4" presStyleCnt="0"/>
      <dgm:spPr/>
    </dgm:pt>
    <dgm:pt modelId="{8F9E2253-7008-4668-915A-B6DB881F8FF6}" type="pres">
      <dgm:prSet presAssocID="{6CC1EAF8-CCDD-4968-BBAE-D0AE6D28BDDA}" presName="hierChild5" presStyleCnt="0"/>
      <dgm:spPr/>
    </dgm:pt>
    <dgm:pt modelId="{E9EF4CA7-53F3-4B65-B411-1A3C174C7200}" type="pres">
      <dgm:prSet presAssocID="{62FF5D40-5F79-4E1C-82FA-9864328B13B3}" presName="hierChild3" presStyleCnt="0"/>
      <dgm:spPr/>
    </dgm:pt>
  </dgm:ptLst>
  <dgm:cxnLst>
    <dgm:cxn modelId="{42F26D48-A154-4F87-A5AB-6E2218A90A05}" srcId="{62FF5D40-5F79-4E1C-82FA-9864328B13B3}" destId="{4862E303-BA37-40B5-B43C-134CE8EE18BB}" srcOrd="2" destOrd="0" parTransId="{9194D753-EE9D-46AF-9F4F-C878EEF2CF85}" sibTransId="{E3CE60AC-9E2A-4C96-99C4-F39B8BD4E823}"/>
    <dgm:cxn modelId="{7A42A0AD-BA71-426B-8CF3-264C5090F025}" type="presOf" srcId="{EFBA1C8E-2D79-4CCD-9197-32A591D9DFE1}" destId="{52EF5C6F-362B-4539-9899-B10A44915891}" srcOrd="0" destOrd="0" presId="urn:microsoft.com/office/officeart/2005/8/layout/orgChart1"/>
    <dgm:cxn modelId="{6A7C9415-5369-4281-A9D1-CDB1E0DB1C47}" type="presOf" srcId="{BBF4164F-A0EB-4BE1-ACBD-2AFEA5D3F747}" destId="{DFFF8167-FCC0-4697-B5F8-40413319AEAE}" srcOrd="0" destOrd="0" presId="urn:microsoft.com/office/officeart/2005/8/layout/orgChart1"/>
    <dgm:cxn modelId="{3AA5246C-D440-46FB-A147-1E7F21EAE50F}" type="presOf" srcId="{EFBA1C8E-2D79-4CCD-9197-32A591D9DFE1}" destId="{DE16CE3C-80CA-46FC-8B82-66D730D6696C}" srcOrd="1" destOrd="0" presId="urn:microsoft.com/office/officeart/2005/8/layout/orgChart1"/>
    <dgm:cxn modelId="{05BA878D-EBD1-4B19-8CA2-598C54908761}" type="presOf" srcId="{C2FDBF3C-8F13-4FA8-BEDC-EBFF83BBB370}" destId="{9B049A44-2B0A-47C5-A960-A4C2434D7B26}" srcOrd="0" destOrd="0" presId="urn:microsoft.com/office/officeart/2005/8/layout/orgChart1"/>
    <dgm:cxn modelId="{C6FC6CD7-C8D5-406C-8D42-13DBD84494D9}" type="presOf" srcId="{62FF5D40-5F79-4E1C-82FA-9864328B13B3}" destId="{2484BBBA-46D0-4D00-81A5-EA813ED65161}" srcOrd="0" destOrd="0" presId="urn:microsoft.com/office/officeart/2005/8/layout/orgChart1"/>
    <dgm:cxn modelId="{AF5D2D66-7F6D-4A96-9078-6D9671A61CCD}" srcId="{62FF5D40-5F79-4E1C-82FA-9864328B13B3}" destId="{EFBA1C8E-2D79-4CCD-9197-32A591D9DFE1}" srcOrd="0" destOrd="0" parTransId="{C2FDBF3C-8F13-4FA8-BEDC-EBFF83BBB370}" sibTransId="{4E3CD356-0AF9-4C92-91F6-A05C23DD1AE5}"/>
    <dgm:cxn modelId="{10F1A5B1-8A67-4583-ABB9-112A41560DB0}" type="presOf" srcId="{6CC1EAF8-CCDD-4968-BBAE-D0AE6D28BDDA}" destId="{436E8F32-8124-4477-A8C5-526042BDDB03}" srcOrd="0" destOrd="0" presId="urn:microsoft.com/office/officeart/2005/8/layout/orgChart1"/>
    <dgm:cxn modelId="{33AA4198-C49B-4860-9F5D-9946B02519A0}" type="presOf" srcId="{62FF5D40-5F79-4E1C-82FA-9864328B13B3}" destId="{BB12EA87-EC2A-4F38-9DC6-DFD7AB49720F}" srcOrd="1" destOrd="0" presId="urn:microsoft.com/office/officeart/2005/8/layout/orgChart1"/>
    <dgm:cxn modelId="{6A527114-7A65-44E0-A775-4CD172FBDAB7}" type="presOf" srcId="{757B22BC-5C64-446D-ACE1-4978C324AF55}" destId="{8EABA894-0244-4823-92C0-E5451BB1D326}" srcOrd="0" destOrd="0" presId="urn:microsoft.com/office/officeart/2005/8/layout/orgChart1"/>
    <dgm:cxn modelId="{93465D82-96B7-428A-AF50-6FB74953861A}" type="presOf" srcId="{6CC1EAF8-CCDD-4968-BBAE-D0AE6D28BDDA}" destId="{FE9F825C-D62E-4FAC-B71A-C89D10D37A60}" srcOrd="1" destOrd="0" presId="urn:microsoft.com/office/officeart/2005/8/layout/orgChart1"/>
    <dgm:cxn modelId="{5969A4C2-2600-4666-A959-2DB0AF54D7BB}" type="presOf" srcId="{98C12478-5F8F-4B34-BD08-791979461D61}" destId="{15E40B8F-2B48-4D17-AE9F-7A2A5DF5E210}" srcOrd="0" destOrd="0" presId="urn:microsoft.com/office/officeart/2005/8/layout/orgChart1"/>
    <dgm:cxn modelId="{43068243-E540-449E-821C-2291149E7BB8}" srcId="{62FF5D40-5F79-4E1C-82FA-9864328B13B3}" destId="{B1E86AF0-F2E5-4417-BEC3-9A91F63EC762}" srcOrd="1" destOrd="0" parTransId="{98C12478-5F8F-4B34-BD08-791979461D61}" sibTransId="{F05E9CAB-840B-4A0D-8605-4C621CF6003E}"/>
    <dgm:cxn modelId="{12B57724-23C9-462D-A9F7-76A0957379C5}" type="presOf" srcId="{B1E86AF0-F2E5-4417-BEC3-9A91F63EC762}" destId="{487EC313-93A0-4B4F-BE24-E4F04E96DD2E}" srcOrd="1" destOrd="0" presId="urn:microsoft.com/office/officeart/2005/8/layout/orgChart1"/>
    <dgm:cxn modelId="{1CFFB800-9A46-42AB-B65E-53D8F1FD6B76}" type="presOf" srcId="{4862E303-BA37-40B5-B43C-134CE8EE18BB}" destId="{14E62C8B-EFF8-4284-92AB-0AC063B88EBE}" srcOrd="1" destOrd="0" presId="urn:microsoft.com/office/officeart/2005/8/layout/orgChart1"/>
    <dgm:cxn modelId="{B229282A-F3D3-41FE-B787-76685BB365F6}" srcId="{BBF4164F-A0EB-4BE1-ACBD-2AFEA5D3F747}" destId="{62FF5D40-5F79-4E1C-82FA-9864328B13B3}" srcOrd="0" destOrd="0" parTransId="{7718BAE4-3A3B-4DBF-BC64-8577D5050EA7}" sibTransId="{58400A9A-86AD-42AB-A411-1B42BBD3CC42}"/>
    <dgm:cxn modelId="{BFF2F31C-D0CD-4CAA-AF65-02D00BFB1A58}" type="presOf" srcId="{4862E303-BA37-40B5-B43C-134CE8EE18BB}" destId="{C6869DB9-3084-4894-8BB8-DF3CF5B0D614}" srcOrd="0" destOrd="0" presId="urn:microsoft.com/office/officeart/2005/8/layout/orgChart1"/>
    <dgm:cxn modelId="{7F661BA7-EE40-483B-9D41-B9FBAEA73BB8}" type="presOf" srcId="{9194D753-EE9D-46AF-9F4F-C878EEF2CF85}" destId="{C3C00658-8563-4927-8047-50A389D757F0}" srcOrd="0" destOrd="0" presId="urn:microsoft.com/office/officeart/2005/8/layout/orgChart1"/>
    <dgm:cxn modelId="{81094F60-67CB-4E91-970E-73CE36A96CF8}" type="presOf" srcId="{B1E86AF0-F2E5-4417-BEC3-9A91F63EC762}" destId="{21108E12-F3B1-45AE-B5FD-7B17F4AEBF3F}" srcOrd="0" destOrd="0" presId="urn:microsoft.com/office/officeart/2005/8/layout/orgChart1"/>
    <dgm:cxn modelId="{C00A4C1E-00E0-493E-9B43-6150FA8E5635}" srcId="{62FF5D40-5F79-4E1C-82FA-9864328B13B3}" destId="{6CC1EAF8-CCDD-4968-BBAE-D0AE6D28BDDA}" srcOrd="3" destOrd="0" parTransId="{757B22BC-5C64-446D-ACE1-4978C324AF55}" sibTransId="{1378B22B-3F96-4143-B09A-E9F55F43E32C}"/>
    <dgm:cxn modelId="{C9DF38EB-D12F-4A0C-8F83-F478E0EFD573}" type="presParOf" srcId="{DFFF8167-FCC0-4697-B5F8-40413319AEAE}" destId="{083F6724-7806-4867-9998-61D84D2D438F}" srcOrd="0" destOrd="0" presId="urn:microsoft.com/office/officeart/2005/8/layout/orgChart1"/>
    <dgm:cxn modelId="{27B8C9AE-2936-4B6E-BC5E-2C9BA38CD186}" type="presParOf" srcId="{083F6724-7806-4867-9998-61D84D2D438F}" destId="{3016BF93-6511-435B-9A54-6F22B0FC3FBE}" srcOrd="0" destOrd="0" presId="urn:microsoft.com/office/officeart/2005/8/layout/orgChart1"/>
    <dgm:cxn modelId="{72809401-9F5A-4627-B488-D77CB43089F2}" type="presParOf" srcId="{3016BF93-6511-435B-9A54-6F22B0FC3FBE}" destId="{2484BBBA-46D0-4D00-81A5-EA813ED65161}" srcOrd="0" destOrd="0" presId="urn:microsoft.com/office/officeart/2005/8/layout/orgChart1"/>
    <dgm:cxn modelId="{1344F967-1B54-4DDF-AB16-7F0B703B4455}" type="presParOf" srcId="{3016BF93-6511-435B-9A54-6F22B0FC3FBE}" destId="{BB12EA87-EC2A-4F38-9DC6-DFD7AB49720F}" srcOrd="1" destOrd="0" presId="urn:microsoft.com/office/officeart/2005/8/layout/orgChart1"/>
    <dgm:cxn modelId="{1A918796-56F8-4564-9982-32220C630A06}" type="presParOf" srcId="{083F6724-7806-4867-9998-61D84D2D438F}" destId="{CC35D3F5-BF01-49AA-A92F-1AD1EBC88220}" srcOrd="1" destOrd="0" presId="urn:microsoft.com/office/officeart/2005/8/layout/orgChart1"/>
    <dgm:cxn modelId="{D7116BDF-6749-479A-A29B-4E6D84824C32}" type="presParOf" srcId="{CC35D3F5-BF01-49AA-A92F-1AD1EBC88220}" destId="{9B049A44-2B0A-47C5-A960-A4C2434D7B26}" srcOrd="0" destOrd="0" presId="urn:microsoft.com/office/officeart/2005/8/layout/orgChart1"/>
    <dgm:cxn modelId="{87113084-5192-4119-82ED-75EB8D4C2E0A}" type="presParOf" srcId="{CC35D3F5-BF01-49AA-A92F-1AD1EBC88220}" destId="{C5FF59F1-DD60-4AF8-A25E-B46A1915099D}" srcOrd="1" destOrd="0" presId="urn:microsoft.com/office/officeart/2005/8/layout/orgChart1"/>
    <dgm:cxn modelId="{DBABA124-684B-4AB9-8D3A-08441426509E}" type="presParOf" srcId="{C5FF59F1-DD60-4AF8-A25E-B46A1915099D}" destId="{E389418B-A869-4DDE-8A7B-A5CE292D156C}" srcOrd="0" destOrd="0" presId="urn:microsoft.com/office/officeart/2005/8/layout/orgChart1"/>
    <dgm:cxn modelId="{14AB3E53-5DF8-45B5-9327-C7CE8F5B6409}" type="presParOf" srcId="{E389418B-A869-4DDE-8A7B-A5CE292D156C}" destId="{52EF5C6F-362B-4539-9899-B10A44915891}" srcOrd="0" destOrd="0" presId="urn:microsoft.com/office/officeart/2005/8/layout/orgChart1"/>
    <dgm:cxn modelId="{5EED9EB2-65B1-4DDC-94C9-0BCB256A8213}" type="presParOf" srcId="{E389418B-A869-4DDE-8A7B-A5CE292D156C}" destId="{DE16CE3C-80CA-46FC-8B82-66D730D6696C}" srcOrd="1" destOrd="0" presId="urn:microsoft.com/office/officeart/2005/8/layout/orgChart1"/>
    <dgm:cxn modelId="{6A6107BE-6173-4828-8C37-8A307F952D31}" type="presParOf" srcId="{C5FF59F1-DD60-4AF8-A25E-B46A1915099D}" destId="{9DDEF5FB-040C-46DB-B2C9-8F205995160E}" srcOrd="1" destOrd="0" presId="urn:microsoft.com/office/officeart/2005/8/layout/orgChart1"/>
    <dgm:cxn modelId="{5D492C2C-E00D-4CA5-9A1E-612FB2CBD516}" type="presParOf" srcId="{C5FF59F1-DD60-4AF8-A25E-B46A1915099D}" destId="{ECD1C279-AFEE-43FE-8BAB-CD3A3F0AF5A1}" srcOrd="2" destOrd="0" presId="urn:microsoft.com/office/officeart/2005/8/layout/orgChart1"/>
    <dgm:cxn modelId="{8C0A89CC-D883-41E1-B704-2B5ADD1AD62B}" type="presParOf" srcId="{CC35D3F5-BF01-49AA-A92F-1AD1EBC88220}" destId="{15E40B8F-2B48-4D17-AE9F-7A2A5DF5E210}" srcOrd="2" destOrd="0" presId="urn:microsoft.com/office/officeart/2005/8/layout/orgChart1"/>
    <dgm:cxn modelId="{C36C17D5-7180-46D4-A309-9C99FBBF965C}" type="presParOf" srcId="{CC35D3F5-BF01-49AA-A92F-1AD1EBC88220}" destId="{3711ACA5-06A2-4453-ACAA-ADDA29178785}" srcOrd="3" destOrd="0" presId="urn:microsoft.com/office/officeart/2005/8/layout/orgChart1"/>
    <dgm:cxn modelId="{1065A7A4-73FB-4D49-A88E-FFBA3BFEA227}" type="presParOf" srcId="{3711ACA5-06A2-4453-ACAA-ADDA29178785}" destId="{16CDA970-78C9-4FA0-9F7A-BB87882B0257}" srcOrd="0" destOrd="0" presId="urn:microsoft.com/office/officeart/2005/8/layout/orgChart1"/>
    <dgm:cxn modelId="{1D8D4605-DF4C-4A81-A344-E980EBA98C85}" type="presParOf" srcId="{16CDA970-78C9-4FA0-9F7A-BB87882B0257}" destId="{21108E12-F3B1-45AE-B5FD-7B17F4AEBF3F}" srcOrd="0" destOrd="0" presId="urn:microsoft.com/office/officeart/2005/8/layout/orgChart1"/>
    <dgm:cxn modelId="{E596FF02-1158-4C5C-8024-95C846D4D875}" type="presParOf" srcId="{16CDA970-78C9-4FA0-9F7A-BB87882B0257}" destId="{487EC313-93A0-4B4F-BE24-E4F04E96DD2E}" srcOrd="1" destOrd="0" presId="urn:microsoft.com/office/officeart/2005/8/layout/orgChart1"/>
    <dgm:cxn modelId="{01B751F2-2402-4201-8175-EEA6C8B0CFDE}" type="presParOf" srcId="{3711ACA5-06A2-4453-ACAA-ADDA29178785}" destId="{317B2CEB-A2CA-40CA-B08F-17755A89EBC9}" srcOrd="1" destOrd="0" presId="urn:microsoft.com/office/officeart/2005/8/layout/orgChart1"/>
    <dgm:cxn modelId="{2F9ABED1-615C-408F-A642-2370FE6D99E0}" type="presParOf" srcId="{3711ACA5-06A2-4453-ACAA-ADDA29178785}" destId="{FAB52F84-9ADD-4C12-A5A0-8EDFFD22C095}" srcOrd="2" destOrd="0" presId="urn:microsoft.com/office/officeart/2005/8/layout/orgChart1"/>
    <dgm:cxn modelId="{DF21EFD4-CA78-4A38-8B82-62A7F3EEF1A3}" type="presParOf" srcId="{CC35D3F5-BF01-49AA-A92F-1AD1EBC88220}" destId="{C3C00658-8563-4927-8047-50A389D757F0}" srcOrd="4" destOrd="0" presId="urn:microsoft.com/office/officeart/2005/8/layout/orgChart1"/>
    <dgm:cxn modelId="{AA57062F-4F0A-4A94-8F46-DF715367E102}" type="presParOf" srcId="{CC35D3F5-BF01-49AA-A92F-1AD1EBC88220}" destId="{1A323EC6-0251-489F-AC29-04895DF2C004}" srcOrd="5" destOrd="0" presId="urn:microsoft.com/office/officeart/2005/8/layout/orgChart1"/>
    <dgm:cxn modelId="{70324C21-BDBE-4866-95C6-D66A69BC1087}" type="presParOf" srcId="{1A323EC6-0251-489F-AC29-04895DF2C004}" destId="{8E525F21-D625-4678-BA8B-F91FCE357EBE}" srcOrd="0" destOrd="0" presId="urn:microsoft.com/office/officeart/2005/8/layout/orgChart1"/>
    <dgm:cxn modelId="{FC962522-AF67-426F-BFE2-8B99EE389AEC}" type="presParOf" srcId="{8E525F21-D625-4678-BA8B-F91FCE357EBE}" destId="{C6869DB9-3084-4894-8BB8-DF3CF5B0D614}" srcOrd="0" destOrd="0" presId="urn:microsoft.com/office/officeart/2005/8/layout/orgChart1"/>
    <dgm:cxn modelId="{34E50075-4982-4602-BC42-16F373C610F9}" type="presParOf" srcId="{8E525F21-D625-4678-BA8B-F91FCE357EBE}" destId="{14E62C8B-EFF8-4284-92AB-0AC063B88EBE}" srcOrd="1" destOrd="0" presId="urn:microsoft.com/office/officeart/2005/8/layout/orgChart1"/>
    <dgm:cxn modelId="{76216F12-EE90-415E-B478-4ED0AF5BED15}" type="presParOf" srcId="{1A323EC6-0251-489F-AC29-04895DF2C004}" destId="{D8C1463E-220D-4DFA-AE73-61A866F9D611}" srcOrd="1" destOrd="0" presId="urn:microsoft.com/office/officeart/2005/8/layout/orgChart1"/>
    <dgm:cxn modelId="{1BDF360D-409E-49F6-A482-62214A702649}" type="presParOf" srcId="{1A323EC6-0251-489F-AC29-04895DF2C004}" destId="{78BBB8A4-1CD5-462B-980F-6F5EBF55E850}" srcOrd="2" destOrd="0" presId="urn:microsoft.com/office/officeart/2005/8/layout/orgChart1"/>
    <dgm:cxn modelId="{9B66DB11-600A-4A9B-951B-BE61BD25FADD}" type="presParOf" srcId="{CC35D3F5-BF01-49AA-A92F-1AD1EBC88220}" destId="{8EABA894-0244-4823-92C0-E5451BB1D326}" srcOrd="6" destOrd="0" presId="urn:microsoft.com/office/officeart/2005/8/layout/orgChart1"/>
    <dgm:cxn modelId="{668A6B51-F0D3-40DA-A33C-D836477DE6B4}" type="presParOf" srcId="{CC35D3F5-BF01-49AA-A92F-1AD1EBC88220}" destId="{EF54F5E8-B804-44CD-964E-EAD5C5939341}" srcOrd="7" destOrd="0" presId="urn:microsoft.com/office/officeart/2005/8/layout/orgChart1"/>
    <dgm:cxn modelId="{F18F1A35-8292-4902-857C-42F93F702837}" type="presParOf" srcId="{EF54F5E8-B804-44CD-964E-EAD5C5939341}" destId="{91258519-9D29-492D-B85A-5A2B0BE3DF0C}" srcOrd="0" destOrd="0" presId="urn:microsoft.com/office/officeart/2005/8/layout/orgChart1"/>
    <dgm:cxn modelId="{E0628772-11F4-482C-8C0C-92B9506D1A16}" type="presParOf" srcId="{91258519-9D29-492D-B85A-5A2B0BE3DF0C}" destId="{436E8F32-8124-4477-A8C5-526042BDDB03}" srcOrd="0" destOrd="0" presId="urn:microsoft.com/office/officeart/2005/8/layout/orgChart1"/>
    <dgm:cxn modelId="{FB0AA098-C115-4AAE-B51C-DD8728FA0170}" type="presParOf" srcId="{91258519-9D29-492D-B85A-5A2B0BE3DF0C}" destId="{FE9F825C-D62E-4FAC-B71A-C89D10D37A60}" srcOrd="1" destOrd="0" presId="urn:microsoft.com/office/officeart/2005/8/layout/orgChart1"/>
    <dgm:cxn modelId="{D0B153E7-07BC-4AE5-96CE-5DC238CDED4A}" type="presParOf" srcId="{EF54F5E8-B804-44CD-964E-EAD5C5939341}" destId="{DB83FCF7-D96A-4957-AB99-C76E94C0D556}" srcOrd="1" destOrd="0" presId="urn:microsoft.com/office/officeart/2005/8/layout/orgChart1"/>
    <dgm:cxn modelId="{A3148171-DAB5-4E95-A65C-6C93AF0A1ED4}" type="presParOf" srcId="{EF54F5E8-B804-44CD-964E-EAD5C5939341}" destId="{8F9E2253-7008-4668-915A-B6DB881F8FF6}" srcOrd="2" destOrd="0" presId="urn:microsoft.com/office/officeart/2005/8/layout/orgChart1"/>
    <dgm:cxn modelId="{B9E86253-1157-4481-B4C2-8A9148B84C95}" type="presParOf" srcId="{083F6724-7806-4867-9998-61D84D2D438F}" destId="{E9EF4CA7-53F3-4B65-B411-1A3C174C7200}" srcOrd="2" destOrd="0" presId="urn:microsoft.com/office/officeart/2005/8/layout/orgChart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BF4164F-A0EB-4BE1-ACBD-2AFEA5D3F74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2FF5D40-5F79-4E1C-82FA-9864328B13B3}">
      <dgm:prSet phldrT="[Text]" custT="1"/>
      <dgm:spPr/>
      <dgm:t>
        <a:bodyPr/>
        <a:lstStyle/>
        <a:p>
          <a:r>
            <a:rPr lang="en-US" sz="1200" dirty="0" smtClean="0"/>
            <a:t>Leader Effectiveness Measure</a:t>
          </a:r>
        </a:p>
        <a:p>
          <a:r>
            <a:rPr lang="en-US" sz="1200" dirty="0" smtClean="0"/>
            <a:t>(LEM)</a:t>
          </a:r>
          <a:endParaRPr lang="en-US" sz="1200" dirty="0"/>
        </a:p>
      </dgm:t>
    </dgm:pt>
    <dgm:pt modelId="{7718BAE4-3A3B-4DBF-BC64-8577D5050EA7}" type="parTrans" cxnId="{B229282A-F3D3-41FE-B787-76685BB365F6}">
      <dgm:prSet/>
      <dgm:spPr/>
      <dgm:t>
        <a:bodyPr/>
        <a:lstStyle/>
        <a:p>
          <a:endParaRPr lang="en-US"/>
        </a:p>
      </dgm:t>
    </dgm:pt>
    <dgm:pt modelId="{58400A9A-86AD-42AB-A411-1B42BBD3CC42}" type="sibTrans" cxnId="{B229282A-F3D3-41FE-B787-76685BB365F6}">
      <dgm:prSet/>
      <dgm:spPr/>
      <dgm:t>
        <a:bodyPr/>
        <a:lstStyle/>
        <a:p>
          <a:endParaRPr lang="en-US"/>
        </a:p>
      </dgm:t>
    </dgm:pt>
    <dgm:pt modelId="{EFBA1C8E-2D79-4CCD-9197-32A591D9DFE1}">
      <dgm:prSet phldrT="[Text]" custT="1"/>
      <dgm:spPr/>
      <dgm:t>
        <a:bodyPr/>
        <a:lstStyle/>
        <a:p>
          <a:r>
            <a:rPr lang="en-US" sz="1200" dirty="0" smtClean="0"/>
            <a:t>Qualitative (Rubrics-based) Evaluation</a:t>
          </a:r>
        </a:p>
        <a:p>
          <a:r>
            <a:rPr lang="en-US" sz="1200" dirty="0" smtClean="0"/>
            <a:t>20%</a:t>
          </a:r>
          <a:endParaRPr lang="en-US" sz="1200" dirty="0"/>
        </a:p>
      </dgm:t>
    </dgm:pt>
    <dgm:pt modelId="{C2FDBF3C-8F13-4FA8-BEDC-EBFF83BBB370}" type="parTrans" cxnId="{AF5D2D66-7F6D-4A96-9078-6D9671A61CCD}">
      <dgm:prSet/>
      <dgm:spPr/>
      <dgm:t>
        <a:bodyPr/>
        <a:lstStyle/>
        <a:p>
          <a:endParaRPr lang="en-US"/>
        </a:p>
      </dgm:t>
    </dgm:pt>
    <dgm:pt modelId="{4E3CD356-0AF9-4C92-91F6-A05C23DD1AE5}" type="sibTrans" cxnId="{AF5D2D66-7F6D-4A96-9078-6D9671A61CCD}">
      <dgm:prSet/>
      <dgm:spPr/>
      <dgm:t>
        <a:bodyPr/>
        <a:lstStyle/>
        <a:p>
          <a:endParaRPr lang="en-US"/>
        </a:p>
      </dgm:t>
    </dgm:pt>
    <dgm:pt modelId="{B1E86AF0-F2E5-4417-BEC3-9A91F63EC762}">
      <dgm:prSet phldrT="[Text]" custT="1"/>
      <dgm:spPr/>
      <dgm:t>
        <a:bodyPr/>
        <a:lstStyle/>
        <a:p>
          <a:r>
            <a:rPr lang="en-US" sz="1200" dirty="0" smtClean="0"/>
            <a:t>School-wide Value –Added/Growth Score</a:t>
          </a:r>
        </a:p>
        <a:p>
          <a:r>
            <a:rPr lang="en-US" sz="1200" dirty="0" smtClean="0"/>
            <a:t>50%</a:t>
          </a:r>
          <a:endParaRPr lang="en-US" sz="1200" dirty="0"/>
        </a:p>
      </dgm:t>
    </dgm:pt>
    <dgm:pt modelId="{98C12478-5F8F-4B34-BD08-791979461D61}" type="parTrans" cxnId="{43068243-E540-449E-821C-2291149E7BB8}">
      <dgm:prSet/>
      <dgm:spPr/>
      <dgm:t>
        <a:bodyPr/>
        <a:lstStyle/>
        <a:p>
          <a:endParaRPr lang="en-US"/>
        </a:p>
      </dgm:t>
    </dgm:pt>
    <dgm:pt modelId="{F05E9CAB-840B-4A0D-8605-4C621CF6003E}" type="sibTrans" cxnId="{43068243-E540-449E-821C-2291149E7BB8}">
      <dgm:prSet/>
      <dgm:spPr/>
      <dgm:t>
        <a:bodyPr/>
        <a:lstStyle/>
        <a:p>
          <a:endParaRPr lang="en-US"/>
        </a:p>
      </dgm:t>
    </dgm:pt>
    <dgm:pt modelId="{6CC1EAF8-CCDD-4968-BBAE-D0AE6D28BDDA}">
      <dgm:prSet phldrT="[Text]" custT="1"/>
      <dgm:spPr/>
      <dgm:t>
        <a:bodyPr/>
        <a:lstStyle/>
        <a:p>
          <a:r>
            <a:rPr lang="en-US" sz="1200" dirty="0" smtClean="0"/>
            <a:t>Governance and Leadership</a:t>
          </a:r>
        </a:p>
        <a:p>
          <a:r>
            <a:rPr lang="en-US" sz="1200" dirty="0" smtClean="0"/>
            <a:t>10% </a:t>
          </a:r>
          <a:endParaRPr lang="en-US" sz="1200" dirty="0"/>
        </a:p>
      </dgm:t>
    </dgm:pt>
    <dgm:pt modelId="{757B22BC-5C64-446D-ACE1-4978C324AF55}" type="parTrans" cxnId="{C00A4C1E-00E0-493E-9B43-6150FA8E5635}">
      <dgm:prSet/>
      <dgm:spPr/>
      <dgm:t>
        <a:bodyPr/>
        <a:lstStyle/>
        <a:p>
          <a:endParaRPr lang="en-US"/>
        </a:p>
      </dgm:t>
    </dgm:pt>
    <dgm:pt modelId="{1378B22B-3F96-4143-B09A-E9F55F43E32C}" type="sibTrans" cxnId="{C00A4C1E-00E0-493E-9B43-6150FA8E5635}">
      <dgm:prSet/>
      <dgm:spPr/>
      <dgm:t>
        <a:bodyPr/>
        <a:lstStyle/>
        <a:p>
          <a:endParaRPr lang="en-US"/>
        </a:p>
      </dgm:t>
    </dgm:pt>
    <dgm:pt modelId="{4862E303-BA37-40B5-B43C-134CE8EE18BB}">
      <dgm:prSet custT="1"/>
      <dgm:spPr/>
      <dgm:t>
        <a:bodyPr/>
        <a:lstStyle/>
        <a:p>
          <a:r>
            <a:rPr lang="en-US" sz="1200" dirty="0" smtClean="0"/>
            <a:t>School-wide Student Achievement Gap Reduction</a:t>
          </a:r>
        </a:p>
        <a:p>
          <a:r>
            <a:rPr lang="en-US" sz="1200" dirty="0" smtClean="0"/>
            <a:t>20%</a:t>
          </a:r>
          <a:endParaRPr lang="en-US" sz="1200" dirty="0"/>
        </a:p>
      </dgm:t>
    </dgm:pt>
    <dgm:pt modelId="{9194D753-EE9D-46AF-9F4F-C878EEF2CF85}" type="parTrans" cxnId="{42F26D48-A154-4F87-A5AB-6E2218A90A05}">
      <dgm:prSet/>
      <dgm:spPr/>
      <dgm:t>
        <a:bodyPr/>
        <a:lstStyle/>
        <a:p>
          <a:endParaRPr lang="en-US"/>
        </a:p>
      </dgm:t>
    </dgm:pt>
    <dgm:pt modelId="{E3CE60AC-9E2A-4C96-99C4-F39B8BD4E823}" type="sibTrans" cxnId="{42F26D48-A154-4F87-A5AB-6E2218A90A05}">
      <dgm:prSet/>
      <dgm:spPr/>
      <dgm:t>
        <a:bodyPr/>
        <a:lstStyle/>
        <a:p>
          <a:endParaRPr lang="en-US"/>
        </a:p>
      </dgm:t>
    </dgm:pt>
    <dgm:pt modelId="{DFFF8167-FCC0-4697-B5F8-40413319AEAE}" type="pres">
      <dgm:prSet presAssocID="{BBF4164F-A0EB-4BE1-ACBD-2AFEA5D3F747}" presName="hierChild1" presStyleCnt="0">
        <dgm:presLayoutVars>
          <dgm:orgChart val="1"/>
          <dgm:chPref val="1"/>
          <dgm:dir/>
          <dgm:animOne val="branch"/>
          <dgm:animLvl val="lvl"/>
          <dgm:resizeHandles/>
        </dgm:presLayoutVars>
      </dgm:prSet>
      <dgm:spPr/>
      <dgm:t>
        <a:bodyPr/>
        <a:lstStyle/>
        <a:p>
          <a:endParaRPr lang="en-US"/>
        </a:p>
      </dgm:t>
    </dgm:pt>
    <dgm:pt modelId="{083F6724-7806-4867-9998-61D84D2D438F}" type="pres">
      <dgm:prSet presAssocID="{62FF5D40-5F79-4E1C-82FA-9864328B13B3}" presName="hierRoot1" presStyleCnt="0">
        <dgm:presLayoutVars>
          <dgm:hierBranch val="init"/>
        </dgm:presLayoutVars>
      </dgm:prSet>
      <dgm:spPr/>
    </dgm:pt>
    <dgm:pt modelId="{3016BF93-6511-435B-9A54-6F22B0FC3FBE}" type="pres">
      <dgm:prSet presAssocID="{62FF5D40-5F79-4E1C-82FA-9864328B13B3}" presName="rootComposite1" presStyleCnt="0"/>
      <dgm:spPr/>
    </dgm:pt>
    <dgm:pt modelId="{2484BBBA-46D0-4D00-81A5-EA813ED65161}" type="pres">
      <dgm:prSet presAssocID="{62FF5D40-5F79-4E1C-82FA-9864328B13B3}" presName="rootText1" presStyleLbl="node0" presStyleIdx="0" presStyleCnt="1" custScaleX="150631">
        <dgm:presLayoutVars>
          <dgm:chPref val="3"/>
        </dgm:presLayoutVars>
      </dgm:prSet>
      <dgm:spPr/>
      <dgm:t>
        <a:bodyPr/>
        <a:lstStyle/>
        <a:p>
          <a:endParaRPr lang="en-US"/>
        </a:p>
      </dgm:t>
    </dgm:pt>
    <dgm:pt modelId="{BB12EA87-EC2A-4F38-9DC6-DFD7AB49720F}" type="pres">
      <dgm:prSet presAssocID="{62FF5D40-5F79-4E1C-82FA-9864328B13B3}" presName="rootConnector1" presStyleLbl="node1" presStyleIdx="0" presStyleCnt="0"/>
      <dgm:spPr/>
      <dgm:t>
        <a:bodyPr/>
        <a:lstStyle/>
        <a:p>
          <a:endParaRPr lang="en-US"/>
        </a:p>
      </dgm:t>
    </dgm:pt>
    <dgm:pt modelId="{CC35D3F5-BF01-49AA-A92F-1AD1EBC88220}" type="pres">
      <dgm:prSet presAssocID="{62FF5D40-5F79-4E1C-82FA-9864328B13B3}" presName="hierChild2" presStyleCnt="0"/>
      <dgm:spPr/>
    </dgm:pt>
    <dgm:pt modelId="{9B049A44-2B0A-47C5-A960-A4C2434D7B26}" type="pres">
      <dgm:prSet presAssocID="{C2FDBF3C-8F13-4FA8-BEDC-EBFF83BBB370}" presName="Name37" presStyleLbl="parChTrans1D2" presStyleIdx="0" presStyleCnt="4"/>
      <dgm:spPr/>
      <dgm:t>
        <a:bodyPr/>
        <a:lstStyle/>
        <a:p>
          <a:endParaRPr lang="en-US"/>
        </a:p>
      </dgm:t>
    </dgm:pt>
    <dgm:pt modelId="{C5FF59F1-DD60-4AF8-A25E-B46A1915099D}" type="pres">
      <dgm:prSet presAssocID="{EFBA1C8E-2D79-4CCD-9197-32A591D9DFE1}" presName="hierRoot2" presStyleCnt="0">
        <dgm:presLayoutVars>
          <dgm:hierBranch val="init"/>
        </dgm:presLayoutVars>
      </dgm:prSet>
      <dgm:spPr/>
    </dgm:pt>
    <dgm:pt modelId="{E389418B-A869-4DDE-8A7B-A5CE292D156C}" type="pres">
      <dgm:prSet presAssocID="{EFBA1C8E-2D79-4CCD-9197-32A591D9DFE1}" presName="rootComposite" presStyleCnt="0"/>
      <dgm:spPr/>
    </dgm:pt>
    <dgm:pt modelId="{52EF5C6F-362B-4539-9899-B10A44915891}" type="pres">
      <dgm:prSet presAssocID="{EFBA1C8E-2D79-4CCD-9197-32A591D9DFE1}" presName="rootText" presStyleLbl="node2" presStyleIdx="0" presStyleCnt="4" custScaleY="190160">
        <dgm:presLayoutVars>
          <dgm:chPref val="3"/>
        </dgm:presLayoutVars>
      </dgm:prSet>
      <dgm:spPr/>
      <dgm:t>
        <a:bodyPr/>
        <a:lstStyle/>
        <a:p>
          <a:endParaRPr lang="en-US"/>
        </a:p>
      </dgm:t>
    </dgm:pt>
    <dgm:pt modelId="{DE16CE3C-80CA-46FC-8B82-66D730D6696C}" type="pres">
      <dgm:prSet presAssocID="{EFBA1C8E-2D79-4CCD-9197-32A591D9DFE1}" presName="rootConnector" presStyleLbl="node2" presStyleIdx="0" presStyleCnt="4"/>
      <dgm:spPr/>
      <dgm:t>
        <a:bodyPr/>
        <a:lstStyle/>
        <a:p>
          <a:endParaRPr lang="en-US"/>
        </a:p>
      </dgm:t>
    </dgm:pt>
    <dgm:pt modelId="{9DDEF5FB-040C-46DB-B2C9-8F205995160E}" type="pres">
      <dgm:prSet presAssocID="{EFBA1C8E-2D79-4CCD-9197-32A591D9DFE1}" presName="hierChild4" presStyleCnt="0"/>
      <dgm:spPr/>
    </dgm:pt>
    <dgm:pt modelId="{ECD1C279-AFEE-43FE-8BAB-CD3A3F0AF5A1}" type="pres">
      <dgm:prSet presAssocID="{EFBA1C8E-2D79-4CCD-9197-32A591D9DFE1}" presName="hierChild5" presStyleCnt="0"/>
      <dgm:spPr/>
    </dgm:pt>
    <dgm:pt modelId="{15E40B8F-2B48-4D17-AE9F-7A2A5DF5E210}" type="pres">
      <dgm:prSet presAssocID="{98C12478-5F8F-4B34-BD08-791979461D61}" presName="Name37" presStyleLbl="parChTrans1D2" presStyleIdx="1" presStyleCnt="4"/>
      <dgm:spPr/>
      <dgm:t>
        <a:bodyPr/>
        <a:lstStyle/>
        <a:p>
          <a:endParaRPr lang="en-US"/>
        </a:p>
      </dgm:t>
    </dgm:pt>
    <dgm:pt modelId="{3711ACA5-06A2-4453-ACAA-ADDA29178785}" type="pres">
      <dgm:prSet presAssocID="{B1E86AF0-F2E5-4417-BEC3-9A91F63EC762}" presName="hierRoot2" presStyleCnt="0">
        <dgm:presLayoutVars>
          <dgm:hierBranch val="init"/>
        </dgm:presLayoutVars>
      </dgm:prSet>
      <dgm:spPr/>
    </dgm:pt>
    <dgm:pt modelId="{16CDA970-78C9-4FA0-9F7A-BB87882B0257}" type="pres">
      <dgm:prSet presAssocID="{B1E86AF0-F2E5-4417-BEC3-9A91F63EC762}" presName="rootComposite" presStyleCnt="0"/>
      <dgm:spPr/>
    </dgm:pt>
    <dgm:pt modelId="{21108E12-F3B1-45AE-B5FD-7B17F4AEBF3F}" type="pres">
      <dgm:prSet presAssocID="{B1E86AF0-F2E5-4417-BEC3-9A91F63EC762}" presName="rootText" presStyleLbl="node2" presStyleIdx="1" presStyleCnt="4" custScaleY="190160">
        <dgm:presLayoutVars>
          <dgm:chPref val="3"/>
        </dgm:presLayoutVars>
      </dgm:prSet>
      <dgm:spPr/>
      <dgm:t>
        <a:bodyPr/>
        <a:lstStyle/>
        <a:p>
          <a:endParaRPr lang="en-US"/>
        </a:p>
      </dgm:t>
    </dgm:pt>
    <dgm:pt modelId="{487EC313-93A0-4B4F-BE24-E4F04E96DD2E}" type="pres">
      <dgm:prSet presAssocID="{B1E86AF0-F2E5-4417-BEC3-9A91F63EC762}" presName="rootConnector" presStyleLbl="node2" presStyleIdx="1" presStyleCnt="4"/>
      <dgm:spPr/>
      <dgm:t>
        <a:bodyPr/>
        <a:lstStyle/>
        <a:p>
          <a:endParaRPr lang="en-US"/>
        </a:p>
      </dgm:t>
    </dgm:pt>
    <dgm:pt modelId="{317B2CEB-A2CA-40CA-B08F-17755A89EBC9}" type="pres">
      <dgm:prSet presAssocID="{B1E86AF0-F2E5-4417-BEC3-9A91F63EC762}" presName="hierChild4" presStyleCnt="0"/>
      <dgm:spPr/>
    </dgm:pt>
    <dgm:pt modelId="{FAB52F84-9ADD-4C12-A5A0-8EDFFD22C095}" type="pres">
      <dgm:prSet presAssocID="{B1E86AF0-F2E5-4417-BEC3-9A91F63EC762}" presName="hierChild5" presStyleCnt="0"/>
      <dgm:spPr/>
    </dgm:pt>
    <dgm:pt modelId="{C3C00658-8563-4927-8047-50A389D757F0}" type="pres">
      <dgm:prSet presAssocID="{9194D753-EE9D-46AF-9F4F-C878EEF2CF85}" presName="Name37" presStyleLbl="parChTrans1D2" presStyleIdx="2" presStyleCnt="4"/>
      <dgm:spPr/>
      <dgm:t>
        <a:bodyPr/>
        <a:lstStyle/>
        <a:p>
          <a:endParaRPr lang="en-US"/>
        </a:p>
      </dgm:t>
    </dgm:pt>
    <dgm:pt modelId="{1A323EC6-0251-489F-AC29-04895DF2C004}" type="pres">
      <dgm:prSet presAssocID="{4862E303-BA37-40B5-B43C-134CE8EE18BB}" presName="hierRoot2" presStyleCnt="0">
        <dgm:presLayoutVars>
          <dgm:hierBranch val="init"/>
        </dgm:presLayoutVars>
      </dgm:prSet>
      <dgm:spPr/>
    </dgm:pt>
    <dgm:pt modelId="{8E525F21-D625-4678-BA8B-F91FCE357EBE}" type="pres">
      <dgm:prSet presAssocID="{4862E303-BA37-40B5-B43C-134CE8EE18BB}" presName="rootComposite" presStyleCnt="0"/>
      <dgm:spPr/>
    </dgm:pt>
    <dgm:pt modelId="{C6869DB9-3084-4894-8BB8-DF3CF5B0D614}" type="pres">
      <dgm:prSet presAssocID="{4862E303-BA37-40B5-B43C-134CE8EE18BB}" presName="rootText" presStyleLbl="node2" presStyleIdx="2" presStyleCnt="4" custScaleY="190161">
        <dgm:presLayoutVars>
          <dgm:chPref val="3"/>
        </dgm:presLayoutVars>
      </dgm:prSet>
      <dgm:spPr/>
      <dgm:t>
        <a:bodyPr/>
        <a:lstStyle/>
        <a:p>
          <a:endParaRPr lang="en-US"/>
        </a:p>
      </dgm:t>
    </dgm:pt>
    <dgm:pt modelId="{14E62C8B-EFF8-4284-92AB-0AC063B88EBE}" type="pres">
      <dgm:prSet presAssocID="{4862E303-BA37-40B5-B43C-134CE8EE18BB}" presName="rootConnector" presStyleLbl="node2" presStyleIdx="2" presStyleCnt="4"/>
      <dgm:spPr/>
      <dgm:t>
        <a:bodyPr/>
        <a:lstStyle/>
        <a:p>
          <a:endParaRPr lang="en-US"/>
        </a:p>
      </dgm:t>
    </dgm:pt>
    <dgm:pt modelId="{D8C1463E-220D-4DFA-AE73-61A866F9D611}" type="pres">
      <dgm:prSet presAssocID="{4862E303-BA37-40B5-B43C-134CE8EE18BB}" presName="hierChild4" presStyleCnt="0"/>
      <dgm:spPr/>
    </dgm:pt>
    <dgm:pt modelId="{78BBB8A4-1CD5-462B-980F-6F5EBF55E850}" type="pres">
      <dgm:prSet presAssocID="{4862E303-BA37-40B5-B43C-134CE8EE18BB}" presName="hierChild5" presStyleCnt="0"/>
      <dgm:spPr/>
    </dgm:pt>
    <dgm:pt modelId="{8EABA894-0244-4823-92C0-E5451BB1D326}" type="pres">
      <dgm:prSet presAssocID="{757B22BC-5C64-446D-ACE1-4978C324AF55}" presName="Name37" presStyleLbl="parChTrans1D2" presStyleIdx="3" presStyleCnt="4"/>
      <dgm:spPr/>
      <dgm:t>
        <a:bodyPr/>
        <a:lstStyle/>
        <a:p>
          <a:endParaRPr lang="en-US"/>
        </a:p>
      </dgm:t>
    </dgm:pt>
    <dgm:pt modelId="{EF54F5E8-B804-44CD-964E-EAD5C5939341}" type="pres">
      <dgm:prSet presAssocID="{6CC1EAF8-CCDD-4968-BBAE-D0AE6D28BDDA}" presName="hierRoot2" presStyleCnt="0">
        <dgm:presLayoutVars>
          <dgm:hierBranch val="init"/>
        </dgm:presLayoutVars>
      </dgm:prSet>
      <dgm:spPr/>
    </dgm:pt>
    <dgm:pt modelId="{91258519-9D29-492D-B85A-5A2B0BE3DF0C}" type="pres">
      <dgm:prSet presAssocID="{6CC1EAF8-CCDD-4968-BBAE-D0AE6D28BDDA}" presName="rootComposite" presStyleCnt="0"/>
      <dgm:spPr/>
    </dgm:pt>
    <dgm:pt modelId="{436E8F32-8124-4477-A8C5-526042BDDB03}" type="pres">
      <dgm:prSet presAssocID="{6CC1EAF8-CCDD-4968-BBAE-D0AE6D28BDDA}" presName="rootText" presStyleLbl="node2" presStyleIdx="3" presStyleCnt="4" custScaleY="187626">
        <dgm:presLayoutVars>
          <dgm:chPref val="3"/>
        </dgm:presLayoutVars>
      </dgm:prSet>
      <dgm:spPr/>
      <dgm:t>
        <a:bodyPr/>
        <a:lstStyle/>
        <a:p>
          <a:endParaRPr lang="en-US"/>
        </a:p>
      </dgm:t>
    </dgm:pt>
    <dgm:pt modelId="{FE9F825C-D62E-4FAC-B71A-C89D10D37A60}" type="pres">
      <dgm:prSet presAssocID="{6CC1EAF8-CCDD-4968-BBAE-D0AE6D28BDDA}" presName="rootConnector" presStyleLbl="node2" presStyleIdx="3" presStyleCnt="4"/>
      <dgm:spPr/>
      <dgm:t>
        <a:bodyPr/>
        <a:lstStyle/>
        <a:p>
          <a:endParaRPr lang="en-US"/>
        </a:p>
      </dgm:t>
    </dgm:pt>
    <dgm:pt modelId="{DB83FCF7-D96A-4957-AB99-C76E94C0D556}" type="pres">
      <dgm:prSet presAssocID="{6CC1EAF8-CCDD-4968-BBAE-D0AE6D28BDDA}" presName="hierChild4" presStyleCnt="0"/>
      <dgm:spPr/>
    </dgm:pt>
    <dgm:pt modelId="{8F9E2253-7008-4668-915A-B6DB881F8FF6}" type="pres">
      <dgm:prSet presAssocID="{6CC1EAF8-CCDD-4968-BBAE-D0AE6D28BDDA}" presName="hierChild5" presStyleCnt="0"/>
      <dgm:spPr/>
    </dgm:pt>
    <dgm:pt modelId="{E9EF4CA7-53F3-4B65-B411-1A3C174C7200}" type="pres">
      <dgm:prSet presAssocID="{62FF5D40-5F79-4E1C-82FA-9864328B13B3}" presName="hierChild3" presStyleCnt="0"/>
      <dgm:spPr/>
    </dgm:pt>
  </dgm:ptLst>
  <dgm:cxnLst>
    <dgm:cxn modelId="{42F26D48-A154-4F87-A5AB-6E2218A90A05}" srcId="{62FF5D40-5F79-4E1C-82FA-9864328B13B3}" destId="{4862E303-BA37-40B5-B43C-134CE8EE18BB}" srcOrd="2" destOrd="0" parTransId="{9194D753-EE9D-46AF-9F4F-C878EEF2CF85}" sibTransId="{E3CE60AC-9E2A-4C96-99C4-F39B8BD4E823}"/>
    <dgm:cxn modelId="{D9D8629F-08D0-4960-848E-FDD0797FC873}" type="presOf" srcId="{EFBA1C8E-2D79-4CCD-9197-32A591D9DFE1}" destId="{DE16CE3C-80CA-46FC-8B82-66D730D6696C}" srcOrd="1" destOrd="0" presId="urn:microsoft.com/office/officeart/2005/8/layout/orgChart1"/>
    <dgm:cxn modelId="{B01381F5-5D06-4A63-87D2-DA4A6237D389}" type="presOf" srcId="{4862E303-BA37-40B5-B43C-134CE8EE18BB}" destId="{14E62C8B-EFF8-4284-92AB-0AC063B88EBE}" srcOrd="1" destOrd="0" presId="urn:microsoft.com/office/officeart/2005/8/layout/orgChart1"/>
    <dgm:cxn modelId="{4B51C350-C6CB-4BF1-A0C8-0856CB31324A}" type="presOf" srcId="{62FF5D40-5F79-4E1C-82FA-9864328B13B3}" destId="{2484BBBA-46D0-4D00-81A5-EA813ED65161}" srcOrd="0" destOrd="0" presId="urn:microsoft.com/office/officeart/2005/8/layout/orgChart1"/>
    <dgm:cxn modelId="{1552A691-EF14-45EF-B836-30A84BE4EC88}" type="presOf" srcId="{B1E86AF0-F2E5-4417-BEC3-9A91F63EC762}" destId="{487EC313-93A0-4B4F-BE24-E4F04E96DD2E}" srcOrd="1" destOrd="0" presId="urn:microsoft.com/office/officeart/2005/8/layout/orgChart1"/>
    <dgm:cxn modelId="{6A84478B-6FD3-4748-806A-CF81B7986508}" type="presOf" srcId="{6CC1EAF8-CCDD-4968-BBAE-D0AE6D28BDDA}" destId="{436E8F32-8124-4477-A8C5-526042BDDB03}" srcOrd="0" destOrd="0" presId="urn:microsoft.com/office/officeart/2005/8/layout/orgChart1"/>
    <dgm:cxn modelId="{1E31E7E9-25F6-4B35-9C09-23F18B799966}" type="presOf" srcId="{62FF5D40-5F79-4E1C-82FA-9864328B13B3}" destId="{BB12EA87-EC2A-4F38-9DC6-DFD7AB49720F}" srcOrd="1" destOrd="0" presId="urn:microsoft.com/office/officeart/2005/8/layout/orgChart1"/>
    <dgm:cxn modelId="{511AB6C2-4D15-40B8-93AD-C5DAE3A41B59}" type="presOf" srcId="{4862E303-BA37-40B5-B43C-134CE8EE18BB}" destId="{C6869DB9-3084-4894-8BB8-DF3CF5B0D614}" srcOrd="0" destOrd="0" presId="urn:microsoft.com/office/officeart/2005/8/layout/orgChart1"/>
    <dgm:cxn modelId="{AF5D2D66-7F6D-4A96-9078-6D9671A61CCD}" srcId="{62FF5D40-5F79-4E1C-82FA-9864328B13B3}" destId="{EFBA1C8E-2D79-4CCD-9197-32A591D9DFE1}" srcOrd="0" destOrd="0" parTransId="{C2FDBF3C-8F13-4FA8-BEDC-EBFF83BBB370}" sibTransId="{4E3CD356-0AF9-4C92-91F6-A05C23DD1AE5}"/>
    <dgm:cxn modelId="{E73EBEE0-CF6C-453E-B988-57153665E33C}" type="presOf" srcId="{98C12478-5F8F-4B34-BD08-791979461D61}" destId="{15E40B8F-2B48-4D17-AE9F-7A2A5DF5E210}" srcOrd="0" destOrd="0" presId="urn:microsoft.com/office/officeart/2005/8/layout/orgChart1"/>
    <dgm:cxn modelId="{924718CE-7C8E-42E6-9D43-FE4CDB31B446}" type="presOf" srcId="{BBF4164F-A0EB-4BE1-ACBD-2AFEA5D3F747}" destId="{DFFF8167-FCC0-4697-B5F8-40413319AEAE}" srcOrd="0" destOrd="0" presId="urn:microsoft.com/office/officeart/2005/8/layout/orgChart1"/>
    <dgm:cxn modelId="{43068243-E540-449E-821C-2291149E7BB8}" srcId="{62FF5D40-5F79-4E1C-82FA-9864328B13B3}" destId="{B1E86AF0-F2E5-4417-BEC3-9A91F63EC762}" srcOrd="1" destOrd="0" parTransId="{98C12478-5F8F-4B34-BD08-791979461D61}" sibTransId="{F05E9CAB-840B-4A0D-8605-4C621CF6003E}"/>
    <dgm:cxn modelId="{C921C1BF-E8FA-40BC-8F04-98393F73E36F}" type="presOf" srcId="{B1E86AF0-F2E5-4417-BEC3-9A91F63EC762}" destId="{21108E12-F3B1-45AE-B5FD-7B17F4AEBF3F}" srcOrd="0" destOrd="0" presId="urn:microsoft.com/office/officeart/2005/8/layout/orgChart1"/>
    <dgm:cxn modelId="{F272EF82-2644-456C-9CD4-AED8B761560C}" type="presOf" srcId="{C2FDBF3C-8F13-4FA8-BEDC-EBFF83BBB370}" destId="{9B049A44-2B0A-47C5-A960-A4C2434D7B26}" srcOrd="0" destOrd="0" presId="urn:microsoft.com/office/officeart/2005/8/layout/orgChart1"/>
    <dgm:cxn modelId="{B229282A-F3D3-41FE-B787-76685BB365F6}" srcId="{BBF4164F-A0EB-4BE1-ACBD-2AFEA5D3F747}" destId="{62FF5D40-5F79-4E1C-82FA-9864328B13B3}" srcOrd="0" destOrd="0" parTransId="{7718BAE4-3A3B-4DBF-BC64-8577D5050EA7}" sibTransId="{58400A9A-86AD-42AB-A411-1B42BBD3CC42}"/>
    <dgm:cxn modelId="{537933EB-5942-4AAB-BA5C-3C2C56FCA95F}" type="presOf" srcId="{757B22BC-5C64-446D-ACE1-4978C324AF55}" destId="{8EABA894-0244-4823-92C0-E5451BB1D326}" srcOrd="0" destOrd="0" presId="urn:microsoft.com/office/officeart/2005/8/layout/orgChart1"/>
    <dgm:cxn modelId="{E5E97F4E-6B14-449D-AFDD-FFFC18D14B28}" type="presOf" srcId="{EFBA1C8E-2D79-4CCD-9197-32A591D9DFE1}" destId="{52EF5C6F-362B-4539-9899-B10A44915891}" srcOrd="0" destOrd="0" presId="urn:microsoft.com/office/officeart/2005/8/layout/orgChart1"/>
    <dgm:cxn modelId="{C00A4C1E-00E0-493E-9B43-6150FA8E5635}" srcId="{62FF5D40-5F79-4E1C-82FA-9864328B13B3}" destId="{6CC1EAF8-CCDD-4968-BBAE-D0AE6D28BDDA}" srcOrd="3" destOrd="0" parTransId="{757B22BC-5C64-446D-ACE1-4978C324AF55}" sibTransId="{1378B22B-3F96-4143-B09A-E9F55F43E32C}"/>
    <dgm:cxn modelId="{6158C2F0-E97C-4813-8D9D-57FF89D59BF2}" type="presOf" srcId="{9194D753-EE9D-46AF-9F4F-C878EEF2CF85}" destId="{C3C00658-8563-4927-8047-50A389D757F0}" srcOrd="0" destOrd="0" presId="urn:microsoft.com/office/officeart/2005/8/layout/orgChart1"/>
    <dgm:cxn modelId="{EE4CE35E-EF09-4D1E-8B6C-8241AD040FF0}" type="presOf" srcId="{6CC1EAF8-CCDD-4968-BBAE-D0AE6D28BDDA}" destId="{FE9F825C-D62E-4FAC-B71A-C89D10D37A60}" srcOrd="1" destOrd="0" presId="urn:microsoft.com/office/officeart/2005/8/layout/orgChart1"/>
    <dgm:cxn modelId="{57B58698-C4CF-4BE7-B734-3174133FF9F2}" type="presParOf" srcId="{DFFF8167-FCC0-4697-B5F8-40413319AEAE}" destId="{083F6724-7806-4867-9998-61D84D2D438F}" srcOrd="0" destOrd="0" presId="urn:microsoft.com/office/officeart/2005/8/layout/orgChart1"/>
    <dgm:cxn modelId="{39EA249F-E475-4C4B-B068-3B4C9C07E661}" type="presParOf" srcId="{083F6724-7806-4867-9998-61D84D2D438F}" destId="{3016BF93-6511-435B-9A54-6F22B0FC3FBE}" srcOrd="0" destOrd="0" presId="urn:microsoft.com/office/officeart/2005/8/layout/orgChart1"/>
    <dgm:cxn modelId="{4BD2B786-0061-4C22-B379-5B830EC80117}" type="presParOf" srcId="{3016BF93-6511-435B-9A54-6F22B0FC3FBE}" destId="{2484BBBA-46D0-4D00-81A5-EA813ED65161}" srcOrd="0" destOrd="0" presId="urn:microsoft.com/office/officeart/2005/8/layout/orgChart1"/>
    <dgm:cxn modelId="{09555167-85CE-4428-9A17-948C4E02ABEA}" type="presParOf" srcId="{3016BF93-6511-435B-9A54-6F22B0FC3FBE}" destId="{BB12EA87-EC2A-4F38-9DC6-DFD7AB49720F}" srcOrd="1" destOrd="0" presId="urn:microsoft.com/office/officeart/2005/8/layout/orgChart1"/>
    <dgm:cxn modelId="{9BE867EE-408A-46E9-A7D0-5677E59133FA}" type="presParOf" srcId="{083F6724-7806-4867-9998-61D84D2D438F}" destId="{CC35D3F5-BF01-49AA-A92F-1AD1EBC88220}" srcOrd="1" destOrd="0" presId="urn:microsoft.com/office/officeart/2005/8/layout/orgChart1"/>
    <dgm:cxn modelId="{CE5EBAB5-9789-4091-B833-0E1E72EA4005}" type="presParOf" srcId="{CC35D3F5-BF01-49AA-A92F-1AD1EBC88220}" destId="{9B049A44-2B0A-47C5-A960-A4C2434D7B26}" srcOrd="0" destOrd="0" presId="urn:microsoft.com/office/officeart/2005/8/layout/orgChart1"/>
    <dgm:cxn modelId="{A5FC9023-BCCA-49EA-9E50-C891E090E558}" type="presParOf" srcId="{CC35D3F5-BF01-49AA-A92F-1AD1EBC88220}" destId="{C5FF59F1-DD60-4AF8-A25E-B46A1915099D}" srcOrd="1" destOrd="0" presId="urn:microsoft.com/office/officeart/2005/8/layout/orgChart1"/>
    <dgm:cxn modelId="{1EA00BE2-5879-4C62-8259-BD82E9582A1B}" type="presParOf" srcId="{C5FF59F1-DD60-4AF8-A25E-B46A1915099D}" destId="{E389418B-A869-4DDE-8A7B-A5CE292D156C}" srcOrd="0" destOrd="0" presId="urn:microsoft.com/office/officeart/2005/8/layout/orgChart1"/>
    <dgm:cxn modelId="{6BA098E6-7EE2-46D8-83FC-58F309AEE902}" type="presParOf" srcId="{E389418B-A869-4DDE-8A7B-A5CE292D156C}" destId="{52EF5C6F-362B-4539-9899-B10A44915891}" srcOrd="0" destOrd="0" presId="urn:microsoft.com/office/officeart/2005/8/layout/orgChart1"/>
    <dgm:cxn modelId="{2BEBBF4C-3F9E-48E1-B507-2EBC0BDA624F}" type="presParOf" srcId="{E389418B-A869-4DDE-8A7B-A5CE292D156C}" destId="{DE16CE3C-80CA-46FC-8B82-66D730D6696C}" srcOrd="1" destOrd="0" presId="urn:microsoft.com/office/officeart/2005/8/layout/orgChart1"/>
    <dgm:cxn modelId="{DC4B3AAC-0DCD-40EA-8BEC-BD9A1B69136A}" type="presParOf" srcId="{C5FF59F1-DD60-4AF8-A25E-B46A1915099D}" destId="{9DDEF5FB-040C-46DB-B2C9-8F205995160E}" srcOrd="1" destOrd="0" presId="urn:microsoft.com/office/officeart/2005/8/layout/orgChart1"/>
    <dgm:cxn modelId="{E8664C93-B395-4B7B-9C3B-231EB005EBDB}" type="presParOf" srcId="{C5FF59F1-DD60-4AF8-A25E-B46A1915099D}" destId="{ECD1C279-AFEE-43FE-8BAB-CD3A3F0AF5A1}" srcOrd="2" destOrd="0" presId="urn:microsoft.com/office/officeart/2005/8/layout/orgChart1"/>
    <dgm:cxn modelId="{E2BF35BD-A3DE-43B8-9856-94E67E8BEFAA}" type="presParOf" srcId="{CC35D3F5-BF01-49AA-A92F-1AD1EBC88220}" destId="{15E40B8F-2B48-4D17-AE9F-7A2A5DF5E210}" srcOrd="2" destOrd="0" presId="urn:microsoft.com/office/officeart/2005/8/layout/orgChart1"/>
    <dgm:cxn modelId="{57855691-E2D6-469A-A7E9-AB8F859CA32E}" type="presParOf" srcId="{CC35D3F5-BF01-49AA-A92F-1AD1EBC88220}" destId="{3711ACA5-06A2-4453-ACAA-ADDA29178785}" srcOrd="3" destOrd="0" presId="urn:microsoft.com/office/officeart/2005/8/layout/orgChart1"/>
    <dgm:cxn modelId="{3CFE6A26-4140-4BAC-A6C7-AC4EE3813814}" type="presParOf" srcId="{3711ACA5-06A2-4453-ACAA-ADDA29178785}" destId="{16CDA970-78C9-4FA0-9F7A-BB87882B0257}" srcOrd="0" destOrd="0" presId="urn:microsoft.com/office/officeart/2005/8/layout/orgChart1"/>
    <dgm:cxn modelId="{7A790EAE-E63A-4CC0-BE4D-74F19AD6B5C2}" type="presParOf" srcId="{16CDA970-78C9-4FA0-9F7A-BB87882B0257}" destId="{21108E12-F3B1-45AE-B5FD-7B17F4AEBF3F}" srcOrd="0" destOrd="0" presId="urn:microsoft.com/office/officeart/2005/8/layout/orgChart1"/>
    <dgm:cxn modelId="{E1FA5A36-565E-4DF1-8E87-78EA0CCBA2C7}" type="presParOf" srcId="{16CDA970-78C9-4FA0-9F7A-BB87882B0257}" destId="{487EC313-93A0-4B4F-BE24-E4F04E96DD2E}" srcOrd="1" destOrd="0" presId="urn:microsoft.com/office/officeart/2005/8/layout/orgChart1"/>
    <dgm:cxn modelId="{E422C52C-6D23-42D1-A2D7-899D5E482338}" type="presParOf" srcId="{3711ACA5-06A2-4453-ACAA-ADDA29178785}" destId="{317B2CEB-A2CA-40CA-B08F-17755A89EBC9}" srcOrd="1" destOrd="0" presId="urn:microsoft.com/office/officeart/2005/8/layout/orgChart1"/>
    <dgm:cxn modelId="{3C6591AB-90B7-4D9E-9477-E71724DE5567}" type="presParOf" srcId="{3711ACA5-06A2-4453-ACAA-ADDA29178785}" destId="{FAB52F84-9ADD-4C12-A5A0-8EDFFD22C095}" srcOrd="2" destOrd="0" presId="urn:microsoft.com/office/officeart/2005/8/layout/orgChart1"/>
    <dgm:cxn modelId="{2AC6A658-3DBA-4B52-A645-787C3F7E3E90}" type="presParOf" srcId="{CC35D3F5-BF01-49AA-A92F-1AD1EBC88220}" destId="{C3C00658-8563-4927-8047-50A389D757F0}" srcOrd="4" destOrd="0" presId="urn:microsoft.com/office/officeart/2005/8/layout/orgChart1"/>
    <dgm:cxn modelId="{4D06DAE5-849E-4755-B8E4-D0A414CFB7F8}" type="presParOf" srcId="{CC35D3F5-BF01-49AA-A92F-1AD1EBC88220}" destId="{1A323EC6-0251-489F-AC29-04895DF2C004}" srcOrd="5" destOrd="0" presId="urn:microsoft.com/office/officeart/2005/8/layout/orgChart1"/>
    <dgm:cxn modelId="{1D261F7B-BE97-4B00-A33D-5CD0416D6E6B}" type="presParOf" srcId="{1A323EC6-0251-489F-AC29-04895DF2C004}" destId="{8E525F21-D625-4678-BA8B-F91FCE357EBE}" srcOrd="0" destOrd="0" presId="urn:microsoft.com/office/officeart/2005/8/layout/orgChart1"/>
    <dgm:cxn modelId="{433BD0B6-F726-4568-8677-6F632D8456B8}" type="presParOf" srcId="{8E525F21-D625-4678-BA8B-F91FCE357EBE}" destId="{C6869DB9-3084-4894-8BB8-DF3CF5B0D614}" srcOrd="0" destOrd="0" presId="urn:microsoft.com/office/officeart/2005/8/layout/orgChart1"/>
    <dgm:cxn modelId="{15D78ED2-75DE-4888-8243-599929AAE322}" type="presParOf" srcId="{8E525F21-D625-4678-BA8B-F91FCE357EBE}" destId="{14E62C8B-EFF8-4284-92AB-0AC063B88EBE}" srcOrd="1" destOrd="0" presId="urn:microsoft.com/office/officeart/2005/8/layout/orgChart1"/>
    <dgm:cxn modelId="{79E8ADBB-9873-4ACF-836B-454422021B4A}" type="presParOf" srcId="{1A323EC6-0251-489F-AC29-04895DF2C004}" destId="{D8C1463E-220D-4DFA-AE73-61A866F9D611}" srcOrd="1" destOrd="0" presId="urn:microsoft.com/office/officeart/2005/8/layout/orgChart1"/>
    <dgm:cxn modelId="{7B6FEEBD-9BF5-478B-A69E-C9D92FDC7087}" type="presParOf" srcId="{1A323EC6-0251-489F-AC29-04895DF2C004}" destId="{78BBB8A4-1CD5-462B-980F-6F5EBF55E850}" srcOrd="2" destOrd="0" presId="urn:microsoft.com/office/officeart/2005/8/layout/orgChart1"/>
    <dgm:cxn modelId="{525F7895-3A24-44C6-B991-B4A8E81813A7}" type="presParOf" srcId="{CC35D3F5-BF01-49AA-A92F-1AD1EBC88220}" destId="{8EABA894-0244-4823-92C0-E5451BB1D326}" srcOrd="6" destOrd="0" presId="urn:microsoft.com/office/officeart/2005/8/layout/orgChart1"/>
    <dgm:cxn modelId="{C0F55064-E826-42C0-9BD9-66E1ED126590}" type="presParOf" srcId="{CC35D3F5-BF01-49AA-A92F-1AD1EBC88220}" destId="{EF54F5E8-B804-44CD-964E-EAD5C5939341}" srcOrd="7" destOrd="0" presId="urn:microsoft.com/office/officeart/2005/8/layout/orgChart1"/>
    <dgm:cxn modelId="{BD21392D-6BB1-427C-8ACD-EDD87E927F34}" type="presParOf" srcId="{EF54F5E8-B804-44CD-964E-EAD5C5939341}" destId="{91258519-9D29-492D-B85A-5A2B0BE3DF0C}" srcOrd="0" destOrd="0" presId="urn:microsoft.com/office/officeart/2005/8/layout/orgChart1"/>
    <dgm:cxn modelId="{01308DD7-3AFA-4A5F-B9B6-E4213D4CC755}" type="presParOf" srcId="{91258519-9D29-492D-B85A-5A2B0BE3DF0C}" destId="{436E8F32-8124-4477-A8C5-526042BDDB03}" srcOrd="0" destOrd="0" presId="urn:microsoft.com/office/officeart/2005/8/layout/orgChart1"/>
    <dgm:cxn modelId="{8803653D-9C94-4CB9-A920-82C2EF23B5D6}" type="presParOf" srcId="{91258519-9D29-492D-B85A-5A2B0BE3DF0C}" destId="{FE9F825C-D62E-4FAC-B71A-C89D10D37A60}" srcOrd="1" destOrd="0" presId="urn:microsoft.com/office/officeart/2005/8/layout/orgChart1"/>
    <dgm:cxn modelId="{32DA5F85-C445-418E-8F65-7E2A22C696C7}" type="presParOf" srcId="{EF54F5E8-B804-44CD-964E-EAD5C5939341}" destId="{DB83FCF7-D96A-4957-AB99-C76E94C0D556}" srcOrd="1" destOrd="0" presId="urn:microsoft.com/office/officeart/2005/8/layout/orgChart1"/>
    <dgm:cxn modelId="{732F614E-1BAB-487F-9FB1-52E61D3B2182}" type="presParOf" srcId="{EF54F5E8-B804-44CD-964E-EAD5C5939341}" destId="{8F9E2253-7008-4668-915A-B6DB881F8FF6}" srcOrd="2" destOrd="0" presId="urn:microsoft.com/office/officeart/2005/8/layout/orgChart1"/>
    <dgm:cxn modelId="{0FABFD33-6C0D-4672-874C-E6CC8D06E929}" type="presParOf" srcId="{083F6724-7806-4867-9998-61D84D2D438F}" destId="{E9EF4CA7-53F3-4B65-B411-1A3C174C7200}" srcOrd="2" destOrd="0" presId="urn:microsoft.com/office/officeart/2005/8/layout/orgChart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BF4164F-A0EB-4BE1-ACBD-2AFEA5D3F74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2FF5D40-5F79-4E1C-82FA-9864328B13B3}">
      <dgm:prSet phldrT="[Text]" custT="1"/>
      <dgm:spPr/>
      <dgm:t>
        <a:bodyPr/>
        <a:lstStyle/>
        <a:p>
          <a:r>
            <a:rPr lang="en-US" sz="1200" dirty="0" smtClean="0"/>
            <a:t>District Effectiveness Measure</a:t>
          </a:r>
        </a:p>
        <a:p>
          <a:r>
            <a:rPr lang="en-US" sz="1200" dirty="0" smtClean="0"/>
            <a:t>(DEM)</a:t>
          </a:r>
          <a:endParaRPr lang="en-US" sz="1200" dirty="0"/>
        </a:p>
      </dgm:t>
    </dgm:pt>
    <dgm:pt modelId="{7718BAE4-3A3B-4DBF-BC64-8577D5050EA7}" type="parTrans" cxnId="{B229282A-F3D3-41FE-B787-76685BB365F6}">
      <dgm:prSet/>
      <dgm:spPr/>
      <dgm:t>
        <a:bodyPr/>
        <a:lstStyle/>
        <a:p>
          <a:endParaRPr lang="en-US"/>
        </a:p>
      </dgm:t>
    </dgm:pt>
    <dgm:pt modelId="{58400A9A-86AD-42AB-A411-1B42BBD3CC42}" type="sibTrans" cxnId="{B229282A-F3D3-41FE-B787-76685BB365F6}">
      <dgm:prSet/>
      <dgm:spPr/>
      <dgm:t>
        <a:bodyPr/>
        <a:lstStyle/>
        <a:p>
          <a:endParaRPr lang="en-US"/>
        </a:p>
      </dgm:t>
    </dgm:pt>
    <dgm:pt modelId="{EFBA1C8E-2D79-4CCD-9197-32A591D9DFE1}">
      <dgm:prSet phldrT="[Text]" custT="1"/>
      <dgm:spPr/>
      <dgm:t>
        <a:bodyPr/>
        <a:lstStyle/>
        <a:p>
          <a:r>
            <a:rPr lang="en-US" sz="1200" dirty="0" smtClean="0"/>
            <a:t>District-wide Value-Added/Growth Score</a:t>
          </a:r>
        </a:p>
        <a:p>
          <a:r>
            <a:rPr lang="en-US" sz="1200" dirty="0" smtClean="0"/>
            <a:t>40%</a:t>
          </a:r>
          <a:endParaRPr lang="en-US" sz="1200" dirty="0"/>
        </a:p>
      </dgm:t>
    </dgm:pt>
    <dgm:pt modelId="{C2FDBF3C-8F13-4FA8-BEDC-EBFF83BBB370}" type="parTrans" cxnId="{AF5D2D66-7F6D-4A96-9078-6D9671A61CCD}">
      <dgm:prSet/>
      <dgm:spPr/>
      <dgm:t>
        <a:bodyPr/>
        <a:lstStyle/>
        <a:p>
          <a:endParaRPr lang="en-US"/>
        </a:p>
      </dgm:t>
    </dgm:pt>
    <dgm:pt modelId="{4E3CD356-0AF9-4C92-91F6-A05C23DD1AE5}" type="sibTrans" cxnId="{AF5D2D66-7F6D-4A96-9078-6D9671A61CCD}">
      <dgm:prSet/>
      <dgm:spPr/>
      <dgm:t>
        <a:bodyPr/>
        <a:lstStyle/>
        <a:p>
          <a:endParaRPr lang="en-US"/>
        </a:p>
      </dgm:t>
    </dgm:pt>
    <dgm:pt modelId="{B1E86AF0-F2E5-4417-BEC3-9A91F63EC762}">
      <dgm:prSet phldrT="[Text]" custT="1"/>
      <dgm:spPr/>
      <dgm:t>
        <a:bodyPr/>
        <a:lstStyle/>
        <a:p>
          <a:r>
            <a:rPr lang="en-US" sz="1200" dirty="0" smtClean="0"/>
            <a:t>District-wide Student Achievement Gap Reduction </a:t>
          </a:r>
        </a:p>
        <a:p>
          <a:r>
            <a:rPr lang="en-US" sz="1200" dirty="0" smtClean="0"/>
            <a:t>20%</a:t>
          </a:r>
          <a:endParaRPr lang="en-US" sz="1200" dirty="0"/>
        </a:p>
      </dgm:t>
    </dgm:pt>
    <dgm:pt modelId="{98C12478-5F8F-4B34-BD08-791979461D61}" type="parTrans" cxnId="{43068243-E540-449E-821C-2291149E7BB8}">
      <dgm:prSet/>
      <dgm:spPr/>
      <dgm:t>
        <a:bodyPr/>
        <a:lstStyle/>
        <a:p>
          <a:endParaRPr lang="en-US"/>
        </a:p>
      </dgm:t>
    </dgm:pt>
    <dgm:pt modelId="{F05E9CAB-840B-4A0D-8605-4C621CF6003E}" type="sibTrans" cxnId="{43068243-E540-449E-821C-2291149E7BB8}">
      <dgm:prSet/>
      <dgm:spPr/>
      <dgm:t>
        <a:bodyPr/>
        <a:lstStyle/>
        <a:p>
          <a:endParaRPr lang="en-US"/>
        </a:p>
      </dgm:t>
    </dgm:pt>
    <dgm:pt modelId="{6CC1EAF8-CCDD-4968-BBAE-D0AE6D28BDDA}">
      <dgm:prSet phldrT="[Text]" custT="1"/>
      <dgm:spPr/>
      <dgm:t>
        <a:bodyPr/>
        <a:lstStyle/>
        <a:p>
          <a:r>
            <a:rPr lang="en-US" sz="1200" dirty="0" smtClean="0"/>
            <a:t>Governance and Leadership</a:t>
          </a:r>
        </a:p>
        <a:p>
          <a:r>
            <a:rPr lang="en-US" sz="1200" dirty="0" smtClean="0"/>
            <a:t>20% </a:t>
          </a:r>
          <a:endParaRPr lang="en-US" sz="1200" dirty="0"/>
        </a:p>
      </dgm:t>
    </dgm:pt>
    <dgm:pt modelId="{757B22BC-5C64-446D-ACE1-4978C324AF55}" type="parTrans" cxnId="{C00A4C1E-00E0-493E-9B43-6150FA8E5635}">
      <dgm:prSet/>
      <dgm:spPr/>
      <dgm:t>
        <a:bodyPr/>
        <a:lstStyle/>
        <a:p>
          <a:endParaRPr lang="en-US"/>
        </a:p>
      </dgm:t>
    </dgm:pt>
    <dgm:pt modelId="{1378B22B-3F96-4143-B09A-E9F55F43E32C}" type="sibTrans" cxnId="{C00A4C1E-00E0-493E-9B43-6150FA8E5635}">
      <dgm:prSet/>
      <dgm:spPr/>
      <dgm:t>
        <a:bodyPr/>
        <a:lstStyle/>
        <a:p>
          <a:endParaRPr lang="en-US"/>
        </a:p>
      </dgm:t>
    </dgm:pt>
    <dgm:pt modelId="{4862E303-BA37-40B5-B43C-134CE8EE18BB}">
      <dgm:prSet custT="1"/>
      <dgm:spPr/>
      <dgm:t>
        <a:bodyPr/>
        <a:lstStyle/>
        <a:p>
          <a:r>
            <a:rPr lang="en-US" sz="1200" dirty="0" smtClean="0"/>
            <a:t>College and Career Readiness Assessment</a:t>
          </a:r>
        </a:p>
        <a:p>
          <a:r>
            <a:rPr lang="en-US" sz="1200" dirty="0" smtClean="0"/>
            <a:t>20%</a:t>
          </a:r>
          <a:endParaRPr lang="en-US" sz="1200" dirty="0"/>
        </a:p>
      </dgm:t>
    </dgm:pt>
    <dgm:pt modelId="{9194D753-EE9D-46AF-9F4F-C878EEF2CF85}" type="parTrans" cxnId="{42F26D48-A154-4F87-A5AB-6E2218A90A05}">
      <dgm:prSet/>
      <dgm:spPr/>
      <dgm:t>
        <a:bodyPr/>
        <a:lstStyle/>
        <a:p>
          <a:endParaRPr lang="en-US"/>
        </a:p>
      </dgm:t>
    </dgm:pt>
    <dgm:pt modelId="{E3CE60AC-9E2A-4C96-99C4-F39B8BD4E823}" type="sibTrans" cxnId="{42F26D48-A154-4F87-A5AB-6E2218A90A05}">
      <dgm:prSet/>
      <dgm:spPr/>
      <dgm:t>
        <a:bodyPr/>
        <a:lstStyle/>
        <a:p>
          <a:endParaRPr lang="en-US"/>
        </a:p>
      </dgm:t>
    </dgm:pt>
    <dgm:pt modelId="{DFFF8167-FCC0-4697-B5F8-40413319AEAE}" type="pres">
      <dgm:prSet presAssocID="{BBF4164F-A0EB-4BE1-ACBD-2AFEA5D3F747}" presName="hierChild1" presStyleCnt="0">
        <dgm:presLayoutVars>
          <dgm:orgChart val="1"/>
          <dgm:chPref val="1"/>
          <dgm:dir/>
          <dgm:animOne val="branch"/>
          <dgm:animLvl val="lvl"/>
          <dgm:resizeHandles/>
        </dgm:presLayoutVars>
      </dgm:prSet>
      <dgm:spPr/>
      <dgm:t>
        <a:bodyPr/>
        <a:lstStyle/>
        <a:p>
          <a:endParaRPr lang="en-US"/>
        </a:p>
      </dgm:t>
    </dgm:pt>
    <dgm:pt modelId="{083F6724-7806-4867-9998-61D84D2D438F}" type="pres">
      <dgm:prSet presAssocID="{62FF5D40-5F79-4E1C-82FA-9864328B13B3}" presName="hierRoot1" presStyleCnt="0">
        <dgm:presLayoutVars>
          <dgm:hierBranch val="init"/>
        </dgm:presLayoutVars>
      </dgm:prSet>
      <dgm:spPr/>
    </dgm:pt>
    <dgm:pt modelId="{3016BF93-6511-435B-9A54-6F22B0FC3FBE}" type="pres">
      <dgm:prSet presAssocID="{62FF5D40-5F79-4E1C-82FA-9864328B13B3}" presName="rootComposite1" presStyleCnt="0"/>
      <dgm:spPr/>
    </dgm:pt>
    <dgm:pt modelId="{2484BBBA-46D0-4D00-81A5-EA813ED65161}" type="pres">
      <dgm:prSet presAssocID="{62FF5D40-5F79-4E1C-82FA-9864328B13B3}" presName="rootText1" presStyleLbl="node0" presStyleIdx="0" presStyleCnt="1" custScaleX="150631">
        <dgm:presLayoutVars>
          <dgm:chPref val="3"/>
        </dgm:presLayoutVars>
      </dgm:prSet>
      <dgm:spPr/>
      <dgm:t>
        <a:bodyPr/>
        <a:lstStyle/>
        <a:p>
          <a:endParaRPr lang="en-US"/>
        </a:p>
      </dgm:t>
    </dgm:pt>
    <dgm:pt modelId="{BB12EA87-EC2A-4F38-9DC6-DFD7AB49720F}" type="pres">
      <dgm:prSet presAssocID="{62FF5D40-5F79-4E1C-82FA-9864328B13B3}" presName="rootConnector1" presStyleLbl="node1" presStyleIdx="0" presStyleCnt="0"/>
      <dgm:spPr/>
      <dgm:t>
        <a:bodyPr/>
        <a:lstStyle/>
        <a:p>
          <a:endParaRPr lang="en-US"/>
        </a:p>
      </dgm:t>
    </dgm:pt>
    <dgm:pt modelId="{CC35D3F5-BF01-49AA-A92F-1AD1EBC88220}" type="pres">
      <dgm:prSet presAssocID="{62FF5D40-5F79-4E1C-82FA-9864328B13B3}" presName="hierChild2" presStyleCnt="0"/>
      <dgm:spPr/>
    </dgm:pt>
    <dgm:pt modelId="{9B049A44-2B0A-47C5-A960-A4C2434D7B26}" type="pres">
      <dgm:prSet presAssocID="{C2FDBF3C-8F13-4FA8-BEDC-EBFF83BBB370}" presName="Name37" presStyleLbl="parChTrans1D2" presStyleIdx="0" presStyleCnt="4"/>
      <dgm:spPr/>
      <dgm:t>
        <a:bodyPr/>
        <a:lstStyle/>
        <a:p>
          <a:endParaRPr lang="en-US"/>
        </a:p>
      </dgm:t>
    </dgm:pt>
    <dgm:pt modelId="{C5FF59F1-DD60-4AF8-A25E-B46A1915099D}" type="pres">
      <dgm:prSet presAssocID="{EFBA1C8E-2D79-4CCD-9197-32A591D9DFE1}" presName="hierRoot2" presStyleCnt="0">
        <dgm:presLayoutVars>
          <dgm:hierBranch val="init"/>
        </dgm:presLayoutVars>
      </dgm:prSet>
      <dgm:spPr/>
    </dgm:pt>
    <dgm:pt modelId="{E389418B-A869-4DDE-8A7B-A5CE292D156C}" type="pres">
      <dgm:prSet presAssocID="{EFBA1C8E-2D79-4CCD-9197-32A591D9DFE1}" presName="rootComposite" presStyleCnt="0"/>
      <dgm:spPr/>
    </dgm:pt>
    <dgm:pt modelId="{52EF5C6F-362B-4539-9899-B10A44915891}" type="pres">
      <dgm:prSet presAssocID="{EFBA1C8E-2D79-4CCD-9197-32A591D9DFE1}" presName="rootText" presStyleLbl="node2" presStyleIdx="0" presStyleCnt="4" custScaleY="190160">
        <dgm:presLayoutVars>
          <dgm:chPref val="3"/>
        </dgm:presLayoutVars>
      </dgm:prSet>
      <dgm:spPr/>
      <dgm:t>
        <a:bodyPr/>
        <a:lstStyle/>
        <a:p>
          <a:endParaRPr lang="en-US"/>
        </a:p>
      </dgm:t>
    </dgm:pt>
    <dgm:pt modelId="{DE16CE3C-80CA-46FC-8B82-66D730D6696C}" type="pres">
      <dgm:prSet presAssocID="{EFBA1C8E-2D79-4CCD-9197-32A591D9DFE1}" presName="rootConnector" presStyleLbl="node2" presStyleIdx="0" presStyleCnt="4"/>
      <dgm:spPr/>
      <dgm:t>
        <a:bodyPr/>
        <a:lstStyle/>
        <a:p>
          <a:endParaRPr lang="en-US"/>
        </a:p>
      </dgm:t>
    </dgm:pt>
    <dgm:pt modelId="{9DDEF5FB-040C-46DB-B2C9-8F205995160E}" type="pres">
      <dgm:prSet presAssocID="{EFBA1C8E-2D79-4CCD-9197-32A591D9DFE1}" presName="hierChild4" presStyleCnt="0"/>
      <dgm:spPr/>
    </dgm:pt>
    <dgm:pt modelId="{ECD1C279-AFEE-43FE-8BAB-CD3A3F0AF5A1}" type="pres">
      <dgm:prSet presAssocID="{EFBA1C8E-2D79-4CCD-9197-32A591D9DFE1}" presName="hierChild5" presStyleCnt="0"/>
      <dgm:spPr/>
    </dgm:pt>
    <dgm:pt modelId="{15E40B8F-2B48-4D17-AE9F-7A2A5DF5E210}" type="pres">
      <dgm:prSet presAssocID="{98C12478-5F8F-4B34-BD08-791979461D61}" presName="Name37" presStyleLbl="parChTrans1D2" presStyleIdx="1" presStyleCnt="4"/>
      <dgm:spPr/>
      <dgm:t>
        <a:bodyPr/>
        <a:lstStyle/>
        <a:p>
          <a:endParaRPr lang="en-US"/>
        </a:p>
      </dgm:t>
    </dgm:pt>
    <dgm:pt modelId="{3711ACA5-06A2-4453-ACAA-ADDA29178785}" type="pres">
      <dgm:prSet presAssocID="{B1E86AF0-F2E5-4417-BEC3-9A91F63EC762}" presName="hierRoot2" presStyleCnt="0">
        <dgm:presLayoutVars>
          <dgm:hierBranch val="init"/>
        </dgm:presLayoutVars>
      </dgm:prSet>
      <dgm:spPr/>
    </dgm:pt>
    <dgm:pt modelId="{16CDA970-78C9-4FA0-9F7A-BB87882B0257}" type="pres">
      <dgm:prSet presAssocID="{B1E86AF0-F2E5-4417-BEC3-9A91F63EC762}" presName="rootComposite" presStyleCnt="0"/>
      <dgm:spPr/>
    </dgm:pt>
    <dgm:pt modelId="{21108E12-F3B1-45AE-B5FD-7B17F4AEBF3F}" type="pres">
      <dgm:prSet presAssocID="{B1E86AF0-F2E5-4417-BEC3-9A91F63EC762}" presName="rootText" presStyleLbl="node2" presStyleIdx="1" presStyleCnt="4" custScaleY="190160">
        <dgm:presLayoutVars>
          <dgm:chPref val="3"/>
        </dgm:presLayoutVars>
      </dgm:prSet>
      <dgm:spPr/>
      <dgm:t>
        <a:bodyPr/>
        <a:lstStyle/>
        <a:p>
          <a:endParaRPr lang="en-US"/>
        </a:p>
      </dgm:t>
    </dgm:pt>
    <dgm:pt modelId="{487EC313-93A0-4B4F-BE24-E4F04E96DD2E}" type="pres">
      <dgm:prSet presAssocID="{B1E86AF0-F2E5-4417-BEC3-9A91F63EC762}" presName="rootConnector" presStyleLbl="node2" presStyleIdx="1" presStyleCnt="4"/>
      <dgm:spPr/>
      <dgm:t>
        <a:bodyPr/>
        <a:lstStyle/>
        <a:p>
          <a:endParaRPr lang="en-US"/>
        </a:p>
      </dgm:t>
    </dgm:pt>
    <dgm:pt modelId="{317B2CEB-A2CA-40CA-B08F-17755A89EBC9}" type="pres">
      <dgm:prSet presAssocID="{B1E86AF0-F2E5-4417-BEC3-9A91F63EC762}" presName="hierChild4" presStyleCnt="0"/>
      <dgm:spPr/>
    </dgm:pt>
    <dgm:pt modelId="{FAB52F84-9ADD-4C12-A5A0-8EDFFD22C095}" type="pres">
      <dgm:prSet presAssocID="{B1E86AF0-F2E5-4417-BEC3-9A91F63EC762}" presName="hierChild5" presStyleCnt="0"/>
      <dgm:spPr/>
    </dgm:pt>
    <dgm:pt modelId="{C3C00658-8563-4927-8047-50A389D757F0}" type="pres">
      <dgm:prSet presAssocID="{9194D753-EE9D-46AF-9F4F-C878EEF2CF85}" presName="Name37" presStyleLbl="parChTrans1D2" presStyleIdx="2" presStyleCnt="4"/>
      <dgm:spPr/>
      <dgm:t>
        <a:bodyPr/>
        <a:lstStyle/>
        <a:p>
          <a:endParaRPr lang="en-US"/>
        </a:p>
      </dgm:t>
    </dgm:pt>
    <dgm:pt modelId="{1A323EC6-0251-489F-AC29-04895DF2C004}" type="pres">
      <dgm:prSet presAssocID="{4862E303-BA37-40B5-B43C-134CE8EE18BB}" presName="hierRoot2" presStyleCnt="0">
        <dgm:presLayoutVars>
          <dgm:hierBranch val="init"/>
        </dgm:presLayoutVars>
      </dgm:prSet>
      <dgm:spPr/>
    </dgm:pt>
    <dgm:pt modelId="{8E525F21-D625-4678-BA8B-F91FCE357EBE}" type="pres">
      <dgm:prSet presAssocID="{4862E303-BA37-40B5-B43C-134CE8EE18BB}" presName="rootComposite" presStyleCnt="0"/>
      <dgm:spPr/>
    </dgm:pt>
    <dgm:pt modelId="{C6869DB9-3084-4894-8BB8-DF3CF5B0D614}" type="pres">
      <dgm:prSet presAssocID="{4862E303-BA37-40B5-B43C-134CE8EE18BB}" presName="rootText" presStyleLbl="node2" presStyleIdx="2" presStyleCnt="4" custScaleY="190161">
        <dgm:presLayoutVars>
          <dgm:chPref val="3"/>
        </dgm:presLayoutVars>
      </dgm:prSet>
      <dgm:spPr/>
      <dgm:t>
        <a:bodyPr/>
        <a:lstStyle/>
        <a:p>
          <a:endParaRPr lang="en-US"/>
        </a:p>
      </dgm:t>
    </dgm:pt>
    <dgm:pt modelId="{14E62C8B-EFF8-4284-92AB-0AC063B88EBE}" type="pres">
      <dgm:prSet presAssocID="{4862E303-BA37-40B5-B43C-134CE8EE18BB}" presName="rootConnector" presStyleLbl="node2" presStyleIdx="2" presStyleCnt="4"/>
      <dgm:spPr/>
      <dgm:t>
        <a:bodyPr/>
        <a:lstStyle/>
        <a:p>
          <a:endParaRPr lang="en-US"/>
        </a:p>
      </dgm:t>
    </dgm:pt>
    <dgm:pt modelId="{D8C1463E-220D-4DFA-AE73-61A866F9D611}" type="pres">
      <dgm:prSet presAssocID="{4862E303-BA37-40B5-B43C-134CE8EE18BB}" presName="hierChild4" presStyleCnt="0"/>
      <dgm:spPr/>
    </dgm:pt>
    <dgm:pt modelId="{78BBB8A4-1CD5-462B-980F-6F5EBF55E850}" type="pres">
      <dgm:prSet presAssocID="{4862E303-BA37-40B5-B43C-134CE8EE18BB}" presName="hierChild5" presStyleCnt="0"/>
      <dgm:spPr/>
    </dgm:pt>
    <dgm:pt modelId="{8EABA894-0244-4823-92C0-E5451BB1D326}" type="pres">
      <dgm:prSet presAssocID="{757B22BC-5C64-446D-ACE1-4978C324AF55}" presName="Name37" presStyleLbl="parChTrans1D2" presStyleIdx="3" presStyleCnt="4"/>
      <dgm:spPr/>
      <dgm:t>
        <a:bodyPr/>
        <a:lstStyle/>
        <a:p>
          <a:endParaRPr lang="en-US"/>
        </a:p>
      </dgm:t>
    </dgm:pt>
    <dgm:pt modelId="{EF54F5E8-B804-44CD-964E-EAD5C5939341}" type="pres">
      <dgm:prSet presAssocID="{6CC1EAF8-CCDD-4968-BBAE-D0AE6D28BDDA}" presName="hierRoot2" presStyleCnt="0">
        <dgm:presLayoutVars>
          <dgm:hierBranch val="init"/>
        </dgm:presLayoutVars>
      </dgm:prSet>
      <dgm:spPr/>
    </dgm:pt>
    <dgm:pt modelId="{91258519-9D29-492D-B85A-5A2B0BE3DF0C}" type="pres">
      <dgm:prSet presAssocID="{6CC1EAF8-CCDD-4968-BBAE-D0AE6D28BDDA}" presName="rootComposite" presStyleCnt="0"/>
      <dgm:spPr/>
    </dgm:pt>
    <dgm:pt modelId="{436E8F32-8124-4477-A8C5-526042BDDB03}" type="pres">
      <dgm:prSet presAssocID="{6CC1EAF8-CCDD-4968-BBAE-D0AE6D28BDDA}" presName="rootText" presStyleLbl="node2" presStyleIdx="3" presStyleCnt="4" custScaleY="187626">
        <dgm:presLayoutVars>
          <dgm:chPref val="3"/>
        </dgm:presLayoutVars>
      </dgm:prSet>
      <dgm:spPr/>
      <dgm:t>
        <a:bodyPr/>
        <a:lstStyle/>
        <a:p>
          <a:endParaRPr lang="en-US"/>
        </a:p>
      </dgm:t>
    </dgm:pt>
    <dgm:pt modelId="{FE9F825C-D62E-4FAC-B71A-C89D10D37A60}" type="pres">
      <dgm:prSet presAssocID="{6CC1EAF8-CCDD-4968-BBAE-D0AE6D28BDDA}" presName="rootConnector" presStyleLbl="node2" presStyleIdx="3" presStyleCnt="4"/>
      <dgm:spPr/>
      <dgm:t>
        <a:bodyPr/>
        <a:lstStyle/>
        <a:p>
          <a:endParaRPr lang="en-US"/>
        </a:p>
      </dgm:t>
    </dgm:pt>
    <dgm:pt modelId="{DB83FCF7-D96A-4957-AB99-C76E94C0D556}" type="pres">
      <dgm:prSet presAssocID="{6CC1EAF8-CCDD-4968-BBAE-D0AE6D28BDDA}" presName="hierChild4" presStyleCnt="0"/>
      <dgm:spPr/>
    </dgm:pt>
    <dgm:pt modelId="{8F9E2253-7008-4668-915A-B6DB881F8FF6}" type="pres">
      <dgm:prSet presAssocID="{6CC1EAF8-CCDD-4968-BBAE-D0AE6D28BDDA}" presName="hierChild5" presStyleCnt="0"/>
      <dgm:spPr/>
    </dgm:pt>
    <dgm:pt modelId="{E9EF4CA7-53F3-4B65-B411-1A3C174C7200}" type="pres">
      <dgm:prSet presAssocID="{62FF5D40-5F79-4E1C-82FA-9864328B13B3}" presName="hierChild3" presStyleCnt="0"/>
      <dgm:spPr/>
    </dgm:pt>
  </dgm:ptLst>
  <dgm:cxnLst>
    <dgm:cxn modelId="{42F26D48-A154-4F87-A5AB-6E2218A90A05}" srcId="{62FF5D40-5F79-4E1C-82FA-9864328B13B3}" destId="{4862E303-BA37-40B5-B43C-134CE8EE18BB}" srcOrd="2" destOrd="0" parTransId="{9194D753-EE9D-46AF-9F4F-C878EEF2CF85}" sibTransId="{E3CE60AC-9E2A-4C96-99C4-F39B8BD4E823}"/>
    <dgm:cxn modelId="{BEAB5FE7-A15D-4BFE-9F71-C2A9BF2753F2}" type="presOf" srcId="{EFBA1C8E-2D79-4CCD-9197-32A591D9DFE1}" destId="{DE16CE3C-80CA-46FC-8B82-66D730D6696C}" srcOrd="1" destOrd="0" presId="urn:microsoft.com/office/officeart/2005/8/layout/orgChart1"/>
    <dgm:cxn modelId="{C807DABA-4AD1-4CBC-99CD-A72BAC56D36F}" type="presOf" srcId="{BBF4164F-A0EB-4BE1-ACBD-2AFEA5D3F747}" destId="{DFFF8167-FCC0-4697-B5F8-40413319AEAE}" srcOrd="0" destOrd="0" presId="urn:microsoft.com/office/officeart/2005/8/layout/orgChart1"/>
    <dgm:cxn modelId="{A47FFCCB-C554-44A4-BFA1-BEA6C7A1644C}" type="presOf" srcId="{EFBA1C8E-2D79-4CCD-9197-32A591D9DFE1}" destId="{52EF5C6F-362B-4539-9899-B10A44915891}" srcOrd="0" destOrd="0" presId="urn:microsoft.com/office/officeart/2005/8/layout/orgChart1"/>
    <dgm:cxn modelId="{CE5CF282-14CA-4369-9380-62B44D991B79}" type="presOf" srcId="{9194D753-EE9D-46AF-9F4F-C878EEF2CF85}" destId="{C3C00658-8563-4927-8047-50A389D757F0}" srcOrd="0" destOrd="0" presId="urn:microsoft.com/office/officeart/2005/8/layout/orgChart1"/>
    <dgm:cxn modelId="{E627A007-5D12-483E-AF18-BE326D8ECB2F}" type="presOf" srcId="{B1E86AF0-F2E5-4417-BEC3-9A91F63EC762}" destId="{487EC313-93A0-4B4F-BE24-E4F04E96DD2E}" srcOrd="1" destOrd="0" presId="urn:microsoft.com/office/officeart/2005/8/layout/orgChart1"/>
    <dgm:cxn modelId="{B8E5B759-D975-427F-92E7-98278FEBE2AB}" type="presOf" srcId="{4862E303-BA37-40B5-B43C-134CE8EE18BB}" destId="{C6869DB9-3084-4894-8BB8-DF3CF5B0D614}" srcOrd="0" destOrd="0" presId="urn:microsoft.com/office/officeart/2005/8/layout/orgChart1"/>
    <dgm:cxn modelId="{8B4B05D5-CCE9-4C98-B708-E84DCA2B56BF}" type="presOf" srcId="{B1E86AF0-F2E5-4417-BEC3-9A91F63EC762}" destId="{21108E12-F3B1-45AE-B5FD-7B17F4AEBF3F}" srcOrd="0" destOrd="0" presId="urn:microsoft.com/office/officeart/2005/8/layout/orgChart1"/>
    <dgm:cxn modelId="{57B5B66C-2BDB-4A99-A014-EC54BB489E4F}" type="presOf" srcId="{C2FDBF3C-8F13-4FA8-BEDC-EBFF83BBB370}" destId="{9B049A44-2B0A-47C5-A960-A4C2434D7B26}" srcOrd="0" destOrd="0" presId="urn:microsoft.com/office/officeart/2005/8/layout/orgChart1"/>
    <dgm:cxn modelId="{74D68946-58BF-4D1B-8F05-A29DD4B85E90}" type="presOf" srcId="{62FF5D40-5F79-4E1C-82FA-9864328B13B3}" destId="{BB12EA87-EC2A-4F38-9DC6-DFD7AB49720F}" srcOrd="1" destOrd="0" presId="urn:microsoft.com/office/officeart/2005/8/layout/orgChart1"/>
    <dgm:cxn modelId="{AF5D2D66-7F6D-4A96-9078-6D9671A61CCD}" srcId="{62FF5D40-5F79-4E1C-82FA-9864328B13B3}" destId="{EFBA1C8E-2D79-4CCD-9197-32A591D9DFE1}" srcOrd="0" destOrd="0" parTransId="{C2FDBF3C-8F13-4FA8-BEDC-EBFF83BBB370}" sibTransId="{4E3CD356-0AF9-4C92-91F6-A05C23DD1AE5}"/>
    <dgm:cxn modelId="{44D1D4F9-4550-43B1-A256-6C0DFE46EDF9}" type="presOf" srcId="{4862E303-BA37-40B5-B43C-134CE8EE18BB}" destId="{14E62C8B-EFF8-4284-92AB-0AC063B88EBE}" srcOrd="1" destOrd="0" presId="urn:microsoft.com/office/officeart/2005/8/layout/orgChart1"/>
    <dgm:cxn modelId="{CA12F4A8-1142-47C6-B1E7-1943D5C16BF5}" type="presOf" srcId="{6CC1EAF8-CCDD-4968-BBAE-D0AE6D28BDDA}" destId="{436E8F32-8124-4477-A8C5-526042BDDB03}" srcOrd="0" destOrd="0" presId="urn:microsoft.com/office/officeart/2005/8/layout/orgChart1"/>
    <dgm:cxn modelId="{43068243-E540-449E-821C-2291149E7BB8}" srcId="{62FF5D40-5F79-4E1C-82FA-9864328B13B3}" destId="{B1E86AF0-F2E5-4417-BEC3-9A91F63EC762}" srcOrd="1" destOrd="0" parTransId="{98C12478-5F8F-4B34-BD08-791979461D61}" sibTransId="{F05E9CAB-840B-4A0D-8605-4C621CF6003E}"/>
    <dgm:cxn modelId="{8E7BF592-A82F-4CD2-8E0B-7C884293309D}" type="presOf" srcId="{98C12478-5F8F-4B34-BD08-791979461D61}" destId="{15E40B8F-2B48-4D17-AE9F-7A2A5DF5E210}" srcOrd="0" destOrd="0" presId="urn:microsoft.com/office/officeart/2005/8/layout/orgChart1"/>
    <dgm:cxn modelId="{3D712BA5-C7CA-474D-A314-371D95493CA1}" type="presOf" srcId="{6CC1EAF8-CCDD-4968-BBAE-D0AE6D28BDDA}" destId="{FE9F825C-D62E-4FAC-B71A-C89D10D37A60}" srcOrd="1" destOrd="0" presId="urn:microsoft.com/office/officeart/2005/8/layout/orgChart1"/>
    <dgm:cxn modelId="{BA414E85-25C0-44A2-A3B4-6C665E0F24FE}" type="presOf" srcId="{62FF5D40-5F79-4E1C-82FA-9864328B13B3}" destId="{2484BBBA-46D0-4D00-81A5-EA813ED65161}" srcOrd="0" destOrd="0" presId="urn:microsoft.com/office/officeart/2005/8/layout/orgChart1"/>
    <dgm:cxn modelId="{B229282A-F3D3-41FE-B787-76685BB365F6}" srcId="{BBF4164F-A0EB-4BE1-ACBD-2AFEA5D3F747}" destId="{62FF5D40-5F79-4E1C-82FA-9864328B13B3}" srcOrd="0" destOrd="0" parTransId="{7718BAE4-3A3B-4DBF-BC64-8577D5050EA7}" sibTransId="{58400A9A-86AD-42AB-A411-1B42BBD3CC42}"/>
    <dgm:cxn modelId="{9A1EE0FA-FCD5-444D-B06F-53ED2358AA9F}" type="presOf" srcId="{757B22BC-5C64-446D-ACE1-4978C324AF55}" destId="{8EABA894-0244-4823-92C0-E5451BB1D326}" srcOrd="0" destOrd="0" presId="urn:microsoft.com/office/officeart/2005/8/layout/orgChart1"/>
    <dgm:cxn modelId="{C00A4C1E-00E0-493E-9B43-6150FA8E5635}" srcId="{62FF5D40-5F79-4E1C-82FA-9864328B13B3}" destId="{6CC1EAF8-CCDD-4968-BBAE-D0AE6D28BDDA}" srcOrd="3" destOrd="0" parTransId="{757B22BC-5C64-446D-ACE1-4978C324AF55}" sibTransId="{1378B22B-3F96-4143-B09A-E9F55F43E32C}"/>
    <dgm:cxn modelId="{F3EA5DC1-8CB5-458C-82AC-C24C4FC3E13B}" type="presParOf" srcId="{DFFF8167-FCC0-4697-B5F8-40413319AEAE}" destId="{083F6724-7806-4867-9998-61D84D2D438F}" srcOrd="0" destOrd="0" presId="urn:microsoft.com/office/officeart/2005/8/layout/orgChart1"/>
    <dgm:cxn modelId="{C3BA5762-3D6D-4284-8485-8B80A67C3FBE}" type="presParOf" srcId="{083F6724-7806-4867-9998-61D84D2D438F}" destId="{3016BF93-6511-435B-9A54-6F22B0FC3FBE}" srcOrd="0" destOrd="0" presId="urn:microsoft.com/office/officeart/2005/8/layout/orgChart1"/>
    <dgm:cxn modelId="{E37284D8-FBFD-480E-B148-29A4A5E1B53F}" type="presParOf" srcId="{3016BF93-6511-435B-9A54-6F22B0FC3FBE}" destId="{2484BBBA-46D0-4D00-81A5-EA813ED65161}" srcOrd="0" destOrd="0" presId="urn:microsoft.com/office/officeart/2005/8/layout/orgChart1"/>
    <dgm:cxn modelId="{C0358931-A086-42F8-8844-1EDA0638BF99}" type="presParOf" srcId="{3016BF93-6511-435B-9A54-6F22B0FC3FBE}" destId="{BB12EA87-EC2A-4F38-9DC6-DFD7AB49720F}" srcOrd="1" destOrd="0" presId="urn:microsoft.com/office/officeart/2005/8/layout/orgChart1"/>
    <dgm:cxn modelId="{EC8FAC88-9ED6-4E69-B301-2B79426EDD5E}" type="presParOf" srcId="{083F6724-7806-4867-9998-61D84D2D438F}" destId="{CC35D3F5-BF01-49AA-A92F-1AD1EBC88220}" srcOrd="1" destOrd="0" presId="urn:microsoft.com/office/officeart/2005/8/layout/orgChart1"/>
    <dgm:cxn modelId="{60C7AE8F-D1E7-4180-820A-980DB6311433}" type="presParOf" srcId="{CC35D3F5-BF01-49AA-A92F-1AD1EBC88220}" destId="{9B049A44-2B0A-47C5-A960-A4C2434D7B26}" srcOrd="0" destOrd="0" presId="urn:microsoft.com/office/officeart/2005/8/layout/orgChart1"/>
    <dgm:cxn modelId="{6AADDC38-C0E9-4933-8665-307320CD7464}" type="presParOf" srcId="{CC35D3F5-BF01-49AA-A92F-1AD1EBC88220}" destId="{C5FF59F1-DD60-4AF8-A25E-B46A1915099D}" srcOrd="1" destOrd="0" presId="urn:microsoft.com/office/officeart/2005/8/layout/orgChart1"/>
    <dgm:cxn modelId="{16B02EC2-B648-466D-A853-ACC839FB9337}" type="presParOf" srcId="{C5FF59F1-DD60-4AF8-A25E-B46A1915099D}" destId="{E389418B-A869-4DDE-8A7B-A5CE292D156C}" srcOrd="0" destOrd="0" presId="urn:microsoft.com/office/officeart/2005/8/layout/orgChart1"/>
    <dgm:cxn modelId="{B9EB6CD9-71B5-4DE9-ACC3-0F6445A81AC9}" type="presParOf" srcId="{E389418B-A869-4DDE-8A7B-A5CE292D156C}" destId="{52EF5C6F-362B-4539-9899-B10A44915891}" srcOrd="0" destOrd="0" presId="urn:microsoft.com/office/officeart/2005/8/layout/orgChart1"/>
    <dgm:cxn modelId="{88572DDE-10BB-4360-80D5-D3322BE06EBF}" type="presParOf" srcId="{E389418B-A869-4DDE-8A7B-A5CE292D156C}" destId="{DE16CE3C-80CA-46FC-8B82-66D730D6696C}" srcOrd="1" destOrd="0" presId="urn:microsoft.com/office/officeart/2005/8/layout/orgChart1"/>
    <dgm:cxn modelId="{3A49DC81-2D58-48DD-B707-E323D298228B}" type="presParOf" srcId="{C5FF59F1-DD60-4AF8-A25E-B46A1915099D}" destId="{9DDEF5FB-040C-46DB-B2C9-8F205995160E}" srcOrd="1" destOrd="0" presId="urn:microsoft.com/office/officeart/2005/8/layout/orgChart1"/>
    <dgm:cxn modelId="{0CE66DCC-DCC4-4308-B13D-959CB88564E5}" type="presParOf" srcId="{C5FF59F1-DD60-4AF8-A25E-B46A1915099D}" destId="{ECD1C279-AFEE-43FE-8BAB-CD3A3F0AF5A1}" srcOrd="2" destOrd="0" presId="urn:microsoft.com/office/officeart/2005/8/layout/orgChart1"/>
    <dgm:cxn modelId="{31A35FAD-B985-4531-BBF3-DFDBE4C57F8C}" type="presParOf" srcId="{CC35D3F5-BF01-49AA-A92F-1AD1EBC88220}" destId="{15E40B8F-2B48-4D17-AE9F-7A2A5DF5E210}" srcOrd="2" destOrd="0" presId="urn:microsoft.com/office/officeart/2005/8/layout/orgChart1"/>
    <dgm:cxn modelId="{2018CAD0-EA6E-43B7-B3D2-23D2EDD1450B}" type="presParOf" srcId="{CC35D3F5-BF01-49AA-A92F-1AD1EBC88220}" destId="{3711ACA5-06A2-4453-ACAA-ADDA29178785}" srcOrd="3" destOrd="0" presId="urn:microsoft.com/office/officeart/2005/8/layout/orgChart1"/>
    <dgm:cxn modelId="{90C281D3-3072-4FDB-BA3B-D7DC792B2A8F}" type="presParOf" srcId="{3711ACA5-06A2-4453-ACAA-ADDA29178785}" destId="{16CDA970-78C9-4FA0-9F7A-BB87882B0257}" srcOrd="0" destOrd="0" presId="urn:microsoft.com/office/officeart/2005/8/layout/orgChart1"/>
    <dgm:cxn modelId="{B5A9FDEF-5C9F-4666-B5BC-18FDED42C4BA}" type="presParOf" srcId="{16CDA970-78C9-4FA0-9F7A-BB87882B0257}" destId="{21108E12-F3B1-45AE-B5FD-7B17F4AEBF3F}" srcOrd="0" destOrd="0" presId="urn:microsoft.com/office/officeart/2005/8/layout/orgChart1"/>
    <dgm:cxn modelId="{61284DE1-553D-48B1-B0C2-C943D6C8895B}" type="presParOf" srcId="{16CDA970-78C9-4FA0-9F7A-BB87882B0257}" destId="{487EC313-93A0-4B4F-BE24-E4F04E96DD2E}" srcOrd="1" destOrd="0" presId="urn:microsoft.com/office/officeart/2005/8/layout/orgChart1"/>
    <dgm:cxn modelId="{F514B2F9-1B3A-4148-9AF8-F1724916502F}" type="presParOf" srcId="{3711ACA5-06A2-4453-ACAA-ADDA29178785}" destId="{317B2CEB-A2CA-40CA-B08F-17755A89EBC9}" srcOrd="1" destOrd="0" presId="urn:microsoft.com/office/officeart/2005/8/layout/orgChart1"/>
    <dgm:cxn modelId="{DC3077EB-A5E5-44FA-A48A-A7BCF34DFDCA}" type="presParOf" srcId="{3711ACA5-06A2-4453-ACAA-ADDA29178785}" destId="{FAB52F84-9ADD-4C12-A5A0-8EDFFD22C095}" srcOrd="2" destOrd="0" presId="urn:microsoft.com/office/officeart/2005/8/layout/orgChart1"/>
    <dgm:cxn modelId="{20679CEE-A348-4F24-912E-8E5321F88939}" type="presParOf" srcId="{CC35D3F5-BF01-49AA-A92F-1AD1EBC88220}" destId="{C3C00658-8563-4927-8047-50A389D757F0}" srcOrd="4" destOrd="0" presId="urn:microsoft.com/office/officeart/2005/8/layout/orgChart1"/>
    <dgm:cxn modelId="{6EE75AAF-DC75-4F03-A450-045641D1FC15}" type="presParOf" srcId="{CC35D3F5-BF01-49AA-A92F-1AD1EBC88220}" destId="{1A323EC6-0251-489F-AC29-04895DF2C004}" srcOrd="5" destOrd="0" presId="urn:microsoft.com/office/officeart/2005/8/layout/orgChart1"/>
    <dgm:cxn modelId="{1F09BACA-92C3-48FD-A580-ED7B875035DA}" type="presParOf" srcId="{1A323EC6-0251-489F-AC29-04895DF2C004}" destId="{8E525F21-D625-4678-BA8B-F91FCE357EBE}" srcOrd="0" destOrd="0" presId="urn:microsoft.com/office/officeart/2005/8/layout/orgChart1"/>
    <dgm:cxn modelId="{CAA2957A-119F-4A88-BC26-6A1522395D00}" type="presParOf" srcId="{8E525F21-D625-4678-BA8B-F91FCE357EBE}" destId="{C6869DB9-3084-4894-8BB8-DF3CF5B0D614}" srcOrd="0" destOrd="0" presId="urn:microsoft.com/office/officeart/2005/8/layout/orgChart1"/>
    <dgm:cxn modelId="{DADF0832-8539-4561-B906-F3F5004E23A5}" type="presParOf" srcId="{8E525F21-D625-4678-BA8B-F91FCE357EBE}" destId="{14E62C8B-EFF8-4284-92AB-0AC063B88EBE}" srcOrd="1" destOrd="0" presId="urn:microsoft.com/office/officeart/2005/8/layout/orgChart1"/>
    <dgm:cxn modelId="{9D3844F2-4186-4BF5-8A0C-5C3E69C02408}" type="presParOf" srcId="{1A323EC6-0251-489F-AC29-04895DF2C004}" destId="{D8C1463E-220D-4DFA-AE73-61A866F9D611}" srcOrd="1" destOrd="0" presId="urn:microsoft.com/office/officeart/2005/8/layout/orgChart1"/>
    <dgm:cxn modelId="{789B0F38-A753-4E53-BC4A-C3AEF61F1012}" type="presParOf" srcId="{1A323EC6-0251-489F-AC29-04895DF2C004}" destId="{78BBB8A4-1CD5-462B-980F-6F5EBF55E850}" srcOrd="2" destOrd="0" presId="urn:microsoft.com/office/officeart/2005/8/layout/orgChart1"/>
    <dgm:cxn modelId="{ABF45A85-7333-421F-A64D-D67942A77085}" type="presParOf" srcId="{CC35D3F5-BF01-49AA-A92F-1AD1EBC88220}" destId="{8EABA894-0244-4823-92C0-E5451BB1D326}" srcOrd="6" destOrd="0" presId="urn:microsoft.com/office/officeart/2005/8/layout/orgChart1"/>
    <dgm:cxn modelId="{877740C8-3905-485F-A6F3-ADD608BA1F6A}" type="presParOf" srcId="{CC35D3F5-BF01-49AA-A92F-1AD1EBC88220}" destId="{EF54F5E8-B804-44CD-964E-EAD5C5939341}" srcOrd="7" destOrd="0" presId="urn:microsoft.com/office/officeart/2005/8/layout/orgChart1"/>
    <dgm:cxn modelId="{DD23CF2E-3C53-4381-954C-9380855ACD82}" type="presParOf" srcId="{EF54F5E8-B804-44CD-964E-EAD5C5939341}" destId="{91258519-9D29-492D-B85A-5A2B0BE3DF0C}" srcOrd="0" destOrd="0" presId="urn:microsoft.com/office/officeart/2005/8/layout/orgChart1"/>
    <dgm:cxn modelId="{FEC1F038-922A-4C47-A6AA-BB53DB332CC8}" type="presParOf" srcId="{91258519-9D29-492D-B85A-5A2B0BE3DF0C}" destId="{436E8F32-8124-4477-A8C5-526042BDDB03}" srcOrd="0" destOrd="0" presId="urn:microsoft.com/office/officeart/2005/8/layout/orgChart1"/>
    <dgm:cxn modelId="{8403E740-7CA3-459A-B8D7-3B8DCF9DFC35}" type="presParOf" srcId="{91258519-9D29-492D-B85A-5A2B0BE3DF0C}" destId="{FE9F825C-D62E-4FAC-B71A-C89D10D37A60}" srcOrd="1" destOrd="0" presId="urn:microsoft.com/office/officeart/2005/8/layout/orgChart1"/>
    <dgm:cxn modelId="{E91131AD-D6BE-473C-8C23-5C75251DBC66}" type="presParOf" srcId="{EF54F5E8-B804-44CD-964E-EAD5C5939341}" destId="{DB83FCF7-D96A-4957-AB99-C76E94C0D556}" srcOrd="1" destOrd="0" presId="urn:microsoft.com/office/officeart/2005/8/layout/orgChart1"/>
    <dgm:cxn modelId="{97F803E7-F95D-4A73-968B-05DC91ABC71F}" type="presParOf" srcId="{EF54F5E8-B804-44CD-964E-EAD5C5939341}" destId="{8F9E2253-7008-4668-915A-B6DB881F8FF6}" srcOrd="2" destOrd="0" presId="urn:microsoft.com/office/officeart/2005/8/layout/orgChart1"/>
    <dgm:cxn modelId="{BA61AEF7-857C-4E1D-AEE2-9E80D35927C4}" type="presParOf" srcId="{083F6724-7806-4867-9998-61D84D2D438F}" destId="{E9EF4CA7-53F3-4B65-B411-1A3C174C7200}" srcOrd="2" destOrd="0" presId="urn:microsoft.com/office/officeart/2005/8/layout/orgChart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BF4164F-A0EB-4BE1-ACBD-2AFEA5D3F74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2FF5D40-5F79-4E1C-82FA-9864328B13B3}">
      <dgm:prSet phldrT="[Text]" custT="1"/>
      <dgm:spPr/>
      <dgm:t>
        <a:bodyPr/>
        <a:lstStyle/>
        <a:p>
          <a:r>
            <a:rPr lang="en-US" sz="1200" dirty="0" smtClean="0"/>
            <a:t>Teacher Preparation Program Effectiveness Measure</a:t>
          </a:r>
        </a:p>
        <a:p>
          <a:r>
            <a:rPr lang="en-US" sz="1200" dirty="0" smtClean="0"/>
            <a:t>(TPPEM)</a:t>
          </a:r>
          <a:endParaRPr lang="en-US" sz="1200" dirty="0"/>
        </a:p>
      </dgm:t>
    </dgm:pt>
    <dgm:pt modelId="{7718BAE4-3A3B-4DBF-BC64-8577D5050EA7}" type="parTrans" cxnId="{B229282A-F3D3-41FE-B787-76685BB365F6}">
      <dgm:prSet/>
      <dgm:spPr/>
      <dgm:t>
        <a:bodyPr/>
        <a:lstStyle/>
        <a:p>
          <a:endParaRPr lang="en-US"/>
        </a:p>
      </dgm:t>
    </dgm:pt>
    <dgm:pt modelId="{58400A9A-86AD-42AB-A411-1B42BBD3CC42}" type="sibTrans" cxnId="{B229282A-F3D3-41FE-B787-76685BB365F6}">
      <dgm:prSet/>
      <dgm:spPr/>
      <dgm:t>
        <a:bodyPr/>
        <a:lstStyle/>
        <a:p>
          <a:endParaRPr lang="en-US"/>
        </a:p>
      </dgm:t>
    </dgm:pt>
    <dgm:pt modelId="{EFBA1C8E-2D79-4CCD-9197-32A591D9DFE1}">
      <dgm:prSet phldrT="[Text]" custT="1"/>
      <dgm:spPr/>
      <dgm:t>
        <a:bodyPr/>
        <a:lstStyle/>
        <a:p>
          <a:r>
            <a:rPr lang="en-US" sz="1200" dirty="0" smtClean="0"/>
            <a:t>Student Achievement</a:t>
          </a:r>
        </a:p>
        <a:p>
          <a:r>
            <a:rPr lang="en-US" sz="1200" dirty="0" smtClean="0"/>
            <a:t>50%</a:t>
          </a:r>
          <a:endParaRPr lang="en-US" sz="1200" dirty="0"/>
        </a:p>
      </dgm:t>
    </dgm:pt>
    <dgm:pt modelId="{C2FDBF3C-8F13-4FA8-BEDC-EBFF83BBB370}" type="parTrans" cxnId="{AF5D2D66-7F6D-4A96-9078-6D9671A61CCD}">
      <dgm:prSet/>
      <dgm:spPr/>
      <dgm:t>
        <a:bodyPr/>
        <a:lstStyle/>
        <a:p>
          <a:endParaRPr lang="en-US"/>
        </a:p>
      </dgm:t>
    </dgm:pt>
    <dgm:pt modelId="{4E3CD356-0AF9-4C92-91F6-A05C23DD1AE5}" type="sibTrans" cxnId="{AF5D2D66-7F6D-4A96-9078-6D9671A61CCD}">
      <dgm:prSet/>
      <dgm:spPr/>
      <dgm:t>
        <a:bodyPr/>
        <a:lstStyle/>
        <a:p>
          <a:endParaRPr lang="en-US"/>
        </a:p>
      </dgm:t>
    </dgm:pt>
    <dgm:pt modelId="{B1E86AF0-F2E5-4417-BEC3-9A91F63EC762}">
      <dgm:prSet phldrT="[Text]" custT="1"/>
      <dgm:spPr/>
      <dgm:t>
        <a:bodyPr/>
        <a:lstStyle/>
        <a:p>
          <a:r>
            <a:rPr lang="en-US" sz="1200" dirty="0" smtClean="0"/>
            <a:t>Success Rates of Induction Certificate  Teachers </a:t>
          </a:r>
        </a:p>
        <a:p>
          <a:r>
            <a:rPr lang="en-US" sz="1200" dirty="0" smtClean="0"/>
            <a:t>20%</a:t>
          </a:r>
          <a:endParaRPr lang="en-US" sz="1200" dirty="0"/>
        </a:p>
      </dgm:t>
    </dgm:pt>
    <dgm:pt modelId="{98C12478-5F8F-4B34-BD08-791979461D61}" type="parTrans" cxnId="{43068243-E540-449E-821C-2291149E7BB8}">
      <dgm:prSet/>
      <dgm:spPr/>
      <dgm:t>
        <a:bodyPr/>
        <a:lstStyle/>
        <a:p>
          <a:endParaRPr lang="en-US"/>
        </a:p>
      </dgm:t>
    </dgm:pt>
    <dgm:pt modelId="{F05E9CAB-840B-4A0D-8605-4C621CF6003E}" type="sibTrans" cxnId="{43068243-E540-449E-821C-2291149E7BB8}">
      <dgm:prSet/>
      <dgm:spPr/>
      <dgm:t>
        <a:bodyPr/>
        <a:lstStyle/>
        <a:p>
          <a:endParaRPr lang="en-US"/>
        </a:p>
      </dgm:t>
    </dgm:pt>
    <dgm:pt modelId="{6CC1EAF8-CCDD-4968-BBAE-D0AE6D28BDDA}">
      <dgm:prSet phldrT="[Text]" custT="1"/>
      <dgm:spPr/>
      <dgm:t>
        <a:bodyPr/>
        <a:lstStyle/>
        <a:p>
          <a:r>
            <a:rPr lang="en-US" sz="1200" dirty="0" smtClean="0"/>
            <a:t>Persistence of Teachers</a:t>
          </a:r>
        </a:p>
        <a:p>
          <a:r>
            <a:rPr lang="en-US" sz="1200" dirty="0" smtClean="0"/>
            <a:t>10%</a:t>
          </a:r>
          <a:endParaRPr lang="en-US" sz="1200" dirty="0"/>
        </a:p>
      </dgm:t>
    </dgm:pt>
    <dgm:pt modelId="{757B22BC-5C64-446D-ACE1-4978C324AF55}" type="parTrans" cxnId="{C00A4C1E-00E0-493E-9B43-6150FA8E5635}">
      <dgm:prSet/>
      <dgm:spPr/>
      <dgm:t>
        <a:bodyPr/>
        <a:lstStyle/>
        <a:p>
          <a:endParaRPr lang="en-US"/>
        </a:p>
      </dgm:t>
    </dgm:pt>
    <dgm:pt modelId="{1378B22B-3F96-4143-B09A-E9F55F43E32C}" type="sibTrans" cxnId="{C00A4C1E-00E0-493E-9B43-6150FA8E5635}">
      <dgm:prSet/>
      <dgm:spPr/>
      <dgm:t>
        <a:bodyPr/>
        <a:lstStyle/>
        <a:p>
          <a:endParaRPr lang="en-US"/>
        </a:p>
      </dgm:t>
    </dgm:pt>
    <dgm:pt modelId="{4862E303-BA37-40B5-B43C-134CE8EE18BB}">
      <dgm:prSet custT="1"/>
      <dgm:spPr/>
      <dgm:t>
        <a:bodyPr/>
        <a:lstStyle/>
        <a:p>
          <a:r>
            <a:rPr lang="en-US" sz="1200" dirty="0" smtClean="0"/>
            <a:t>Content Knowledge</a:t>
          </a:r>
        </a:p>
        <a:p>
          <a:r>
            <a:rPr lang="en-US" sz="1200" dirty="0" smtClean="0"/>
            <a:t>20%</a:t>
          </a:r>
          <a:endParaRPr lang="en-US" sz="1200" dirty="0"/>
        </a:p>
      </dgm:t>
    </dgm:pt>
    <dgm:pt modelId="{9194D753-EE9D-46AF-9F4F-C878EEF2CF85}" type="parTrans" cxnId="{42F26D48-A154-4F87-A5AB-6E2218A90A05}">
      <dgm:prSet/>
      <dgm:spPr/>
      <dgm:t>
        <a:bodyPr/>
        <a:lstStyle/>
        <a:p>
          <a:endParaRPr lang="en-US"/>
        </a:p>
      </dgm:t>
    </dgm:pt>
    <dgm:pt modelId="{E3CE60AC-9E2A-4C96-99C4-F39B8BD4E823}" type="sibTrans" cxnId="{42F26D48-A154-4F87-A5AB-6E2218A90A05}">
      <dgm:prSet/>
      <dgm:spPr/>
      <dgm:t>
        <a:bodyPr/>
        <a:lstStyle/>
        <a:p>
          <a:endParaRPr lang="en-US"/>
        </a:p>
      </dgm:t>
    </dgm:pt>
    <dgm:pt modelId="{DFFF8167-FCC0-4697-B5F8-40413319AEAE}" type="pres">
      <dgm:prSet presAssocID="{BBF4164F-A0EB-4BE1-ACBD-2AFEA5D3F747}" presName="hierChild1" presStyleCnt="0">
        <dgm:presLayoutVars>
          <dgm:orgChart val="1"/>
          <dgm:chPref val="1"/>
          <dgm:dir/>
          <dgm:animOne val="branch"/>
          <dgm:animLvl val="lvl"/>
          <dgm:resizeHandles/>
        </dgm:presLayoutVars>
      </dgm:prSet>
      <dgm:spPr/>
      <dgm:t>
        <a:bodyPr/>
        <a:lstStyle/>
        <a:p>
          <a:endParaRPr lang="en-US"/>
        </a:p>
      </dgm:t>
    </dgm:pt>
    <dgm:pt modelId="{083F6724-7806-4867-9998-61D84D2D438F}" type="pres">
      <dgm:prSet presAssocID="{62FF5D40-5F79-4E1C-82FA-9864328B13B3}" presName="hierRoot1" presStyleCnt="0">
        <dgm:presLayoutVars>
          <dgm:hierBranch val="init"/>
        </dgm:presLayoutVars>
      </dgm:prSet>
      <dgm:spPr/>
    </dgm:pt>
    <dgm:pt modelId="{3016BF93-6511-435B-9A54-6F22B0FC3FBE}" type="pres">
      <dgm:prSet presAssocID="{62FF5D40-5F79-4E1C-82FA-9864328B13B3}" presName="rootComposite1" presStyleCnt="0"/>
      <dgm:spPr/>
    </dgm:pt>
    <dgm:pt modelId="{2484BBBA-46D0-4D00-81A5-EA813ED65161}" type="pres">
      <dgm:prSet presAssocID="{62FF5D40-5F79-4E1C-82FA-9864328B13B3}" presName="rootText1" presStyleLbl="node0" presStyleIdx="0" presStyleCnt="1" custScaleX="150631">
        <dgm:presLayoutVars>
          <dgm:chPref val="3"/>
        </dgm:presLayoutVars>
      </dgm:prSet>
      <dgm:spPr/>
      <dgm:t>
        <a:bodyPr/>
        <a:lstStyle/>
        <a:p>
          <a:endParaRPr lang="en-US"/>
        </a:p>
      </dgm:t>
    </dgm:pt>
    <dgm:pt modelId="{BB12EA87-EC2A-4F38-9DC6-DFD7AB49720F}" type="pres">
      <dgm:prSet presAssocID="{62FF5D40-5F79-4E1C-82FA-9864328B13B3}" presName="rootConnector1" presStyleLbl="node1" presStyleIdx="0" presStyleCnt="0"/>
      <dgm:spPr/>
      <dgm:t>
        <a:bodyPr/>
        <a:lstStyle/>
        <a:p>
          <a:endParaRPr lang="en-US"/>
        </a:p>
      </dgm:t>
    </dgm:pt>
    <dgm:pt modelId="{CC35D3F5-BF01-49AA-A92F-1AD1EBC88220}" type="pres">
      <dgm:prSet presAssocID="{62FF5D40-5F79-4E1C-82FA-9864328B13B3}" presName="hierChild2" presStyleCnt="0"/>
      <dgm:spPr/>
    </dgm:pt>
    <dgm:pt modelId="{9B049A44-2B0A-47C5-A960-A4C2434D7B26}" type="pres">
      <dgm:prSet presAssocID="{C2FDBF3C-8F13-4FA8-BEDC-EBFF83BBB370}" presName="Name37" presStyleLbl="parChTrans1D2" presStyleIdx="0" presStyleCnt="4"/>
      <dgm:spPr/>
      <dgm:t>
        <a:bodyPr/>
        <a:lstStyle/>
        <a:p>
          <a:endParaRPr lang="en-US"/>
        </a:p>
      </dgm:t>
    </dgm:pt>
    <dgm:pt modelId="{C5FF59F1-DD60-4AF8-A25E-B46A1915099D}" type="pres">
      <dgm:prSet presAssocID="{EFBA1C8E-2D79-4CCD-9197-32A591D9DFE1}" presName="hierRoot2" presStyleCnt="0">
        <dgm:presLayoutVars>
          <dgm:hierBranch val="init"/>
        </dgm:presLayoutVars>
      </dgm:prSet>
      <dgm:spPr/>
    </dgm:pt>
    <dgm:pt modelId="{E389418B-A869-4DDE-8A7B-A5CE292D156C}" type="pres">
      <dgm:prSet presAssocID="{EFBA1C8E-2D79-4CCD-9197-32A591D9DFE1}" presName="rootComposite" presStyleCnt="0"/>
      <dgm:spPr/>
    </dgm:pt>
    <dgm:pt modelId="{52EF5C6F-362B-4539-9899-B10A44915891}" type="pres">
      <dgm:prSet presAssocID="{EFBA1C8E-2D79-4CCD-9197-32A591D9DFE1}" presName="rootText" presStyleLbl="node2" presStyleIdx="0" presStyleCnt="4" custScaleY="190160">
        <dgm:presLayoutVars>
          <dgm:chPref val="3"/>
        </dgm:presLayoutVars>
      </dgm:prSet>
      <dgm:spPr/>
      <dgm:t>
        <a:bodyPr/>
        <a:lstStyle/>
        <a:p>
          <a:endParaRPr lang="en-US"/>
        </a:p>
      </dgm:t>
    </dgm:pt>
    <dgm:pt modelId="{DE16CE3C-80CA-46FC-8B82-66D730D6696C}" type="pres">
      <dgm:prSet presAssocID="{EFBA1C8E-2D79-4CCD-9197-32A591D9DFE1}" presName="rootConnector" presStyleLbl="node2" presStyleIdx="0" presStyleCnt="4"/>
      <dgm:spPr/>
      <dgm:t>
        <a:bodyPr/>
        <a:lstStyle/>
        <a:p>
          <a:endParaRPr lang="en-US"/>
        </a:p>
      </dgm:t>
    </dgm:pt>
    <dgm:pt modelId="{9DDEF5FB-040C-46DB-B2C9-8F205995160E}" type="pres">
      <dgm:prSet presAssocID="{EFBA1C8E-2D79-4CCD-9197-32A591D9DFE1}" presName="hierChild4" presStyleCnt="0"/>
      <dgm:spPr/>
    </dgm:pt>
    <dgm:pt modelId="{ECD1C279-AFEE-43FE-8BAB-CD3A3F0AF5A1}" type="pres">
      <dgm:prSet presAssocID="{EFBA1C8E-2D79-4CCD-9197-32A591D9DFE1}" presName="hierChild5" presStyleCnt="0"/>
      <dgm:spPr/>
    </dgm:pt>
    <dgm:pt modelId="{15E40B8F-2B48-4D17-AE9F-7A2A5DF5E210}" type="pres">
      <dgm:prSet presAssocID="{98C12478-5F8F-4B34-BD08-791979461D61}" presName="Name37" presStyleLbl="parChTrans1D2" presStyleIdx="1" presStyleCnt="4"/>
      <dgm:spPr/>
      <dgm:t>
        <a:bodyPr/>
        <a:lstStyle/>
        <a:p>
          <a:endParaRPr lang="en-US"/>
        </a:p>
      </dgm:t>
    </dgm:pt>
    <dgm:pt modelId="{3711ACA5-06A2-4453-ACAA-ADDA29178785}" type="pres">
      <dgm:prSet presAssocID="{B1E86AF0-F2E5-4417-BEC3-9A91F63EC762}" presName="hierRoot2" presStyleCnt="0">
        <dgm:presLayoutVars>
          <dgm:hierBranch val="init"/>
        </dgm:presLayoutVars>
      </dgm:prSet>
      <dgm:spPr/>
    </dgm:pt>
    <dgm:pt modelId="{16CDA970-78C9-4FA0-9F7A-BB87882B0257}" type="pres">
      <dgm:prSet presAssocID="{B1E86AF0-F2E5-4417-BEC3-9A91F63EC762}" presName="rootComposite" presStyleCnt="0"/>
      <dgm:spPr/>
    </dgm:pt>
    <dgm:pt modelId="{21108E12-F3B1-45AE-B5FD-7B17F4AEBF3F}" type="pres">
      <dgm:prSet presAssocID="{B1E86AF0-F2E5-4417-BEC3-9A91F63EC762}" presName="rootText" presStyleLbl="node2" presStyleIdx="1" presStyleCnt="4" custScaleY="190160">
        <dgm:presLayoutVars>
          <dgm:chPref val="3"/>
        </dgm:presLayoutVars>
      </dgm:prSet>
      <dgm:spPr/>
      <dgm:t>
        <a:bodyPr/>
        <a:lstStyle/>
        <a:p>
          <a:endParaRPr lang="en-US"/>
        </a:p>
      </dgm:t>
    </dgm:pt>
    <dgm:pt modelId="{487EC313-93A0-4B4F-BE24-E4F04E96DD2E}" type="pres">
      <dgm:prSet presAssocID="{B1E86AF0-F2E5-4417-BEC3-9A91F63EC762}" presName="rootConnector" presStyleLbl="node2" presStyleIdx="1" presStyleCnt="4"/>
      <dgm:spPr/>
      <dgm:t>
        <a:bodyPr/>
        <a:lstStyle/>
        <a:p>
          <a:endParaRPr lang="en-US"/>
        </a:p>
      </dgm:t>
    </dgm:pt>
    <dgm:pt modelId="{317B2CEB-A2CA-40CA-B08F-17755A89EBC9}" type="pres">
      <dgm:prSet presAssocID="{B1E86AF0-F2E5-4417-BEC3-9A91F63EC762}" presName="hierChild4" presStyleCnt="0"/>
      <dgm:spPr/>
    </dgm:pt>
    <dgm:pt modelId="{FAB52F84-9ADD-4C12-A5A0-8EDFFD22C095}" type="pres">
      <dgm:prSet presAssocID="{B1E86AF0-F2E5-4417-BEC3-9A91F63EC762}" presName="hierChild5" presStyleCnt="0"/>
      <dgm:spPr/>
    </dgm:pt>
    <dgm:pt modelId="{C3C00658-8563-4927-8047-50A389D757F0}" type="pres">
      <dgm:prSet presAssocID="{9194D753-EE9D-46AF-9F4F-C878EEF2CF85}" presName="Name37" presStyleLbl="parChTrans1D2" presStyleIdx="2" presStyleCnt="4"/>
      <dgm:spPr/>
      <dgm:t>
        <a:bodyPr/>
        <a:lstStyle/>
        <a:p>
          <a:endParaRPr lang="en-US"/>
        </a:p>
      </dgm:t>
    </dgm:pt>
    <dgm:pt modelId="{1A323EC6-0251-489F-AC29-04895DF2C004}" type="pres">
      <dgm:prSet presAssocID="{4862E303-BA37-40B5-B43C-134CE8EE18BB}" presName="hierRoot2" presStyleCnt="0">
        <dgm:presLayoutVars>
          <dgm:hierBranch val="init"/>
        </dgm:presLayoutVars>
      </dgm:prSet>
      <dgm:spPr/>
    </dgm:pt>
    <dgm:pt modelId="{8E525F21-D625-4678-BA8B-F91FCE357EBE}" type="pres">
      <dgm:prSet presAssocID="{4862E303-BA37-40B5-B43C-134CE8EE18BB}" presName="rootComposite" presStyleCnt="0"/>
      <dgm:spPr/>
    </dgm:pt>
    <dgm:pt modelId="{C6869DB9-3084-4894-8BB8-DF3CF5B0D614}" type="pres">
      <dgm:prSet presAssocID="{4862E303-BA37-40B5-B43C-134CE8EE18BB}" presName="rootText" presStyleLbl="node2" presStyleIdx="2" presStyleCnt="4" custScaleY="190161">
        <dgm:presLayoutVars>
          <dgm:chPref val="3"/>
        </dgm:presLayoutVars>
      </dgm:prSet>
      <dgm:spPr/>
      <dgm:t>
        <a:bodyPr/>
        <a:lstStyle/>
        <a:p>
          <a:endParaRPr lang="en-US"/>
        </a:p>
      </dgm:t>
    </dgm:pt>
    <dgm:pt modelId="{14E62C8B-EFF8-4284-92AB-0AC063B88EBE}" type="pres">
      <dgm:prSet presAssocID="{4862E303-BA37-40B5-B43C-134CE8EE18BB}" presName="rootConnector" presStyleLbl="node2" presStyleIdx="2" presStyleCnt="4"/>
      <dgm:spPr/>
      <dgm:t>
        <a:bodyPr/>
        <a:lstStyle/>
        <a:p>
          <a:endParaRPr lang="en-US"/>
        </a:p>
      </dgm:t>
    </dgm:pt>
    <dgm:pt modelId="{D8C1463E-220D-4DFA-AE73-61A866F9D611}" type="pres">
      <dgm:prSet presAssocID="{4862E303-BA37-40B5-B43C-134CE8EE18BB}" presName="hierChild4" presStyleCnt="0"/>
      <dgm:spPr/>
    </dgm:pt>
    <dgm:pt modelId="{78BBB8A4-1CD5-462B-980F-6F5EBF55E850}" type="pres">
      <dgm:prSet presAssocID="{4862E303-BA37-40B5-B43C-134CE8EE18BB}" presName="hierChild5" presStyleCnt="0"/>
      <dgm:spPr/>
    </dgm:pt>
    <dgm:pt modelId="{8EABA894-0244-4823-92C0-E5451BB1D326}" type="pres">
      <dgm:prSet presAssocID="{757B22BC-5C64-446D-ACE1-4978C324AF55}" presName="Name37" presStyleLbl="parChTrans1D2" presStyleIdx="3" presStyleCnt="4"/>
      <dgm:spPr/>
      <dgm:t>
        <a:bodyPr/>
        <a:lstStyle/>
        <a:p>
          <a:endParaRPr lang="en-US"/>
        </a:p>
      </dgm:t>
    </dgm:pt>
    <dgm:pt modelId="{EF54F5E8-B804-44CD-964E-EAD5C5939341}" type="pres">
      <dgm:prSet presAssocID="{6CC1EAF8-CCDD-4968-BBAE-D0AE6D28BDDA}" presName="hierRoot2" presStyleCnt="0">
        <dgm:presLayoutVars>
          <dgm:hierBranch val="init"/>
        </dgm:presLayoutVars>
      </dgm:prSet>
      <dgm:spPr/>
    </dgm:pt>
    <dgm:pt modelId="{91258519-9D29-492D-B85A-5A2B0BE3DF0C}" type="pres">
      <dgm:prSet presAssocID="{6CC1EAF8-CCDD-4968-BBAE-D0AE6D28BDDA}" presName="rootComposite" presStyleCnt="0"/>
      <dgm:spPr/>
    </dgm:pt>
    <dgm:pt modelId="{436E8F32-8124-4477-A8C5-526042BDDB03}" type="pres">
      <dgm:prSet presAssocID="{6CC1EAF8-CCDD-4968-BBAE-D0AE6D28BDDA}" presName="rootText" presStyleLbl="node2" presStyleIdx="3" presStyleCnt="4" custScaleY="187626">
        <dgm:presLayoutVars>
          <dgm:chPref val="3"/>
        </dgm:presLayoutVars>
      </dgm:prSet>
      <dgm:spPr/>
      <dgm:t>
        <a:bodyPr/>
        <a:lstStyle/>
        <a:p>
          <a:endParaRPr lang="en-US"/>
        </a:p>
      </dgm:t>
    </dgm:pt>
    <dgm:pt modelId="{FE9F825C-D62E-4FAC-B71A-C89D10D37A60}" type="pres">
      <dgm:prSet presAssocID="{6CC1EAF8-CCDD-4968-BBAE-D0AE6D28BDDA}" presName="rootConnector" presStyleLbl="node2" presStyleIdx="3" presStyleCnt="4"/>
      <dgm:spPr/>
      <dgm:t>
        <a:bodyPr/>
        <a:lstStyle/>
        <a:p>
          <a:endParaRPr lang="en-US"/>
        </a:p>
      </dgm:t>
    </dgm:pt>
    <dgm:pt modelId="{DB83FCF7-D96A-4957-AB99-C76E94C0D556}" type="pres">
      <dgm:prSet presAssocID="{6CC1EAF8-CCDD-4968-BBAE-D0AE6D28BDDA}" presName="hierChild4" presStyleCnt="0"/>
      <dgm:spPr/>
    </dgm:pt>
    <dgm:pt modelId="{8F9E2253-7008-4668-915A-B6DB881F8FF6}" type="pres">
      <dgm:prSet presAssocID="{6CC1EAF8-CCDD-4968-BBAE-D0AE6D28BDDA}" presName="hierChild5" presStyleCnt="0"/>
      <dgm:spPr/>
    </dgm:pt>
    <dgm:pt modelId="{E9EF4CA7-53F3-4B65-B411-1A3C174C7200}" type="pres">
      <dgm:prSet presAssocID="{62FF5D40-5F79-4E1C-82FA-9864328B13B3}" presName="hierChild3" presStyleCnt="0"/>
      <dgm:spPr/>
    </dgm:pt>
  </dgm:ptLst>
  <dgm:cxnLst>
    <dgm:cxn modelId="{42F26D48-A154-4F87-A5AB-6E2218A90A05}" srcId="{62FF5D40-5F79-4E1C-82FA-9864328B13B3}" destId="{4862E303-BA37-40B5-B43C-134CE8EE18BB}" srcOrd="2" destOrd="0" parTransId="{9194D753-EE9D-46AF-9F4F-C878EEF2CF85}" sibTransId="{E3CE60AC-9E2A-4C96-99C4-F39B8BD4E823}"/>
    <dgm:cxn modelId="{10E50AD7-102D-41B8-A14C-37A45F95E8A3}" type="presOf" srcId="{62FF5D40-5F79-4E1C-82FA-9864328B13B3}" destId="{BB12EA87-EC2A-4F38-9DC6-DFD7AB49720F}" srcOrd="1" destOrd="0" presId="urn:microsoft.com/office/officeart/2005/8/layout/orgChart1"/>
    <dgm:cxn modelId="{E73AFAF1-8879-40A1-9694-751F51C6B3B5}" type="presOf" srcId="{BBF4164F-A0EB-4BE1-ACBD-2AFEA5D3F747}" destId="{DFFF8167-FCC0-4697-B5F8-40413319AEAE}" srcOrd="0" destOrd="0" presId="urn:microsoft.com/office/officeart/2005/8/layout/orgChart1"/>
    <dgm:cxn modelId="{CFD27FD1-030C-46D0-9315-F0ECE809AD83}" type="presOf" srcId="{62FF5D40-5F79-4E1C-82FA-9864328B13B3}" destId="{2484BBBA-46D0-4D00-81A5-EA813ED65161}" srcOrd="0" destOrd="0" presId="urn:microsoft.com/office/officeart/2005/8/layout/orgChart1"/>
    <dgm:cxn modelId="{6A8804E3-0DEA-4D07-B30E-0A13B411F32E}" type="presOf" srcId="{EFBA1C8E-2D79-4CCD-9197-32A591D9DFE1}" destId="{DE16CE3C-80CA-46FC-8B82-66D730D6696C}" srcOrd="1" destOrd="0" presId="urn:microsoft.com/office/officeart/2005/8/layout/orgChart1"/>
    <dgm:cxn modelId="{6841361B-8ADE-42B6-A418-7F8EAC7F8154}" type="presOf" srcId="{6CC1EAF8-CCDD-4968-BBAE-D0AE6D28BDDA}" destId="{FE9F825C-D62E-4FAC-B71A-C89D10D37A60}" srcOrd="1" destOrd="0" presId="urn:microsoft.com/office/officeart/2005/8/layout/orgChart1"/>
    <dgm:cxn modelId="{AF5D2D66-7F6D-4A96-9078-6D9671A61CCD}" srcId="{62FF5D40-5F79-4E1C-82FA-9864328B13B3}" destId="{EFBA1C8E-2D79-4CCD-9197-32A591D9DFE1}" srcOrd="0" destOrd="0" parTransId="{C2FDBF3C-8F13-4FA8-BEDC-EBFF83BBB370}" sibTransId="{4E3CD356-0AF9-4C92-91F6-A05C23DD1AE5}"/>
    <dgm:cxn modelId="{58942EFC-6D9E-46AE-BAB8-C043261307B8}" type="presOf" srcId="{6CC1EAF8-CCDD-4968-BBAE-D0AE6D28BDDA}" destId="{436E8F32-8124-4477-A8C5-526042BDDB03}" srcOrd="0" destOrd="0" presId="urn:microsoft.com/office/officeart/2005/8/layout/orgChart1"/>
    <dgm:cxn modelId="{861D62F9-F7FC-436B-BEC7-C792C7502B5D}" type="presOf" srcId="{4862E303-BA37-40B5-B43C-134CE8EE18BB}" destId="{14E62C8B-EFF8-4284-92AB-0AC063B88EBE}" srcOrd="1" destOrd="0" presId="urn:microsoft.com/office/officeart/2005/8/layout/orgChart1"/>
    <dgm:cxn modelId="{31D3C9E4-A0EF-4A8E-8101-33B72AED16AA}" type="presOf" srcId="{9194D753-EE9D-46AF-9F4F-C878EEF2CF85}" destId="{C3C00658-8563-4927-8047-50A389D757F0}" srcOrd="0" destOrd="0" presId="urn:microsoft.com/office/officeart/2005/8/layout/orgChart1"/>
    <dgm:cxn modelId="{808D1FBF-43C6-4383-94FD-A002F984339F}" type="presOf" srcId="{98C12478-5F8F-4B34-BD08-791979461D61}" destId="{15E40B8F-2B48-4D17-AE9F-7A2A5DF5E210}" srcOrd="0" destOrd="0" presId="urn:microsoft.com/office/officeart/2005/8/layout/orgChart1"/>
    <dgm:cxn modelId="{43068243-E540-449E-821C-2291149E7BB8}" srcId="{62FF5D40-5F79-4E1C-82FA-9864328B13B3}" destId="{B1E86AF0-F2E5-4417-BEC3-9A91F63EC762}" srcOrd="1" destOrd="0" parTransId="{98C12478-5F8F-4B34-BD08-791979461D61}" sibTransId="{F05E9CAB-840B-4A0D-8605-4C621CF6003E}"/>
    <dgm:cxn modelId="{DD0E4798-968D-4735-B5F9-ABA0F61A4067}" type="presOf" srcId="{757B22BC-5C64-446D-ACE1-4978C324AF55}" destId="{8EABA894-0244-4823-92C0-E5451BB1D326}" srcOrd="0" destOrd="0" presId="urn:microsoft.com/office/officeart/2005/8/layout/orgChart1"/>
    <dgm:cxn modelId="{105BB621-557C-4CE7-AF2F-9E015F33ADDA}" type="presOf" srcId="{B1E86AF0-F2E5-4417-BEC3-9A91F63EC762}" destId="{487EC313-93A0-4B4F-BE24-E4F04E96DD2E}" srcOrd="1" destOrd="0" presId="urn:microsoft.com/office/officeart/2005/8/layout/orgChart1"/>
    <dgm:cxn modelId="{B229282A-F3D3-41FE-B787-76685BB365F6}" srcId="{BBF4164F-A0EB-4BE1-ACBD-2AFEA5D3F747}" destId="{62FF5D40-5F79-4E1C-82FA-9864328B13B3}" srcOrd="0" destOrd="0" parTransId="{7718BAE4-3A3B-4DBF-BC64-8577D5050EA7}" sibTransId="{58400A9A-86AD-42AB-A411-1B42BBD3CC42}"/>
    <dgm:cxn modelId="{2A75356B-8A84-48C7-90F1-C69ADA8F5BDC}" type="presOf" srcId="{B1E86AF0-F2E5-4417-BEC3-9A91F63EC762}" destId="{21108E12-F3B1-45AE-B5FD-7B17F4AEBF3F}" srcOrd="0" destOrd="0" presId="urn:microsoft.com/office/officeart/2005/8/layout/orgChart1"/>
    <dgm:cxn modelId="{0CC71DA7-E16C-4AF1-88ED-3EE56EFC0429}" type="presOf" srcId="{4862E303-BA37-40B5-B43C-134CE8EE18BB}" destId="{C6869DB9-3084-4894-8BB8-DF3CF5B0D614}" srcOrd="0" destOrd="0" presId="urn:microsoft.com/office/officeart/2005/8/layout/orgChart1"/>
    <dgm:cxn modelId="{D77B9BE9-EAFD-4131-9A3F-1B564584E3DB}" type="presOf" srcId="{C2FDBF3C-8F13-4FA8-BEDC-EBFF83BBB370}" destId="{9B049A44-2B0A-47C5-A960-A4C2434D7B26}" srcOrd="0" destOrd="0" presId="urn:microsoft.com/office/officeart/2005/8/layout/orgChart1"/>
    <dgm:cxn modelId="{C00A4C1E-00E0-493E-9B43-6150FA8E5635}" srcId="{62FF5D40-5F79-4E1C-82FA-9864328B13B3}" destId="{6CC1EAF8-CCDD-4968-BBAE-D0AE6D28BDDA}" srcOrd="3" destOrd="0" parTransId="{757B22BC-5C64-446D-ACE1-4978C324AF55}" sibTransId="{1378B22B-3F96-4143-B09A-E9F55F43E32C}"/>
    <dgm:cxn modelId="{35AFD1C0-7F19-4E04-8D73-A3FEDB132DCB}" type="presOf" srcId="{EFBA1C8E-2D79-4CCD-9197-32A591D9DFE1}" destId="{52EF5C6F-362B-4539-9899-B10A44915891}" srcOrd="0" destOrd="0" presId="urn:microsoft.com/office/officeart/2005/8/layout/orgChart1"/>
    <dgm:cxn modelId="{8E120FDB-8360-4B0D-B2F8-69AA4C97586D}" type="presParOf" srcId="{DFFF8167-FCC0-4697-B5F8-40413319AEAE}" destId="{083F6724-7806-4867-9998-61D84D2D438F}" srcOrd="0" destOrd="0" presId="urn:microsoft.com/office/officeart/2005/8/layout/orgChart1"/>
    <dgm:cxn modelId="{F0CFBF6F-31C6-4716-8782-F9806B49D0DC}" type="presParOf" srcId="{083F6724-7806-4867-9998-61D84D2D438F}" destId="{3016BF93-6511-435B-9A54-6F22B0FC3FBE}" srcOrd="0" destOrd="0" presId="urn:microsoft.com/office/officeart/2005/8/layout/orgChart1"/>
    <dgm:cxn modelId="{8280A58C-CA20-4E42-9878-2502AF5B7EA3}" type="presParOf" srcId="{3016BF93-6511-435B-9A54-6F22B0FC3FBE}" destId="{2484BBBA-46D0-4D00-81A5-EA813ED65161}" srcOrd="0" destOrd="0" presId="urn:microsoft.com/office/officeart/2005/8/layout/orgChart1"/>
    <dgm:cxn modelId="{0FED56A9-1238-4CA2-941C-20E95F7CCA5C}" type="presParOf" srcId="{3016BF93-6511-435B-9A54-6F22B0FC3FBE}" destId="{BB12EA87-EC2A-4F38-9DC6-DFD7AB49720F}" srcOrd="1" destOrd="0" presId="urn:microsoft.com/office/officeart/2005/8/layout/orgChart1"/>
    <dgm:cxn modelId="{02C5875D-A724-4D47-A7D7-C6CC2B776102}" type="presParOf" srcId="{083F6724-7806-4867-9998-61D84D2D438F}" destId="{CC35D3F5-BF01-49AA-A92F-1AD1EBC88220}" srcOrd="1" destOrd="0" presId="urn:microsoft.com/office/officeart/2005/8/layout/orgChart1"/>
    <dgm:cxn modelId="{7DCFE81A-2FAF-4B7E-B893-B9F073F81059}" type="presParOf" srcId="{CC35D3F5-BF01-49AA-A92F-1AD1EBC88220}" destId="{9B049A44-2B0A-47C5-A960-A4C2434D7B26}" srcOrd="0" destOrd="0" presId="urn:microsoft.com/office/officeart/2005/8/layout/orgChart1"/>
    <dgm:cxn modelId="{95D9248E-68E8-4433-9567-EAB495075051}" type="presParOf" srcId="{CC35D3F5-BF01-49AA-A92F-1AD1EBC88220}" destId="{C5FF59F1-DD60-4AF8-A25E-B46A1915099D}" srcOrd="1" destOrd="0" presId="urn:microsoft.com/office/officeart/2005/8/layout/orgChart1"/>
    <dgm:cxn modelId="{7875307F-D628-40AD-85F8-D43294857AF5}" type="presParOf" srcId="{C5FF59F1-DD60-4AF8-A25E-B46A1915099D}" destId="{E389418B-A869-4DDE-8A7B-A5CE292D156C}" srcOrd="0" destOrd="0" presId="urn:microsoft.com/office/officeart/2005/8/layout/orgChart1"/>
    <dgm:cxn modelId="{1BE8CE59-5A54-45BB-A203-9030304572A1}" type="presParOf" srcId="{E389418B-A869-4DDE-8A7B-A5CE292D156C}" destId="{52EF5C6F-362B-4539-9899-B10A44915891}" srcOrd="0" destOrd="0" presId="urn:microsoft.com/office/officeart/2005/8/layout/orgChart1"/>
    <dgm:cxn modelId="{5E46D102-C3B4-4E66-A766-A40310EB5A9F}" type="presParOf" srcId="{E389418B-A869-4DDE-8A7B-A5CE292D156C}" destId="{DE16CE3C-80CA-46FC-8B82-66D730D6696C}" srcOrd="1" destOrd="0" presId="urn:microsoft.com/office/officeart/2005/8/layout/orgChart1"/>
    <dgm:cxn modelId="{FEA3DAA3-B5DD-47E3-BA39-D8398681683B}" type="presParOf" srcId="{C5FF59F1-DD60-4AF8-A25E-B46A1915099D}" destId="{9DDEF5FB-040C-46DB-B2C9-8F205995160E}" srcOrd="1" destOrd="0" presId="urn:microsoft.com/office/officeart/2005/8/layout/orgChart1"/>
    <dgm:cxn modelId="{E4986CCA-E28F-4F17-A46C-5757B9180352}" type="presParOf" srcId="{C5FF59F1-DD60-4AF8-A25E-B46A1915099D}" destId="{ECD1C279-AFEE-43FE-8BAB-CD3A3F0AF5A1}" srcOrd="2" destOrd="0" presId="urn:microsoft.com/office/officeart/2005/8/layout/orgChart1"/>
    <dgm:cxn modelId="{FDB18C16-8D5C-482E-AF05-FEA68B812140}" type="presParOf" srcId="{CC35D3F5-BF01-49AA-A92F-1AD1EBC88220}" destId="{15E40B8F-2B48-4D17-AE9F-7A2A5DF5E210}" srcOrd="2" destOrd="0" presId="urn:microsoft.com/office/officeart/2005/8/layout/orgChart1"/>
    <dgm:cxn modelId="{811E6E56-F97C-4BAF-B844-B30F15E1F1A1}" type="presParOf" srcId="{CC35D3F5-BF01-49AA-A92F-1AD1EBC88220}" destId="{3711ACA5-06A2-4453-ACAA-ADDA29178785}" srcOrd="3" destOrd="0" presId="urn:microsoft.com/office/officeart/2005/8/layout/orgChart1"/>
    <dgm:cxn modelId="{4C284935-9B0C-4038-8C05-8FA05917055C}" type="presParOf" srcId="{3711ACA5-06A2-4453-ACAA-ADDA29178785}" destId="{16CDA970-78C9-4FA0-9F7A-BB87882B0257}" srcOrd="0" destOrd="0" presId="urn:microsoft.com/office/officeart/2005/8/layout/orgChart1"/>
    <dgm:cxn modelId="{B20D40DA-0743-4E14-B991-BBFBBEF1B8F1}" type="presParOf" srcId="{16CDA970-78C9-4FA0-9F7A-BB87882B0257}" destId="{21108E12-F3B1-45AE-B5FD-7B17F4AEBF3F}" srcOrd="0" destOrd="0" presId="urn:microsoft.com/office/officeart/2005/8/layout/orgChart1"/>
    <dgm:cxn modelId="{D04B8D56-53A5-4756-B5DC-4652A680E7B3}" type="presParOf" srcId="{16CDA970-78C9-4FA0-9F7A-BB87882B0257}" destId="{487EC313-93A0-4B4F-BE24-E4F04E96DD2E}" srcOrd="1" destOrd="0" presId="urn:microsoft.com/office/officeart/2005/8/layout/orgChart1"/>
    <dgm:cxn modelId="{59A23466-BDB2-419B-8EAC-0FA720D9C3C6}" type="presParOf" srcId="{3711ACA5-06A2-4453-ACAA-ADDA29178785}" destId="{317B2CEB-A2CA-40CA-B08F-17755A89EBC9}" srcOrd="1" destOrd="0" presId="urn:microsoft.com/office/officeart/2005/8/layout/orgChart1"/>
    <dgm:cxn modelId="{B82B8E68-45E8-419A-83CE-CF6CF5DD5033}" type="presParOf" srcId="{3711ACA5-06A2-4453-ACAA-ADDA29178785}" destId="{FAB52F84-9ADD-4C12-A5A0-8EDFFD22C095}" srcOrd="2" destOrd="0" presId="urn:microsoft.com/office/officeart/2005/8/layout/orgChart1"/>
    <dgm:cxn modelId="{D57166C5-20BA-44AA-A811-715AAE93CC14}" type="presParOf" srcId="{CC35D3F5-BF01-49AA-A92F-1AD1EBC88220}" destId="{C3C00658-8563-4927-8047-50A389D757F0}" srcOrd="4" destOrd="0" presId="urn:microsoft.com/office/officeart/2005/8/layout/orgChart1"/>
    <dgm:cxn modelId="{F223D88A-3A9A-4F8F-9222-21B209CB6007}" type="presParOf" srcId="{CC35D3F5-BF01-49AA-A92F-1AD1EBC88220}" destId="{1A323EC6-0251-489F-AC29-04895DF2C004}" srcOrd="5" destOrd="0" presId="urn:microsoft.com/office/officeart/2005/8/layout/orgChart1"/>
    <dgm:cxn modelId="{DE4CB510-8FE0-4965-B2EC-7BB7E59A19A9}" type="presParOf" srcId="{1A323EC6-0251-489F-AC29-04895DF2C004}" destId="{8E525F21-D625-4678-BA8B-F91FCE357EBE}" srcOrd="0" destOrd="0" presId="urn:microsoft.com/office/officeart/2005/8/layout/orgChart1"/>
    <dgm:cxn modelId="{FB557161-CD51-4BE6-9AF4-04392A2D8944}" type="presParOf" srcId="{8E525F21-D625-4678-BA8B-F91FCE357EBE}" destId="{C6869DB9-3084-4894-8BB8-DF3CF5B0D614}" srcOrd="0" destOrd="0" presId="urn:microsoft.com/office/officeart/2005/8/layout/orgChart1"/>
    <dgm:cxn modelId="{641299BC-3601-451B-9030-DC9903E167A9}" type="presParOf" srcId="{8E525F21-D625-4678-BA8B-F91FCE357EBE}" destId="{14E62C8B-EFF8-4284-92AB-0AC063B88EBE}" srcOrd="1" destOrd="0" presId="urn:microsoft.com/office/officeart/2005/8/layout/orgChart1"/>
    <dgm:cxn modelId="{C6D9A575-C5AA-4AF8-B549-33C33DDB5FA5}" type="presParOf" srcId="{1A323EC6-0251-489F-AC29-04895DF2C004}" destId="{D8C1463E-220D-4DFA-AE73-61A866F9D611}" srcOrd="1" destOrd="0" presId="urn:microsoft.com/office/officeart/2005/8/layout/orgChart1"/>
    <dgm:cxn modelId="{787429E0-75D2-4F71-BF1F-3BB6DDD4A2F9}" type="presParOf" srcId="{1A323EC6-0251-489F-AC29-04895DF2C004}" destId="{78BBB8A4-1CD5-462B-980F-6F5EBF55E850}" srcOrd="2" destOrd="0" presId="urn:microsoft.com/office/officeart/2005/8/layout/orgChart1"/>
    <dgm:cxn modelId="{91D2BEF6-3074-4506-92BC-C4819A257251}" type="presParOf" srcId="{CC35D3F5-BF01-49AA-A92F-1AD1EBC88220}" destId="{8EABA894-0244-4823-92C0-E5451BB1D326}" srcOrd="6" destOrd="0" presId="urn:microsoft.com/office/officeart/2005/8/layout/orgChart1"/>
    <dgm:cxn modelId="{800F1040-3D4E-4780-8F28-3486D1251BFF}" type="presParOf" srcId="{CC35D3F5-BF01-49AA-A92F-1AD1EBC88220}" destId="{EF54F5E8-B804-44CD-964E-EAD5C5939341}" srcOrd="7" destOrd="0" presId="urn:microsoft.com/office/officeart/2005/8/layout/orgChart1"/>
    <dgm:cxn modelId="{C1D535D2-7888-43F3-B88F-E4538B12A5DF}" type="presParOf" srcId="{EF54F5E8-B804-44CD-964E-EAD5C5939341}" destId="{91258519-9D29-492D-B85A-5A2B0BE3DF0C}" srcOrd="0" destOrd="0" presId="urn:microsoft.com/office/officeart/2005/8/layout/orgChart1"/>
    <dgm:cxn modelId="{8CB7BBCC-F552-4C1E-B492-8B20F6DB295E}" type="presParOf" srcId="{91258519-9D29-492D-B85A-5A2B0BE3DF0C}" destId="{436E8F32-8124-4477-A8C5-526042BDDB03}" srcOrd="0" destOrd="0" presId="urn:microsoft.com/office/officeart/2005/8/layout/orgChart1"/>
    <dgm:cxn modelId="{87B03AE8-9418-4573-A683-226A6DAF5C7F}" type="presParOf" srcId="{91258519-9D29-492D-B85A-5A2B0BE3DF0C}" destId="{FE9F825C-D62E-4FAC-B71A-C89D10D37A60}" srcOrd="1" destOrd="0" presId="urn:microsoft.com/office/officeart/2005/8/layout/orgChart1"/>
    <dgm:cxn modelId="{A962F3F4-1F70-46B8-8C6F-C48865C13772}" type="presParOf" srcId="{EF54F5E8-B804-44CD-964E-EAD5C5939341}" destId="{DB83FCF7-D96A-4957-AB99-C76E94C0D556}" srcOrd="1" destOrd="0" presId="urn:microsoft.com/office/officeart/2005/8/layout/orgChart1"/>
    <dgm:cxn modelId="{F4F6AFE6-DD8E-4C37-9963-482D2D9FE3E4}" type="presParOf" srcId="{EF54F5E8-B804-44CD-964E-EAD5C5939341}" destId="{8F9E2253-7008-4668-915A-B6DB881F8FF6}" srcOrd="2" destOrd="0" presId="urn:microsoft.com/office/officeart/2005/8/layout/orgChart1"/>
    <dgm:cxn modelId="{1BC4BABB-5FBE-44C7-9AF4-3EF98AE3319F}" type="presParOf" srcId="{083F6724-7806-4867-9998-61D84D2D438F}" destId="{E9EF4CA7-53F3-4B65-B411-1A3C174C7200}" srcOrd="2" destOrd="0" presId="urn:microsoft.com/office/officeart/2005/8/layout/orgChart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BF4164F-A0EB-4BE1-ACBD-2AFEA5D3F74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2FF5D40-5F79-4E1C-82FA-9864328B13B3}">
      <dgm:prSet phldrT="[Text]" custT="1"/>
      <dgm:spPr/>
      <dgm:t>
        <a:bodyPr/>
        <a:lstStyle/>
        <a:p>
          <a:r>
            <a:rPr lang="en-US" sz="1200" dirty="0" smtClean="0"/>
            <a:t>Leader Preparation Program Effectiveness Measure</a:t>
          </a:r>
        </a:p>
        <a:p>
          <a:r>
            <a:rPr lang="en-US" sz="1200" dirty="0" smtClean="0"/>
            <a:t>(LPPEM)</a:t>
          </a:r>
          <a:endParaRPr lang="en-US" sz="1200" dirty="0"/>
        </a:p>
      </dgm:t>
    </dgm:pt>
    <dgm:pt modelId="{7718BAE4-3A3B-4DBF-BC64-8577D5050EA7}" type="parTrans" cxnId="{B229282A-F3D3-41FE-B787-76685BB365F6}">
      <dgm:prSet/>
      <dgm:spPr/>
      <dgm:t>
        <a:bodyPr/>
        <a:lstStyle/>
        <a:p>
          <a:endParaRPr lang="en-US"/>
        </a:p>
      </dgm:t>
    </dgm:pt>
    <dgm:pt modelId="{58400A9A-86AD-42AB-A411-1B42BBD3CC42}" type="sibTrans" cxnId="{B229282A-F3D3-41FE-B787-76685BB365F6}">
      <dgm:prSet/>
      <dgm:spPr/>
      <dgm:t>
        <a:bodyPr/>
        <a:lstStyle/>
        <a:p>
          <a:endParaRPr lang="en-US"/>
        </a:p>
      </dgm:t>
    </dgm:pt>
    <dgm:pt modelId="{EFBA1C8E-2D79-4CCD-9197-32A591D9DFE1}">
      <dgm:prSet phldrT="[Text]" custT="1"/>
      <dgm:spPr/>
      <dgm:t>
        <a:bodyPr/>
        <a:lstStyle/>
        <a:p>
          <a:r>
            <a:rPr lang="en-US" sz="1200" dirty="0" smtClean="0"/>
            <a:t>Student Achievement</a:t>
          </a:r>
        </a:p>
        <a:p>
          <a:r>
            <a:rPr lang="en-US" sz="1200" dirty="0" smtClean="0"/>
            <a:t>50%</a:t>
          </a:r>
          <a:endParaRPr lang="en-US" sz="1200" dirty="0"/>
        </a:p>
      </dgm:t>
    </dgm:pt>
    <dgm:pt modelId="{C2FDBF3C-8F13-4FA8-BEDC-EBFF83BBB370}" type="parTrans" cxnId="{AF5D2D66-7F6D-4A96-9078-6D9671A61CCD}">
      <dgm:prSet/>
      <dgm:spPr/>
      <dgm:t>
        <a:bodyPr/>
        <a:lstStyle/>
        <a:p>
          <a:endParaRPr lang="en-US"/>
        </a:p>
      </dgm:t>
    </dgm:pt>
    <dgm:pt modelId="{4E3CD356-0AF9-4C92-91F6-A05C23DD1AE5}" type="sibTrans" cxnId="{AF5D2D66-7F6D-4A96-9078-6D9671A61CCD}">
      <dgm:prSet/>
      <dgm:spPr/>
      <dgm:t>
        <a:bodyPr/>
        <a:lstStyle/>
        <a:p>
          <a:endParaRPr lang="en-US"/>
        </a:p>
      </dgm:t>
    </dgm:pt>
    <dgm:pt modelId="{B1E86AF0-F2E5-4417-BEC3-9A91F63EC762}">
      <dgm:prSet phldrT="[Text]" custT="1"/>
      <dgm:spPr/>
      <dgm:t>
        <a:bodyPr/>
        <a:lstStyle/>
        <a:p>
          <a:r>
            <a:rPr lang="en-US" sz="1200" dirty="0" smtClean="0"/>
            <a:t>Talent Development</a:t>
          </a:r>
        </a:p>
        <a:p>
          <a:r>
            <a:rPr lang="en-US" sz="1200" dirty="0" smtClean="0"/>
            <a:t>30%</a:t>
          </a:r>
          <a:endParaRPr lang="en-US" sz="1200" dirty="0"/>
        </a:p>
      </dgm:t>
    </dgm:pt>
    <dgm:pt modelId="{98C12478-5F8F-4B34-BD08-791979461D61}" type="parTrans" cxnId="{43068243-E540-449E-821C-2291149E7BB8}">
      <dgm:prSet/>
      <dgm:spPr/>
      <dgm:t>
        <a:bodyPr/>
        <a:lstStyle/>
        <a:p>
          <a:endParaRPr lang="en-US"/>
        </a:p>
      </dgm:t>
    </dgm:pt>
    <dgm:pt modelId="{F05E9CAB-840B-4A0D-8605-4C621CF6003E}" type="sibTrans" cxnId="{43068243-E540-449E-821C-2291149E7BB8}">
      <dgm:prSet/>
      <dgm:spPr/>
      <dgm:t>
        <a:bodyPr/>
        <a:lstStyle/>
        <a:p>
          <a:endParaRPr lang="en-US"/>
        </a:p>
      </dgm:t>
    </dgm:pt>
    <dgm:pt modelId="{6CC1EAF8-CCDD-4968-BBAE-D0AE6D28BDDA}">
      <dgm:prSet phldrT="[Text]" custT="1"/>
      <dgm:spPr/>
      <dgm:t>
        <a:bodyPr/>
        <a:lstStyle/>
        <a:p>
          <a:r>
            <a:rPr lang="en-US" sz="1200" dirty="0" smtClean="0"/>
            <a:t>Persistence of Principals</a:t>
          </a:r>
        </a:p>
        <a:p>
          <a:r>
            <a:rPr lang="en-US" sz="1200" dirty="0" smtClean="0"/>
            <a:t>10%</a:t>
          </a:r>
          <a:endParaRPr lang="en-US" sz="1200" dirty="0"/>
        </a:p>
      </dgm:t>
    </dgm:pt>
    <dgm:pt modelId="{757B22BC-5C64-446D-ACE1-4978C324AF55}" type="parTrans" cxnId="{C00A4C1E-00E0-493E-9B43-6150FA8E5635}">
      <dgm:prSet/>
      <dgm:spPr/>
      <dgm:t>
        <a:bodyPr/>
        <a:lstStyle/>
        <a:p>
          <a:endParaRPr lang="en-US"/>
        </a:p>
      </dgm:t>
    </dgm:pt>
    <dgm:pt modelId="{1378B22B-3F96-4143-B09A-E9F55F43E32C}" type="sibTrans" cxnId="{C00A4C1E-00E0-493E-9B43-6150FA8E5635}">
      <dgm:prSet/>
      <dgm:spPr/>
      <dgm:t>
        <a:bodyPr/>
        <a:lstStyle/>
        <a:p>
          <a:endParaRPr lang="en-US"/>
        </a:p>
      </dgm:t>
    </dgm:pt>
    <dgm:pt modelId="{4862E303-BA37-40B5-B43C-134CE8EE18BB}">
      <dgm:prSet custT="1"/>
      <dgm:spPr/>
      <dgm:t>
        <a:bodyPr/>
        <a:lstStyle/>
        <a:p>
          <a:r>
            <a:rPr lang="en-US" sz="1200" dirty="0" smtClean="0"/>
            <a:t>Content Knowledge</a:t>
          </a:r>
        </a:p>
        <a:p>
          <a:r>
            <a:rPr lang="en-US" sz="1200" dirty="0" smtClean="0"/>
            <a:t>10%</a:t>
          </a:r>
          <a:endParaRPr lang="en-US" sz="1200" dirty="0"/>
        </a:p>
      </dgm:t>
    </dgm:pt>
    <dgm:pt modelId="{9194D753-EE9D-46AF-9F4F-C878EEF2CF85}" type="parTrans" cxnId="{42F26D48-A154-4F87-A5AB-6E2218A90A05}">
      <dgm:prSet/>
      <dgm:spPr/>
      <dgm:t>
        <a:bodyPr/>
        <a:lstStyle/>
        <a:p>
          <a:endParaRPr lang="en-US"/>
        </a:p>
      </dgm:t>
    </dgm:pt>
    <dgm:pt modelId="{E3CE60AC-9E2A-4C96-99C4-F39B8BD4E823}" type="sibTrans" cxnId="{42F26D48-A154-4F87-A5AB-6E2218A90A05}">
      <dgm:prSet/>
      <dgm:spPr/>
      <dgm:t>
        <a:bodyPr/>
        <a:lstStyle/>
        <a:p>
          <a:endParaRPr lang="en-US"/>
        </a:p>
      </dgm:t>
    </dgm:pt>
    <dgm:pt modelId="{DFFF8167-FCC0-4697-B5F8-40413319AEAE}" type="pres">
      <dgm:prSet presAssocID="{BBF4164F-A0EB-4BE1-ACBD-2AFEA5D3F747}" presName="hierChild1" presStyleCnt="0">
        <dgm:presLayoutVars>
          <dgm:orgChart val="1"/>
          <dgm:chPref val="1"/>
          <dgm:dir/>
          <dgm:animOne val="branch"/>
          <dgm:animLvl val="lvl"/>
          <dgm:resizeHandles/>
        </dgm:presLayoutVars>
      </dgm:prSet>
      <dgm:spPr/>
      <dgm:t>
        <a:bodyPr/>
        <a:lstStyle/>
        <a:p>
          <a:endParaRPr lang="en-US"/>
        </a:p>
      </dgm:t>
    </dgm:pt>
    <dgm:pt modelId="{083F6724-7806-4867-9998-61D84D2D438F}" type="pres">
      <dgm:prSet presAssocID="{62FF5D40-5F79-4E1C-82FA-9864328B13B3}" presName="hierRoot1" presStyleCnt="0">
        <dgm:presLayoutVars>
          <dgm:hierBranch val="init"/>
        </dgm:presLayoutVars>
      </dgm:prSet>
      <dgm:spPr/>
    </dgm:pt>
    <dgm:pt modelId="{3016BF93-6511-435B-9A54-6F22B0FC3FBE}" type="pres">
      <dgm:prSet presAssocID="{62FF5D40-5F79-4E1C-82FA-9864328B13B3}" presName="rootComposite1" presStyleCnt="0"/>
      <dgm:spPr/>
    </dgm:pt>
    <dgm:pt modelId="{2484BBBA-46D0-4D00-81A5-EA813ED65161}" type="pres">
      <dgm:prSet presAssocID="{62FF5D40-5F79-4E1C-82FA-9864328B13B3}" presName="rootText1" presStyleLbl="node0" presStyleIdx="0" presStyleCnt="1" custScaleX="150631">
        <dgm:presLayoutVars>
          <dgm:chPref val="3"/>
        </dgm:presLayoutVars>
      </dgm:prSet>
      <dgm:spPr/>
      <dgm:t>
        <a:bodyPr/>
        <a:lstStyle/>
        <a:p>
          <a:endParaRPr lang="en-US"/>
        </a:p>
      </dgm:t>
    </dgm:pt>
    <dgm:pt modelId="{BB12EA87-EC2A-4F38-9DC6-DFD7AB49720F}" type="pres">
      <dgm:prSet presAssocID="{62FF5D40-5F79-4E1C-82FA-9864328B13B3}" presName="rootConnector1" presStyleLbl="node1" presStyleIdx="0" presStyleCnt="0"/>
      <dgm:spPr/>
      <dgm:t>
        <a:bodyPr/>
        <a:lstStyle/>
        <a:p>
          <a:endParaRPr lang="en-US"/>
        </a:p>
      </dgm:t>
    </dgm:pt>
    <dgm:pt modelId="{CC35D3F5-BF01-49AA-A92F-1AD1EBC88220}" type="pres">
      <dgm:prSet presAssocID="{62FF5D40-5F79-4E1C-82FA-9864328B13B3}" presName="hierChild2" presStyleCnt="0"/>
      <dgm:spPr/>
    </dgm:pt>
    <dgm:pt modelId="{9B049A44-2B0A-47C5-A960-A4C2434D7B26}" type="pres">
      <dgm:prSet presAssocID="{C2FDBF3C-8F13-4FA8-BEDC-EBFF83BBB370}" presName="Name37" presStyleLbl="parChTrans1D2" presStyleIdx="0" presStyleCnt="4"/>
      <dgm:spPr/>
      <dgm:t>
        <a:bodyPr/>
        <a:lstStyle/>
        <a:p>
          <a:endParaRPr lang="en-US"/>
        </a:p>
      </dgm:t>
    </dgm:pt>
    <dgm:pt modelId="{C5FF59F1-DD60-4AF8-A25E-B46A1915099D}" type="pres">
      <dgm:prSet presAssocID="{EFBA1C8E-2D79-4CCD-9197-32A591D9DFE1}" presName="hierRoot2" presStyleCnt="0">
        <dgm:presLayoutVars>
          <dgm:hierBranch val="init"/>
        </dgm:presLayoutVars>
      </dgm:prSet>
      <dgm:spPr/>
    </dgm:pt>
    <dgm:pt modelId="{E389418B-A869-4DDE-8A7B-A5CE292D156C}" type="pres">
      <dgm:prSet presAssocID="{EFBA1C8E-2D79-4CCD-9197-32A591D9DFE1}" presName="rootComposite" presStyleCnt="0"/>
      <dgm:spPr/>
    </dgm:pt>
    <dgm:pt modelId="{52EF5C6F-362B-4539-9899-B10A44915891}" type="pres">
      <dgm:prSet presAssocID="{EFBA1C8E-2D79-4CCD-9197-32A591D9DFE1}" presName="rootText" presStyleLbl="node2" presStyleIdx="0" presStyleCnt="4" custScaleY="190160">
        <dgm:presLayoutVars>
          <dgm:chPref val="3"/>
        </dgm:presLayoutVars>
      </dgm:prSet>
      <dgm:spPr/>
      <dgm:t>
        <a:bodyPr/>
        <a:lstStyle/>
        <a:p>
          <a:endParaRPr lang="en-US"/>
        </a:p>
      </dgm:t>
    </dgm:pt>
    <dgm:pt modelId="{DE16CE3C-80CA-46FC-8B82-66D730D6696C}" type="pres">
      <dgm:prSet presAssocID="{EFBA1C8E-2D79-4CCD-9197-32A591D9DFE1}" presName="rootConnector" presStyleLbl="node2" presStyleIdx="0" presStyleCnt="4"/>
      <dgm:spPr/>
      <dgm:t>
        <a:bodyPr/>
        <a:lstStyle/>
        <a:p>
          <a:endParaRPr lang="en-US"/>
        </a:p>
      </dgm:t>
    </dgm:pt>
    <dgm:pt modelId="{9DDEF5FB-040C-46DB-B2C9-8F205995160E}" type="pres">
      <dgm:prSet presAssocID="{EFBA1C8E-2D79-4CCD-9197-32A591D9DFE1}" presName="hierChild4" presStyleCnt="0"/>
      <dgm:spPr/>
    </dgm:pt>
    <dgm:pt modelId="{ECD1C279-AFEE-43FE-8BAB-CD3A3F0AF5A1}" type="pres">
      <dgm:prSet presAssocID="{EFBA1C8E-2D79-4CCD-9197-32A591D9DFE1}" presName="hierChild5" presStyleCnt="0"/>
      <dgm:spPr/>
    </dgm:pt>
    <dgm:pt modelId="{15E40B8F-2B48-4D17-AE9F-7A2A5DF5E210}" type="pres">
      <dgm:prSet presAssocID="{98C12478-5F8F-4B34-BD08-791979461D61}" presName="Name37" presStyleLbl="parChTrans1D2" presStyleIdx="1" presStyleCnt="4"/>
      <dgm:spPr/>
      <dgm:t>
        <a:bodyPr/>
        <a:lstStyle/>
        <a:p>
          <a:endParaRPr lang="en-US"/>
        </a:p>
      </dgm:t>
    </dgm:pt>
    <dgm:pt modelId="{3711ACA5-06A2-4453-ACAA-ADDA29178785}" type="pres">
      <dgm:prSet presAssocID="{B1E86AF0-F2E5-4417-BEC3-9A91F63EC762}" presName="hierRoot2" presStyleCnt="0">
        <dgm:presLayoutVars>
          <dgm:hierBranch val="init"/>
        </dgm:presLayoutVars>
      </dgm:prSet>
      <dgm:spPr/>
    </dgm:pt>
    <dgm:pt modelId="{16CDA970-78C9-4FA0-9F7A-BB87882B0257}" type="pres">
      <dgm:prSet presAssocID="{B1E86AF0-F2E5-4417-BEC3-9A91F63EC762}" presName="rootComposite" presStyleCnt="0"/>
      <dgm:spPr/>
    </dgm:pt>
    <dgm:pt modelId="{21108E12-F3B1-45AE-B5FD-7B17F4AEBF3F}" type="pres">
      <dgm:prSet presAssocID="{B1E86AF0-F2E5-4417-BEC3-9A91F63EC762}" presName="rootText" presStyleLbl="node2" presStyleIdx="1" presStyleCnt="4" custScaleY="190160">
        <dgm:presLayoutVars>
          <dgm:chPref val="3"/>
        </dgm:presLayoutVars>
      </dgm:prSet>
      <dgm:spPr/>
      <dgm:t>
        <a:bodyPr/>
        <a:lstStyle/>
        <a:p>
          <a:endParaRPr lang="en-US"/>
        </a:p>
      </dgm:t>
    </dgm:pt>
    <dgm:pt modelId="{487EC313-93A0-4B4F-BE24-E4F04E96DD2E}" type="pres">
      <dgm:prSet presAssocID="{B1E86AF0-F2E5-4417-BEC3-9A91F63EC762}" presName="rootConnector" presStyleLbl="node2" presStyleIdx="1" presStyleCnt="4"/>
      <dgm:spPr/>
      <dgm:t>
        <a:bodyPr/>
        <a:lstStyle/>
        <a:p>
          <a:endParaRPr lang="en-US"/>
        </a:p>
      </dgm:t>
    </dgm:pt>
    <dgm:pt modelId="{317B2CEB-A2CA-40CA-B08F-17755A89EBC9}" type="pres">
      <dgm:prSet presAssocID="{B1E86AF0-F2E5-4417-BEC3-9A91F63EC762}" presName="hierChild4" presStyleCnt="0"/>
      <dgm:spPr/>
    </dgm:pt>
    <dgm:pt modelId="{FAB52F84-9ADD-4C12-A5A0-8EDFFD22C095}" type="pres">
      <dgm:prSet presAssocID="{B1E86AF0-F2E5-4417-BEC3-9A91F63EC762}" presName="hierChild5" presStyleCnt="0"/>
      <dgm:spPr/>
    </dgm:pt>
    <dgm:pt modelId="{C3C00658-8563-4927-8047-50A389D757F0}" type="pres">
      <dgm:prSet presAssocID="{9194D753-EE9D-46AF-9F4F-C878EEF2CF85}" presName="Name37" presStyleLbl="parChTrans1D2" presStyleIdx="2" presStyleCnt="4"/>
      <dgm:spPr/>
      <dgm:t>
        <a:bodyPr/>
        <a:lstStyle/>
        <a:p>
          <a:endParaRPr lang="en-US"/>
        </a:p>
      </dgm:t>
    </dgm:pt>
    <dgm:pt modelId="{1A323EC6-0251-489F-AC29-04895DF2C004}" type="pres">
      <dgm:prSet presAssocID="{4862E303-BA37-40B5-B43C-134CE8EE18BB}" presName="hierRoot2" presStyleCnt="0">
        <dgm:presLayoutVars>
          <dgm:hierBranch val="init"/>
        </dgm:presLayoutVars>
      </dgm:prSet>
      <dgm:spPr/>
    </dgm:pt>
    <dgm:pt modelId="{8E525F21-D625-4678-BA8B-F91FCE357EBE}" type="pres">
      <dgm:prSet presAssocID="{4862E303-BA37-40B5-B43C-134CE8EE18BB}" presName="rootComposite" presStyleCnt="0"/>
      <dgm:spPr/>
    </dgm:pt>
    <dgm:pt modelId="{C6869DB9-3084-4894-8BB8-DF3CF5B0D614}" type="pres">
      <dgm:prSet presAssocID="{4862E303-BA37-40B5-B43C-134CE8EE18BB}" presName="rootText" presStyleLbl="node2" presStyleIdx="2" presStyleCnt="4" custScaleY="190161">
        <dgm:presLayoutVars>
          <dgm:chPref val="3"/>
        </dgm:presLayoutVars>
      </dgm:prSet>
      <dgm:spPr/>
      <dgm:t>
        <a:bodyPr/>
        <a:lstStyle/>
        <a:p>
          <a:endParaRPr lang="en-US"/>
        </a:p>
      </dgm:t>
    </dgm:pt>
    <dgm:pt modelId="{14E62C8B-EFF8-4284-92AB-0AC063B88EBE}" type="pres">
      <dgm:prSet presAssocID="{4862E303-BA37-40B5-B43C-134CE8EE18BB}" presName="rootConnector" presStyleLbl="node2" presStyleIdx="2" presStyleCnt="4"/>
      <dgm:spPr/>
      <dgm:t>
        <a:bodyPr/>
        <a:lstStyle/>
        <a:p>
          <a:endParaRPr lang="en-US"/>
        </a:p>
      </dgm:t>
    </dgm:pt>
    <dgm:pt modelId="{D8C1463E-220D-4DFA-AE73-61A866F9D611}" type="pres">
      <dgm:prSet presAssocID="{4862E303-BA37-40B5-B43C-134CE8EE18BB}" presName="hierChild4" presStyleCnt="0"/>
      <dgm:spPr/>
    </dgm:pt>
    <dgm:pt modelId="{78BBB8A4-1CD5-462B-980F-6F5EBF55E850}" type="pres">
      <dgm:prSet presAssocID="{4862E303-BA37-40B5-B43C-134CE8EE18BB}" presName="hierChild5" presStyleCnt="0"/>
      <dgm:spPr/>
    </dgm:pt>
    <dgm:pt modelId="{8EABA894-0244-4823-92C0-E5451BB1D326}" type="pres">
      <dgm:prSet presAssocID="{757B22BC-5C64-446D-ACE1-4978C324AF55}" presName="Name37" presStyleLbl="parChTrans1D2" presStyleIdx="3" presStyleCnt="4"/>
      <dgm:spPr/>
      <dgm:t>
        <a:bodyPr/>
        <a:lstStyle/>
        <a:p>
          <a:endParaRPr lang="en-US"/>
        </a:p>
      </dgm:t>
    </dgm:pt>
    <dgm:pt modelId="{EF54F5E8-B804-44CD-964E-EAD5C5939341}" type="pres">
      <dgm:prSet presAssocID="{6CC1EAF8-CCDD-4968-BBAE-D0AE6D28BDDA}" presName="hierRoot2" presStyleCnt="0">
        <dgm:presLayoutVars>
          <dgm:hierBranch val="init"/>
        </dgm:presLayoutVars>
      </dgm:prSet>
      <dgm:spPr/>
    </dgm:pt>
    <dgm:pt modelId="{91258519-9D29-492D-B85A-5A2B0BE3DF0C}" type="pres">
      <dgm:prSet presAssocID="{6CC1EAF8-CCDD-4968-BBAE-D0AE6D28BDDA}" presName="rootComposite" presStyleCnt="0"/>
      <dgm:spPr/>
    </dgm:pt>
    <dgm:pt modelId="{436E8F32-8124-4477-A8C5-526042BDDB03}" type="pres">
      <dgm:prSet presAssocID="{6CC1EAF8-CCDD-4968-BBAE-D0AE6D28BDDA}" presName="rootText" presStyleLbl="node2" presStyleIdx="3" presStyleCnt="4" custScaleY="187626">
        <dgm:presLayoutVars>
          <dgm:chPref val="3"/>
        </dgm:presLayoutVars>
      </dgm:prSet>
      <dgm:spPr/>
      <dgm:t>
        <a:bodyPr/>
        <a:lstStyle/>
        <a:p>
          <a:endParaRPr lang="en-US"/>
        </a:p>
      </dgm:t>
    </dgm:pt>
    <dgm:pt modelId="{FE9F825C-D62E-4FAC-B71A-C89D10D37A60}" type="pres">
      <dgm:prSet presAssocID="{6CC1EAF8-CCDD-4968-BBAE-D0AE6D28BDDA}" presName="rootConnector" presStyleLbl="node2" presStyleIdx="3" presStyleCnt="4"/>
      <dgm:spPr/>
      <dgm:t>
        <a:bodyPr/>
        <a:lstStyle/>
        <a:p>
          <a:endParaRPr lang="en-US"/>
        </a:p>
      </dgm:t>
    </dgm:pt>
    <dgm:pt modelId="{DB83FCF7-D96A-4957-AB99-C76E94C0D556}" type="pres">
      <dgm:prSet presAssocID="{6CC1EAF8-CCDD-4968-BBAE-D0AE6D28BDDA}" presName="hierChild4" presStyleCnt="0"/>
      <dgm:spPr/>
    </dgm:pt>
    <dgm:pt modelId="{8F9E2253-7008-4668-915A-B6DB881F8FF6}" type="pres">
      <dgm:prSet presAssocID="{6CC1EAF8-CCDD-4968-BBAE-D0AE6D28BDDA}" presName="hierChild5" presStyleCnt="0"/>
      <dgm:spPr/>
    </dgm:pt>
    <dgm:pt modelId="{E9EF4CA7-53F3-4B65-B411-1A3C174C7200}" type="pres">
      <dgm:prSet presAssocID="{62FF5D40-5F79-4E1C-82FA-9864328B13B3}" presName="hierChild3" presStyleCnt="0"/>
      <dgm:spPr/>
    </dgm:pt>
  </dgm:ptLst>
  <dgm:cxnLst>
    <dgm:cxn modelId="{42F26D48-A154-4F87-A5AB-6E2218A90A05}" srcId="{62FF5D40-5F79-4E1C-82FA-9864328B13B3}" destId="{4862E303-BA37-40B5-B43C-134CE8EE18BB}" srcOrd="2" destOrd="0" parTransId="{9194D753-EE9D-46AF-9F4F-C878EEF2CF85}" sibTransId="{E3CE60AC-9E2A-4C96-99C4-F39B8BD4E823}"/>
    <dgm:cxn modelId="{27E071AE-D989-443F-B738-B045F452799C}" type="presOf" srcId="{98C12478-5F8F-4B34-BD08-791979461D61}" destId="{15E40B8F-2B48-4D17-AE9F-7A2A5DF5E210}" srcOrd="0" destOrd="0" presId="urn:microsoft.com/office/officeart/2005/8/layout/orgChart1"/>
    <dgm:cxn modelId="{53B1BB8F-AE16-462C-ADF1-F866B3842427}" type="presOf" srcId="{6CC1EAF8-CCDD-4968-BBAE-D0AE6D28BDDA}" destId="{FE9F825C-D62E-4FAC-B71A-C89D10D37A60}" srcOrd="1" destOrd="0" presId="urn:microsoft.com/office/officeart/2005/8/layout/orgChart1"/>
    <dgm:cxn modelId="{B16A8F41-5A65-46E5-98B7-2FCBC0ED57D8}" type="presOf" srcId="{62FF5D40-5F79-4E1C-82FA-9864328B13B3}" destId="{2484BBBA-46D0-4D00-81A5-EA813ED65161}" srcOrd="0" destOrd="0" presId="urn:microsoft.com/office/officeart/2005/8/layout/orgChart1"/>
    <dgm:cxn modelId="{32BE9D47-F154-42F6-AF9D-7373E8FB26F0}" type="presOf" srcId="{757B22BC-5C64-446D-ACE1-4978C324AF55}" destId="{8EABA894-0244-4823-92C0-E5451BB1D326}" srcOrd="0" destOrd="0" presId="urn:microsoft.com/office/officeart/2005/8/layout/orgChart1"/>
    <dgm:cxn modelId="{AF5D2D66-7F6D-4A96-9078-6D9671A61CCD}" srcId="{62FF5D40-5F79-4E1C-82FA-9864328B13B3}" destId="{EFBA1C8E-2D79-4CCD-9197-32A591D9DFE1}" srcOrd="0" destOrd="0" parTransId="{C2FDBF3C-8F13-4FA8-BEDC-EBFF83BBB370}" sibTransId="{4E3CD356-0AF9-4C92-91F6-A05C23DD1AE5}"/>
    <dgm:cxn modelId="{467AC4C2-4EDB-4B51-8CB6-758A1384BA80}" type="presOf" srcId="{4862E303-BA37-40B5-B43C-134CE8EE18BB}" destId="{C6869DB9-3084-4894-8BB8-DF3CF5B0D614}" srcOrd="0" destOrd="0" presId="urn:microsoft.com/office/officeart/2005/8/layout/orgChart1"/>
    <dgm:cxn modelId="{F9F1B2CF-B9F9-46DD-9005-47AFD55659C5}" type="presOf" srcId="{BBF4164F-A0EB-4BE1-ACBD-2AFEA5D3F747}" destId="{DFFF8167-FCC0-4697-B5F8-40413319AEAE}" srcOrd="0" destOrd="0" presId="urn:microsoft.com/office/officeart/2005/8/layout/orgChart1"/>
    <dgm:cxn modelId="{DE2C017E-73F7-4631-9886-70D8296E6C53}" type="presOf" srcId="{9194D753-EE9D-46AF-9F4F-C878EEF2CF85}" destId="{C3C00658-8563-4927-8047-50A389D757F0}" srcOrd="0" destOrd="0" presId="urn:microsoft.com/office/officeart/2005/8/layout/orgChart1"/>
    <dgm:cxn modelId="{25F8F630-63A9-43EB-BB04-022A51BE3275}" type="presOf" srcId="{C2FDBF3C-8F13-4FA8-BEDC-EBFF83BBB370}" destId="{9B049A44-2B0A-47C5-A960-A4C2434D7B26}" srcOrd="0" destOrd="0" presId="urn:microsoft.com/office/officeart/2005/8/layout/orgChart1"/>
    <dgm:cxn modelId="{634F1C2A-8EDC-40FD-AD3C-EBAB1C782F78}" type="presOf" srcId="{62FF5D40-5F79-4E1C-82FA-9864328B13B3}" destId="{BB12EA87-EC2A-4F38-9DC6-DFD7AB49720F}" srcOrd="1" destOrd="0" presId="urn:microsoft.com/office/officeart/2005/8/layout/orgChart1"/>
    <dgm:cxn modelId="{A05C59DB-E95E-461A-B964-4A302AFDE65D}" type="presOf" srcId="{B1E86AF0-F2E5-4417-BEC3-9A91F63EC762}" destId="{21108E12-F3B1-45AE-B5FD-7B17F4AEBF3F}" srcOrd="0" destOrd="0" presId="urn:microsoft.com/office/officeart/2005/8/layout/orgChart1"/>
    <dgm:cxn modelId="{964793C9-2B2B-4C99-8F8F-C55479DC90B9}" type="presOf" srcId="{EFBA1C8E-2D79-4CCD-9197-32A591D9DFE1}" destId="{DE16CE3C-80CA-46FC-8B82-66D730D6696C}" srcOrd="1" destOrd="0" presId="urn:microsoft.com/office/officeart/2005/8/layout/orgChart1"/>
    <dgm:cxn modelId="{43068243-E540-449E-821C-2291149E7BB8}" srcId="{62FF5D40-5F79-4E1C-82FA-9864328B13B3}" destId="{B1E86AF0-F2E5-4417-BEC3-9A91F63EC762}" srcOrd="1" destOrd="0" parTransId="{98C12478-5F8F-4B34-BD08-791979461D61}" sibTransId="{F05E9CAB-840B-4A0D-8605-4C621CF6003E}"/>
    <dgm:cxn modelId="{52399BEE-DDCC-4A83-9057-175420E1859B}" type="presOf" srcId="{4862E303-BA37-40B5-B43C-134CE8EE18BB}" destId="{14E62C8B-EFF8-4284-92AB-0AC063B88EBE}" srcOrd="1" destOrd="0" presId="urn:microsoft.com/office/officeart/2005/8/layout/orgChart1"/>
    <dgm:cxn modelId="{A1BE3192-CC15-487A-8A3D-462B1B7C8E72}" type="presOf" srcId="{B1E86AF0-F2E5-4417-BEC3-9A91F63EC762}" destId="{487EC313-93A0-4B4F-BE24-E4F04E96DD2E}" srcOrd="1" destOrd="0" presId="urn:microsoft.com/office/officeart/2005/8/layout/orgChart1"/>
    <dgm:cxn modelId="{35113507-E6D3-4A85-B1C3-C62AAA3B9444}" type="presOf" srcId="{6CC1EAF8-CCDD-4968-BBAE-D0AE6D28BDDA}" destId="{436E8F32-8124-4477-A8C5-526042BDDB03}" srcOrd="0" destOrd="0" presId="urn:microsoft.com/office/officeart/2005/8/layout/orgChart1"/>
    <dgm:cxn modelId="{B229282A-F3D3-41FE-B787-76685BB365F6}" srcId="{BBF4164F-A0EB-4BE1-ACBD-2AFEA5D3F747}" destId="{62FF5D40-5F79-4E1C-82FA-9864328B13B3}" srcOrd="0" destOrd="0" parTransId="{7718BAE4-3A3B-4DBF-BC64-8577D5050EA7}" sibTransId="{58400A9A-86AD-42AB-A411-1B42BBD3CC42}"/>
    <dgm:cxn modelId="{830FE31C-D529-4004-B12E-87E44899BA87}" type="presOf" srcId="{EFBA1C8E-2D79-4CCD-9197-32A591D9DFE1}" destId="{52EF5C6F-362B-4539-9899-B10A44915891}" srcOrd="0" destOrd="0" presId="urn:microsoft.com/office/officeart/2005/8/layout/orgChart1"/>
    <dgm:cxn modelId="{C00A4C1E-00E0-493E-9B43-6150FA8E5635}" srcId="{62FF5D40-5F79-4E1C-82FA-9864328B13B3}" destId="{6CC1EAF8-CCDD-4968-BBAE-D0AE6D28BDDA}" srcOrd="3" destOrd="0" parTransId="{757B22BC-5C64-446D-ACE1-4978C324AF55}" sibTransId="{1378B22B-3F96-4143-B09A-E9F55F43E32C}"/>
    <dgm:cxn modelId="{6F00C51B-E614-43E3-924A-0B7474C77B61}" type="presParOf" srcId="{DFFF8167-FCC0-4697-B5F8-40413319AEAE}" destId="{083F6724-7806-4867-9998-61D84D2D438F}" srcOrd="0" destOrd="0" presId="urn:microsoft.com/office/officeart/2005/8/layout/orgChart1"/>
    <dgm:cxn modelId="{D51CBFE5-C02C-447B-94CF-544FCF81F805}" type="presParOf" srcId="{083F6724-7806-4867-9998-61D84D2D438F}" destId="{3016BF93-6511-435B-9A54-6F22B0FC3FBE}" srcOrd="0" destOrd="0" presId="urn:microsoft.com/office/officeart/2005/8/layout/orgChart1"/>
    <dgm:cxn modelId="{840D7860-8D02-4E42-89CD-3C0A33A1B9C6}" type="presParOf" srcId="{3016BF93-6511-435B-9A54-6F22B0FC3FBE}" destId="{2484BBBA-46D0-4D00-81A5-EA813ED65161}" srcOrd="0" destOrd="0" presId="urn:microsoft.com/office/officeart/2005/8/layout/orgChart1"/>
    <dgm:cxn modelId="{3CF1269A-4C53-41A6-AAB2-4429C93042E2}" type="presParOf" srcId="{3016BF93-6511-435B-9A54-6F22B0FC3FBE}" destId="{BB12EA87-EC2A-4F38-9DC6-DFD7AB49720F}" srcOrd="1" destOrd="0" presId="urn:microsoft.com/office/officeart/2005/8/layout/orgChart1"/>
    <dgm:cxn modelId="{270D0F2E-24BA-455A-9A6C-3C8BB49A92C0}" type="presParOf" srcId="{083F6724-7806-4867-9998-61D84D2D438F}" destId="{CC35D3F5-BF01-49AA-A92F-1AD1EBC88220}" srcOrd="1" destOrd="0" presId="urn:microsoft.com/office/officeart/2005/8/layout/orgChart1"/>
    <dgm:cxn modelId="{E2526B47-C962-4C17-A15D-8568E335EFF9}" type="presParOf" srcId="{CC35D3F5-BF01-49AA-A92F-1AD1EBC88220}" destId="{9B049A44-2B0A-47C5-A960-A4C2434D7B26}" srcOrd="0" destOrd="0" presId="urn:microsoft.com/office/officeart/2005/8/layout/orgChart1"/>
    <dgm:cxn modelId="{C952805E-664F-4B09-BB45-369D89C14C04}" type="presParOf" srcId="{CC35D3F5-BF01-49AA-A92F-1AD1EBC88220}" destId="{C5FF59F1-DD60-4AF8-A25E-B46A1915099D}" srcOrd="1" destOrd="0" presId="urn:microsoft.com/office/officeart/2005/8/layout/orgChart1"/>
    <dgm:cxn modelId="{29F9A93D-2A78-4BC3-99D3-3E5907DC8182}" type="presParOf" srcId="{C5FF59F1-DD60-4AF8-A25E-B46A1915099D}" destId="{E389418B-A869-4DDE-8A7B-A5CE292D156C}" srcOrd="0" destOrd="0" presId="urn:microsoft.com/office/officeart/2005/8/layout/orgChart1"/>
    <dgm:cxn modelId="{A1F919E2-8F37-4CF7-8B5C-42CEB93D8DF9}" type="presParOf" srcId="{E389418B-A869-4DDE-8A7B-A5CE292D156C}" destId="{52EF5C6F-362B-4539-9899-B10A44915891}" srcOrd="0" destOrd="0" presId="urn:microsoft.com/office/officeart/2005/8/layout/orgChart1"/>
    <dgm:cxn modelId="{9505382E-AD49-43B0-B7E5-8F162567CC77}" type="presParOf" srcId="{E389418B-A869-4DDE-8A7B-A5CE292D156C}" destId="{DE16CE3C-80CA-46FC-8B82-66D730D6696C}" srcOrd="1" destOrd="0" presId="urn:microsoft.com/office/officeart/2005/8/layout/orgChart1"/>
    <dgm:cxn modelId="{5C5429E1-BADB-45C6-8250-353533605C9D}" type="presParOf" srcId="{C5FF59F1-DD60-4AF8-A25E-B46A1915099D}" destId="{9DDEF5FB-040C-46DB-B2C9-8F205995160E}" srcOrd="1" destOrd="0" presId="urn:microsoft.com/office/officeart/2005/8/layout/orgChart1"/>
    <dgm:cxn modelId="{97516E2E-4745-4AC9-9F7C-4FA965F803BD}" type="presParOf" srcId="{C5FF59F1-DD60-4AF8-A25E-B46A1915099D}" destId="{ECD1C279-AFEE-43FE-8BAB-CD3A3F0AF5A1}" srcOrd="2" destOrd="0" presId="urn:microsoft.com/office/officeart/2005/8/layout/orgChart1"/>
    <dgm:cxn modelId="{D71BB58C-F9F9-46B6-897F-858F529305DC}" type="presParOf" srcId="{CC35D3F5-BF01-49AA-A92F-1AD1EBC88220}" destId="{15E40B8F-2B48-4D17-AE9F-7A2A5DF5E210}" srcOrd="2" destOrd="0" presId="urn:microsoft.com/office/officeart/2005/8/layout/orgChart1"/>
    <dgm:cxn modelId="{2DFF495F-89FE-4B74-A7D1-F6332F6C4E72}" type="presParOf" srcId="{CC35D3F5-BF01-49AA-A92F-1AD1EBC88220}" destId="{3711ACA5-06A2-4453-ACAA-ADDA29178785}" srcOrd="3" destOrd="0" presId="urn:microsoft.com/office/officeart/2005/8/layout/orgChart1"/>
    <dgm:cxn modelId="{A68A9483-B4A8-49A6-838F-40157BCEFD78}" type="presParOf" srcId="{3711ACA5-06A2-4453-ACAA-ADDA29178785}" destId="{16CDA970-78C9-4FA0-9F7A-BB87882B0257}" srcOrd="0" destOrd="0" presId="urn:microsoft.com/office/officeart/2005/8/layout/orgChart1"/>
    <dgm:cxn modelId="{ED9F87AE-A875-4456-A7AB-B1C1D4BEDE6E}" type="presParOf" srcId="{16CDA970-78C9-4FA0-9F7A-BB87882B0257}" destId="{21108E12-F3B1-45AE-B5FD-7B17F4AEBF3F}" srcOrd="0" destOrd="0" presId="urn:microsoft.com/office/officeart/2005/8/layout/orgChart1"/>
    <dgm:cxn modelId="{E5191520-ADD9-4650-890A-D4B846B1922B}" type="presParOf" srcId="{16CDA970-78C9-4FA0-9F7A-BB87882B0257}" destId="{487EC313-93A0-4B4F-BE24-E4F04E96DD2E}" srcOrd="1" destOrd="0" presId="urn:microsoft.com/office/officeart/2005/8/layout/orgChart1"/>
    <dgm:cxn modelId="{741BF11E-BCC0-4395-8652-0CB36BF3A060}" type="presParOf" srcId="{3711ACA5-06A2-4453-ACAA-ADDA29178785}" destId="{317B2CEB-A2CA-40CA-B08F-17755A89EBC9}" srcOrd="1" destOrd="0" presId="urn:microsoft.com/office/officeart/2005/8/layout/orgChart1"/>
    <dgm:cxn modelId="{791D2352-2221-4DF3-8E1B-9CC9C087BABF}" type="presParOf" srcId="{3711ACA5-06A2-4453-ACAA-ADDA29178785}" destId="{FAB52F84-9ADD-4C12-A5A0-8EDFFD22C095}" srcOrd="2" destOrd="0" presId="urn:microsoft.com/office/officeart/2005/8/layout/orgChart1"/>
    <dgm:cxn modelId="{42C01164-54C9-42D6-9EA9-2E774E81C995}" type="presParOf" srcId="{CC35D3F5-BF01-49AA-A92F-1AD1EBC88220}" destId="{C3C00658-8563-4927-8047-50A389D757F0}" srcOrd="4" destOrd="0" presId="urn:microsoft.com/office/officeart/2005/8/layout/orgChart1"/>
    <dgm:cxn modelId="{2E6C93F1-25E2-45D6-9F6F-33C48817461D}" type="presParOf" srcId="{CC35D3F5-BF01-49AA-A92F-1AD1EBC88220}" destId="{1A323EC6-0251-489F-AC29-04895DF2C004}" srcOrd="5" destOrd="0" presId="urn:microsoft.com/office/officeart/2005/8/layout/orgChart1"/>
    <dgm:cxn modelId="{2AF5D800-A13C-4D8B-ACAD-DAED6FE0929F}" type="presParOf" srcId="{1A323EC6-0251-489F-AC29-04895DF2C004}" destId="{8E525F21-D625-4678-BA8B-F91FCE357EBE}" srcOrd="0" destOrd="0" presId="urn:microsoft.com/office/officeart/2005/8/layout/orgChart1"/>
    <dgm:cxn modelId="{62F0F8F9-B8DB-476F-AD2B-96DAAEA25FB9}" type="presParOf" srcId="{8E525F21-D625-4678-BA8B-F91FCE357EBE}" destId="{C6869DB9-3084-4894-8BB8-DF3CF5B0D614}" srcOrd="0" destOrd="0" presId="urn:microsoft.com/office/officeart/2005/8/layout/orgChart1"/>
    <dgm:cxn modelId="{5C7A19F7-82C3-4775-A2DB-8D83145B3AB3}" type="presParOf" srcId="{8E525F21-D625-4678-BA8B-F91FCE357EBE}" destId="{14E62C8B-EFF8-4284-92AB-0AC063B88EBE}" srcOrd="1" destOrd="0" presId="urn:microsoft.com/office/officeart/2005/8/layout/orgChart1"/>
    <dgm:cxn modelId="{2AC277FC-91A4-4FE5-9E94-9D7C53EE31FD}" type="presParOf" srcId="{1A323EC6-0251-489F-AC29-04895DF2C004}" destId="{D8C1463E-220D-4DFA-AE73-61A866F9D611}" srcOrd="1" destOrd="0" presId="urn:microsoft.com/office/officeart/2005/8/layout/orgChart1"/>
    <dgm:cxn modelId="{5A5F012B-D3E5-464C-9783-087DF7975497}" type="presParOf" srcId="{1A323EC6-0251-489F-AC29-04895DF2C004}" destId="{78BBB8A4-1CD5-462B-980F-6F5EBF55E850}" srcOrd="2" destOrd="0" presId="urn:microsoft.com/office/officeart/2005/8/layout/orgChart1"/>
    <dgm:cxn modelId="{500D206C-A8D4-4C1A-9A9F-437FA08FD276}" type="presParOf" srcId="{CC35D3F5-BF01-49AA-A92F-1AD1EBC88220}" destId="{8EABA894-0244-4823-92C0-E5451BB1D326}" srcOrd="6" destOrd="0" presId="urn:microsoft.com/office/officeart/2005/8/layout/orgChart1"/>
    <dgm:cxn modelId="{7AACBA15-65E8-4BC6-B247-A7C547E5FCF6}" type="presParOf" srcId="{CC35D3F5-BF01-49AA-A92F-1AD1EBC88220}" destId="{EF54F5E8-B804-44CD-964E-EAD5C5939341}" srcOrd="7" destOrd="0" presId="urn:microsoft.com/office/officeart/2005/8/layout/orgChart1"/>
    <dgm:cxn modelId="{623AC8D8-077C-4E92-A193-4B82131FBA53}" type="presParOf" srcId="{EF54F5E8-B804-44CD-964E-EAD5C5939341}" destId="{91258519-9D29-492D-B85A-5A2B0BE3DF0C}" srcOrd="0" destOrd="0" presId="urn:microsoft.com/office/officeart/2005/8/layout/orgChart1"/>
    <dgm:cxn modelId="{63AF5AF8-EF62-4EB0-9E31-6472C5B49CB6}" type="presParOf" srcId="{91258519-9D29-492D-B85A-5A2B0BE3DF0C}" destId="{436E8F32-8124-4477-A8C5-526042BDDB03}" srcOrd="0" destOrd="0" presId="urn:microsoft.com/office/officeart/2005/8/layout/orgChart1"/>
    <dgm:cxn modelId="{5DA82336-2497-4690-AB86-07DDF25B4BF2}" type="presParOf" srcId="{91258519-9D29-492D-B85A-5A2B0BE3DF0C}" destId="{FE9F825C-D62E-4FAC-B71A-C89D10D37A60}" srcOrd="1" destOrd="0" presId="urn:microsoft.com/office/officeart/2005/8/layout/orgChart1"/>
    <dgm:cxn modelId="{B318DEF6-6244-4899-A8D5-EDDF3ECFAD23}" type="presParOf" srcId="{EF54F5E8-B804-44CD-964E-EAD5C5939341}" destId="{DB83FCF7-D96A-4957-AB99-C76E94C0D556}" srcOrd="1" destOrd="0" presId="urn:microsoft.com/office/officeart/2005/8/layout/orgChart1"/>
    <dgm:cxn modelId="{E6C35A48-7980-4E30-85C8-23F5AB657D89}" type="presParOf" srcId="{EF54F5E8-B804-44CD-964E-EAD5C5939341}" destId="{8F9E2253-7008-4668-915A-B6DB881F8FF6}" srcOrd="2" destOrd="0" presId="urn:microsoft.com/office/officeart/2005/8/layout/orgChart1"/>
    <dgm:cxn modelId="{B1E6E62A-6B64-4444-AF64-6D9D39EF124D}" type="presParOf" srcId="{083F6724-7806-4867-9998-61D84D2D438F}" destId="{E9EF4CA7-53F3-4B65-B411-1A3C174C7200}" srcOrd="2" destOrd="0" presId="urn:microsoft.com/office/officeart/2005/8/layout/orgChart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BE95E6A-83D0-4104-AFFE-2401278F18A9}">
      <dsp:nvSpPr>
        <dsp:cNvPr id="0" name=""/>
        <dsp:cNvSpPr/>
      </dsp:nvSpPr>
      <dsp:spPr>
        <a:xfrm>
          <a:off x="7480276" y="2401564"/>
          <a:ext cx="91440" cy="406016"/>
        </a:xfrm>
        <a:custGeom>
          <a:avLst/>
          <a:gdLst/>
          <a:ahLst/>
          <a:cxnLst/>
          <a:rect l="0" t="0" r="0" b="0"/>
          <a:pathLst>
            <a:path>
              <a:moveTo>
                <a:pt x="45720" y="0"/>
              </a:moveTo>
              <a:lnTo>
                <a:pt x="45720" y="40601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681B38-E3BF-40C1-8311-E2E097311417}">
      <dsp:nvSpPr>
        <dsp:cNvPr id="0" name=""/>
        <dsp:cNvSpPr/>
      </dsp:nvSpPr>
      <dsp:spPr>
        <a:xfrm>
          <a:off x="4113441" y="1109059"/>
          <a:ext cx="3412554" cy="406016"/>
        </a:xfrm>
        <a:custGeom>
          <a:avLst/>
          <a:gdLst/>
          <a:ahLst/>
          <a:cxnLst/>
          <a:rect l="0" t="0" r="0" b="0"/>
          <a:pathLst>
            <a:path>
              <a:moveTo>
                <a:pt x="0" y="0"/>
              </a:moveTo>
              <a:lnTo>
                <a:pt x="0" y="276688"/>
              </a:lnTo>
              <a:lnTo>
                <a:pt x="3412554" y="276688"/>
              </a:lnTo>
              <a:lnTo>
                <a:pt x="3412554" y="4060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0BC704-9819-4F38-9B95-FEE183F2BCC7}">
      <dsp:nvSpPr>
        <dsp:cNvPr id="0" name=""/>
        <dsp:cNvSpPr/>
      </dsp:nvSpPr>
      <dsp:spPr>
        <a:xfrm>
          <a:off x="5773999" y="2401564"/>
          <a:ext cx="91440" cy="406016"/>
        </a:xfrm>
        <a:custGeom>
          <a:avLst/>
          <a:gdLst/>
          <a:ahLst/>
          <a:cxnLst/>
          <a:rect l="0" t="0" r="0" b="0"/>
          <a:pathLst>
            <a:path>
              <a:moveTo>
                <a:pt x="45720" y="0"/>
              </a:moveTo>
              <a:lnTo>
                <a:pt x="45720" y="40601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6B1F4F-E210-4AC7-B0A6-5382F6329934}">
      <dsp:nvSpPr>
        <dsp:cNvPr id="0" name=""/>
        <dsp:cNvSpPr/>
      </dsp:nvSpPr>
      <dsp:spPr>
        <a:xfrm>
          <a:off x="4113441" y="1109059"/>
          <a:ext cx="1706277" cy="406016"/>
        </a:xfrm>
        <a:custGeom>
          <a:avLst/>
          <a:gdLst/>
          <a:ahLst/>
          <a:cxnLst/>
          <a:rect l="0" t="0" r="0" b="0"/>
          <a:pathLst>
            <a:path>
              <a:moveTo>
                <a:pt x="0" y="0"/>
              </a:moveTo>
              <a:lnTo>
                <a:pt x="0" y="276688"/>
              </a:lnTo>
              <a:lnTo>
                <a:pt x="1706277" y="276688"/>
              </a:lnTo>
              <a:lnTo>
                <a:pt x="1706277" y="4060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89DCFD-BE0F-45EE-82ED-491CBF9B0850}">
      <dsp:nvSpPr>
        <dsp:cNvPr id="0" name=""/>
        <dsp:cNvSpPr/>
      </dsp:nvSpPr>
      <dsp:spPr>
        <a:xfrm>
          <a:off x="4067721" y="2401564"/>
          <a:ext cx="91440" cy="406016"/>
        </a:xfrm>
        <a:custGeom>
          <a:avLst/>
          <a:gdLst/>
          <a:ahLst/>
          <a:cxnLst/>
          <a:rect l="0" t="0" r="0" b="0"/>
          <a:pathLst>
            <a:path>
              <a:moveTo>
                <a:pt x="45720" y="0"/>
              </a:moveTo>
              <a:lnTo>
                <a:pt x="45720" y="40601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9320B9-C3BB-4E50-88AF-08B1C97D5DAE}">
      <dsp:nvSpPr>
        <dsp:cNvPr id="0" name=""/>
        <dsp:cNvSpPr/>
      </dsp:nvSpPr>
      <dsp:spPr>
        <a:xfrm>
          <a:off x="4067721" y="1109059"/>
          <a:ext cx="91440" cy="406016"/>
        </a:xfrm>
        <a:custGeom>
          <a:avLst/>
          <a:gdLst/>
          <a:ahLst/>
          <a:cxnLst/>
          <a:rect l="0" t="0" r="0" b="0"/>
          <a:pathLst>
            <a:path>
              <a:moveTo>
                <a:pt x="45720" y="0"/>
              </a:moveTo>
              <a:lnTo>
                <a:pt x="45720" y="4060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20A8D8-39A4-4252-A163-F266AF32BD2A}">
      <dsp:nvSpPr>
        <dsp:cNvPr id="0" name=""/>
        <dsp:cNvSpPr/>
      </dsp:nvSpPr>
      <dsp:spPr>
        <a:xfrm>
          <a:off x="2361444" y="2401564"/>
          <a:ext cx="91440" cy="406016"/>
        </a:xfrm>
        <a:custGeom>
          <a:avLst/>
          <a:gdLst/>
          <a:ahLst/>
          <a:cxnLst/>
          <a:rect l="0" t="0" r="0" b="0"/>
          <a:pathLst>
            <a:path>
              <a:moveTo>
                <a:pt x="45720" y="0"/>
              </a:moveTo>
              <a:lnTo>
                <a:pt x="45720" y="40601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28E6FA-7D1C-437A-AB0D-38FB9F709D6B}">
      <dsp:nvSpPr>
        <dsp:cNvPr id="0" name=""/>
        <dsp:cNvSpPr/>
      </dsp:nvSpPr>
      <dsp:spPr>
        <a:xfrm>
          <a:off x="2407164" y="1109059"/>
          <a:ext cx="1706277" cy="406016"/>
        </a:xfrm>
        <a:custGeom>
          <a:avLst/>
          <a:gdLst/>
          <a:ahLst/>
          <a:cxnLst/>
          <a:rect l="0" t="0" r="0" b="0"/>
          <a:pathLst>
            <a:path>
              <a:moveTo>
                <a:pt x="1706277" y="0"/>
              </a:moveTo>
              <a:lnTo>
                <a:pt x="1706277" y="276688"/>
              </a:lnTo>
              <a:lnTo>
                <a:pt x="0" y="276688"/>
              </a:lnTo>
              <a:lnTo>
                <a:pt x="0" y="4060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90162D-7C5A-4039-A545-4176385F0C9B}">
      <dsp:nvSpPr>
        <dsp:cNvPr id="0" name=""/>
        <dsp:cNvSpPr/>
      </dsp:nvSpPr>
      <dsp:spPr>
        <a:xfrm>
          <a:off x="655167" y="2401564"/>
          <a:ext cx="91440" cy="406016"/>
        </a:xfrm>
        <a:custGeom>
          <a:avLst/>
          <a:gdLst/>
          <a:ahLst/>
          <a:cxnLst/>
          <a:rect l="0" t="0" r="0" b="0"/>
          <a:pathLst>
            <a:path>
              <a:moveTo>
                <a:pt x="45720" y="0"/>
              </a:moveTo>
              <a:lnTo>
                <a:pt x="45720" y="40601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6BDF32-695A-4A82-AC9A-591E71153500}">
      <dsp:nvSpPr>
        <dsp:cNvPr id="0" name=""/>
        <dsp:cNvSpPr/>
      </dsp:nvSpPr>
      <dsp:spPr>
        <a:xfrm>
          <a:off x="700887" y="1109059"/>
          <a:ext cx="3412554" cy="406016"/>
        </a:xfrm>
        <a:custGeom>
          <a:avLst/>
          <a:gdLst/>
          <a:ahLst/>
          <a:cxnLst/>
          <a:rect l="0" t="0" r="0" b="0"/>
          <a:pathLst>
            <a:path>
              <a:moveTo>
                <a:pt x="3412554" y="0"/>
              </a:moveTo>
              <a:lnTo>
                <a:pt x="3412554" y="276688"/>
              </a:lnTo>
              <a:lnTo>
                <a:pt x="0" y="276688"/>
              </a:lnTo>
              <a:lnTo>
                <a:pt x="0" y="4060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3FA689-6EEE-4D14-8C18-BFACF30DCB48}">
      <dsp:nvSpPr>
        <dsp:cNvPr id="0" name=""/>
        <dsp:cNvSpPr/>
      </dsp:nvSpPr>
      <dsp:spPr>
        <a:xfrm>
          <a:off x="3415419" y="222570"/>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AD6451-D663-4370-92DB-9C5231CF1ED9}">
      <dsp:nvSpPr>
        <dsp:cNvPr id="0" name=""/>
        <dsp:cNvSpPr/>
      </dsp:nvSpPr>
      <dsp:spPr>
        <a:xfrm>
          <a:off x="3570535" y="369930"/>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Superintendent Dr. John Barge</a:t>
          </a:r>
          <a:endParaRPr lang="en-US" sz="1400" kern="1200" dirty="0"/>
        </a:p>
      </dsp:txBody>
      <dsp:txXfrm>
        <a:off x="3570535" y="369930"/>
        <a:ext cx="1396045" cy="886488"/>
      </dsp:txXfrm>
    </dsp:sp>
    <dsp:sp modelId="{55A61C18-A3EA-4053-9B5C-A6FF0BD5A1CC}">
      <dsp:nvSpPr>
        <dsp:cNvPr id="0" name=""/>
        <dsp:cNvSpPr/>
      </dsp:nvSpPr>
      <dsp:spPr>
        <a:xfrm>
          <a:off x="2864" y="1515075"/>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3C07EB-1401-445D-8351-39263B8C0229}">
      <dsp:nvSpPr>
        <dsp:cNvPr id="0" name=""/>
        <dsp:cNvSpPr/>
      </dsp:nvSpPr>
      <dsp:spPr>
        <a:xfrm>
          <a:off x="157981" y="1662435"/>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Avis King</a:t>
          </a:r>
        </a:p>
      </dsp:txBody>
      <dsp:txXfrm>
        <a:off x="157981" y="1662435"/>
        <a:ext cx="1396045" cy="886488"/>
      </dsp:txXfrm>
    </dsp:sp>
    <dsp:sp modelId="{DED1F89C-1B8D-4F5F-B912-F3E3D9B6F90F}">
      <dsp:nvSpPr>
        <dsp:cNvPr id="0" name=""/>
        <dsp:cNvSpPr/>
      </dsp:nvSpPr>
      <dsp:spPr>
        <a:xfrm>
          <a:off x="2864" y="2807580"/>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AD2BC6-03D5-4618-8A82-310E49C51C7B}">
      <dsp:nvSpPr>
        <dsp:cNvPr id="0" name=""/>
        <dsp:cNvSpPr/>
      </dsp:nvSpPr>
      <dsp:spPr>
        <a:xfrm>
          <a:off x="157981" y="2954940"/>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Great Teachers and Leaders</a:t>
          </a:r>
          <a:endParaRPr lang="en-US" sz="1400" kern="1200" dirty="0"/>
        </a:p>
      </dsp:txBody>
      <dsp:txXfrm>
        <a:off x="157981" y="2954940"/>
        <a:ext cx="1396045" cy="886488"/>
      </dsp:txXfrm>
    </dsp:sp>
    <dsp:sp modelId="{DAE568DB-C623-4008-A37E-DFC97E5BCF35}">
      <dsp:nvSpPr>
        <dsp:cNvPr id="0" name=""/>
        <dsp:cNvSpPr/>
      </dsp:nvSpPr>
      <dsp:spPr>
        <a:xfrm>
          <a:off x="1709142" y="1515075"/>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C3DCC8-65D2-4173-9670-5C7F4416ABD1}">
      <dsp:nvSpPr>
        <dsp:cNvPr id="0" name=""/>
        <dsp:cNvSpPr/>
      </dsp:nvSpPr>
      <dsp:spPr>
        <a:xfrm>
          <a:off x="1864258" y="1662435"/>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Sylvia Hooker</a:t>
          </a:r>
          <a:endParaRPr lang="en-US" sz="1400" kern="1200" dirty="0"/>
        </a:p>
      </dsp:txBody>
      <dsp:txXfrm>
        <a:off x="1864258" y="1662435"/>
        <a:ext cx="1396045" cy="886488"/>
      </dsp:txXfrm>
    </dsp:sp>
    <dsp:sp modelId="{AE3020A9-7A4A-47C1-91C9-2907B40B9FB3}">
      <dsp:nvSpPr>
        <dsp:cNvPr id="0" name=""/>
        <dsp:cNvSpPr/>
      </dsp:nvSpPr>
      <dsp:spPr>
        <a:xfrm>
          <a:off x="1709142" y="2807580"/>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479B01-745D-4514-B8FA-83D1D3DE9501}">
      <dsp:nvSpPr>
        <dsp:cNvPr id="0" name=""/>
        <dsp:cNvSpPr/>
      </dsp:nvSpPr>
      <dsp:spPr>
        <a:xfrm>
          <a:off x="1864258" y="2954940"/>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Lowest Achieving Schools</a:t>
          </a:r>
          <a:endParaRPr lang="en-US" sz="1400" kern="1200" dirty="0"/>
        </a:p>
      </dsp:txBody>
      <dsp:txXfrm>
        <a:off x="1864258" y="2954940"/>
        <a:ext cx="1396045" cy="886488"/>
      </dsp:txXfrm>
    </dsp:sp>
    <dsp:sp modelId="{463B174E-2680-4F7F-BF1A-8B6CA62DDC61}">
      <dsp:nvSpPr>
        <dsp:cNvPr id="0" name=""/>
        <dsp:cNvSpPr/>
      </dsp:nvSpPr>
      <dsp:spPr>
        <a:xfrm>
          <a:off x="3415419" y="1515075"/>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7464E5-69E8-465E-8BEA-0FD80F492DFD}">
      <dsp:nvSpPr>
        <dsp:cNvPr id="0" name=""/>
        <dsp:cNvSpPr/>
      </dsp:nvSpPr>
      <dsp:spPr>
        <a:xfrm>
          <a:off x="3570535" y="1662435"/>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Martha </a:t>
          </a:r>
          <a:r>
            <a:rPr lang="en-US" sz="1400" kern="1200" dirty="0" err="1" smtClean="0"/>
            <a:t>Reichrath</a:t>
          </a:r>
          <a:endParaRPr lang="en-US" sz="1400" kern="1200" dirty="0"/>
        </a:p>
      </dsp:txBody>
      <dsp:txXfrm>
        <a:off x="3570535" y="1662435"/>
        <a:ext cx="1396045" cy="886488"/>
      </dsp:txXfrm>
    </dsp:sp>
    <dsp:sp modelId="{651D87E8-8A2F-486A-99C7-194E8DE6EF0D}">
      <dsp:nvSpPr>
        <dsp:cNvPr id="0" name=""/>
        <dsp:cNvSpPr/>
      </dsp:nvSpPr>
      <dsp:spPr>
        <a:xfrm>
          <a:off x="3415419" y="2807580"/>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92C909-95C3-4276-BA60-8CBBDAE9F2E8}">
      <dsp:nvSpPr>
        <dsp:cNvPr id="0" name=""/>
        <dsp:cNvSpPr/>
      </dsp:nvSpPr>
      <dsp:spPr>
        <a:xfrm>
          <a:off x="3570535" y="2954940"/>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Standards and Assessments</a:t>
          </a:r>
          <a:endParaRPr lang="en-US" sz="1400" kern="1200" dirty="0"/>
        </a:p>
      </dsp:txBody>
      <dsp:txXfrm>
        <a:off x="3570535" y="2954940"/>
        <a:ext cx="1396045" cy="886488"/>
      </dsp:txXfrm>
    </dsp:sp>
    <dsp:sp modelId="{1E66954B-0AAF-4EBB-B20E-D5F835853DF1}">
      <dsp:nvSpPr>
        <dsp:cNvPr id="0" name=""/>
        <dsp:cNvSpPr/>
      </dsp:nvSpPr>
      <dsp:spPr>
        <a:xfrm>
          <a:off x="5121696" y="1515075"/>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D4E98B-7827-4C36-BA11-CF87D25E8D9F}">
      <dsp:nvSpPr>
        <dsp:cNvPr id="0" name=""/>
        <dsp:cNvSpPr/>
      </dsp:nvSpPr>
      <dsp:spPr>
        <a:xfrm>
          <a:off x="5276812" y="1662435"/>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Bob </a:t>
          </a:r>
          <a:r>
            <a:rPr lang="en-US" sz="1400" kern="1200" dirty="0" err="1" smtClean="0"/>
            <a:t>Swiggum</a:t>
          </a:r>
          <a:endParaRPr lang="en-US" sz="1400" kern="1200" dirty="0"/>
        </a:p>
      </dsp:txBody>
      <dsp:txXfrm>
        <a:off x="5276812" y="1662435"/>
        <a:ext cx="1396045" cy="886488"/>
      </dsp:txXfrm>
    </dsp:sp>
    <dsp:sp modelId="{1B3B9EDC-98C2-40BF-AF89-1ED48AF6062C}">
      <dsp:nvSpPr>
        <dsp:cNvPr id="0" name=""/>
        <dsp:cNvSpPr/>
      </dsp:nvSpPr>
      <dsp:spPr>
        <a:xfrm>
          <a:off x="5121696" y="2807580"/>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947607-5587-47EA-9D58-955A98D229C0}">
      <dsp:nvSpPr>
        <dsp:cNvPr id="0" name=""/>
        <dsp:cNvSpPr/>
      </dsp:nvSpPr>
      <dsp:spPr>
        <a:xfrm>
          <a:off x="5276812" y="2954940"/>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Data Projects</a:t>
          </a:r>
          <a:endParaRPr lang="en-US" sz="1400" kern="1200" dirty="0"/>
        </a:p>
      </dsp:txBody>
      <dsp:txXfrm>
        <a:off x="5276812" y="2954940"/>
        <a:ext cx="1396045" cy="886488"/>
      </dsp:txXfrm>
    </dsp:sp>
    <dsp:sp modelId="{F49FDC08-375C-4EA5-8EAE-3EA592EF2A50}">
      <dsp:nvSpPr>
        <dsp:cNvPr id="0" name=""/>
        <dsp:cNvSpPr/>
      </dsp:nvSpPr>
      <dsp:spPr>
        <a:xfrm>
          <a:off x="6827973" y="1515075"/>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5DB9DB-6BC8-4580-BC1E-B4DF9009F06B}">
      <dsp:nvSpPr>
        <dsp:cNvPr id="0" name=""/>
        <dsp:cNvSpPr/>
      </dsp:nvSpPr>
      <dsp:spPr>
        <a:xfrm>
          <a:off x="6983090" y="1662435"/>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Teresa </a:t>
          </a:r>
          <a:r>
            <a:rPr lang="en-US" sz="1400" kern="1200" dirty="0" err="1" smtClean="0"/>
            <a:t>MacCartney</a:t>
          </a:r>
          <a:endParaRPr lang="en-US" sz="1400" kern="1200" dirty="0"/>
        </a:p>
      </dsp:txBody>
      <dsp:txXfrm>
        <a:off x="6983090" y="1662435"/>
        <a:ext cx="1396045" cy="886488"/>
      </dsp:txXfrm>
    </dsp:sp>
    <dsp:sp modelId="{07DB9221-B41F-4EBB-B36E-4A9B80BC617E}">
      <dsp:nvSpPr>
        <dsp:cNvPr id="0" name=""/>
        <dsp:cNvSpPr/>
      </dsp:nvSpPr>
      <dsp:spPr>
        <a:xfrm>
          <a:off x="6827973" y="2807580"/>
          <a:ext cx="1396045" cy="8864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8598E-D5A7-4C15-B175-C24AD306945A}">
      <dsp:nvSpPr>
        <dsp:cNvPr id="0" name=""/>
        <dsp:cNvSpPr/>
      </dsp:nvSpPr>
      <dsp:spPr>
        <a:xfrm>
          <a:off x="6983090" y="2954940"/>
          <a:ext cx="1396045" cy="88648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Implementation</a:t>
          </a:r>
          <a:endParaRPr lang="en-US" sz="1400" kern="1200" dirty="0"/>
        </a:p>
      </dsp:txBody>
      <dsp:txXfrm>
        <a:off x="6983090" y="2954940"/>
        <a:ext cx="1396045" cy="886488"/>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356E591-ABFC-4FDC-B0E2-193F44005CAB}">
      <dsp:nvSpPr>
        <dsp:cNvPr id="0" name=""/>
        <dsp:cNvSpPr/>
      </dsp:nvSpPr>
      <dsp:spPr>
        <a:xfrm>
          <a:off x="216521" y="2209"/>
          <a:ext cx="1700556" cy="8220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State</a:t>
          </a:r>
          <a:endParaRPr lang="en-US" sz="1400" kern="1200" dirty="0"/>
        </a:p>
      </dsp:txBody>
      <dsp:txXfrm>
        <a:off x="216521" y="2209"/>
        <a:ext cx="1700556" cy="822098"/>
      </dsp:txXfrm>
    </dsp:sp>
    <dsp:sp modelId="{53A7FA9B-8BAF-4D83-B7FB-73686BC38C36}">
      <dsp:nvSpPr>
        <dsp:cNvPr id="0" name=""/>
        <dsp:cNvSpPr/>
      </dsp:nvSpPr>
      <dsp:spPr>
        <a:xfrm rot="5400000">
          <a:off x="912656" y="844861"/>
          <a:ext cx="308287" cy="3699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912656" y="844861"/>
        <a:ext cx="308287" cy="369944"/>
      </dsp:txXfrm>
    </dsp:sp>
    <dsp:sp modelId="{1ADDC34D-78A6-46AF-B6C2-63E2D8E6725D}">
      <dsp:nvSpPr>
        <dsp:cNvPr id="0" name=""/>
        <dsp:cNvSpPr/>
      </dsp:nvSpPr>
      <dsp:spPr>
        <a:xfrm>
          <a:off x="216521" y="1235358"/>
          <a:ext cx="1700556" cy="8220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District Effectiveness Measure</a:t>
          </a:r>
        </a:p>
        <a:p>
          <a:pPr lvl="0" algn="ctr" defTabSz="622300">
            <a:lnSpc>
              <a:spcPct val="90000"/>
            </a:lnSpc>
            <a:spcBef>
              <a:spcPct val="0"/>
            </a:spcBef>
            <a:spcAft>
              <a:spcPct val="35000"/>
            </a:spcAft>
          </a:pPr>
          <a:r>
            <a:rPr lang="en-US" sz="1400" kern="1200" dirty="0" smtClean="0"/>
            <a:t>(DEM)</a:t>
          </a:r>
          <a:endParaRPr lang="en-US" sz="1400" kern="1200" dirty="0"/>
        </a:p>
      </dsp:txBody>
      <dsp:txXfrm>
        <a:off x="216521" y="1235358"/>
        <a:ext cx="1700556" cy="822098"/>
      </dsp:txXfrm>
    </dsp:sp>
    <dsp:sp modelId="{F02EE1C6-CC1F-4725-968D-138DE9FF2287}">
      <dsp:nvSpPr>
        <dsp:cNvPr id="0" name=""/>
        <dsp:cNvSpPr/>
      </dsp:nvSpPr>
      <dsp:spPr>
        <a:xfrm rot="5400000">
          <a:off x="912656" y="2078009"/>
          <a:ext cx="308287" cy="3699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912656" y="2078009"/>
        <a:ext cx="308287" cy="369944"/>
      </dsp:txXfrm>
    </dsp:sp>
    <dsp:sp modelId="{C74C5CDC-2B72-40C5-A864-0230C11DAD1D}">
      <dsp:nvSpPr>
        <dsp:cNvPr id="0" name=""/>
        <dsp:cNvSpPr/>
      </dsp:nvSpPr>
      <dsp:spPr>
        <a:xfrm>
          <a:off x="216521" y="2468506"/>
          <a:ext cx="1700556" cy="8220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Leader Effectiveness Measure</a:t>
          </a:r>
        </a:p>
        <a:p>
          <a:pPr lvl="0" algn="ctr" defTabSz="622300">
            <a:lnSpc>
              <a:spcPct val="90000"/>
            </a:lnSpc>
            <a:spcBef>
              <a:spcPct val="0"/>
            </a:spcBef>
            <a:spcAft>
              <a:spcPct val="35000"/>
            </a:spcAft>
          </a:pPr>
          <a:r>
            <a:rPr lang="en-US" sz="1400" kern="1200" dirty="0" smtClean="0"/>
            <a:t>(LEM)</a:t>
          </a:r>
          <a:endParaRPr lang="en-US" sz="1400" kern="1200" dirty="0"/>
        </a:p>
      </dsp:txBody>
      <dsp:txXfrm>
        <a:off x="216521" y="2468506"/>
        <a:ext cx="1700556" cy="822098"/>
      </dsp:txXfrm>
    </dsp:sp>
    <dsp:sp modelId="{4F1D68A8-A082-48FC-9504-3CB9F12C97A8}">
      <dsp:nvSpPr>
        <dsp:cNvPr id="0" name=""/>
        <dsp:cNvSpPr/>
      </dsp:nvSpPr>
      <dsp:spPr>
        <a:xfrm rot="5400000">
          <a:off x="912656" y="3311157"/>
          <a:ext cx="308287" cy="3699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912656" y="3311157"/>
        <a:ext cx="308287" cy="369944"/>
      </dsp:txXfrm>
    </dsp:sp>
    <dsp:sp modelId="{538DCFE8-2AE0-4270-B2EB-EB9362F77D48}">
      <dsp:nvSpPr>
        <dsp:cNvPr id="0" name=""/>
        <dsp:cNvSpPr/>
      </dsp:nvSpPr>
      <dsp:spPr>
        <a:xfrm>
          <a:off x="216521" y="3701654"/>
          <a:ext cx="1700556" cy="8220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Teacher Effectiveness Measure</a:t>
          </a:r>
        </a:p>
        <a:p>
          <a:pPr lvl="0" algn="ctr" defTabSz="622300">
            <a:lnSpc>
              <a:spcPct val="90000"/>
            </a:lnSpc>
            <a:spcBef>
              <a:spcPct val="0"/>
            </a:spcBef>
            <a:spcAft>
              <a:spcPct val="35000"/>
            </a:spcAft>
          </a:pPr>
          <a:r>
            <a:rPr lang="en-US" sz="1400" kern="1200" dirty="0" smtClean="0"/>
            <a:t>(TEM)</a:t>
          </a:r>
          <a:endParaRPr lang="en-US" sz="1400" kern="1200" dirty="0"/>
        </a:p>
      </dsp:txBody>
      <dsp:txXfrm>
        <a:off x="216521" y="3701654"/>
        <a:ext cx="1700556" cy="822098"/>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356E591-ABFC-4FDC-B0E2-193F44005CAB}">
      <dsp:nvSpPr>
        <dsp:cNvPr id="0" name=""/>
        <dsp:cNvSpPr/>
      </dsp:nvSpPr>
      <dsp:spPr>
        <a:xfrm>
          <a:off x="60997" y="2344"/>
          <a:ext cx="2468804" cy="8719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State</a:t>
          </a:r>
          <a:endParaRPr lang="en-US" sz="1400" kern="1200" dirty="0"/>
        </a:p>
      </dsp:txBody>
      <dsp:txXfrm>
        <a:off x="60997" y="2344"/>
        <a:ext cx="2468804" cy="871983"/>
      </dsp:txXfrm>
    </dsp:sp>
    <dsp:sp modelId="{53A7FA9B-8BAF-4D83-B7FB-73686BC38C36}">
      <dsp:nvSpPr>
        <dsp:cNvPr id="0" name=""/>
        <dsp:cNvSpPr/>
      </dsp:nvSpPr>
      <dsp:spPr>
        <a:xfrm rot="5400000">
          <a:off x="1131903" y="896127"/>
          <a:ext cx="326993" cy="3923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1131903" y="896127"/>
        <a:ext cx="326993" cy="392392"/>
      </dsp:txXfrm>
    </dsp:sp>
    <dsp:sp modelId="{1ADDC34D-78A6-46AF-B6C2-63E2D8E6725D}">
      <dsp:nvSpPr>
        <dsp:cNvPr id="0" name=""/>
        <dsp:cNvSpPr/>
      </dsp:nvSpPr>
      <dsp:spPr>
        <a:xfrm>
          <a:off x="60997" y="1310320"/>
          <a:ext cx="2468804" cy="8719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Teacher and Leader Preparation Program Effective Measure</a:t>
          </a:r>
        </a:p>
        <a:p>
          <a:pPr lvl="0" algn="ctr" defTabSz="622300">
            <a:lnSpc>
              <a:spcPct val="90000"/>
            </a:lnSpc>
            <a:spcBef>
              <a:spcPct val="0"/>
            </a:spcBef>
            <a:spcAft>
              <a:spcPct val="35000"/>
            </a:spcAft>
          </a:pPr>
          <a:r>
            <a:rPr lang="en-US" sz="1400" kern="1200" dirty="0" smtClean="0"/>
            <a:t>(TPPEM and LPPEM)</a:t>
          </a:r>
          <a:endParaRPr lang="en-US" sz="1400" kern="1200" dirty="0"/>
        </a:p>
      </dsp:txBody>
      <dsp:txXfrm>
        <a:off x="60997" y="1310320"/>
        <a:ext cx="2468804" cy="871983"/>
      </dsp:txXfrm>
    </dsp:sp>
    <dsp:sp modelId="{F02EE1C6-CC1F-4725-968D-138DE9FF2287}">
      <dsp:nvSpPr>
        <dsp:cNvPr id="0" name=""/>
        <dsp:cNvSpPr/>
      </dsp:nvSpPr>
      <dsp:spPr>
        <a:xfrm rot="5400000">
          <a:off x="1131903" y="2204103"/>
          <a:ext cx="326993" cy="3923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1131903" y="2204103"/>
        <a:ext cx="326993" cy="392392"/>
      </dsp:txXfrm>
    </dsp:sp>
    <dsp:sp modelId="{C74C5CDC-2B72-40C5-A864-0230C11DAD1D}">
      <dsp:nvSpPr>
        <dsp:cNvPr id="0" name=""/>
        <dsp:cNvSpPr/>
      </dsp:nvSpPr>
      <dsp:spPr>
        <a:xfrm>
          <a:off x="60997" y="2618295"/>
          <a:ext cx="2468804" cy="8719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School Leaders</a:t>
          </a:r>
          <a:endParaRPr lang="en-US" sz="1400" kern="1200" dirty="0"/>
        </a:p>
      </dsp:txBody>
      <dsp:txXfrm>
        <a:off x="60997" y="2618295"/>
        <a:ext cx="2468804" cy="871983"/>
      </dsp:txXfrm>
    </dsp:sp>
    <dsp:sp modelId="{4F1D68A8-A082-48FC-9504-3CB9F12C97A8}">
      <dsp:nvSpPr>
        <dsp:cNvPr id="0" name=""/>
        <dsp:cNvSpPr/>
      </dsp:nvSpPr>
      <dsp:spPr>
        <a:xfrm rot="5400000">
          <a:off x="1131903" y="3512079"/>
          <a:ext cx="326993" cy="3923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1131903" y="3512079"/>
        <a:ext cx="326993" cy="392392"/>
      </dsp:txXfrm>
    </dsp:sp>
    <dsp:sp modelId="{538DCFE8-2AE0-4270-B2EB-EB9362F77D48}">
      <dsp:nvSpPr>
        <dsp:cNvPr id="0" name=""/>
        <dsp:cNvSpPr/>
      </dsp:nvSpPr>
      <dsp:spPr>
        <a:xfrm>
          <a:off x="60997" y="3926271"/>
          <a:ext cx="2468804" cy="8719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Teachers</a:t>
          </a:r>
          <a:endParaRPr lang="en-US" sz="1400" kern="1200" dirty="0"/>
        </a:p>
      </dsp:txBody>
      <dsp:txXfrm>
        <a:off x="60997" y="3926271"/>
        <a:ext cx="2468804" cy="871983"/>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EABA894-0244-4823-92C0-E5451BB1D326}">
      <dsp:nvSpPr>
        <dsp:cNvPr id="0" name=""/>
        <dsp:cNvSpPr/>
      </dsp:nvSpPr>
      <dsp:spPr>
        <a:xfrm>
          <a:off x="3048000" y="1597431"/>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C00658-8563-4927-8047-50A389D757F0}">
      <dsp:nvSpPr>
        <dsp:cNvPr id="0" name=""/>
        <dsp:cNvSpPr/>
      </dsp:nvSpPr>
      <dsp:spPr>
        <a:xfrm>
          <a:off x="3048000" y="1597431"/>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E40B8F-2B48-4D17-AE9F-7A2A5DF5E210}">
      <dsp:nvSpPr>
        <dsp:cNvPr id="0" name=""/>
        <dsp:cNvSpPr/>
      </dsp:nvSpPr>
      <dsp:spPr>
        <a:xfrm>
          <a:off x="2252262" y="1597431"/>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049A44-2B0A-47C5-A960-A4C2434D7B26}">
      <dsp:nvSpPr>
        <dsp:cNvPr id="0" name=""/>
        <dsp:cNvSpPr/>
      </dsp:nvSpPr>
      <dsp:spPr>
        <a:xfrm>
          <a:off x="660787" y="1597431"/>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84BBBA-46D0-4D00-81A5-EA813ED65161}">
      <dsp:nvSpPr>
        <dsp:cNvPr id="0" name=""/>
        <dsp:cNvSpPr/>
      </dsp:nvSpPr>
      <dsp:spPr>
        <a:xfrm>
          <a:off x="2057398" y="939797"/>
          <a:ext cx="1981202"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Teacher Effectiveness Measure</a:t>
          </a:r>
        </a:p>
        <a:p>
          <a:pPr lvl="0" algn="ctr" defTabSz="533400">
            <a:lnSpc>
              <a:spcPct val="90000"/>
            </a:lnSpc>
            <a:spcBef>
              <a:spcPct val="0"/>
            </a:spcBef>
            <a:spcAft>
              <a:spcPct val="35000"/>
            </a:spcAft>
          </a:pPr>
          <a:r>
            <a:rPr lang="en-US" sz="1200" kern="1200" dirty="0" smtClean="0"/>
            <a:t>(TEM)</a:t>
          </a:r>
          <a:endParaRPr lang="en-US" sz="1200" kern="1200" dirty="0"/>
        </a:p>
      </dsp:txBody>
      <dsp:txXfrm>
        <a:off x="2057398" y="939797"/>
        <a:ext cx="1981202" cy="657634"/>
      </dsp:txXfrm>
    </dsp:sp>
    <dsp:sp modelId="{52EF5C6F-362B-4539-9899-B10A44915891}">
      <dsp:nvSpPr>
        <dsp:cNvPr id="0" name=""/>
        <dsp:cNvSpPr/>
      </dsp:nvSpPr>
      <dsp:spPr>
        <a:xfrm>
          <a:off x="3153"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Qualitative (Rubrics-based) Evaluation</a:t>
          </a:r>
        </a:p>
        <a:p>
          <a:pPr lvl="0" algn="ctr" defTabSz="533400">
            <a:lnSpc>
              <a:spcPct val="90000"/>
            </a:lnSpc>
            <a:spcBef>
              <a:spcPct val="0"/>
            </a:spcBef>
            <a:spcAft>
              <a:spcPct val="35000"/>
            </a:spcAft>
          </a:pPr>
          <a:r>
            <a:rPr lang="en-US" sz="1200" kern="1200" dirty="0" smtClean="0"/>
            <a:t>30% Core</a:t>
          </a:r>
        </a:p>
        <a:p>
          <a:pPr lvl="0" algn="ctr" defTabSz="533400">
            <a:lnSpc>
              <a:spcPct val="90000"/>
            </a:lnSpc>
            <a:spcBef>
              <a:spcPct val="0"/>
            </a:spcBef>
            <a:spcAft>
              <a:spcPct val="35000"/>
            </a:spcAft>
          </a:pPr>
          <a:r>
            <a:rPr lang="en-US" sz="1200" kern="1200" dirty="0" smtClean="0"/>
            <a:t>60% Non-Core</a:t>
          </a:r>
          <a:endParaRPr lang="en-US" sz="1200" kern="1200" dirty="0"/>
        </a:p>
      </dsp:txBody>
      <dsp:txXfrm>
        <a:off x="3153" y="1873638"/>
        <a:ext cx="1315268" cy="1250557"/>
      </dsp:txXfrm>
    </dsp:sp>
    <dsp:sp modelId="{21108E12-F3B1-45AE-B5FD-7B17F4AEBF3F}">
      <dsp:nvSpPr>
        <dsp:cNvPr id="0" name=""/>
        <dsp:cNvSpPr/>
      </dsp:nvSpPr>
      <dsp:spPr>
        <a:xfrm>
          <a:off x="1594628"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Class-level Value –Added/Growth Score</a:t>
          </a:r>
        </a:p>
        <a:p>
          <a:pPr lvl="0" algn="ctr" defTabSz="533400">
            <a:lnSpc>
              <a:spcPct val="90000"/>
            </a:lnSpc>
            <a:spcBef>
              <a:spcPct val="0"/>
            </a:spcBef>
            <a:spcAft>
              <a:spcPct val="35000"/>
            </a:spcAft>
          </a:pPr>
          <a:r>
            <a:rPr lang="en-US" sz="1200" kern="1200" dirty="0" smtClean="0"/>
            <a:t>50% Core</a:t>
          </a:r>
        </a:p>
        <a:p>
          <a:pPr lvl="0" algn="ctr" defTabSz="533400">
            <a:lnSpc>
              <a:spcPct val="90000"/>
            </a:lnSpc>
            <a:spcBef>
              <a:spcPct val="0"/>
            </a:spcBef>
            <a:spcAft>
              <a:spcPct val="35000"/>
            </a:spcAft>
          </a:pPr>
          <a:r>
            <a:rPr lang="en-US" sz="1200" kern="1200" dirty="0" smtClean="0"/>
            <a:t>0% Non-Core</a:t>
          </a:r>
          <a:endParaRPr lang="en-US" sz="1200" kern="1200" dirty="0"/>
        </a:p>
      </dsp:txBody>
      <dsp:txXfrm>
        <a:off x="1594628" y="1873638"/>
        <a:ext cx="1315268" cy="1250557"/>
      </dsp:txXfrm>
    </dsp:sp>
    <dsp:sp modelId="{C6869DB9-3084-4894-8BB8-DF3CF5B0D614}">
      <dsp:nvSpPr>
        <dsp:cNvPr id="0" name=""/>
        <dsp:cNvSpPr/>
      </dsp:nvSpPr>
      <dsp:spPr>
        <a:xfrm>
          <a:off x="3186103" y="1873638"/>
          <a:ext cx="1315268" cy="12505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Student Achievement Gap Reduction</a:t>
          </a:r>
        </a:p>
        <a:p>
          <a:pPr lvl="0" algn="ctr" defTabSz="533400">
            <a:lnSpc>
              <a:spcPct val="90000"/>
            </a:lnSpc>
            <a:spcBef>
              <a:spcPct val="0"/>
            </a:spcBef>
            <a:spcAft>
              <a:spcPct val="35000"/>
            </a:spcAft>
          </a:pPr>
          <a:r>
            <a:rPr lang="en-US" sz="1200" kern="1200" dirty="0" smtClean="0"/>
            <a:t>10% Core</a:t>
          </a:r>
        </a:p>
        <a:p>
          <a:pPr lvl="0" algn="ctr" defTabSz="533400">
            <a:lnSpc>
              <a:spcPct val="90000"/>
            </a:lnSpc>
            <a:spcBef>
              <a:spcPct val="0"/>
            </a:spcBef>
            <a:spcAft>
              <a:spcPct val="35000"/>
            </a:spcAft>
          </a:pPr>
          <a:r>
            <a:rPr lang="en-US" sz="1200" kern="1200" dirty="0" smtClean="0"/>
            <a:t>0% Non-Core</a:t>
          </a:r>
          <a:endParaRPr lang="en-US" sz="1200" kern="1200" dirty="0"/>
        </a:p>
      </dsp:txBody>
      <dsp:txXfrm>
        <a:off x="3186103" y="1873638"/>
        <a:ext cx="1315268" cy="1250563"/>
      </dsp:txXfrm>
    </dsp:sp>
    <dsp:sp modelId="{436E8F32-8124-4477-A8C5-526042BDDB03}">
      <dsp:nvSpPr>
        <dsp:cNvPr id="0" name=""/>
        <dsp:cNvSpPr/>
      </dsp:nvSpPr>
      <dsp:spPr>
        <a:xfrm>
          <a:off x="4777578" y="1873638"/>
          <a:ext cx="1315268" cy="123389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Other Quantitative Measures</a:t>
          </a:r>
        </a:p>
        <a:p>
          <a:pPr lvl="0" algn="ctr" defTabSz="533400">
            <a:lnSpc>
              <a:spcPct val="90000"/>
            </a:lnSpc>
            <a:spcBef>
              <a:spcPct val="0"/>
            </a:spcBef>
            <a:spcAft>
              <a:spcPct val="35000"/>
            </a:spcAft>
          </a:pPr>
          <a:r>
            <a:rPr lang="en-US" sz="1200" kern="1200" dirty="0" smtClean="0"/>
            <a:t>10% Core</a:t>
          </a:r>
        </a:p>
        <a:p>
          <a:pPr lvl="0" algn="ctr" defTabSz="533400">
            <a:lnSpc>
              <a:spcPct val="90000"/>
            </a:lnSpc>
            <a:spcBef>
              <a:spcPct val="0"/>
            </a:spcBef>
            <a:spcAft>
              <a:spcPct val="35000"/>
            </a:spcAft>
          </a:pPr>
          <a:r>
            <a:rPr lang="en-US" sz="1200" kern="1200" dirty="0" smtClean="0"/>
            <a:t>40% Non-Core</a:t>
          </a:r>
          <a:endParaRPr lang="en-US" sz="1200" kern="1200" dirty="0"/>
        </a:p>
      </dsp:txBody>
      <dsp:txXfrm>
        <a:off x="4777578" y="1873638"/>
        <a:ext cx="1315268" cy="1233892"/>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EABA894-0244-4823-92C0-E5451BB1D326}">
      <dsp:nvSpPr>
        <dsp:cNvPr id="0" name=""/>
        <dsp:cNvSpPr/>
      </dsp:nvSpPr>
      <dsp:spPr>
        <a:xfrm>
          <a:off x="3048000" y="1597431"/>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C00658-8563-4927-8047-50A389D757F0}">
      <dsp:nvSpPr>
        <dsp:cNvPr id="0" name=""/>
        <dsp:cNvSpPr/>
      </dsp:nvSpPr>
      <dsp:spPr>
        <a:xfrm>
          <a:off x="3048000" y="1597431"/>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E40B8F-2B48-4D17-AE9F-7A2A5DF5E210}">
      <dsp:nvSpPr>
        <dsp:cNvPr id="0" name=""/>
        <dsp:cNvSpPr/>
      </dsp:nvSpPr>
      <dsp:spPr>
        <a:xfrm>
          <a:off x="2252262" y="1597431"/>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049A44-2B0A-47C5-A960-A4C2434D7B26}">
      <dsp:nvSpPr>
        <dsp:cNvPr id="0" name=""/>
        <dsp:cNvSpPr/>
      </dsp:nvSpPr>
      <dsp:spPr>
        <a:xfrm>
          <a:off x="660787" y="1597431"/>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84BBBA-46D0-4D00-81A5-EA813ED65161}">
      <dsp:nvSpPr>
        <dsp:cNvPr id="0" name=""/>
        <dsp:cNvSpPr/>
      </dsp:nvSpPr>
      <dsp:spPr>
        <a:xfrm>
          <a:off x="2057398" y="939797"/>
          <a:ext cx="1981202"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Leader Effectiveness Measure</a:t>
          </a:r>
        </a:p>
        <a:p>
          <a:pPr lvl="0" algn="ctr" defTabSz="533400">
            <a:lnSpc>
              <a:spcPct val="90000"/>
            </a:lnSpc>
            <a:spcBef>
              <a:spcPct val="0"/>
            </a:spcBef>
            <a:spcAft>
              <a:spcPct val="35000"/>
            </a:spcAft>
          </a:pPr>
          <a:r>
            <a:rPr lang="en-US" sz="1200" kern="1200" dirty="0" smtClean="0"/>
            <a:t>(LEM)</a:t>
          </a:r>
          <a:endParaRPr lang="en-US" sz="1200" kern="1200" dirty="0"/>
        </a:p>
      </dsp:txBody>
      <dsp:txXfrm>
        <a:off x="2057398" y="939797"/>
        <a:ext cx="1981202" cy="657634"/>
      </dsp:txXfrm>
    </dsp:sp>
    <dsp:sp modelId="{52EF5C6F-362B-4539-9899-B10A44915891}">
      <dsp:nvSpPr>
        <dsp:cNvPr id="0" name=""/>
        <dsp:cNvSpPr/>
      </dsp:nvSpPr>
      <dsp:spPr>
        <a:xfrm>
          <a:off x="3153"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Qualitative (Rubrics-based) Evaluation</a:t>
          </a:r>
        </a:p>
        <a:p>
          <a:pPr lvl="0" algn="ctr" defTabSz="533400">
            <a:lnSpc>
              <a:spcPct val="90000"/>
            </a:lnSpc>
            <a:spcBef>
              <a:spcPct val="0"/>
            </a:spcBef>
            <a:spcAft>
              <a:spcPct val="35000"/>
            </a:spcAft>
          </a:pPr>
          <a:r>
            <a:rPr lang="en-US" sz="1200" kern="1200" dirty="0" smtClean="0"/>
            <a:t>20%</a:t>
          </a:r>
          <a:endParaRPr lang="en-US" sz="1200" kern="1200" dirty="0"/>
        </a:p>
      </dsp:txBody>
      <dsp:txXfrm>
        <a:off x="3153" y="1873638"/>
        <a:ext cx="1315268" cy="1250557"/>
      </dsp:txXfrm>
    </dsp:sp>
    <dsp:sp modelId="{21108E12-F3B1-45AE-B5FD-7B17F4AEBF3F}">
      <dsp:nvSpPr>
        <dsp:cNvPr id="0" name=""/>
        <dsp:cNvSpPr/>
      </dsp:nvSpPr>
      <dsp:spPr>
        <a:xfrm>
          <a:off x="1594628"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School-wide Value –Added/Growth Score</a:t>
          </a:r>
        </a:p>
        <a:p>
          <a:pPr lvl="0" algn="ctr" defTabSz="533400">
            <a:lnSpc>
              <a:spcPct val="90000"/>
            </a:lnSpc>
            <a:spcBef>
              <a:spcPct val="0"/>
            </a:spcBef>
            <a:spcAft>
              <a:spcPct val="35000"/>
            </a:spcAft>
          </a:pPr>
          <a:r>
            <a:rPr lang="en-US" sz="1200" kern="1200" dirty="0" smtClean="0"/>
            <a:t>50%</a:t>
          </a:r>
          <a:endParaRPr lang="en-US" sz="1200" kern="1200" dirty="0"/>
        </a:p>
      </dsp:txBody>
      <dsp:txXfrm>
        <a:off x="1594628" y="1873638"/>
        <a:ext cx="1315268" cy="1250557"/>
      </dsp:txXfrm>
    </dsp:sp>
    <dsp:sp modelId="{C6869DB9-3084-4894-8BB8-DF3CF5B0D614}">
      <dsp:nvSpPr>
        <dsp:cNvPr id="0" name=""/>
        <dsp:cNvSpPr/>
      </dsp:nvSpPr>
      <dsp:spPr>
        <a:xfrm>
          <a:off x="3186103" y="1873638"/>
          <a:ext cx="1315268" cy="12505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School-wide Student Achievement Gap Reduction</a:t>
          </a:r>
        </a:p>
        <a:p>
          <a:pPr lvl="0" algn="ctr" defTabSz="533400">
            <a:lnSpc>
              <a:spcPct val="90000"/>
            </a:lnSpc>
            <a:spcBef>
              <a:spcPct val="0"/>
            </a:spcBef>
            <a:spcAft>
              <a:spcPct val="35000"/>
            </a:spcAft>
          </a:pPr>
          <a:r>
            <a:rPr lang="en-US" sz="1200" kern="1200" dirty="0" smtClean="0"/>
            <a:t>20%</a:t>
          </a:r>
          <a:endParaRPr lang="en-US" sz="1200" kern="1200" dirty="0"/>
        </a:p>
      </dsp:txBody>
      <dsp:txXfrm>
        <a:off x="3186103" y="1873638"/>
        <a:ext cx="1315268" cy="1250563"/>
      </dsp:txXfrm>
    </dsp:sp>
    <dsp:sp modelId="{436E8F32-8124-4477-A8C5-526042BDDB03}">
      <dsp:nvSpPr>
        <dsp:cNvPr id="0" name=""/>
        <dsp:cNvSpPr/>
      </dsp:nvSpPr>
      <dsp:spPr>
        <a:xfrm>
          <a:off x="4777578" y="1873638"/>
          <a:ext cx="1315268" cy="123389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Governance and Leadership</a:t>
          </a:r>
        </a:p>
        <a:p>
          <a:pPr lvl="0" algn="ctr" defTabSz="533400">
            <a:lnSpc>
              <a:spcPct val="90000"/>
            </a:lnSpc>
            <a:spcBef>
              <a:spcPct val="0"/>
            </a:spcBef>
            <a:spcAft>
              <a:spcPct val="35000"/>
            </a:spcAft>
          </a:pPr>
          <a:r>
            <a:rPr lang="en-US" sz="1200" kern="1200" dirty="0" smtClean="0"/>
            <a:t>10% </a:t>
          </a:r>
          <a:endParaRPr lang="en-US" sz="1200" kern="1200" dirty="0"/>
        </a:p>
      </dsp:txBody>
      <dsp:txXfrm>
        <a:off x="4777578" y="1873638"/>
        <a:ext cx="1315268" cy="1233892"/>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EABA894-0244-4823-92C0-E5451BB1D326}">
      <dsp:nvSpPr>
        <dsp:cNvPr id="0" name=""/>
        <dsp:cNvSpPr/>
      </dsp:nvSpPr>
      <dsp:spPr>
        <a:xfrm>
          <a:off x="3048000" y="1597431"/>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C00658-8563-4927-8047-50A389D757F0}">
      <dsp:nvSpPr>
        <dsp:cNvPr id="0" name=""/>
        <dsp:cNvSpPr/>
      </dsp:nvSpPr>
      <dsp:spPr>
        <a:xfrm>
          <a:off x="3048000" y="1597431"/>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E40B8F-2B48-4D17-AE9F-7A2A5DF5E210}">
      <dsp:nvSpPr>
        <dsp:cNvPr id="0" name=""/>
        <dsp:cNvSpPr/>
      </dsp:nvSpPr>
      <dsp:spPr>
        <a:xfrm>
          <a:off x="2252262" y="1597431"/>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049A44-2B0A-47C5-A960-A4C2434D7B26}">
      <dsp:nvSpPr>
        <dsp:cNvPr id="0" name=""/>
        <dsp:cNvSpPr/>
      </dsp:nvSpPr>
      <dsp:spPr>
        <a:xfrm>
          <a:off x="660787" y="1597431"/>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84BBBA-46D0-4D00-81A5-EA813ED65161}">
      <dsp:nvSpPr>
        <dsp:cNvPr id="0" name=""/>
        <dsp:cNvSpPr/>
      </dsp:nvSpPr>
      <dsp:spPr>
        <a:xfrm>
          <a:off x="2057398" y="939797"/>
          <a:ext cx="1981202"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District Effectiveness Measure</a:t>
          </a:r>
        </a:p>
        <a:p>
          <a:pPr lvl="0" algn="ctr" defTabSz="533400">
            <a:lnSpc>
              <a:spcPct val="90000"/>
            </a:lnSpc>
            <a:spcBef>
              <a:spcPct val="0"/>
            </a:spcBef>
            <a:spcAft>
              <a:spcPct val="35000"/>
            </a:spcAft>
          </a:pPr>
          <a:r>
            <a:rPr lang="en-US" sz="1200" kern="1200" dirty="0" smtClean="0"/>
            <a:t>(DEM)</a:t>
          </a:r>
          <a:endParaRPr lang="en-US" sz="1200" kern="1200" dirty="0"/>
        </a:p>
      </dsp:txBody>
      <dsp:txXfrm>
        <a:off x="2057398" y="939797"/>
        <a:ext cx="1981202" cy="657634"/>
      </dsp:txXfrm>
    </dsp:sp>
    <dsp:sp modelId="{52EF5C6F-362B-4539-9899-B10A44915891}">
      <dsp:nvSpPr>
        <dsp:cNvPr id="0" name=""/>
        <dsp:cNvSpPr/>
      </dsp:nvSpPr>
      <dsp:spPr>
        <a:xfrm>
          <a:off x="3153"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District-wide Value-Added/Growth Score</a:t>
          </a:r>
        </a:p>
        <a:p>
          <a:pPr lvl="0" algn="ctr" defTabSz="533400">
            <a:lnSpc>
              <a:spcPct val="90000"/>
            </a:lnSpc>
            <a:spcBef>
              <a:spcPct val="0"/>
            </a:spcBef>
            <a:spcAft>
              <a:spcPct val="35000"/>
            </a:spcAft>
          </a:pPr>
          <a:r>
            <a:rPr lang="en-US" sz="1200" kern="1200" dirty="0" smtClean="0"/>
            <a:t>40%</a:t>
          </a:r>
          <a:endParaRPr lang="en-US" sz="1200" kern="1200" dirty="0"/>
        </a:p>
      </dsp:txBody>
      <dsp:txXfrm>
        <a:off x="3153" y="1873638"/>
        <a:ext cx="1315268" cy="1250557"/>
      </dsp:txXfrm>
    </dsp:sp>
    <dsp:sp modelId="{21108E12-F3B1-45AE-B5FD-7B17F4AEBF3F}">
      <dsp:nvSpPr>
        <dsp:cNvPr id="0" name=""/>
        <dsp:cNvSpPr/>
      </dsp:nvSpPr>
      <dsp:spPr>
        <a:xfrm>
          <a:off x="1594628"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District-wide Student Achievement Gap Reduction </a:t>
          </a:r>
        </a:p>
        <a:p>
          <a:pPr lvl="0" algn="ctr" defTabSz="533400">
            <a:lnSpc>
              <a:spcPct val="90000"/>
            </a:lnSpc>
            <a:spcBef>
              <a:spcPct val="0"/>
            </a:spcBef>
            <a:spcAft>
              <a:spcPct val="35000"/>
            </a:spcAft>
          </a:pPr>
          <a:r>
            <a:rPr lang="en-US" sz="1200" kern="1200" dirty="0" smtClean="0"/>
            <a:t>20%</a:t>
          </a:r>
          <a:endParaRPr lang="en-US" sz="1200" kern="1200" dirty="0"/>
        </a:p>
      </dsp:txBody>
      <dsp:txXfrm>
        <a:off x="1594628" y="1873638"/>
        <a:ext cx="1315268" cy="1250557"/>
      </dsp:txXfrm>
    </dsp:sp>
    <dsp:sp modelId="{C6869DB9-3084-4894-8BB8-DF3CF5B0D614}">
      <dsp:nvSpPr>
        <dsp:cNvPr id="0" name=""/>
        <dsp:cNvSpPr/>
      </dsp:nvSpPr>
      <dsp:spPr>
        <a:xfrm>
          <a:off x="3186103" y="1873638"/>
          <a:ext cx="1315268" cy="12505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College and Career Readiness Assessment</a:t>
          </a:r>
        </a:p>
        <a:p>
          <a:pPr lvl="0" algn="ctr" defTabSz="533400">
            <a:lnSpc>
              <a:spcPct val="90000"/>
            </a:lnSpc>
            <a:spcBef>
              <a:spcPct val="0"/>
            </a:spcBef>
            <a:spcAft>
              <a:spcPct val="35000"/>
            </a:spcAft>
          </a:pPr>
          <a:r>
            <a:rPr lang="en-US" sz="1200" kern="1200" dirty="0" smtClean="0"/>
            <a:t>20%</a:t>
          </a:r>
          <a:endParaRPr lang="en-US" sz="1200" kern="1200" dirty="0"/>
        </a:p>
      </dsp:txBody>
      <dsp:txXfrm>
        <a:off x="3186103" y="1873638"/>
        <a:ext cx="1315268" cy="1250563"/>
      </dsp:txXfrm>
    </dsp:sp>
    <dsp:sp modelId="{436E8F32-8124-4477-A8C5-526042BDDB03}">
      <dsp:nvSpPr>
        <dsp:cNvPr id="0" name=""/>
        <dsp:cNvSpPr/>
      </dsp:nvSpPr>
      <dsp:spPr>
        <a:xfrm>
          <a:off x="4777578" y="1873638"/>
          <a:ext cx="1315268" cy="123389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Governance and Leadership</a:t>
          </a:r>
        </a:p>
        <a:p>
          <a:pPr lvl="0" algn="ctr" defTabSz="533400">
            <a:lnSpc>
              <a:spcPct val="90000"/>
            </a:lnSpc>
            <a:spcBef>
              <a:spcPct val="0"/>
            </a:spcBef>
            <a:spcAft>
              <a:spcPct val="35000"/>
            </a:spcAft>
          </a:pPr>
          <a:r>
            <a:rPr lang="en-US" sz="1200" kern="1200" dirty="0" smtClean="0"/>
            <a:t>20% </a:t>
          </a:r>
          <a:endParaRPr lang="en-US" sz="1200" kern="1200" dirty="0"/>
        </a:p>
      </dsp:txBody>
      <dsp:txXfrm>
        <a:off x="4777578" y="1873638"/>
        <a:ext cx="1315268" cy="1233892"/>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EABA894-0244-4823-92C0-E5451BB1D326}">
      <dsp:nvSpPr>
        <dsp:cNvPr id="0" name=""/>
        <dsp:cNvSpPr/>
      </dsp:nvSpPr>
      <dsp:spPr>
        <a:xfrm>
          <a:off x="3048000" y="1597431"/>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C00658-8563-4927-8047-50A389D757F0}">
      <dsp:nvSpPr>
        <dsp:cNvPr id="0" name=""/>
        <dsp:cNvSpPr/>
      </dsp:nvSpPr>
      <dsp:spPr>
        <a:xfrm>
          <a:off x="3048000" y="1597431"/>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E40B8F-2B48-4D17-AE9F-7A2A5DF5E210}">
      <dsp:nvSpPr>
        <dsp:cNvPr id="0" name=""/>
        <dsp:cNvSpPr/>
      </dsp:nvSpPr>
      <dsp:spPr>
        <a:xfrm>
          <a:off x="2252262" y="1597431"/>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049A44-2B0A-47C5-A960-A4C2434D7B26}">
      <dsp:nvSpPr>
        <dsp:cNvPr id="0" name=""/>
        <dsp:cNvSpPr/>
      </dsp:nvSpPr>
      <dsp:spPr>
        <a:xfrm>
          <a:off x="660787" y="1597431"/>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84BBBA-46D0-4D00-81A5-EA813ED65161}">
      <dsp:nvSpPr>
        <dsp:cNvPr id="0" name=""/>
        <dsp:cNvSpPr/>
      </dsp:nvSpPr>
      <dsp:spPr>
        <a:xfrm>
          <a:off x="2057398" y="939797"/>
          <a:ext cx="1981202"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Teacher Preparation Program Effectiveness Measure</a:t>
          </a:r>
        </a:p>
        <a:p>
          <a:pPr lvl="0" algn="ctr" defTabSz="533400">
            <a:lnSpc>
              <a:spcPct val="90000"/>
            </a:lnSpc>
            <a:spcBef>
              <a:spcPct val="0"/>
            </a:spcBef>
            <a:spcAft>
              <a:spcPct val="35000"/>
            </a:spcAft>
          </a:pPr>
          <a:r>
            <a:rPr lang="en-US" sz="1200" kern="1200" dirty="0" smtClean="0"/>
            <a:t>(TPPEM)</a:t>
          </a:r>
          <a:endParaRPr lang="en-US" sz="1200" kern="1200" dirty="0"/>
        </a:p>
      </dsp:txBody>
      <dsp:txXfrm>
        <a:off x="2057398" y="939797"/>
        <a:ext cx="1981202" cy="657634"/>
      </dsp:txXfrm>
    </dsp:sp>
    <dsp:sp modelId="{52EF5C6F-362B-4539-9899-B10A44915891}">
      <dsp:nvSpPr>
        <dsp:cNvPr id="0" name=""/>
        <dsp:cNvSpPr/>
      </dsp:nvSpPr>
      <dsp:spPr>
        <a:xfrm>
          <a:off x="3153"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Student Achievement</a:t>
          </a:r>
        </a:p>
        <a:p>
          <a:pPr lvl="0" algn="ctr" defTabSz="533400">
            <a:lnSpc>
              <a:spcPct val="90000"/>
            </a:lnSpc>
            <a:spcBef>
              <a:spcPct val="0"/>
            </a:spcBef>
            <a:spcAft>
              <a:spcPct val="35000"/>
            </a:spcAft>
          </a:pPr>
          <a:r>
            <a:rPr lang="en-US" sz="1200" kern="1200" dirty="0" smtClean="0"/>
            <a:t>50%</a:t>
          </a:r>
          <a:endParaRPr lang="en-US" sz="1200" kern="1200" dirty="0"/>
        </a:p>
      </dsp:txBody>
      <dsp:txXfrm>
        <a:off x="3153" y="1873638"/>
        <a:ext cx="1315268" cy="1250557"/>
      </dsp:txXfrm>
    </dsp:sp>
    <dsp:sp modelId="{21108E12-F3B1-45AE-B5FD-7B17F4AEBF3F}">
      <dsp:nvSpPr>
        <dsp:cNvPr id="0" name=""/>
        <dsp:cNvSpPr/>
      </dsp:nvSpPr>
      <dsp:spPr>
        <a:xfrm>
          <a:off x="1594628"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Success Rates of Induction Certificate  Teachers </a:t>
          </a:r>
        </a:p>
        <a:p>
          <a:pPr lvl="0" algn="ctr" defTabSz="533400">
            <a:lnSpc>
              <a:spcPct val="90000"/>
            </a:lnSpc>
            <a:spcBef>
              <a:spcPct val="0"/>
            </a:spcBef>
            <a:spcAft>
              <a:spcPct val="35000"/>
            </a:spcAft>
          </a:pPr>
          <a:r>
            <a:rPr lang="en-US" sz="1200" kern="1200" dirty="0" smtClean="0"/>
            <a:t>20%</a:t>
          </a:r>
          <a:endParaRPr lang="en-US" sz="1200" kern="1200" dirty="0"/>
        </a:p>
      </dsp:txBody>
      <dsp:txXfrm>
        <a:off x="1594628" y="1873638"/>
        <a:ext cx="1315268" cy="1250557"/>
      </dsp:txXfrm>
    </dsp:sp>
    <dsp:sp modelId="{C6869DB9-3084-4894-8BB8-DF3CF5B0D614}">
      <dsp:nvSpPr>
        <dsp:cNvPr id="0" name=""/>
        <dsp:cNvSpPr/>
      </dsp:nvSpPr>
      <dsp:spPr>
        <a:xfrm>
          <a:off x="3186103" y="1873638"/>
          <a:ext cx="1315268" cy="12505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Content Knowledge</a:t>
          </a:r>
        </a:p>
        <a:p>
          <a:pPr lvl="0" algn="ctr" defTabSz="533400">
            <a:lnSpc>
              <a:spcPct val="90000"/>
            </a:lnSpc>
            <a:spcBef>
              <a:spcPct val="0"/>
            </a:spcBef>
            <a:spcAft>
              <a:spcPct val="35000"/>
            </a:spcAft>
          </a:pPr>
          <a:r>
            <a:rPr lang="en-US" sz="1200" kern="1200" dirty="0" smtClean="0"/>
            <a:t>20%</a:t>
          </a:r>
          <a:endParaRPr lang="en-US" sz="1200" kern="1200" dirty="0"/>
        </a:p>
      </dsp:txBody>
      <dsp:txXfrm>
        <a:off x="3186103" y="1873638"/>
        <a:ext cx="1315268" cy="1250563"/>
      </dsp:txXfrm>
    </dsp:sp>
    <dsp:sp modelId="{436E8F32-8124-4477-A8C5-526042BDDB03}">
      <dsp:nvSpPr>
        <dsp:cNvPr id="0" name=""/>
        <dsp:cNvSpPr/>
      </dsp:nvSpPr>
      <dsp:spPr>
        <a:xfrm>
          <a:off x="4777578" y="1873638"/>
          <a:ext cx="1315268" cy="123389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Persistence of Teachers</a:t>
          </a:r>
        </a:p>
        <a:p>
          <a:pPr lvl="0" algn="ctr" defTabSz="533400">
            <a:lnSpc>
              <a:spcPct val="90000"/>
            </a:lnSpc>
            <a:spcBef>
              <a:spcPct val="0"/>
            </a:spcBef>
            <a:spcAft>
              <a:spcPct val="35000"/>
            </a:spcAft>
          </a:pPr>
          <a:r>
            <a:rPr lang="en-US" sz="1200" kern="1200" dirty="0" smtClean="0"/>
            <a:t>10%</a:t>
          </a:r>
          <a:endParaRPr lang="en-US" sz="1200" kern="1200" dirty="0"/>
        </a:p>
      </dsp:txBody>
      <dsp:txXfrm>
        <a:off x="4777578" y="1873638"/>
        <a:ext cx="1315268" cy="1233892"/>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EABA894-0244-4823-92C0-E5451BB1D326}">
      <dsp:nvSpPr>
        <dsp:cNvPr id="0" name=""/>
        <dsp:cNvSpPr/>
      </dsp:nvSpPr>
      <dsp:spPr>
        <a:xfrm>
          <a:off x="3048000" y="1597431"/>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C00658-8563-4927-8047-50A389D757F0}">
      <dsp:nvSpPr>
        <dsp:cNvPr id="0" name=""/>
        <dsp:cNvSpPr/>
      </dsp:nvSpPr>
      <dsp:spPr>
        <a:xfrm>
          <a:off x="3048000" y="1597431"/>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E40B8F-2B48-4D17-AE9F-7A2A5DF5E210}">
      <dsp:nvSpPr>
        <dsp:cNvPr id="0" name=""/>
        <dsp:cNvSpPr/>
      </dsp:nvSpPr>
      <dsp:spPr>
        <a:xfrm>
          <a:off x="2252262" y="1597431"/>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049A44-2B0A-47C5-A960-A4C2434D7B26}">
      <dsp:nvSpPr>
        <dsp:cNvPr id="0" name=""/>
        <dsp:cNvSpPr/>
      </dsp:nvSpPr>
      <dsp:spPr>
        <a:xfrm>
          <a:off x="660787" y="1597431"/>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84BBBA-46D0-4D00-81A5-EA813ED65161}">
      <dsp:nvSpPr>
        <dsp:cNvPr id="0" name=""/>
        <dsp:cNvSpPr/>
      </dsp:nvSpPr>
      <dsp:spPr>
        <a:xfrm>
          <a:off x="2057398" y="939797"/>
          <a:ext cx="1981202"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Leader Preparation Program Effectiveness Measure</a:t>
          </a:r>
        </a:p>
        <a:p>
          <a:pPr lvl="0" algn="ctr" defTabSz="533400">
            <a:lnSpc>
              <a:spcPct val="90000"/>
            </a:lnSpc>
            <a:spcBef>
              <a:spcPct val="0"/>
            </a:spcBef>
            <a:spcAft>
              <a:spcPct val="35000"/>
            </a:spcAft>
          </a:pPr>
          <a:r>
            <a:rPr lang="en-US" sz="1200" kern="1200" dirty="0" smtClean="0"/>
            <a:t>(LPPEM)</a:t>
          </a:r>
          <a:endParaRPr lang="en-US" sz="1200" kern="1200" dirty="0"/>
        </a:p>
      </dsp:txBody>
      <dsp:txXfrm>
        <a:off x="2057398" y="939797"/>
        <a:ext cx="1981202" cy="657634"/>
      </dsp:txXfrm>
    </dsp:sp>
    <dsp:sp modelId="{52EF5C6F-362B-4539-9899-B10A44915891}">
      <dsp:nvSpPr>
        <dsp:cNvPr id="0" name=""/>
        <dsp:cNvSpPr/>
      </dsp:nvSpPr>
      <dsp:spPr>
        <a:xfrm>
          <a:off x="3153"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Student Achievement</a:t>
          </a:r>
        </a:p>
        <a:p>
          <a:pPr lvl="0" algn="ctr" defTabSz="533400">
            <a:lnSpc>
              <a:spcPct val="90000"/>
            </a:lnSpc>
            <a:spcBef>
              <a:spcPct val="0"/>
            </a:spcBef>
            <a:spcAft>
              <a:spcPct val="35000"/>
            </a:spcAft>
          </a:pPr>
          <a:r>
            <a:rPr lang="en-US" sz="1200" kern="1200" dirty="0" smtClean="0"/>
            <a:t>50%</a:t>
          </a:r>
          <a:endParaRPr lang="en-US" sz="1200" kern="1200" dirty="0"/>
        </a:p>
      </dsp:txBody>
      <dsp:txXfrm>
        <a:off x="3153" y="1873638"/>
        <a:ext cx="1315268" cy="1250557"/>
      </dsp:txXfrm>
    </dsp:sp>
    <dsp:sp modelId="{21108E12-F3B1-45AE-B5FD-7B17F4AEBF3F}">
      <dsp:nvSpPr>
        <dsp:cNvPr id="0" name=""/>
        <dsp:cNvSpPr/>
      </dsp:nvSpPr>
      <dsp:spPr>
        <a:xfrm>
          <a:off x="1594628" y="1873638"/>
          <a:ext cx="1315268" cy="125055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Talent Development</a:t>
          </a:r>
        </a:p>
        <a:p>
          <a:pPr lvl="0" algn="ctr" defTabSz="533400">
            <a:lnSpc>
              <a:spcPct val="90000"/>
            </a:lnSpc>
            <a:spcBef>
              <a:spcPct val="0"/>
            </a:spcBef>
            <a:spcAft>
              <a:spcPct val="35000"/>
            </a:spcAft>
          </a:pPr>
          <a:r>
            <a:rPr lang="en-US" sz="1200" kern="1200" dirty="0" smtClean="0"/>
            <a:t>30%</a:t>
          </a:r>
          <a:endParaRPr lang="en-US" sz="1200" kern="1200" dirty="0"/>
        </a:p>
      </dsp:txBody>
      <dsp:txXfrm>
        <a:off x="1594628" y="1873638"/>
        <a:ext cx="1315268" cy="1250557"/>
      </dsp:txXfrm>
    </dsp:sp>
    <dsp:sp modelId="{C6869DB9-3084-4894-8BB8-DF3CF5B0D614}">
      <dsp:nvSpPr>
        <dsp:cNvPr id="0" name=""/>
        <dsp:cNvSpPr/>
      </dsp:nvSpPr>
      <dsp:spPr>
        <a:xfrm>
          <a:off x="3186103" y="1873638"/>
          <a:ext cx="1315268" cy="12505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Content Knowledge</a:t>
          </a:r>
        </a:p>
        <a:p>
          <a:pPr lvl="0" algn="ctr" defTabSz="533400">
            <a:lnSpc>
              <a:spcPct val="90000"/>
            </a:lnSpc>
            <a:spcBef>
              <a:spcPct val="0"/>
            </a:spcBef>
            <a:spcAft>
              <a:spcPct val="35000"/>
            </a:spcAft>
          </a:pPr>
          <a:r>
            <a:rPr lang="en-US" sz="1200" kern="1200" dirty="0" smtClean="0"/>
            <a:t>10%</a:t>
          </a:r>
          <a:endParaRPr lang="en-US" sz="1200" kern="1200" dirty="0"/>
        </a:p>
      </dsp:txBody>
      <dsp:txXfrm>
        <a:off x="3186103" y="1873638"/>
        <a:ext cx="1315268" cy="1250563"/>
      </dsp:txXfrm>
    </dsp:sp>
    <dsp:sp modelId="{436E8F32-8124-4477-A8C5-526042BDDB03}">
      <dsp:nvSpPr>
        <dsp:cNvPr id="0" name=""/>
        <dsp:cNvSpPr/>
      </dsp:nvSpPr>
      <dsp:spPr>
        <a:xfrm>
          <a:off x="4777578" y="1873638"/>
          <a:ext cx="1315268" cy="123389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Persistence of Principals</a:t>
          </a:r>
        </a:p>
        <a:p>
          <a:pPr lvl="0" algn="ctr" defTabSz="533400">
            <a:lnSpc>
              <a:spcPct val="90000"/>
            </a:lnSpc>
            <a:spcBef>
              <a:spcPct val="0"/>
            </a:spcBef>
            <a:spcAft>
              <a:spcPct val="35000"/>
            </a:spcAft>
          </a:pPr>
          <a:r>
            <a:rPr lang="en-US" sz="1200" kern="1200" dirty="0" smtClean="0"/>
            <a:t>10%</a:t>
          </a:r>
          <a:endParaRPr lang="en-US" sz="1200" kern="1200" dirty="0"/>
        </a:p>
      </dsp:txBody>
      <dsp:txXfrm>
        <a:off x="4777578" y="1873638"/>
        <a:ext cx="1315268" cy="123389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0EBFB96-3943-4CE6-91FA-B495C36D5A93}" type="datetimeFigureOut">
              <a:rPr lang="en-US" smtClean="0"/>
              <a:pPr/>
              <a:t>4/27/2011</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1660B37-A27E-4740-BF70-7E404FA4D8C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spcBef>
                <a:spcPts val="1800"/>
              </a:spcBef>
              <a:defRPr/>
            </a:pPr>
            <a:r>
              <a:rPr lang="en-US" sz="1800" dirty="0" smtClean="0"/>
              <a:t>The Common Core State Standards Initiative (CCSS) is a state-led process to develop common standards in English-Language Arts and Mathematics for grades K-12 which are internationally benchmarked and aligned to college and work expectations.  </a:t>
            </a:r>
          </a:p>
          <a:p>
            <a:pPr>
              <a:spcBef>
                <a:spcPts val="1800"/>
              </a:spcBef>
              <a:defRPr/>
            </a:pPr>
            <a:endParaRPr lang="en-US" sz="1800" dirty="0" smtClean="0"/>
          </a:p>
          <a:p>
            <a:pPr>
              <a:spcBef>
                <a:spcPts val="1800"/>
              </a:spcBef>
              <a:defRPr/>
            </a:pPr>
            <a:r>
              <a:rPr lang="en-US" sz="1800" dirty="0" smtClean="0"/>
              <a:t>The state will provide face-to-face training to teachers on the CCGPS through regional meetings and will develop new formative and benchmark assessments to provide teachers with critical feedback</a:t>
            </a:r>
          </a:p>
          <a:p>
            <a:pPr>
              <a:defRPr/>
            </a:pPr>
            <a:endParaRPr lang="en-US" sz="1800" dirty="0" smtClean="0"/>
          </a:p>
          <a:p>
            <a:pPr>
              <a:spcBef>
                <a:spcPts val="1800"/>
              </a:spcBef>
              <a:defRPr/>
            </a:pPr>
            <a:r>
              <a:rPr lang="en-US" sz="1800" dirty="0" smtClean="0"/>
              <a:t>Seamless access to robust and comprehensive data on student and teacher performance represents a foundational element of GA’s reform agenda.  </a:t>
            </a:r>
          </a:p>
          <a:p>
            <a:pPr>
              <a:spcBef>
                <a:spcPts val="1800"/>
              </a:spcBef>
              <a:defRPr/>
            </a:pPr>
            <a:r>
              <a:rPr lang="en-US" sz="1800" dirty="0" smtClean="0"/>
              <a:t>Longitudinal data across the P-20 pipeline is critical to ensure that the state has appropriate information available to support core policy decisions and ongoing operational improvement.</a:t>
            </a:r>
          </a:p>
          <a:p>
            <a:pPr>
              <a:defRPr/>
            </a:pPr>
            <a:endParaRPr lang="en-US" sz="1800" dirty="0" smtClean="0"/>
          </a:p>
          <a:p>
            <a:pPr>
              <a:defRPr/>
            </a:pPr>
            <a:r>
              <a:rPr lang="en-US" sz="1800" dirty="0" smtClean="0"/>
              <a:t>Georgia will employ one of the four intervention models below</a:t>
            </a:r>
            <a:r>
              <a:rPr lang="en-US" sz="1800" baseline="0" dirty="0" smtClean="0"/>
              <a:t> </a:t>
            </a:r>
            <a:r>
              <a:rPr lang="en-US" sz="1800" dirty="0" smtClean="0"/>
              <a:t>turning around the state’s lowest achieving schools:</a:t>
            </a:r>
          </a:p>
          <a:p>
            <a:pPr lvl="1">
              <a:defRPr/>
            </a:pPr>
            <a:r>
              <a:rPr lang="en-US" sz="1800" dirty="0" smtClean="0">
                <a:latin typeface="Helvetica"/>
              </a:rPr>
              <a:t>Turnaround (replace principal and remove 50% of staff)</a:t>
            </a:r>
          </a:p>
          <a:p>
            <a:pPr lvl="1">
              <a:defRPr/>
            </a:pPr>
            <a:r>
              <a:rPr lang="en-US" sz="1800" dirty="0" smtClean="0">
                <a:latin typeface="Helvetica"/>
              </a:rPr>
              <a:t>Charter/EMO Conversion</a:t>
            </a:r>
          </a:p>
          <a:p>
            <a:pPr lvl="1">
              <a:defRPr/>
            </a:pPr>
            <a:r>
              <a:rPr lang="en-US" sz="1800" dirty="0" smtClean="0">
                <a:latin typeface="Helvetica"/>
              </a:rPr>
              <a:t>School closure</a:t>
            </a:r>
          </a:p>
          <a:p>
            <a:pPr lvl="1">
              <a:defRPr/>
            </a:pPr>
            <a:r>
              <a:rPr lang="en-US" sz="1800" dirty="0" smtClean="0">
                <a:latin typeface="Helvetica"/>
              </a:rPr>
              <a:t>Transformation (combination of aforementioned strategies)</a:t>
            </a:r>
          </a:p>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sz="1200" dirty="0" smtClean="0"/>
              <a:t>Georgia is a member of the PARRC Consortia to develop a common assessment aligned to the Common Core State Standards (CCSS).  </a:t>
            </a:r>
          </a:p>
          <a:p>
            <a:pPr>
              <a:defRPr/>
            </a:pPr>
            <a:endParaRPr lang="en-US" sz="1200" dirty="0" smtClean="0"/>
          </a:p>
          <a:p>
            <a:pPr>
              <a:defRPr/>
            </a:pPr>
            <a:r>
              <a:rPr lang="en-US" sz="1200" dirty="0" smtClean="0"/>
              <a:t>These new assessments will be available to all states in the 2014-2015 school year and will allow the state to measure the “college and career readiness” of Georgia students compared to their peers across the nation and globe.  </a:t>
            </a:r>
          </a:p>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sz="1200" dirty="0" smtClean="0"/>
              <a:t>Georgia is a member of the PARRC Consortia to develop a common assessment aligned to the Common Core State Standards (CCSS).  </a:t>
            </a:r>
          </a:p>
          <a:p>
            <a:pPr>
              <a:defRPr/>
            </a:pPr>
            <a:endParaRPr lang="en-US" sz="1200" dirty="0" smtClean="0"/>
          </a:p>
          <a:p>
            <a:pPr>
              <a:defRPr/>
            </a:pPr>
            <a:r>
              <a:rPr lang="en-US" sz="1200" dirty="0" smtClean="0"/>
              <a:t>These new assessments will be available to all states in the 2014-2015 school year and will allow the state to measure the “college and career readiness” of Georgia students compared to their peers across the nation and globe.  </a:t>
            </a:r>
          </a:p>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Also provide every high school student with one free PSAT opportunity.</a:t>
            </a:r>
          </a:p>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Accountability at each step of the system-wide effectiveness measurement system must be accompanied by appropriate levels</a:t>
            </a:r>
            <a:r>
              <a:rPr lang="en-US" baseline="0" dirty="0" smtClean="0"/>
              <a:t> of support.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6DB07F42-8819-4603-BD9E-7EE2C4B973FE}" type="slidenum">
              <a:rPr lang="en-US" smtClean="0"/>
              <a:pPr/>
              <a:t>15</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Accountability at each step of the system-wide effectiveness measurement system must be accompanied by appropriate levels</a:t>
            </a:r>
            <a:r>
              <a:rPr lang="en-US" baseline="0" dirty="0" smtClean="0"/>
              <a:t> of support.</a:t>
            </a:r>
          </a:p>
          <a:p>
            <a:endParaRPr lang="en-US" baseline="0" dirty="0" smtClean="0"/>
          </a:p>
          <a:p>
            <a:pPr defTabSz="931774" eaLnBrk="1" fontAlgn="auto" hangingPunct="1">
              <a:spcBef>
                <a:spcPts val="0"/>
              </a:spcBef>
              <a:spcAft>
                <a:spcPts val="0"/>
              </a:spcAft>
              <a:defRPr/>
            </a:pPr>
            <a:r>
              <a:rPr lang="en-US" dirty="0" smtClean="0"/>
              <a:t>The state will use TEMs and LEMs to guide broader policy decisions, tying results back to Teacher and Leadership Preparation Programs to ensure the effectiveness of the state’s educator preparation programs.</a:t>
            </a:r>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6DB07F42-8819-4603-BD9E-7EE2C4B973FE}" type="slidenum">
              <a:rPr lang="en-US" smtClean="0"/>
              <a:pPr/>
              <a:t>16</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r>
              <a:rPr lang="en-US" sz="1200" kern="1200" baseline="0" dirty="0" smtClean="0">
                <a:solidFill>
                  <a:schemeClr val="tx1"/>
                </a:solidFill>
                <a:latin typeface="+mn-lt"/>
                <a:ea typeface="+mn-ea"/>
                <a:cs typeface="+mn-cs"/>
              </a:rPr>
              <a:t>-Started field study in 08-09 school year. (55 systems, 176 schools)</a:t>
            </a:r>
          </a:p>
          <a:p>
            <a:pPr rtl="0"/>
            <a:r>
              <a:rPr lang="en-US" sz="1200" kern="1200" baseline="0" dirty="0" smtClean="0">
                <a:solidFill>
                  <a:schemeClr val="tx1"/>
                </a:solidFill>
                <a:latin typeface="+mn-lt"/>
                <a:ea typeface="+mn-ea"/>
                <a:cs typeface="+mn-cs"/>
              </a:rPr>
              <a:t>-09-10 expanded to 71 systems and 597 schools</a:t>
            </a:r>
          </a:p>
          <a:p>
            <a:pPr rtl="0"/>
            <a:r>
              <a:rPr lang="en-US" sz="1200" kern="1200" baseline="0" dirty="0" smtClean="0">
                <a:solidFill>
                  <a:schemeClr val="tx1"/>
                </a:solidFill>
                <a:latin typeface="+mn-lt"/>
                <a:ea typeface="+mn-ea"/>
                <a:cs typeface="+mn-cs"/>
              </a:rPr>
              <a:t>-10-11 up to 85 systems and 756 schools (129 implemented and 627 preparation to implement)</a:t>
            </a:r>
          </a:p>
          <a:p>
            <a:pPr rtl="0"/>
            <a:endParaRPr lang="en-US" sz="1200" kern="1200" baseline="0" dirty="0" smtClean="0">
              <a:solidFill>
                <a:schemeClr val="tx1"/>
              </a:solidFill>
              <a:latin typeface="+mn-lt"/>
              <a:ea typeface="+mn-ea"/>
              <a:cs typeface="+mn-cs"/>
            </a:endParaRPr>
          </a:p>
          <a:p>
            <a:pPr rtl="0"/>
            <a:r>
              <a:rPr lang="en-US" sz="1200" kern="1200" baseline="0" dirty="0" smtClean="0">
                <a:solidFill>
                  <a:schemeClr val="tx1"/>
                </a:solidFill>
                <a:latin typeface="+mn-lt"/>
                <a:ea typeface="+mn-ea"/>
                <a:cs typeface="+mn-cs"/>
              </a:rPr>
              <a:t>5 RT3 systems have implemented – 10 in preparation to implement</a:t>
            </a:r>
          </a:p>
          <a:p>
            <a:pPr rtl="0"/>
            <a:endParaRPr lang="en-US" sz="1200" kern="1200" baseline="0" dirty="0" smtClean="0">
              <a:solidFill>
                <a:schemeClr val="tx1"/>
              </a:solidFill>
              <a:latin typeface="+mn-lt"/>
              <a:ea typeface="+mn-ea"/>
              <a:cs typeface="+mn-cs"/>
            </a:endParaRPr>
          </a:p>
          <a:p>
            <a:pPr rtl="0"/>
            <a:r>
              <a:rPr lang="en-US" sz="1200" kern="1200" baseline="0" dirty="0" smtClean="0">
                <a:solidFill>
                  <a:schemeClr val="tx1"/>
                </a:solidFill>
                <a:latin typeface="+mn-lt"/>
                <a:ea typeface="+mn-ea"/>
                <a:cs typeface="+mn-cs"/>
              </a:rPr>
              <a:t>20-2-210 "All personnel employed by local units of administration, including school superintendents, shall have their performance evaluated annually by appropriately trained evaluators.  All such performance evaluation records shall be part of the personnel evaluation file and shall be confidential.".</a:t>
            </a:r>
          </a:p>
          <a:p>
            <a:pPr rtl="0"/>
            <a:r>
              <a:rPr lang="en-US" sz="1200" kern="1200" baseline="0" dirty="0" smtClean="0">
                <a:solidFill>
                  <a:schemeClr val="tx1"/>
                </a:solidFill>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6DB07F42-8819-4603-BD9E-7EE2C4B973FE}" type="slidenum">
              <a:rPr lang="en-US" smtClean="0"/>
              <a:pPr/>
              <a:t>17</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meeting is to focus on the value-added component.  </a:t>
            </a:r>
          </a:p>
          <a:p>
            <a:endParaRPr lang="en-US" dirty="0" smtClean="0"/>
          </a:p>
          <a:p>
            <a:r>
              <a:rPr lang="en-US" dirty="0" smtClean="0"/>
              <a:t>Georgia will contract with a value‐added provider to develop a statewide value‐added model (VAM) to calculate value‐added scores at the teacher level. VAMs are a collection of complex statistical techniques that use multiple years of students’ test score data to estimate the effects of individual schools or teachers on student learning. These scores will be calculated based on standardized tests currently available in Georgia, such as Criterion Referenced Competency Tests (CRCTs) in Reading, English‐Language Arts, Mathematics, Social Studies and Science for grades 1‐8 and End of Course Tests (EOCTs) in high school courses.</a:t>
            </a:r>
          </a:p>
          <a:p>
            <a:endParaRPr lang="en-US" dirty="0" smtClean="0"/>
          </a:p>
          <a:p>
            <a:r>
              <a:rPr lang="en-US" dirty="0" smtClean="0"/>
              <a:t>Only teachers in tested subjects (about 30% of teachers) will have value‐added scores. Georgia does not plan to create new summative tests in non‐core subjects.</a:t>
            </a:r>
          </a:p>
          <a:p>
            <a:r>
              <a:rPr lang="en-US" dirty="0" smtClean="0"/>
              <a:t>The state will develop measures to assess student engagement and achievement.</a:t>
            </a:r>
            <a:endParaRPr lang="en-US" dirty="0"/>
          </a:p>
        </p:txBody>
      </p:sp>
      <p:sp>
        <p:nvSpPr>
          <p:cNvPr id="4" name="Slide Number Placeholder 3"/>
          <p:cNvSpPr>
            <a:spLocks noGrp="1"/>
          </p:cNvSpPr>
          <p:nvPr>
            <p:ph type="sldNum" sz="quarter" idx="10"/>
          </p:nvPr>
        </p:nvSpPr>
        <p:spPr/>
        <p:txBody>
          <a:bodyPr/>
          <a:lstStyle/>
          <a:p>
            <a:fld id="{6DB07F42-8819-4603-BD9E-7EE2C4B973FE}" type="slidenum">
              <a:rPr lang="en-US" smtClean="0"/>
              <a:pPr/>
              <a:t>18</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B07F42-8819-4603-BD9E-7EE2C4B973FE}" type="slidenum">
              <a:rPr lang="en-US" smtClean="0"/>
              <a:pPr/>
              <a:t>19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B07F42-8819-4603-BD9E-7EE2C4B973FE}" type="slidenum">
              <a:rPr lang="en-US" smtClean="0"/>
              <a:pPr/>
              <a:t>20</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Salary schedule step increases will be tied to performance for all teachers and leaders</a:t>
            </a:r>
          </a:p>
          <a:p>
            <a:r>
              <a:rPr lang="en-US" dirty="0" smtClean="0"/>
              <a:t>• Georgia will make career ladder opportunities available for all teachers (Master Teachers and Teacher Leaders)‐‐allowing teachers to take on additional responsibilities for additional pay, while remaining in the classroom</a:t>
            </a:r>
          </a:p>
          <a:p>
            <a:r>
              <a:rPr lang="en-US" dirty="0" smtClean="0"/>
              <a:t>• Award individual performance salary increases to all teachers on the basis of TEM and all school leaders on the basis of LEM to recruit, reward and retain Georgia’s most</a:t>
            </a:r>
          </a:p>
          <a:p>
            <a:r>
              <a:rPr lang="en-US" dirty="0" smtClean="0"/>
              <a:t>effective educators</a:t>
            </a:r>
          </a:p>
          <a:p>
            <a:r>
              <a:rPr lang="en-US" dirty="0" smtClean="0"/>
              <a:t>• To attract effective teachers to the state’s lowest performing schools, additional bonuses will be available to core teachers in high needs schools if they reduce the achievement gap</a:t>
            </a:r>
          </a:p>
          <a:p>
            <a:r>
              <a:rPr lang="en-US" dirty="0" smtClean="0"/>
              <a:t>• Georgia will create an Induction Certificate (3‐year, non‐renewable certificate for those who have completed an initial prep program or who have been accepted into a </a:t>
            </a:r>
            <a:r>
              <a:rPr lang="en-US" dirty="0" err="1" smtClean="0"/>
              <a:t>GaTAPP</a:t>
            </a:r>
            <a:r>
              <a:rPr lang="en-US" dirty="0" smtClean="0"/>
              <a:t> program) and teachers must reach a threshold TEM by the end of his or her third year to advance to a career teacher certificate</a:t>
            </a:r>
          </a:p>
          <a:p>
            <a:r>
              <a:rPr lang="en-US" dirty="0" smtClean="0"/>
              <a:t>• Teachers must achieve a required threshold TEM to be recertified every five years</a:t>
            </a:r>
          </a:p>
          <a:p>
            <a:endParaRPr lang="en-US" dirty="0"/>
          </a:p>
        </p:txBody>
      </p:sp>
      <p:sp>
        <p:nvSpPr>
          <p:cNvPr id="4" name="Slide Number Placeholder 3"/>
          <p:cNvSpPr>
            <a:spLocks noGrp="1"/>
          </p:cNvSpPr>
          <p:nvPr>
            <p:ph type="sldNum" sz="quarter" idx="10"/>
          </p:nvPr>
        </p:nvSpPr>
        <p:spPr/>
        <p:txBody>
          <a:bodyPr/>
          <a:lstStyle/>
          <a:p>
            <a:fld id="{6DB07F42-8819-4603-BD9E-7EE2C4B973FE}" type="slidenum">
              <a:rPr lang="en-US" smtClean="0"/>
              <a:pPr/>
              <a:t>23</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B07F42-8819-4603-BD9E-7EE2C4B973FE}" type="slidenum">
              <a:rPr lang="en-US" smtClean="0"/>
              <a:pPr/>
              <a:t>24</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4A03925-CC7D-49D6-B85A-66DC057F2900}" type="slidenum">
              <a:rPr lang="en-US" smtClean="0"/>
              <a:pPr>
                <a:defRPr/>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solidFill>
                  <a:schemeClr val="tx1"/>
                </a:solidFill>
              </a:defRPr>
            </a:lvl1pPr>
          </a:lstStyle>
          <a:p>
            <a:fld id="{F945E145-8BFC-471E-B9D9-A427B784819F}" type="datetime1">
              <a:rPr lang="en-US" smtClean="0"/>
              <a:pPr/>
              <a:t>4/27/2011</a:t>
            </a:fld>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59C6159F-9ED2-4208-A5E0-6C3C1962C26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05B4EF-D4C6-4F2C-96A5-70850BDF7B13}" type="datetime1">
              <a:rPr lang="en-US" smtClean="0"/>
              <a:pPr/>
              <a:t>4/27/2011</a:t>
            </a:fld>
            <a:endParaRPr lang="en-US"/>
          </a:p>
        </p:txBody>
      </p:sp>
      <p:sp>
        <p:nvSpPr>
          <p:cNvPr id="6" name="Slide Number Placeholder 5"/>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FCDB5E4-18DB-4D36-A057-F79E45B04158}" type="datetime1">
              <a:rPr lang="en-US" smtClean="0"/>
              <a:pPr/>
              <a:t>4/27/2011</a:t>
            </a:fld>
            <a:endParaRPr lang="en-US"/>
          </a:p>
        </p:txBody>
      </p:sp>
      <p:sp>
        <p:nvSpPr>
          <p:cNvPr id="6" name="Slide Number Placeholder 5"/>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0CD5CFA-01C5-44C0-9FC7-4ABAC81EFE52}" type="datetime1">
              <a:rPr lang="en-US" smtClean="0"/>
              <a:pPr/>
              <a:t>4/27/2011</a:t>
            </a:fld>
            <a:endParaRPr lang="en-US"/>
          </a:p>
        </p:txBody>
      </p:sp>
      <p:sp>
        <p:nvSpPr>
          <p:cNvPr id="7" name="Slide Number Placeholder 6"/>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CFC283-7050-48FA-9418-C6ABCA6C9545}" type="datetime1">
              <a:rPr lang="en-US" smtClean="0"/>
              <a:pPr/>
              <a:t>4/27/2011</a:t>
            </a:fld>
            <a:endParaRPr lang="en-US"/>
          </a:p>
        </p:txBody>
      </p:sp>
      <p:sp>
        <p:nvSpPr>
          <p:cNvPr id="9" name="Slide Number Placeholder 8"/>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569B4A-1EA5-4A4B-A30B-C2FAA2826049}" type="datetime1">
              <a:rPr lang="en-US" smtClean="0"/>
              <a:pPr/>
              <a:t>4/27/2011</a:t>
            </a:fld>
            <a:endParaRPr lang="en-US"/>
          </a:p>
        </p:txBody>
      </p:sp>
      <p:sp>
        <p:nvSpPr>
          <p:cNvPr id="5" name="Slide Number Placeholder 4"/>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6028BC-32A3-4CD2-B6BE-68402DEC7AC2}" type="datetime1">
              <a:rPr lang="en-US" smtClean="0"/>
              <a:pPr/>
              <a:t>4/27/2011</a:t>
            </a:fld>
            <a:endParaRPr lang="en-US"/>
          </a:p>
        </p:txBody>
      </p:sp>
      <p:sp>
        <p:nvSpPr>
          <p:cNvPr id="4" name="Slide Number Placeholder 3"/>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CCC454-F7F9-45BB-80AE-D8AFEBAC7EC6}" type="datetime1">
              <a:rPr lang="en-US" smtClean="0"/>
              <a:pPr/>
              <a:t>4/27/2011</a:t>
            </a:fld>
            <a:endParaRPr lang="en-US"/>
          </a:p>
        </p:txBody>
      </p:sp>
      <p:sp>
        <p:nvSpPr>
          <p:cNvPr id="7" name="Slide Number Placeholder 6"/>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92EC20-C85D-4A17-8668-8A35165EC527}" type="datetime1">
              <a:rPr lang="en-US" smtClean="0"/>
              <a:pPr/>
              <a:t>4/27/2011</a:t>
            </a:fld>
            <a:endParaRPr lang="en-US"/>
          </a:p>
        </p:txBody>
      </p:sp>
      <p:sp>
        <p:nvSpPr>
          <p:cNvPr id="7" name="Slide Number Placeholder 6"/>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C0475B-33CD-4DED-AB6C-B5D0C9D12F43}" type="datetime1">
              <a:rPr lang="en-US" smtClean="0"/>
              <a:pPr/>
              <a:t>4/27/2011</a:t>
            </a:fld>
            <a:endParaRPr lang="en-US"/>
          </a:p>
        </p:txBody>
      </p:sp>
      <p:sp>
        <p:nvSpPr>
          <p:cNvPr id="6" name="Slide Number Placeholder 5"/>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AFE115-84AD-4685-8163-8E6B375A8FE0}" type="datetime1">
              <a:rPr lang="en-US" smtClean="0"/>
              <a:pPr/>
              <a:t>4/27/2011</a:t>
            </a:fld>
            <a:endParaRPr lang="en-US"/>
          </a:p>
        </p:txBody>
      </p:sp>
      <p:sp>
        <p:nvSpPr>
          <p:cNvPr id="6" name="Slide Number Placeholder 5"/>
          <p:cNvSpPr>
            <a:spLocks noGrp="1"/>
          </p:cNvSpPr>
          <p:nvPr>
            <p:ph type="sldNum" sz="quarter" idx="12"/>
          </p:nvPr>
        </p:nvSpPr>
        <p:spPr/>
        <p:txBody>
          <a:bodyPr/>
          <a:lstStyle/>
          <a:p>
            <a:fld id="{59C6159F-9ED2-4208-A5E0-6C3C1962C26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GaDOE_PPT_bg_charcoal.jp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934200" y="6356350"/>
            <a:ext cx="1066800" cy="365125"/>
          </a:xfrm>
          <a:prstGeom prst="rect">
            <a:avLst/>
          </a:prstGeom>
        </p:spPr>
        <p:txBody>
          <a:bodyPr vert="horz" lIns="91440" tIns="45720" rIns="91440" bIns="45720" rtlCol="0" anchor="ctr"/>
          <a:lstStyle>
            <a:lvl1pPr algn="r">
              <a:defRPr sz="1200">
                <a:solidFill>
                  <a:schemeClr val="tx1"/>
                </a:solidFill>
              </a:defRPr>
            </a:lvl1pPr>
          </a:lstStyle>
          <a:p>
            <a:fld id="{3D6FB43B-B6A8-4427-B8AC-F0A77D66EBFC}" type="datetime1">
              <a:rPr lang="en-US" smtClean="0"/>
              <a:pPr/>
              <a:t>4/27/2011</a:t>
            </a:fld>
            <a:endParaRPr lang="en-US" dirty="0"/>
          </a:p>
        </p:txBody>
      </p:sp>
      <p:sp>
        <p:nvSpPr>
          <p:cNvPr id="6" name="Slide Number Placeholder 5"/>
          <p:cNvSpPr>
            <a:spLocks noGrp="1"/>
          </p:cNvSpPr>
          <p:nvPr>
            <p:ph type="sldNum" sz="quarter" idx="4"/>
          </p:nvPr>
        </p:nvSpPr>
        <p:spPr>
          <a:xfrm>
            <a:off x="8077200" y="6356350"/>
            <a:ext cx="609600" cy="365125"/>
          </a:xfrm>
          <a:prstGeom prst="rect">
            <a:avLst/>
          </a:prstGeom>
        </p:spPr>
        <p:txBody>
          <a:bodyPr vert="horz" lIns="91440" tIns="45720" rIns="91440" bIns="45720" rtlCol="0" anchor="ctr"/>
          <a:lstStyle>
            <a:lvl1pPr algn="r">
              <a:defRPr sz="1200">
                <a:solidFill>
                  <a:schemeClr val="tx1"/>
                </a:solidFill>
              </a:defRPr>
            </a:lvl1pPr>
          </a:lstStyle>
          <a:p>
            <a:fld id="{59C6159F-9ED2-4208-A5E0-6C3C1962C26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mailto:jonrogers@gadoe.org" TargetMode="External"/><Relationship Id="rId2" Type="http://schemas.openxmlformats.org/officeDocument/2006/relationships/hyperlink" Target="mailto:tmaccartney@gadoe.org" TargetMode="External"/><Relationship Id="rId1" Type="http://schemas.openxmlformats.org/officeDocument/2006/relationships/slideLayout" Target="../slideLayouts/slideLayout2.xml"/><Relationship Id="rId4" Type="http://schemas.openxmlformats.org/officeDocument/2006/relationships/hyperlink" Target="mailto:kwood@gadoe.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0"/>
            <a:ext cx="8229600" cy="2285999"/>
          </a:xfrm>
        </p:spPr>
        <p:txBody>
          <a:bodyPr>
            <a:normAutofit fontScale="85000" lnSpcReduction="10000"/>
          </a:bodyPr>
          <a:lstStyle/>
          <a:p>
            <a:pPr algn="ctr">
              <a:buNone/>
            </a:pPr>
            <a:r>
              <a:rPr lang="en-US" dirty="0" smtClean="0"/>
              <a:t>Georgia’s Race to the Top Grant</a:t>
            </a:r>
          </a:p>
          <a:p>
            <a:pPr algn="ctr">
              <a:buNone/>
            </a:pPr>
            <a:endParaRPr lang="en-US" dirty="0" smtClean="0"/>
          </a:p>
          <a:p>
            <a:pPr algn="ctr">
              <a:buNone/>
            </a:pPr>
            <a:endParaRPr lang="en-US" dirty="0" smtClean="0"/>
          </a:p>
          <a:p>
            <a:pPr algn="ctr">
              <a:buNone/>
            </a:pPr>
            <a:r>
              <a:rPr lang="en-US" dirty="0" smtClean="0"/>
              <a:t>Teresa MacCartney</a:t>
            </a:r>
          </a:p>
          <a:p>
            <a:pPr algn="ctr">
              <a:buNone/>
            </a:pPr>
            <a:r>
              <a:rPr lang="en-US" dirty="0" smtClean="0"/>
              <a:t>Deputy Superintendent for RT3 Implementation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Broad Statewide Impact</a:t>
            </a:r>
            <a:endParaRPr lang="en-US" sz="3200" dirty="0"/>
          </a:p>
        </p:txBody>
      </p:sp>
      <p:sp>
        <p:nvSpPr>
          <p:cNvPr id="3" name="Content Placeholder 2"/>
          <p:cNvSpPr>
            <a:spLocks noGrp="1"/>
          </p:cNvSpPr>
          <p:nvPr>
            <p:ph idx="1"/>
          </p:nvPr>
        </p:nvSpPr>
        <p:spPr>
          <a:xfrm>
            <a:off x="457200" y="1905000"/>
            <a:ext cx="8229600" cy="4525963"/>
          </a:xfrm>
        </p:spPr>
        <p:txBody>
          <a:bodyPr/>
          <a:lstStyle/>
          <a:p>
            <a:pPr eaLnBrk="1" hangingPunct="1">
              <a:spcBef>
                <a:spcPts val="1800"/>
              </a:spcBef>
              <a:defRPr/>
            </a:pPr>
            <a:r>
              <a:rPr lang="en-US" sz="2000" dirty="0" smtClean="0"/>
              <a:t>26 LEAs represent a very diverse mix of districts ranging from small to very large systems, from urban to rural, with wide representation from across the state:</a:t>
            </a:r>
          </a:p>
          <a:p>
            <a:pPr lvl="1" eaLnBrk="1" hangingPunct="1">
              <a:spcBef>
                <a:spcPts val="1800"/>
              </a:spcBef>
              <a:defRPr/>
            </a:pPr>
            <a:r>
              <a:rPr lang="en-US" sz="1600" i="1" dirty="0" smtClean="0"/>
              <a:t>Atlanta, Ben Hill, Bibb, Burke, Carrolton, Chatham, Cherokee, Clayton, Dade, DeKalb, Dougherty, Gainesville, Gwinnett, Hall, Henry, Meriwether, Muscogee, Peach, Pulaski, Rabun, Richmond, Rockdale, Spalding, Treutlen, Valdosta and White.</a:t>
            </a:r>
            <a:endParaRPr lang="en-US" sz="1600" dirty="0" smtClean="0"/>
          </a:p>
          <a:p>
            <a:pPr eaLnBrk="1" hangingPunct="1">
              <a:spcBef>
                <a:spcPts val="1800"/>
              </a:spcBef>
              <a:defRPr/>
            </a:pPr>
            <a:r>
              <a:rPr lang="en-US" sz="2000" dirty="0" smtClean="0"/>
              <a:t>Represent 884 schools (39%), 668K students (41%), and 47K teachers (40% of all teachers).  </a:t>
            </a:r>
          </a:p>
          <a:p>
            <a:pPr eaLnBrk="1" hangingPunct="1">
              <a:spcBef>
                <a:spcPts val="1800"/>
              </a:spcBef>
              <a:defRPr/>
            </a:pPr>
            <a:r>
              <a:rPr lang="en-US" sz="2000" dirty="0" smtClean="0"/>
              <a:t>Among the students are over 420K students in poverty (46%), 330K African-American students (53%), and 90K Hispanic students (48%)</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Broad Statewide Impact</a:t>
            </a:r>
            <a:endParaRPr lang="en-US" sz="3200" dirty="0"/>
          </a:p>
        </p:txBody>
      </p:sp>
      <p:pic>
        <p:nvPicPr>
          <p:cNvPr id="1026" name="Picture 2"/>
          <p:cNvPicPr>
            <a:picLocks noGrp="1" noChangeAspect="1" noChangeArrowheads="1"/>
          </p:cNvPicPr>
          <p:nvPr>
            <p:ph idx="1"/>
          </p:nvPr>
        </p:nvPicPr>
        <p:blipFill>
          <a:blip r:embed="rId3" cstate="print"/>
          <a:srcRect/>
          <a:stretch>
            <a:fillRect/>
          </a:stretch>
        </p:blipFill>
        <p:spPr bwMode="auto">
          <a:xfrm>
            <a:off x="1981200" y="1093782"/>
            <a:ext cx="4343400" cy="504476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4 Education Reform Areas</a:t>
            </a:r>
            <a:endParaRPr lang="en-US" sz="3200" dirty="0"/>
          </a:p>
        </p:txBody>
      </p:sp>
      <p:sp>
        <p:nvSpPr>
          <p:cNvPr id="3" name="Content Placeholder 2"/>
          <p:cNvSpPr>
            <a:spLocks noGrp="1"/>
          </p:cNvSpPr>
          <p:nvPr>
            <p:ph idx="1"/>
          </p:nvPr>
        </p:nvSpPr>
        <p:spPr>
          <a:xfrm>
            <a:off x="457200" y="1905000"/>
            <a:ext cx="8229600" cy="4525963"/>
          </a:xfrm>
        </p:spPr>
        <p:txBody>
          <a:bodyPr/>
          <a:lstStyle/>
          <a:p>
            <a:pPr>
              <a:spcBef>
                <a:spcPts val="1800"/>
              </a:spcBef>
              <a:defRPr/>
            </a:pPr>
            <a:r>
              <a:rPr lang="en-US" sz="2000" dirty="0" smtClean="0"/>
              <a:t>Recruiting, preparing, rewarding, and retaining effective teachers and principals, especially where they are needed most; and</a:t>
            </a:r>
          </a:p>
          <a:p>
            <a:pPr>
              <a:spcBef>
                <a:spcPts val="1800"/>
              </a:spcBef>
              <a:defRPr/>
            </a:pPr>
            <a:r>
              <a:rPr lang="en-US" sz="2000" dirty="0" smtClean="0"/>
              <a:t>Adopting standards and assessments that prepare students to succeed in college and the workplace and to compete in the global economy;</a:t>
            </a:r>
          </a:p>
          <a:p>
            <a:pPr>
              <a:spcBef>
                <a:spcPts val="1800"/>
              </a:spcBef>
              <a:defRPr/>
            </a:pPr>
            <a:r>
              <a:rPr lang="en-US" sz="2000" dirty="0" smtClean="0"/>
              <a:t>Building data systems that measure student growth and success, and inform teachers and principals about how they can improve instruction;</a:t>
            </a:r>
          </a:p>
          <a:p>
            <a:pPr>
              <a:spcBef>
                <a:spcPts val="1800"/>
              </a:spcBef>
              <a:defRPr/>
            </a:pPr>
            <a:r>
              <a:rPr lang="en-US" sz="2000" dirty="0" smtClean="0"/>
              <a:t>Turning around our lowest-achieving schools.</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57200"/>
            <a:ext cx="8229600" cy="609600"/>
          </a:xfrm>
        </p:spPr>
        <p:txBody>
          <a:bodyPr/>
          <a:lstStyle/>
          <a:p>
            <a:pPr algn="ctr">
              <a:buNone/>
            </a:pPr>
            <a:r>
              <a:rPr lang="en-US" dirty="0" smtClean="0"/>
              <a:t> GaDOE RT3 Structure</a:t>
            </a:r>
            <a:endParaRPr lang="en-US" dirty="0"/>
          </a:p>
        </p:txBody>
      </p:sp>
      <p:graphicFrame>
        <p:nvGraphicFramePr>
          <p:cNvPr id="4" name="Diagram 3"/>
          <p:cNvGraphicFramePr/>
          <p:nvPr/>
        </p:nvGraphicFramePr>
        <p:xfrm>
          <a:off x="228600" y="1600200"/>
          <a:ext cx="8382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smtClean="0"/>
              <a:t>Standards and Assessments</a:t>
            </a:r>
          </a:p>
        </p:txBody>
      </p:sp>
      <p:sp>
        <p:nvSpPr>
          <p:cNvPr id="3075" name="Content Placeholder 2"/>
          <p:cNvSpPr>
            <a:spLocks noGrp="1"/>
          </p:cNvSpPr>
          <p:nvPr>
            <p:ph idx="1"/>
          </p:nvPr>
        </p:nvSpPr>
        <p:spPr/>
        <p:txBody>
          <a:bodyPr/>
          <a:lstStyle/>
          <a:p>
            <a:pPr>
              <a:spcBef>
                <a:spcPts val="1800"/>
              </a:spcBef>
              <a:defRPr/>
            </a:pPr>
            <a:endParaRPr lang="en-US" sz="2000" dirty="0" smtClean="0"/>
          </a:p>
          <a:p>
            <a:pPr>
              <a:spcBef>
                <a:spcPts val="1800"/>
              </a:spcBef>
              <a:defRPr/>
            </a:pPr>
            <a:r>
              <a:rPr lang="en-US" sz="2000" dirty="0" smtClean="0"/>
              <a:t>The Common Core State Standards Initiative (CCSS) is a state-led process to develop common standards in English-Language Arts and Mathematics for grades K-12 which are internationally benchmarked and aligned to college and work expectations.  </a:t>
            </a:r>
          </a:p>
          <a:p>
            <a:pPr>
              <a:spcBef>
                <a:spcPts val="1800"/>
              </a:spcBef>
              <a:defRPr/>
            </a:pPr>
            <a:r>
              <a:rPr lang="en-US" sz="2000" dirty="0" smtClean="0"/>
              <a:t>Georgia served as a leader in this work and the State Board of Education adopted the Common Core Georgia Performance Standards (CCGPS) in July.</a:t>
            </a:r>
          </a:p>
          <a:p>
            <a:pPr>
              <a:spcBef>
                <a:spcPts val="1800"/>
              </a:spcBef>
              <a:defRPr/>
            </a:pPr>
            <a:r>
              <a:rPr lang="en-US" sz="2000" dirty="0" smtClean="0"/>
              <a:t>Through Race to the Top, the state will provide face-to-face training to teachers on the CCGPS through regional meetings.</a:t>
            </a:r>
          </a:p>
          <a:p>
            <a:pPr lvl="1">
              <a:spcBef>
                <a:spcPts val="1800"/>
              </a:spcBef>
              <a:defRPr/>
            </a:pPr>
            <a:r>
              <a:rPr lang="en-US" sz="1600" dirty="0" smtClean="0"/>
              <a:t>Training will be provided to all districts.</a:t>
            </a:r>
          </a:p>
          <a:p>
            <a:pPr>
              <a:defRPr/>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smtClean="0"/>
              <a:t>Standards and Assessments</a:t>
            </a:r>
          </a:p>
        </p:txBody>
      </p:sp>
      <p:sp>
        <p:nvSpPr>
          <p:cNvPr id="3075" name="Content Placeholder 2"/>
          <p:cNvSpPr>
            <a:spLocks noGrp="1"/>
          </p:cNvSpPr>
          <p:nvPr>
            <p:ph idx="1"/>
          </p:nvPr>
        </p:nvSpPr>
        <p:spPr/>
        <p:txBody>
          <a:bodyPr/>
          <a:lstStyle/>
          <a:p>
            <a:pPr>
              <a:spcBef>
                <a:spcPts val="1800"/>
              </a:spcBef>
              <a:defRPr/>
            </a:pPr>
            <a:endParaRPr lang="en-US" sz="2000" dirty="0" smtClean="0"/>
          </a:p>
          <a:p>
            <a:pPr>
              <a:defRPr/>
            </a:pPr>
            <a:r>
              <a:rPr lang="en-US" sz="2000" dirty="0" smtClean="0"/>
              <a:t>Georgia is a governing member of the PARRC Consortia to develop a common assessment aligned to the Common Core State Standards (CCSS).  </a:t>
            </a:r>
          </a:p>
          <a:p>
            <a:pPr>
              <a:defRPr/>
            </a:pPr>
            <a:endParaRPr lang="en-US" sz="2000" dirty="0" smtClean="0"/>
          </a:p>
          <a:p>
            <a:pPr>
              <a:defRPr/>
            </a:pPr>
            <a:r>
              <a:rPr lang="en-US" sz="2000" dirty="0" smtClean="0"/>
              <a:t>These new assessments will be available to all states in the 2014-2015 school year and will allow the state to measure the “college and career readiness” of Georgia students compared to their peers across the nation and globe.  </a:t>
            </a:r>
          </a:p>
          <a:p>
            <a:pPr>
              <a:defRPr/>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smtClean="0"/>
              <a:t>Standards and Assessments</a:t>
            </a:r>
          </a:p>
        </p:txBody>
      </p:sp>
      <p:sp>
        <p:nvSpPr>
          <p:cNvPr id="3" name="Content Placeholder 2"/>
          <p:cNvSpPr>
            <a:spLocks noGrp="1"/>
          </p:cNvSpPr>
          <p:nvPr>
            <p:ph idx="1"/>
          </p:nvPr>
        </p:nvSpPr>
        <p:spPr/>
        <p:txBody>
          <a:bodyPr rtlCol="0">
            <a:normAutofit fontScale="92500" lnSpcReduction="10000"/>
          </a:bodyPr>
          <a:lstStyle/>
          <a:p>
            <a:pPr eaLnBrk="1" fontAlgn="auto" hangingPunct="1">
              <a:spcAft>
                <a:spcPts val="0"/>
              </a:spcAft>
              <a:buFont typeface="Arial" pitchFamily="34" charset="0"/>
              <a:buChar char="•"/>
              <a:defRPr/>
            </a:pPr>
            <a:endParaRPr lang="en-US" dirty="0" smtClean="0"/>
          </a:p>
          <a:p>
            <a:pPr eaLnBrk="1" fontAlgn="auto" hangingPunct="1">
              <a:spcAft>
                <a:spcPts val="0"/>
              </a:spcAft>
              <a:buFont typeface="Arial" pitchFamily="34" charset="0"/>
              <a:buChar char="•"/>
              <a:defRPr/>
            </a:pPr>
            <a:r>
              <a:rPr lang="en-US" dirty="0" smtClean="0"/>
              <a:t>Create new formative assessment test items</a:t>
            </a:r>
          </a:p>
          <a:p>
            <a:pPr lvl="1" eaLnBrk="1" fontAlgn="auto" hangingPunct="1">
              <a:spcAft>
                <a:spcPts val="0"/>
              </a:spcAft>
              <a:buFont typeface="Arial" pitchFamily="34" charset="0"/>
              <a:buChar char="–"/>
              <a:defRPr/>
            </a:pPr>
            <a:r>
              <a:rPr lang="en-US" dirty="0" smtClean="0"/>
              <a:t>The state will contract, through a competitive bid process, with a vendor to produce additional test items for placement within the state’s Online Assessment System.</a:t>
            </a:r>
          </a:p>
          <a:p>
            <a:pPr eaLnBrk="1" fontAlgn="auto" hangingPunct="1">
              <a:spcAft>
                <a:spcPts val="0"/>
              </a:spcAft>
              <a:buFont typeface="Arial" pitchFamily="34" charset="0"/>
              <a:buChar char="•"/>
              <a:defRPr/>
            </a:pPr>
            <a:r>
              <a:rPr lang="en-US" dirty="0" smtClean="0"/>
              <a:t>Create new benchmark assessment test items</a:t>
            </a:r>
          </a:p>
          <a:p>
            <a:pPr lvl="1" eaLnBrk="1" fontAlgn="auto" hangingPunct="1">
              <a:spcAft>
                <a:spcPts val="0"/>
              </a:spcAft>
              <a:buFont typeface="Arial" pitchFamily="34" charset="0"/>
              <a:buChar char="–"/>
              <a:defRPr/>
            </a:pPr>
            <a:r>
              <a:rPr lang="en-US" dirty="0" smtClean="0"/>
              <a:t>The state will contract, through a competitive bid process, with a vendor to produce benchmark assessments.</a:t>
            </a:r>
          </a:p>
          <a:p>
            <a:pPr lvl="1" eaLnBrk="1" fontAlgn="auto" hangingPunct="1">
              <a:spcAft>
                <a:spcPts val="0"/>
              </a:spcAft>
              <a:buFont typeface="Arial" pitchFamily="34" charset="0"/>
              <a:buChar char="–"/>
              <a:defRPr/>
            </a:pP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Data Systems to Improve Instruction</a:t>
            </a:r>
          </a:p>
        </p:txBody>
      </p:sp>
      <p:sp>
        <p:nvSpPr>
          <p:cNvPr id="6147" name="Content Placeholder 2"/>
          <p:cNvSpPr>
            <a:spLocks noGrp="1"/>
          </p:cNvSpPr>
          <p:nvPr>
            <p:ph idx="1"/>
          </p:nvPr>
        </p:nvSpPr>
        <p:spPr/>
        <p:txBody>
          <a:bodyPr/>
          <a:lstStyle/>
          <a:p>
            <a:pPr eaLnBrk="1" hangingPunct="1"/>
            <a:endParaRPr lang="en-US" dirty="0" smtClean="0"/>
          </a:p>
          <a:p>
            <a:pPr eaLnBrk="1" hangingPunct="1"/>
            <a:r>
              <a:rPr lang="en-US" dirty="0" smtClean="0"/>
              <a:t>Design, develop and implement a P-20 system to electronically link educational information.</a:t>
            </a:r>
          </a:p>
          <a:p>
            <a:pPr eaLnBrk="1" hangingPunct="1">
              <a:spcBef>
                <a:spcPts val="1800"/>
              </a:spcBef>
            </a:pPr>
            <a:r>
              <a:rPr lang="en-US" dirty="0" smtClean="0"/>
              <a:t>Longitudinal data across the P-20 pipeline is critical to ensure that the state has appropriate information available to support core policy decisions and ongoing operational improvement.</a:t>
            </a:r>
          </a:p>
          <a:p>
            <a:pPr eaLnBrk="1" hangingPunct="1"/>
            <a:endParaRPr lang="en-US"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Turning Around Our Lowest Achieving Schools</a:t>
            </a:r>
            <a:endParaRPr lang="en-US" sz="3200" dirty="0"/>
          </a:p>
        </p:txBody>
      </p:sp>
      <p:sp>
        <p:nvSpPr>
          <p:cNvPr id="3" name="Content Placeholder 2"/>
          <p:cNvSpPr>
            <a:spLocks noGrp="1"/>
          </p:cNvSpPr>
          <p:nvPr>
            <p:ph idx="1"/>
          </p:nvPr>
        </p:nvSpPr>
        <p:spPr/>
        <p:txBody>
          <a:bodyPr/>
          <a:lstStyle/>
          <a:p>
            <a:pPr>
              <a:defRPr/>
            </a:pPr>
            <a:endParaRPr lang="en-US" sz="1800" dirty="0" smtClean="0"/>
          </a:p>
          <a:p>
            <a:pPr>
              <a:defRPr/>
            </a:pPr>
            <a:r>
              <a:rPr lang="en-US" sz="1800" dirty="0" smtClean="0"/>
              <a:t>Georgia will employ one of the four intervention models below, as prescribed through Race to the Top, in turning around the state’s lowest achieving schools:</a:t>
            </a:r>
          </a:p>
          <a:p>
            <a:pPr>
              <a:defRPr/>
            </a:pPr>
            <a:endParaRPr lang="en-US" sz="1800" dirty="0" smtClean="0"/>
          </a:p>
          <a:p>
            <a:pPr lvl="1">
              <a:defRPr/>
            </a:pPr>
            <a:r>
              <a:rPr lang="en-US" sz="1800" dirty="0" smtClean="0"/>
              <a:t>Turnaround (replace principal and remove 50% of staff)</a:t>
            </a:r>
          </a:p>
          <a:p>
            <a:pPr lvl="1">
              <a:defRPr/>
            </a:pPr>
            <a:endParaRPr lang="en-US" sz="1800" dirty="0" smtClean="0"/>
          </a:p>
          <a:p>
            <a:pPr lvl="1">
              <a:defRPr/>
            </a:pPr>
            <a:r>
              <a:rPr lang="en-US" sz="1800" dirty="0" smtClean="0"/>
              <a:t>Education Management Organizations (EMOs) and Charter Management Organizations (CMOs).</a:t>
            </a:r>
          </a:p>
          <a:p>
            <a:pPr lvl="1">
              <a:defRPr/>
            </a:pPr>
            <a:endParaRPr lang="en-US" sz="1800" dirty="0" smtClean="0"/>
          </a:p>
          <a:p>
            <a:pPr lvl="1">
              <a:defRPr/>
            </a:pPr>
            <a:r>
              <a:rPr lang="en-US" sz="1800" dirty="0" smtClean="0"/>
              <a:t>School closure</a:t>
            </a:r>
          </a:p>
          <a:p>
            <a:pPr lvl="1">
              <a:defRPr/>
            </a:pPr>
            <a:endParaRPr lang="en-US" sz="1800" dirty="0" smtClean="0"/>
          </a:p>
          <a:p>
            <a:pPr lvl="1">
              <a:defRPr/>
            </a:pPr>
            <a:r>
              <a:rPr lang="en-US" sz="1800" dirty="0" smtClean="0"/>
              <a:t>Transformation (combination of aforementioned strategies)</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1828800" y="1295400"/>
            <a:ext cx="4114800" cy="4701029"/>
          </a:xfrm>
          <a:prstGeom prst="rect">
            <a:avLst/>
          </a:prstGeom>
          <a:noFill/>
          <a:ln w="9525">
            <a:noFill/>
            <a:miter lim="800000"/>
            <a:headEnd/>
            <a:tailEnd/>
          </a:ln>
        </p:spPr>
      </p:pic>
      <p:sp>
        <p:nvSpPr>
          <p:cNvPr id="5" name="TextBox 4"/>
          <p:cNvSpPr txBox="1"/>
          <p:nvPr/>
        </p:nvSpPr>
        <p:spPr>
          <a:xfrm>
            <a:off x="2895600" y="838200"/>
            <a:ext cx="3891706" cy="523220"/>
          </a:xfrm>
          <a:prstGeom prst="rect">
            <a:avLst/>
          </a:prstGeom>
          <a:noFill/>
        </p:spPr>
        <p:txBody>
          <a:bodyPr wrap="none" rtlCol="0">
            <a:spAutoFit/>
          </a:bodyPr>
          <a:lstStyle/>
          <a:p>
            <a:r>
              <a:rPr lang="en-US" sz="2800" dirty="0" smtClean="0"/>
              <a:t>Lowest Achieving Schools</a:t>
            </a:r>
            <a:endParaRPr 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Participating LEAs with schools that have been identified as lowest achieving schools will:</a:t>
            </a:r>
          </a:p>
        </p:txBody>
      </p:sp>
      <p:sp>
        <p:nvSpPr>
          <p:cNvPr id="3" name="Content Placeholder 2"/>
          <p:cNvSpPr>
            <a:spLocks noGrp="1"/>
          </p:cNvSpPr>
          <p:nvPr>
            <p:ph idx="1"/>
          </p:nvPr>
        </p:nvSpPr>
        <p:spPr>
          <a:xfrm>
            <a:off x="457200" y="1600200"/>
            <a:ext cx="8458200" cy="4525963"/>
          </a:xfrm>
        </p:spPr>
        <p:txBody>
          <a:bodyPr/>
          <a:lstStyle/>
          <a:p>
            <a:pPr lvl="0"/>
            <a:endParaRPr lang="en-US" sz="1600" dirty="0" smtClean="0"/>
          </a:p>
          <a:p>
            <a:pPr lvl="0"/>
            <a:r>
              <a:rPr lang="en-US" sz="1600" dirty="0" smtClean="0"/>
              <a:t>Utilize resources made available through RT3 plan to turn around lowest achieving schools</a:t>
            </a:r>
          </a:p>
          <a:p>
            <a:pPr lvl="0"/>
            <a:r>
              <a:rPr lang="en-US" sz="1600" dirty="0" smtClean="0"/>
              <a:t>Agree to review of existing resource allocations in the 1</a:t>
            </a:r>
            <a:r>
              <a:rPr lang="en-US" sz="1600" baseline="30000" dirty="0" smtClean="0"/>
              <a:t>st</a:t>
            </a:r>
            <a:r>
              <a:rPr lang="en-US" sz="1600" dirty="0" smtClean="0"/>
              <a:t> year of the turnaround plan to ensure that existing resources are being used for maximum impact &amp; financial sustainability of any new programs</a:t>
            </a:r>
          </a:p>
          <a:p>
            <a:pPr lvl="0"/>
            <a:r>
              <a:rPr lang="en-US" sz="1600" dirty="0" smtClean="0"/>
              <a:t>Allow for a diagnostic to be performed by a State’s “turnaround experts” to determine the most appropriate of the four turnaround models </a:t>
            </a:r>
          </a:p>
          <a:p>
            <a:pPr lvl="0"/>
            <a:r>
              <a:rPr lang="en-US" sz="1600" dirty="0" smtClean="0"/>
              <a:t>Maintain/place a high-performing principal at a low-performing school w/control over staffing/budget</a:t>
            </a:r>
          </a:p>
          <a:p>
            <a:pPr lvl="0"/>
            <a:r>
              <a:rPr lang="en-US" sz="1600" dirty="0" smtClean="0"/>
              <a:t>Pursue  meaningful partnerships to advance applied learning opportunities</a:t>
            </a:r>
          </a:p>
          <a:p>
            <a:pPr lvl="0"/>
            <a:r>
              <a:rPr lang="en-US" sz="1600" dirty="0" smtClean="0"/>
              <a:t>Optimize use of existing time for all students and increase learning time for those students or student subgroups that need additional time</a:t>
            </a:r>
          </a:p>
          <a:p>
            <a:pPr lvl="0"/>
            <a:r>
              <a:rPr lang="en-US" sz="1600" dirty="0" smtClean="0"/>
              <a:t>Commit at least one full-time graduation coach at the high school level &amp; one full-time math coach per school </a:t>
            </a:r>
          </a:p>
          <a:p>
            <a:pPr lvl="0"/>
            <a:r>
              <a:rPr lang="en-US" sz="1600" dirty="0" smtClean="0"/>
              <a:t>Commit to focus on the feeder schools of the lowest achieving schools.</a:t>
            </a:r>
          </a:p>
          <a:p>
            <a:endParaRPr lang="en-US" sz="16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2743200"/>
            <a:ext cx="7772400" cy="3025775"/>
          </a:xfrm>
        </p:spPr>
        <p:txBody>
          <a:bodyPr/>
          <a:lstStyle/>
          <a:p>
            <a:r>
              <a:rPr lang="en-US" dirty="0" smtClean="0"/>
              <a:t>Great Teachers and Leaders</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Effectiveness Measures</a:t>
            </a:r>
            <a:endParaRPr lang="en-US" dirty="0"/>
          </a:p>
        </p:txBody>
      </p:sp>
      <p:sp>
        <p:nvSpPr>
          <p:cNvPr id="3" name="Content Placeholder 2"/>
          <p:cNvSpPr>
            <a:spLocks noGrp="1"/>
          </p:cNvSpPr>
          <p:nvPr>
            <p:ph idx="1"/>
          </p:nvPr>
        </p:nvSpPr>
        <p:spPr/>
        <p:txBody>
          <a:bodyPr/>
          <a:lstStyle/>
          <a:p>
            <a:pPr>
              <a:defRPr/>
            </a:pPr>
            <a:endParaRPr lang="en-US" sz="1800" dirty="0" smtClean="0"/>
          </a:p>
          <a:p>
            <a:pPr>
              <a:defRPr/>
            </a:pPr>
            <a:r>
              <a:rPr lang="en-US" sz="1800" dirty="0" smtClean="0"/>
              <a:t>To align Georgia’s evaluation system with the state’s primary goal of student learning, Georgia will create a single:</a:t>
            </a:r>
          </a:p>
          <a:p>
            <a:pPr>
              <a:buNone/>
              <a:defRPr/>
            </a:pPr>
            <a:r>
              <a:rPr lang="en-US" sz="1800" dirty="0" smtClean="0"/>
              <a:t> </a:t>
            </a:r>
          </a:p>
          <a:p>
            <a:pPr lvl="1">
              <a:defRPr/>
            </a:pPr>
            <a:r>
              <a:rPr lang="en-US" sz="1800" dirty="0" smtClean="0">
                <a:latin typeface="Helvetica"/>
              </a:rPr>
              <a:t>Teacher Effectiveness Measure (TEM), </a:t>
            </a:r>
          </a:p>
          <a:p>
            <a:pPr lvl="1">
              <a:defRPr/>
            </a:pPr>
            <a:endParaRPr lang="en-US" sz="1800" dirty="0" smtClean="0">
              <a:latin typeface="Helvetica"/>
            </a:endParaRPr>
          </a:p>
          <a:p>
            <a:pPr lvl="1">
              <a:defRPr/>
            </a:pPr>
            <a:r>
              <a:rPr lang="en-US" sz="1800" dirty="0" smtClean="0">
                <a:latin typeface="Helvetica"/>
              </a:rPr>
              <a:t>Leader Effectiveness Measure (LEM) (for school building leaders—principals and assistant principals), and </a:t>
            </a:r>
          </a:p>
          <a:p>
            <a:pPr lvl="1">
              <a:defRPr/>
            </a:pPr>
            <a:endParaRPr lang="en-US" sz="1800" dirty="0" smtClean="0">
              <a:latin typeface="Helvetica"/>
            </a:endParaRPr>
          </a:p>
          <a:p>
            <a:pPr lvl="1">
              <a:defRPr/>
            </a:pPr>
            <a:r>
              <a:rPr lang="en-US" sz="1800" dirty="0" smtClean="0">
                <a:latin typeface="Helvetica"/>
              </a:rPr>
              <a:t>District Effectiveness Measure (DEM).  </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System-wide Approach to Effectiveness and Accountability</a:t>
            </a:r>
            <a:endParaRPr lang="en-US" sz="3600" dirty="0"/>
          </a:p>
        </p:txBody>
      </p:sp>
      <p:graphicFrame>
        <p:nvGraphicFramePr>
          <p:cNvPr id="4" name="Content Placeholder 3"/>
          <p:cNvGraphicFramePr>
            <a:graphicFrameLocks noGrp="1"/>
          </p:cNvGraphicFramePr>
          <p:nvPr>
            <p:ph idx="1"/>
          </p:nvPr>
        </p:nvGraphicFramePr>
        <p:xfrm>
          <a:off x="228600" y="1905000"/>
          <a:ext cx="2133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Up Arrow 4"/>
          <p:cNvSpPr/>
          <p:nvPr/>
        </p:nvSpPr>
        <p:spPr>
          <a:xfrm>
            <a:off x="1600200" y="2743200"/>
            <a:ext cx="304800" cy="3048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Up Arrow 6"/>
          <p:cNvSpPr/>
          <p:nvPr/>
        </p:nvSpPr>
        <p:spPr>
          <a:xfrm>
            <a:off x="1600200" y="3962400"/>
            <a:ext cx="304800" cy="3048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Up Arrow 7"/>
          <p:cNvSpPr/>
          <p:nvPr/>
        </p:nvSpPr>
        <p:spPr>
          <a:xfrm>
            <a:off x="1600200" y="5257800"/>
            <a:ext cx="304800" cy="3048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286000" y="1981200"/>
            <a:ext cx="6324601" cy="769441"/>
          </a:xfrm>
          <a:prstGeom prst="rect">
            <a:avLst/>
          </a:prstGeom>
          <a:noFill/>
        </p:spPr>
        <p:txBody>
          <a:bodyPr wrap="square" rtlCol="0">
            <a:spAutoFit/>
          </a:bodyPr>
          <a:lstStyle/>
          <a:p>
            <a:pPr>
              <a:buFont typeface="Arial" pitchFamily="34" charset="0"/>
              <a:buChar char="•"/>
            </a:pPr>
            <a:r>
              <a:rPr lang="en-US" sz="1100" dirty="0" smtClean="0"/>
              <a:t>Creates and implements polices in collaboration with Partners (standards, assessments, educator certification requirements, AYP, etc.)</a:t>
            </a:r>
          </a:p>
          <a:p>
            <a:pPr>
              <a:buFont typeface="Arial" pitchFamily="34" charset="0"/>
              <a:buChar char="•"/>
            </a:pPr>
            <a:r>
              <a:rPr lang="en-US" sz="1100" dirty="0" smtClean="0"/>
              <a:t>Monitors students’ achievement across districts</a:t>
            </a:r>
          </a:p>
          <a:p>
            <a:pPr>
              <a:buFont typeface="Arial" pitchFamily="34" charset="0"/>
              <a:buChar char="•"/>
            </a:pPr>
            <a:r>
              <a:rPr lang="en-US" sz="1100" dirty="0" smtClean="0"/>
              <a:t>Provides support in the form of funding, professional development, and other services</a:t>
            </a:r>
            <a:endParaRPr lang="en-US" sz="1100" dirty="0"/>
          </a:p>
        </p:txBody>
      </p:sp>
      <p:sp>
        <p:nvSpPr>
          <p:cNvPr id="10" name="TextBox 9"/>
          <p:cNvSpPr txBox="1"/>
          <p:nvPr/>
        </p:nvSpPr>
        <p:spPr>
          <a:xfrm>
            <a:off x="2286000" y="3124200"/>
            <a:ext cx="6324601" cy="769441"/>
          </a:xfrm>
          <a:prstGeom prst="rect">
            <a:avLst/>
          </a:prstGeom>
          <a:noFill/>
        </p:spPr>
        <p:txBody>
          <a:bodyPr wrap="square" rtlCol="0">
            <a:spAutoFit/>
          </a:bodyPr>
          <a:lstStyle/>
          <a:p>
            <a:pPr>
              <a:buFont typeface="Arial" pitchFamily="34" charset="0"/>
              <a:buChar char="•"/>
            </a:pPr>
            <a:r>
              <a:rPr lang="en-US" sz="1100" dirty="0" smtClean="0"/>
              <a:t>Implements state and district polices</a:t>
            </a:r>
          </a:p>
          <a:p>
            <a:pPr>
              <a:buFont typeface="Arial" pitchFamily="34" charset="0"/>
              <a:buChar char="•"/>
            </a:pPr>
            <a:r>
              <a:rPr lang="en-US" sz="1100" dirty="0" smtClean="0"/>
              <a:t>Responsible for student achievement across schools</a:t>
            </a:r>
          </a:p>
          <a:p>
            <a:pPr>
              <a:buFont typeface="Arial" pitchFamily="34" charset="0"/>
              <a:buChar char="•"/>
            </a:pPr>
            <a:r>
              <a:rPr lang="en-US" sz="1100" dirty="0" smtClean="0"/>
              <a:t>Provides support to school leaders through district’s central office functions (recruiting, hiring, professional development)</a:t>
            </a:r>
          </a:p>
        </p:txBody>
      </p:sp>
      <p:sp>
        <p:nvSpPr>
          <p:cNvPr id="11" name="TextBox 10"/>
          <p:cNvSpPr txBox="1"/>
          <p:nvPr/>
        </p:nvSpPr>
        <p:spPr>
          <a:xfrm>
            <a:off x="2286000" y="4419600"/>
            <a:ext cx="6324601" cy="769441"/>
          </a:xfrm>
          <a:prstGeom prst="rect">
            <a:avLst/>
          </a:prstGeom>
          <a:noFill/>
        </p:spPr>
        <p:txBody>
          <a:bodyPr wrap="square" rtlCol="0">
            <a:spAutoFit/>
          </a:bodyPr>
          <a:lstStyle/>
          <a:p>
            <a:pPr>
              <a:buFont typeface="Arial" pitchFamily="34" charset="0"/>
              <a:buChar char="•"/>
            </a:pPr>
            <a:r>
              <a:rPr lang="en-US" sz="1100" dirty="0" smtClean="0"/>
              <a:t>Provides instructional leadership and manages school operations</a:t>
            </a:r>
          </a:p>
          <a:p>
            <a:pPr>
              <a:buFont typeface="Arial" pitchFamily="34" charset="0"/>
              <a:buChar char="•"/>
            </a:pPr>
            <a:r>
              <a:rPr lang="en-US" sz="1100" dirty="0" smtClean="0"/>
              <a:t>Responsible for school-wide performance</a:t>
            </a:r>
          </a:p>
          <a:p>
            <a:pPr>
              <a:buFont typeface="Arial" pitchFamily="34" charset="0"/>
              <a:buChar char="•"/>
            </a:pPr>
            <a:r>
              <a:rPr lang="en-US" sz="1100" dirty="0" smtClean="0"/>
              <a:t>Evaluates teachers and ensures that they have appropriate professional development supports to achieve full potential</a:t>
            </a:r>
            <a:endParaRPr lang="en-US" sz="1100" dirty="0"/>
          </a:p>
        </p:txBody>
      </p:sp>
      <p:sp>
        <p:nvSpPr>
          <p:cNvPr id="12" name="TextBox 11"/>
          <p:cNvSpPr txBox="1"/>
          <p:nvPr/>
        </p:nvSpPr>
        <p:spPr>
          <a:xfrm>
            <a:off x="2286000" y="5791200"/>
            <a:ext cx="6324601" cy="430887"/>
          </a:xfrm>
          <a:prstGeom prst="rect">
            <a:avLst/>
          </a:prstGeom>
          <a:noFill/>
        </p:spPr>
        <p:txBody>
          <a:bodyPr wrap="square" rtlCol="0">
            <a:spAutoFit/>
          </a:bodyPr>
          <a:lstStyle/>
          <a:p>
            <a:pPr>
              <a:buFont typeface="Arial" pitchFamily="34" charset="0"/>
              <a:buChar char="•"/>
            </a:pPr>
            <a:r>
              <a:rPr lang="en-US" sz="1100" dirty="0" smtClean="0"/>
              <a:t>Provides instruction to students, teaching to CCGPS and using data to modify instruction</a:t>
            </a:r>
          </a:p>
          <a:p>
            <a:pPr>
              <a:buFont typeface="Arial" pitchFamily="34" charset="0"/>
              <a:buChar char="•"/>
            </a:pPr>
            <a:r>
              <a:rPr lang="en-US" sz="1100" dirty="0" smtClean="0"/>
              <a:t>Responsible for student learning and achievement </a:t>
            </a:r>
            <a:endParaRPr lang="en-US" sz="11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System-wide Approach to Effectiveness and Accountability </a:t>
            </a:r>
            <a:endParaRPr lang="en-US" sz="3600" dirty="0"/>
          </a:p>
        </p:txBody>
      </p:sp>
      <p:graphicFrame>
        <p:nvGraphicFramePr>
          <p:cNvPr id="4" name="Content Placeholder 3"/>
          <p:cNvGraphicFramePr>
            <a:graphicFrameLocks noGrp="1"/>
          </p:cNvGraphicFramePr>
          <p:nvPr>
            <p:ph idx="1"/>
          </p:nvPr>
        </p:nvGraphicFramePr>
        <p:xfrm>
          <a:off x="0" y="1752600"/>
          <a:ext cx="25908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Up Arrow 4"/>
          <p:cNvSpPr/>
          <p:nvPr/>
        </p:nvSpPr>
        <p:spPr>
          <a:xfrm>
            <a:off x="1676400" y="2667000"/>
            <a:ext cx="304800" cy="3048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590800" y="1981200"/>
            <a:ext cx="6324601" cy="261610"/>
          </a:xfrm>
          <a:prstGeom prst="rect">
            <a:avLst/>
          </a:prstGeom>
          <a:noFill/>
        </p:spPr>
        <p:txBody>
          <a:bodyPr wrap="square" rtlCol="0">
            <a:spAutoFit/>
          </a:bodyPr>
          <a:lstStyle/>
          <a:p>
            <a:pPr>
              <a:buFont typeface="Arial" pitchFamily="34" charset="0"/>
              <a:buChar char="•"/>
            </a:pPr>
            <a:r>
              <a:rPr lang="en-US" sz="1100" dirty="0" smtClean="0"/>
              <a:t>Provides funding and appropriate regulations</a:t>
            </a:r>
            <a:endParaRPr lang="en-US" sz="1100" dirty="0"/>
          </a:p>
        </p:txBody>
      </p:sp>
      <p:sp>
        <p:nvSpPr>
          <p:cNvPr id="10" name="TextBox 9"/>
          <p:cNvSpPr txBox="1"/>
          <p:nvPr/>
        </p:nvSpPr>
        <p:spPr>
          <a:xfrm>
            <a:off x="2667000" y="2895600"/>
            <a:ext cx="6324601" cy="1277273"/>
          </a:xfrm>
          <a:prstGeom prst="rect">
            <a:avLst/>
          </a:prstGeom>
          <a:noFill/>
        </p:spPr>
        <p:txBody>
          <a:bodyPr wrap="square" rtlCol="0">
            <a:spAutoFit/>
          </a:bodyPr>
          <a:lstStyle/>
          <a:p>
            <a:pPr>
              <a:buFont typeface="Arial" pitchFamily="34" charset="0"/>
              <a:buChar char="•"/>
            </a:pPr>
            <a:r>
              <a:rPr lang="en-US" sz="1100" dirty="0" smtClean="0"/>
              <a:t>TPPs and LPPs prepare teacher candidates for the profession of teaching in K-12 classrooms, and prepare building level administrators to lead schools and develop teachers</a:t>
            </a:r>
          </a:p>
          <a:p>
            <a:pPr>
              <a:buFont typeface="Arial" pitchFamily="34" charset="0"/>
              <a:buChar char="•"/>
            </a:pPr>
            <a:r>
              <a:rPr lang="en-US" sz="1100" dirty="0" smtClean="0"/>
              <a:t>Graduate teacher candidates who have the content and pedagogy skills to be successful in boosting student learning</a:t>
            </a:r>
          </a:p>
          <a:p>
            <a:pPr>
              <a:buFont typeface="Arial" pitchFamily="34" charset="0"/>
              <a:buChar char="•"/>
            </a:pPr>
            <a:r>
              <a:rPr lang="en-US" sz="1100" dirty="0" smtClean="0"/>
              <a:t>Graduate building level administrators who have the leadership and management skills to change culture, motivate staff, increase student learning, and manage schools in fiscally responsible way</a:t>
            </a:r>
          </a:p>
          <a:p>
            <a:pPr>
              <a:buFont typeface="Arial" pitchFamily="34" charset="0"/>
              <a:buChar char="•"/>
            </a:pPr>
            <a:r>
              <a:rPr lang="en-US" sz="1100" dirty="0" smtClean="0"/>
              <a:t>May provide support to graduates in various ways (professional development, mentorships, etc.)</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F</a:t>
            </a:r>
            <a:r>
              <a:rPr lang="en-US" sz="4000" dirty="0" smtClean="0"/>
              <a:t>our components of TEMs and LEMs:</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5257800"/>
          </a:xfrm>
        </p:spPr>
        <p:txBody>
          <a:bodyPr>
            <a:normAutofit/>
          </a:bodyPr>
          <a:lstStyle/>
          <a:p>
            <a:endParaRPr lang="en-US" dirty="0" smtClean="0"/>
          </a:p>
          <a:p>
            <a:endParaRPr lang="en-US" sz="3400" dirty="0" smtClean="0"/>
          </a:p>
          <a:p>
            <a:r>
              <a:rPr lang="en-US" sz="3400" dirty="0" smtClean="0"/>
              <a:t>Class Keys and Leader Keys:  Qualitative</a:t>
            </a:r>
            <a:r>
              <a:rPr lang="en-US" sz="3400" dirty="0"/>
              <a:t>, rubric‐based evaluation tool with multiple rating categories to </a:t>
            </a:r>
            <a:r>
              <a:rPr lang="en-US" sz="3400" dirty="0" smtClean="0"/>
              <a:t>give educators </a:t>
            </a:r>
            <a:r>
              <a:rPr lang="en-US" sz="3400" dirty="0"/>
              <a:t>constructive feedback as opposed to the current satisfactory v. </a:t>
            </a:r>
            <a:r>
              <a:rPr lang="en-US" sz="3400" dirty="0" smtClean="0"/>
              <a:t>unsatisfactory rating</a:t>
            </a:r>
            <a:r>
              <a:rPr lang="en-US" sz="3400" dirty="0"/>
              <a:t>. </a:t>
            </a:r>
            <a:endParaRPr lang="en-US" sz="3400" dirty="0" smtClean="0"/>
          </a:p>
          <a:p>
            <a:pPr lvl="1"/>
            <a:r>
              <a:rPr lang="en-US" sz="2700" dirty="0" smtClean="0"/>
              <a:t>Evaluation not subject to open records (Code Section: </a:t>
            </a:r>
            <a:r>
              <a:rPr lang="en-US" sz="2400" dirty="0" smtClean="0"/>
              <a:t>20-2-210)</a:t>
            </a:r>
          </a:p>
          <a:p>
            <a:pPr lvl="1"/>
            <a:endParaRPr lang="en-US" sz="2400" dirty="0" smtClean="0"/>
          </a:p>
          <a:p>
            <a:pPr lvl="1"/>
            <a:endParaRPr lang="en-US" sz="2400" dirty="0" smtClean="0"/>
          </a:p>
          <a:p>
            <a:pPr lvl="1"/>
            <a:endParaRPr lang="en-US" sz="2700" dirty="0" smtClean="0"/>
          </a:p>
          <a:p>
            <a:pPr lvl="1"/>
            <a:endParaRPr lang="en-US" sz="2700" dirty="0" smtClean="0"/>
          </a:p>
          <a:p>
            <a:endParaRPr lang="en-US" sz="31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F</a:t>
            </a:r>
            <a:r>
              <a:rPr lang="en-US" sz="4000" dirty="0" smtClean="0"/>
              <a:t>our components of TEMs and LEMs:</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5257800"/>
          </a:xfrm>
        </p:spPr>
        <p:txBody>
          <a:bodyPr>
            <a:normAutofit/>
          </a:bodyPr>
          <a:lstStyle/>
          <a:p>
            <a:endParaRPr lang="en-US" dirty="0" smtClean="0"/>
          </a:p>
          <a:p>
            <a:endParaRPr lang="en-US" sz="3400" dirty="0" smtClean="0"/>
          </a:p>
          <a:p>
            <a:r>
              <a:rPr lang="en-US" sz="3100" dirty="0" smtClean="0"/>
              <a:t>Growth/Value‐added Model </a:t>
            </a:r>
          </a:p>
          <a:p>
            <a:pPr lvl="1"/>
            <a:r>
              <a:rPr lang="en-US" sz="2700" dirty="0" smtClean="0"/>
              <a:t>Accommodate students with missing test scores</a:t>
            </a:r>
          </a:p>
          <a:p>
            <a:pPr lvl="1"/>
            <a:r>
              <a:rPr lang="en-US" sz="2700" dirty="0" smtClean="0"/>
              <a:t>Use all test data in grades and subjects for each student in the analyses</a:t>
            </a:r>
          </a:p>
          <a:p>
            <a:pPr lvl="1"/>
            <a:r>
              <a:rPr lang="en-US" sz="2700" dirty="0" smtClean="0"/>
              <a:t>Not require that test scores be vertically linked </a:t>
            </a:r>
          </a:p>
          <a:p>
            <a:pPr lvl="1"/>
            <a:r>
              <a:rPr lang="en-US" sz="2700" dirty="0" smtClean="0"/>
              <a:t>Accommodate different classroom practices such as team-teaching and self-contained classroom</a:t>
            </a:r>
          </a:p>
          <a:p>
            <a:pPr lvl="1"/>
            <a:r>
              <a:rPr lang="en-US" sz="2700" dirty="0" smtClean="0"/>
              <a:t>Based on full academic year (FAY) students</a:t>
            </a:r>
          </a:p>
          <a:p>
            <a:pPr lvl="1"/>
            <a:endParaRPr lang="en-US" sz="2700" dirty="0" smtClean="0"/>
          </a:p>
          <a:p>
            <a:pPr>
              <a:buNone/>
            </a:pPr>
            <a:endParaRPr lang="en-US" sz="3100" dirty="0" smtClean="0"/>
          </a:p>
          <a:p>
            <a:endParaRPr lang="en-US" sz="31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F</a:t>
            </a:r>
            <a:r>
              <a:rPr lang="en-US" sz="4000" dirty="0" smtClean="0"/>
              <a:t>our components of TEMs and LEMs:</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5257800"/>
          </a:xfrm>
        </p:spPr>
        <p:txBody>
          <a:bodyPr>
            <a:normAutofit/>
          </a:bodyPr>
          <a:lstStyle/>
          <a:p>
            <a:endParaRPr lang="en-US" dirty="0" smtClean="0"/>
          </a:p>
          <a:p>
            <a:endParaRPr lang="en-US" sz="3400" dirty="0" smtClean="0"/>
          </a:p>
          <a:p>
            <a:r>
              <a:rPr lang="en-US" sz="3100" dirty="0" smtClean="0"/>
              <a:t>Reduction in the student achievement gap at the classroom/student roster level for teachers and the school level for principals</a:t>
            </a:r>
          </a:p>
          <a:p>
            <a:pPr lvl="1"/>
            <a:r>
              <a:rPr lang="en-US" sz="2700" dirty="0" smtClean="0"/>
              <a:t>Difference in achievement between any student subgroup (n </a:t>
            </a:r>
            <a:r>
              <a:rPr lang="en-US" sz="2700" u="sng" dirty="0" smtClean="0"/>
              <a:t>&gt;</a:t>
            </a:r>
            <a:r>
              <a:rPr lang="en-US" sz="2700" dirty="0" smtClean="0"/>
              <a:t> 15) in a given teacher’s classroom and the highest performing subgroup in the State (based on aggregated performance, by student subgroup, at the State level).</a:t>
            </a:r>
          </a:p>
          <a:p>
            <a:endParaRPr lang="en-US" sz="3100" dirty="0" smtClean="0"/>
          </a:p>
          <a:p>
            <a:endParaRPr lang="en-US" sz="31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F</a:t>
            </a:r>
            <a:r>
              <a:rPr lang="en-US" sz="4000" dirty="0" smtClean="0"/>
              <a:t>our components of TEMs and LEMs:</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5257800"/>
          </a:xfrm>
        </p:spPr>
        <p:txBody>
          <a:bodyPr>
            <a:normAutofit/>
          </a:bodyPr>
          <a:lstStyle/>
          <a:p>
            <a:pPr>
              <a:buNone/>
            </a:pPr>
            <a:endParaRPr lang="en-US" dirty="0" smtClean="0"/>
          </a:p>
          <a:p>
            <a:pPr>
              <a:buNone/>
            </a:pPr>
            <a:endParaRPr lang="en-US" sz="3100" dirty="0" smtClean="0"/>
          </a:p>
          <a:p>
            <a:r>
              <a:rPr lang="en-US" sz="3100" dirty="0" smtClean="0"/>
              <a:t>Other quantitative measures, to be developed, tested and evaluated by the state in collaboration with participating LEAs.</a:t>
            </a:r>
          </a:p>
          <a:p>
            <a:pPr lvl="1"/>
            <a:r>
              <a:rPr lang="en-US" sz="2700" dirty="0" smtClean="0"/>
              <a:t>Student, parent and peer surveys</a:t>
            </a:r>
          </a:p>
          <a:p>
            <a:endParaRPr lang="en-US" sz="31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1371600" y="1524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219200" y="3810000"/>
            <a:ext cx="1447800" cy="2015192"/>
          </a:xfrm>
          <a:prstGeom prst="rect">
            <a:avLst/>
          </a:prstGeom>
          <a:noFill/>
        </p:spPr>
        <p:txBody>
          <a:bodyPr wrap="square" rtlCol="0">
            <a:spAutoFit/>
          </a:bodyPr>
          <a:lstStyle/>
          <a:p>
            <a:pPr>
              <a:buFont typeface="Arial" pitchFamily="34" charset="0"/>
              <a:buChar char="•"/>
            </a:pPr>
            <a:r>
              <a:rPr lang="en-US" sz="1200" dirty="0" smtClean="0"/>
              <a:t>Evaluation tool with multiple rating categories and based on a number of inputs (peer and principal observations, informal walk-</a:t>
            </a:r>
            <a:r>
              <a:rPr lang="en-US" sz="1200" dirty="0" err="1" smtClean="0"/>
              <a:t>throughs</a:t>
            </a:r>
            <a:r>
              <a:rPr lang="en-US" sz="1200" dirty="0" smtClean="0"/>
              <a:t>, teacher artifacts)</a:t>
            </a:r>
            <a:endParaRPr lang="en-US" sz="1200" dirty="0"/>
          </a:p>
        </p:txBody>
      </p:sp>
      <p:sp>
        <p:nvSpPr>
          <p:cNvPr id="6" name="TextBox 5"/>
          <p:cNvSpPr txBox="1"/>
          <p:nvPr/>
        </p:nvSpPr>
        <p:spPr>
          <a:xfrm>
            <a:off x="2895600" y="3810000"/>
            <a:ext cx="1371600" cy="646331"/>
          </a:xfrm>
          <a:prstGeom prst="rect">
            <a:avLst/>
          </a:prstGeom>
          <a:noFill/>
        </p:spPr>
        <p:txBody>
          <a:bodyPr wrap="square" rtlCol="0">
            <a:spAutoFit/>
          </a:bodyPr>
          <a:lstStyle/>
          <a:p>
            <a:pPr>
              <a:buFont typeface="Arial" pitchFamily="34" charset="0"/>
              <a:buChar char="•"/>
            </a:pPr>
            <a:r>
              <a:rPr lang="en-US" sz="1200" dirty="0" smtClean="0"/>
              <a:t>Measure student growth in tested areas school-wide</a:t>
            </a:r>
            <a:endParaRPr lang="en-US" sz="1200" dirty="0"/>
          </a:p>
        </p:txBody>
      </p:sp>
      <p:sp>
        <p:nvSpPr>
          <p:cNvPr id="7" name="TextBox 6"/>
          <p:cNvSpPr txBox="1"/>
          <p:nvPr/>
        </p:nvSpPr>
        <p:spPr>
          <a:xfrm>
            <a:off x="4572000" y="3810000"/>
            <a:ext cx="1295400" cy="646331"/>
          </a:xfrm>
          <a:prstGeom prst="rect">
            <a:avLst/>
          </a:prstGeom>
          <a:noFill/>
        </p:spPr>
        <p:txBody>
          <a:bodyPr wrap="square" rtlCol="0">
            <a:spAutoFit/>
          </a:bodyPr>
          <a:lstStyle/>
          <a:p>
            <a:pPr>
              <a:buFont typeface="Arial" pitchFamily="34" charset="0"/>
              <a:buChar char="•"/>
            </a:pPr>
            <a:r>
              <a:rPr lang="en-US" sz="1200" dirty="0" smtClean="0"/>
              <a:t>Measure gap reduction over a year</a:t>
            </a:r>
            <a:endParaRPr lang="en-US" sz="1200" dirty="0"/>
          </a:p>
        </p:txBody>
      </p:sp>
      <p:sp>
        <p:nvSpPr>
          <p:cNvPr id="8" name="TextBox 7"/>
          <p:cNvSpPr txBox="1"/>
          <p:nvPr/>
        </p:nvSpPr>
        <p:spPr>
          <a:xfrm>
            <a:off x="6248400" y="3810000"/>
            <a:ext cx="1371600" cy="2677656"/>
          </a:xfrm>
          <a:prstGeom prst="rect">
            <a:avLst/>
          </a:prstGeom>
          <a:noFill/>
        </p:spPr>
        <p:txBody>
          <a:bodyPr wrap="square" rtlCol="0">
            <a:spAutoFit/>
          </a:bodyPr>
          <a:lstStyle/>
          <a:p>
            <a:pPr>
              <a:buFont typeface="Arial" pitchFamily="34" charset="0"/>
              <a:buChar char="•"/>
            </a:pPr>
            <a:r>
              <a:rPr lang="en-US" sz="1200" dirty="0" smtClean="0"/>
              <a:t>Student surveys (starting in grade 4)</a:t>
            </a:r>
          </a:p>
          <a:p>
            <a:pPr>
              <a:buFont typeface="Arial" pitchFamily="34" charset="0"/>
              <a:buChar char="•"/>
            </a:pPr>
            <a:r>
              <a:rPr lang="en-US" sz="1200" dirty="0" smtClean="0"/>
              <a:t>Parent surveys in grades K-3</a:t>
            </a:r>
          </a:p>
          <a:p>
            <a:pPr>
              <a:buFont typeface="Arial" pitchFamily="34" charset="0"/>
              <a:buChar char="•"/>
            </a:pPr>
            <a:r>
              <a:rPr lang="en-US" sz="1200" dirty="0" smtClean="0"/>
              <a:t>Peer surveys/ratings</a:t>
            </a:r>
          </a:p>
          <a:p>
            <a:pPr>
              <a:buFont typeface="Arial" pitchFamily="34" charset="0"/>
              <a:buChar char="•"/>
            </a:pPr>
            <a:r>
              <a:rPr lang="en-US" sz="1200" dirty="0" smtClean="0"/>
              <a:t>Other quantitative measures that are rigorous and comparable across classroom </a:t>
            </a:r>
          </a:p>
          <a:p>
            <a:pPr>
              <a:buFont typeface="Arial" pitchFamily="34" charset="0"/>
              <a:buChar char="•"/>
            </a:pPr>
            <a:endParaRPr lang="en-US" sz="12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1371600" y="1524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219200" y="3810000"/>
            <a:ext cx="1447800" cy="1754326"/>
          </a:xfrm>
          <a:prstGeom prst="rect">
            <a:avLst/>
          </a:prstGeom>
          <a:noFill/>
        </p:spPr>
        <p:txBody>
          <a:bodyPr wrap="square" rtlCol="0">
            <a:spAutoFit/>
          </a:bodyPr>
          <a:lstStyle/>
          <a:p>
            <a:pPr>
              <a:buFont typeface="Arial" pitchFamily="34" charset="0"/>
              <a:buChar char="•"/>
            </a:pPr>
            <a:r>
              <a:rPr lang="en-US" sz="1200" dirty="0" smtClean="0"/>
              <a:t>Evaluation tool with multiple rating categories and based on a number of inputs (e.g., quality of school improvement plan; student, staff and parental feedback)</a:t>
            </a:r>
            <a:endParaRPr lang="en-US" sz="1200" dirty="0"/>
          </a:p>
        </p:txBody>
      </p:sp>
      <p:sp>
        <p:nvSpPr>
          <p:cNvPr id="6" name="TextBox 5"/>
          <p:cNvSpPr txBox="1"/>
          <p:nvPr/>
        </p:nvSpPr>
        <p:spPr>
          <a:xfrm>
            <a:off x="2895600" y="3810000"/>
            <a:ext cx="1371600" cy="1200329"/>
          </a:xfrm>
          <a:prstGeom prst="rect">
            <a:avLst/>
          </a:prstGeom>
          <a:noFill/>
        </p:spPr>
        <p:txBody>
          <a:bodyPr wrap="square" rtlCol="0">
            <a:spAutoFit/>
          </a:bodyPr>
          <a:lstStyle/>
          <a:p>
            <a:pPr>
              <a:buFont typeface="Arial" pitchFamily="34" charset="0"/>
              <a:buChar char="•"/>
            </a:pPr>
            <a:r>
              <a:rPr lang="en-US" sz="1200" dirty="0" smtClean="0"/>
              <a:t>Measure student growth in tested areas school-wide</a:t>
            </a:r>
          </a:p>
          <a:p>
            <a:pPr>
              <a:buFont typeface="Arial" pitchFamily="34" charset="0"/>
              <a:buChar char="•"/>
            </a:pPr>
            <a:r>
              <a:rPr lang="en-US" sz="1200" dirty="0" smtClean="0"/>
              <a:t>Student graduation rate (HS)</a:t>
            </a:r>
            <a:endParaRPr lang="en-US" sz="1200" dirty="0"/>
          </a:p>
        </p:txBody>
      </p:sp>
      <p:sp>
        <p:nvSpPr>
          <p:cNvPr id="7" name="TextBox 6"/>
          <p:cNvSpPr txBox="1"/>
          <p:nvPr/>
        </p:nvSpPr>
        <p:spPr>
          <a:xfrm>
            <a:off x="4572000" y="3810000"/>
            <a:ext cx="1295400" cy="830997"/>
          </a:xfrm>
          <a:prstGeom prst="rect">
            <a:avLst/>
          </a:prstGeom>
          <a:noFill/>
        </p:spPr>
        <p:txBody>
          <a:bodyPr wrap="square" rtlCol="0">
            <a:spAutoFit/>
          </a:bodyPr>
          <a:lstStyle/>
          <a:p>
            <a:pPr>
              <a:buFont typeface="Arial" pitchFamily="34" charset="0"/>
              <a:buChar char="•"/>
            </a:pPr>
            <a:r>
              <a:rPr lang="en-US" sz="1200" dirty="0" smtClean="0"/>
              <a:t>Measure student achievement gap reduction over a year</a:t>
            </a:r>
            <a:endParaRPr lang="en-US" sz="1200" dirty="0"/>
          </a:p>
        </p:txBody>
      </p:sp>
      <p:sp>
        <p:nvSpPr>
          <p:cNvPr id="8" name="TextBox 7"/>
          <p:cNvSpPr txBox="1"/>
          <p:nvPr/>
        </p:nvSpPr>
        <p:spPr>
          <a:xfrm>
            <a:off x="6248400" y="3810000"/>
            <a:ext cx="1371600" cy="1754326"/>
          </a:xfrm>
          <a:prstGeom prst="rect">
            <a:avLst/>
          </a:prstGeom>
          <a:noFill/>
        </p:spPr>
        <p:txBody>
          <a:bodyPr wrap="square" rtlCol="0">
            <a:spAutoFit/>
          </a:bodyPr>
          <a:lstStyle/>
          <a:p>
            <a:pPr>
              <a:buFont typeface="Arial" pitchFamily="34" charset="0"/>
              <a:buChar char="•"/>
            </a:pPr>
            <a:r>
              <a:rPr lang="en-US" sz="1200" dirty="0" smtClean="0"/>
              <a:t>Climate surveys measuring school working conditions</a:t>
            </a:r>
          </a:p>
          <a:p>
            <a:pPr>
              <a:buFont typeface="Arial" pitchFamily="34" charset="0"/>
              <a:buChar char="•"/>
            </a:pPr>
            <a:r>
              <a:rPr lang="en-US" sz="1200" dirty="0" smtClean="0"/>
              <a:t>Student attendance (E/M/H)</a:t>
            </a:r>
          </a:p>
          <a:p>
            <a:pPr>
              <a:buFont typeface="Arial" pitchFamily="34" charset="0"/>
              <a:buChar char="•"/>
            </a:pPr>
            <a:r>
              <a:rPr lang="en-US" sz="1200" dirty="0" smtClean="0"/>
              <a:t>Retention of effective teachers</a:t>
            </a:r>
          </a:p>
          <a:p>
            <a:pPr>
              <a:buFont typeface="Arial" pitchFamily="34" charset="0"/>
              <a:buChar char="•"/>
            </a:pPr>
            <a:endParaRPr lang="en-US" sz="12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t>Performance ‐Based Talent Management</a:t>
            </a:r>
            <a:r>
              <a:rPr lang="en-US" b="1" dirty="0" smtClean="0"/>
              <a:t/>
            </a:r>
            <a:br>
              <a:rPr lang="en-US" b="1" dirty="0" smtClean="0"/>
            </a:br>
            <a:endParaRPr lang="en-US" dirty="0"/>
          </a:p>
        </p:txBody>
      </p:sp>
      <p:sp>
        <p:nvSpPr>
          <p:cNvPr id="4" name="Rectangle 3"/>
          <p:cNvSpPr/>
          <p:nvPr/>
        </p:nvSpPr>
        <p:spPr>
          <a:xfrm>
            <a:off x="457200" y="1225689"/>
            <a:ext cx="8229600" cy="6186309"/>
          </a:xfrm>
          <a:prstGeom prst="rect">
            <a:avLst/>
          </a:prstGeom>
        </p:spPr>
        <p:txBody>
          <a:bodyPr wrap="square">
            <a:spAutoFit/>
          </a:bodyPr>
          <a:lstStyle/>
          <a:p>
            <a:endParaRPr lang="en-US" dirty="0" smtClean="0"/>
          </a:p>
          <a:p>
            <a:endParaRPr lang="en-US" dirty="0"/>
          </a:p>
          <a:p>
            <a:r>
              <a:rPr lang="en-US" b="1" dirty="0" smtClean="0"/>
              <a:t>TEM/LEM </a:t>
            </a:r>
            <a:r>
              <a:rPr lang="en-US" b="1" dirty="0"/>
              <a:t>will be used to inform all talent management decisions: </a:t>
            </a:r>
            <a:endParaRPr lang="en-US" b="1" dirty="0" smtClean="0"/>
          </a:p>
          <a:p>
            <a:endParaRPr lang="en-US" dirty="0" smtClean="0"/>
          </a:p>
          <a:p>
            <a:pPr>
              <a:buFont typeface="Arial" pitchFamily="34" charset="0"/>
              <a:buChar char="•"/>
            </a:pPr>
            <a:r>
              <a:rPr lang="en-US" dirty="0"/>
              <a:t> </a:t>
            </a:r>
            <a:r>
              <a:rPr lang="en-US" dirty="0" smtClean="0"/>
              <a:t>Professional development</a:t>
            </a:r>
          </a:p>
          <a:p>
            <a:endParaRPr lang="en-US" dirty="0" smtClean="0"/>
          </a:p>
          <a:p>
            <a:pPr>
              <a:buFont typeface="Arial" pitchFamily="34" charset="0"/>
              <a:buChar char="•"/>
            </a:pPr>
            <a:r>
              <a:rPr lang="en-US" dirty="0" smtClean="0"/>
              <a:t> Compensation</a:t>
            </a:r>
          </a:p>
          <a:p>
            <a:pPr lvl="1">
              <a:buFont typeface="Arial" pitchFamily="34" charset="0"/>
              <a:buChar char="•"/>
            </a:pPr>
            <a:r>
              <a:rPr lang="en-US" dirty="0" smtClean="0"/>
              <a:t>Pilot merit pay in school year 2013-2014 (opt in system for current teachers)</a:t>
            </a:r>
          </a:p>
          <a:p>
            <a:pPr>
              <a:buFont typeface="Arial" pitchFamily="34" charset="0"/>
              <a:buChar char="•"/>
            </a:pPr>
            <a:endParaRPr lang="en-US" dirty="0" smtClean="0"/>
          </a:p>
          <a:p>
            <a:pPr>
              <a:buFont typeface="Arial" pitchFamily="34" charset="0"/>
              <a:buChar char="•"/>
            </a:pPr>
            <a:r>
              <a:rPr lang="en-US" dirty="0" smtClean="0"/>
              <a:t> Promotion</a:t>
            </a:r>
          </a:p>
          <a:p>
            <a:pPr>
              <a:buFont typeface="Arial" pitchFamily="34" charset="0"/>
              <a:buChar char="•"/>
            </a:pPr>
            <a:endParaRPr lang="en-US" dirty="0" smtClean="0"/>
          </a:p>
          <a:p>
            <a:pPr>
              <a:buFont typeface="Arial" pitchFamily="34" charset="0"/>
              <a:buChar char="•"/>
            </a:pPr>
            <a:r>
              <a:rPr lang="en-US" dirty="0" smtClean="0"/>
              <a:t> Retention</a:t>
            </a:r>
          </a:p>
          <a:p>
            <a:pPr>
              <a:buFont typeface="Arial" pitchFamily="34" charset="0"/>
              <a:buChar char="•"/>
            </a:pPr>
            <a:endParaRPr lang="en-US" dirty="0" smtClean="0"/>
          </a:p>
          <a:p>
            <a:pPr>
              <a:buFont typeface="Arial" pitchFamily="34" charset="0"/>
              <a:buChar char="•"/>
            </a:pPr>
            <a:r>
              <a:rPr lang="en-US" dirty="0" smtClean="0"/>
              <a:t> Recertification</a:t>
            </a:r>
          </a:p>
          <a:p>
            <a:pPr>
              <a:buFont typeface="Arial" pitchFamily="34" charset="0"/>
              <a:buChar char="•"/>
            </a:pPr>
            <a:endParaRPr lang="en-US" dirty="0" smtClean="0"/>
          </a:p>
          <a:p>
            <a:pPr>
              <a:buFont typeface="Arial" pitchFamily="34" charset="0"/>
              <a:buChar char="•"/>
            </a:pPr>
            <a:r>
              <a:rPr lang="en-US" dirty="0" smtClean="0"/>
              <a:t> Interventions </a:t>
            </a:r>
          </a:p>
          <a:p>
            <a:pPr>
              <a:buFont typeface="Arial" pitchFamily="34" charset="0"/>
              <a:buChar char="•"/>
            </a:pPr>
            <a:endParaRPr lang="en-US" dirty="0" smtClean="0"/>
          </a:p>
          <a:p>
            <a:pPr>
              <a:buFont typeface="Arial" pitchFamily="34" charset="0"/>
              <a:buChar char="•"/>
            </a:pPr>
            <a:r>
              <a:rPr lang="en-US" dirty="0" smtClean="0"/>
              <a:t> Dismissals </a:t>
            </a:r>
          </a:p>
          <a:p>
            <a:pPr>
              <a:buFont typeface="Arial" pitchFamily="34" charset="0"/>
              <a:buChar char="•"/>
            </a:pPr>
            <a:endParaRPr lang="en-US" dirty="0"/>
          </a:p>
          <a:p>
            <a:pPr algn="ctr"/>
            <a:endParaRPr lang="en-US" dirty="0" smtClean="0"/>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t>Performance ‐Based Talent Management</a:t>
            </a:r>
            <a:r>
              <a:rPr lang="en-US" b="1" dirty="0" smtClean="0"/>
              <a:t/>
            </a:r>
            <a:br>
              <a:rPr lang="en-US" b="1" dirty="0" smtClean="0"/>
            </a:br>
            <a:endParaRPr lang="en-US" dirty="0"/>
          </a:p>
        </p:txBody>
      </p:sp>
      <p:sp>
        <p:nvSpPr>
          <p:cNvPr id="4" name="Rectangle 3"/>
          <p:cNvSpPr/>
          <p:nvPr/>
        </p:nvSpPr>
        <p:spPr>
          <a:xfrm>
            <a:off x="457200" y="1225689"/>
            <a:ext cx="8229600" cy="923330"/>
          </a:xfrm>
          <a:prstGeom prst="rect">
            <a:avLst/>
          </a:prstGeom>
        </p:spPr>
        <p:txBody>
          <a:bodyPr wrap="square">
            <a:spAutoFit/>
          </a:bodyPr>
          <a:lstStyle/>
          <a:p>
            <a:pPr>
              <a:buFont typeface="Arial" pitchFamily="34" charset="0"/>
              <a:buChar char="•"/>
            </a:pPr>
            <a:endParaRPr lang="en-US" dirty="0"/>
          </a:p>
          <a:p>
            <a:pPr algn="ctr"/>
            <a:endParaRPr lang="en-US" dirty="0" smtClean="0"/>
          </a:p>
          <a:p>
            <a:endParaRPr lang="en-US" dirty="0"/>
          </a:p>
        </p:txBody>
      </p:sp>
      <p:graphicFrame>
        <p:nvGraphicFramePr>
          <p:cNvPr id="5" name="Table 4"/>
          <p:cNvGraphicFramePr>
            <a:graphicFrameLocks noGrp="1"/>
          </p:cNvGraphicFramePr>
          <p:nvPr/>
        </p:nvGraphicFramePr>
        <p:xfrm>
          <a:off x="381000" y="2133600"/>
          <a:ext cx="8305800" cy="3205480"/>
        </p:xfrm>
        <a:graphic>
          <a:graphicData uri="http://schemas.openxmlformats.org/drawingml/2006/table">
            <a:tbl>
              <a:tblPr firstRow="1" bandRow="1">
                <a:tableStyleId>{5C22544A-7EE6-4342-B048-85BDC9FD1C3A}</a:tableStyleId>
              </a:tblPr>
              <a:tblGrid>
                <a:gridCol w="1066800"/>
                <a:gridCol w="3581400"/>
                <a:gridCol w="3657600"/>
              </a:tblGrid>
              <a:tr h="370840">
                <a:tc>
                  <a:txBody>
                    <a:bodyPr/>
                    <a:lstStyle/>
                    <a:p>
                      <a:endParaRPr lang="en-US" dirty="0"/>
                    </a:p>
                  </a:txBody>
                  <a:tcPr/>
                </a:tc>
                <a:tc>
                  <a:txBody>
                    <a:bodyPr/>
                    <a:lstStyle/>
                    <a:p>
                      <a:r>
                        <a:rPr lang="en-US" dirty="0" smtClean="0"/>
                        <a:t>Induction Certification Teacher</a:t>
                      </a:r>
                      <a:endParaRPr lang="en-US" dirty="0"/>
                    </a:p>
                  </a:txBody>
                  <a:tcPr/>
                </a:tc>
                <a:tc>
                  <a:txBody>
                    <a:bodyPr/>
                    <a:lstStyle/>
                    <a:p>
                      <a:r>
                        <a:rPr lang="en-US" dirty="0" smtClean="0"/>
                        <a:t>Career Certification Teacher</a:t>
                      </a:r>
                      <a:endParaRPr lang="en-US" dirty="0"/>
                    </a:p>
                  </a:txBody>
                  <a:tcPr/>
                </a:tc>
              </a:tr>
              <a:tr h="370840">
                <a:tc>
                  <a:txBody>
                    <a:bodyPr/>
                    <a:lstStyle/>
                    <a:p>
                      <a:r>
                        <a:rPr lang="en-US" sz="1200" dirty="0" smtClean="0"/>
                        <a:t>Promotion</a:t>
                      </a:r>
                      <a:endParaRPr lang="en-US" sz="1200" dirty="0"/>
                    </a:p>
                  </a:txBody>
                  <a:tcPr/>
                </a:tc>
                <a:tc>
                  <a:txBody>
                    <a:bodyPr/>
                    <a:lstStyle/>
                    <a:p>
                      <a:r>
                        <a:rPr lang="en-US" sz="1200" dirty="0" smtClean="0"/>
                        <a:t>A teacher who reaches a threshold TEM by the</a:t>
                      </a:r>
                      <a:r>
                        <a:rPr lang="en-US" sz="1200" baseline="0" dirty="0" smtClean="0"/>
                        <a:t> end of his/her third year is eligible for a Career Certificate.</a:t>
                      </a:r>
                      <a:endParaRPr lang="en-US" sz="1200" dirty="0"/>
                    </a:p>
                  </a:txBody>
                  <a:tcPr/>
                </a:tc>
                <a:tc>
                  <a:txBody>
                    <a:bodyPr/>
                    <a:lstStyle/>
                    <a:p>
                      <a:r>
                        <a:rPr lang="en-US" sz="1200" dirty="0" smtClean="0"/>
                        <a:t>If</a:t>
                      </a:r>
                      <a:r>
                        <a:rPr lang="en-US" sz="1200" baseline="0" dirty="0" smtClean="0"/>
                        <a:t> a Career Teacher’s average TEM (e.g., over the last two years of teaching) is above the threshold, the teacher will be able to renew his/her certification.</a:t>
                      </a:r>
                      <a:endParaRPr lang="en-US" sz="1200" dirty="0"/>
                    </a:p>
                  </a:txBody>
                  <a:tcPr/>
                </a:tc>
              </a:tr>
              <a:tr h="370840">
                <a:tc>
                  <a:txBody>
                    <a:bodyPr/>
                    <a:lstStyle/>
                    <a:p>
                      <a:r>
                        <a:rPr lang="en-US" sz="1200" dirty="0" smtClean="0"/>
                        <a:t>Dismissal</a:t>
                      </a:r>
                      <a:endParaRPr lang="en-US" sz="1200" dirty="0"/>
                    </a:p>
                  </a:txBody>
                  <a:tcPr/>
                </a:tc>
                <a:tc>
                  <a:txBody>
                    <a:bodyPr/>
                    <a:lstStyle/>
                    <a:p>
                      <a:r>
                        <a:rPr lang="en-US" sz="1200" dirty="0" smtClean="0"/>
                        <a:t>A teacher who does not reach a threshold</a:t>
                      </a:r>
                      <a:r>
                        <a:rPr lang="en-US" sz="1200" baseline="0" dirty="0" smtClean="0"/>
                        <a:t> TEM by the end of his/her third year will not be able to advance to the Career Teacher Certification level.</a:t>
                      </a:r>
                      <a:endParaRPr lang="en-US" sz="1200" dirty="0"/>
                    </a:p>
                  </a:txBody>
                  <a:tcPr/>
                </a:tc>
                <a:tc>
                  <a:txBody>
                    <a:bodyPr/>
                    <a:lstStyle/>
                    <a:p>
                      <a:r>
                        <a:rPr lang="en-US" sz="1200" dirty="0" smtClean="0"/>
                        <a:t>If a Career Teacher’s average TEM is below the threshold, the teacher will become ineligible for recertification</a:t>
                      </a:r>
                      <a:r>
                        <a:rPr lang="en-US" sz="1200" baseline="0" dirty="0" smtClean="0"/>
                        <a:t> and will therefore not be able to continue teaching.  If the TEM is “borderline”, the teacher will be placed on a one-year probation and given the opportunity to improve his/her TEM with supports provided by the school and district.</a:t>
                      </a:r>
                      <a:endParaRPr lang="en-US" sz="1200" dirty="0"/>
                    </a:p>
                  </a:txBody>
                  <a:tcPr/>
                </a:tc>
              </a:tr>
              <a:tr h="370840">
                <a:tc>
                  <a:txBody>
                    <a:bodyPr/>
                    <a:lstStyle/>
                    <a:p>
                      <a:r>
                        <a:rPr lang="en-US" sz="1200" dirty="0" smtClean="0"/>
                        <a:t>Retention</a:t>
                      </a:r>
                      <a:endParaRPr lang="en-US" sz="1200" dirty="0"/>
                    </a:p>
                  </a:txBody>
                  <a:tcPr/>
                </a:tc>
                <a:tc>
                  <a:txBody>
                    <a:bodyPr/>
                    <a:lstStyle/>
                    <a:p>
                      <a:r>
                        <a:rPr lang="en-US" sz="1200" dirty="0" smtClean="0"/>
                        <a:t>Tracking teachers’ TEM will allow principals and districts leadership</a:t>
                      </a:r>
                      <a:r>
                        <a:rPr lang="en-US" sz="1200" baseline="0" dirty="0" smtClean="0"/>
                        <a:t> to identify rising stars and invest in the retention of these teachers.</a:t>
                      </a:r>
                      <a:endParaRPr lang="en-US" sz="1200" dirty="0"/>
                    </a:p>
                  </a:txBody>
                  <a:tcPr/>
                </a:tc>
                <a:tc>
                  <a:txBody>
                    <a:bodyPr/>
                    <a:lstStyle/>
                    <a:p>
                      <a:r>
                        <a:rPr lang="en-US" sz="1200" dirty="0" smtClean="0"/>
                        <a:t>Tracking teachers’ TEM over the course of their careers will</a:t>
                      </a:r>
                      <a:r>
                        <a:rPr lang="en-US" sz="1200" baseline="0" dirty="0" smtClean="0"/>
                        <a:t> allow principals and district leadership to identify teachers who are high performers and invest in the retention of these teachers.</a:t>
                      </a:r>
                      <a:endParaRPr lang="en-US" sz="1200" dirty="0"/>
                    </a:p>
                  </a:txBody>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1371600" y="1524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219200" y="3810000"/>
            <a:ext cx="1447800" cy="646331"/>
          </a:xfrm>
          <a:prstGeom prst="rect">
            <a:avLst/>
          </a:prstGeom>
          <a:noFill/>
        </p:spPr>
        <p:txBody>
          <a:bodyPr wrap="square" rtlCol="0">
            <a:spAutoFit/>
          </a:bodyPr>
          <a:lstStyle/>
          <a:p>
            <a:pPr>
              <a:buFont typeface="Arial" pitchFamily="34" charset="0"/>
              <a:buChar char="•"/>
            </a:pPr>
            <a:r>
              <a:rPr lang="en-US" sz="1200" dirty="0" smtClean="0"/>
              <a:t>Measures student growth in tested areas district-wide</a:t>
            </a:r>
            <a:endParaRPr lang="en-US" sz="1200" dirty="0"/>
          </a:p>
        </p:txBody>
      </p:sp>
      <p:sp>
        <p:nvSpPr>
          <p:cNvPr id="6" name="TextBox 5"/>
          <p:cNvSpPr txBox="1"/>
          <p:nvPr/>
        </p:nvSpPr>
        <p:spPr>
          <a:xfrm>
            <a:off x="2895600" y="3810000"/>
            <a:ext cx="1371600" cy="1754326"/>
          </a:xfrm>
          <a:prstGeom prst="rect">
            <a:avLst/>
          </a:prstGeom>
          <a:noFill/>
        </p:spPr>
        <p:txBody>
          <a:bodyPr wrap="square" rtlCol="0">
            <a:spAutoFit/>
          </a:bodyPr>
          <a:lstStyle/>
          <a:p>
            <a:pPr>
              <a:buFont typeface="Arial" pitchFamily="34" charset="0"/>
              <a:buChar char="•"/>
            </a:pPr>
            <a:r>
              <a:rPr lang="en-US" sz="1200" dirty="0" smtClean="0"/>
              <a:t>Measure gap reduction over a year</a:t>
            </a:r>
          </a:p>
          <a:p>
            <a:pPr>
              <a:buFont typeface="Arial" pitchFamily="34" charset="0"/>
              <a:buChar char="•"/>
            </a:pPr>
            <a:r>
              <a:rPr lang="en-US" sz="1200" dirty="0" smtClean="0"/>
              <a:t>Measures the percent of NI schools in the district (out of all schools in the system)</a:t>
            </a:r>
            <a:endParaRPr lang="en-US" sz="1200" dirty="0"/>
          </a:p>
        </p:txBody>
      </p:sp>
      <p:sp>
        <p:nvSpPr>
          <p:cNvPr id="7" name="TextBox 6"/>
          <p:cNvSpPr txBox="1"/>
          <p:nvPr/>
        </p:nvSpPr>
        <p:spPr>
          <a:xfrm>
            <a:off x="4572000" y="3810000"/>
            <a:ext cx="1295400" cy="1754326"/>
          </a:xfrm>
          <a:prstGeom prst="rect">
            <a:avLst/>
          </a:prstGeom>
          <a:noFill/>
        </p:spPr>
        <p:txBody>
          <a:bodyPr wrap="square" rtlCol="0">
            <a:spAutoFit/>
          </a:bodyPr>
          <a:lstStyle/>
          <a:p>
            <a:pPr>
              <a:buFont typeface="Arial" pitchFamily="34" charset="0"/>
              <a:buChar char="•"/>
            </a:pPr>
            <a:r>
              <a:rPr lang="en-US" sz="1200" dirty="0" smtClean="0"/>
              <a:t>Percentage of the district’s high school graduates that enroll in postsecondary somewhere in the country.</a:t>
            </a:r>
          </a:p>
          <a:p>
            <a:pPr>
              <a:buFont typeface="Arial" pitchFamily="34" charset="0"/>
              <a:buChar char="•"/>
            </a:pPr>
            <a:r>
              <a:rPr lang="en-US" sz="1200" dirty="0" smtClean="0"/>
              <a:t>High School graduation rate</a:t>
            </a:r>
            <a:endParaRPr lang="en-US" sz="1200" dirty="0"/>
          </a:p>
        </p:txBody>
      </p:sp>
      <p:sp>
        <p:nvSpPr>
          <p:cNvPr id="8" name="TextBox 7"/>
          <p:cNvSpPr txBox="1"/>
          <p:nvPr/>
        </p:nvSpPr>
        <p:spPr>
          <a:xfrm>
            <a:off x="6248400" y="3810000"/>
            <a:ext cx="1600200" cy="3046988"/>
          </a:xfrm>
          <a:prstGeom prst="rect">
            <a:avLst/>
          </a:prstGeom>
          <a:noFill/>
        </p:spPr>
        <p:txBody>
          <a:bodyPr wrap="square" rtlCol="0">
            <a:spAutoFit/>
          </a:bodyPr>
          <a:lstStyle/>
          <a:p>
            <a:pPr>
              <a:buFont typeface="Arial" pitchFamily="34" charset="0"/>
              <a:buChar char="•"/>
            </a:pPr>
            <a:r>
              <a:rPr lang="en-US" sz="1200" dirty="0" smtClean="0"/>
              <a:t>Measures district’s success, relative to other districts, in developing effective leaders and teachers</a:t>
            </a:r>
          </a:p>
          <a:p>
            <a:pPr>
              <a:buFont typeface="Arial" pitchFamily="34" charset="0"/>
              <a:buChar char="•"/>
            </a:pPr>
            <a:r>
              <a:rPr lang="en-US" sz="1200" dirty="0" smtClean="0"/>
              <a:t>Climate surveys measuring overall environment and working conditions in districts </a:t>
            </a:r>
          </a:p>
          <a:p>
            <a:pPr>
              <a:buFont typeface="Arial" pitchFamily="34" charset="0"/>
              <a:buChar char="•"/>
            </a:pPr>
            <a:r>
              <a:rPr lang="en-US" sz="1200" dirty="0" smtClean="0"/>
              <a:t>Accreditation standing</a:t>
            </a:r>
          </a:p>
          <a:p>
            <a:pPr>
              <a:buFont typeface="Arial" pitchFamily="34" charset="0"/>
              <a:buChar char="•"/>
            </a:pPr>
            <a:r>
              <a:rPr lang="en-US" sz="1200" dirty="0" smtClean="0"/>
              <a:t>Operational excellence (e.g., audit results)</a:t>
            </a:r>
          </a:p>
          <a:p>
            <a:pPr>
              <a:buFont typeface="Arial" pitchFamily="34" charset="0"/>
              <a:buChar char="•"/>
            </a:pPr>
            <a:endParaRPr lang="en-US" sz="12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1371600" y="1524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219200" y="3810000"/>
            <a:ext cx="1447800" cy="1754326"/>
          </a:xfrm>
          <a:prstGeom prst="rect">
            <a:avLst/>
          </a:prstGeom>
          <a:noFill/>
        </p:spPr>
        <p:txBody>
          <a:bodyPr wrap="square" rtlCol="0">
            <a:spAutoFit/>
          </a:bodyPr>
          <a:lstStyle/>
          <a:p>
            <a:pPr>
              <a:buFont typeface="Arial" pitchFamily="34" charset="0"/>
              <a:buChar char="•"/>
            </a:pPr>
            <a:r>
              <a:rPr lang="en-US" sz="1200" dirty="0" smtClean="0"/>
              <a:t>Overall student achievement of graduates, as measured by TEM scores of graduates</a:t>
            </a:r>
          </a:p>
          <a:p>
            <a:r>
              <a:rPr lang="en-US" sz="1200" dirty="0" smtClean="0"/>
              <a:t>(Aggregated by each graduating teacher cohort)</a:t>
            </a:r>
            <a:endParaRPr lang="en-US" sz="1200" dirty="0"/>
          </a:p>
        </p:txBody>
      </p:sp>
      <p:sp>
        <p:nvSpPr>
          <p:cNvPr id="6" name="TextBox 5"/>
          <p:cNvSpPr txBox="1"/>
          <p:nvPr/>
        </p:nvSpPr>
        <p:spPr>
          <a:xfrm>
            <a:off x="2895600" y="3810000"/>
            <a:ext cx="1371600" cy="1200329"/>
          </a:xfrm>
          <a:prstGeom prst="rect">
            <a:avLst/>
          </a:prstGeom>
          <a:noFill/>
        </p:spPr>
        <p:txBody>
          <a:bodyPr wrap="square" rtlCol="0">
            <a:spAutoFit/>
          </a:bodyPr>
          <a:lstStyle/>
          <a:p>
            <a:pPr>
              <a:buFont typeface="Arial" pitchFamily="34" charset="0"/>
              <a:buChar char="•"/>
            </a:pPr>
            <a:r>
              <a:rPr lang="en-US" sz="1200" dirty="0" smtClean="0"/>
              <a:t>Percentage of teachers who “graduate” from the Induction Certificate to the Career Certificate</a:t>
            </a:r>
            <a:endParaRPr lang="en-US" sz="1200" dirty="0"/>
          </a:p>
        </p:txBody>
      </p:sp>
      <p:sp>
        <p:nvSpPr>
          <p:cNvPr id="7" name="TextBox 6"/>
          <p:cNvSpPr txBox="1"/>
          <p:nvPr/>
        </p:nvSpPr>
        <p:spPr>
          <a:xfrm>
            <a:off x="4572000" y="3810000"/>
            <a:ext cx="1295400" cy="1200329"/>
          </a:xfrm>
          <a:prstGeom prst="rect">
            <a:avLst/>
          </a:prstGeom>
          <a:noFill/>
        </p:spPr>
        <p:txBody>
          <a:bodyPr wrap="square" rtlCol="0">
            <a:spAutoFit/>
          </a:bodyPr>
          <a:lstStyle/>
          <a:p>
            <a:pPr>
              <a:buFont typeface="Arial" pitchFamily="34" charset="0"/>
              <a:buChar char="•"/>
            </a:pPr>
            <a:r>
              <a:rPr lang="en-US" sz="1200" dirty="0" smtClean="0"/>
              <a:t>Overall GACE scores on content tests</a:t>
            </a:r>
          </a:p>
          <a:p>
            <a:r>
              <a:rPr lang="en-US" sz="1200" dirty="0" smtClean="0"/>
              <a:t>(Aggregated by each graduating teacher cohort)</a:t>
            </a:r>
            <a:endParaRPr lang="en-US" sz="1200" dirty="0"/>
          </a:p>
        </p:txBody>
      </p:sp>
      <p:sp>
        <p:nvSpPr>
          <p:cNvPr id="8" name="TextBox 7"/>
          <p:cNvSpPr txBox="1"/>
          <p:nvPr/>
        </p:nvSpPr>
        <p:spPr>
          <a:xfrm>
            <a:off x="6248400" y="3810000"/>
            <a:ext cx="1371600" cy="2308324"/>
          </a:xfrm>
          <a:prstGeom prst="rect">
            <a:avLst/>
          </a:prstGeom>
          <a:noFill/>
        </p:spPr>
        <p:txBody>
          <a:bodyPr wrap="square" rtlCol="0">
            <a:spAutoFit/>
          </a:bodyPr>
          <a:lstStyle/>
          <a:p>
            <a:pPr>
              <a:buFont typeface="Arial" pitchFamily="34" charset="0"/>
              <a:buChar char="•"/>
            </a:pPr>
            <a:r>
              <a:rPr lang="en-US" sz="1200" dirty="0" smtClean="0"/>
              <a:t>Retention rate of graduates in the first 3 years of teaching (percentage who are still teaching by end of third year)</a:t>
            </a:r>
          </a:p>
          <a:p>
            <a:r>
              <a:rPr lang="en-US" sz="1200" dirty="0" smtClean="0"/>
              <a:t>(Aggregated by each graduating teacher cohort)</a:t>
            </a:r>
          </a:p>
          <a:p>
            <a:pPr>
              <a:buFont typeface="Arial" pitchFamily="34" charset="0"/>
              <a:buChar char="•"/>
            </a:pPr>
            <a:endParaRPr lang="en-US" sz="12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1371600" y="1524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219200" y="3810000"/>
            <a:ext cx="1447800" cy="1754326"/>
          </a:xfrm>
          <a:prstGeom prst="rect">
            <a:avLst/>
          </a:prstGeom>
          <a:noFill/>
        </p:spPr>
        <p:txBody>
          <a:bodyPr wrap="square" rtlCol="0">
            <a:spAutoFit/>
          </a:bodyPr>
          <a:lstStyle/>
          <a:p>
            <a:pPr>
              <a:buFont typeface="Arial" pitchFamily="34" charset="0"/>
              <a:buChar char="•"/>
            </a:pPr>
            <a:r>
              <a:rPr lang="en-US" sz="1200" dirty="0" smtClean="0"/>
              <a:t>Overall student achievement of graduates, as measured by LEM scores of graduates</a:t>
            </a:r>
          </a:p>
          <a:p>
            <a:r>
              <a:rPr lang="en-US" sz="1200" dirty="0" smtClean="0"/>
              <a:t>(Aggregated by each graduating leader cohort)</a:t>
            </a:r>
            <a:endParaRPr lang="en-US" sz="1200" dirty="0"/>
          </a:p>
        </p:txBody>
      </p:sp>
      <p:sp>
        <p:nvSpPr>
          <p:cNvPr id="6" name="TextBox 5"/>
          <p:cNvSpPr txBox="1"/>
          <p:nvPr/>
        </p:nvSpPr>
        <p:spPr>
          <a:xfrm>
            <a:off x="2895600" y="3810000"/>
            <a:ext cx="1371600" cy="1569660"/>
          </a:xfrm>
          <a:prstGeom prst="rect">
            <a:avLst/>
          </a:prstGeom>
          <a:noFill/>
        </p:spPr>
        <p:txBody>
          <a:bodyPr wrap="square" rtlCol="0">
            <a:spAutoFit/>
          </a:bodyPr>
          <a:lstStyle/>
          <a:p>
            <a:pPr>
              <a:buFont typeface="Arial" pitchFamily="34" charset="0"/>
              <a:buChar char="•"/>
            </a:pPr>
            <a:r>
              <a:rPr lang="en-US" sz="1200" dirty="0" smtClean="0"/>
              <a:t>Overall TEM scores, aggregated for teachers in the leader’s school</a:t>
            </a:r>
          </a:p>
          <a:p>
            <a:r>
              <a:rPr lang="en-US" sz="1200" dirty="0" smtClean="0"/>
              <a:t>(Aggregated by each graduating leader cohort)</a:t>
            </a:r>
            <a:endParaRPr lang="en-US" sz="1200" dirty="0"/>
          </a:p>
        </p:txBody>
      </p:sp>
      <p:sp>
        <p:nvSpPr>
          <p:cNvPr id="7" name="TextBox 6"/>
          <p:cNvSpPr txBox="1"/>
          <p:nvPr/>
        </p:nvSpPr>
        <p:spPr>
          <a:xfrm>
            <a:off x="4572000" y="3810000"/>
            <a:ext cx="1295400" cy="1384995"/>
          </a:xfrm>
          <a:prstGeom prst="rect">
            <a:avLst/>
          </a:prstGeom>
          <a:noFill/>
        </p:spPr>
        <p:txBody>
          <a:bodyPr wrap="square" rtlCol="0">
            <a:spAutoFit/>
          </a:bodyPr>
          <a:lstStyle/>
          <a:p>
            <a:pPr>
              <a:buFont typeface="Arial" pitchFamily="34" charset="0"/>
              <a:buChar char="•"/>
            </a:pPr>
            <a:r>
              <a:rPr lang="en-US" sz="1200" dirty="0" smtClean="0"/>
              <a:t>Overall GACE scores on Leadership Assessment</a:t>
            </a:r>
          </a:p>
          <a:p>
            <a:r>
              <a:rPr lang="en-US" sz="1200" dirty="0" smtClean="0"/>
              <a:t>(Aggregated by each graduating leader cohort)</a:t>
            </a:r>
            <a:endParaRPr lang="en-US" sz="1200" dirty="0"/>
          </a:p>
        </p:txBody>
      </p:sp>
      <p:sp>
        <p:nvSpPr>
          <p:cNvPr id="8" name="TextBox 7"/>
          <p:cNvSpPr txBox="1"/>
          <p:nvPr/>
        </p:nvSpPr>
        <p:spPr>
          <a:xfrm>
            <a:off x="6248400" y="3810000"/>
            <a:ext cx="1600200" cy="2677656"/>
          </a:xfrm>
          <a:prstGeom prst="rect">
            <a:avLst/>
          </a:prstGeom>
          <a:noFill/>
        </p:spPr>
        <p:txBody>
          <a:bodyPr wrap="square" rtlCol="0">
            <a:spAutoFit/>
          </a:bodyPr>
          <a:lstStyle/>
          <a:p>
            <a:pPr>
              <a:buFont typeface="Arial" pitchFamily="34" charset="0"/>
              <a:buChar char="•"/>
            </a:pPr>
            <a:r>
              <a:rPr lang="en-US" sz="1200" dirty="0" smtClean="0"/>
              <a:t>Percentage of graduates who are still in the k-12 system in leadership positions by the end of their third year (at the building or district office level) – not necessarily in the same district</a:t>
            </a:r>
          </a:p>
          <a:p>
            <a:r>
              <a:rPr lang="en-US" sz="1200" dirty="0" smtClean="0"/>
              <a:t>(Aggregated by each graduating leader cohort)</a:t>
            </a:r>
          </a:p>
          <a:p>
            <a:pPr>
              <a:buFont typeface="Arial" pitchFamily="34" charset="0"/>
              <a:buChar char="•"/>
            </a:pPr>
            <a:endParaRPr lang="en-US" sz="12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endParaRPr lang="en-US" dirty="0" smtClean="0"/>
          </a:p>
          <a:p>
            <a:pPr>
              <a:buNone/>
            </a:pPr>
            <a:endParaRPr lang="en-US" dirty="0" smtClean="0"/>
          </a:p>
          <a:p>
            <a:pPr algn="ctr">
              <a:buNone/>
            </a:pPr>
            <a:r>
              <a:rPr lang="en-US" sz="5400" dirty="0" smtClean="0"/>
              <a:t>Other RT3 Projects</a:t>
            </a:r>
            <a:endParaRPr lang="en-US" sz="5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dirty="0" smtClean="0"/>
              <a:t>Innovation Fund</a:t>
            </a:r>
          </a:p>
        </p:txBody>
      </p:sp>
      <p:sp>
        <p:nvSpPr>
          <p:cNvPr id="13315" name="Content Placeholder 2"/>
          <p:cNvSpPr>
            <a:spLocks noGrp="1"/>
          </p:cNvSpPr>
          <p:nvPr>
            <p:ph idx="1"/>
          </p:nvPr>
        </p:nvSpPr>
        <p:spPr/>
        <p:txBody>
          <a:bodyPr>
            <a:normAutofit fontScale="92500" lnSpcReduction="10000"/>
          </a:bodyPr>
          <a:lstStyle/>
          <a:p>
            <a:pPr eaLnBrk="1" hangingPunct="1"/>
            <a:endParaRPr lang="en-US" dirty="0" smtClean="0"/>
          </a:p>
          <a:p>
            <a:pPr eaLnBrk="1" hangingPunct="1"/>
            <a:r>
              <a:rPr lang="en-US" dirty="0" smtClean="0"/>
              <a:t>Innovation Fund will provide seed money to:</a:t>
            </a:r>
          </a:p>
          <a:p>
            <a:pPr lvl="1" eaLnBrk="1" hangingPunct="1"/>
            <a:r>
              <a:rPr lang="en-US" dirty="0" smtClean="0"/>
              <a:t>Support student learning</a:t>
            </a:r>
          </a:p>
          <a:p>
            <a:pPr lvl="1" eaLnBrk="1" hangingPunct="1"/>
            <a:r>
              <a:rPr lang="en-US" dirty="0" smtClean="0"/>
              <a:t>Increase the teacher and principal pipeline in high needs subjects and geographic areas</a:t>
            </a:r>
          </a:p>
          <a:p>
            <a:pPr lvl="1" eaLnBrk="1" hangingPunct="1"/>
            <a:r>
              <a:rPr lang="en-US" dirty="0" smtClean="0"/>
              <a:t>Provide quality induction to retain and further develop highly effective teachers and leaders</a:t>
            </a:r>
          </a:p>
          <a:p>
            <a:pPr lvl="1" eaLnBrk="1" hangingPunct="1"/>
            <a:r>
              <a:rPr lang="en-US" dirty="0" smtClean="0"/>
              <a:t>STEM Charters</a:t>
            </a:r>
          </a:p>
          <a:p>
            <a:pPr lvl="1" eaLnBrk="1" hangingPunct="1"/>
            <a:endParaRPr lang="en-US" dirty="0" smtClean="0"/>
          </a:p>
          <a:p>
            <a:pPr lvl="1" eaLnBrk="1" hangingPunct="1">
              <a:buFont typeface="Arial" charset="0"/>
              <a:buNone/>
            </a:pPr>
            <a:r>
              <a:rPr lang="en-US" b="1" dirty="0" smtClean="0"/>
              <a:t>ALL districts will be eligible.</a:t>
            </a:r>
          </a:p>
          <a:p>
            <a:pPr lvl="1" eaLnBrk="1" hangingPunct="1">
              <a:buFont typeface="Arial" charset="0"/>
              <a:buNone/>
            </a:pPr>
            <a:endParaRPr lang="en-US" dirty="0" smtClean="0"/>
          </a:p>
          <a:p>
            <a:pPr lvl="1" eaLnBrk="1" hangingPunct="1"/>
            <a:endParaRPr lang="en-US"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dirty="0" smtClean="0"/>
              <a:t>Partners</a:t>
            </a:r>
          </a:p>
        </p:txBody>
      </p:sp>
      <p:sp>
        <p:nvSpPr>
          <p:cNvPr id="3" name="Content Placeholder 2"/>
          <p:cNvSpPr>
            <a:spLocks noGrp="1"/>
          </p:cNvSpPr>
          <p:nvPr>
            <p:ph idx="1"/>
          </p:nvPr>
        </p:nvSpPr>
        <p:spPr/>
        <p:txBody>
          <a:bodyPr rtlCol="0">
            <a:normAutofit fontScale="92500" lnSpcReduction="20000"/>
          </a:bodyPr>
          <a:lstStyle/>
          <a:p>
            <a:pPr eaLnBrk="1" fontAlgn="auto" hangingPunct="1">
              <a:spcAft>
                <a:spcPts val="0"/>
              </a:spcAft>
              <a:buFont typeface="Arial" pitchFamily="34" charset="0"/>
              <a:buChar char="•"/>
              <a:defRPr/>
            </a:pPr>
            <a:r>
              <a:rPr lang="en-US" dirty="0" err="1" smtClean="0"/>
              <a:t>UTeach</a:t>
            </a:r>
            <a:r>
              <a:rPr lang="en-US" dirty="0" smtClean="0"/>
              <a:t> to strengthen pipeline of math and science teachers from higher education institutions.</a:t>
            </a:r>
          </a:p>
          <a:p>
            <a:pPr eaLnBrk="1" fontAlgn="auto" hangingPunct="1">
              <a:spcAft>
                <a:spcPts val="0"/>
              </a:spcAft>
              <a:buFont typeface="Arial" pitchFamily="34" charset="0"/>
              <a:buChar char="•"/>
              <a:defRPr/>
            </a:pPr>
            <a:r>
              <a:rPr lang="en-US" dirty="0" smtClean="0"/>
              <a:t>Teach for America </a:t>
            </a:r>
          </a:p>
          <a:p>
            <a:pPr eaLnBrk="1" fontAlgn="auto" hangingPunct="1">
              <a:spcAft>
                <a:spcPts val="0"/>
              </a:spcAft>
              <a:buFont typeface="Arial" pitchFamily="34" charset="0"/>
              <a:buChar char="•"/>
              <a:defRPr/>
            </a:pPr>
            <a:r>
              <a:rPr lang="en-US" dirty="0" smtClean="0"/>
              <a:t>New Teacher Project</a:t>
            </a:r>
          </a:p>
          <a:p>
            <a:pPr eaLnBrk="1" fontAlgn="auto" hangingPunct="1">
              <a:spcAft>
                <a:spcPts val="0"/>
              </a:spcAft>
              <a:buFont typeface="Arial" pitchFamily="34" charset="0"/>
              <a:buChar char="•"/>
              <a:defRPr/>
            </a:pPr>
            <a:r>
              <a:rPr lang="en-US" dirty="0" smtClean="0"/>
              <a:t>CEISMC to provide professional development of existing math and science teachers.</a:t>
            </a:r>
          </a:p>
          <a:p>
            <a:pPr eaLnBrk="1" fontAlgn="auto" hangingPunct="1">
              <a:spcAft>
                <a:spcPts val="0"/>
              </a:spcAft>
              <a:buFont typeface="Arial" pitchFamily="34" charset="0"/>
              <a:buChar char="•"/>
              <a:defRPr/>
            </a:pPr>
            <a:r>
              <a:rPr lang="en-US" dirty="0" smtClean="0"/>
              <a:t>Summer Leadership Academy</a:t>
            </a:r>
          </a:p>
          <a:p>
            <a:pPr eaLnBrk="1" fontAlgn="auto" hangingPunct="1">
              <a:spcAft>
                <a:spcPts val="0"/>
              </a:spcAft>
              <a:buFont typeface="Arial" pitchFamily="34" charset="0"/>
              <a:buChar char="•"/>
              <a:defRPr/>
            </a:pPr>
            <a:r>
              <a:rPr lang="en-US" dirty="0" smtClean="0"/>
              <a:t>Quality Plus Leadership Academy</a:t>
            </a:r>
          </a:p>
          <a:p>
            <a:pPr eaLnBrk="1" fontAlgn="auto" hangingPunct="1">
              <a:spcAft>
                <a:spcPts val="0"/>
              </a:spcAft>
              <a:buFont typeface="Arial" pitchFamily="34" charset="0"/>
              <a:buChar char="•"/>
              <a:defRPr/>
            </a:pPr>
            <a:r>
              <a:rPr lang="en-US" dirty="0" smtClean="0"/>
              <a:t>Community in Schools</a:t>
            </a:r>
          </a:p>
          <a:p>
            <a:pPr eaLnBrk="1" fontAlgn="auto" hangingPunct="1">
              <a:spcAft>
                <a:spcPts val="0"/>
              </a:spcAft>
              <a:buFont typeface="Arial" pitchFamily="34" charset="0"/>
              <a:buChar char="•"/>
              <a:defRPr/>
            </a:pPr>
            <a:endParaRPr lang="en-US" dirty="0" smtClean="0"/>
          </a:p>
          <a:p>
            <a:pPr lvl="1" eaLnBrk="1" fontAlgn="auto" hangingPunct="1">
              <a:spcAft>
                <a:spcPts val="0"/>
              </a:spcAft>
              <a:buFont typeface="Arial" pitchFamily="34" charset="0"/>
              <a:buChar char="–"/>
              <a:defRPr/>
            </a:pPr>
            <a:endParaRPr lang="en-US" dirty="0" smtClean="0"/>
          </a:p>
          <a:p>
            <a:pPr lvl="1" eaLnBrk="1" fontAlgn="auto" hangingPunct="1">
              <a:spcAft>
                <a:spcPts val="0"/>
              </a:spcAft>
              <a:buFont typeface="Arial" pitchFamily="34" charset="0"/>
              <a:buChar char="–"/>
              <a:defRPr/>
            </a:pPr>
            <a:endParaRPr lang="en-US"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chor="t">
            <a:normAutofit fontScale="90000"/>
          </a:bodyPr>
          <a:lstStyle/>
          <a:p>
            <a:r>
              <a:rPr lang="en-US" smtClean="0"/>
              <a:t>Department of Education RT3 Contacts</a:t>
            </a:r>
          </a:p>
        </p:txBody>
      </p:sp>
      <p:sp>
        <p:nvSpPr>
          <p:cNvPr id="29699" name="Subtitle 2"/>
          <p:cNvSpPr>
            <a:spLocks noGrp="1"/>
          </p:cNvSpPr>
          <p:nvPr>
            <p:ph idx="1"/>
          </p:nvPr>
        </p:nvSpPr>
        <p:spPr/>
        <p:txBody>
          <a:bodyPr/>
          <a:lstStyle/>
          <a:p>
            <a:pPr>
              <a:buFont typeface="Arial" charset="0"/>
              <a:buNone/>
            </a:pPr>
            <a:endParaRPr lang="en-US" sz="2000" dirty="0" smtClean="0"/>
          </a:p>
          <a:p>
            <a:pPr>
              <a:buFont typeface="Arial" charset="0"/>
              <a:buNone/>
            </a:pPr>
            <a:r>
              <a:rPr lang="en-US" sz="2000" dirty="0" smtClean="0"/>
              <a:t>Teresa MacCartney – Deputy Superintendent for RT3 Implementation</a:t>
            </a:r>
          </a:p>
          <a:p>
            <a:pPr>
              <a:buFont typeface="Arial" charset="0"/>
              <a:buNone/>
            </a:pPr>
            <a:r>
              <a:rPr lang="en-US" sz="2000" dirty="0" smtClean="0">
                <a:hlinkClick r:id="rId2"/>
              </a:rPr>
              <a:t>tmaccartney@gadoe.org</a:t>
            </a:r>
            <a:endParaRPr lang="en-US" sz="2000" dirty="0" smtClean="0"/>
          </a:p>
          <a:p>
            <a:pPr>
              <a:buFont typeface="Arial" charset="0"/>
              <a:buNone/>
            </a:pPr>
            <a:r>
              <a:rPr lang="en-US" sz="2000" dirty="0" smtClean="0"/>
              <a:t>404-656-7552</a:t>
            </a:r>
          </a:p>
          <a:p>
            <a:pPr>
              <a:buFont typeface="Arial" charset="0"/>
              <a:buNone/>
            </a:pPr>
            <a:endParaRPr lang="en-US" sz="2000" dirty="0" smtClean="0"/>
          </a:p>
          <a:p>
            <a:pPr>
              <a:buFont typeface="Arial" charset="0"/>
              <a:buNone/>
            </a:pPr>
            <a:r>
              <a:rPr lang="en-US" sz="2000" dirty="0" smtClean="0"/>
              <a:t>Jon Rogers – RT3 Communications Director</a:t>
            </a:r>
          </a:p>
          <a:p>
            <a:pPr>
              <a:buFont typeface="Arial" charset="0"/>
              <a:buNone/>
            </a:pPr>
            <a:r>
              <a:rPr lang="en-US" sz="2000" dirty="0" smtClean="0">
                <a:hlinkClick r:id="rId3"/>
              </a:rPr>
              <a:t>jonrogers@gadoe.org</a:t>
            </a:r>
            <a:endParaRPr lang="en-US" sz="2000" dirty="0" smtClean="0"/>
          </a:p>
          <a:p>
            <a:pPr>
              <a:buFont typeface="Arial" charset="0"/>
              <a:buNone/>
            </a:pPr>
            <a:r>
              <a:rPr lang="en-US" sz="2000" dirty="0" smtClean="0"/>
              <a:t>404-357-7661</a:t>
            </a:r>
          </a:p>
          <a:p>
            <a:pPr>
              <a:buFont typeface="Arial" charset="0"/>
              <a:buNone/>
            </a:pPr>
            <a:endParaRPr lang="en-US" sz="2000" dirty="0" smtClean="0"/>
          </a:p>
          <a:p>
            <a:pPr>
              <a:buFont typeface="Arial" charset="0"/>
              <a:buNone/>
            </a:pPr>
            <a:r>
              <a:rPr lang="en-US" sz="2000" dirty="0" smtClean="0"/>
              <a:t>Kathie Wood – Teacher Lead Advisor</a:t>
            </a:r>
          </a:p>
          <a:p>
            <a:pPr>
              <a:buFont typeface="Arial" charset="0"/>
              <a:buNone/>
            </a:pPr>
            <a:r>
              <a:rPr lang="en-US" sz="2000" dirty="0" smtClean="0">
                <a:hlinkClick r:id="rId4"/>
              </a:rPr>
              <a:t>kwood@gadoe.org</a:t>
            </a:r>
            <a:endParaRPr lang="en-US" sz="2000" dirty="0" smtClean="0"/>
          </a:p>
          <a:p>
            <a:pPr>
              <a:buFont typeface="Arial" charset="0"/>
              <a:buNone/>
            </a:pPr>
            <a:r>
              <a:rPr lang="en-US" sz="2000" dirty="0" smtClean="0"/>
              <a:t>404-772-1645</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GaDOE Presentation Template - John Bar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8F9C8662C74564AA813A60BD0601687" ma:contentTypeVersion="5" ma:contentTypeDescription="Create a new document." ma:contentTypeScope="" ma:versionID="61377ce7a204efa2e2cf5073a4910476">
  <xsd:schema xmlns:xsd="http://www.w3.org/2001/XMLSchema" xmlns:p="http://schemas.microsoft.com/office/2006/metadata/properties" xmlns:ns2="d71578b4-8a9a-43b8-9dd8-3834e0439734" targetNamespace="http://schemas.microsoft.com/office/2006/metadata/properties" ma:root="true" ma:fieldsID="da905d4b6774f6a507a7d566f943c061" ns2:_="">
    <xsd:import namespace="d71578b4-8a9a-43b8-9dd8-3834e0439734"/>
    <xsd:element name="properties">
      <xsd:complexType>
        <xsd:sequence>
          <xsd:element name="documentManagement">
            <xsd:complexType>
              <xsd:all>
                <xsd:element ref="ns2:Document_x0020_Category"/>
                <xsd:element ref="ns2:Category"/>
                <xsd:element ref="ns2:Sub_x002d_Category" minOccurs="0"/>
                <xsd:element ref="ns2:Policy_x0020_Reference" minOccurs="0"/>
              </xsd:all>
            </xsd:complexType>
          </xsd:element>
        </xsd:sequence>
      </xsd:complexType>
    </xsd:element>
  </xsd:schema>
  <xsd:schema xmlns:xsd="http://www.w3.org/2001/XMLSchema" xmlns:dms="http://schemas.microsoft.com/office/2006/documentManagement/types" targetNamespace="d71578b4-8a9a-43b8-9dd8-3834e0439734" elementFormDefault="qualified">
    <xsd:import namespace="http://schemas.microsoft.com/office/2006/documentManagement/types"/>
    <xsd:element name="Document_x0020_Category" ma:index="8" ma:displayName="Type of Document" ma:format="Dropdown" ma:internalName="Document_x0020_Category">
      <xsd:simpleType>
        <xsd:restriction base="dms:Choice">
          <xsd:enumeration value="Form"/>
          <xsd:enumeration value="Guidance"/>
          <xsd:enumeration value="Template"/>
          <xsd:enumeration value="Concept Paper Template"/>
          <xsd:enumeration value="Easy Reference"/>
          <xsd:enumeration value="Logo/Emblems"/>
        </xsd:restriction>
      </xsd:simpleType>
    </xsd:element>
    <xsd:element name="Category" ma:index="9" ma:displayName="Category" ma:default="(Choose One)" ma:format="Dropdown" ma:internalName="Category">
      <xsd:simpleType>
        <xsd:restriction base="dms:Choice">
          <xsd:enumeration value="(Choose One)"/>
          <xsd:enumeration value="Communications"/>
          <xsd:enumeration value="SBOE Approval Process"/>
          <xsd:enumeration value="Human Resources/Legal"/>
          <xsd:enumeration value="Operations"/>
          <xsd:enumeration value="Program Management"/>
          <xsd:enumeration value="Internal Audits &amp; Controls"/>
        </xsd:restriction>
      </xsd:simpleType>
    </xsd:element>
    <xsd:element name="Sub_x002d_Category" ma:index="10" nillable="true" ma:displayName="Sub-Category" ma:internalName="Sub_x002d_Category">
      <xsd:simpleType>
        <xsd:restriction base="dms:Text">
          <xsd:maxLength value="255"/>
        </xsd:restriction>
      </xsd:simpleType>
    </xsd:element>
    <xsd:element name="Policy_x0020_Reference" ma:index="11" nillable="true" ma:displayName="Policy Reference" ma:list="{5d4ab52c-5c5b-46b6-a9b7-51bccb2839cc}" ma:internalName="Policy_x0020_Reference" ma:showField="I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Policy_x0020_Reference xmlns="d71578b4-8a9a-43b8-9dd8-3834e0439734"/>
    <Document_x0020_Category xmlns="d71578b4-8a9a-43b8-9dd8-3834e0439734">Template</Document_x0020_Category>
    <Sub_x002d_Category xmlns="d71578b4-8a9a-43b8-9dd8-3834e0439734" xsi:nil="true"/>
    <Category xmlns="d71578b4-8a9a-43b8-9dd8-3834e0439734">Communications</Categor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BA86BC-1F29-4375-AE6B-492A07F73F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71578b4-8a9a-43b8-9dd8-3834e0439734"/>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6594011B-9108-48F9-A937-8713538D7F43}">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d71578b4-8a9a-43b8-9dd8-3834e0439734"/>
    <ds:schemaRef ds:uri="http://schemas.openxmlformats.org/package/2006/metadata/core-properties"/>
  </ds:schemaRefs>
</ds:datastoreItem>
</file>

<file path=customXml/itemProps3.xml><?xml version="1.0" encoding="utf-8"?>
<ds:datastoreItem xmlns:ds="http://schemas.openxmlformats.org/officeDocument/2006/customXml" ds:itemID="{6EA9B24D-C6E2-4E2A-8A53-EFA19D362A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TotalTime>
  <Words>2920</Words>
  <Application>Microsoft Office PowerPoint</Application>
  <PresentationFormat>On-screen Show (4:3)</PresentationFormat>
  <Paragraphs>360</Paragraphs>
  <Slides>31</Slides>
  <Notes>17</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GaDOE Presentation Template - John Barge</vt:lpstr>
      <vt:lpstr>Slide 1</vt:lpstr>
      <vt:lpstr>Broad Statewide Impact</vt:lpstr>
      <vt:lpstr>Broad Statewide Impact</vt:lpstr>
      <vt:lpstr>4 Education Reform Areas</vt:lpstr>
      <vt:lpstr>Slide 5</vt:lpstr>
      <vt:lpstr>Standards and Assessments</vt:lpstr>
      <vt:lpstr>Standards and Assessments</vt:lpstr>
      <vt:lpstr>Standards and Assessments</vt:lpstr>
      <vt:lpstr>Data Systems to Improve Instruction</vt:lpstr>
      <vt:lpstr>Turning Around Our Lowest Achieving Schools</vt:lpstr>
      <vt:lpstr>Slide 11</vt:lpstr>
      <vt:lpstr>Participating LEAs with schools that have been identified as lowest achieving schools will:</vt:lpstr>
      <vt:lpstr>Great Teachers and Leaders</vt:lpstr>
      <vt:lpstr>Effectiveness Measures</vt:lpstr>
      <vt:lpstr>System-wide Approach to Effectiveness and Accountability</vt:lpstr>
      <vt:lpstr>System-wide Approach to Effectiveness and Accountability </vt:lpstr>
      <vt:lpstr>Four components of TEMs and LEMs: </vt:lpstr>
      <vt:lpstr>Four components of TEMs and LEMs: </vt:lpstr>
      <vt:lpstr>Four components of TEMs and LEMs: </vt:lpstr>
      <vt:lpstr>Four components of TEMs and LEMs: </vt:lpstr>
      <vt:lpstr>Slide 21</vt:lpstr>
      <vt:lpstr>Slide 22</vt:lpstr>
      <vt:lpstr>Performance ‐Based Talent Management </vt:lpstr>
      <vt:lpstr>Performance ‐Based Talent Management </vt:lpstr>
      <vt:lpstr>Slide 25</vt:lpstr>
      <vt:lpstr>Slide 26</vt:lpstr>
      <vt:lpstr>Slide 27</vt:lpstr>
      <vt:lpstr>Slide 28</vt:lpstr>
      <vt:lpstr>Innovation Fund</vt:lpstr>
      <vt:lpstr>Partners</vt:lpstr>
      <vt:lpstr>Department of Education RT3 Contacts</vt:lpstr>
    </vt:vector>
  </TitlesOfParts>
  <Company>Georgia Department of Education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GaDOE PowerPoint Template 1</dc:title>
  <dc:creator>Missy Smith</dc:creator>
  <cp:lastModifiedBy>Vince</cp:lastModifiedBy>
  <cp:revision>5</cp:revision>
  <dcterms:created xsi:type="dcterms:W3CDTF">2011-03-18T13:09:59Z</dcterms:created>
  <dcterms:modified xsi:type="dcterms:W3CDTF">2011-04-27T14:49:59Z</dcterms:modified>
  <cp:contentType>Document</cp:contentTyp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0x01010008F9C8662C74564AA813A60BD0601687</vt:lpwstr>
  </property>
</Properties>
</file>
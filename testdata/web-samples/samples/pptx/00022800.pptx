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9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864" r:id="rId8"/>
    <p:sldMasterId id="2147484013" r:id="rId9"/>
    <p:sldMasterId id="2147485342" r:id="rId10"/>
  </p:sldMasterIdLst>
  <p:notesMasterIdLst>
    <p:notesMasterId r:id="rId12"/>
  </p:notesMasterIdLst>
  <p:handoutMasterIdLst>
    <p:handoutMasterId r:id="rId13"/>
  </p:handoutMasterIdLst>
  <p:sldIdLst>
    <p:sldId id="427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5F5F5F"/>
    <a:srgbClr val="FF0000"/>
    <a:srgbClr val="0000FF"/>
    <a:srgbClr val="FA9500"/>
    <a:srgbClr val="D67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75" autoAdjust="0"/>
  </p:normalViewPr>
  <p:slideViewPr>
    <p:cSldViewPr snapToGrid="0"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780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34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443CDFBA-DB74-46D8-A2B5-323ED53052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6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1B020DE0-9B5E-4463-8D22-5C8721133C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436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5E1E7-C170-453B-BE5C-0E728E0271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D12F4-8955-4DB2-B62B-EA328AF62D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94332-A027-46FA-88C8-C89E322A91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050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EDF0C5-F1B2-45B1-8914-940AF5693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7406E-1A85-4023-82EC-C579AAE7A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64895-6BEC-4F7F-A928-F7AFEF463C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99920-910A-43FC-BD3E-34CCA197D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77F6E-CB8F-4E56-A3C6-C4F71A6AF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D4CEF-8312-44D6-A473-6C27D6854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9A5403-856C-49E4-83DB-3216BBAD37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4200" y="228600"/>
            <a:ext cx="1981200" cy="62023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228600"/>
            <a:ext cx="5791200" cy="62023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77EAB-E1FA-4541-A2E0-64D1C3E080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26A66-A641-4943-845C-9B6EA6F598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B64F2-121E-456B-B70D-92DBBE00E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8F133-1750-4F79-93C0-E2799533D0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050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9050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D923A-6A3F-423F-9646-64707F5685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E0964-122C-4B4D-BE0F-64D4AED0E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28870-453E-442D-8311-D92B8ECF5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E7AB4-3EAF-4188-B6B8-D64BBD4221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799A8-C537-4854-973B-398145982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017E1-A9AF-4DE5-8853-C78D728A2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FC947-2363-457E-9A66-BCBDFFD8B6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228600"/>
            <a:ext cx="2133600" cy="62023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228600"/>
            <a:ext cx="6248400" cy="62023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AFF26-D505-4334-A131-38D9474AEF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 advClick="0" advTm="8000">
    <p:push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1C600-899A-4AAD-954E-CFC8A8A7BC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F8A00-92B0-4C95-ADCE-C6510EFE0D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3CA07-6026-4D11-BF13-1603A998E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CD509-CFBF-43DD-85B1-9918EC4098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2B783-13CF-4088-8252-EF4B0BAC9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19CF1-798C-4C73-B8E5-DB56ED2A4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08DA3-0A85-4820-86DB-C29BDE6A6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BCFE6-79E1-4897-9033-62A57C8B8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3A83D-A9C6-4AD8-B38A-DE118FD5E8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2A4A9-74A3-418D-974D-5DEA27AC0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FAFE3-0A45-4231-BB8F-7EC31CA549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11219-6FEE-4FB9-9AB0-1A81AB6AE0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45736-C11A-4E3D-90EE-83F3555995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6F88A-7A52-446D-86BC-5D01F52FE2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0DD78-2B7F-496A-825F-789B75BFB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6D2C5-5E87-4CA3-8FC1-C316FEA2A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4C4A7-61E6-4622-A84E-EC0C4405C0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76DA5-DF3F-40A9-86FA-4FA9184625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E97F7-1E1B-4879-B343-3826502079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F901A-D709-4494-A206-3EE62875B8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8BE0F-5032-4EA3-B22D-3675BC66EC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DAC80-868D-46E0-BF8A-D75DC391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D8A63-CEFD-4F0C-B16D-EC029FB3D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84B77-5B08-4104-9D3E-D617B12A5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FBB3B-1AC1-416E-A194-1B28DD5B52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7C792-7DCA-434C-8823-AEB6BA8446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DB117-58FA-4D4F-BF67-15484A2E1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3D7D5F-92F6-4F2F-AA2E-85C3D0C966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D11E7-48CD-4EC9-83DC-D7E191056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54576-CCFD-49DE-A15C-12FEBE9B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94D6A-14FE-496C-A4B9-AA2F97596D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86E98-998D-4352-8D01-D9E49EAF3B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458788"/>
            <a:ext cx="2095500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8788"/>
            <a:ext cx="6134100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02D63-1B47-40D9-8310-A47F1B1A45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8AD00-6E74-46E2-AF60-17FBFBFD3C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08CAD-6728-4322-B4B5-65427245E9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B9E97-AA6D-4EAC-B42C-E9E64444BB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AB5EA-2360-4D43-A8AB-92C1ACAE4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70037-5E71-4FF5-AB65-33D2E0FC9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FEEFE-D342-40C7-97B4-2C8E80B5C0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B30E4-E084-43D6-BAA3-02CA70F51A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B337D-B019-4BC2-AD9A-4574546BAB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8F24A-6FC4-4475-96E5-0E8C0D5D91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B87C2-68E6-4DF8-860E-F211F85BB9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458788"/>
            <a:ext cx="2095500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8788"/>
            <a:ext cx="6134100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6B920-B3CB-44A7-9528-9D227CE805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788"/>
            <a:ext cx="838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B5F42-08F3-471C-9746-DFD9F933E2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26464-0ECA-4E09-9D80-7062CD3C1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1888A-40B4-4E45-8FBD-B4BD35D05B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B494C-A775-486F-B73B-2A8FE100A1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F627E-E8E1-45E5-8DA8-ED032A4461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B93C7-2A15-4757-81F2-9BD4C3B7A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41A5F-35AA-4982-A6A4-402DDAEF5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38E75-1625-44A8-969F-22B0CBB5C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DBD1A-05DC-4993-BF11-2F29181194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32A6F-4520-485F-B0C0-47FF88EA3B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E8C3F-B0AD-4CC7-B5E1-27DFC9AC5A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458788"/>
            <a:ext cx="2095500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8788"/>
            <a:ext cx="6134100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26745-1F1D-4867-9CE7-EAC9204AF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8D2CE2C4-335C-4222-8358-2E9FEE7A20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EB06A105-AF3A-48CD-86CD-70A361C322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AB697AF4-FF06-49B4-8A8B-8D5D7D7F6E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D9986FA7-3694-4EEA-BEBB-4F5B890DB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A6946F67-DBA9-4F8D-BB71-C322EA086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18B828F7-F9C0-4AAB-B649-0347C927DF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37719E6C-7D12-4396-BA23-56A507D8C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4BBA563E-F5BB-4CCC-B5DD-DE0791797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1A68BA0C-D156-4412-A66D-123CCB917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6F71BBEF-F778-4757-A1D6-711FCEE738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458788"/>
            <a:ext cx="2095500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8788"/>
            <a:ext cx="6134100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C28DFAF2-C13E-4564-ACEB-FA5919F76E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788"/>
            <a:ext cx="838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B29D749C-ABB7-4332-953A-F40C65E1A7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53C26-944D-4A57-BB10-67FA6F98FA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797A1-F2CF-44F3-93DA-F45421613B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5BB7F-9DDD-4553-AB4A-E4FEFED301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B470D-F92F-4C42-8691-BA2476599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B231F-913E-4257-97FE-7707F99CE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64CD2-CFED-4070-84A6-C4D474F69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D908A-DDC5-48C9-81F0-8C61A96C0A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EF645-633D-43A0-B884-FF2DFCD2E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62FE-58D0-4DDE-9121-4C71AC8E38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99764-E02A-4875-8129-45D7479C51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458788"/>
            <a:ext cx="2095500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8788"/>
            <a:ext cx="6134100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B2088-236F-48C8-BC53-D3B812196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788"/>
            <a:ext cx="838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6EF-DC5A-4B3C-ACCE-535378B4F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AE70A7-7224-41DF-B1A1-170A89DDF3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B9ADA9-3F16-4E06-9BFE-5AD096894B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0D769F-BBE0-4C4F-B11A-5A0127FECF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F6D8E-3B2D-4C99-AACA-A759165236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4168E-CE3C-47ED-8D95-5D9DFA03CB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16970-AB56-40C7-A98A-EA58F7A49E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19938-1AE9-40A8-B11C-C94B1EABE4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74689B-2F05-4F1D-9474-80F0D70FB7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425AA-43AB-48D6-845F-7198698AF4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4EC12-725E-4687-A34E-918F2844E1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458788"/>
            <a:ext cx="2095500" cy="5667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8788"/>
            <a:ext cx="6134100" cy="5667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3DCB32-E117-45CE-9CF9-BBA882A201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788"/>
            <a:ext cx="838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411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C1B188-40A9-45FC-82DE-10D54C1ED1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4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3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image" Target="../media/image3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3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emp_R1aUncommon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17463" y="-12700"/>
            <a:ext cx="9180513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228600"/>
            <a:ext cx="7924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Header 1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905000"/>
            <a:ext cx="7467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4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40825C76-2924-4BB1-AB77-B1F18421E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28" r:id="rId1"/>
    <p:sldLayoutId id="2147485229" r:id="rId2"/>
    <p:sldLayoutId id="2147485230" r:id="rId3"/>
    <p:sldLayoutId id="2147485231" r:id="rId4"/>
    <p:sldLayoutId id="2147485232" r:id="rId5"/>
    <p:sldLayoutId id="2147485233" r:id="rId6"/>
    <p:sldLayoutId id="2147485234" r:id="rId7"/>
    <p:sldLayoutId id="2147485235" r:id="rId8"/>
    <p:sldLayoutId id="2147485236" r:id="rId9"/>
    <p:sldLayoutId id="2147485237" r:id="rId10"/>
    <p:sldLayoutId id="214748523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PTemp_R1aUncommon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17463" y="-12700"/>
            <a:ext cx="9180513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228600"/>
            <a:ext cx="7924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Header 1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9050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14B9B621-EA81-4826-A14F-19DD109C68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39" r:id="rId1"/>
    <p:sldLayoutId id="2147485240" r:id="rId2"/>
    <p:sldLayoutId id="2147485241" r:id="rId3"/>
    <p:sldLayoutId id="2147485242" r:id="rId4"/>
    <p:sldLayoutId id="2147485243" r:id="rId5"/>
    <p:sldLayoutId id="2147485244" r:id="rId6"/>
    <p:sldLayoutId id="2147485245" r:id="rId7"/>
    <p:sldLayoutId id="2147485246" r:id="rId8"/>
    <p:sldLayoutId id="2147485247" r:id="rId9"/>
    <p:sldLayoutId id="2147485248" r:id="rId10"/>
    <p:sldLayoutId id="2147485249" r:id="rId11"/>
  </p:sldLayoutIdLst>
  <p:transition spd="slow" advClick="0" advTm="8000">
    <p:push dir="r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rgbClr val="A50021"/>
          </a:solidFill>
          <a:latin typeface="Tahoma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ounded Rectangle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noFill/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3" name="Rectangle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079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8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6" name="Date Placeholder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Perpetua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Perpetua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Franklin Gothic Book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473BA3A0-A246-4305-ACDE-455DFEC45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50" r:id="rId1"/>
    <p:sldLayoutId id="2147485251" r:id="rId2"/>
    <p:sldLayoutId id="2147485252" r:id="rId3"/>
    <p:sldLayoutId id="2147485253" r:id="rId4"/>
    <p:sldLayoutId id="2147485254" r:id="rId5"/>
    <p:sldLayoutId id="2147485255" r:id="rId6"/>
    <p:sldLayoutId id="2147485256" r:id="rId7"/>
    <p:sldLayoutId id="2147485257" r:id="rId8"/>
    <p:sldLayoutId id="2147485258" r:id="rId9"/>
    <p:sldLayoutId id="2147485259" r:id="rId10"/>
    <p:sldLayoutId id="2147485260" r:id="rId11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43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rgbClr val="742217"/>
        </a:buClr>
        <a:buSzPct val="85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43" charset="2"/>
        <a:buChar char=""/>
        <a:defRPr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43" charset="2"/>
        <a:buChar char=""/>
        <a:defRPr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4100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1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Perpetua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Perpetua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Franklin Gothic Book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3F0F3A5C-C1CE-4AD1-8949-A0E2ADFBF7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61" r:id="rId1"/>
    <p:sldLayoutId id="2147485262" r:id="rId2"/>
    <p:sldLayoutId id="2147485263" r:id="rId3"/>
    <p:sldLayoutId id="2147485264" r:id="rId4"/>
    <p:sldLayoutId id="2147485265" r:id="rId5"/>
    <p:sldLayoutId id="2147485266" r:id="rId6"/>
    <p:sldLayoutId id="2147485267" r:id="rId7"/>
    <p:sldLayoutId id="2147485268" r:id="rId8"/>
    <p:sldLayoutId id="2147485269" r:id="rId9"/>
    <p:sldLayoutId id="2147485270" r:id="rId10"/>
    <p:sldLayoutId id="2147485271" r:id="rId11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43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rgbClr val="742217"/>
        </a:buClr>
        <a:buSzPct val="85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43" charset="2"/>
        <a:buChar char=""/>
        <a:defRPr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43" charset="2"/>
        <a:buChar char=""/>
        <a:defRPr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 bwMode="auto">
          <a:xfrm>
            <a:off x="4941888" y="6046788"/>
            <a:ext cx="90487" cy="90487"/>
          </a:xfrm>
          <a:prstGeom prst="rect">
            <a:avLst/>
          </a:prstGeom>
          <a:solidFill>
            <a:srgbClr val="155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133850" y="6046788"/>
            <a:ext cx="88900" cy="90487"/>
          </a:xfrm>
          <a:prstGeom prst="rect">
            <a:avLst/>
          </a:prstGeom>
          <a:solidFill>
            <a:srgbClr val="52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400550" y="6046788"/>
            <a:ext cx="90488" cy="90487"/>
          </a:xfrm>
          <a:prstGeom prst="rect">
            <a:avLst/>
          </a:prstGeom>
          <a:solidFill>
            <a:srgbClr val="558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672013" y="6046788"/>
            <a:ext cx="88900" cy="90487"/>
          </a:xfrm>
          <a:prstGeom prst="rect">
            <a:avLst/>
          </a:prstGeom>
          <a:solidFill>
            <a:srgbClr val="19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pic>
        <p:nvPicPr>
          <p:cNvPr id="5126" name="Picture 21" descr="cyber.jp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11" descr="cyber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19" descr="EDUCAUSELogo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3417888" y="954088"/>
            <a:ext cx="2297112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9" name="Picture 33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3417888" y="1682750"/>
            <a:ext cx="2297112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8788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1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3820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A6A6A6"/>
                </a:solidFill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fld id="{F93967B0-456E-4E29-82F8-D94EE0D31F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72" r:id="rId1"/>
    <p:sldLayoutId id="2147485273" r:id="rId2"/>
    <p:sldLayoutId id="2147485274" r:id="rId3"/>
    <p:sldLayoutId id="2147485275" r:id="rId4"/>
    <p:sldLayoutId id="2147485276" r:id="rId5"/>
    <p:sldLayoutId id="2147485277" r:id="rId6"/>
    <p:sldLayoutId id="2147485278" r:id="rId7"/>
    <p:sldLayoutId id="2147485279" r:id="rId8"/>
    <p:sldLayoutId id="2147485280" r:id="rId9"/>
    <p:sldLayoutId id="2147485281" r:id="rId10"/>
    <p:sldLayoutId id="2147485282" r:id="rId11"/>
  </p:sldLayoutIdLst>
  <p:transition spd="med">
    <p:fade/>
  </p:transition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30188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800">
          <a:solidFill>
            <a:srgbClr val="4C4C4F"/>
          </a:solidFill>
          <a:latin typeface="+mn-lt"/>
          <a:ea typeface="+mn-ea"/>
          <a:cs typeface="+mn-cs"/>
        </a:defRPr>
      </a:lvl1pPr>
      <a:lvl2pPr marL="511175" indent="-222250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 sz="2400">
          <a:solidFill>
            <a:srgbClr val="4C4C4F"/>
          </a:solidFill>
          <a:latin typeface="+mn-lt"/>
          <a:ea typeface="+mn-ea"/>
        </a:defRPr>
      </a:lvl2pPr>
      <a:lvl3pPr marL="857250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000">
          <a:solidFill>
            <a:srgbClr val="4C4C4F"/>
          </a:solidFill>
          <a:latin typeface="+mn-lt"/>
          <a:ea typeface="+mn-ea"/>
        </a:defRPr>
      </a:lvl3pPr>
      <a:lvl4pPr marL="1146175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>
          <a:solidFill>
            <a:srgbClr val="4C4C4F"/>
          </a:solidFill>
          <a:latin typeface="+mn-lt"/>
          <a:ea typeface="+mn-ea"/>
        </a:defRPr>
      </a:lvl4pPr>
      <a:lvl5pPr marL="14271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1600">
          <a:solidFill>
            <a:srgbClr val="4C4C4F"/>
          </a:solidFill>
          <a:latin typeface="+mn-lt"/>
          <a:ea typeface="+mn-ea"/>
        </a:defRPr>
      </a:lvl5pPr>
      <a:lvl6pPr marL="18843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6pPr>
      <a:lvl7pPr marL="23415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7pPr>
      <a:lvl8pPr marL="27987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8pPr>
      <a:lvl9pPr marL="32559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8788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3820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A6A6A6"/>
                </a:solidFill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fld id="{6C04D9CF-56C7-41B6-8A80-C5CED9BF2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Rectangle 24"/>
          <p:cNvSpPr/>
          <p:nvPr/>
        </p:nvSpPr>
        <p:spPr bwMode="auto">
          <a:xfrm>
            <a:off x="4941888" y="6046788"/>
            <a:ext cx="90487" cy="90487"/>
          </a:xfrm>
          <a:prstGeom prst="rect">
            <a:avLst/>
          </a:prstGeom>
          <a:solidFill>
            <a:srgbClr val="155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133850" y="6046788"/>
            <a:ext cx="88900" cy="90487"/>
          </a:xfrm>
          <a:prstGeom prst="rect">
            <a:avLst/>
          </a:prstGeom>
          <a:solidFill>
            <a:srgbClr val="52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400550" y="6046788"/>
            <a:ext cx="90488" cy="90487"/>
          </a:xfrm>
          <a:prstGeom prst="rect">
            <a:avLst/>
          </a:prstGeom>
          <a:solidFill>
            <a:srgbClr val="558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672013" y="6046788"/>
            <a:ext cx="88900" cy="90487"/>
          </a:xfrm>
          <a:prstGeom prst="rect">
            <a:avLst/>
          </a:prstGeom>
          <a:solidFill>
            <a:srgbClr val="19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pic>
        <p:nvPicPr>
          <p:cNvPr id="6155" name="Picture 21" descr="cyber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83" r:id="rId1"/>
    <p:sldLayoutId id="2147485284" r:id="rId2"/>
    <p:sldLayoutId id="2147485285" r:id="rId3"/>
    <p:sldLayoutId id="2147485286" r:id="rId4"/>
    <p:sldLayoutId id="2147485287" r:id="rId5"/>
    <p:sldLayoutId id="2147485288" r:id="rId6"/>
    <p:sldLayoutId id="2147485289" r:id="rId7"/>
    <p:sldLayoutId id="2147485290" r:id="rId8"/>
    <p:sldLayoutId id="2147485291" r:id="rId9"/>
    <p:sldLayoutId id="2147485292" r:id="rId10"/>
    <p:sldLayoutId id="2147485293" r:id="rId11"/>
    <p:sldLayoutId id="2147485294" r:id="rId12"/>
  </p:sldLayoutIdLst>
  <p:transition spd="med">
    <p:fade/>
  </p:transition>
  <p:hf sldNum="0"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30188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800">
          <a:solidFill>
            <a:srgbClr val="4C4C4F"/>
          </a:solidFill>
          <a:latin typeface="+mn-lt"/>
          <a:ea typeface="+mn-ea"/>
          <a:cs typeface="+mn-cs"/>
        </a:defRPr>
      </a:lvl1pPr>
      <a:lvl2pPr marL="511175" indent="-222250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 sz="2400">
          <a:solidFill>
            <a:srgbClr val="4C4C4F"/>
          </a:solidFill>
          <a:latin typeface="+mn-lt"/>
          <a:ea typeface="+mn-ea"/>
        </a:defRPr>
      </a:lvl2pPr>
      <a:lvl3pPr marL="857250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000">
          <a:solidFill>
            <a:srgbClr val="4C4C4F"/>
          </a:solidFill>
          <a:latin typeface="+mn-lt"/>
          <a:ea typeface="+mn-ea"/>
        </a:defRPr>
      </a:lvl3pPr>
      <a:lvl4pPr marL="1146175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>
          <a:solidFill>
            <a:srgbClr val="4C4C4F"/>
          </a:solidFill>
          <a:latin typeface="+mn-lt"/>
          <a:ea typeface="+mn-ea"/>
        </a:defRPr>
      </a:lvl4pPr>
      <a:lvl5pPr marL="14271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1600">
          <a:solidFill>
            <a:srgbClr val="4C4C4F"/>
          </a:solidFill>
          <a:latin typeface="+mn-lt"/>
          <a:ea typeface="+mn-ea"/>
        </a:defRPr>
      </a:lvl5pPr>
      <a:lvl6pPr marL="18843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6pPr>
      <a:lvl7pPr marL="23415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7pPr>
      <a:lvl8pPr marL="27987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8pPr>
      <a:lvl9pPr marL="32559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 bwMode="auto">
          <a:xfrm>
            <a:off x="4941888" y="6046788"/>
            <a:ext cx="90487" cy="90487"/>
          </a:xfrm>
          <a:prstGeom prst="rect">
            <a:avLst/>
          </a:prstGeom>
          <a:solidFill>
            <a:srgbClr val="155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133850" y="6046788"/>
            <a:ext cx="88900" cy="90487"/>
          </a:xfrm>
          <a:prstGeom prst="rect">
            <a:avLst/>
          </a:prstGeom>
          <a:solidFill>
            <a:srgbClr val="52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400550" y="6046788"/>
            <a:ext cx="90488" cy="90487"/>
          </a:xfrm>
          <a:prstGeom prst="rect">
            <a:avLst/>
          </a:prstGeom>
          <a:solidFill>
            <a:srgbClr val="558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672013" y="6046788"/>
            <a:ext cx="88900" cy="90487"/>
          </a:xfrm>
          <a:prstGeom prst="rect">
            <a:avLst/>
          </a:prstGeom>
          <a:solidFill>
            <a:srgbClr val="19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pic>
        <p:nvPicPr>
          <p:cNvPr id="7174" name="Picture 21" descr="cyber.jp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0" y="0"/>
            <a:ext cx="9144000" cy="56975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717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8788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3820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A6A6A6"/>
                </a:solidFill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fld id="{5AD9CC8D-6DBC-401B-88B0-A16CEC43A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95" r:id="rId1"/>
    <p:sldLayoutId id="2147485296" r:id="rId2"/>
    <p:sldLayoutId id="2147485297" r:id="rId3"/>
    <p:sldLayoutId id="2147485298" r:id="rId4"/>
    <p:sldLayoutId id="2147485299" r:id="rId5"/>
    <p:sldLayoutId id="2147485300" r:id="rId6"/>
    <p:sldLayoutId id="2147485301" r:id="rId7"/>
    <p:sldLayoutId id="2147485302" r:id="rId8"/>
    <p:sldLayoutId id="2147485303" r:id="rId9"/>
    <p:sldLayoutId id="2147485304" r:id="rId10"/>
    <p:sldLayoutId id="2147485305" r:id="rId11"/>
  </p:sldLayoutIdLst>
  <p:transition spd="med">
    <p:fade/>
  </p:transition>
  <p:hf sldNum="0"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30188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800">
          <a:solidFill>
            <a:srgbClr val="4C4C4F"/>
          </a:solidFill>
          <a:latin typeface="+mn-lt"/>
          <a:ea typeface="+mn-ea"/>
          <a:cs typeface="+mn-cs"/>
        </a:defRPr>
      </a:lvl1pPr>
      <a:lvl2pPr marL="511175" indent="-222250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 sz="2400">
          <a:solidFill>
            <a:srgbClr val="4C4C4F"/>
          </a:solidFill>
          <a:latin typeface="+mn-lt"/>
          <a:ea typeface="+mn-ea"/>
        </a:defRPr>
      </a:lvl2pPr>
      <a:lvl3pPr marL="857250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000">
          <a:solidFill>
            <a:srgbClr val="4C4C4F"/>
          </a:solidFill>
          <a:latin typeface="+mn-lt"/>
          <a:ea typeface="+mn-ea"/>
        </a:defRPr>
      </a:lvl3pPr>
      <a:lvl4pPr marL="1146175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>
          <a:solidFill>
            <a:srgbClr val="4C4C4F"/>
          </a:solidFill>
          <a:latin typeface="+mn-lt"/>
          <a:ea typeface="+mn-ea"/>
        </a:defRPr>
      </a:lvl4pPr>
      <a:lvl5pPr marL="14271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1600">
          <a:solidFill>
            <a:srgbClr val="4C4C4F"/>
          </a:solidFill>
          <a:latin typeface="+mn-lt"/>
          <a:ea typeface="+mn-ea"/>
        </a:defRPr>
      </a:lvl5pPr>
      <a:lvl6pPr marL="18843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6pPr>
      <a:lvl7pPr marL="23415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7pPr>
      <a:lvl8pPr marL="27987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8pPr>
      <a:lvl9pPr marL="32559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8788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3820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fld id="{49A31A98-5203-4E77-8D15-4F01B5916E82}" type="datetimeFigureOut">
              <a:rPr lang="en-US"/>
              <a:pPr>
                <a:defRPr/>
              </a:pPr>
              <a:t>9/28/2011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rgbClr val="A6A6A6"/>
                </a:solidFill>
                <a:latin typeface="Arial"/>
                <a:ea typeface="ＭＳ Ｐゴシック"/>
                <a:cs typeface="Arial" charset="0"/>
              </a:defRPr>
            </a:lvl1pPr>
          </a:lstStyle>
          <a:p>
            <a:pPr>
              <a:defRPr/>
            </a:pPr>
            <a:fld id="{CCDA8290-ED65-4BA1-A965-8D5ABE5FD8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Rectangle 24"/>
          <p:cNvSpPr/>
          <p:nvPr/>
        </p:nvSpPr>
        <p:spPr bwMode="auto">
          <a:xfrm>
            <a:off x="4941888" y="6046788"/>
            <a:ext cx="90487" cy="90487"/>
          </a:xfrm>
          <a:prstGeom prst="rect">
            <a:avLst/>
          </a:prstGeom>
          <a:solidFill>
            <a:srgbClr val="155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133850" y="6046788"/>
            <a:ext cx="88900" cy="90487"/>
          </a:xfrm>
          <a:prstGeom prst="rect">
            <a:avLst/>
          </a:prstGeom>
          <a:solidFill>
            <a:srgbClr val="52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400550" y="6046788"/>
            <a:ext cx="90488" cy="90487"/>
          </a:xfrm>
          <a:prstGeom prst="rect">
            <a:avLst/>
          </a:prstGeom>
          <a:solidFill>
            <a:srgbClr val="558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672013" y="6046788"/>
            <a:ext cx="88900" cy="90487"/>
          </a:xfrm>
          <a:prstGeom prst="rect">
            <a:avLst/>
          </a:prstGeom>
          <a:solidFill>
            <a:srgbClr val="19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pic>
        <p:nvPicPr>
          <p:cNvPr id="9227" name="Picture 21" descr="cyber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30" r:id="rId1"/>
    <p:sldLayoutId id="2147485331" r:id="rId2"/>
    <p:sldLayoutId id="2147485332" r:id="rId3"/>
    <p:sldLayoutId id="2147485333" r:id="rId4"/>
    <p:sldLayoutId id="2147485334" r:id="rId5"/>
    <p:sldLayoutId id="2147485335" r:id="rId6"/>
    <p:sldLayoutId id="2147485336" r:id="rId7"/>
    <p:sldLayoutId id="2147485337" r:id="rId8"/>
    <p:sldLayoutId id="2147485338" r:id="rId9"/>
    <p:sldLayoutId id="2147485339" r:id="rId10"/>
    <p:sldLayoutId id="2147485340" r:id="rId11"/>
    <p:sldLayoutId id="2147485341" r:id="rId12"/>
  </p:sldLayoutIdLst>
  <p:transition spd="med">
    <p:fade/>
  </p:transition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30188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800">
          <a:solidFill>
            <a:srgbClr val="4C4C4F"/>
          </a:solidFill>
          <a:latin typeface="+mn-lt"/>
          <a:ea typeface="+mn-ea"/>
          <a:cs typeface="+mn-cs"/>
        </a:defRPr>
      </a:lvl1pPr>
      <a:lvl2pPr marL="511175" indent="-222250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 sz="2400">
          <a:solidFill>
            <a:srgbClr val="4C4C4F"/>
          </a:solidFill>
          <a:latin typeface="+mn-lt"/>
          <a:ea typeface="+mn-ea"/>
        </a:defRPr>
      </a:lvl2pPr>
      <a:lvl3pPr marL="857250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000">
          <a:solidFill>
            <a:srgbClr val="4C4C4F"/>
          </a:solidFill>
          <a:latin typeface="+mn-lt"/>
          <a:ea typeface="+mn-ea"/>
        </a:defRPr>
      </a:lvl3pPr>
      <a:lvl4pPr marL="1146175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>
          <a:solidFill>
            <a:srgbClr val="4C4C4F"/>
          </a:solidFill>
          <a:latin typeface="+mn-lt"/>
          <a:ea typeface="+mn-ea"/>
        </a:defRPr>
      </a:lvl4pPr>
      <a:lvl5pPr marL="14271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1600">
          <a:solidFill>
            <a:srgbClr val="4C4C4F"/>
          </a:solidFill>
          <a:latin typeface="+mn-lt"/>
          <a:ea typeface="+mn-ea"/>
        </a:defRPr>
      </a:lvl5pPr>
      <a:lvl6pPr marL="1884363" indent="-173038" algn="l" defTabSz="457200" rtl="0" eaLnBrk="1" fontAlgn="base" hangingPunct="1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6pPr>
      <a:lvl7pPr marL="2341563" indent="-173038" algn="l" defTabSz="457200" rtl="0" eaLnBrk="1" fontAlgn="base" hangingPunct="1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7pPr>
      <a:lvl8pPr marL="2798763" indent="-173038" algn="l" defTabSz="457200" rtl="0" eaLnBrk="1" fontAlgn="base" hangingPunct="1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8pPr>
      <a:lvl9pPr marL="3255963" indent="-173038" algn="l" defTabSz="457200" rtl="0" eaLnBrk="1" fontAlgn="base" hangingPunct="1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8788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3820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A6A6A6"/>
                </a:solidFill>
                <a:ea typeface="ＭＳ Ｐゴシック" pitchFamily="43" charset="-128"/>
                <a:cs typeface="Arial" charset="0"/>
              </a:defRPr>
            </a:lvl1pPr>
          </a:lstStyle>
          <a:p>
            <a:pPr>
              <a:defRPr/>
            </a:pPr>
            <a:fld id="{5EFB1665-0FEC-4723-BF50-4762261C77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Rectangle 24"/>
          <p:cNvSpPr/>
          <p:nvPr/>
        </p:nvSpPr>
        <p:spPr bwMode="auto">
          <a:xfrm>
            <a:off x="4941888" y="6046788"/>
            <a:ext cx="90487" cy="90487"/>
          </a:xfrm>
          <a:prstGeom prst="rect">
            <a:avLst/>
          </a:prstGeom>
          <a:solidFill>
            <a:srgbClr val="155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133850" y="6046788"/>
            <a:ext cx="88900" cy="90487"/>
          </a:xfrm>
          <a:prstGeom prst="rect">
            <a:avLst/>
          </a:prstGeom>
          <a:solidFill>
            <a:srgbClr val="52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400550" y="6046788"/>
            <a:ext cx="90488" cy="90487"/>
          </a:xfrm>
          <a:prstGeom prst="rect">
            <a:avLst/>
          </a:prstGeom>
          <a:solidFill>
            <a:srgbClr val="558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672013" y="6046788"/>
            <a:ext cx="88900" cy="90487"/>
          </a:xfrm>
          <a:prstGeom prst="rect">
            <a:avLst/>
          </a:prstGeom>
          <a:solidFill>
            <a:srgbClr val="19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pic>
        <p:nvPicPr>
          <p:cNvPr id="10251" name="Picture 21" descr="cyber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06" r:id="rId1"/>
    <p:sldLayoutId id="2147485307" r:id="rId2"/>
    <p:sldLayoutId id="2147485308" r:id="rId3"/>
    <p:sldLayoutId id="2147485309" r:id="rId4"/>
    <p:sldLayoutId id="2147485310" r:id="rId5"/>
    <p:sldLayoutId id="2147485311" r:id="rId6"/>
    <p:sldLayoutId id="2147485312" r:id="rId7"/>
    <p:sldLayoutId id="2147485313" r:id="rId8"/>
    <p:sldLayoutId id="2147485314" r:id="rId9"/>
    <p:sldLayoutId id="2147485315" r:id="rId10"/>
    <p:sldLayoutId id="2147485316" r:id="rId11"/>
    <p:sldLayoutId id="2147485317" r:id="rId12"/>
  </p:sldLayoutIdLst>
  <p:transition>
    <p:wipe dir="r"/>
  </p:transition>
  <p:hf sldNum="0"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30188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800">
          <a:solidFill>
            <a:srgbClr val="4C4C4F"/>
          </a:solidFill>
          <a:latin typeface="+mn-lt"/>
          <a:ea typeface="+mn-ea"/>
          <a:cs typeface="+mn-cs"/>
        </a:defRPr>
      </a:lvl1pPr>
      <a:lvl2pPr marL="511175" indent="-222250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 sz="2400">
          <a:solidFill>
            <a:srgbClr val="4C4C4F"/>
          </a:solidFill>
          <a:latin typeface="+mn-lt"/>
          <a:ea typeface="+mn-ea"/>
        </a:defRPr>
      </a:lvl2pPr>
      <a:lvl3pPr marL="857250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000">
          <a:solidFill>
            <a:srgbClr val="4C4C4F"/>
          </a:solidFill>
          <a:latin typeface="+mn-lt"/>
          <a:ea typeface="+mn-ea"/>
        </a:defRPr>
      </a:lvl3pPr>
      <a:lvl4pPr marL="1146175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>
          <a:solidFill>
            <a:srgbClr val="4C4C4F"/>
          </a:solidFill>
          <a:latin typeface="+mn-lt"/>
          <a:ea typeface="+mn-ea"/>
        </a:defRPr>
      </a:lvl4pPr>
      <a:lvl5pPr marL="14271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1600">
          <a:solidFill>
            <a:srgbClr val="4C4C4F"/>
          </a:solidFill>
          <a:latin typeface="+mn-lt"/>
          <a:ea typeface="+mn-ea"/>
        </a:defRPr>
      </a:lvl5pPr>
      <a:lvl6pPr marL="18843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6pPr>
      <a:lvl7pPr marL="23415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7pPr>
      <a:lvl8pPr marL="27987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8pPr>
      <a:lvl9pPr marL="32559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8788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146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3820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A6A6A6"/>
                </a:solidFill>
                <a:latin typeface="Arial" pitchFamily="-111" charset="0"/>
                <a:ea typeface="+mn-ea"/>
                <a:cs typeface="Arial" pitchFamily="-111" charset="0"/>
              </a:defRPr>
            </a:lvl1pPr>
          </a:lstStyle>
          <a:p>
            <a:pPr>
              <a:defRPr/>
            </a:pPr>
            <a:r>
              <a:rPr lang="en-US"/>
              <a:t>Presentation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A6A6A6"/>
                </a:solidFill>
                <a:cs typeface="Arial" charset="0"/>
              </a:defRPr>
            </a:lvl1pPr>
          </a:lstStyle>
          <a:p>
            <a:fld id="{4358F7E0-7724-4DD7-BC86-96FA27D182F6}" type="slidenum">
              <a:rPr lang="en-US" smtClean="0"/>
              <a:pPr/>
              <a:t>‹#›</a:t>
            </a:fld>
            <a:endParaRPr lang="en-US" smtClean="0"/>
          </a:p>
        </p:txBody>
      </p:sp>
      <p:sp>
        <p:nvSpPr>
          <p:cNvPr id="25" name="Rectangle 24"/>
          <p:cNvSpPr/>
          <p:nvPr/>
        </p:nvSpPr>
        <p:spPr bwMode="auto">
          <a:xfrm>
            <a:off x="4941888" y="6046788"/>
            <a:ext cx="90487" cy="90487"/>
          </a:xfrm>
          <a:prstGeom prst="rect">
            <a:avLst/>
          </a:prstGeom>
          <a:solidFill>
            <a:srgbClr val="155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133850" y="6046788"/>
            <a:ext cx="88900" cy="90487"/>
          </a:xfrm>
          <a:prstGeom prst="rect">
            <a:avLst/>
          </a:prstGeom>
          <a:solidFill>
            <a:srgbClr val="52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400550" y="6046788"/>
            <a:ext cx="90488" cy="90487"/>
          </a:xfrm>
          <a:prstGeom prst="rect">
            <a:avLst/>
          </a:prstGeom>
          <a:solidFill>
            <a:srgbClr val="558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672013" y="6046788"/>
            <a:ext cx="88900" cy="90487"/>
          </a:xfrm>
          <a:prstGeom prst="rect">
            <a:avLst/>
          </a:prstGeom>
          <a:solidFill>
            <a:srgbClr val="19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en-US" sz="1800">
              <a:solidFill>
                <a:srgbClr val="FFFFFF"/>
              </a:solidFill>
              <a:latin typeface="Calibri" pitchFamily="-111" charset="0"/>
            </a:endParaRPr>
          </a:p>
        </p:txBody>
      </p:sp>
      <p:pic>
        <p:nvPicPr>
          <p:cNvPr id="114699" name="Picture 21" descr="cyber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7938" y="6321425"/>
            <a:ext cx="9151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43" r:id="rId1"/>
    <p:sldLayoutId id="2147485344" r:id="rId2"/>
    <p:sldLayoutId id="2147485345" r:id="rId3"/>
    <p:sldLayoutId id="2147485346" r:id="rId4"/>
    <p:sldLayoutId id="2147485347" r:id="rId5"/>
    <p:sldLayoutId id="2147485348" r:id="rId6"/>
    <p:sldLayoutId id="2147485349" r:id="rId7"/>
    <p:sldLayoutId id="2147485350" r:id="rId8"/>
    <p:sldLayoutId id="2147485351" r:id="rId9"/>
    <p:sldLayoutId id="2147485352" r:id="rId10"/>
    <p:sldLayoutId id="2147485353" r:id="rId11"/>
    <p:sldLayoutId id="2147485354" r:id="rId12"/>
  </p:sldLayoutIdLst>
  <p:transition>
    <p:wipe dir="r"/>
  </p:transition>
  <p:hf sldNum="0"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30188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800">
          <a:solidFill>
            <a:srgbClr val="4C4C4F"/>
          </a:solidFill>
          <a:latin typeface="+mn-lt"/>
          <a:ea typeface="+mn-ea"/>
          <a:cs typeface="+mn-cs"/>
        </a:defRPr>
      </a:lvl1pPr>
      <a:lvl2pPr marL="511175" indent="-222250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 sz="2400">
          <a:solidFill>
            <a:srgbClr val="4C4C4F"/>
          </a:solidFill>
          <a:latin typeface="+mn-lt"/>
          <a:ea typeface="+mn-ea"/>
        </a:defRPr>
      </a:lvl2pPr>
      <a:lvl3pPr marL="857250" indent="-23018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2000">
          <a:solidFill>
            <a:srgbClr val="4C4C4F"/>
          </a:solidFill>
          <a:latin typeface="+mn-lt"/>
          <a:ea typeface="+mn-ea"/>
        </a:defRPr>
      </a:lvl3pPr>
      <a:lvl4pPr marL="1146175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295F48"/>
        </a:buClr>
        <a:buSzPct val="80000"/>
        <a:buFont typeface="Wingdings" pitchFamily="2" charset="2"/>
        <a:buChar char="§"/>
        <a:defRPr>
          <a:solidFill>
            <a:srgbClr val="4C4C4F"/>
          </a:solidFill>
          <a:latin typeface="+mn-lt"/>
          <a:ea typeface="+mn-ea"/>
        </a:defRPr>
      </a:lvl4pPr>
      <a:lvl5pPr marL="14271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2" charset="2"/>
        <a:buChar char="§"/>
        <a:defRPr sz="1600">
          <a:solidFill>
            <a:srgbClr val="4C4C4F"/>
          </a:solidFill>
          <a:latin typeface="+mn-lt"/>
          <a:ea typeface="+mn-ea"/>
        </a:defRPr>
      </a:lvl5pPr>
      <a:lvl6pPr marL="18843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6pPr>
      <a:lvl7pPr marL="23415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7pPr>
      <a:lvl8pPr marL="27987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8pPr>
      <a:lvl9pPr marL="3255963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FFD861"/>
        </a:buClr>
        <a:buSzPct val="80000"/>
        <a:buFont typeface="Wingdings" pitchFamily="-111" charset="2"/>
        <a:buChar char="§"/>
        <a:defRPr sz="1600">
          <a:solidFill>
            <a:srgbClr val="4C4C4F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095977" y="1401343"/>
            <a:ext cx="2858421" cy="906276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106489" y="1383426"/>
            <a:ext cx="2840324" cy="924193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9969" y="1387688"/>
            <a:ext cx="2822287" cy="9199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969" y="1379966"/>
            <a:ext cx="2822287" cy="5458773"/>
          </a:xfrm>
          <a:prstGeom prst="rect">
            <a:avLst/>
          </a:prstGeom>
          <a:noFill/>
          <a:ln w="12700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969" y="1387688"/>
            <a:ext cx="2822287" cy="499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FFFFFF"/>
                </a:solidFill>
                <a:latin typeface="Calibri"/>
                <a:cs typeface="Calibri"/>
              </a:rPr>
              <a:t>What are the urgent IT operational issues your department is tackling or preparing to tackle?</a:t>
            </a:r>
          </a:p>
          <a:p>
            <a:pPr lvl="0"/>
            <a:endParaRPr lang="en-US" sz="1300" dirty="0" smtClean="0">
              <a:latin typeface="Calibri"/>
              <a:cs typeface="Calibri"/>
            </a:endParaRPr>
          </a:p>
          <a:p>
            <a:pPr lvl="0"/>
            <a:endParaRPr lang="en-US" sz="700" dirty="0" smtClean="0">
              <a:latin typeface="Calibri"/>
              <a:cs typeface="Calibri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Archiving, back-up, and data retention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Automated </a:t>
            </a:r>
            <a:r>
              <a:rPr lang="en-US" sz="1400" dirty="0">
                <a:latin typeface="Calibri"/>
                <a:cs typeface="Calibri"/>
              </a:rPr>
              <a:t>workflow/paperless business environment/document management</a:t>
            </a:r>
          </a:p>
          <a:p>
            <a:pPr marL="228600" lvl="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Identity management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Funding implementation of business continuity/disaster (BC/DR) solutions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Extending BC/DR beyond central IT 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Testing BC/DR plans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Merges and acquisitions among higher education vendors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Storage for large research data sets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Telephony architecture/environment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Reporting environments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Delivery of support services in a </a:t>
            </a:r>
            <a:r>
              <a:rPr lang="en-US" sz="1300" dirty="0" err="1">
                <a:latin typeface="Calibri"/>
                <a:cs typeface="Calibri"/>
              </a:rPr>
              <a:t>consumerized</a:t>
            </a:r>
            <a:r>
              <a:rPr lang="en-US" sz="1300" dirty="0">
                <a:latin typeface="Calibri"/>
                <a:cs typeface="Calibri"/>
              </a:rPr>
              <a:t> environment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Constrained human resources</a:t>
            </a:r>
          </a:p>
          <a:p>
            <a:pPr marL="137160" lvl="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6489" y="1396554"/>
            <a:ext cx="2840324" cy="5442186"/>
          </a:xfrm>
          <a:prstGeom prst="rect">
            <a:avLst/>
          </a:prstGeom>
          <a:noFill/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06489" y="1375705"/>
            <a:ext cx="2840324" cy="5463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FFFFFF"/>
                </a:solidFill>
                <a:latin typeface="Calibri"/>
                <a:cs typeface="Calibri"/>
              </a:rPr>
              <a:t>What goals, activities, or projects does your IT organization have for improving the organization itself or developing the staff?</a:t>
            </a:r>
            <a:r>
              <a:rPr lang="en-US" sz="1400" i="1" dirty="0" smtClean="0">
                <a:solidFill>
                  <a:srgbClr val="FFFFFF"/>
                </a:solidFill>
                <a:effectLst/>
                <a:latin typeface="Calibri"/>
                <a:cs typeface="Calibri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US" sz="700" dirty="0" smtClean="0">
              <a:latin typeface="Calibri"/>
              <a:cs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Developing </a:t>
            </a:r>
            <a:r>
              <a:rPr lang="en-US" sz="1400" dirty="0">
                <a:latin typeface="Calibri"/>
                <a:cs typeface="Calibri"/>
              </a:rPr>
              <a:t>new skill sets to align with emerging technologies (e.g., cloud)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dirty="0">
                <a:latin typeface="Calibri"/>
                <a:cs typeface="Calibri"/>
              </a:rPr>
              <a:t>Professional development via professional association membership/</a:t>
            </a:r>
            <a:r>
              <a:rPr lang="en-US" sz="1400" dirty="0" smtClean="0">
                <a:latin typeface="Calibri"/>
                <a:cs typeface="Calibri"/>
              </a:rPr>
              <a:t>participation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Performance </a:t>
            </a:r>
            <a:r>
              <a:rPr lang="en-US" sz="1400" dirty="0">
                <a:latin typeface="Calibri"/>
                <a:cs typeface="Calibri"/>
              </a:rPr>
              <a:t>development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Skills development, e.g., problem solving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Competency development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Internal documentation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Salary studies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Structuring the organization to maximize predictability (ITIL, Six Sigma, </a:t>
            </a:r>
            <a:r>
              <a:rPr lang="en-US" sz="1300" dirty="0" err="1">
                <a:latin typeface="Calibri"/>
                <a:cs typeface="Calibri"/>
              </a:rPr>
              <a:t>etc</a:t>
            </a:r>
            <a:r>
              <a:rPr lang="en-US" sz="1300" dirty="0">
                <a:latin typeface="Calibri"/>
                <a:cs typeface="Calibri"/>
              </a:rPr>
              <a:t>)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Talent management (promote from within, succession </a:t>
            </a:r>
            <a:r>
              <a:rPr lang="en-US" sz="1300" dirty="0" smtClean="0">
                <a:latin typeface="Calibri"/>
                <a:cs typeface="Calibri"/>
              </a:rPr>
              <a:t>planning)</a:t>
            </a:r>
            <a:endParaRPr lang="en-US" sz="1300" dirty="0">
              <a:latin typeface="Calibri"/>
              <a:cs typeface="Calibri"/>
            </a:endParaRP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Cross-training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Staff training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Becoming a strengths-based organization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977" y="1396555"/>
            <a:ext cx="2858421" cy="5442184"/>
          </a:xfrm>
          <a:prstGeom prst="rect">
            <a:avLst/>
          </a:prstGeom>
          <a:noFill/>
          <a:ln w="1270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2610" y="1401343"/>
            <a:ext cx="2916590" cy="4791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FFFFFF"/>
                </a:solidFill>
                <a:latin typeface="Calibri"/>
                <a:cs typeface="Calibri"/>
              </a:rPr>
              <a:t>What is the single biggest IT-related issue currently facing your institution</a:t>
            </a:r>
            <a:r>
              <a:rPr lang="en-US" sz="1400" i="1" dirty="0" smtClean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lang="en-US" sz="1300" i="1" dirty="0" smtClean="0">
              <a:latin typeface="Calibri"/>
              <a:cs typeface="Calibri"/>
            </a:endParaRPr>
          </a:p>
          <a:p>
            <a:endParaRPr lang="en-US" sz="1300" i="1" dirty="0">
              <a:latin typeface="Calibri"/>
              <a:cs typeface="Calibri"/>
            </a:endParaRPr>
          </a:p>
          <a:p>
            <a:pPr marL="91440" indent="-91440">
              <a:buFont typeface="Arial"/>
              <a:buChar char="•"/>
            </a:pPr>
            <a:endParaRPr lang="en-US" sz="700" dirty="0" smtClean="0">
              <a:latin typeface="Calibri"/>
              <a:cs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Integrating </a:t>
            </a:r>
            <a:r>
              <a:rPr lang="en-US" sz="1400" dirty="0">
                <a:latin typeface="Calibri"/>
                <a:cs typeface="Calibri"/>
              </a:rPr>
              <a:t>IT with the strategic mission of the institution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Using analytics to support critical institutional outcomes such as student success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1400" dirty="0" smtClean="0">
                <a:latin typeface="Calibri"/>
                <a:cs typeface="Calibri"/>
              </a:rPr>
              <a:t>The </a:t>
            </a:r>
            <a:r>
              <a:rPr lang="en-US" sz="1400" dirty="0" err="1">
                <a:latin typeface="Calibri"/>
                <a:cs typeface="Calibri"/>
              </a:rPr>
              <a:t>c</a:t>
            </a:r>
            <a:r>
              <a:rPr lang="en-US" sz="1400" dirty="0" err="1" smtClean="0">
                <a:latin typeface="Calibri"/>
                <a:cs typeface="Calibri"/>
              </a:rPr>
              <a:t>onsumerization</a:t>
            </a:r>
            <a:r>
              <a:rPr lang="en-US" sz="1400" dirty="0" smtClean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 IT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Using IT to transform the business of your institution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Quality IT decision-making (IT governance)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Transforming the role of IT at the institution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Funding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ERP replacement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Keeping the IT organization relevant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Organizational culture</a:t>
            </a:r>
          </a:p>
          <a:p>
            <a:pPr marL="137160" indent="-137160">
              <a:buFont typeface="Arial"/>
              <a:buChar char="•"/>
            </a:pPr>
            <a:r>
              <a:rPr lang="en-US" sz="1300" dirty="0">
                <a:latin typeface="Calibri"/>
                <a:cs typeface="Calibri"/>
              </a:rPr>
              <a:t>Sourcing solutions (</a:t>
            </a:r>
            <a:r>
              <a:rPr lang="en-US" sz="1300" dirty="0" err="1">
                <a:latin typeface="Calibri"/>
                <a:cs typeface="Calibri"/>
              </a:rPr>
              <a:t>e.g</a:t>
            </a:r>
            <a:r>
              <a:rPr lang="en-US" sz="1300" dirty="0">
                <a:latin typeface="Calibri"/>
                <a:cs typeface="Calibri"/>
              </a:rPr>
              <a:t>, cloud, outsourcing, etc.)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2223" y="87427"/>
            <a:ext cx="74981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800" b="1" dirty="0" smtClean="0">
              <a:latin typeface="Calibri"/>
              <a:cs typeface="Calibri"/>
            </a:endParaRPr>
          </a:p>
          <a:p>
            <a:pPr marL="137160" indent="-137160">
              <a:buFont typeface="Arial"/>
              <a:buChar char="•"/>
            </a:pPr>
            <a:r>
              <a:rPr lang="en-US" sz="1700" dirty="0" smtClean="0">
                <a:latin typeface="Calibri"/>
                <a:cs typeface="Calibri"/>
              </a:rPr>
              <a:t>Integrating </a:t>
            </a:r>
            <a:r>
              <a:rPr lang="en-US" sz="1700" dirty="0">
                <a:latin typeface="Calibri"/>
                <a:cs typeface="Calibri"/>
              </a:rPr>
              <a:t>IT with the strategic mission of the institution</a:t>
            </a:r>
          </a:p>
          <a:p>
            <a:pPr marL="137160" indent="-137160">
              <a:buFont typeface="Arial"/>
              <a:buChar char="•"/>
            </a:pPr>
            <a:r>
              <a:rPr lang="en-US" sz="1700" dirty="0" smtClean="0">
                <a:latin typeface="Calibri"/>
                <a:cs typeface="Calibri"/>
              </a:rPr>
              <a:t>Using analytics to support critical institutional outcomes such as student success</a:t>
            </a:r>
          </a:p>
          <a:p>
            <a:pPr marL="137160" indent="-137160">
              <a:buFont typeface="Arial"/>
              <a:buChar char="•"/>
            </a:pPr>
            <a:r>
              <a:rPr lang="en-US" sz="1700" dirty="0" smtClean="0">
                <a:latin typeface="Calibri"/>
                <a:cs typeface="Calibri"/>
              </a:rPr>
              <a:t>The </a:t>
            </a:r>
            <a:r>
              <a:rPr lang="en-US" sz="1700" dirty="0" err="1">
                <a:latin typeface="Calibri"/>
                <a:cs typeface="Calibri"/>
              </a:rPr>
              <a:t>c</a:t>
            </a:r>
            <a:r>
              <a:rPr lang="en-US" sz="1700" dirty="0" err="1" smtClean="0">
                <a:latin typeface="Calibri"/>
                <a:cs typeface="Calibri"/>
              </a:rPr>
              <a:t>onsumerization</a:t>
            </a:r>
            <a:r>
              <a:rPr lang="en-US" sz="1700" dirty="0" smtClean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of </a:t>
            </a:r>
            <a:r>
              <a:rPr lang="en-US" sz="1700" dirty="0" smtClean="0">
                <a:latin typeface="Calibri"/>
                <a:cs typeface="Calibri"/>
              </a:rPr>
              <a:t>IT</a:t>
            </a:r>
            <a:endParaRPr lang="en-US" sz="1700" dirty="0">
              <a:latin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5407" y="91010"/>
            <a:ext cx="74981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 dirty="0" smtClean="0">
                <a:latin typeface="Calibri"/>
                <a:cs typeface="Calibri"/>
              </a:rPr>
              <a:t>The EDUCAUSE Three Top IT Issues in September 2011</a:t>
            </a:r>
          </a:p>
        </p:txBody>
      </p:sp>
    </p:spTree>
    <p:extLst>
      <p:ext uri="{BB962C8B-B14F-4D97-AF65-F5344CB8AC3E}">
        <p14:creationId xmlns:p14="http://schemas.microsoft.com/office/powerpoint/2010/main" val="28345908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/>
      <p:bldP spid="9" grpId="0"/>
      <p:bldP spid="8" grpId="0" animBg="1"/>
      <p:bldP spid="10" grpId="0"/>
      <p:bldP spid="20" grpId="0"/>
      <p:bldP spid="13" grpId="0"/>
    </p:bldLst>
  </p:timing>
</p:sld>
</file>

<file path=ppt/theme/theme1.xml><?xml version="1.0" encoding="utf-8"?>
<a:theme xmlns:a="http://schemas.openxmlformats.org/drawingml/2006/main" name="8 18 09 staff meeting">
  <a:themeElements>
    <a:clrScheme name="8 18 09 staff meetin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8 18 09 staff meetin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8 18 09 staff meet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 18 09 staff meet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 18 09 staff meet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 18 09 staff meet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 18 09 staff meet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 18 09 staff meet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 18 09 staff meet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 18 09 staff meet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 18 09 staff meet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 18 09 staff meet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 18 09 staff meet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 18 09 staff meet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Equity">
  <a:themeElements>
    <a:clrScheme name="1_Equity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1_Equity">
      <a:majorFont>
        <a:latin typeface="Franklin Gothic Book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quity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Equity">
  <a:themeElements>
    <a:clrScheme name="Equity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quity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Office Theme">
  <a:themeElements>
    <a:clrScheme name="1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Office Theme">
  <a:themeElements>
    <a:clrScheme name="2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Business meeting v6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8 18 09 staff meeting</Template>
  <TotalTime>3943</TotalTime>
  <Words>278</Words>
  <Application>Microsoft Office PowerPoint</Application>
  <PresentationFormat>On-screen Show (4:3)</PresentationFormat>
  <Paragraphs>49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8 18 09 staff meeting</vt:lpstr>
      <vt:lpstr>1_Default Design</vt:lpstr>
      <vt:lpstr>1_Equity</vt:lpstr>
      <vt:lpstr>Equity</vt:lpstr>
      <vt:lpstr>1_Office Theme</vt:lpstr>
      <vt:lpstr>Office Theme</vt:lpstr>
      <vt:lpstr>2_Office Theme</vt:lpstr>
      <vt:lpstr>Business meeting v6</vt:lpstr>
      <vt:lpstr>4_Office Theme</vt:lpstr>
      <vt:lpstr>5_Office Theme</vt:lpstr>
      <vt:lpstr>PowerPoint Presentation</vt:lpstr>
    </vt:vector>
  </TitlesOfParts>
  <Company>EDUCAUSE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Diana Oblinger</dc:creator>
  <cp:lastModifiedBy>Ashlan Sarff</cp:lastModifiedBy>
  <cp:revision>212</cp:revision>
  <dcterms:created xsi:type="dcterms:W3CDTF">2009-10-05T10:32:35Z</dcterms:created>
  <dcterms:modified xsi:type="dcterms:W3CDTF">2011-09-28T22:37:13Z</dcterms:modified>
</cp:coreProperties>
</file>
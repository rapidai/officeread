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0099"/>
    <a:srgbClr val="FCFB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2634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BD5FB-DF84-425B-8CDB-48E13008818D}" type="datetimeFigureOut">
              <a:rPr lang="en-US" smtClean="0"/>
              <a:t>1/17/2012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4C5FF-19FF-4731-B2EC-26F49DA608C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m.long@ubc.ca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lloo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9143999"/>
          </a:xfrm>
          <a:prstGeom prst="rect">
            <a:avLst/>
          </a:prstGeom>
        </p:spPr>
      </p:pic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143000" y="5651586"/>
            <a:ext cx="4495800" cy="2323713"/>
          </a:xfrm>
          <a:prstGeom prst="rect">
            <a:avLst/>
          </a:prstGeom>
          <a:solidFill>
            <a:srgbClr val="FCFBDD">
              <a:alpha val="62000"/>
            </a:srgbClr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kumimoji="0" lang="en-CA" sz="1400" b="1" i="0" u="none" strike="noStrike" cap="none" spc="300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ajan Pro" pitchFamily="18" charset="0"/>
              <a:ea typeface="Calibr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CA" sz="1700" b="1" i="0" u="none" strike="noStrike" cap="none" spc="300" normalizeH="0" baseline="0" dirty="0" smtClean="0">
                <a:ln>
                  <a:noFill/>
                </a:ln>
                <a:solidFill>
                  <a:srgbClr val="003399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Help us celebrate 10</a:t>
            </a:r>
            <a:r>
              <a:rPr kumimoji="0" lang="en-CA" sz="1700" b="1" i="0" u="none" strike="noStrike" cap="none" spc="300" normalizeH="0" dirty="0" smtClean="0">
                <a:ln>
                  <a:noFill/>
                </a:ln>
                <a:solidFill>
                  <a:srgbClr val="003399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 years!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kumimoji="0" lang="en-CA" sz="1400" b="0" i="0" u="none" strike="noStrike" cap="none" normalizeH="0" baseline="0" dirty="0" smtClean="0">
              <a:ln>
                <a:noFill/>
              </a:ln>
              <a:solidFill>
                <a:srgbClr val="003399"/>
              </a:solidFill>
              <a:effectLst/>
              <a:latin typeface="Bell MT" pitchFamily="18" charset="0"/>
              <a:ea typeface="Calibr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CA" sz="1400" b="0" i="0" u="none" strike="noStrike" cap="none" normalizeH="0" baseline="0" dirty="0" smtClean="0">
                <a:ln>
                  <a:noFill/>
                </a:ln>
                <a:solidFill>
                  <a:srgbClr val="003399"/>
                </a:solidFill>
                <a:effectLst/>
                <a:latin typeface="Bell MT" pitchFamily="18" charset="0"/>
                <a:ea typeface="Calibri" pitchFamily="34" charset="0"/>
                <a:cs typeface="Times New Roman" pitchFamily="18" charset="0"/>
              </a:rPr>
              <a:t>Please contact Anne-Marie if you have great ideas about how to celebrate this milestone or would like to help plan the event itself. </a:t>
            </a:r>
            <a:r>
              <a:rPr kumimoji="0" lang="en-CA" sz="1400" b="0" i="0" u="none" strike="noStrike" cap="none" normalizeH="0" baseline="0" dirty="0" smtClean="0">
                <a:ln>
                  <a:noFill/>
                </a:ln>
                <a:solidFill>
                  <a:srgbClr val="003399"/>
                </a:solidFill>
                <a:effectLst/>
                <a:latin typeface="Bell MT" pitchFamily="18" charset="0"/>
                <a:ea typeface="Calibri" pitchFamily="34" charset="0"/>
                <a:cs typeface="Times New Roman" pitchFamily="18" charset="0"/>
                <a:hlinkClick r:id="rId3"/>
              </a:rPr>
              <a:t>am.long@ubc.ca</a:t>
            </a:r>
            <a:r>
              <a:rPr kumimoji="0" lang="en-CA" sz="1400" b="0" i="0" u="none" strike="noStrike" cap="none" normalizeH="0" baseline="0" dirty="0" smtClean="0">
                <a:ln>
                  <a:noFill/>
                </a:ln>
                <a:solidFill>
                  <a:srgbClr val="003399"/>
                </a:solidFill>
                <a:effectLst/>
                <a:latin typeface="Bell MT" pitchFamily="18" charset="0"/>
                <a:ea typeface="Calibri" pitchFamily="34" charset="0"/>
                <a:cs typeface="Times New Roman" pitchFamily="18" charset="0"/>
              </a:rPr>
              <a:t> or 822-4859. Check back here for details</a:t>
            </a:r>
            <a:r>
              <a:rPr kumimoji="0" lang="en-CA" sz="1400" b="0" i="0" u="none" strike="noStrike" cap="none" normalizeH="0" dirty="0" smtClean="0">
                <a:ln>
                  <a:noFill/>
                </a:ln>
                <a:solidFill>
                  <a:srgbClr val="003399"/>
                </a:solidFill>
                <a:effectLst/>
                <a:latin typeface="Bell MT" pitchFamily="18" charset="0"/>
                <a:ea typeface="Calibri" pitchFamily="34" charset="0"/>
                <a:cs typeface="Times New Roman" pitchFamily="18" charset="0"/>
              </a:rPr>
              <a:t> of the celebration, as they are available.</a:t>
            </a:r>
            <a:r>
              <a:rPr kumimoji="0" lang="en-CA" sz="1400" b="0" i="0" u="none" strike="noStrike" cap="none" normalizeH="0" baseline="0" dirty="0" smtClean="0">
                <a:ln>
                  <a:noFill/>
                </a:ln>
                <a:solidFill>
                  <a:srgbClr val="003399"/>
                </a:solidFill>
                <a:effectLst/>
                <a:latin typeface="Bell MT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0" lang="en-CA" sz="1400" b="0" i="0" u="none" strike="noStrike" cap="none" spc="300" normalizeH="0" baseline="0" dirty="0" smtClean="0">
              <a:ln>
                <a:noFill/>
              </a:ln>
              <a:solidFill>
                <a:srgbClr val="003399"/>
              </a:solidFill>
              <a:latin typeface="Trajan Pro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CA" sz="1600" b="1" i="0" u="none" strike="noStrike" cap="none" spc="300" normalizeH="0" baseline="0" dirty="0" smtClean="0">
                <a:ln>
                  <a:noFill/>
                </a:ln>
                <a:solidFill>
                  <a:srgbClr val="003399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Congratulations!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0" lang="en-CA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ajan Pro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1447800"/>
            <a:ext cx="4343400" cy="1200329"/>
          </a:xfrm>
          <a:prstGeom prst="rect">
            <a:avLst/>
          </a:prstGeom>
          <a:solidFill>
            <a:srgbClr val="FCFBDD">
              <a:alpha val="92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CA" b="0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In 2012, </a:t>
            </a:r>
          </a:p>
          <a:p>
            <a:pPr algn="ctr"/>
            <a:r>
              <a:rPr kumimoji="0" lang="en-CA" b="0" i="0" u="none" strike="noStrike" cap="none" normalizeH="0" baseline="0" dirty="0" err="1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UBC</a:t>
            </a:r>
            <a:r>
              <a:rPr lang="en-CA" dirty="0" err="1" smtClean="0">
                <a:ln>
                  <a:solidFill>
                    <a:schemeClr val="accent1"/>
                  </a:solidFill>
                </a:ln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CA" b="0" i="0" u="none" strike="noStrike" cap="none" normalizeH="0" baseline="0" dirty="0" err="1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s</a:t>
            </a:r>
            <a:r>
              <a:rPr kumimoji="0" lang="en-CA" b="0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 Positive Space Campaign celebrates its </a:t>
            </a:r>
          </a:p>
          <a:p>
            <a:pPr algn="ctr"/>
            <a:r>
              <a:rPr kumimoji="0" lang="en-CA" b="0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10</a:t>
            </a:r>
            <a:r>
              <a:rPr kumimoji="0" lang="en-CA" b="0" i="0" u="none" strike="noStrike" cap="none" normalizeH="0" baseline="30000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th</a:t>
            </a:r>
            <a:r>
              <a:rPr kumimoji="0" lang="en-CA" b="0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Trajan Pro" pitchFamily="18" charset="0"/>
                <a:ea typeface="Calibri" pitchFamily="34" charset="0"/>
                <a:cs typeface="Times New Roman" pitchFamily="18" charset="0"/>
              </a:rPr>
              <a:t> anniversary. </a:t>
            </a:r>
            <a:endParaRPr lang="en-US" dirty="0">
              <a:ln>
                <a:solidFill>
                  <a:schemeClr val="accent1"/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UBC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amlong</dc:creator>
  <cp:lastModifiedBy>amlong</cp:lastModifiedBy>
  <cp:revision>3</cp:revision>
  <dcterms:created xsi:type="dcterms:W3CDTF">2012-01-17T21:00:50Z</dcterms:created>
  <dcterms:modified xsi:type="dcterms:W3CDTF">2012-01-17T21:18:22Z</dcterms:modified>
</cp:coreProperties>
</file>
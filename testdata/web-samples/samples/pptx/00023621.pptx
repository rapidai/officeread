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7"/>
  </p:notesMasterIdLst>
  <p:handoutMasterIdLst>
    <p:handoutMasterId r:id="rId8"/>
  </p:handoutMasterIdLst>
  <p:sldIdLst>
    <p:sldId id="279" r:id="rId2"/>
    <p:sldId id="281" r:id="rId3"/>
    <p:sldId id="284" r:id="rId4"/>
    <p:sldId id="282" r:id="rId5"/>
    <p:sldId id="286" r:id="rId6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C00FF"/>
    <a:srgbClr val="DDDDDD"/>
    <a:srgbClr val="FB6DA6"/>
    <a:srgbClr val="FC6C7A"/>
    <a:srgbClr val="FE6A83"/>
    <a:srgbClr val="1BFF8D"/>
    <a:srgbClr val="FFFF66"/>
    <a:srgbClr val="00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326" autoAdjust="0"/>
  </p:normalViewPr>
  <p:slideViewPr>
    <p:cSldViewPr>
      <p:cViewPr>
        <p:scale>
          <a:sx n="75" d="100"/>
          <a:sy n="75" d="100"/>
        </p:scale>
        <p:origin x="-1530" y="-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86771003-514A-4569-BB76-F0ECE90DEE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7997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fld id="{0357D5EB-7169-4B62-AD87-4876BBA3C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69205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FC529-8D24-410A-B5EA-C3D46A58722A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770" r:id="rId3"/>
    <p:sldLayoutId id="2147483769" r:id="rId4"/>
    <p:sldLayoutId id="2147483768" r:id="rId5"/>
    <p:sldLayoutId id="2147483767" r:id="rId6"/>
    <p:sldLayoutId id="2147483766" r:id="rId7"/>
    <p:sldLayoutId id="2147483765" r:id="rId8"/>
    <p:sldLayoutId id="2147483764" r:id="rId9"/>
    <p:sldLayoutId id="2147483763" r:id="rId10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5715000" cy="762000"/>
          </a:xfrm>
        </p:spPr>
        <p:txBody>
          <a:bodyPr/>
          <a:lstStyle/>
          <a:p>
            <a:pPr algn="ctr"/>
            <a:r>
              <a:rPr lang="en-US" dirty="0" smtClean="0"/>
              <a:t>Imagery for the Nation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6868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Program Contact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Federal Contact: Stephen Lowe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NGAC Contact: Tony Spicci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Current Activities of the Program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NAIP continues to work with the States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Waiting for feedback from FGDC entire initiative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Emerging Issues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 smtClean="0">
                <a:ea typeface="ＭＳ Ｐゴシック"/>
              </a:rPr>
              <a:t> </a:t>
            </a:r>
            <a:r>
              <a:rPr lang="en-US" dirty="0" smtClean="0"/>
              <a:t>USDA is progressing in the development of IFTN support services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dirty="0">
                <a:ea typeface="ＭＳ Ｐゴシック"/>
              </a:rPr>
              <a:t> </a:t>
            </a:r>
            <a:r>
              <a:rPr lang="en-US" dirty="0" smtClean="0">
                <a:ea typeface="ＭＳ Ｐゴシック"/>
              </a:rPr>
              <a:t>Budget realities must be considered in any discussion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/>
              <a:t>			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5791200"/>
            <a:ext cx="286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2011 NGAC Meeting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1"/>
            <a:ext cx="8534399" cy="1143000"/>
          </a:xfrm>
        </p:spPr>
        <p:txBody>
          <a:bodyPr/>
          <a:lstStyle/>
          <a:p>
            <a:r>
              <a:rPr lang="en-US" cap="none" dirty="0" smtClean="0"/>
              <a:t>From the last NGAC Meeting…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62200"/>
            <a:ext cx="8305799" cy="2590800"/>
          </a:xfrm>
        </p:spPr>
        <p:txBody>
          <a:bodyPr/>
          <a:lstStyle/>
          <a:p>
            <a:r>
              <a:rPr lang="en-US" sz="3000" u="sng" dirty="0" smtClean="0"/>
              <a:t>Imagery for the Nation Request for Information</a:t>
            </a:r>
            <a:endParaRPr lang="en-US" sz="3000" dirty="0" smtClean="0"/>
          </a:p>
          <a:p>
            <a:r>
              <a:rPr lang="en-US" sz="2600" dirty="0" smtClean="0"/>
              <a:t>Current activities related to IFTN were reviewed.  The NGA sponsored a Request for Information (RFI) to gather additional information about IFTN, </a:t>
            </a:r>
            <a:r>
              <a:rPr lang="en-US" sz="2600" b="1" dirty="0" smtClean="0">
                <a:solidFill>
                  <a:srgbClr val="FF0000"/>
                </a:solidFill>
              </a:rPr>
              <a:t>and the FGDC Executive Committee continues to deliberate on the future direction of IFTN</a:t>
            </a:r>
            <a:r>
              <a:rPr lang="en-US" sz="26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1362075"/>
          </a:xfrm>
        </p:spPr>
        <p:txBody>
          <a:bodyPr/>
          <a:lstStyle/>
          <a:p>
            <a:r>
              <a:rPr lang="en-US" cap="none" dirty="0" smtClean="0"/>
              <a:t>IFTN - Imagery for the Nation </a:t>
            </a:r>
            <a:endParaRPr lang="en-US" cap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077200" cy="426719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600" dirty="0" smtClean="0"/>
              <a:t>  </a:t>
            </a:r>
            <a:r>
              <a:rPr lang="en-US" sz="3000" dirty="0" smtClean="0"/>
              <a:t>NSGIC proposed IFTN in 2004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/>
              <a:t>  Notable progress:</a:t>
            </a:r>
          </a:p>
          <a:p>
            <a:pPr lvl="1">
              <a:buFont typeface="Wingdings" pitchFamily="2" charset="2"/>
              <a:buChar char="q"/>
            </a:pPr>
            <a:r>
              <a:rPr lang="en-US" sz="2600" dirty="0" smtClean="0"/>
              <a:t>  IFTN has been thoroughly studied by the FGDC</a:t>
            </a:r>
          </a:p>
          <a:p>
            <a:pPr lvl="1">
              <a:buFont typeface="Wingdings" pitchFamily="2" charset="2"/>
              <a:buChar char="q"/>
            </a:pPr>
            <a:r>
              <a:rPr lang="en-US" sz="2600" dirty="0" smtClean="0"/>
              <a:t>  National Agriculture Imagery Program (NAIP) incorporated several of its principles</a:t>
            </a:r>
          </a:p>
          <a:p>
            <a:pPr>
              <a:buFont typeface="Wingdings" pitchFamily="2" charset="2"/>
              <a:buChar char="q"/>
            </a:pPr>
            <a:r>
              <a:rPr lang="en-US" sz="3000" dirty="0" smtClean="0"/>
              <a:t>  Lack-of-progress:</a:t>
            </a:r>
          </a:p>
          <a:p>
            <a:pPr lvl="1">
              <a:buFont typeface="Wingdings" pitchFamily="2" charset="2"/>
              <a:buChar char="q"/>
            </a:pPr>
            <a:r>
              <a:rPr lang="en-US" sz="2600" dirty="0" smtClean="0"/>
              <a:t>  Funding</a:t>
            </a:r>
          </a:p>
          <a:p>
            <a:pPr lvl="1">
              <a:buFont typeface="Wingdings" pitchFamily="2" charset="2"/>
              <a:buChar char="q"/>
            </a:pPr>
            <a:r>
              <a:rPr lang="en-US" sz="2600" dirty="0" smtClean="0"/>
              <a:t>  Adoption at the Federal level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077200" cy="1362075"/>
          </a:xfrm>
        </p:spPr>
        <p:txBody>
          <a:bodyPr/>
          <a:lstStyle/>
          <a:p>
            <a:r>
              <a:rPr lang="en-US" cap="none" dirty="0" smtClean="0"/>
              <a:t>NSGIC Activities</a:t>
            </a:r>
            <a:endParaRPr lang="en-US" cap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8189913" cy="4419599"/>
          </a:xfrm>
        </p:spPr>
        <p:txBody>
          <a:bodyPr/>
          <a:lstStyle/>
          <a:p>
            <a:pPr lvl="0"/>
            <a:r>
              <a:rPr lang="en-US" sz="3000" dirty="0" smtClean="0"/>
              <a:t>NSGIC is considering options for:</a:t>
            </a:r>
          </a:p>
          <a:p>
            <a:pPr lvl="0"/>
            <a:endParaRPr lang="en-US" sz="1000" dirty="0" smtClean="0"/>
          </a:p>
          <a:p>
            <a:pPr lvl="0">
              <a:buFont typeface="Wingdings" pitchFamily="2" charset="2"/>
              <a:buChar char="q"/>
            </a:pPr>
            <a:r>
              <a:rPr lang="en-US" sz="2800" dirty="0" smtClean="0"/>
              <a:t>  S</a:t>
            </a:r>
            <a:r>
              <a:rPr lang="en-US" sz="2600" dirty="0" smtClean="0"/>
              <a:t>tates and local governments to pursue to reduce administrative costs.  </a:t>
            </a:r>
          </a:p>
          <a:p>
            <a:pPr lvl="0">
              <a:buFont typeface="Wingdings" pitchFamily="2" charset="2"/>
              <a:buChar char="q"/>
            </a:pPr>
            <a:r>
              <a:rPr lang="en-US" sz="2600" dirty="0" smtClean="0"/>
              <a:t>  Leveraging large area contracting methods to save on production costs</a:t>
            </a:r>
          </a:p>
          <a:p>
            <a:pPr lvl="0">
              <a:buFont typeface="Wingdings" pitchFamily="2" charset="2"/>
              <a:buChar char="q"/>
            </a:pPr>
            <a:r>
              <a:rPr lang="en-US" sz="2600" dirty="0" smtClean="0"/>
              <a:t>  Providing consistency across state borders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/>
              <a:t>  Structuring </a:t>
            </a:r>
            <a:r>
              <a:rPr lang="en-US" sz="2400" dirty="0"/>
              <a:t>a program that encourages Federal agencies to partner with the States to share costs for imagery to meet their own </a:t>
            </a:r>
            <a:r>
              <a:rPr lang="en-US" sz="2400" dirty="0" smtClean="0"/>
              <a:t>business</a:t>
            </a:r>
            <a:endParaRPr lang="en-US" sz="2600" dirty="0" smtClean="0"/>
          </a:p>
          <a:p>
            <a:pPr lvl="0"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1362075"/>
          </a:xfrm>
        </p:spPr>
        <p:txBody>
          <a:bodyPr/>
          <a:lstStyle/>
          <a:p>
            <a:r>
              <a:rPr lang="en-US" cap="none" dirty="0" smtClean="0"/>
              <a:t>Next Steps </a:t>
            </a:r>
            <a:endParaRPr lang="en-US" cap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24001"/>
            <a:ext cx="8342313" cy="2882900"/>
          </a:xfrm>
        </p:spPr>
        <p:txBody>
          <a:bodyPr/>
          <a:lstStyle/>
          <a:p>
            <a:r>
              <a:rPr lang="en-US" sz="2800" dirty="0" smtClean="0"/>
              <a:t>Request that the FGDC Executive Committee provide a clear and definitive statement on IFTN </a:t>
            </a:r>
            <a:r>
              <a:rPr lang="en-US" sz="2800" smtClean="0"/>
              <a:t>and outline </a:t>
            </a:r>
            <a:r>
              <a:rPr lang="en-US" sz="2800" dirty="0" smtClean="0"/>
              <a:t>the next steps to move IFTN forward and make it relevant to the Federal, state and local government users.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2320</TotalTime>
  <Words>225</Words>
  <Application>Microsoft Office PowerPoint</Application>
  <PresentationFormat>On-screen Show (4:3)</PresentationFormat>
  <Paragraphs>33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Edge</vt:lpstr>
      <vt:lpstr>Imagery for the Nation</vt:lpstr>
      <vt:lpstr>From the last NGAC Meeting… </vt:lpstr>
      <vt:lpstr>IFTN - Imagery for the Nation </vt:lpstr>
      <vt:lpstr>NSGIC Activities</vt:lpstr>
      <vt:lpstr>Next Steps </vt:lpstr>
    </vt:vector>
  </TitlesOfParts>
  <Company>USGS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creator>jmahoney</dc:creator>
  <cp:lastModifiedBy>USGS</cp:lastModifiedBy>
  <cp:revision>152</cp:revision>
  <cp:lastPrinted>2008-10-08T20:42:54Z</cp:lastPrinted>
  <dcterms:created xsi:type="dcterms:W3CDTF">2011-05-25T12:19:12Z</dcterms:created>
  <dcterms:modified xsi:type="dcterms:W3CDTF">2011-06-16T18:19:46Z</dcterms:modified>
</cp:coreProperties>
</file>
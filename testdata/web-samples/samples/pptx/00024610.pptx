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9"/>
  </p:notesMasterIdLst>
  <p:sldIdLst>
    <p:sldId id="256" r:id="rId3"/>
    <p:sldId id="293" r:id="rId4"/>
    <p:sldId id="294" r:id="rId5"/>
    <p:sldId id="292" r:id="rId6"/>
    <p:sldId id="296" r:id="rId7"/>
    <p:sldId id="295" r:id="rId8"/>
  </p:sldIdLst>
  <p:sldSz cx="9144000" cy="6858000" type="screen4x3"/>
  <p:notesSz cx="6954838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12" autoAdjust="0"/>
    <p:restoredTop sz="94655" autoAdjust="0"/>
  </p:normalViewPr>
  <p:slideViewPr>
    <p:cSldViewPr>
      <p:cViewPr>
        <p:scale>
          <a:sx n="75" d="100"/>
          <a:sy n="75" d="100"/>
        </p:scale>
        <p:origin x="-750" y="-7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45B58-2DB0-4D72-AC44-FEDB03D66A3B}" type="doc">
      <dgm:prSet loTypeId="urn:microsoft.com/office/officeart/2005/8/layout/default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C06170F8-A9AD-46D0-8F15-EB81568BD219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2000" dirty="0" smtClean="0"/>
            <a:t>You can choose the number of boxes</a:t>
          </a:r>
        </a:p>
      </dgm:t>
    </dgm:pt>
    <dgm:pt modelId="{DFD6B058-E442-4B2F-859C-1604773E231F}" type="parTrans" cxnId="{C1D5DDEC-0157-4F24-88C8-07DA20B267E6}">
      <dgm:prSet/>
      <dgm:spPr/>
      <dgm:t>
        <a:bodyPr/>
        <a:lstStyle/>
        <a:p>
          <a:endParaRPr lang="en-US"/>
        </a:p>
      </dgm:t>
    </dgm:pt>
    <dgm:pt modelId="{A390144D-EA10-4837-9A92-5473163C0518}" type="sibTrans" cxnId="{C1D5DDEC-0157-4F24-88C8-07DA20B267E6}">
      <dgm:prSet/>
      <dgm:spPr/>
      <dgm:t>
        <a:bodyPr/>
        <a:lstStyle/>
        <a:p>
          <a:endParaRPr lang="en-US"/>
        </a:p>
      </dgm:t>
    </dgm:pt>
    <dgm:pt modelId="{576ECE8C-8429-422A-9DEB-CB670EA6F8E3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2000" dirty="0" smtClean="0"/>
            <a:t>You can change their positions</a:t>
          </a:r>
          <a:endParaRPr lang="en-US" sz="2000" dirty="0"/>
        </a:p>
      </dgm:t>
    </dgm:pt>
    <dgm:pt modelId="{4D239095-B76F-4D25-9BBB-FE0B28B70BB0}" type="parTrans" cxnId="{6B16A610-D32D-4325-9F0B-2F3A012ADA38}">
      <dgm:prSet/>
      <dgm:spPr/>
      <dgm:t>
        <a:bodyPr/>
        <a:lstStyle/>
        <a:p>
          <a:endParaRPr lang="en-US"/>
        </a:p>
      </dgm:t>
    </dgm:pt>
    <dgm:pt modelId="{0D6EEE6D-E720-49A3-B50D-B90C43581494}" type="sibTrans" cxnId="{6B16A610-D32D-4325-9F0B-2F3A012ADA38}">
      <dgm:prSet/>
      <dgm:spPr/>
      <dgm:t>
        <a:bodyPr/>
        <a:lstStyle/>
        <a:p>
          <a:endParaRPr lang="en-US"/>
        </a:p>
      </dgm:t>
    </dgm:pt>
    <dgm:pt modelId="{CFED3BE4-EBA4-418E-903E-F72717C53862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2000" dirty="0" smtClean="0">
              <a:solidFill>
                <a:schemeClr val="tx1"/>
              </a:solidFill>
            </a:rPr>
            <a:t>You can change the color of text</a:t>
          </a:r>
          <a:endParaRPr lang="en-US" sz="2000" dirty="0">
            <a:solidFill>
              <a:schemeClr val="tx1"/>
            </a:solidFill>
          </a:endParaRPr>
        </a:p>
      </dgm:t>
    </dgm:pt>
    <dgm:pt modelId="{0252F0B2-6271-4E06-8B8F-5BD11F68B7C7}" type="parTrans" cxnId="{F89F355E-C5F9-4F05-BE8F-FE635D9634A2}">
      <dgm:prSet/>
      <dgm:spPr/>
      <dgm:t>
        <a:bodyPr/>
        <a:lstStyle/>
        <a:p>
          <a:endParaRPr lang="en-US"/>
        </a:p>
      </dgm:t>
    </dgm:pt>
    <dgm:pt modelId="{2F2F5D99-8791-42B2-8230-9CAA6237B547}" type="sibTrans" cxnId="{F89F355E-C5F9-4F05-BE8F-FE635D9634A2}">
      <dgm:prSet/>
      <dgm:spPr/>
      <dgm:t>
        <a:bodyPr/>
        <a:lstStyle/>
        <a:p>
          <a:endParaRPr lang="en-US"/>
        </a:p>
      </dgm:t>
    </dgm:pt>
    <dgm:pt modelId="{A7D6BE24-401F-49A7-B2D1-79FC89448B42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2000" dirty="0" smtClean="0"/>
            <a:t>Use the OET Color Palette when choosing colors. </a:t>
          </a:r>
          <a:endParaRPr lang="en-US" sz="2000" dirty="0"/>
        </a:p>
      </dgm:t>
    </dgm:pt>
    <dgm:pt modelId="{861403A2-482A-480F-AB62-066A16FDFB95}" type="parTrans" cxnId="{35D92F7A-F47A-4DDA-BFB8-7714921ED86E}">
      <dgm:prSet/>
      <dgm:spPr/>
      <dgm:t>
        <a:bodyPr/>
        <a:lstStyle/>
        <a:p>
          <a:endParaRPr lang="en-US"/>
        </a:p>
      </dgm:t>
    </dgm:pt>
    <dgm:pt modelId="{4450C5EB-2775-4B41-993E-043A3153BB61}" type="sibTrans" cxnId="{35D92F7A-F47A-4DDA-BFB8-7714921ED86E}">
      <dgm:prSet/>
      <dgm:spPr/>
      <dgm:t>
        <a:bodyPr/>
        <a:lstStyle/>
        <a:p>
          <a:endParaRPr lang="en-US"/>
        </a:p>
      </dgm:t>
    </dgm:pt>
    <dgm:pt modelId="{23321AFC-B866-4692-BA78-B68A92BEB899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2000" dirty="0" smtClean="0"/>
            <a:t>Try to stay with only one color on a slide …</a:t>
          </a:r>
          <a:endParaRPr lang="en-US" sz="2000" dirty="0"/>
        </a:p>
      </dgm:t>
    </dgm:pt>
    <dgm:pt modelId="{5AA3938C-3D81-486C-AB1C-306B7F0C711D}" type="parTrans" cxnId="{DA92AF44-1483-45C2-94AF-69698E4C2717}">
      <dgm:prSet/>
      <dgm:spPr/>
      <dgm:t>
        <a:bodyPr/>
        <a:lstStyle/>
        <a:p>
          <a:endParaRPr lang="en-US"/>
        </a:p>
      </dgm:t>
    </dgm:pt>
    <dgm:pt modelId="{B3BF3F7D-22AE-4781-A8DD-54FB4C4EE3ED}" type="sibTrans" cxnId="{DA92AF44-1483-45C2-94AF-69698E4C2717}">
      <dgm:prSet/>
      <dgm:spPr/>
      <dgm:t>
        <a:bodyPr/>
        <a:lstStyle/>
        <a:p>
          <a:endParaRPr lang="en-US"/>
        </a:p>
      </dgm:t>
    </dgm:pt>
    <dgm:pt modelId="{D5D92512-3166-4B2A-B6FD-F30DB8BC5E5C}">
      <dgm:prSet phldrT="[Text]" custT="1"/>
      <dgm:spPr>
        <a:solidFill>
          <a:schemeClr val="bg2">
            <a:lumMod val="60000"/>
            <a:lumOff val="40000"/>
          </a:schemeClr>
        </a:solidFill>
      </dgm:spPr>
      <dgm:t>
        <a:bodyPr/>
        <a:lstStyle/>
        <a:p>
          <a:r>
            <a:rPr lang="en-US" sz="2000" dirty="0" smtClean="0">
              <a:solidFill>
                <a:schemeClr val="bg1"/>
              </a:solidFill>
            </a:rPr>
            <a:t>but If you need a other colors for emphasis…</a:t>
          </a:r>
          <a:endParaRPr lang="en-US" sz="2000" dirty="0">
            <a:solidFill>
              <a:schemeClr val="bg1"/>
            </a:solidFill>
          </a:endParaRPr>
        </a:p>
      </dgm:t>
    </dgm:pt>
    <dgm:pt modelId="{17D76F5E-E095-4E73-9A2E-9D607DFABC6F}" type="parTrans" cxnId="{C50DF57A-1E77-41A8-BD48-AD2D6A13B95C}">
      <dgm:prSet/>
      <dgm:spPr/>
      <dgm:t>
        <a:bodyPr/>
        <a:lstStyle/>
        <a:p>
          <a:endParaRPr lang="en-US"/>
        </a:p>
      </dgm:t>
    </dgm:pt>
    <dgm:pt modelId="{713C9BF9-B9AC-4A42-A2EE-163EDE65418B}" type="sibTrans" cxnId="{C50DF57A-1E77-41A8-BD48-AD2D6A13B95C}">
      <dgm:prSet/>
      <dgm:spPr/>
      <dgm:t>
        <a:bodyPr/>
        <a:lstStyle/>
        <a:p>
          <a:endParaRPr lang="en-US"/>
        </a:p>
      </dgm:t>
    </dgm:pt>
    <dgm:pt modelId="{EC69BA3B-2824-4A36-A8F9-92FF0A0B88FB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2000" dirty="0" smtClean="0"/>
            <a:t>look for lighter and darker versions of the same color in the OET Color Palette.</a:t>
          </a:r>
          <a:endParaRPr lang="en-US" sz="2000" dirty="0"/>
        </a:p>
      </dgm:t>
    </dgm:pt>
    <dgm:pt modelId="{D6305020-0093-42D5-81DD-078D7209CEBC}" type="parTrans" cxnId="{CD214B8C-DBE9-4F1F-8655-625B21ADB794}">
      <dgm:prSet/>
      <dgm:spPr/>
      <dgm:t>
        <a:bodyPr/>
        <a:lstStyle/>
        <a:p>
          <a:endParaRPr lang="en-US"/>
        </a:p>
      </dgm:t>
    </dgm:pt>
    <dgm:pt modelId="{4ED2DA91-9954-4E0F-BEB4-68D863B15538}" type="sibTrans" cxnId="{CD214B8C-DBE9-4F1F-8655-625B21ADB794}">
      <dgm:prSet/>
      <dgm:spPr/>
      <dgm:t>
        <a:bodyPr/>
        <a:lstStyle/>
        <a:p>
          <a:endParaRPr lang="en-US"/>
        </a:p>
      </dgm:t>
    </dgm:pt>
    <dgm:pt modelId="{A11A390D-EFEC-4DA6-BCCD-24309F6512CB}" type="pres">
      <dgm:prSet presAssocID="{30E45B58-2DB0-4D72-AC44-FEDB03D66A3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C3FA302-3B59-4E6A-ACB3-99C14B386766}" type="pres">
      <dgm:prSet presAssocID="{C06170F8-A9AD-46D0-8F15-EB81568BD219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B108D9-33FD-4259-B1F0-509A71DD9BAF}" type="pres">
      <dgm:prSet presAssocID="{A390144D-EA10-4837-9A92-5473163C0518}" presName="sibTrans" presStyleCnt="0"/>
      <dgm:spPr/>
      <dgm:t>
        <a:bodyPr/>
        <a:lstStyle/>
        <a:p>
          <a:endParaRPr lang="en-US"/>
        </a:p>
      </dgm:t>
    </dgm:pt>
    <dgm:pt modelId="{8EBB5B0B-D849-41B3-AAFD-9E99C0756B09}" type="pres">
      <dgm:prSet presAssocID="{576ECE8C-8429-422A-9DEB-CB670EA6F8E3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0F9B7D-C711-4565-8835-470A80299A01}" type="pres">
      <dgm:prSet presAssocID="{0D6EEE6D-E720-49A3-B50D-B90C43581494}" presName="sibTrans" presStyleCnt="0"/>
      <dgm:spPr/>
      <dgm:t>
        <a:bodyPr/>
        <a:lstStyle/>
        <a:p>
          <a:endParaRPr lang="en-US"/>
        </a:p>
      </dgm:t>
    </dgm:pt>
    <dgm:pt modelId="{67433A79-F724-40B7-A2ED-9B473803D2F3}" type="pres">
      <dgm:prSet presAssocID="{CFED3BE4-EBA4-418E-903E-F72717C53862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1940AE-BDFF-4EA1-8869-07AA9824F92E}" type="pres">
      <dgm:prSet presAssocID="{2F2F5D99-8791-42B2-8230-9CAA6237B547}" presName="sibTrans" presStyleCnt="0"/>
      <dgm:spPr/>
      <dgm:t>
        <a:bodyPr/>
        <a:lstStyle/>
        <a:p>
          <a:endParaRPr lang="en-US"/>
        </a:p>
      </dgm:t>
    </dgm:pt>
    <dgm:pt modelId="{BA5BF7AB-434E-4CF5-85EE-1105E1415032}" type="pres">
      <dgm:prSet presAssocID="{A7D6BE24-401F-49A7-B2D1-79FC89448B42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BFD161-CDAB-4ACA-93C5-001C56B7A86F}" type="pres">
      <dgm:prSet presAssocID="{4450C5EB-2775-4B41-993E-043A3153BB61}" presName="sibTrans" presStyleCnt="0"/>
      <dgm:spPr/>
      <dgm:t>
        <a:bodyPr/>
        <a:lstStyle/>
        <a:p>
          <a:endParaRPr lang="en-US"/>
        </a:p>
      </dgm:t>
    </dgm:pt>
    <dgm:pt modelId="{2DDD22E5-5AC9-45E1-89CF-1AB0CE26F165}" type="pres">
      <dgm:prSet presAssocID="{23321AFC-B866-4692-BA78-B68A92BEB899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330D0B-79FA-4FE9-B1F2-230AFBA8EAD2}" type="pres">
      <dgm:prSet presAssocID="{B3BF3F7D-22AE-4781-A8DD-54FB4C4EE3ED}" presName="sibTrans" presStyleCnt="0"/>
      <dgm:spPr/>
      <dgm:t>
        <a:bodyPr/>
        <a:lstStyle/>
        <a:p>
          <a:endParaRPr lang="en-US"/>
        </a:p>
      </dgm:t>
    </dgm:pt>
    <dgm:pt modelId="{FCB16D7B-72BD-4D34-BE32-0C979EEE5576}" type="pres">
      <dgm:prSet presAssocID="{D5D92512-3166-4B2A-B6FD-F30DB8BC5E5C}" presName="node" presStyleLbl="node1" presStyleIdx="5" presStyleCnt="7" custLinFactNeighborX="-5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9C87EF-943B-4599-982D-A9900F9D5970}" type="pres">
      <dgm:prSet presAssocID="{713C9BF9-B9AC-4A42-A2EE-163EDE65418B}" presName="sibTrans" presStyleCnt="0"/>
      <dgm:spPr/>
      <dgm:t>
        <a:bodyPr/>
        <a:lstStyle/>
        <a:p>
          <a:endParaRPr lang="en-US"/>
        </a:p>
      </dgm:t>
    </dgm:pt>
    <dgm:pt modelId="{FC16838C-E350-45B1-8BFA-AE1BCE50B2CC}" type="pres">
      <dgm:prSet presAssocID="{EC69BA3B-2824-4A36-A8F9-92FF0A0B88FB}" presName="node" presStyleLbl="node1" presStyleIdx="6" presStyleCnt="7" custScaleX="176091" custScaleY="12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1A336A4-1FC2-4F03-8212-9CF916D785EB}" type="presOf" srcId="{23321AFC-B866-4692-BA78-B68A92BEB899}" destId="{2DDD22E5-5AC9-45E1-89CF-1AB0CE26F165}" srcOrd="0" destOrd="0" presId="urn:microsoft.com/office/officeart/2005/8/layout/default"/>
    <dgm:cxn modelId="{56411D7A-E707-4358-ABF9-B4559A6CC68D}" type="presOf" srcId="{30E45B58-2DB0-4D72-AC44-FEDB03D66A3B}" destId="{A11A390D-EFEC-4DA6-BCCD-24309F6512CB}" srcOrd="0" destOrd="0" presId="urn:microsoft.com/office/officeart/2005/8/layout/default"/>
    <dgm:cxn modelId="{EBCD00E1-765A-4025-B709-E2D9C33862E3}" type="presOf" srcId="{CFED3BE4-EBA4-418E-903E-F72717C53862}" destId="{67433A79-F724-40B7-A2ED-9B473803D2F3}" srcOrd="0" destOrd="0" presId="urn:microsoft.com/office/officeart/2005/8/layout/default"/>
    <dgm:cxn modelId="{A1E9ECE2-EF2A-4ADB-81DA-6B0F4BCB561C}" type="presOf" srcId="{A7D6BE24-401F-49A7-B2D1-79FC89448B42}" destId="{BA5BF7AB-434E-4CF5-85EE-1105E1415032}" srcOrd="0" destOrd="0" presId="urn:microsoft.com/office/officeart/2005/8/layout/default"/>
    <dgm:cxn modelId="{CD214B8C-DBE9-4F1F-8655-625B21ADB794}" srcId="{30E45B58-2DB0-4D72-AC44-FEDB03D66A3B}" destId="{EC69BA3B-2824-4A36-A8F9-92FF0A0B88FB}" srcOrd="6" destOrd="0" parTransId="{D6305020-0093-42D5-81DD-078D7209CEBC}" sibTransId="{4ED2DA91-9954-4E0F-BEB4-68D863B15538}"/>
    <dgm:cxn modelId="{6B16A610-D32D-4325-9F0B-2F3A012ADA38}" srcId="{30E45B58-2DB0-4D72-AC44-FEDB03D66A3B}" destId="{576ECE8C-8429-422A-9DEB-CB670EA6F8E3}" srcOrd="1" destOrd="0" parTransId="{4D239095-B76F-4D25-9BBB-FE0B28B70BB0}" sibTransId="{0D6EEE6D-E720-49A3-B50D-B90C43581494}"/>
    <dgm:cxn modelId="{C50DF57A-1E77-41A8-BD48-AD2D6A13B95C}" srcId="{30E45B58-2DB0-4D72-AC44-FEDB03D66A3B}" destId="{D5D92512-3166-4B2A-B6FD-F30DB8BC5E5C}" srcOrd="5" destOrd="0" parTransId="{17D76F5E-E095-4E73-9A2E-9D607DFABC6F}" sibTransId="{713C9BF9-B9AC-4A42-A2EE-163EDE65418B}"/>
    <dgm:cxn modelId="{35D92F7A-F47A-4DDA-BFB8-7714921ED86E}" srcId="{30E45B58-2DB0-4D72-AC44-FEDB03D66A3B}" destId="{A7D6BE24-401F-49A7-B2D1-79FC89448B42}" srcOrd="3" destOrd="0" parTransId="{861403A2-482A-480F-AB62-066A16FDFB95}" sibTransId="{4450C5EB-2775-4B41-993E-043A3153BB61}"/>
    <dgm:cxn modelId="{C1D5DDEC-0157-4F24-88C8-07DA20B267E6}" srcId="{30E45B58-2DB0-4D72-AC44-FEDB03D66A3B}" destId="{C06170F8-A9AD-46D0-8F15-EB81568BD219}" srcOrd="0" destOrd="0" parTransId="{DFD6B058-E442-4B2F-859C-1604773E231F}" sibTransId="{A390144D-EA10-4837-9A92-5473163C0518}"/>
    <dgm:cxn modelId="{DA92AF44-1483-45C2-94AF-69698E4C2717}" srcId="{30E45B58-2DB0-4D72-AC44-FEDB03D66A3B}" destId="{23321AFC-B866-4692-BA78-B68A92BEB899}" srcOrd="4" destOrd="0" parTransId="{5AA3938C-3D81-486C-AB1C-306B7F0C711D}" sibTransId="{B3BF3F7D-22AE-4781-A8DD-54FB4C4EE3ED}"/>
    <dgm:cxn modelId="{90842538-322A-45E5-B823-7581D0DBDAA2}" type="presOf" srcId="{EC69BA3B-2824-4A36-A8F9-92FF0A0B88FB}" destId="{FC16838C-E350-45B1-8BFA-AE1BCE50B2CC}" srcOrd="0" destOrd="0" presId="urn:microsoft.com/office/officeart/2005/8/layout/default"/>
    <dgm:cxn modelId="{F89F355E-C5F9-4F05-BE8F-FE635D9634A2}" srcId="{30E45B58-2DB0-4D72-AC44-FEDB03D66A3B}" destId="{CFED3BE4-EBA4-418E-903E-F72717C53862}" srcOrd="2" destOrd="0" parTransId="{0252F0B2-6271-4E06-8B8F-5BD11F68B7C7}" sibTransId="{2F2F5D99-8791-42B2-8230-9CAA6237B547}"/>
    <dgm:cxn modelId="{373AEE77-B0E7-4987-ACD9-90FF91806347}" type="presOf" srcId="{C06170F8-A9AD-46D0-8F15-EB81568BD219}" destId="{BC3FA302-3B59-4E6A-ACB3-99C14B386766}" srcOrd="0" destOrd="0" presId="urn:microsoft.com/office/officeart/2005/8/layout/default"/>
    <dgm:cxn modelId="{DD5EBB74-484E-4433-9C0C-A507DFF1BA99}" type="presOf" srcId="{576ECE8C-8429-422A-9DEB-CB670EA6F8E3}" destId="{8EBB5B0B-D849-41B3-AAFD-9E99C0756B09}" srcOrd="0" destOrd="0" presId="urn:microsoft.com/office/officeart/2005/8/layout/default"/>
    <dgm:cxn modelId="{D46D2160-3D06-4662-B8AD-8D7B3976CAC4}" type="presOf" srcId="{D5D92512-3166-4B2A-B6FD-F30DB8BC5E5C}" destId="{FCB16D7B-72BD-4D34-BE32-0C979EEE5576}" srcOrd="0" destOrd="0" presId="urn:microsoft.com/office/officeart/2005/8/layout/default"/>
    <dgm:cxn modelId="{36B7F845-E4FD-452D-98AE-7A0A036CD9A0}" type="presParOf" srcId="{A11A390D-EFEC-4DA6-BCCD-24309F6512CB}" destId="{BC3FA302-3B59-4E6A-ACB3-99C14B386766}" srcOrd="0" destOrd="0" presId="urn:microsoft.com/office/officeart/2005/8/layout/default"/>
    <dgm:cxn modelId="{C69CAAA4-7F38-4FBE-B95E-822B93E29E36}" type="presParOf" srcId="{A11A390D-EFEC-4DA6-BCCD-24309F6512CB}" destId="{56B108D9-33FD-4259-B1F0-509A71DD9BAF}" srcOrd="1" destOrd="0" presId="urn:microsoft.com/office/officeart/2005/8/layout/default"/>
    <dgm:cxn modelId="{44C861A6-9185-4C73-BE73-4EEB64E2AAAA}" type="presParOf" srcId="{A11A390D-EFEC-4DA6-BCCD-24309F6512CB}" destId="{8EBB5B0B-D849-41B3-AAFD-9E99C0756B09}" srcOrd="2" destOrd="0" presId="urn:microsoft.com/office/officeart/2005/8/layout/default"/>
    <dgm:cxn modelId="{1AE27D43-F634-4492-8919-0E559EE3CA3B}" type="presParOf" srcId="{A11A390D-EFEC-4DA6-BCCD-24309F6512CB}" destId="{210F9B7D-C711-4565-8835-470A80299A01}" srcOrd="3" destOrd="0" presId="urn:microsoft.com/office/officeart/2005/8/layout/default"/>
    <dgm:cxn modelId="{94B78A4B-1D17-48F3-B264-2B3F90248A55}" type="presParOf" srcId="{A11A390D-EFEC-4DA6-BCCD-24309F6512CB}" destId="{67433A79-F724-40B7-A2ED-9B473803D2F3}" srcOrd="4" destOrd="0" presId="urn:microsoft.com/office/officeart/2005/8/layout/default"/>
    <dgm:cxn modelId="{5E06FBAF-6060-41E2-B442-56CFB2B1B677}" type="presParOf" srcId="{A11A390D-EFEC-4DA6-BCCD-24309F6512CB}" destId="{671940AE-BDFF-4EA1-8869-07AA9824F92E}" srcOrd="5" destOrd="0" presId="urn:microsoft.com/office/officeart/2005/8/layout/default"/>
    <dgm:cxn modelId="{D359DC2E-C767-4855-B044-04680DA7ADA7}" type="presParOf" srcId="{A11A390D-EFEC-4DA6-BCCD-24309F6512CB}" destId="{BA5BF7AB-434E-4CF5-85EE-1105E1415032}" srcOrd="6" destOrd="0" presId="urn:microsoft.com/office/officeart/2005/8/layout/default"/>
    <dgm:cxn modelId="{75849FA2-CB93-4D05-834E-6DC72BC8A70F}" type="presParOf" srcId="{A11A390D-EFEC-4DA6-BCCD-24309F6512CB}" destId="{69BFD161-CDAB-4ACA-93C5-001C56B7A86F}" srcOrd="7" destOrd="0" presId="urn:microsoft.com/office/officeart/2005/8/layout/default"/>
    <dgm:cxn modelId="{19C70C55-A945-4672-A36E-D88110803C79}" type="presParOf" srcId="{A11A390D-EFEC-4DA6-BCCD-24309F6512CB}" destId="{2DDD22E5-5AC9-45E1-89CF-1AB0CE26F165}" srcOrd="8" destOrd="0" presId="urn:microsoft.com/office/officeart/2005/8/layout/default"/>
    <dgm:cxn modelId="{466BB8B5-2F27-4916-A70D-5632345B863F}" type="presParOf" srcId="{A11A390D-EFEC-4DA6-BCCD-24309F6512CB}" destId="{4C330D0B-79FA-4FE9-B1F2-230AFBA8EAD2}" srcOrd="9" destOrd="0" presId="urn:microsoft.com/office/officeart/2005/8/layout/default"/>
    <dgm:cxn modelId="{6D423B5C-C23F-4104-A1B7-3F398E99FEFD}" type="presParOf" srcId="{A11A390D-EFEC-4DA6-BCCD-24309F6512CB}" destId="{FCB16D7B-72BD-4D34-BE32-0C979EEE5576}" srcOrd="10" destOrd="0" presId="urn:microsoft.com/office/officeart/2005/8/layout/default"/>
    <dgm:cxn modelId="{FD0A1671-A684-4A4E-AC2F-DB42C4E8F50A}" type="presParOf" srcId="{A11A390D-EFEC-4DA6-BCCD-24309F6512CB}" destId="{D29C87EF-943B-4599-982D-A9900F9D5970}" srcOrd="11" destOrd="0" presId="urn:microsoft.com/office/officeart/2005/8/layout/default"/>
    <dgm:cxn modelId="{1CA0710F-FADD-4083-90C7-C4602A7A4E1C}" type="presParOf" srcId="{A11A390D-EFEC-4DA6-BCCD-24309F6512CB}" destId="{FC16838C-E350-45B1-8BFA-AE1BCE50B2CC}" srcOrd="12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4393" cy="465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8871" y="0"/>
            <a:ext cx="3014393" cy="465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55C817A-AD0C-42C2-883F-BB2942C2BBAD}" type="datetimeFigureOut">
              <a:rPr lang="en-US"/>
              <a:pPr>
                <a:defRPr/>
              </a:pPr>
              <a:t>11/9/2010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8500"/>
            <a:ext cx="4652962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6114" y="4422459"/>
            <a:ext cx="5562610" cy="4188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41738"/>
            <a:ext cx="3014393" cy="4657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8871" y="8841738"/>
            <a:ext cx="3014393" cy="4657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9198469-BCAF-428D-A277-23768406EA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0" y="2133600"/>
            <a:ext cx="9144000" cy="1981200"/>
          </a:xfrm>
          <a:prstGeom prst="rect">
            <a:avLst/>
          </a:prstGeom>
        </p:spPr>
        <p:txBody>
          <a:bodyPr/>
          <a:lstStyle>
            <a:lvl1pPr algn="ctr">
              <a:buNone/>
              <a:defRPr sz="4400" b="0">
                <a:solidFill>
                  <a:schemeClr val="accent2"/>
                </a:solidFill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0" y="4191000"/>
            <a:ext cx="9144000" cy="19050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baseline="0"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33790"/>
            <a:ext cx="9144000" cy="1143000"/>
          </a:xfrm>
          <a:prstGeom prst="rect">
            <a:avLst/>
          </a:prstGeom>
        </p:spPr>
        <p:txBody>
          <a:bodyPr/>
          <a:lstStyle>
            <a:lvl1pPr algn="ctr">
              <a:defRPr sz="4400" b="0" baseline="0">
                <a:solidFill>
                  <a:schemeClr val="accent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 userDrawn="1"/>
        </p:nvSpPr>
        <p:spPr>
          <a:xfrm>
            <a:off x="0" y="838200"/>
            <a:ext cx="9144000" cy="484188"/>
          </a:xfrm>
          <a:prstGeom prst="rect">
            <a:avLst/>
          </a:prstGeom>
        </p:spPr>
        <p:txBody>
          <a:bodyPr/>
          <a:lstStyle>
            <a:lvl1pPr algn="ctr">
              <a:defRPr b="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sz="26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0" y="838200"/>
            <a:ext cx="9144000" cy="4572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0" y="1371600"/>
            <a:ext cx="9144000" cy="3810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 i="1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SmartArt Placeholder 16"/>
          <p:cNvSpPr>
            <a:spLocks noGrp="1"/>
          </p:cNvSpPr>
          <p:nvPr>
            <p:ph type="dgm" sz="quarter" idx="14"/>
          </p:nvPr>
        </p:nvSpPr>
        <p:spPr>
          <a:xfrm>
            <a:off x="0" y="1905000"/>
            <a:ext cx="9144000" cy="39624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>
          <a:xfrm>
            <a:off x="0" y="838200"/>
            <a:ext cx="9144000" cy="484188"/>
          </a:xfrm>
          <a:prstGeom prst="rect">
            <a:avLst/>
          </a:prstGeom>
        </p:spPr>
        <p:txBody>
          <a:bodyPr/>
          <a:lstStyle>
            <a:lvl1pPr algn="ctr">
              <a:defRPr b="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sz="2600" kern="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17"/>
          <p:cNvGraphicFramePr>
            <a:graphicFrameLocks noGrp="1"/>
          </p:cNvGraphicFramePr>
          <p:nvPr/>
        </p:nvGraphicFramePr>
        <p:xfrm>
          <a:off x="457200" y="2057400"/>
          <a:ext cx="8248648" cy="3205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62162"/>
                <a:gridCol w="1968519"/>
                <a:gridCol w="1685559"/>
                <a:gridCol w="253240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Header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Header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Header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Header</a:t>
                      </a:r>
                      <a:endParaRPr lang="en-US" dirty="0"/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bold</a:t>
                      </a:r>
                      <a:r>
                        <a:rPr lang="en-US" sz="1300" b="1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for main copy</a:t>
                      </a:r>
                      <a:endParaRPr lang="en-US" sz="1300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  <a:tr h="365760">
                <a:tc rowSpan="3">
                  <a:txBody>
                    <a:bodyPr/>
                    <a:lstStyle/>
                    <a:p>
                      <a:r>
                        <a:rPr lang="en-US" sz="13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bold</a:t>
                      </a:r>
                      <a:r>
                        <a:rPr lang="en-US" sz="1300" b="1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for main copy</a:t>
                      </a:r>
                      <a:endParaRPr lang="en-US" sz="1300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</a:p>
                    <a:p>
                      <a:endParaRPr lang="en-US" sz="1300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50Use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418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bold</a:t>
                      </a:r>
                      <a:r>
                        <a:rPr lang="en-US" sz="1300" b="1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for main copy</a:t>
                      </a:r>
                      <a:endParaRPr lang="en-US" sz="1300" b="1" dirty="0" smtClean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  <a:p>
                      <a:pPr algn="l"/>
                      <a:endParaRPr lang="en-US" sz="1300" b="1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Use square</a:t>
                      </a:r>
                      <a:r>
                        <a:rPr lang="en-US" sz="13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bullets that </a:t>
                      </a: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en-US" sz="13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are included in this </a:t>
                      </a:r>
                    </a:p>
                    <a:p>
                      <a:pPr>
                        <a:buFont typeface="Wingdings" pitchFamily="2" charset="2"/>
                        <a:buChar char="§"/>
                      </a:pPr>
                      <a:r>
                        <a:rPr lang="en-US" sz="1300" baseline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 template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Use regular for other copy</a:t>
                      </a:r>
                      <a:endParaRPr lang="en-US" sz="13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" name="SmartArt Placeholder 16"/>
          <p:cNvSpPr>
            <a:spLocks noGrp="1"/>
          </p:cNvSpPr>
          <p:nvPr>
            <p:ph type="dgm" sz="quarter" idx="14"/>
          </p:nvPr>
        </p:nvSpPr>
        <p:spPr>
          <a:xfrm>
            <a:off x="0" y="1905000"/>
            <a:ext cx="9144000" cy="39624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 userDrawn="1"/>
        </p:nvSpPr>
        <p:spPr>
          <a:xfrm>
            <a:off x="0" y="838200"/>
            <a:ext cx="9144000" cy="484188"/>
          </a:xfrm>
          <a:prstGeom prst="rect">
            <a:avLst/>
          </a:prstGeom>
        </p:spPr>
        <p:txBody>
          <a:bodyPr/>
          <a:lstStyle>
            <a:lvl1pPr algn="ctr">
              <a:defRPr b="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sz="26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Chart Placeholder 13"/>
          <p:cNvSpPr>
            <a:spLocks noGrp="1"/>
          </p:cNvSpPr>
          <p:nvPr>
            <p:ph type="chart" sz="quarter" idx="11"/>
          </p:nvPr>
        </p:nvSpPr>
        <p:spPr>
          <a:xfrm>
            <a:off x="0" y="1905000"/>
            <a:ext cx="8887968" cy="2916936"/>
          </a:xfrm>
          <a:prstGeom prst="rect">
            <a:avLst/>
          </a:prstGeom>
        </p:spPr>
        <p:txBody>
          <a:bodyPr/>
          <a:lstStyle>
            <a:lvl1pPr algn="ctr">
              <a:buFontTx/>
              <a:buNone/>
              <a:defRPr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US" noProof="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0" y="838200"/>
            <a:ext cx="9144000" cy="4572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</a:lstStyle>
          <a:p>
            <a:pPr lvl="0"/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0" y="1371600"/>
            <a:ext cx="9144000" cy="3810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 i="1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685800" y="1828800"/>
            <a:ext cx="8458200" cy="4343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5"/>
          </p:nvPr>
        </p:nvSpPr>
        <p:spPr>
          <a:xfrm>
            <a:off x="685800" y="914400"/>
            <a:ext cx="8077200" cy="838200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>
            <a:spLocks noChangeArrowheads="1"/>
          </p:cNvSpPr>
          <p:nvPr userDrawn="1"/>
        </p:nvSpPr>
        <p:spPr>
          <a:xfrm>
            <a:off x="457200" y="6630988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B08A892-204D-46A6-B509-CA5A290DED1E}" type="slidenum">
              <a:rPr lang="en-US" sz="800" smtClean="0">
                <a:solidFill>
                  <a:schemeClr val="bg2"/>
                </a:solidFill>
                <a:latin typeface="+mn-lt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 smtClean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Date Placeholder 3"/>
          <p:cNvSpPr txBox="1">
            <a:spLocks/>
          </p:cNvSpPr>
          <p:nvPr userDrawn="1"/>
        </p:nvSpPr>
        <p:spPr>
          <a:xfrm>
            <a:off x="885825" y="6630988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 smtClean="0">
                <a:solidFill>
                  <a:schemeClr val="bg2"/>
                </a:solidFill>
                <a:latin typeface="+mn-lt"/>
              </a:rPr>
              <a:t>8/13/2009 </a:t>
            </a:r>
            <a:endParaRPr lang="en-US" sz="800" dirty="0">
              <a:solidFill>
                <a:schemeClr val="bg2"/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 txBox="1">
            <a:spLocks noChangeArrowheads="1"/>
          </p:cNvSpPr>
          <p:nvPr userDrawn="1"/>
        </p:nvSpPr>
        <p:spPr>
          <a:xfrm>
            <a:off x="457200" y="6630988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C645894A-C0FC-4B43-9B3E-2BA31B3C228B}" type="slidenum">
              <a:rPr lang="en-US" sz="800" smtClean="0">
                <a:solidFill>
                  <a:schemeClr val="bg2"/>
                </a:solidFill>
                <a:latin typeface="+mn-lt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 smtClean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" name="Date Placeholder 3"/>
          <p:cNvSpPr txBox="1">
            <a:spLocks/>
          </p:cNvSpPr>
          <p:nvPr userDrawn="1"/>
        </p:nvSpPr>
        <p:spPr>
          <a:xfrm>
            <a:off x="885825" y="6630988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 smtClean="0">
                <a:solidFill>
                  <a:schemeClr val="bg2"/>
                </a:solidFill>
                <a:latin typeface="+mn-lt"/>
              </a:rPr>
              <a:t>8/13/2009 </a:t>
            </a:r>
            <a:endParaRPr lang="en-US" sz="8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8912" y="805879"/>
            <a:ext cx="8238744" cy="483425"/>
          </a:xfrm>
          <a:prstGeom prst="rect">
            <a:avLst/>
          </a:prstGeo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6"/>
          <p:cNvGraphicFramePr/>
          <p:nvPr userDrawn="1"/>
        </p:nvGraphicFramePr>
        <p:xfrm>
          <a:off x="923925" y="1533525"/>
          <a:ext cx="7000875" cy="4298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7"/>
          <p:cNvSpPr txBox="1">
            <a:spLocks noChangeArrowheads="1"/>
          </p:cNvSpPr>
          <p:nvPr userDrawn="1"/>
        </p:nvSpPr>
        <p:spPr>
          <a:xfrm>
            <a:off x="0" y="6630988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D8B5A3C-491F-4483-8D0C-8D46965F9612}" type="slidenum">
              <a:rPr lang="en-US" sz="800" smtClean="0">
                <a:solidFill>
                  <a:schemeClr val="bg2"/>
                </a:solidFill>
                <a:latin typeface="+mn-lt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 smtClean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" name="Date Placeholder 3"/>
          <p:cNvSpPr txBox="1">
            <a:spLocks/>
          </p:cNvSpPr>
          <p:nvPr userDrawn="1"/>
        </p:nvSpPr>
        <p:spPr>
          <a:xfrm>
            <a:off x="428625" y="6630988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 smtClean="0">
                <a:solidFill>
                  <a:schemeClr val="bg2"/>
                </a:solidFill>
                <a:latin typeface="+mn-lt"/>
              </a:rPr>
              <a:t>8/13/2009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8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8912" y="805879"/>
            <a:ext cx="8238744" cy="483425"/>
          </a:xfrm>
          <a:prstGeom prst="rect">
            <a:avLst/>
          </a:prstGeom>
        </p:spPr>
        <p:txBody>
          <a:bodyPr/>
          <a:lstStyle>
            <a:lvl1pPr algn="ctr">
              <a:defRPr b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rvices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581912"/>
            <a:ext cx="8229600" cy="4525963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itchFamily="34" charset="0"/>
                <a:cs typeface="Arial" pitchFamily="34" charset="0"/>
              </a:defRPr>
            </a:lvl1pPr>
            <a:lvl2pPr>
              <a:buFont typeface="Arial" pitchFamily="34" charset="0"/>
              <a:buChar char="–"/>
              <a:defRPr sz="2400">
                <a:latin typeface="Arial" pitchFamily="34" charset="0"/>
                <a:cs typeface="Arial" pitchFamily="34" charset="0"/>
              </a:defRPr>
            </a:lvl2pPr>
            <a:lvl3pPr>
              <a:buFont typeface="Arial" pitchFamily="34" charset="0"/>
              <a:buChar char="-"/>
              <a:defRPr sz="2000">
                <a:latin typeface="Arial" pitchFamily="34" charset="0"/>
                <a:cs typeface="Arial" pitchFamily="34" charset="0"/>
              </a:defRPr>
            </a:lvl3pPr>
            <a:lvl4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4pPr>
            <a:lvl5pPr>
              <a:buFont typeface="Wingdings" pitchFamily="2" charset="2"/>
              <a:buChar char="§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438150" y="904875"/>
            <a:ext cx="8258175" cy="60325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latin typeface="+mn-lt"/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5" r:id="rId2"/>
    <p:sldLayoutId id="2147483674" r:id="rId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latin typeface="+mn-lt"/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8575" y="6572250"/>
            <a:ext cx="415925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latin typeface="+mn-lt"/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>
          <a:xfrm>
            <a:off x="457200" y="6630988"/>
            <a:ext cx="493713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E8ED42A8-9E14-4E41-A0E3-260269E811C6}" type="slidenum">
              <a:rPr lang="en-US" sz="800" smtClean="0">
                <a:solidFill>
                  <a:schemeClr val="bg2"/>
                </a:solidFill>
                <a:latin typeface="+mn-lt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 smtClean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17" name="Date Placeholder 3"/>
          <p:cNvSpPr txBox="1">
            <a:spLocks/>
          </p:cNvSpPr>
          <p:nvPr/>
        </p:nvSpPr>
        <p:spPr>
          <a:xfrm>
            <a:off x="885825" y="6630988"/>
            <a:ext cx="2133600" cy="2444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dirty="0" smtClean="0">
                <a:solidFill>
                  <a:schemeClr val="bg2"/>
                </a:solidFill>
                <a:latin typeface="+mn-lt"/>
              </a:rPr>
              <a:t>8/13/2009 </a:t>
            </a:r>
            <a:endParaRPr lang="en-US" sz="800" dirty="0">
              <a:solidFill>
                <a:schemeClr val="bg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78" r:id="rId4"/>
    <p:sldLayoutId id="2147483683" r:id="rId5"/>
    <p:sldLayoutId id="2147483684" r:id="rId6"/>
    <p:sldLayoutId id="2147483685" r:id="rId7"/>
    <p:sldLayoutId id="2147483677" r:id="rId8"/>
    <p:sldLayoutId id="2147483676" r:id="rId9"/>
    <p:sldLayoutId id="2147483686" r:id="rId10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3"/>
          <p:cNvSpPr>
            <a:spLocks noGrp="1"/>
          </p:cNvSpPr>
          <p:nvPr>
            <p:ph type="ctrTitle" idx="4294967295"/>
          </p:nvPr>
        </p:nvSpPr>
        <p:spPr bwMode="auto">
          <a:xfrm>
            <a:off x="0" y="1828800"/>
            <a:ext cx="9144000" cy="2120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sz="4800" b="0" dirty="0" smtClean="0">
                <a:solidFill>
                  <a:srgbClr val="858789"/>
                </a:solidFill>
              </a:rPr>
              <a:t>Enterprise </a:t>
            </a:r>
            <a:r>
              <a:rPr lang="en-US" sz="4800" b="0" dirty="0" smtClean="0">
                <a:solidFill>
                  <a:srgbClr val="858789"/>
                </a:solidFill>
              </a:rPr>
              <a:t>Architecture</a:t>
            </a:r>
            <a:r>
              <a:rPr lang="en-US" sz="4800" b="0" dirty="0" smtClean="0">
                <a:solidFill>
                  <a:srgbClr val="858789"/>
                </a:solidFill>
              </a:rPr>
              <a:t> &amp;</a:t>
            </a:r>
            <a:br>
              <a:rPr lang="en-US" sz="4800" b="0" dirty="0" smtClean="0">
                <a:solidFill>
                  <a:srgbClr val="858789"/>
                </a:solidFill>
              </a:rPr>
            </a:br>
            <a:r>
              <a:rPr lang="en-US" sz="4800" b="0" dirty="0" smtClean="0">
                <a:solidFill>
                  <a:srgbClr val="858789"/>
                </a:solidFill>
              </a:rPr>
              <a:t>Standards Setting</a:t>
            </a:r>
            <a:br>
              <a:rPr lang="en-US" sz="4800" b="0" dirty="0" smtClean="0">
                <a:solidFill>
                  <a:srgbClr val="858789"/>
                </a:solidFill>
              </a:rPr>
            </a:br>
            <a:r>
              <a:rPr lang="en-US" sz="4800" b="0" dirty="0" smtClean="0">
                <a:solidFill>
                  <a:srgbClr val="858789"/>
                </a:solidFill>
              </a:rPr>
              <a:t/>
            </a:r>
            <a:br>
              <a:rPr lang="en-US" sz="4800" b="0" dirty="0" smtClean="0">
                <a:solidFill>
                  <a:srgbClr val="858789"/>
                </a:solidFill>
              </a:rPr>
            </a:br>
            <a:r>
              <a:rPr lang="en-US" sz="2000" b="0" dirty="0" err="1" smtClean="0">
                <a:solidFill>
                  <a:srgbClr val="858789"/>
                </a:solidFill>
              </a:rPr>
              <a:t>MnGeo</a:t>
            </a:r>
            <a:r>
              <a:rPr lang="en-US" sz="2000" b="0" dirty="0" smtClean="0">
                <a:solidFill>
                  <a:srgbClr val="858789"/>
                </a:solidFill>
              </a:rPr>
              <a:t> </a:t>
            </a:r>
            <a:r>
              <a:rPr lang="en-US" sz="2000" b="0" dirty="0" smtClean="0">
                <a:solidFill>
                  <a:srgbClr val="858789"/>
                </a:solidFill>
              </a:rPr>
              <a:t>Council - </a:t>
            </a:r>
            <a:r>
              <a:rPr lang="en-US" sz="2000" b="0" dirty="0" smtClean="0">
                <a:solidFill>
                  <a:srgbClr val="858789"/>
                </a:solidFill>
              </a:rPr>
              <a:t>Nonmember 2010</a:t>
            </a:r>
            <a:endParaRPr lang="en-US" sz="2000" b="0" dirty="0" smtClean="0">
              <a:solidFill>
                <a:srgbClr val="8587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60960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dirty="0" smtClean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dirty="0" smtClean="0"/>
              <a:t>EA program</a:t>
            </a:r>
            <a:endParaRPr lang="en-US" sz="2400" dirty="0" smtClean="0"/>
          </a:p>
          <a:p>
            <a:pPr lvl="1" eaLnBrk="1" hangingPunct="1"/>
            <a:r>
              <a:rPr lang="en-US" sz="2200" dirty="0" smtClean="0"/>
              <a:t>Purpose – Creat</a:t>
            </a:r>
            <a:r>
              <a:rPr lang="en-US" sz="2200" dirty="0" smtClean="0"/>
              <a:t>e IT architectural alignment</a:t>
            </a:r>
            <a:endParaRPr lang="en-US" sz="2200" dirty="0" smtClean="0"/>
          </a:p>
          <a:p>
            <a:pPr lvl="1" eaLnBrk="1" hangingPunct="1"/>
            <a:r>
              <a:rPr lang="en-US" sz="2200" dirty="0" smtClean="0"/>
              <a:t>Process – OET vs. community roles</a:t>
            </a:r>
            <a:endParaRPr lang="en-US" sz="2200" dirty="0" smtClean="0"/>
          </a:p>
          <a:p>
            <a:pPr lvl="1" eaLnBrk="1" hangingPunct="1"/>
            <a:r>
              <a:rPr lang="en-US" sz="2200" dirty="0" smtClean="0"/>
              <a:t>Output – Artifacts</a:t>
            </a:r>
          </a:p>
          <a:p>
            <a:pPr lvl="2" eaLnBrk="1" hangingPunct="1"/>
            <a:r>
              <a:rPr lang="en-US" sz="2000" dirty="0" smtClean="0"/>
              <a:t>How are they created</a:t>
            </a:r>
          </a:p>
          <a:p>
            <a:pPr lvl="2" eaLnBrk="1" hangingPunct="1"/>
            <a:r>
              <a:rPr lang="en-US" sz="2000" dirty="0" smtClean="0"/>
              <a:t>Where to find them</a:t>
            </a:r>
          </a:p>
          <a:p>
            <a:pPr lvl="2" eaLnBrk="1" hangingPunct="1"/>
            <a:r>
              <a:rPr lang="en-US" sz="2000" dirty="0" smtClean="0"/>
              <a:t>How do they make a difference</a:t>
            </a:r>
            <a:endParaRPr lang="en-US" sz="20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557579" y="-2533649"/>
            <a:ext cx="914400" cy="67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60960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dirty="0" smtClean="0">
                <a:solidFill>
                  <a:schemeClr val="tx1"/>
                </a:solidFill>
              </a:rPr>
              <a:t>EA </a:t>
            </a:r>
            <a:r>
              <a:rPr lang="en-US" sz="4000" dirty="0" smtClean="0">
                <a:solidFill>
                  <a:schemeClr val="tx1"/>
                </a:solidFill>
              </a:rPr>
              <a:t>Purpose</a:t>
            </a:r>
            <a:endParaRPr lang="en-US" sz="4000" dirty="0" smtClean="0">
              <a:solidFill>
                <a:schemeClr val="tx1"/>
              </a:solidFill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dirty="0" smtClean="0"/>
              <a:t>Create IT community alignment</a:t>
            </a:r>
          </a:p>
          <a:p>
            <a:pPr lvl="1" eaLnBrk="1" hangingPunct="1"/>
            <a:r>
              <a:rPr lang="en-US" sz="2200" dirty="0" smtClean="0"/>
              <a:t>Avoid reinventing the wheel</a:t>
            </a:r>
          </a:p>
          <a:p>
            <a:pPr lvl="1" eaLnBrk="1" hangingPunct="1"/>
            <a:r>
              <a:rPr lang="en-US" sz="2200" dirty="0" smtClean="0"/>
              <a:t>Provide direction and leadership</a:t>
            </a:r>
          </a:p>
          <a:p>
            <a:pPr lvl="1" eaLnBrk="1" hangingPunct="1"/>
            <a:r>
              <a:rPr lang="en-US" sz="2200" dirty="0" smtClean="0"/>
              <a:t>Close the gap between agencies</a:t>
            </a:r>
          </a:p>
          <a:p>
            <a:pPr lvl="1" eaLnBrk="1" hangingPunct="1"/>
            <a:r>
              <a:rPr lang="en-US" sz="2200" dirty="0" smtClean="0"/>
              <a:t>Save resources (cost avoidance)</a:t>
            </a:r>
          </a:p>
          <a:p>
            <a:pPr lvl="1" eaLnBrk="1" hangingPunct="1"/>
            <a:r>
              <a:rPr lang="en-US" sz="2200" dirty="0" smtClean="0"/>
              <a:t>Cross collaborate – Integrate</a:t>
            </a:r>
          </a:p>
          <a:p>
            <a:pPr lvl="1" eaLnBrk="1" hangingPunct="1"/>
            <a:endParaRPr lang="en-US" sz="22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557579" y="-2533649"/>
            <a:ext cx="914400" cy="67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2027237"/>
            <a:ext cx="8229600" cy="3078163"/>
          </a:xfrm>
        </p:spPr>
        <p:txBody>
          <a:bodyPr/>
          <a:lstStyle/>
          <a:p>
            <a:r>
              <a:rPr lang="en-US" dirty="0" smtClean="0"/>
              <a:t>Formal process for decision </a:t>
            </a:r>
            <a:r>
              <a:rPr lang="en-US" dirty="0" smtClean="0"/>
              <a:t>making (governance)</a:t>
            </a:r>
            <a:endParaRPr lang="en-US" dirty="0" smtClean="0"/>
          </a:p>
          <a:p>
            <a:pPr lvl="1"/>
            <a:r>
              <a:rPr lang="en-US" dirty="0" smtClean="0"/>
              <a:t>SME groups</a:t>
            </a:r>
          </a:p>
          <a:p>
            <a:pPr lvl="1"/>
            <a:r>
              <a:rPr lang="en-US" dirty="0" smtClean="0"/>
              <a:t>Architecture domain teams</a:t>
            </a:r>
          </a:p>
          <a:p>
            <a:pPr lvl="1"/>
            <a:r>
              <a:rPr lang="en-US" dirty="0" smtClean="0"/>
              <a:t>Architecture Review </a:t>
            </a:r>
            <a:r>
              <a:rPr lang="en-US" dirty="0" smtClean="0"/>
              <a:t>Board</a:t>
            </a:r>
            <a:endParaRPr lang="en-US" dirty="0" smtClean="0"/>
          </a:p>
          <a:p>
            <a:pPr lvl="1"/>
            <a:r>
              <a:rPr lang="en-US" dirty="0" smtClean="0"/>
              <a:t>All CIO team review/feedback</a:t>
            </a:r>
          </a:p>
          <a:p>
            <a:pPr lvl="1"/>
            <a:r>
              <a:rPr lang="en-US" dirty="0" smtClean="0"/>
              <a:t>State CIO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+mj-lt"/>
              </a:rPr>
              <a:t>EA Program </a:t>
            </a:r>
            <a:r>
              <a:rPr lang="en-US" b="1" dirty="0" smtClean="0">
                <a:solidFill>
                  <a:schemeClr val="tx1"/>
                </a:solidFill>
                <a:latin typeface="+mj-lt"/>
              </a:rPr>
              <a:t>Process</a:t>
            </a: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600" dirty="0" smtClean="0">
                <a:solidFill>
                  <a:schemeClr val="tx1"/>
                </a:solidFill>
              </a:rPr>
              <a:t>Output: Artifacts</a:t>
            </a:r>
            <a:endParaRPr lang="en-US" sz="3600" dirty="0" smtClean="0">
              <a:solidFill>
                <a:schemeClr val="tx1"/>
              </a:solidFill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dirty="0" smtClean="0"/>
              <a:t>Policies are set of principles intended to govern actions</a:t>
            </a:r>
          </a:p>
          <a:p>
            <a:pPr eaLnBrk="1" hangingPunct="1"/>
            <a:r>
              <a:rPr lang="en-US" sz="2400" dirty="0" smtClean="0"/>
              <a:t>Standards </a:t>
            </a:r>
            <a:r>
              <a:rPr lang="en-US" sz="2400" dirty="0" smtClean="0"/>
              <a:t>are what we will do (normative)</a:t>
            </a:r>
          </a:p>
          <a:p>
            <a:pPr lvl="1" eaLnBrk="1" hangingPunct="1"/>
            <a:r>
              <a:rPr lang="en-US" sz="2200" dirty="0" smtClean="0"/>
              <a:t>fixed structure</a:t>
            </a:r>
          </a:p>
          <a:p>
            <a:pPr lvl="1" eaLnBrk="1" hangingPunct="1"/>
            <a:r>
              <a:rPr lang="en-US" sz="2200" dirty="0" smtClean="0"/>
              <a:t>precise, formal language</a:t>
            </a:r>
          </a:p>
          <a:p>
            <a:pPr eaLnBrk="1" hangingPunct="1"/>
            <a:r>
              <a:rPr lang="en-US" sz="2400" dirty="0" smtClean="0"/>
              <a:t>Guidelines amplify the standard (informative)</a:t>
            </a:r>
          </a:p>
          <a:p>
            <a:pPr lvl="1" eaLnBrk="1" hangingPunct="1"/>
            <a:r>
              <a:rPr lang="en-US" sz="2200" dirty="0" smtClean="0"/>
              <a:t>provide historical and background information</a:t>
            </a:r>
          </a:p>
          <a:p>
            <a:pPr lvl="1" eaLnBrk="1" hangingPunct="1"/>
            <a:r>
              <a:rPr lang="en-US" sz="2200" dirty="0" smtClean="0"/>
              <a:t>describe the intended use of the standard</a:t>
            </a:r>
          </a:p>
          <a:p>
            <a:pPr lvl="1" eaLnBrk="1" hangingPunct="1"/>
            <a:r>
              <a:rPr lang="en-US" sz="2200" dirty="0" smtClean="0"/>
              <a:t>explain ways to meet the standard</a:t>
            </a:r>
          </a:p>
          <a:p>
            <a:pPr lvl="1" eaLnBrk="1" hangingPunct="1"/>
            <a:r>
              <a:rPr lang="en-US" sz="2200" dirty="0" smtClean="0"/>
              <a:t>less formal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905000"/>
            <a:ext cx="6781800" cy="3992563"/>
          </a:xfrm>
        </p:spPr>
        <p:txBody>
          <a:bodyPr/>
          <a:lstStyle/>
          <a:p>
            <a:r>
              <a:rPr lang="en-US" dirty="0" smtClean="0"/>
              <a:t>How are they created</a:t>
            </a:r>
          </a:p>
          <a:p>
            <a:pPr lvl="1"/>
            <a:r>
              <a:rPr lang="en-US" dirty="0" smtClean="0"/>
              <a:t>Process slide – Governance</a:t>
            </a:r>
          </a:p>
          <a:p>
            <a:r>
              <a:rPr lang="en-US" dirty="0" smtClean="0"/>
              <a:t>Where to find them</a:t>
            </a:r>
          </a:p>
          <a:p>
            <a:pPr lvl="1"/>
            <a:r>
              <a:rPr lang="en-US" dirty="0" smtClean="0"/>
              <a:t>Online at oet.state.mn.us</a:t>
            </a:r>
          </a:p>
          <a:p>
            <a:r>
              <a:rPr lang="en-US" dirty="0" smtClean="0"/>
              <a:t>How do they make a difference</a:t>
            </a:r>
          </a:p>
          <a:p>
            <a:pPr lvl="1"/>
            <a:r>
              <a:rPr lang="en-US" dirty="0" smtClean="0"/>
              <a:t>Published</a:t>
            </a:r>
          </a:p>
          <a:p>
            <a:pPr lvl="1"/>
            <a:r>
              <a:rPr lang="en-US" dirty="0" smtClean="0"/>
              <a:t>Referenced by procurement</a:t>
            </a:r>
          </a:p>
          <a:p>
            <a:pPr lvl="1"/>
            <a:r>
              <a:rPr lang="en-US" dirty="0" smtClean="0"/>
              <a:t>Referenced by portfolio management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+mj-lt"/>
              </a:rPr>
              <a:t>About our standards</a:t>
            </a:r>
            <a:endParaRPr lang="en-US" b="1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_Governance">
  <a:themeElements>
    <a:clrScheme name="OET Colors">
      <a:dk1>
        <a:srgbClr val="363738"/>
      </a:dk1>
      <a:lt1>
        <a:srgbClr val="FFFFFF"/>
      </a:lt1>
      <a:dk2>
        <a:srgbClr val="0064A6"/>
      </a:dk2>
      <a:lt2>
        <a:srgbClr val="C1C1C1"/>
      </a:lt2>
      <a:accent1>
        <a:srgbClr val="838E2D"/>
      </a:accent1>
      <a:accent2>
        <a:srgbClr val="004B8D"/>
      </a:accent2>
      <a:accent3>
        <a:srgbClr val="652D89"/>
      </a:accent3>
      <a:accent4>
        <a:srgbClr val="B15C11"/>
      </a:accent4>
      <a:accent5>
        <a:srgbClr val="FCB034"/>
      </a:accent5>
      <a:accent6>
        <a:srgbClr val="87746A"/>
      </a:accent6>
      <a:hlink>
        <a:srgbClr val="004B8D"/>
      </a:hlink>
      <a:folHlink>
        <a:srgbClr val="004B8D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ET_Green_White Background">
  <a:themeElements>
    <a:clrScheme name="Custom 1">
      <a:dk1>
        <a:sysClr val="windowText" lastClr="000000"/>
      </a:dk1>
      <a:lt1>
        <a:srgbClr val="AFAFAF"/>
      </a:lt1>
      <a:dk2>
        <a:srgbClr val="1F497D"/>
      </a:dk2>
      <a:lt2>
        <a:srgbClr val="FFFFFF"/>
      </a:lt2>
      <a:accent1>
        <a:srgbClr val="8DB3E2"/>
      </a:accent1>
      <a:accent2>
        <a:srgbClr val="73578F"/>
      </a:accent2>
      <a:accent3>
        <a:srgbClr val="76923C"/>
      </a:accent3>
      <a:accent4>
        <a:srgbClr val="AFAFAF"/>
      </a:accent4>
      <a:accent5>
        <a:srgbClr val="CFCFCF"/>
      </a:accent5>
      <a:accent6>
        <a:srgbClr val="5C5C5C"/>
      </a:accent6>
      <a:hlink>
        <a:srgbClr val="0000FF"/>
      </a:hlink>
      <a:folHlink>
        <a:srgbClr val="73578F"/>
      </a:folHlink>
    </a:clrScheme>
    <a:fontScheme name="OE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lecom_ master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lecom_ master sl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lecom_ master sl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2013</TotalTime>
  <Words>177</Words>
  <Application>Microsoft Office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NEW_Governance</vt:lpstr>
      <vt:lpstr>2_OET_Green_White Background</vt:lpstr>
      <vt:lpstr>Enterprise Architecture &amp; Standards Setting  MnGeo Council - Nonmember 2010</vt:lpstr>
      <vt:lpstr>Agenda</vt:lpstr>
      <vt:lpstr>EA Purpose</vt:lpstr>
      <vt:lpstr>Slide 4</vt:lpstr>
      <vt:lpstr>Output: Artifacts</vt:lpstr>
      <vt:lpstr>Slide 6</vt:lpstr>
    </vt:vector>
  </TitlesOfParts>
  <Company>OET, State of MN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Agency CIO Retreat</dc:title>
  <dc:creator>cdemoll</dc:creator>
  <cp:lastModifiedBy>Ed Valencia</cp:lastModifiedBy>
  <cp:revision>148</cp:revision>
  <dcterms:created xsi:type="dcterms:W3CDTF">2009-07-08T18:16:21Z</dcterms:created>
  <dcterms:modified xsi:type="dcterms:W3CDTF">2010-11-09T15:56:27Z</dcterms:modified>
</cp:coreProperties>
</file>
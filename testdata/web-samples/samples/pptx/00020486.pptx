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57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23" d="100"/>
        <a:sy n="22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7CE83-53C4-5A4D-A4B3-FAAB42DAE03F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9C4EB-6A96-854C-9B36-4366A486A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5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0C9639-C0D2-A746-9AD6-FEE097F08E8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2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5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6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3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8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5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1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32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3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9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FDC56-F308-804A-92B6-29FFF90C09F2}" type="datetimeFigureOut">
              <a:rPr lang="en-US" smtClean="0"/>
              <a:t>10/15/12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2CE64-8FEA-0144-AFAD-ADB78665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asterdata.es.net/science-dmz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gif"/><Relationship Id="rId7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56037" cy="1143000"/>
          </a:xfrm>
        </p:spPr>
        <p:txBody>
          <a:bodyPr/>
          <a:lstStyle/>
          <a:p>
            <a:r>
              <a:rPr lang="en-US" sz="3600" dirty="0" smtClean="0"/>
              <a:t>What is a Science DMZ?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268" y="1600200"/>
            <a:ext cx="8493532" cy="4920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Consists of </a:t>
            </a:r>
            <a:r>
              <a:rPr lang="en-US" sz="2400" b="1" dirty="0" smtClean="0"/>
              <a:t>three key components</a:t>
            </a:r>
            <a:r>
              <a:rPr lang="en-US" sz="2400" dirty="0" smtClean="0"/>
              <a:t>, all required:</a:t>
            </a:r>
          </a:p>
          <a:p>
            <a:r>
              <a:rPr lang="en-US" sz="2400" dirty="0" smtClean="0"/>
              <a:t>“Friction free” network path</a:t>
            </a:r>
          </a:p>
          <a:p>
            <a:pPr lvl="1"/>
            <a:r>
              <a:rPr lang="en-US" sz="2000" dirty="0" smtClean="0"/>
              <a:t>Highly capable network devices (wire-speed, deep queues)</a:t>
            </a:r>
          </a:p>
          <a:p>
            <a:pPr lvl="1"/>
            <a:r>
              <a:rPr lang="en-US" sz="2000" dirty="0" smtClean="0"/>
              <a:t>Virtual circuit connectivity option</a:t>
            </a:r>
          </a:p>
          <a:p>
            <a:pPr lvl="1"/>
            <a:r>
              <a:rPr lang="en-US" sz="2000" dirty="0" smtClean="0"/>
              <a:t>Security policy and enforcement specific to science workflows</a:t>
            </a:r>
          </a:p>
          <a:p>
            <a:pPr lvl="1"/>
            <a:r>
              <a:rPr lang="en-US" sz="2000" dirty="0" smtClean="0"/>
              <a:t>Located at or near site perimeter if possible</a:t>
            </a:r>
          </a:p>
          <a:p>
            <a:r>
              <a:rPr lang="en-US" sz="2400" dirty="0" smtClean="0"/>
              <a:t>Dedicated, high-performance Data Transfer Nodes (DTNs)</a:t>
            </a:r>
            <a:endParaRPr lang="en-US" sz="2400" dirty="0"/>
          </a:p>
          <a:p>
            <a:pPr lvl="1"/>
            <a:r>
              <a:rPr lang="en-US" sz="2000" dirty="0" smtClean="0"/>
              <a:t>Hardware, operating system, libraries all optimized for transfer</a:t>
            </a:r>
          </a:p>
          <a:p>
            <a:pPr lvl="1"/>
            <a:r>
              <a:rPr lang="en-US" sz="2000" dirty="0" smtClean="0"/>
              <a:t>Includes optimized data transfer </a:t>
            </a:r>
            <a:r>
              <a:rPr lang="en-US" sz="2000" dirty="0" smtClean="0"/>
              <a:t>tools such as </a:t>
            </a:r>
            <a:r>
              <a:rPr lang="en-US" sz="2000" dirty="0" smtClean="0"/>
              <a:t>Globus Online</a:t>
            </a:r>
            <a:r>
              <a:rPr lang="en-US" sz="2000" dirty="0"/>
              <a:t> </a:t>
            </a:r>
            <a:r>
              <a:rPr lang="en-US" sz="2000" dirty="0" smtClean="0"/>
              <a:t>and GridFTP</a:t>
            </a:r>
          </a:p>
          <a:p>
            <a:r>
              <a:rPr lang="en-US" sz="2400" dirty="0" smtClean="0"/>
              <a:t>Performance measurement/test node</a:t>
            </a:r>
          </a:p>
          <a:p>
            <a:pPr lvl="1"/>
            <a:r>
              <a:rPr lang="en-US" sz="2000" dirty="0" smtClean="0"/>
              <a:t>perfSONAR</a:t>
            </a:r>
            <a:endParaRPr lang="en-US" sz="2000" dirty="0"/>
          </a:p>
          <a:p>
            <a:pPr marL="0" lvl="1" indent="-57150">
              <a:buNone/>
            </a:pPr>
            <a:r>
              <a:rPr lang="en-US" sz="2400" dirty="0" smtClean="0"/>
              <a:t>Details at </a:t>
            </a:r>
            <a:r>
              <a:rPr lang="en-US" sz="2400" dirty="0" smtClean="0">
                <a:hlinkClick r:id="rId3"/>
              </a:rPr>
              <a:t>http</a:t>
            </a:r>
            <a:r>
              <a:rPr lang="en-US" sz="2400" dirty="0">
                <a:hlinkClick r:id="rId3"/>
              </a:rPr>
              <a:t>://fasterdata.es.net/science-dmz</a:t>
            </a:r>
            <a:r>
              <a:rPr lang="en-US" sz="2400" dirty="0" smtClean="0">
                <a:hlinkClick r:id="rId3"/>
              </a:rPr>
              <a:t>/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4" name="Picture 10" descr="ESnet_color_l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60609" y="27612"/>
            <a:ext cx="1183391" cy="141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GlobusOnline.pn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3899" y="3729964"/>
            <a:ext cx="1067771" cy="815180"/>
          </a:xfrm>
          <a:prstGeom prst="rect">
            <a:avLst/>
          </a:prstGeom>
        </p:spPr>
      </p:pic>
      <p:pic>
        <p:nvPicPr>
          <p:cNvPr id="6" name="Picture 5" descr="header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17" y="5340309"/>
            <a:ext cx="2143253" cy="474418"/>
          </a:xfrm>
          <a:prstGeom prst="rect">
            <a:avLst/>
          </a:prstGeom>
        </p:spPr>
      </p:pic>
      <p:pic>
        <p:nvPicPr>
          <p:cNvPr id="7" name="Picture 6" descr="7271819-close-up-of-skates-on-player-feet-during-ice-hockey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600" y="2029440"/>
            <a:ext cx="1799399" cy="12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81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</Words>
  <Application>Microsoft Macintosh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What is a Science DMZ?</vt:lpstr>
    </vt:vector>
  </TitlesOfParts>
  <Company>LBNL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Science DMZ?</dc:title>
  <dc:creator>Brian Tierney</dc:creator>
  <cp:lastModifiedBy>Brian Tierney</cp:lastModifiedBy>
  <cp:revision>13</cp:revision>
  <dcterms:created xsi:type="dcterms:W3CDTF">2012-10-08T18:19:05Z</dcterms:created>
  <dcterms:modified xsi:type="dcterms:W3CDTF">2012-10-15T21:48:40Z</dcterms:modified>
</cp:coreProperties>
</file>
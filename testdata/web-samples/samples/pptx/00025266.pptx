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9"/>
  </p:notesMasterIdLst>
  <p:handoutMasterIdLst>
    <p:handoutMasterId r:id="rId20"/>
  </p:handoutMasterIdLst>
  <p:sldIdLst>
    <p:sldId id="295" r:id="rId2"/>
    <p:sldId id="291" r:id="rId3"/>
    <p:sldId id="292" r:id="rId4"/>
    <p:sldId id="286" r:id="rId5"/>
    <p:sldId id="290" r:id="rId6"/>
    <p:sldId id="283" r:id="rId7"/>
    <p:sldId id="287" r:id="rId8"/>
    <p:sldId id="258" r:id="rId9"/>
    <p:sldId id="261" r:id="rId10"/>
    <p:sldId id="293" r:id="rId11"/>
    <p:sldId id="260" r:id="rId12"/>
    <p:sldId id="262" r:id="rId13"/>
    <p:sldId id="278" r:id="rId14"/>
    <p:sldId id="279" r:id="rId15"/>
    <p:sldId id="285" r:id="rId16"/>
    <p:sldId id="294" r:id="rId17"/>
    <p:sldId id="288"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5793" autoAdjust="0"/>
  </p:normalViewPr>
  <p:slideViewPr>
    <p:cSldViewPr>
      <p:cViewPr varScale="1">
        <p:scale>
          <a:sx n="122" d="100"/>
          <a:sy n="122" d="100"/>
        </p:scale>
        <p:origin x="-2872" y="-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8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handoutMaster" Target="handoutMasters/handoutMaster1.xml"/><Relationship Id="rId21" Type="http://schemas.openxmlformats.org/officeDocument/2006/relationships/printerSettings" Target="printerSettings/printerSettings1.bin"/><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614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614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614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CDF506D3-4578-45B9-A270-F37C0FC8061C}" type="slidenum">
              <a:rPr lang="en-US"/>
              <a:pPr>
                <a:defRPr/>
              </a:pPr>
              <a:t>‹#›</a:t>
            </a:fld>
            <a:endParaRPr lang="en-US"/>
          </a:p>
        </p:txBody>
      </p:sp>
    </p:spTree>
    <p:extLst>
      <p:ext uri="{BB962C8B-B14F-4D97-AF65-F5344CB8AC3E}">
        <p14:creationId xmlns:p14="http://schemas.microsoft.com/office/powerpoint/2010/main" val="29344297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0ACDF9B9-C8B7-4EEF-8CF0-14F11BF713CE}" type="slidenum">
              <a:rPr lang="en-US"/>
              <a:pPr>
                <a:defRPr/>
              </a:pPr>
              <a:t>‹#›</a:t>
            </a:fld>
            <a:endParaRPr lang="en-US"/>
          </a:p>
        </p:txBody>
      </p:sp>
    </p:spTree>
    <p:extLst>
      <p:ext uri="{BB962C8B-B14F-4D97-AF65-F5344CB8AC3E}">
        <p14:creationId xmlns:p14="http://schemas.microsoft.com/office/powerpoint/2010/main" val="41009756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F5738F38-ACBF-478E-B49F-34D1CD50FDAC}" type="slidenum">
              <a:rPr lang="en-US" smtClean="0"/>
              <a:pPr/>
              <a:t>2</a:t>
            </a:fld>
            <a:endParaRPr lang="en-US" smtClean="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CA" dirty="0" smtClean="0"/>
              <a:t>I’d now like to introduce to you our team in the Senior School who I believe are very important people for you  - and for us – to access particularly during course selection time. We in Student Services do very much appreciate their presence here assisting us with our Course Information Evening. </a:t>
            </a:r>
          </a:p>
          <a:p>
            <a:pPr eaLnBrk="1" hangingPunct="1"/>
            <a:endParaRPr lang="en-CA" dirty="0" smtClean="0"/>
          </a:p>
          <a:p>
            <a:pPr eaLnBrk="1" hangingPunct="1"/>
            <a:r>
              <a:rPr lang="en-CA" dirty="0" smtClean="0"/>
              <a:t>First, you know myself and my colleague Ruth Fraser in Student Services. </a:t>
            </a:r>
          </a:p>
          <a:p>
            <a:pPr eaLnBrk="1" hangingPunct="1"/>
            <a:r>
              <a:rPr lang="en-CA" dirty="0" smtClean="0"/>
              <a:t>We also have Karen </a:t>
            </a:r>
            <a:r>
              <a:rPr lang="en-CA" dirty="0" err="1" smtClean="0"/>
              <a:t>McCulla</a:t>
            </a:r>
            <a:r>
              <a:rPr lang="en-CA" dirty="0" smtClean="0"/>
              <a:t>, Dir of </a:t>
            </a:r>
            <a:r>
              <a:rPr lang="en-CA" dirty="0" err="1" smtClean="0"/>
              <a:t>Snr</a:t>
            </a:r>
            <a:r>
              <a:rPr lang="en-CA" dirty="0" smtClean="0"/>
              <a:t> School, </a:t>
            </a:r>
            <a:r>
              <a:rPr lang="en-CA" dirty="0" err="1" smtClean="0"/>
              <a:t>Bev</a:t>
            </a:r>
            <a:r>
              <a:rPr lang="en-CA" dirty="0" smtClean="0"/>
              <a:t> Reid Coordinator of Daily Ops.</a:t>
            </a:r>
          </a:p>
          <a:p>
            <a:pPr eaLnBrk="1" hangingPunct="1"/>
            <a:r>
              <a:rPr lang="en-CA" dirty="0" smtClean="0"/>
              <a:t>Elspeth Anderson – DH of Sciences</a:t>
            </a:r>
          </a:p>
          <a:p>
            <a:pPr eaLnBrk="1" hangingPunct="1"/>
            <a:r>
              <a:rPr lang="en-CA" dirty="0" smtClean="0"/>
              <a:t>Christina </a:t>
            </a:r>
            <a:r>
              <a:rPr lang="en-CA" dirty="0" err="1" smtClean="0"/>
              <a:t>Cuk</a:t>
            </a:r>
            <a:r>
              <a:rPr lang="en-CA" dirty="0" smtClean="0"/>
              <a:t> – DH of Social Studies</a:t>
            </a:r>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D8FF0CCD-F09D-4236-AE73-D66BC79EB9FA}" type="slidenum">
              <a:rPr lang="en-US" smtClean="0"/>
              <a:pPr/>
              <a:t>3</a:t>
            </a:fld>
            <a:endParaRPr lang="en-US"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r>
              <a:rPr lang="en-CA" dirty="0" smtClean="0"/>
              <a:t>David </a:t>
            </a:r>
            <a:r>
              <a:rPr lang="en-CA" dirty="0" err="1" smtClean="0"/>
              <a:t>Dallman</a:t>
            </a:r>
            <a:r>
              <a:rPr lang="en-CA" dirty="0" smtClean="0"/>
              <a:t> – our DH of IT and Communications</a:t>
            </a:r>
          </a:p>
          <a:p>
            <a:pPr eaLnBrk="1" hangingPunct="1"/>
            <a:endParaRPr lang="en-CA" dirty="0" smtClean="0"/>
          </a:p>
          <a:p>
            <a:pPr eaLnBrk="1" hangingPunct="1"/>
            <a:r>
              <a:rPr lang="en-CA" dirty="0" smtClean="0"/>
              <a:t>Ron </a:t>
            </a:r>
            <a:r>
              <a:rPr lang="en-CA" dirty="0" err="1" smtClean="0"/>
              <a:t>Hemmings</a:t>
            </a:r>
            <a:r>
              <a:rPr lang="en-CA" dirty="0" smtClean="0"/>
              <a:t> – DH of Mathematics</a:t>
            </a:r>
          </a:p>
          <a:p>
            <a:pPr eaLnBrk="1" hangingPunct="1"/>
            <a:endParaRPr lang="en-CA" dirty="0" smtClean="0"/>
          </a:p>
          <a:p>
            <a:pPr eaLnBrk="1" hangingPunct="1"/>
            <a:r>
              <a:rPr lang="en-CA" dirty="0" smtClean="0"/>
              <a:t>Gerald Lambert our</a:t>
            </a:r>
            <a:r>
              <a:rPr lang="en-CA" baseline="0" dirty="0" smtClean="0"/>
              <a:t> DH of Physical Education is absent this evening </a:t>
            </a:r>
            <a:endParaRPr lang="en-CA" dirty="0" smtClean="0"/>
          </a:p>
          <a:p>
            <a:pPr eaLnBrk="1" hangingPunct="1"/>
            <a:endParaRPr lang="en-CA" dirty="0" smtClean="0"/>
          </a:p>
          <a:p>
            <a:pPr eaLnBrk="1" hangingPunct="1"/>
            <a:r>
              <a:rPr lang="en-CA" dirty="0" smtClean="0"/>
              <a:t>Diana </a:t>
            </a:r>
            <a:r>
              <a:rPr lang="en-CA" dirty="0" err="1" smtClean="0"/>
              <a:t>Leaney</a:t>
            </a:r>
            <a:r>
              <a:rPr lang="en-CA" dirty="0" smtClean="0"/>
              <a:t> – DH of Modern Languages</a:t>
            </a:r>
          </a:p>
          <a:p>
            <a:pPr eaLnBrk="1" hangingPunct="1"/>
            <a:endParaRPr lang="en-CA" dirty="0" smtClean="0"/>
          </a:p>
          <a:p>
            <a:pPr eaLnBrk="1" hangingPunct="1"/>
            <a:r>
              <a:rPr lang="en-CA" dirty="0" err="1" smtClean="0"/>
              <a:t>Aubin</a:t>
            </a:r>
            <a:r>
              <a:rPr lang="en-CA" dirty="0" smtClean="0"/>
              <a:t> Stewart – DH of Creative Arts</a:t>
            </a:r>
          </a:p>
          <a:p>
            <a:pPr eaLnBrk="1" hangingPunct="1"/>
            <a:endParaRPr lang="en-CA" dirty="0" smtClean="0"/>
          </a:p>
          <a:p>
            <a:pPr eaLnBrk="1" hangingPunct="1"/>
            <a:r>
              <a:rPr lang="en-CA" dirty="0" smtClean="0"/>
              <a:t>And </a:t>
            </a:r>
            <a:r>
              <a:rPr lang="en-CA" dirty="0" err="1" smtClean="0"/>
              <a:t>Marg</a:t>
            </a:r>
            <a:r>
              <a:rPr lang="en-CA" dirty="0" smtClean="0"/>
              <a:t> Willis  -DH of English </a:t>
            </a:r>
          </a:p>
          <a:p>
            <a:pPr eaLnBrk="1" hangingPunct="1"/>
            <a:endParaRPr lang="en-CA" dirty="0" smtClean="0"/>
          </a:p>
          <a:p>
            <a:pPr eaLnBrk="1" hangingPunct="1"/>
            <a:r>
              <a:rPr lang="en-CA" dirty="0" smtClean="0"/>
              <a:t>We do also have on hand this evening with us Nancy</a:t>
            </a:r>
            <a:r>
              <a:rPr lang="en-CA" baseline="0" dirty="0" smtClean="0"/>
              <a:t> Symons our Coordinator of Outdoor Education and Paula </a:t>
            </a:r>
            <a:r>
              <a:rPr lang="en-CA" baseline="0" dirty="0" err="1" smtClean="0"/>
              <a:t>Manhas</a:t>
            </a:r>
            <a:r>
              <a:rPr lang="en-CA" baseline="0" dirty="0" smtClean="0"/>
              <a:t>, one of our other Student Services Counsellors. </a:t>
            </a:r>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3AC32509-A788-4784-8EA9-5C6DCE803A47}" type="slidenum">
              <a:rPr lang="en-US" smtClean="0"/>
              <a:pPr/>
              <a:t>4</a:t>
            </a:fld>
            <a:endParaRPr lang="en-US"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en-CA" smtClean="0"/>
              <a:t>Just to go over our Agenda tonight, in a moment I will introduce to you our key Administration and Faculty who are here, then review with you our course planning process. You will also have an opportunity to hear from a few of our Grade 12 students who do have some words of wisdom to offer when it comes to selecting their courses as they prepared for university applications. </a:t>
            </a:r>
          </a:p>
          <a:p>
            <a:pPr eaLnBrk="1" hangingPunct="1"/>
            <a:endParaRPr lang="en-CA" smtClean="0"/>
          </a:p>
          <a:p>
            <a:pPr eaLnBrk="1" hangingPunct="1"/>
            <a:r>
              <a:rPr lang="en-CA" smtClean="0"/>
              <a:t>Following this, Department Heads will make their way over to the gymnasium where you will be able to visit with them and ask about any particular areas of our programming if you wish. </a:t>
            </a:r>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9E3F6BED-A37A-4DF3-B838-0B14D2EA4A93}" type="slidenum">
              <a:rPr lang="en-US" smtClean="0"/>
              <a:pPr/>
              <a:t>5</a:t>
            </a:fld>
            <a:endParaRPr lang="en-US" smtClean="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CA" smtClean="0"/>
          </a:p>
          <a:p>
            <a:pPr eaLnBrk="1" hangingPunct="1"/>
            <a:r>
              <a:rPr lang="en-CA" smtClean="0"/>
              <a:t>Following the presentation, if you wish to review the slides with your daughter, it will be available on THE VINE, as will our Course Information Handbook. The handbook contains information about school policies and academics, course descriptions, departmental flow charts, and sample course selection sheets.</a:t>
            </a:r>
          </a:p>
          <a:p>
            <a:pPr eaLnBrk="1" hangingPunct="1"/>
            <a:endParaRPr lang="en-CA" smtClean="0"/>
          </a:p>
          <a:p>
            <a:pPr eaLnBrk="1" hangingPunct="1"/>
            <a:r>
              <a:rPr lang="en-CA" smtClean="0"/>
              <a:t>We will also be distributing some Frequently Asked Questions in a handout tonight that you can pick up on your way out and this will also be posted on THE VINE. </a:t>
            </a:r>
          </a:p>
          <a:p>
            <a:pPr eaLnBrk="1" hangingPunct="1"/>
            <a:endParaRPr lang="en-CA" smtClean="0"/>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0A27E38B-EB12-41F8-A5EE-F49712965257}" type="slidenum">
              <a:rPr lang="en-US" smtClean="0"/>
              <a:pPr/>
              <a:t>6</a:t>
            </a:fld>
            <a:endParaRPr lang="en-US"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r>
              <a:rPr lang="en-CA" smtClean="0"/>
              <a:t>The Course Planning and Selection period really begins or opens with this evening’s presentation. Following our presentation, you can view the Course Information Handbook on the VINE and review this with your daughters. </a:t>
            </a:r>
          </a:p>
          <a:p>
            <a:pPr eaLnBrk="1" hangingPunct="1"/>
            <a:endParaRPr lang="en-CA" smtClean="0"/>
          </a:p>
          <a:p>
            <a:pPr eaLnBrk="1" hangingPunct="1"/>
            <a:r>
              <a:rPr lang="en-CA" smtClean="0"/>
              <a:t>As of this week, students will receive their Course Selection Sheets in their Planning classes. Grade 8 &amp; 9 students will receive theirs in their HCE classes. </a:t>
            </a: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75875E84-0CC3-4E01-A1CD-C7A34C0CCAA2}" type="slidenum">
              <a:rPr lang="en-US" smtClean="0"/>
              <a:pPr/>
              <a:t>7</a:t>
            </a:fld>
            <a:endParaRPr lang="en-US" smtClean="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CA" smtClean="0"/>
              <a:t>Over the next four weeks, students will be reviewing information such as Course Descriptions, Course Prerequisites and ensuring they have the proper credits for graduation. It is strongly suggested that the girls do have conversations with current teachers, Department Heads, and Student Services members as they consider their course selection for next year. </a:t>
            </a:r>
          </a:p>
          <a:p>
            <a:pPr eaLnBrk="1" hangingPunct="1"/>
            <a:endParaRPr lang="en-CA" smtClean="0"/>
          </a:p>
          <a:p>
            <a:pPr eaLnBrk="1" hangingPunct="1"/>
            <a:r>
              <a:rPr lang="en-CA" smtClean="0"/>
              <a:t>Since our timetable is generated from our course selections, it is extremely helpful if students do the proper research and have the appropriate conversations in order to properly select their electives. Once the timetable is built, it becomes a little challenging to simply switch courses should a student change their minds regarding their interests. This is definitely an important point to note: I’ll repeat this: The timetable is built from your course selections –so consider your choices carefully. </a:t>
            </a:r>
          </a:p>
          <a:p>
            <a:pPr eaLnBrk="1" hangingPunct="1"/>
            <a:endParaRPr lang="en-CA" smtClean="0"/>
          </a:p>
          <a:p>
            <a:pPr eaLnBrk="1" hangingPunct="1"/>
            <a:r>
              <a:rPr lang="en-CA" smtClean="0"/>
              <a:t>By Thursday, March 12 – all course selection sheets should have been submitted to Student Services, or your Planning teacher with the appropriate signatures. </a:t>
            </a:r>
          </a:p>
          <a:p>
            <a:pPr eaLnBrk="1" hangingPunct="1"/>
            <a:endParaRPr lang="en-CA" smtClean="0"/>
          </a:p>
          <a:p>
            <a:pPr eaLnBrk="1" hangingPunct="1"/>
            <a:r>
              <a:rPr lang="en-CA" smtClean="0"/>
              <a:t>Now I’d like to call on Ruth Fraser to review with you the Graduation Requirements when considering Course Selection. </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46C9875C-BED3-44E5-AE6C-E51D326FAF3C}" type="slidenum">
              <a:rPr lang="en-US" smtClean="0"/>
              <a:pPr/>
              <a:t>8</a:t>
            </a:fld>
            <a:endParaRPr lang="en-US"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914400" y="4343400"/>
            <a:ext cx="5029200" cy="4114800"/>
          </a:xfrm>
          <a:noFill/>
          <a:ln/>
        </p:spPr>
        <p:txBody>
          <a:bodyPr/>
          <a:lstStyle/>
          <a:p>
            <a:pPr eaLnBrk="1" hangingPunct="1"/>
            <a:r>
              <a:rPr lang="en-CA" smtClean="0"/>
              <a:t>The following outlines the Ministry of Education’s Graduation Requirements. </a:t>
            </a:r>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E61520A4-D214-4F95-87D5-F8B16F731517}" type="slidenum">
              <a:rPr lang="en-US" smtClean="0"/>
              <a:pPr/>
              <a:t>9</a:t>
            </a:fld>
            <a:endParaRPr lang="en-US"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914400" y="4343400"/>
            <a:ext cx="5029200" cy="4114800"/>
          </a:xfrm>
          <a:noFill/>
          <a:ln/>
        </p:spPr>
        <p:txBody>
          <a:bodyPr/>
          <a:lstStyle/>
          <a:p>
            <a:pPr eaLnBrk="1" hangingPunct="1"/>
            <a:r>
              <a:rPr lang="en-CA" dirty="0" smtClean="0"/>
              <a:t>In addition, the school requires students to:</a:t>
            </a:r>
          </a:p>
          <a:p>
            <a:pPr eaLnBrk="1" hangingPunct="1"/>
            <a:endParaRPr lang="en-CA" dirty="0" smtClean="0"/>
          </a:p>
          <a:p>
            <a:pPr eaLnBrk="1" hangingPunct="1"/>
            <a:r>
              <a:rPr lang="en-CA" dirty="0" smtClean="0"/>
              <a:t>	Complete English 11 in the grade 11 year</a:t>
            </a:r>
          </a:p>
          <a:p>
            <a:pPr eaLnBrk="1" hangingPunct="1"/>
            <a:endParaRPr lang="en-CA" dirty="0" smtClean="0"/>
          </a:p>
          <a:p>
            <a:pPr eaLnBrk="1" hangingPunct="1"/>
            <a:r>
              <a:rPr lang="en-CA" dirty="0" smtClean="0"/>
              <a:t>	Complete an</a:t>
            </a:r>
            <a:r>
              <a:rPr lang="en-CA" baseline="0" dirty="0" smtClean="0"/>
              <a:t> </a:t>
            </a:r>
            <a:r>
              <a:rPr lang="en-CA" dirty="0" smtClean="0"/>
              <a:t>English course in the grade 12 year – English 12, Lit 12 or AP ENGLISH</a:t>
            </a:r>
          </a:p>
          <a:p>
            <a:pPr eaLnBrk="1" hangingPunct="1"/>
            <a:endParaRPr lang="en-CA" dirty="0" smtClean="0"/>
          </a:p>
          <a:p>
            <a:pPr eaLnBrk="1" hangingPunct="1"/>
            <a:r>
              <a:rPr lang="en-CA" dirty="0" smtClean="0"/>
              <a:t>	Complete French up to and including grade 11</a:t>
            </a:r>
          </a:p>
          <a:p>
            <a:pPr eaLnBrk="1" hangingPunct="1"/>
            <a:endParaRPr lang="en-CA" dirty="0" smtClean="0"/>
          </a:p>
          <a:p>
            <a:pPr eaLnBrk="1" hangingPunct="1"/>
            <a:r>
              <a:rPr lang="en-CA" dirty="0" smtClean="0"/>
              <a:t>	Complete Planning 10A in grade 10,  Planning 10B in grade 11, and Graduation Portfolio in grade 12 (Planning </a:t>
            </a:r>
          </a:p>
          <a:p>
            <a:pPr eaLnBrk="1" hangingPunct="1"/>
            <a:r>
              <a:rPr lang="en-CA" dirty="0" smtClean="0"/>
              <a:t>	10B and Graduation Portfolio have replaced CAPP 11 and CAPP 12 at the school)</a:t>
            </a:r>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ACDF9B9-C8B7-4EEF-8CF0-14F11BF713CE}" type="slidenum">
              <a:rPr lang="en-US" smtClean="0"/>
              <a:pPr>
                <a:defRPr/>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C2855F3E-7AEC-43F6-B2E0-D18D691D44CB}" type="slidenum">
              <a:rPr lang="en-US" smtClean="0"/>
              <a:pPr/>
              <a:t>11</a:t>
            </a:fld>
            <a:endParaRPr lang="en-US"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914400" y="4343400"/>
            <a:ext cx="5029200" cy="4114800"/>
          </a:xfrm>
          <a:noFill/>
          <a:ln/>
        </p:spPr>
        <p:txBody>
          <a:bodyPr/>
          <a:lstStyle/>
          <a:p>
            <a:pPr eaLnBrk="1" hangingPunct="1"/>
            <a:r>
              <a:rPr lang="en-CA" smtClean="0"/>
              <a:t>Students may also earn credits through a number of venues including the new addition of post-secondary courses, credit for which will now be applied to both the high school graduation credits and post-secondary credits once the student graduates.</a:t>
            </a:r>
          </a:p>
          <a:p>
            <a:pPr eaLnBrk="1" hangingPunct="1"/>
            <a:endParaRPr lang="en-CA" smtClean="0"/>
          </a:p>
          <a:p>
            <a:pPr eaLnBrk="1" hangingPunct="1"/>
            <a:r>
              <a:rPr lang="en-CA" smtClean="0"/>
              <a:t>These credit options are detailed in the Course Handbook.</a:t>
            </a:r>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0236C541-6954-4486-892F-1AF2FEEDBEE3}" type="slidenum">
              <a:rPr lang="en-US" smtClean="0"/>
              <a:pPr/>
              <a:t>12</a:t>
            </a:fld>
            <a:endParaRPr lang="en-US"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4400" y="4343400"/>
            <a:ext cx="5029200" cy="4114800"/>
          </a:xfrm>
          <a:noFill/>
          <a:ln/>
        </p:spPr>
        <p:txBody>
          <a:bodyPr/>
          <a:lstStyle/>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F31A2C5A-D024-43CD-B376-481BE1AA4328}" type="slidenum">
              <a:rPr lang="en-US" smtClean="0"/>
              <a:pPr/>
              <a:t>13</a:t>
            </a:fld>
            <a:endParaRPr lang="en-US"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914400" y="4343400"/>
            <a:ext cx="5029200" cy="4114800"/>
          </a:xfrm>
          <a:noFill/>
          <a:ln/>
        </p:spPr>
        <p:txBody>
          <a:bodyPr/>
          <a:lstStyle/>
          <a:p>
            <a:pPr eaLnBrk="1" hangingPunct="1"/>
            <a:r>
              <a:rPr lang="en-CA" dirty="0" smtClean="0"/>
              <a:t>I’ll now return to the process of course planning and selection at the school.</a:t>
            </a:r>
          </a:p>
          <a:p>
            <a:pPr eaLnBrk="1" hangingPunct="1"/>
            <a:endParaRPr lang="en-CA" dirty="0" smtClean="0"/>
          </a:p>
          <a:p>
            <a:pPr eaLnBrk="1" hangingPunct="1"/>
            <a:r>
              <a:rPr lang="en-CA" dirty="0" smtClean="0"/>
              <a:t>Students will receive detailed information about course offerings and decision making this evening.  Additional information is in the new CHS Course Handbook which</a:t>
            </a:r>
            <a:r>
              <a:rPr lang="en-CA" baseline="0" dirty="0" smtClean="0"/>
              <a:t> is available on line</a:t>
            </a:r>
            <a:endParaRPr lang="en-CA" dirty="0" smtClean="0"/>
          </a:p>
          <a:p>
            <a:pPr eaLnBrk="1" hangingPunct="1"/>
            <a:r>
              <a:rPr lang="en-CA" dirty="0" smtClean="0"/>
              <a:t>Students work closely with their Subject Teachers, Planning Teachers, and parents to select their courses.</a:t>
            </a:r>
          </a:p>
          <a:p>
            <a:pPr eaLnBrk="1" hangingPunct="1"/>
            <a:endParaRPr lang="en-CA" dirty="0" smtClean="0"/>
          </a:p>
          <a:p>
            <a:pPr eaLnBrk="1" hangingPunct="1"/>
            <a:r>
              <a:rPr lang="en-CA" dirty="0" smtClean="0"/>
              <a:t>Additional information for decision making is available from many sources.</a:t>
            </a:r>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8852D90C-356A-4931-BFCD-D7096F1E93FD}" type="slidenum">
              <a:rPr lang="en-US" smtClean="0"/>
              <a:pPr/>
              <a:t>14</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xfrm>
            <a:off x="914400" y="4343400"/>
            <a:ext cx="5029200" cy="4114800"/>
          </a:xfrm>
          <a:noFill/>
          <a:ln/>
        </p:spPr>
        <p:txBody>
          <a:bodyPr/>
          <a:lstStyle/>
          <a:p>
            <a:pPr eaLnBrk="1" hangingPunct="1"/>
            <a:r>
              <a:rPr lang="en-CA" smtClean="0"/>
              <a:t>In the selection process, students are encouraged to engage in continued research on post-secondary options.</a:t>
            </a:r>
          </a:p>
          <a:p>
            <a:pPr eaLnBrk="1" hangingPunct="1"/>
            <a:endParaRPr lang="en-CA" smtClean="0"/>
          </a:p>
          <a:p>
            <a:pPr eaLnBrk="1" hangingPunct="1"/>
            <a:r>
              <a:rPr lang="en-CA" smtClean="0"/>
              <a:t>Students are also encouraged to select programmes which are balanced and appropriately rigorous.</a:t>
            </a:r>
          </a:p>
          <a:p>
            <a:pPr eaLnBrk="1" hangingPunct="1"/>
            <a:endParaRPr lang="en-CA" smtClean="0"/>
          </a:p>
          <a:p>
            <a:pPr eaLnBrk="1" hangingPunct="1"/>
            <a:r>
              <a:rPr lang="en-CA" smtClean="0"/>
              <a:t>Choices should not be eliminated or forced if a student feels unclear.</a:t>
            </a:r>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ACDF9B9-C8B7-4EEF-8CF0-14F11BF713CE}" type="slidenum">
              <a:rPr lang="en-US" smtClean="0"/>
              <a:pPr>
                <a:defRPr/>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r>
              <a:rPr lang="en-CA" dirty="0" smtClean="0"/>
              <a:t>Last year, we decided to add an element to our presentation that we felt was incredibly valuable for you and your daughters as you journey through this planning process-  and that is the voice of our current grade 12’s. They have trudged through their senior years and along the way had to make some challenging decisions in regard to their course selections and in the process learned about themselves – their strengths, their weaknesses, their passions. We’ve invited three of these girls to share their story and hopefully it will give you some perspective as you consider your selections for next year. I’d first like to call upon</a:t>
            </a:r>
            <a:endParaRPr lang="en-US" dirty="0" smtClean="0"/>
          </a:p>
        </p:txBody>
      </p:sp>
      <p:sp>
        <p:nvSpPr>
          <p:cNvPr id="34820" name="Slide Number Placeholder 3"/>
          <p:cNvSpPr>
            <a:spLocks noGrp="1"/>
          </p:cNvSpPr>
          <p:nvPr>
            <p:ph type="sldNum" sz="quarter" idx="5"/>
          </p:nvPr>
        </p:nvSpPr>
        <p:spPr>
          <a:noFill/>
        </p:spPr>
        <p:txBody>
          <a:bodyPr/>
          <a:lstStyle/>
          <a:p>
            <a:fld id="{707766D8-5B57-4AF9-8225-4589CDAFDE55}" type="slidenum">
              <a:rPr lang="en-US" smtClean="0"/>
              <a:pPr/>
              <a:t>16</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CA" dirty="0" smtClean="0"/>
              <a:t>Once again, I’d like to thank our grade 12 students for sharing with us their experience and advice around course selection through the senior school years leading to university applications. </a:t>
            </a:r>
          </a:p>
          <a:p>
            <a:endParaRPr lang="en-CA" dirty="0" smtClean="0"/>
          </a:p>
          <a:p>
            <a:r>
              <a:rPr lang="en-CA" dirty="0" smtClean="0"/>
              <a:t>I’d like to invite our Department Heads to make their way over to </a:t>
            </a:r>
            <a:r>
              <a:rPr lang="en-CA" dirty="0" err="1" smtClean="0"/>
              <a:t>Rix</a:t>
            </a:r>
            <a:r>
              <a:rPr lang="en-CA" dirty="0" smtClean="0"/>
              <a:t> Gym so that they can prepare for your arrival for some additional curriculum information. While they make their way over there, we will open the floor for some Questions and Answers either for us or for our Student Panel. Also, on your way out, please do pick up the handouts available for you – we have three excellent articles and some Frequently Asked Questions around our course selection. </a:t>
            </a:r>
          </a:p>
          <a:p>
            <a:endParaRPr lang="en-CA" dirty="0" smtClean="0"/>
          </a:p>
          <a:p>
            <a:r>
              <a:rPr lang="en-CA" dirty="0" smtClean="0"/>
              <a:t>The articles, by the way, are themed around choosing high school courses wisely, burning out and overdoing it, perfectionism  and whether or not it is a friend or a foe, and a study that was done at Columbia University around the challenges that affluent children face in their well-being, it focuses on some of the psychosocial risks associated with affluence. These articles are shared with you to generate thought and discussion as we go through this journey with you during the senior years of high school. </a:t>
            </a:r>
            <a:endParaRPr lang="en-US" dirty="0" smtClean="0"/>
          </a:p>
        </p:txBody>
      </p:sp>
      <p:sp>
        <p:nvSpPr>
          <p:cNvPr id="35844" name="Slide Number Placeholder 3"/>
          <p:cNvSpPr>
            <a:spLocks noGrp="1"/>
          </p:cNvSpPr>
          <p:nvPr>
            <p:ph type="sldNum" sz="quarter" idx="5"/>
          </p:nvPr>
        </p:nvSpPr>
        <p:spPr>
          <a:noFill/>
        </p:spPr>
        <p:txBody>
          <a:bodyPr/>
          <a:lstStyle/>
          <a:p>
            <a:fld id="{DA0FC1C4-6A23-4052-9A8E-D38AD99C26EA}" type="slidenum">
              <a:rPr lang="en-US" smtClean="0"/>
              <a:pPr/>
              <a:t>17</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800475" y="1789113"/>
            <a:ext cx="5340350" cy="5056187"/>
            <a:chOff x="2394" y="1127"/>
            <a:chExt cx="3364" cy="3185"/>
          </a:xfrm>
        </p:grpSpPr>
        <p:sp>
          <p:nvSpPr>
            <p:cNvPr id="5" name="Rectangle 3"/>
            <p:cNvSpPr>
              <a:spLocks noChangeArrowheads="1"/>
            </p:cNvSpPr>
            <p:nvPr/>
          </p:nvSpPr>
          <p:spPr bwMode="ltGray">
            <a:xfrm>
              <a:off x="4230" y="1365"/>
              <a:ext cx="197" cy="102"/>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6" name="Oval 4"/>
            <p:cNvSpPr>
              <a:spLocks noChangeArrowheads="1"/>
            </p:cNvSpPr>
            <p:nvPr/>
          </p:nvSpPr>
          <p:spPr bwMode="ltGray">
            <a:xfrm>
              <a:off x="4299" y="1185"/>
              <a:ext cx="47" cy="47"/>
            </a:xfrm>
            <a:prstGeom prst="ellipse">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7" name="Rectangle 5"/>
            <p:cNvSpPr>
              <a:spLocks noChangeArrowheads="1"/>
            </p:cNvSpPr>
            <p:nvPr/>
          </p:nvSpPr>
          <p:spPr bwMode="ltGray">
            <a:xfrm rot="995337">
              <a:off x="5205" y="1495"/>
              <a:ext cx="6" cy="2073"/>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8" name="Freeform 6"/>
            <p:cNvSpPr>
              <a:spLocks noEditPoints="1"/>
            </p:cNvSpPr>
            <p:nvPr/>
          </p:nvSpPr>
          <p:spPr bwMode="ltGray">
            <a:xfrm>
              <a:off x="4871" y="3508"/>
              <a:ext cx="66" cy="96"/>
            </a:xfrm>
            <a:custGeom>
              <a:avLst/>
              <a:gdLst/>
              <a:ahLst/>
              <a:cxnLst>
                <a:cxn ang="0">
                  <a:pos x="18" y="96"/>
                </a:cxn>
                <a:cxn ang="0">
                  <a:pos x="42" y="78"/>
                </a:cxn>
                <a:cxn ang="0">
                  <a:pos x="60" y="60"/>
                </a:cxn>
                <a:cxn ang="0">
                  <a:pos x="66" y="36"/>
                </a:cxn>
                <a:cxn ang="0">
                  <a:pos x="60" y="12"/>
                </a:cxn>
                <a:cxn ang="0">
                  <a:pos x="36" y="0"/>
                </a:cxn>
                <a:cxn ang="0">
                  <a:pos x="24" y="6"/>
                </a:cxn>
                <a:cxn ang="0">
                  <a:pos x="12" y="12"/>
                </a:cxn>
                <a:cxn ang="0">
                  <a:pos x="0" y="36"/>
                </a:cxn>
                <a:cxn ang="0">
                  <a:pos x="0" y="60"/>
                </a:cxn>
                <a:cxn ang="0">
                  <a:pos x="12" y="84"/>
                </a:cxn>
                <a:cxn ang="0">
                  <a:pos x="18" y="96"/>
                </a:cxn>
                <a:cxn ang="0">
                  <a:pos x="18" y="96"/>
                </a:cxn>
                <a:cxn ang="0">
                  <a:pos x="42" y="18"/>
                </a:cxn>
                <a:cxn ang="0">
                  <a:pos x="54" y="24"/>
                </a:cxn>
                <a:cxn ang="0">
                  <a:pos x="60" y="36"/>
                </a:cxn>
                <a:cxn ang="0">
                  <a:pos x="60" y="48"/>
                </a:cxn>
                <a:cxn ang="0">
                  <a:pos x="54" y="54"/>
                </a:cxn>
                <a:cxn ang="0">
                  <a:pos x="36" y="72"/>
                </a:cxn>
                <a:cxn ang="0">
                  <a:pos x="24" y="78"/>
                </a:cxn>
                <a:cxn ang="0">
                  <a:pos x="24" y="78"/>
                </a:cxn>
                <a:cxn ang="0">
                  <a:pos x="12" y="48"/>
                </a:cxn>
                <a:cxn ang="0">
                  <a:pos x="18" y="24"/>
                </a:cxn>
                <a:cxn ang="0">
                  <a:pos x="30" y="18"/>
                </a:cxn>
                <a:cxn ang="0">
                  <a:pos x="42" y="18"/>
                </a:cxn>
                <a:cxn ang="0">
                  <a:pos x="42" y="18"/>
                </a:cxn>
              </a:cxnLst>
              <a:rect l="0" t="0" r="r" b="b"/>
              <a:pathLst>
                <a:path w="66" h="96">
                  <a:moveTo>
                    <a:pt x="18" y="96"/>
                  </a:moveTo>
                  <a:lnTo>
                    <a:pt x="42" y="78"/>
                  </a:lnTo>
                  <a:lnTo>
                    <a:pt x="60" y="60"/>
                  </a:lnTo>
                  <a:lnTo>
                    <a:pt x="66" y="36"/>
                  </a:lnTo>
                  <a:lnTo>
                    <a:pt x="60" y="12"/>
                  </a:lnTo>
                  <a:lnTo>
                    <a:pt x="36" y="0"/>
                  </a:lnTo>
                  <a:lnTo>
                    <a:pt x="24" y="6"/>
                  </a:lnTo>
                  <a:lnTo>
                    <a:pt x="12" y="12"/>
                  </a:lnTo>
                  <a:lnTo>
                    <a:pt x="0" y="36"/>
                  </a:lnTo>
                  <a:lnTo>
                    <a:pt x="0" y="60"/>
                  </a:lnTo>
                  <a:lnTo>
                    <a:pt x="12" y="84"/>
                  </a:lnTo>
                  <a:lnTo>
                    <a:pt x="18" y="96"/>
                  </a:lnTo>
                  <a:lnTo>
                    <a:pt x="18" y="96"/>
                  </a:lnTo>
                  <a:close/>
                  <a:moveTo>
                    <a:pt x="42" y="18"/>
                  </a:moveTo>
                  <a:lnTo>
                    <a:pt x="54" y="24"/>
                  </a:lnTo>
                  <a:lnTo>
                    <a:pt x="60" y="36"/>
                  </a:lnTo>
                  <a:lnTo>
                    <a:pt x="60" y="48"/>
                  </a:lnTo>
                  <a:lnTo>
                    <a:pt x="54" y="54"/>
                  </a:lnTo>
                  <a:lnTo>
                    <a:pt x="36" y="72"/>
                  </a:lnTo>
                  <a:lnTo>
                    <a:pt x="24" y="78"/>
                  </a:lnTo>
                  <a:lnTo>
                    <a:pt x="24" y="78"/>
                  </a:lnTo>
                  <a:lnTo>
                    <a:pt x="12" y="48"/>
                  </a:lnTo>
                  <a:lnTo>
                    <a:pt x="18" y="24"/>
                  </a:lnTo>
                  <a:lnTo>
                    <a:pt x="30" y="18"/>
                  </a:lnTo>
                  <a:lnTo>
                    <a:pt x="42" y="18"/>
                  </a:lnTo>
                  <a:lnTo>
                    <a:pt x="42"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9" name="Rectangle 7"/>
            <p:cNvSpPr>
              <a:spLocks noChangeArrowheads="1"/>
            </p:cNvSpPr>
            <p:nvPr/>
          </p:nvSpPr>
          <p:spPr bwMode="ltGray">
            <a:xfrm rot="91736">
              <a:off x="5487" y="1535"/>
              <a:ext cx="6" cy="1998"/>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0" name="Rectangle 8"/>
            <p:cNvSpPr>
              <a:spLocks noChangeArrowheads="1"/>
            </p:cNvSpPr>
            <p:nvPr/>
          </p:nvSpPr>
          <p:spPr bwMode="ltGray">
            <a:xfrm rot="-926223">
              <a:off x="5640" y="1521"/>
              <a:ext cx="6" cy="881"/>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 name="Rectangle 9"/>
            <p:cNvSpPr>
              <a:spLocks noChangeArrowheads="1"/>
            </p:cNvSpPr>
            <p:nvPr/>
          </p:nvSpPr>
          <p:spPr bwMode="ltGray">
            <a:xfrm rot="-1140313">
              <a:off x="3444" y="1816"/>
              <a:ext cx="6" cy="2033"/>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2" name="Rectangle 10"/>
            <p:cNvSpPr>
              <a:spLocks noChangeArrowheads="1"/>
            </p:cNvSpPr>
            <p:nvPr/>
          </p:nvSpPr>
          <p:spPr bwMode="ltGray">
            <a:xfrm rot="1114412">
              <a:off x="2757" y="1821"/>
              <a:ext cx="6" cy="2119"/>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3" name="Rectangle 11"/>
            <p:cNvSpPr>
              <a:spLocks noChangeArrowheads="1"/>
            </p:cNvSpPr>
            <p:nvPr/>
          </p:nvSpPr>
          <p:spPr bwMode="ltGray">
            <a:xfrm rot="254676">
              <a:off x="3035" y="1870"/>
              <a:ext cx="6" cy="1906"/>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4" name="Freeform 12"/>
            <p:cNvSpPr>
              <a:spLocks/>
            </p:cNvSpPr>
            <p:nvPr/>
          </p:nvSpPr>
          <p:spPr bwMode="ltGray">
            <a:xfrm>
              <a:off x="4007" y="3021"/>
              <a:ext cx="623" cy="156"/>
            </a:xfrm>
            <a:custGeom>
              <a:avLst/>
              <a:gdLst/>
              <a:ahLst/>
              <a:cxnLst>
                <a:cxn ang="0">
                  <a:pos x="6" y="18"/>
                </a:cxn>
                <a:cxn ang="0">
                  <a:pos x="162" y="36"/>
                </a:cxn>
                <a:cxn ang="0">
                  <a:pos x="251" y="36"/>
                </a:cxn>
                <a:cxn ang="0">
                  <a:pos x="354" y="30"/>
                </a:cxn>
                <a:cxn ang="0">
                  <a:pos x="473" y="18"/>
                </a:cxn>
                <a:cxn ang="0">
                  <a:pos x="611" y="0"/>
                </a:cxn>
                <a:cxn ang="0">
                  <a:pos x="623" y="114"/>
                </a:cxn>
                <a:cxn ang="0">
                  <a:pos x="497" y="138"/>
                </a:cxn>
                <a:cxn ang="0">
                  <a:pos x="414" y="150"/>
                </a:cxn>
                <a:cxn ang="0">
                  <a:pos x="318" y="156"/>
                </a:cxn>
                <a:cxn ang="0">
                  <a:pos x="215" y="156"/>
                </a:cxn>
                <a:cxn ang="0">
                  <a:pos x="108" y="150"/>
                </a:cxn>
                <a:cxn ang="0">
                  <a:pos x="0" y="132"/>
                </a:cxn>
                <a:cxn ang="0">
                  <a:pos x="6" y="18"/>
                </a:cxn>
                <a:cxn ang="0">
                  <a:pos x="6" y="18"/>
                </a:cxn>
              </a:cxnLst>
              <a:rect l="0" t="0" r="r" b="b"/>
              <a:pathLst>
                <a:path w="623" h="156">
                  <a:moveTo>
                    <a:pt x="6" y="18"/>
                  </a:moveTo>
                  <a:lnTo>
                    <a:pt x="162" y="36"/>
                  </a:lnTo>
                  <a:lnTo>
                    <a:pt x="251" y="36"/>
                  </a:lnTo>
                  <a:lnTo>
                    <a:pt x="354" y="30"/>
                  </a:lnTo>
                  <a:lnTo>
                    <a:pt x="473" y="18"/>
                  </a:lnTo>
                  <a:lnTo>
                    <a:pt x="611" y="0"/>
                  </a:lnTo>
                  <a:lnTo>
                    <a:pt x="623" y="114"/>
                  </a:lnTo>
                  <a:lnTo>
                    <a:pt x="497" y="138"/>
                  </a:lnTo>
                  <a:lnTo>
                    <a:pt x="414" y="150"/>
                  </a:lnTo>
                  <a:lnTo>
                    <a:pt x="318" y="156"/>
                  </a:lnTo>
                  <a:lnTo>
                    <a:pt x="215" y="156"/>
                  </a:lnTo>
                  <a:lnTo>
                    <a:pt x="108" y="150"/>
                  </a:lnTo>
                  <a:lnTo>
                    <a:pt x="0" y="132"/>
                  </a:lnTo>
                  <a:lnTo>
                    <a:pt x="6" y="18"/>
                  </a:lnTo>
                  <a:lnTo>
                    <a:pt x="6"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5" name="Freeform 13"/>
            <p:cNvSpPr>
              <a:spLocks/>
            </p:cNvSpPr>
            <p:nvPr/>
          </p:nvSpPr>
          <p:spPr bwMode="ltGray">
            <a:xfrm>
              <a:off x="4762" y="3591"/>
              <a:ext cx="996" cy="126"/>
            </a:xfrm>
            <a:custGeom>
              <a:avLst/>
              <a:gdLst/>
              <a:ahLst/>
              <a:cxnLst>
                <a:cxn ang="0">
                  <a:pos x="754" y="6"/>
                </a:cxn>
                <a:cxn ang="0">
                  <a:pos x="652" y="6"/>
                </a:cxn>
                <a:cxn ang="0">
                  <a:pos x="563" y="6"/>
                </a:cxn>
                <a:cxn ang="0">
                  <a:pos x="479" y="6"/>
                </a:cxn>
                <a:cxn ang="0">
                  <a:pos x="401" y="6"/>
                </a:cxn>
                <a:cxn ang="0">
                  <a:pos x="335" y="0"/>
                </a:cxn>
                <a:cxn ang="0">
                  <a:pos x="276" y="0"/>
                </a:cxn>
                <a:cxn ang="0">
                  <a:pos x="222" y="0"/>
                </a:cxn>
                <a:cxn ang="0">
                  <a:pos x="180" y="6"/>
                </a:cxn>
                <a:cxn ang="0">
                  <a:pos x="138" y="6"/>
                </a:cxn>
                <a:cxn ang="0">
                  <a:pos x="108" y="6"/>
                </a:cxn>
                <a:cxn ang="0">
                  <a:pos x="54" y="6"/>
                </a:cxn>
                <a:cxn ang="0">
                  <a:pos x="24" y="12"/>
                </a:cxn>
                <a:cxn ang="0">
                  <a:pos x="6" y="18"/>
                </a:cxn>
                <a:cxn ang="0">
                  <a:pos x="0" y="24"/>
                </a:cxn>
                <a:cxn ang="0">
                  <a:pos x="12" y="42"/>
                </a:cxn>
                <a:cxn ang="0">
                  <a:pos x="18" y="48"/>
                </a:cxn>
                <a:cxn ang="0">
                  <a:pos x="30" y="54"/>
                </a:cxn>
                <a:cxn ang="0">
                  <a:pos x="60" y="60"/>
                </a:cxn>
                <a:cxn ang="0">
                  <a:pos x="90" y="72"/>
                </a:cxn>
                <a:cxn ang="0">
                  <a:pos x="144" y="84"/>
                </a:cxn>
                <a:cxn ang="0">
                  <a:pos x="210" y="90"/>
                </a:cxn>
                <a:cxn ang="0">
                  <a:pos x="293" y="102"/>
                </a:cxn>
                <a:cxn ang="0">
                  <a:pos x="389" y="108"/>
                </a:cxn>
                <a:cxn ang="0">
                  <a:pos x="503" y="120"/>
                </a:cxn>
                <a:cxn ang="0">
                  <a:pos x="622" y="120"/>
                </a:cxn>
                <a:cxn ang="0">
                  <a:pos x="754" y="126"/>
                </a:cxn>
                <a:cxn ang="0">
                  <a:pos x="873" y="126"/>
                </a:cxn>
                <a:cxn ang="0">
                  <a:pos x="993" y="126"/>
                </a:cxn>
                <a:cxn ang="0">
                  <a:pos x="993" y="12"/>
                </a:cxn>
                <a:cxn ang="0">
                  <a:pos x="879" y="12"/>
                </a:cxn>
                <a:cxn ang="0">
                  <a:pos x="754" y="6"/>
                </a:cxn>
                <a:cxn ang="0">
                  <a:pos x="754" y="6"/>
                </a:cxn>
              </a:cxnLst>
              <a:rect l="0" t="0" r="r" b="b"/>
              <a:pathLst>
                <a:path w="993" h="126">
                  <a:moveTo>
                    <a:pt x="754" y="6"/>
                  </a:moveTo>
                  <a:lnTo>
                    <a:pt x="652" y="6"/>
                  </a:lnTo>
                  <a:lnTo>
                    <a:pt x="563" y="6"/>
                  </a:lnTo>
                  <a:lnTo>
                    <a:pt x="479" y="6"/>
                  </a:lnTo>
                  <a:lnTo>
                    <a:pt x="401" y="6"/>
                  </a:lnTo>
                  <a:lnTo>
                    <a:pt x="335" y="0"/>
                  </a:lnTo>
                  <a:lnTo>
                    <a:pt x="276" y="0"/>
                  </a:lnTo>
                  <a:lnTo>
                    <a:pt x="222" y="0"/>
                  </a:lnTo>
                  <a:lnTo>
                    <a:pt x="180" y="6"/>
                  </a:lnTo>
                  <a:lnTo>
                    <a:pt x="138" y="6"/>
                  </a:lnTo>
                  <a:lnTo>
                    <a:pt x="108" y="6"/>
                  </a:lnTo>
                  <a:lnTo>
                    <a:pt x="54" y="6"/>
                  </a:lnTo>
                  <a:lnTo>
                    <a:pt x="24" y="12"/>
                  </a:lnTo>
                  <a:lnTo>
                    <a:pt x="6" y="18"/>
                  </a:lnTo>
                  <a:lnTo>
                    <a:pt x="0" y="24"/>
                  </a:lnTo>
                  <a:lnTo>
                    <a:pt x="12" y="42"/>
                  </a:lnTo>
                  <a:lnTo>
                    <a:pt x="18" y="48"/>
                  </a:lnTo>
                  <a:lnTo>
                    <a:pt x="30" y="54"/>
                  </a:lnTo>
                  <a:lnTo>
                    <a:pt x="60" y="60"/>
                  </a:lnTo>
                  <a:lnTo>
                    <a:pt x="90" y="72"/>
                  </a:lnTo>
                  <a:lnTo>
                    <a:pt x="144" y="84"/>
                  </a:lnTo>
                  <a:lnTo>
                    <a:pt x="210" y="90"/>
                  </a:lnTo>
                  <a:lnTo>
                    <a:pt x="293" y="102"/>
                  </a:lnTo>
                  <a:lnTo>
                    <a:pt x="389" y="108"/>
                  </a:lnTo>
                  <a:lnTo>
                    <a:pt x="503" y="120"/>
                  </a:lnTo>
                  <a:lnTo>
                    <a:pt x="622" y="120"/>
                  </a:lnTo>
                  <a:lnTo>
                    <a:pt x="754" y="126"/>
                  </a:lnTo>
                  <a:lnTo>
                    <a:pt x="873" y="126"/>
                  </a:lnTo>
                  <a:lnTo>
                    <a:pt x="993" y="126"/>
                  </a:lnTo>
                  <a:lnTo>
                    <a:pt x="993" y="12"/>
                  </a:lnTo>
                  <a:lnTo>
                    <a:pt x="879" y="12"/>
                  </a:lnTo>
                  <a:lnTo>
                    <a:pt x="754" y="6"/>
                  </a:lnTo>
                  <a:lnTo>
                    <a:pt x="754" y="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6" name="Freeform 14"/>
            <p:cNvSpPr>
              <a:spLocks/>
            </p:cNvSpPr>
            <p:nvPr/>
          </p:nvSpPr>
          <p:spPr bwMode="ltGray">
            <a:xfrm>
              <a:off x="4786" y="3645"/>
              <a:ext cx="972" cy="245"/>
            </a:xfrm>
            <a:custGeom>
              <a:avLst/>
              <a:gdLst/>
              <a:ahLst/>
              <a:cxnLst>
                <a:cxn ang="0">
                  <a:pos x="0" y="0"/>
                </a:cxn>
                <a:cxn ang="0">
                  <a:pos x="24" y="54"/>
                </a:cxn>
                <a:cxn ang="0">
                  <a:pos x="66" y="96"/>
                </a:cxn>
                <a:cxn ang="0">
                  <a:pos x="120" y="137"/>
                </a:cxn>
                <a:cxn ang="0">
                  <a:pos x="198" y="173"/>
                </a:cxn>
                <a:cxn ang="0">
                  <a:pos x="293" y="203"/>
                </a:cxn>
                <a:cxn ang="0">
                  <a:pos x="353" y="215"/>
                </a:cxn>
                <a:cxn ang="0">
                  <a:pos x="413" y="227"/>
                </a:cxn>
                <a:cxn ang="0">
                  <a:pos x="479" y="233"/>
                </a:cxn>
                <a:cxn ang="0">
                  <a:pos x="556" y="239"/>
                </a:cxn>
                <a:cxn ang="0">
                  <a:pos x="634" y="245"/>
                </a:cxn>
                <a:cxn ang="0">
                  <a:pos x="724" y="245"/>
                </a:cxn>
                <a:cxn ang="0">
                  <a:pos x="855" y="245"/>
                </a:cxn>
                <a:cxn ang="0">
                  <a:pos x="969" y="239"/>
                </a:cxn>
                <a:cxn ang="0">
                  <a:pos x="969" y="60"/>
                </a:cxn>
                <a:cxn ang="0">
                  <a:pos x="700" y="60"/>
                </a:cxn>
                <a:cxn ang="0">
                  <a:pos x="503" y="54"/>
                </a:cxn>
                <a:cxn ang="0">
                  <a:pos x="317" y="42"/>
                </a:cxn>
                <a:cxn ang="0">
                  <a:pos x="150" y="24"/>
                </a:cxn>
                <a:cxn ang="0">
                  <a:pos x="72" y="12"/>
                </a:cxn>
                <a:cxn ang="0">
                  <a:pos x="0" y="0"/>
                </a:cxn>
                <a:cxn ang="0">
                  <a:pos x="0" y="0"/>
                </a:cxn>
              </a:cxnLst>
              <a:rect l="0" t="0" r="r" b="b"/>
              <a:pathLst>
                <a:path w="969" h="245">
                  <a:moveTo>
                    <a:pt x="0" y="0"/>
                  </a:moveTo>
                  <a:lnTo>
                    <a:pt x="24" y="54"/>
                  </a:lnTo>
                  <a:lnTo>
                    <a:pt x="66" y="96"/>
                  </a:lnTo>
                  <a:lnTo>
                    <a:pt x="120" y="137"/>
                  </a:lnTo>
                  <a:lnTo>
                    <a:pt x="198" y="173"/>
                  </a:lnTo>
                  <a:lnTo>
                    <a:pt x="293" y="203"/>
                  </a:lnTo>
                  <a:lnTo>
                    <a:pt x="353" y="215"/>
                  </a:lnTo>
                  <a:lnTo>
                    <a:pt x="413" y="227"/>
                  </a:lnTo>
                  <a:lnTo>
                    <a:pt x="479" y="233"/>
                  </a:lnTo>
                  <a:lnTo>
                    <a:pt x="556" y="239"/>
                  </a:lnTo>
                  <a:lnTo>
                    <a:pt x="634" y="245"/>
                  </a:lnTo>
                  <a:lnTo>
                    <a:pt x="724" y="245"/>
                  </a:lnTo>
                  <a:lnTo>
                    <a:pt x="855" y="245"/>
                  </a:lnTo>
                  <a:lnTo>
                    <a:pt x="969" y="239"/>
                  </a:lnTo>
                  <a:lnTo>
                    <a:pt x="969" y="60"/>
                  </a:lnTo>
                  <a:lnTo>
                    <a:pt x="700" y="60"/>
                  </a:lnTo>
                  <a:lnTo>
                    <a:pt x="503" y="54"/>
                  </a:lnTo>
                  <a:lnTo>
                    <a:pt x="317" y="42"/>
                  </a:lnTo>
                  <a:lnTo>
                    <a:pt x="150" y="24"/>
                  </a:lnTo>
                  <a:lnTo>
                    <a:pt x="72" y="12"/>
                  </a:lnTo>
                  <a:lnTo>
                    <a:pt x="0" y="0"/>
                  </a:lnTo>
                  <a:lnTo>
                    <a:pt x="0" y="0"/>
                  </a:lnTo>
                  <a:close/>
                </a:path>
              </a:pathLst>
            </a:custGeom>
            <a:gradFill rotWithShape="0">
              <a:gsLst>
                <a:gs pos="0">
                  <a:schemeClr val="bg2"/>
                </a:gs>
                <a:gs pos="100000">
                  <a:schemeClr val="bg2">
                    <a:gamma/>
                    <a:tint val="81961"/>
                    <a:invGamma/>
                  </a:schemeClr>
                </a:gs>
              </a:gsLst>
              <a:lin ang="18900000" scaled="1"/>
            </a:gradFill>
            <a:ln w="9525">
              <a:noFill/>
              <a:round/>
              <a:headEnd/>
              <a:tailEnd/>
            </a:ln>
          </p:spPr>
          <p:txBody>
            <a:bodyPr/>
            <a:lstStyle/>
            <a:p>
              <a:pPr>
                <a:defRPr/>
              </a:pPr>
              <a:endParaRPr lang="en-US"/>
            </a:p>
          </p:txBody>
        </p:sp>
        <p:sp>
          <p:nvSpPr>
            <p:cNvPr id="17" name="Freeform 15"/>
            <p:cNvSpPr>
              <a:spLocks/>
            </p:cNvSpPr>
            <p:nvPr/>
          </p:nvSpPr>
          <p:spPr bwMode="ltGray">
            <a:xfrm>
              <a:off x="4804" y="3591"/>
              <a:ext cx="954" cy="90"/>
            </a:xfrm>
            <a:custGeom>
              <a:avLst/>
              <a:gdLst/>
              <a:ahLst/>
              <a:cxnLst>
                <a:cxn ang="0">
                  <a:pos x="700" y="0"/>
                </a:cxn>
                <a:cxn ang="0">
                  <a:pos x="598" y="0"/>
                </a:cxn>
                <a:cxn ang="0">
                  <a:pos x="515" y="0"/>
                </a:cxn>
                <a:cxn ang="0">
                  <a:pos x="431" y="0"/>
                </a:cxn>
                <a:cxn ang="0">
                  <a:pos x="365" y="0"/>
                </a:cxn>
                <a:cxn ang="0">
                  <a:pos x="299" y="0"/>
                </a:cxn>
                <a:cxn ang="0">
                  <a:pos x="245" y="0"/>
                </a:cxn>
                <a:cxn ang="0">
                  <a:pos x="198" y="0"/>
                </a:cxn>
                <a:cxn ang="0">
                  <a:pos x="162" y="0"/>
                </a:cxn>
                <a:cxn ang="0">
                  <a:pos x="126" y="6"/>
                </a:cxn>
                <a:cxn ang="0">
                  <a:pos x="96" y="6"/>
                </a:cxn>
                <a:cxn ang="0">
                  <a:pos x="54" y="12"/>
                </a:cxn>
                <a:cxn ang="0">
                  <a:pos x="30" y="12"/>
                </a:cxn>
                <a:cxn ang="0">
                  <a:pos x="12" y="18"/>
                </a:cxn>
                <a:cxn ang="0">
                  <a:pos x="6" y="18"/>
                </a:cxn>
                <a:cxn ang="0">
                  <a:pos x="0" y="24"/>
                </a:cxn>
                <a:cxn ang="0">
                  <a:pos x="6" y="30"/>
                </a:cxn>
                <a:cxn ang="0">
                  <a:pos x="24" y="36"/>
                </a:cxn>
                <a:cxn ang="0">
                  <a:pos x="54" y="42"/>
                </a:cxn>
                <a:cxn ang="0">
                  <a:pos x="102" y="54"/>
                </a:cxn>
                <a:cxn ang="0">
                  <a:pos x="168" y="60"/>
                </a:cxn>
                <a:cxn ang="0">
                  <a:pos x="251" y="66"/>
                </a:cxn>
                <a:cxn ang="0">
                  <a:pos x="341" y="78"/>
                </a:cxn>
                <a:cxn ang="0">
                  <a:pos x="449" y="84"/>
                </a:cxn>
                <a:cxn ang="0">
                  <a:pos x="568" y="84"/>
                </a:cxn>
                <a:cxn ang="0">
                  <a:pos x="694" y="90"/>
                </a:cxn>
                <a:cxn ang="0">
                  <a:pos x="825" y="90"/>
                </a:cxn>
                <a:cxn ang="0">
                  <a:pos x="951" y="90"/>
                </a:cxn>
                <a:cxn ang="0">
                  <a:pos x="951" y="6"/>
                </a:cxn>
                <a:cxn ang="0">
                  <a:pos x="831" y="6"/>
                </a:cxn>
                <a:cxn ang="0">
                  <a:pos x="772" y="6"/>
                </a:cxn>
                <a:cxn ang="0">
                  <a:pos x="700" y="0"/>
                </a:cxn>
                <a:cxn ang="0">
                  <a:pos x="700" y="0"/>
                </a:cxn>
              </a:cxnLst>
              <a:rect l="0" t="0" r="r" b="b"/>
              <a:pathLst>
                <a:path w="951" h="90">
                  <a:moveTo>
                    <a:pt x="700" y="0"/>
                  </a:moveTo>
                  <a:lnTo>
                    <a:pt x="598" y="0"/>
                  </a:lnTo>
                  <a:lnTo>
                    <a:pt x="515" y="0"/>
                  </a:lnTo>
                  <a:lnTo>
                    <a:pt x="431" y="0"/>
                  </a:lnTo>
                  <a:lnTo>
                    <a:pt x="365" y="0"/>
                  </a:lnTo>
                  <a:lnTo>
                    <a:pt x="299" y="0"/>
                  </a:lnTo>
                  <a:lnTo>
                    <a:pt x="245" y="0"/>
                  </a:lnTo>
                  <a:lnTo>
                    <a:pt x="198" y="0"/>
                  </a:lnTo>
                  <a:lnTo>
                    <a:pt x="162" y="0"/>
                  </a:lnTo>
                  <a:lnTo>
                    <a:pt x="126" y="6"/>
                  </a:lnTo>
                  <a:lnTo>
                    <a:pt x="96" y="6"/>
                  </a:lnTo>
                  <a:lnTo>
                    <a:pt x="54" y="12"/>
                  </a:lnTo>
                  <a:lnTo>
                    <a:pt x="30" y="12"/>
                  </a:lnTo>
                  <a:lnTo>
                    <a:pt x="12" y="18"/>
                  </a:lnTo>
                  <a:lnTo>
                    <a:pt x="6" y="18"/>
                  </a:lnTo>
                  <a:lnTo>
                    <a:pt x="0" y="24"/>
                  </a:lnTo>
                  <a:lnTo>
                    <a:pt x="6" y="30"/>
                  </a:lnTo>
                  <a:lnTo>
                    <a:pt x="24" y="36"/>
                  </a:lnTo>
                  <a:lnTo>
                    <a:pt x="54" y="42"/>
                  </a:lnTo>
                  <a:lnTo>
                    <a:pt x="102" y="54"/>
                  </a:lnTo>
                  <a:lnTo>
                    <a:pt x="168" y="60"/>
                  </a:lnTo>
                  <a:lnTo>
                    <a:pt x="251" y="66"/>
                  </a:lnTo>
                  <a:lnTo>
                    <a:pt x="341" y="78"/>
                  </a:lnTo>
                  <a:lnTo>
                    <a:pt x="449" y="84"/>
                  </a:lnTo>
                  <a:lnTo>
                    <a:pt x="568" y="84"/>
                  </a:lnTo>
                  <a:lnTo>
                    <a:pt x="694" y="90"/>
                  </a:lnTo>
                  <a:lnTo>
                    <a:pt x="825" y="90"/>
                  </a:lnTo>
                  <a:lnTo>
                    <a:pt x="951" y="90"/>
                  </a:lnTo>
                  <a:lnTo>
                    <a:pt x="951" y="6"/>
                  </a:lnTo>
                  <a:lnTo>
                    <a:pt x="831" y="6"/>
                  </a:lnTo>
                  <a:lnTo>
                    <a:pt x="772" y="6"/>
                  </a:lnTo>
                  <a:lnTo>
                    <a:pt x="700" y="0"/>
                  </a:lnTo>
                  <a:lnTo>
                    <a:pt x="700"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sp>
          <p:nvSpPr>
            <p:cNvPr id="18" name="Freeform 16"/>
            <p:cNvSpPr>
              <a:spLocks/>
            </p:cNvSpPr>
            <p:nvPr/>
          </p:nvSpPr>
          <p:spPr bwMode="ltGray">
            <a:xfrm>
              <a:off x="3059" y="1541"/>
              <a:ext cx="102" cy="155"/>
            </a:xfrm>
            <a:custGeom>
              <a:avLst/>
              <a:gdLst/>
              <a:ahLst/>
              <a:cxnLst>
                <a:cxn ang="0">
                  <a:pos x="102" y="0"/>
                </a:cxn>
                <a:cxn ang="0">
                  <a:pos x="0" y="12"/>
                </a:cxn>
                <a:cxn ang="0">
                  <a:pos x="30" y="72"/>
                </a:cxn>
                <a:cxn ang="0">
                  <a:pos x="30" y="155"/>
                </a:cxn>
                <a:cxn ang="0">
                  <a:pos x="72" y="155"/>
                </a:cxn>
                <a:cxn ang="0">
                  <a:pos x="72" y="66"/>
                </a:cxn>
                <a:cxn ang="0">
                  <a:pos x="102" y="0"/>
                </a:cxn>
                <a:cxn ang="0">
                  <a:pos x="102" y="0"/>
                </a:cxn>
              </a:cxnLst>
              <a:rect l="0" t="0" r="r" b="b"/>
              <a:pathLst>
                <a:path w="102" h="155">
                  <a:moveTo>
                    <a:pt x="102" y="0"/>
                  </a:moveTo>
                  <a:lnTo>
                    <a:pt x="0" y="12"/>
                  </a:lnTo>
                  <a:lnTo>
                    <a:pt x="30" y="72"/>
                  </a:lnTo>
                  <a:lnTo>
                    <a:pt x="30" y="155"/>
                  </a:lnTo>
                  <a:lnTo>
                    <a:pt x="72" y="155"/>
                  </a:lnTo>
                  <a:lnTo>
                    <a:pt x="72" y="66"/>
                  </a:lnTo>
                  <a:lnTo>
                    <a:pt x="102" y="0"/>
                  </a:lnTo>
                  <a:lnTo>
                    <a:pt x="102" y="0"/>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9" name="Freeform 17"/>
            <p:cNvSpPr>
              <a:spLocks noEditPoints="1"/>
            </p:cNvSpPr>
            <p:nvPr/>
          </p:nvSpPr>
          <p:spPr bwMode="ltGray">
            <a:xfrm>
              <a:off x="3059" y="1690"/>
              <a:ext cx="90" cy="96"/>
            </a:xfrm>
            <a:custGeom>
              <a:avLst/>
              <a:gdLst/>
              <a:ahLst/>
              <a:cxnLst>
                <a:cxn ang="0">
                  <a:pos x="48" y="96"/>
                </a:cxn>
                <a:cxn ang="0">
                  <a:pos x="72" y="72"/>
                </a:cxn>
                <a:cxn ang="0">
                  <a:pos x="84" y="48"/>
                </a:cxn>
                <a:cxn ang="0">
                  <a:pos x="90" y="36"/>
                </a:cxn>
                <a:cxn ang="0">
                  <a:pos x="84" y="24"/>
                </a:cxn>
                <a:cxn ang="0">
                  <a:pos x="66" y="6"/>
                </a:cxn>
                <a:cxn ang="0">
                  <a:pos x="42" y="0"/>
                </a:cxn>
                <a:cxn ang="0">
                  <a:pos x="24" y="0"/>
                </a:cxn>
                <a:cxn ang="0">
                  <a:pos x="12" y="12"/>
                </a:cxn>
                <a:cxn ang="0">
                  <a:pos x="6" y="24"/>
                </a:cxn>
                <a:cxn ang="0">
                  <a:pos x="0" y="36"/>
                </a:cxn>
                <a:cxn ang="0">
                  <a:pos x="12" y="66"/>
                </a:cxn>
                <a:cxn ang="0">
                  <a:pos x="30" y="84"/>
                </a:cxn>
                <a:cxn ang="0">
                  <a:pos x="48" y="96"/>
                </a:cxn>
                <a:cxn ang="0">
                  <a:pos x="48" y="96"/>
                </a:cxn>
                <a:cxn ang="0">
                  <a:pos x="48" y="12"/>
                </a:cxn>
                <a:cxn ang="0">
                  <a:pos x="66" y="18"/>
                </a:cxn>
                <a:cxn ang="0">
                  <a:pos x="72" y="24"/>
                </a:cxn>
                <a:cxn ang="0">
                  <a:pos x="72" y="36"/>
                </a:cxn>
                <a:cxn ang="0">
                  <a:pos x="72" y="48"/>
                </a:cxn>
                <a:cxn ang="0">
                  <a:pos x="54" y="66"/>
                </a:cxn>
                <a:cxn ang="0">
                  <a:pos x="48" y="78"/>
                </a:cxn>
                <a:cxn ang="0">
                  <a:pos x="30" y="66"/>
                </a:cxn>
                <a:cxn ang="0">
                  <a:pos x="24" y="48"/>
                </a:cxn>
                <a:cxn ang="0">
                  <a:pos x="18" y="30"/>
                </a:cxn>
                <a:cxn ang="0">
                  <a:pos x="30" y="12"/>
                </a:cxn>
                <a:cxn ang="0">
                  <a:pos x="48" y="12"/>
                </a:cxn>
                <a:cxn ang="0">
                  <a:pos x="48" y="12"/>
                </a:cxn>
              </a:cxnLst>
              <a:rect l="0" t="0" r="r" b="b"/>
              <a:pathLst>
                <a:path w="90" h="96">
                  <a:moveTo>
                    <a:pt x="48" y="96"/>
                  </a:moveTo>
                  <a:lnTo>
                    <a:pt x="72" y="72"/>
                  </a:lnTo>
                  <a:lnTo>
                    <a:pt x="84" y="48"/>
                  </a:lnTo>
                  <a:lnTo>
                    <a:pt x="90" y="36"/>
                  </a:lnTo>
                  <a:lnTo>
                    <a:pt x="84" y="24"/>
                  </a:lnTo>
                  <a:lnTo>
                    <a:pt x="66" y="6"/>
                  </a:lnTo>
                  <a:lnTo>
                    <a:pt x="42" y="0"/>
                  </a:lnTo>
                  <a:lnTo>
                    <a:pt x="24" y="0"/>
                  </a:lnTo>
                  <a:lnTo>
                    <a:pt x="12" y="12"/>
                  </a:lnTo>
                  <a:lnTo>
                    <a:pt x="6" y="24"/>
                  </a:lnTo>
                  <a:lnTo>
                    <a:pt x="0" y="36"/>
                  </a:lnTo>
                  <a:lnTo>
                    <a:pt x="12" y="66"/>
                  </a:lnTo>
                  <a:lnTo>
                    <a:pt x="30" y="84"/>
                  </a:lnTo>
                  <a:lnTo>
                    <a:pt x="48" y="96"/>
                  </a:lnTo>
                  <a:lnTo>
                    <a:pt x="48" y="96"/>
                  </a:lnTo>
                  <a:close/>
                  <a:moveTo>
                    <a:pt x="48" y="12"/>
                  </a:moveTo>
                  <a:lnTo>
                    <a:pt x="66" y="18"/>
                  </a:lnTo>
                  <a:lnTo>
                    <a:pt x="72" y="24"/>
                  </a:lnTo>
                  <a:lnTo>
                    <a:pt x="72" y="36"/>
                  </a:lnTo>
                  <a:lnTo>
                    <a:pt x="72" y="48"/>
                  </a:lnTo>
                  <a:lnTo>
                    <a:pt x="54" y="66"/>
                  </a:lnTo>
                  <a:lnTo>
                    <a:pt x="48" y="78"/>
                  </a:lnTo>
                  <a:lnTo>
                    <a:pt x="30" y="66"/>
                  </a:lnTo>
                  <a:lnTo>
                    <a:pt x="24" y="48"/>
                  </a:lnTo>
                  <a:lnTo>
                    <a:pt x="18" y="30"/>
                  </a:lnTo>
                  <a:lnTo>
                    <a:pt x="30" y="12"/>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0" name="Freeform 18"/>
            <p:cNvSpPr>
              <a:spLocks noEditPoints="1"/>
            </p:cNvSpPr>
            <p:nvPr/>
          </p:nvSpPr>
          <p:spPr bwMode="ltGray">
            <a:xfrm>
              <a:off x="3059" y="1768"/>
              <a:ext cx="90" cy="108"/>
            </a:xfrm>
            <a:custGeom>
              <a:avLst/>
              <a:gdLst/>
              <a:ahLst/>
              <a:cxnLst>
                <a:cxn ang="0">
                  <a:pos x="0" y="90"/>
                </a:cxn>
                <a:cxn ang="0">
                  <a:pos x="12" y="102"/>
                </a:cxn>
                <a:cxn ang="0">
                  <a:pos x="24" y="108"/>
                </a:cxn>
                <a:cxn ang="0">
                  <a:pos x="54" y="108"/>
                </a:cxn>
                <a:cxn ang="0">
                  <a:pos x="78" y="96"/>
                </a:cxn>
                <a:cxn ang="0">
                  <a:pos x="90" y="72"/>
                </a:cxn>
                <a:cxn ang="0">
                  <a:pos x="84" y="42"/>
                </a:cxn>
                <a:cxn ang="0">
                  <a:pos x="66" y="24"/>
                </a:cxn>
                <a:cxn ang="0">
                  <a:pos x="54" y="12"/>
                </a:cxn>
                <a:cxn ang="0">
                  <a:pos x="48" y="6"/>
                </a:cxn>
                <a:cxn ang="0">
                  <a:pos x="48" y="6"/>
                </a:cxn>
                <a:cxn ang="0">
                  <a:pos x="48" y="0"/>
                </a:cxn>
                <a:cxn ang="0">
                  <a:pos x="24" y="24"/>
                </a:cxn>
                <a:cxn ang="0">
                  <a:pos x="6" y="48"/>
                </a:cxn>
                <a:cxn ang="0">
                  <a:pos x="0" y="66"/>
                </a:cxn>
                <a:cxn ang="0">
                  <a:pos x="0" y="90"/>
                </a:cxn>
                <a:cxn ang="0">
                  <a:pos x="0" y="90"/>
                </a:cxn>
                <a:cxn ang="0">
                  <a:pos x="12" y="66"/>
                </a:cxn>
                <a:cxn ang="0">
                  <a:pos x="18" y="48"/>
                </a:cxn>
                <a:cxn ang="0">
                  <a:pos x="30" y="36"/>
                </a:cxn>
                <a:cxn ang="0">
                  <a:pos x="42" y="24"/>
                </a:cxn>
                <a:cxn ang="0">
                  <a:pos x="48" y="18"/>
                </a:cxn>
                <a:cxn ang="0">
                  <a:pos x="66" y="30"/>
                </a:cxn>
                <a:cxn ang="0">
                  <a:pos x="72" y="48"/>
                </a:cxn>
                <a:cxn ang="0">
                  <a:pos x="78" y="72"/>
                </a:cxn>
                <a:cxn ang="0">
                  <a:pos x="78" y="84"/>
                </a:cxn>
                <a:cxn ang="0">
                  <a:pos x="66" y="96"/>
                </a:cxn>
                <a:cxn ang="0">
                  <a:pos x="42" y="102"/>
                </a:cxn>
                <a:cxn ang="0">
                  <a:pos x="30" y="96"/>
                </a:cxn>
                <a:cxn ang="0">
                  <a:pos x="18" y="90"/>
                </a:cxn>
                <a:cxn ang="0">
                  <a:pos x="12" y="78"/>
                </a:cxn>
                <a:cxn ang="0">
                  <a:pos x="12" y="66"/>
                </a:cxn>
                <a:cxn ang="0">
                  <a:pos x="12" y="66"/>
                </a:cxn>
              </a:cxnLst>
              <a:rect l="0" t="0" r="r" b="b"/>
              <a:pathLst>
                <a:path w="90" h="108">
                  <a:moveTo>
                    <a:pt x="0" y="90"/>
                  </a:moveTo>
                  <a:lnTo>
                    <a:pt x="12" y="102"/>
                  </a:lnTo>
                  <a:lnTo>
                    <a:pt x="24" y="108"/>
                  </a:lnTo>
                  <a:lnTo>
                    <a:pt x="54" y="108"/>
                  </a:lnTo>
                  <a:lnTo>
                    <a:pt x="78" y="96"/>
                  </a:lnTo>
                  <a:lnTo>
                    <a:pt x="90" y="72"/>
                  </a:lnTo>
                  <a:lnTo>
                    <a:pt x="84" y="42"/>
                  </a:lnTo>
                  <a:lnTo>
                    <a:pt x="66" y="24"/>
                  </a:lnTo>
                  <a:lnTo>
                    <a:pt x="54" y="12"/>
                  </a:lnTo>
                  <a:lnTo>
                    <a:pt x="48" y="6"/>
                  </a:lnTo>
                  <a:lnTo>
                    <a:pt x="48" y="6"/>
                  </a:lnTo>
                  <a:lnTo>
                    <a:pt x="48" y="0"/>
                  </a:lnTo>
                  <a:lnTo>
                    <a:pt x="24" y="24"/>
                  </a:lnTo>
                  <a:lnTo>
                    <a:pt x="6" y="48"/>
                  </a:lnTo>
                  <a:lnTo>
                    <a:pt x="0" y="66"/>
                  </a:lnTo>
                  <a:lnTo>
                    <a:pt x="0" y="90"/>
                  </a:lnTo>
                  <a:lnTo>
                    <a:pt x="0" y="90"/>
                  </a:lnTo>
                  <a:close/>
                  <a:moveTo>
                    <a:pt x="12" y="66"/>
                  </a:moveTo>
                  <a:lnTo>
                    <a:pt x="18" y="48"/>
                  </a:lnTo>
                  <a:lnTo>
                    <a:pt x="30" y="36"/>
                  </a:lnTo>
                  <a:lnTo>
                    <a:pt x="42" y="24"/>
                  </a:lnTo>
                  <a:lnTo>
                    <a:pt x="48" y="18"/>
                  </a:lnTo>
                  <a:lnTo>
                    <a:pt x="66" y="30"/>
                  </a:lnTo>
                  <a:lnTo>
                    <a:pt x="72" y="48"/>
                  </a:lnTo>
                  <a:lnTo>
                    <a:pt x="78" y="72"/>
                  </a:lnTo>
                  <a:lnTo>
                    <a:pt x="78" y="84"/>
                  </a:lnTo>
                  <a:lnTo>
                    <a:pt x="66" y="96"/>
                  </a:lnTo>
                  <a:lnTo>
                    <a:pt x="42" y="102"/>
                  </a:lnTo>
                  <a:lnTo>
                    <a:pt x="30" y="96"/>
                  </a:lnTo>
                  <a:lnTo>
                    <a:pt x="18" y="90"/>
                  </a:lnTo>
                  <a:lnTo>
                    <a:pt x="12" y="78"/>
                  </a:lnTo>
                  <a:lnTo>
                    <a:pt x="12" y="66"/>
                  </a:lnTo>
                  <a:lnTo>
                    <a:pt x="12"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1" name="Freeform 19"/>
            <p:cNvSpPr>
              <a:spLocks/>
            </p:cNvSpPr>
            <p:nvPr/>
          </p:nvSpPr>
          <p:spPr bwMode="ltGray">
            <a:xfrm>
              <a:off x="5470" y="1205"/>
              <a:ext cx="102" cy="156"/>
            </a:xfrm>
            <a:custGeom>
              <a:avLst/>
              <a:gdLst/>
              <a:ahLst/>
              <a:cxnLst>
                <a:cxn ang="0">
                  <a:pos x="102" y="0"/>
                </a:cxn>
                <a:cxn ang="0">
                  <a:pos x="0" y="6"/>
                </a:cxn>
                <a:cxn ang="0">
                  <a:pos x="30" y="72"/>
                </a:cxn>
                <a:cxn ang="0">
                  <a:pos x="30" y="156"/>
                </a:cxn>
                <a:cxn ang="0">
                  <a:pos x="72" y="156"/>
                </a:cxn>
                <a:cxn ang="0">
                  <a:pos x="72" y="66"/>
                </a:cxn>
                <a:cxn ang="0">
                  <a:pos x="102" y="0"/>
                </a:cxn>
                <a:cxn ang="0">
                  <a:pos x="102" y="0"/>
                </a:cxn>
              </a:cxnLst>
              <a:rect l="0" t="0" r="r" b="b"/>
              <a:pathLst>
                <a:path w="102" h="156">
                  <a:moveTo>
                    <a:pt x="102" y="0"/>
                  </a:moveTo>
                  <a:lnTo>
                    <a:pt x="0" y="6"/>
                  </a:lnTo>
                  <a:lnTo>
                    <a:pt x="30" y="72"/>
                  </a:lnTo>
                  <a:lnTo>
                    <a:pt x="30" y="156"/>
                  </a:lnTo>
                  <a:lnTo>
                    <a:pt x="72" y="156"/>
                  </a:lnTo>
                  <a:lnTo>
                    <a:pt x="72" y="66"/>
                  </a:lnTo>
                  <a:lnTo>
                    <a:pt x="102" y="0"/>
                  </a:lnTo>
                  <a:lnTo>
                    <a:pt x="102" y="0"/>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2" name="Freeform 20"/>
            <p:cNvSpPr>
              <a:spLocks noEditPoints="1"/>
            </p:cNvSpPr>
            <p:nvPr/>
          </p:nvSpPr>
          <p:spPr bwMode="ltGray">
            <a:xfrm>
              <a:off x="5476" y="1349"/>
              <a:ext cx="84" cy="96"/>
            </a:xfrm>
            <a:custGeom>
              <a:avLst/>
              <a:gdLst/>
              <a:ahLst/>
              <a:cxnLst>
                <a:cxn ang="0">
                  <a:pos x="42" y="96"/>
                </a:cxn>
                <a:cxn ang="0">
                  <a:pos x="66" y="78"/>
                </a:cxn>
                <a:cxn ang="0">
                  <a:pos x="84" y="54"/>
                </a:cxn>
                <a:cxn ang="0">
                  <a:pos x="84" y="30"/>
                </a:cxn>
                <a:cxn ang="0">
                  <a:pos x="66" y="6"/>
                </a:cxn>
                <a:cxn ang="0">
                  <a:pos x="42" y="0"/>
                </a:cxn>
                <a:cxn ang="0">
                  <a:pos x="24" y="6"/>
                </a:cxn>
                <a:cxn ang="0">
                  <a:pos x="12" y="18"/>
                </a:cxn>
                <a:cxn ang="0">
                  <a:pos x="6" y="30"/>
                </a:cxn>
                <a:cxn ang="0">
                  <a:pos x="0" y="42"/>
                </a:cxn>
                <a:cxn ang="0">
                  <a:pos x="12" y="66"/>
                </a:cxn>
                <a:cxn ang="0">
                  <a:pos x="30" y="84"/>
                </a:cxn>
                <a:cxn ang="0">
                  <a:pos x="42" y="96"/>
                </a:cxn>
                <a:cxn ang="0">
                  <a:pos x="42" y="96"/>
                </a:cxn>
                <a:cxn ang="0">
                  <a:pos x="48" y="12"/>
                </a:cxn>
                <a:cxn ang="0">
                  <a:pos x="66" y="18"/>
                </a:cxn>
                <a:cxn ang="0">
                  <a:pos x="72" y="30"/>
                </a:cxn>
                <a:cxn ang="0">
                  <a:pos x="72" y="42"/>
                </a:cxn>
                <a:cxn ang="0">
                  <a:pos x="66" y="54"/>
                </a:cxn>
                <a:cxn ang="0">
                  <a:pos x="54" y="72"/>
                </a:cxn>
                <a:cxn ang="0">
                  <a:pos x="42" y="84"/>
                </a:cxn>
                <a:cxn ang="0">
                  <a:pos x="42" y="84"/>
                </a:cxn>
                <a:cxn ang="0">
                  <a:pos x="30" y="72"/>
                </a:cxn>
                <a:cxn ang="0">
                  <a:pos x="18" y="54"/>
                </a:cxn>
                <a:cxn ang="0">
                  <a:pos x="18" y="30"/>
                </a:cxn>
                <a:cxn ang="0">
                  <a:pos x="30" y="18"/>
                </a:cxn>
                <a:cxn ang="0">
                  <a:pos x="48" y="12"/>
                </a:cxn>
                <a:cxn ang="0">
                  <a:pos x="48" y="12"/>
                </a:cxn>
              </a:cxnLst>
              <a:rect l="0" t="0" r="r" b="b"/>
              <a:pathLst>
                <a:path w="84" h="96">
                  <a:moveTo>
                    <a:pt x="42" y="96"/>
                  </a:moveTo>
                  <a:lnTo>
                    <a:pt x="66" y="78"/>
                  </a:lnTo>
                  <a:lnTo>
                    <a:pt x="84" y="54"/>
                  </a:lnTo>
                  <a:lnTo>
                    <a:pt x="84" y="30"/>
                  </a:lnTo>
                  <a:lnTo>
                    <a:pt x="66" y="6"/>
                  </a:lnTo>
                  <a:lnTo>
                    <a:pt x="42" y="0"/>
                  </a:lnTo>
                  <a:lnTo>
                    <a:pt x="24" y="6"/>
                  </a:lnTo>
                  <a:lnTo>
                    <a:pt x="12" y="18"/>
                  </a:lnTo>
                  <a:lnTo>
                    <a:pt x="6" y="30"/>
                  </a:lnTo>
                  <a:lnTo>
                    <a:pt x="0" y="42"/>
                  </a:lnTo>
                  <a:lnTo>
                    <a:pt x="12" y="66"/>
                  </a:lnTo>
                  <a:lnTo>
                    <a:pt x="30" y="84"/>
                  </a:lnTo>
                  <a:lnTo>
                    <a:pt x="42" y="96"/>
                  </a:lnTo>
                  <a:lnTo>
                    <a:pt x="42" y="96"/>
                  </a:lnTo>
                  <a:close/>
                  <a:moveTo>
                    <a:pt x="48" y="12"/>
                  </a:moveTo>
                  <a:lnTo>
                    <a:pt x="66" y="18"/>
                  </a:lnTo>
                  <a:lnTo>
                    <a:pt x="72" y="30"/>
                  </a:lnTo>
                  <a:lnTo>
                    <a:pt x="72" y="42"/>
                  </a:lnTo>
                  <a:lnTo>
                    <a:pt x="66" y="54"/>
                  </a:lnTo>
                  <a:lnTo>
                    <a:pt x="54" y="72"/>
                  </a:lnTo>
                  <a:lnTo>
                    <a:pt x="42" y="84"/>
                  </a:lnTo>
                  <a:lnTo>
                    <a:pt x="42" y="84"/>
                  </a:lnTo>
                  <a:lnTo>
                    <a:pt x="30" y="72"/>
                  </a:lnTo>
                  <a:lnTo>
                    <a:pt x="18" y="54"/>
                  </a:lnTo>
                  <a:lnTo>
                    <a:pt x="18" y="30"/>
                  </a:lnTo>
                  <a:lnTo>
                    <a:pt x="30" y="18"/>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3" name="Freeform 21"/>
            <p:cNvSpPr>
              <a:spLocks noEditPoints="1"/>
            </p:cNvSpPr>
            <p:nvPr/>
          </p:nvSpPr>
          <p:spPr bwMode="ltGray">
            <a:xfrm>
              <a:off x="5470" y="1433"/>
              <a:ext cx="90" cy="108"/>
            </a:xfrm>
            <a:custGeom>
              <a:avLst/>
              <a:gdLst/>
              <a:ahLst/>
              <a:cxnLst>
                <a:cxn ang="0">
                  <a:pos x="6" y="90"/>
                </a:cxn>
                <a:cxn ang="0">
                  <a:pos x="18" y="102"/>
                </a:cxn>
                <a:cxn ang="0">
                  <a:pos x="30" y="108"/>
                </a:cxn>
                <a:cxn ang="0">
                  <a:pos x="60" y="108"/>
                </a:cxn>
                <a:cxn ang="0">
                  <a:pos x="84" y="96"/>
                </a:cxn>
                <a:cxn ang="0">
                  <a:pos x="90" y="84"/>
                </a:cxn>
                <a:cxn ang="0">
                  <a:pos x="90" y="66"/>
                </a:cxn>
                <a:cxn ang="0">
                  <a:pos x="84" y="36"/>
                </a:cxn>
                <a:cxn ang="0">
                  <a:pos x="72" y="18"/>
                </a:cxn>
                <a:cxn ang="0">
                  <a:pos x="60" y="6"/>
                </a:cxn>
                <a:cxn ang="0">
                  <a:pos x="54" y="0"/>
                </a:cxn>
                <a:cxn ang="0">
                  <a:pos x="54" y="0"/>
                </a:cxn>
                <a:cxn ang="0">
                  <a:pos x="48" y="0"/>
                </a:cxn>
                <a:cxn ang="0">
                  <a:pos x="24" y="24"/>
                </a:cxn>
                <a:cxn ang="0">
                  <a:pos x="12" y="48"/>
                </a:cxn>
                <a:cxn ang="0">
                  <a:pos x="0" y="66"/>
                </a:cxn>
                <a:cxn ang="0">
                  <a:pos x="6" y="90"/>
                </a:cxn>
                <a:cxn ang="0">
                  <a:pos x="6" y="90"/>
                </a:cxn>
                <a:cxn ang="0">
                  <a:pos x="18" y="66"/>
                </a:cxn>
                <a:cxn ang="0">
                  <a:pos x="24" y="48"/>
                </a:cxn>
                <a:cxn ang="0">
                  <a:pos x="36" y="30"/>
                </a:cxn>
                <a:cxn ang="0">
                  <a:pos x="42" y="18"/>
                </a:cxn>
                <a:cxn ang="0">
                  <a:pos x="48" y="12"/>
                </a:cxn>
                <a:cxn ang="0">
                  <a:pos x="78" y="42"/>
                </a:cxn>
                <a:cxn ang="0">
                  <a:pos x="84" y="66"/>
                </a:cxn>
                <a:cxn ang="0">
                  <a:pos x="66" y="90"/>
                </a:cxn>
                <a:cxn ang="0">
                  <a:pos x="54" y="96"/>
                </a:cxn>
                <a:cxn ang="0">
                  <a:pos x="42" y="96"/>
                </a:cxn>
                <a:cxn ang="0">
                  <a:pos x="30" y="96"/>
                </a:cxn>
                <a:cxn ang="0">
                  <a:pos x="24" y="84"/>
                </a:cxn>
                <a:cxn ang="0">
                  <a:pos x="18" y="78"/>
                </a:cxn>
                <a:cxn ang="0">
                  <a:pos x="18" y="66"/>
                </a:cxn>
                <a:cxn ang="0">
                  <a:pos x="18" y="66"/>
                </a:cxn>
              </a:cxnLst>
              <a:rect l="0" t="0" r="r" b="b"/>
              <a:pathLst>
                <a:path w="90" h="108">
                  <a:moveTo>
                    <a:pt x="6" y="90"/>
                  </a:moveTo>
                  <a:lnTo>
                    <a:pt x="18" y="102"/>
                  </a:lnTo>
                  <a:lnTo>
                    <a:pt x="30" y="108"/>
                  </a:lnTo>
                  <a:lnTo>
                    <a:pt x="60" y="108"/>
                  </a:lnTo>
                  <a:lnTo>
                    <a:pt x="84" y="96"/>
                  </a:lnTo>
                  <a:lnTo>
                    <a:pt x="90" y="84"/>
                  </a:lnTo>
                  <a:lnTo>
                    <a:pt x="90" y="66"/>
                  </a:lnTo>
                  <a:lnTo>
                    <a:pt x="84" y="36"/>
                  </a:lnTo>
                  <a:lnTo>
                    <a:pt x="72" y="18"/>
                  </a:lnTo>
                  <a:lnTo>
                    <a:pt x="60" y="6"/>
                  </a:lnTo>
                  <a:lnTo>
                    <a:pt x="54" y="0"/>
                  </a:lnTo>
                  <a:lnTo>
                    <a:pt x="54" y="0"/>
                  </a:lnTo>
                  <a:lnTo>
                    <a:pt x="48" y="0"/>
                  </a:lnTo>
                  <a:lnTo>
                    <a:pt x="24" y="24"/>
                  </a:lnTo>
                  <a:lnTo>
                    <a:pt x="12" y="48"/>
                  </a:lnTo>
                  <a:lnTo>
                    <a:pt x="0" y="66"/>
                  </a:lnTo>
                  <a:lnTo>
                    <a:pt x="6" y="90"/>
                  </a:lnTo>
                  <a:lnTo>
                    <a:pt x="6" y="90"/>
                  </a:lnTo>
                  <a:close/>
                  <a:moveTo>
                    <a:pt x="18" y="66"/>
                  </a:moveTo>
                  <a:lnTo>
                    <a:pt x="24" y="48"/>
                  </a:lnTo>
                  <a:lnTo>
                    <a:pt x="36" y="30"/>
                  </a:lnTo>
                  <a:lnTo>
                    <a:pt x="42" y="18"/>
                  </a:lnTo>
                  <a:lnTo>
                    <a:pt x="48" y="12"/>
                  </a:lnTo>
                  <a:lnTo>
                    <a:pt x="78" y="42"/>
                  </a:lnTo>
                  <a:lnTo>
                    <a:pt x="84" y="66"/>
                  </a:lnTo>
                  <a:lnTo>
                    <a:pt x="66" y="90"/>
                  </a:lnTo>
                  <a:lnTo>
                    <a:pt x="54" y="96"/>
                  </a:lnTo>
                  <a:lnTo>
                    <a:pt x="42" y="96"/>
                  </a:lnTo>
                  <a:lnTo>
                    <a:pt x="30" y="96"/>
                  </a:lnTo>
                  <a:lnTo>
                    <a:pt x="24" y="84"/>
                  </a:lnTo>
                  <a:lnTo>
                    <a:pt x="18" y="78"/>
                  </a:lnTo>
                  <a:lnTo>
                    <a:pt x="18" y="66"/>
                  </a:lnTo>
                  <a:lnTo>
                    <a:pt x="18"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4" name="Freeform 22"/>
            <p:cNvSpPr>
              <a:spLocks noEditPoints="1"/>
            </p:cNvSpPr>
            <p:nvPr/>
          </p:nvSpPr>
          <p:spPr bwMode="ltGray">
            <a:xfrm>
              <a:off x="5428" y="3525"/>
              <a:ext cx="66" cy="96"/>
            </a:xfrm>
            <a:custGeom>
              <a:avLst/>
              <a:gdLst/>
              <a:ahLst/>
              <a:cxnLst>
                <a:cxn ang="0">
                  <a:pos x="30" y="96"/>
                </a:cxn>
                <a:cxn ang="0">
                  <a:pos x="54" y="72"/>
                </a:cxn>
                <a:cxn ang="0">
                  <a:pos x="66" y="48"/>
                </a:cxn>
                <a:cxn ang="0">
                  <a:pos x="66" y="24"/>
                </a:cxn>
                <a:cxn ang="0">
                  <a:pos x="54" y="6"/>
                </a:cxn>
                <a:cxn ang="0">
                  <a:pos x="30" y="0"/>
                </a:cxn>
                <a:cxn ang="0">
                  <a:pos x="18" y="0"/>
                </a:cxn>
                <a:cxn ang="0">
                  <a:pos x="6" y="12"/>
                </a:cxn>
                <a:cxn ang="0">
                  <a:pos x="0" y="36"/>
                </a:cxn>
                <a:cxn ang="0">
                  <a:pos x="6" y="60"/>
                </a:cxn>
                <a:cxn ang="0">
                  <a:pos x="18" y="84"/>
                </a:cxn>
                <a:cxn ang="0">
                  <a:pos x="30" y="96"/>
                </a:cxn>
                <a:cxn ang="0">
                  <a:pos x="30" y="96"/>
                </a:cxn>
                <a:cxn ang="0">
                  <a:pos x="30" y="12"/>
                </a:cxn>
                <a:cxn ang="0">
                  <a:pos x="48" y="18"/>
                </a:cxn>
                <a:cxn ang="0">
                  <a:pos x="54" y="24"/>
                </a:cxn>
                <a:cxn ang="0">
                  <a:pos x="54" y="36"/>
                </a:cxn>
                <a:cxn ang="0">
                  <a:pos x="48" y="48"/>
                </a:cxn>
                <a:cxn ang="0">
                  <a:pos x="36" y="66"/>
                </a:cxn>
                <a:cxn ang="0">
                  <a:pos x="30" y="78"/>
                </a:cxn>
                <a:cxn ang="0">
                  <a:pos x="18" y="66"/>
                </a:cxn>
                <a:cxn ang="0">
                  <a:pos x="12" y="48"/>
                </a:cxn>
                <a:cxn ang="0">
                  <a:pos x="6" y="30"/>
                </a:cxn>
                <a:cxn ang="0">
                  <a:pos x="18" y="12"/>
                </a:cxn>
                <a:cxn ang="0">
                  <a:pos x="30" y="12"/>
                </a:cxn>
                <a:cxn ang="0">
                  <a:pos x="30" y="12"/>
                </a:cxn>
              </a:cxnLst>
              <a:rect l="0" t="0" r="r" b="b"/>
              <a:pathLst>
                <a:path w="66" h="96">
                  <a:moveTo>
                    <a:pt x="30" y="96"/>
                  </a:moveTo>
                  <a:lnTo>
                    <a:pt x="54" y="72"/>
                  </a:lnTo>
                  <a:lnTo>
                    <a:pt x="66" y="48"/>
                  </a:lnTo>
                  <a:lnTo>
                    <a:pt x="66" y="24"/>
                  </a:lnTo>
                  <a:lnTo>
                    <a:pt x="54" y="6"/>
                  </a:lnTo>
                  <a:lnTo>
                    <a:pt x="30" y="0"/>
                  </a:lnTo>
                  <a:lnTo>
                    <a:pt x="18" y="0"/>
                  </a:lnTo>
                  <a:lnTo>
                    <a:pt x="6" y="12"/>
                  </a:lnTo>
                  <a:lnTo>
                    <a:pt x="0" y="36"/>
                  </a:lnTo>
                  <a:lnTo>
                    <a:pt x="6" y="60"/>
                  </a:lnTo>
                  <a:lnTo>
                    <a:pt x="18" y="84"/>
                  </a:lnTo>
                  <a:lnTo>
                    <a:pt x="30" y="96"/>
                  </a:lnTo>
                  <a:lnTo>
                    <a:pt x="30" y="96"/>
                  </a:lnTo>
                  <a:close/>
                  <a:moveTo>
                    <a:pt x="30" y="12"/>
                  </a:moveTo>
                  <a:lnTo>
                    <a:pt x="48" y="18"/>
                  </a:lnTo>
                  <a:lnTo>
                    <a:pt x="54" y="24"/>
                  </a:lnTo>
                  <a:lnTo>
                    <a:pt x="54" y="36"/>
                  </a:lnTo>
                  <a:lnTo>
                    <a:pt x="48" y="48"/>
                  </a:lnTo>
                  <a:lnTo>
                    <a:pt x="36" y="66"/>
                  </a:lnTo>
                  <a:lnTo>
                    <a:pt x="30" y="78"/>
                  </a:lnTo>
                  <a:lnTo>
                    <a:pt x="18" y="66"/>
                  </a:lnTo>
                  <a:lnTo>
                    <a:pt x="12" y="48"/>
                  </a:lnTo>
                  <a:lnTo>
                    <a:pt x="6" y="30"/>
                  </a:lnTo>
                  <a:lnTo>
                    <a:pt x="18" y="12"/>
                  </a:lnTo>
                  <a:lnTo>
                    <a:pt x="30" y="12"/>
                  </a:lnTo>
                  <a:lnTo>
                    <a:pt x="30"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5" name="Freeform 23"/>
            <p:cNvSpPr>
              <a:spLocks/>
            </p:cNvSpPr>
            <p:nvPr/>
          </p:nvSpPr>
          <p:spPr bwMode="ltGray">
            <a:xfrm>
              <a:off x="3017" y="1127"/>
              <a:ext cx="2603" cy="444"/>
            </a:xfrm>
            <a:custGeom>
              <a:avLst/>
              <a:gdLst/>
              <a:ahLst/>
              <a:cxnLst>
                <a:cxn ang="0">
                  <a:pos x="2577" y="0"/>
                </a:cxn>
                <a:cxn ang="0">
                  <a:pos x="2594" y="72"/>
                </a:cxn>
                <a:cxn ang="0">
                  <a:pos x="6" y="444"/>
                </a:cxn>
                <a:cxn ang="0">
                  <a:pos x="0" y="396"/>
                </a:cxn>
                <a:cxn ang="0">
                  <a:pos x="1225" y="96"/>
                </a:cxn>
                <a:cxn ang="0">
                  <a:pos x="1351" y="78"/>
                </a:cxn>
                <a:cxn ang="0">
                  <a:pos x="2577" y="0"/>
                </a:cxn>
                <a:cxn ang="0">
                  <a:pos x="2577" y="0"/>
                </a:cxn>
              </a:cxnLst>
              <a:rect l="0" t="0" r="r" b="b"/>
              <a:pathLst>
                <a:path w="2594" h="444">
                  <a:moveTo>
                    <a:pt x="2577" y="0"/>
                  </a:moveTo>
                  <a:lnTo>
                    <a:pt x="2594" y="72"/>
                  </a:lnTo>
                  <a:lnTo>
                    <a:pt x="6" y="444"/>
                  </a:lnTo>
                  <a:lnTo>
                    <a:pt x="0" y="396"/>
                  </a:lnTo>
                  <a:lnTo>
                    <a:pt x="1225" y="96"/>
                  </a:lnTo>
                  <a:lnTo>
                    <a:pt x="1351" y="78"/>
                  </a:lnTo>
                  <a:lnTo>
                    <a:pt x="2577" y="0"/>
                  </a:lnTo>
                  <a:lnTo>
                    <a:pt x="2577"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sp>
          <p:nvSpPr>
            <p:cNvPr id="26" name="Freeform 24"/>
            <p:cNvSpPr>
              <a:spLocks noEditPoints="1"/>
            </p:cNvSpPr>
            <p:nvPr/>
          </p:nvSpPr>
          <p:spPr bwMode="ltGray">
            <a:xfrm>
              <a:off x="2934" y="3773"/>
              <a:ext cx="84" cy="95"/>
            </a:xfrm>
            <a:custGeom>
              <a:avLst/>
              <a:gdLst/>
              <a:ahLst/>
              <a:cxnLst>
                <a:cxn ang="0">
                  <a:pos x="36" y="95"/>
                </a:cxn>
                <a:cxn ang="0">
                  <a:pos x="60" y="77"/>
                </a:cxn>
                <a:cxn ang="0">
                  <a:pos x="78" y="53"/>
                </a:cxn>
                <a:cxn ang="0">
                  <a:pos x="84" y="42"/>
                </a:cxn>
                <a:cxn ang="0">
                  <a:pos x="84" y="30"/>
                </a:cxn>
                <a:cxn ang="0">
                  <a:pos x="72" y="6"/>
                </a:cxn>
                <a:cxn ang="0">
                  <a:pos x="42" y="0"/>
                </a:cxn>
                <a:cxn ang="0">
                  <a:pos x="30" y="0"/>
                </a:cxn>
                <a:cxn ang="0">
                  <a:pos x="12" y="12"/>
                </a:cxn>
                <a:cxn ang="0">
                  <a:pos x="0" y="24"/>
                </a:cxn>
                <a:cxn ang="0">
                  <a:pos x="0" y="36"/>
                </a:cxn>
                <a:cxn ang="0">
                  <a:pos x="6" y="59"/>
                </a:cxn>
                <a:cxn ang="0">
                  <a:pos x="24" y="83"/>
                </a:cxn>
                <a:cxn ang="0">
                  <a:pos x="36" y="95"/>
                </a:cxn>
                <a:cxn ang="0">
                  <a:pos x="36" y="95"/>
                </a:cxn>
                <a:cxn ang="0">
                  <a:pos x="48" y="12"/>
                </a:cxn>
                <a:cxn ang="0">
                  <a:pos x="66" y="18"/>
                </a:cxn>
                <a:cxn ang="0">
                  <a:pos x="72" y="30"/>
                </a:cxn>
                <a:cxn ang="0">
                  <a:pos x="72" y="42"/>
                </a:cxn>
                <a:cxn ang="0">
                  <a:pos x="66" y="53"/>
                </a:cxn>
                <a:cxn ang="0">
                  <a:pos x="48" y="71"/>
                </a:cxn>
                <a:cxn ang="0">
                  <a:pos x="42" y="77"/>
                </a:cxn>
                <a:cxn ang="0">
                  <a:pos x="36" y="77"/>
                </a:cxn>
                <a:cxn ang="0">
                  <a:pos x="24" y="65"/>
                </a:cxn>
                <a:cxn ang="0">
                  <a:pos x="18" y="48"/>
                </a:cxn>
                <a:cxn ang="0">
                  <a:pos x="18" y="30"/>
                </a:cxn>
                <a:cxn ang="0">
                  <a:pos x="30" y="12"/>
                </a:cxn>
                <a:cxn ang="0">
                  <a:pos x="48" y="12"/>
                </a:cxn>
                <a:cxn ang="0">
                  <a:pos x="48" y="12"/>
                </a:cxn>
              </a:cxnLst>
              <a:rect l="0" t="0" r="r" b="b"/>
              <a:pathLst>
                <a:path w="84" h="95">
                  <a:moveTo>
                    <a:pt x="36" y="95"/>
                  </a:moveTo>
                  <a:lnTo>
                    <a:pt x="60" y="77"/>
                  </a:lnTo>
                  <a:lnTo>
                    <a:pt x="78" y="53"/>
                  </a:lnTo>
                  <a:lnTo>
                    <a:pt x="84" y="42"/>
                  </a:lnTo>
                  <a:lnTo>
                    <a:pt x="84" y="30"/>
                  </a:lnTo>
                  <a:lnTo>
                    <a:pt x="72" y="6"/>
                  </a:lnTo>
                  <a:lnTo>
                    <a:pt x="42" y="0"/>
                  </a:lnTo>
                  <a:lnTo>
                    <a:pt x="30" y="0"/>
                  </a:lnTo>
                  <a:lnTo>
                    <a:pt x="12" y="12"/>
                  </a:lnTo>
                  <a:lnTo>
                    <a:pt x="0" y="24"/>
                  </a:lnTo>
                  <a:lnTo>
                    <a:pt x="0" y="36"/>
                  </a:lnTo>
                  <a:lnTo>
                    <a:pt x="6" y="59"/>
                  </a:lnTo>
                  <a:lnTo>
                    <a:pt x="24" y="83"/>
                  </a:lnTo>
                  <a:lnTo>
                    <a:pt x="36" y="95"/>
                  </a:lnTo>
                  <a:lnTo>
                    <a:pt x="36" y="95"/>
                  </a:lnTo>
                  <a:close/>
                  <a:moveTo>
                    <a:pt x="48" y="12"/>
                  </a:moveTo>
                  <a:lnTo>
                    <a:pt x="66" y="18"/>
                  </a:lnTo>
                  <a:lnTo>
                    <a:pt x="72" y="30"/>
                  </a:lnTo>
                  <a:lnTo>
                    <a:pt x="72" y="42"/>
                  </a:lnTo>
                  <a:lnTo>
                    <a:pt x="66" y="53"/>
                  </a:lnTo>
                  <a:lnTo>
                    <a:pt x="48" y="71"/>
                  </a:lnTo>
                  <a:lnTo>
                    <a:pt x="42" y="77"/>
                  </a:lnTo>
                  <a:lnTo>
                    <a:pt x="36" y="77"/>
                  </a:lnTo>
                  <a:lnTo>
                    <a:pt x="24" y="65"/>
                  </a:lnTo>
                  <a:lnTo>
                    <a:pt x="18" y="48"/>
                  </a:lnTo>
                  <a:lnTo>
                    <a:pt x="18" y="30"/>
                  </a:lnTo>
                  <a:lnTo>
                    <a:pt x="30" y="12"/>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7" name="Freeform 25"/>
            <p:cNvSpPr>
              <a:spLocks noEditPoints="1"/>
            </p:cNvSpPr>
            <p:nvPr/>
          </p:nvSpPr>
          <p:spPr bwMode="ltGray">
            <a:xfrm>
              <a:off x="3779" y="3872"/>
              <a:ext cx="90" cy="108"/>
            </a:xfrm>
            <a:custGeom>
              <a:avLst/>
              <a:gdLst/>
              <a:ahLst/>
              <a:cxnLst>
                <a:cxn ang="0">
                  <a:pos x="12" y="96"/>
                </a:cxn>
                <a:cxn ang="0">
                  <a:pos x="24" y="108"/>
                </a:cxn>
                <a:cxn ang="0">
                  <a:pos x="42" y="108"/>
                </a:cxn>
                <a:cxn ang="0">
                  <a:pos x="66" y="102"/>
                </a:cxn>
                <a:cxn ang="0">
                  <a:pos x="84" y="78"/>
                </a:cxn>
                <a:cxn ang="0">
                  <a:pos x="90" y="66"/>
                </a:cxn>
                <a:cxn ang="0">
                  <a:pos x="84" y="48"/>
                </a:cxn>
                <a:cxn ang="0">
                  <a:pos x="66" y="24"/>
                </a:cxn>
                <a:cxn ang="0">
                  <a:pos x="48" y="12"/>
                </a:cxn>
                <a:cxn ang="0">
                  <a:pos x="36" y="0"/>
                </a:cxn>
                <a:cxn ang="0">
                  <a:pos x="30" y="0"/>
                </a:cxn>
                <a:cxn ang="0">
                  <a:pos x="30" y="0"/>
                </a:cxn>
                <a:cxn ang="0">
                  <a:pos x="24" y="0"/>
                </a:cxn>
                <a:cxn ang="0">
                  <a:pos x="12" y="30"/>
                </a:cxn>
                <a:cxn ang="0">
                  <a:pos x="0" y="54"/>
                </a:cxn>
                <a:cxn ang="0">
                  <a:pos x="0" y="78"/>
                </a:cxn>
                <a:cxn ang="0">
                  <a:pos x="12" y="96"/>
                </a:cxn>
                <a:cxn ang="0">
                  <a:pos x="12" y="96"/>
                </a:cxn>
                <a:cxn ang="0">
                  <a:pos x="12" y="72"/>
                </a:cxn>
                <a:cxn ang="0">
                  <a:pos x="18" y="54"/>
                </a:cxn>
                <a:cxn ang="0">
                  <a:pos x="24" y="36"/>
                </a:cxn>
                <a:cxn ang="0">
                  <a:pos x="30" y="18"/>
                </a:cxn>
                <a:cxn ang="0">
                  <a:pos x="30" y="12"/>
                </a:cxn>
                <a:cxn ang="0">
                  <a:pos x="48" y="24"/>
                </a:cxn>
                <a:cxn ang="0">
                  <a:pos x="66" y="36"/>
                </a:cxn>
                <a:cxn ang="0">
                  <a:pos x="78" y="54"/>
                </a:cxn>
                <a:cxn ang="0">
                  <a:pos x="78" y="72"/>
                </a:cxn>
                <a:cxn ang="0">
                  <a:pos x="72" y="84"/>
                </a:cxn>
                <a:cxn ang="0">
                  <a:pos x="48" y="96"/>
                </a:cxn>
                <a:cxn ang="0">
                  <a:pos x="36" y="96"/>
                </a:cxn>
                <a:cxn ang="0">
                  <a:pos x="24" y="90"/>
                </a:cxn>
                <a:cxn ang="0">
                  <a:pos x="18" y="84"/>
                </a:cxn>
                <a:cxn ang="0">
                  <a:pos x="12" y="72"/>
                </a:cxn>
                <a:cxn ang="0">
                  <a:pos x="12" y="72"/>
                </a:cxn>
              </a:cxnLst>
              <a:rect l="0" t="0" r="r" b="b"/>
              <a:pathLst>
                <a:path w="90" h="108">
                  <a:moveTo>
                    <a:pt x="12" y="96"/>
                  </a:moveTo>
                  <a:lnTo>
                    <a:pt x="24" y="108"/>
                  </a:lnTo>
                  <a:lnTo>
                    <a:pt x="42" y="108"/>
                  </a:lnTo>
                  <a:lnTo>
                    <a:pt x="66" y="102"/>
                  </a:lnTo>
                  <a:lnTo>
                    <a:pt x="84" y="78"/>
                  </a:lnTo>
                  <a:lnTo>
                    <a:pt x="90" y="66"/>
                  </a:lnTo>
                  <a:lnTo>
                    <a:pt x="84" y="48"/>
                  </a:lnTo>
                  <a:lnTo>
                    <a:pt x="66" y="24"/>
                  </a:lnTo>
                  <a:lnTo>
                    <a:pt x="48" y="12"/>
                  </a:lnTo>
                  <a:lnTo>
                    <a:pt x="36" y="0"/>
                  </a:lnTo>
                  <a:lnTo>
                    <a:pt x="30" y="0"/>
                  </a:lnTo>
                  <a:lnTo>
                    <a:pt x="30" y="0"/>
                  </a:lnTo>
                  <a:lnTo>
                    <a:pt x="24" y="0"/>
                  </a:lnTo>
                  <a:lnTo>
                    <a:pt x="12" y="30"/>
                  </a:lnTo>
                  <a:lnTo>
                    <a:pt x="0" y="54"/>
                  </a:lnTo>
                  <a:lnTo>
                    <a:pt x="0" y="78"/>
                  </a:lnTo>
                  <a:lnTo>
                    <a:pt x="12" y="96"/>
                  </a:lnTo>
                  <a:lnTo>
                    <a:pt x="12" y="96"/>
                  </a:lnTo>
                  <a:close/>
                  <a:moveTo>
                    <a:pt x="12" y="72"/>
                  </a:moveTo>
                  <a:lnTo>
                    <a:pt x="18" y="54"/>
                  </a:lnTo>
                  <a:lnTo>
                    <a:pt x="24" y="36"/>
                  </a:lnTo>
                  <a:lnTo>
                    <a:pt x="30" y="18"/>
                  </a:lnTo>
                  <a:lnTo>
                    <a:pt x="30" y="12"/>
                  </a:lnTo>
                  <a:lnTo>
                    <a:pt x="48" y="24"/>
                  </a:lnTo>
                  <a:lnTo>
                    <a:pt x="66" y="36"/>
                  </a:lnTo>
                  <a:lnTo>
                    <a:pt x="78" y="54"/>
                  </a:lnTo>
                  <a:lnTo>
                    <a:pt x="78" y="72"/>
                  </a:lnTo>
                  <a:lnTo>
                    <a:pt x="72" y="84"/>
                  </a:lnTo>
                  <a:lnTo>
                    <a:pt x="48" y="96"/>
                  </a:lnTo>
                  <a:lnTo>
                    <a:pt x="36" y="96"/>
                  </a:lnTo>
                  <a:lnTo>
                    <a:pt x="24" y="90"/>
                  </a:lnTo>
                  <a:lnTo>
                    <a:pt x="18" y="84"/>
                  </a:lnTo>
                  <a:lnTo>
                    <a:pt x="12" y="72"/>
                  </a:lnTo>
                  <a:lnTo>
                    <a:pt x="12" y="7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8" name="Freeform 26"/>
            <p:cNvSpPr>
              <a:spLocks noEditPoints="1"/>
            </p:cNvSpPr>
            <p:nvPr/>
          </p:nvSpPr>
          <p:spPr bwMode="ltGray">
            <a:xfrm>
              <a:off x="2400" y="3872"/>
              <a:ext cx="72" cy="90"/>
            </a:xfrm>
            <a:custGeom>
              <a:avLst/>
              <a:gdLst/>
              <a:ahLst/>
              <a:cxnLst>
                <a:cxn ang="0">
                  <a:pos x="71" y="90"/>
                </a:cxn>
                <a:cxn ang="0">
                  <a:pos x="71" y="60"/>
                </a:cxn>
                <a:cxn ang="0">
                  <a:pos x="71" y="36"/>
                </a:cxn>
                <a:cxn ang="0">
                  <a:pos x="60" y="12"/>
                </a:cxn>
                <a:cxn ang="0">
                  <a:pos x="36" y="0"/>
                </a:cxn>
                <a:cxn ang="0">
                  <a:pos x="12" y="12"/>
                </a:cxn>
                <a:cxn ang="0">
                  <a:pos x="0" y="36"/>
                </a:cxn>
                <a:cxn ang="0">
                  <a:pos x="6" y="60"/>
                </a:cxn>
                <a:cxn ang="0">
                  <a:pos x="30" y="78"/>
                </a:cxn>
                <a:cxn ang="0">
                  <a:pos x="54" y="90"/>
                </a:cxn>
                <a:cxn ang="0">
                  <a:pos x="71" y="90"/>
                </a:cxn>
                <a:cxn ang="0">
                  <a:pos x="71" y="90"/>
                </a:cxn>
                <a:cxn ang="0">
                  <a:pos x="24" y="18"/>
                </a:cxn>
                <a:cxn ang="0">
                  <a:pos x="42" y="18"/>
                </a:cxn>
                <a:cxn ang="0">
                  <a:pos x="54" y="18"/>
                </a:cxn>
                <a:cxn ang="0">
                  <a:pos x="60" y="42"/>
                </a:cxn>
                <a:cxn ang="0">
                  <a:pos x="60" y="66"/>
                </a:cxn>
                <a:cxn ang="0">
                  <a:pos x="60" y="72"/>
                </a:cxn>
                <a:cxn ang="0">
                  <a:pos x="60" y="78"/>
                </a:cxn>
                <a:cxn ang="0">
                  <a:pos x="42" y="72"/>
                </a:cxn>
                <a:cxn ang="0">
                  <a:pos x="24" y="66"/>
                </a:cxn>
                <a:cxn ang="0">
                  <a:pos x="12" y="48"/>
                </a:cxn>
                <a:cxn ang="0">
                  <a:pos x="12" y="30"/>
                </a:cxn>
                <a:cxn ang="0">
                  <a:pos x="24" y="18"/>
                </a:cxn>
                <a:cxn ang="0">
                  <a:pos x="24" y="18"/>
                </a:cxn>
              </a:cxnLst>
              <a:rect l="0" t="0" r="r" b="b"/>
              <a:pathLst>
                <a:path w="71" h="90">
                  <a:moveTo>
                    <a:pt x="71" y="90"/>
                  </a:moveTo>
                  <a:lnTo>
                    <a:pt x="71" y="60"/>
                  </a:lnTo>
                  <a:lnTo>
                    <a:pt x="71" y="36"/>
                  </a:lnTo>
                  <a:lnTo>
                    <a:pt x="60" y="12"/>
                  </a:lnTo>
                  <a:lnTo>
                    <a:pt x="36" y="0"/>
                  </a:lnTo>
                  <a:lnTo>
                    <a:pt x="12" y="12"/>
                  </a:lnTo>
                  <a:lnTo>
                    <a:pt x="0" y="36"/>
                  </a:lnTo>
                  <a:lnTo>
                    <a:pt x="6" y="60"/>
                  </a:lnTo>
                  <a:lnTo>
                    <a:pt x="30" y="78"/>
                  </a:lnTo>
                  <a:lnTo>
                    <a:pt x="54" y="90"/>
                  </a:lnTo>
                  <a:lnTo>
                    <a:pt x="71" y="90"/>
                  </a:lnTo>
                  <a:lnTo>
                    <a:pt x="71" y="90"/>
                  </a:lnTo>
                  <a:close/>
                  <a:moveTo>
                    <a:pt x="24" y="18"/>
                  </a:moveTo>
                  <a:lnTo>
                    <a:pt x="42" y="18"/>
                  </a:lnTo>
                  <a:lnTo>
                    <a:pt x="54" y="18"/>
                  </a:lnTo>
                  <a:lnTo>
                    <a:pt x="60" y="42"/>
                  </a:lnTo>
                  <a:lnTo>
                    <a:pt x="60" y="66"/>
                  </a:lnTo>
                  <a:lnTo>
                    <a:pt x="60" y="72"/>
                  </a:lnTo>
                  <a:lnTo>
                    <a:pt x="60" y="78"/>
                  </a:lnTo>
                  <a:lnTo>
                    <a:pt x="42" y="72"/>
                  </a:lnTo>
                  <a:lnTo>
                    <a:pt x="24" y="66"/>
                  </a:lnTo>
                  <a:lnTo>
                    <a:pt x="12" y="48"/>
                  </a:lnTo>
                  <a:lnTo>
                    <a:pt x="12" y="30"/>
                  </a:lnTo>
                  <a:lnTo>
                    <a:pt x="24" y="18"/>
                  </a:lnTo>
                  <a:lnTo>
                    <a:pt x="24"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29" name="Oval 27"/>
            <p:cNvSpPr>
              <a:spLocks noChangeArrowheads="1"/>
            </p:cNvSpPr>
            <p:nvPr/>
          </p:nvSpPr>
          <p:spPr bwMode="ltGray">
            <a:xfrm>
              <a:off x="2444" y="3838"/>
              <a:ext cx="1380" cy="389"/>
            </a:xfrm>
            <a:prstGeom prst="ellipse">
              <a:avLst/>
            </a:prstGeom>
            <a:gradFill rotWithShape="0">
              <a:gsLst>
                <a:gs pos="0">
                  <a:schemeClr val="bg2">
                    <a:gamma/>
                    <a:tint val="81961"/>
                    <a:invGamma/>
                  </a:schemeClr>
                </a:gs>
                <a:gs pos="100000">
                  <a:schemeClr val="bg2"/>
                </a:gs>
              </a:gsLst>
              <a:lin ang="2700000" scaled="1"/>
            </a:gradFill>
            <a:ln w="9525">
              <a:noFill/>
              <a:round/>
              <a:headEnd/>
              <a:tailEnd/>
            </a:ln>
            <a:effectLst/>
          </p:spPr>
          <p:txBody>
            <a:bodyPr/>
            <a:lstStyle/>
            <a:p>
              <a:pPr>
                <a:defRPr/>
              </a:pPr>
              <a:endParaRPr lang="en-US"/>
            </a:p>
          </p:txBody>
        </p:sp>
        <p:sp>
          <p:nvSpPr>
            <p:cNvPr id="30" name="Oval 28"/>
            <p:cNvSpPr>
              <a:spLocks noChangeArrowheads="1"/>
            </p:cNvSpPr>
            <p:nvPr/>
          </p:nvSpPr>
          <p:spPr bwMode="ltGray">
            <a:xfrm>
              <a:off x="2394" y="3834"/>
              <a:ext cx="1502" cy="288"/>
            </a:xfrm>
            <a:prstGeom prst="ellipse">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31" name="Oval 29"/>
            <p:cNvSpPr>
              <a:spLocks noChangeArrowheads="1"/>
            </p:cNvSpPr>
            <p:nvPr/>
          </p:nvSpPr>
          <p:spPr bwMode="ltGray">
            <a:xfrm>
              <a:off x="2441" y="3860"/>
              <a:ext cx="1425" cy="220"/>
            </a:xfrm>
            <a:prstGeom prst="ellipse">
              <a:avLst/>
            </a:prstGeom>
            <a:gradFill rotWithShape="0">
              <a:gsLst>
                <a:gs pos="0">
                  <a:schemeClr val="bg2"/>
                </a:gs>
                <a:gs pos="100000">
                  <a:schemeClr val="bg2">
                    <a:gamma/>
                    <a:tint val="81961"/>
                    <a:invGamma/>
                  </a:schemeClr>
                </a:gs>
              </a:gsLst>
              <a:lin ang="0" scaled="1"/>
            </a:gradFill>
            <a:ln w="9525">
              <a:noFill/>
              <a:round/>
              <a:headEnd/>
              <a:tailEnd/>
            </a:ln>
            <a:effectLst/>
          </p:spPr>
          <p:txBody>
            <a:bodyPr/>
            <a:lstStyle/>
            <a:p>
              <a:pPr>
                <a:defRPr/>
              </a:pPr>
              <a:endParaRPr lang="en-US"/>
            </a:p>
          </p:txBody>
        </p:sp>
        <p:sp>
          <p:nvSpPr>
            <p:cNvPr id="32" name="Freeform 30"/>
            <p:cNvSpPr>
              <a:spLocks noEditPoints="1"/>
            </p:cNvSpPr>
            <p:nvPr/>
          </p:nvSpPr>
          <p:spPr bwMode="ltGray">
            <a:xfrm>
              <a:off x="3743" y="3788"/>
              <a:ext cx="90" cy="96"/>
            </a:xfrm>
            <a:custGeom>
              <a:avLst/>
              <a:gdLst/>
              <a:ahLst/>
              <a:cxnLst>
                <a:cxn ang="0">
                  <a:pos x="66" y="96"/>
                </a:cxn>
                <a:cxn ang="0">
                  <a:pos x="78" y="66"/>
                </a:cxn>
                <a:cxn ang="0">
                  <a:pos x="90" y="42"/>
                </a:cxn>
                <a:cxn ang="0">
                  <a:pos x="78" y="18"/>
                </a:cxn>
                <a:cxn ang="0">
                  <a:pos x="60" y="0"/>
                </a:cxn>
                <a:cxn ang="0">
                  <a:pos x="30" y="6"/>
                </a:cxn>
                <a:cxn ang="0">
                  <a:pos x="18" y="18"/>
                </a:cxn>
                <a:cxn ang="0">
                  <a:pos x="6" y="30"/>
                </a:cxn>
                <a:cxn ang="0">
                  <a:pos x="0" y="42"/>
                </a:cxn>
                <a:cxn ang="0">
                  <a:pos x="6" y="60"/>
                </a:cxn>
                <a:cxn ang="0">
                  <a:pos x="24" y="78"/>
                </a:cxn>
                <a:cxn ang="0">
                  <a:pos x="48" y="90"/>
                </a:cxn>
                <a:cxn ang="0">
                  <a:pos x="66" y="96"/>
                </a:cxn>
                <a:cxn ang="0">
                  <a:pos x="66" y="96"/>
                </a:cxn>
                <a:cxn ang="0">
                  <a:pos x="42" y="18"/>
                </a:cxn>
                <a:cxn ang="0">
                  <a:pos x="60" y="18"/>
                </a:cxn>
                <a:cxn ang="0">
                  <a:pos x="72" y="24"/>
                </a:cxn>
                <a:cxn ang="0">
                  <a:pos x="72" y="36"/>
                </a:cxn>
                <a:cxn ang="0">
                  <a:pos x="72" y="48"/>
                </a:cxn>
                <a:cxn ang="0">
                  <a:pos x="66" y="72"/>
                </a:cxn>
                <a:cxn ang="0">
                  <a:pos x="60" y="78"/>
                </a:cxn>
                <a:cxn ang="0">
                  <a:pos x="60" y="84"/>
                </a:cxn>
                <a:cxn ang="0">
                  <a:pos x="42" y="72"/>
                </a:cxn>
                <a:cxn ang="0">
                  <a:pos x="30" y="66"/>
                </a:cxn>
                <a:cxn ang="0">
                  <a:pos x="18" y="42"/>
                </a:cxn>
                <a:cxn ang="0">
                  <a:pos x="24" y="30"/>
                </a:cxn>
                <a:cxn ang="0">
                  <a:pos x="42" y="18"/>
                </a:cxn>
                <a:cxn ang="0">
                  <a:pos x="42" y="18"/>
                </a:cxn>
              </a:cxnLst>
              <a:rect l="0" t="0" r="r" b="b"/>
              <a:pathLst>
                <a:path w="90" h="96">
                  <a:moveTo>
                    <a:pt x="66" y="96"/>
                  </a:moveTo>
                  <a:lnTo>
                    <a:pt x="78" y="66"/>
                  </a:lnTo>
                  <a:lnTo>
                    <a:pt x="90" y="42"/>
                  </a:lnTo>
                  <a:lnTo>
                    <a:pt x="78" y="18"/>
                  </a:lnTo>
                  <a:lnTo>
                    <a:pt x="60" y="0"/>
                  </a:lnTo>
                  <a:lnTo>
                    <a:pt x="30" y="6"/>
                  </a:lnTo>
                  <a:lnTo>
                    <a:pt x="18" y="18"/>
                  </a:lnTo>
                  <a:lnTo>
                    <a:pt x="6" y="30"/>
                  </a:lnTo>
                  <a:lnTo>
                    <a:pt x="0" y="42"/>
                  </a:lnTo>
                  <a:lnTo>
                    <a:pt x="6" y="60"/>
                  </a:lnTo>
                  <a:lnTo>
                    <a:pt x="24" y="78"/>
                  </a:lnTo>
                  <a:lnTo>
                    <a:pt x="48" y="90"/>
                  </a:lnTo>
                  <a:lnTo>
                    <a:pt x="66" y="96"/>
                  </a:lnTo>
                  <a:lnTo>
                    <a:pt x="66" y="96"/>
                  </a:lnTo>
                  <a:close/>
                  <a:moveTo>
                    <a:pt x="42" y="18"/>
                  </a:moveTo>
                  <a:lnTo>
                    <a:pt x="60" y="18"/>
                  </a:lnTo>
                  <a:lnTo>
                    <a:pt x="72" y="24"/>
                  </a:lnTo>
                  <a:lnTo>
                    <a:pt x="72" y="36"/>
                  </a:lnTo>
                  <a:lnTo>
                    <a:pt x="72" y="48"/>
                  </a:lnTo>
                  <a:lnTo>
                    <a:pt x="66" y="72"/>
                  </a:lnTo>
                  <a:lnTo>
                    <a:pt x="60" y="78"/>
                  </a:lnTo>
                  <a:lnTo>
                    <a:pt x="60" y="84"/>
                  </a:lnTo>
                  <a:lnTo>
                    <a:pt x="42" y="72"/>
                  </a:lnTo>
                  <a:lnTo>
                    <a:pt x="30" y="66"/>
                  </a:lnTo>
                  <a:lnTo>
                    <a:pt x="18" y="42"/>
                  </a:lnTo>
                  <a:lnTo>
                    <a:pt x="24" y="30"/>
                  </a:lnTo>
                  <a:lnTo>
                    <a:pt x="42" y="18"/>
                  </a:lnTo>
                  <a:lnTo>
                    <a:pt x="42"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33" name="Freeform 31"/>
            <p:cNvSpPr>
              <a:spLocks noEditPoints="1"/>
            </p:cNvSpPr>
            <p:nvPr/>
          </p:nvSpPr>
          <p:spPr bwMode="ltGray">
            <a:xfrm>
              <a:off x="5422" y="3603"/>
              <a:ext cx="72" cy="108"/>
            </a:xfrm>
            <a:custGeom>
              <a:avLst/>
              <a:gdLst/>
              <a:ahLst/>
              <a:cxnLst>
                <a:cxn ang="0">
                  <a:pos x="0" y="90"/>
                </a:cxn>
                <a:cxn ang="0">
                  <a:pos x="12" y="102"/>
                </a:cxn>
                <a:cxn ang="0">
                  <a:pos x="24" y="108"/>
                </a:cxn>
                <a:cxn ang="0">
                  <a:pos x="48" y="108"/>
                </a:cxn>
                <a:cxn ang="0">
                  <a:pos x="66" y="96"/>
                </a:cxn>
                <a:cxn ang="0">
                  <a:pos x="72" y="66"/>
                </a:cxn>
                <a:cxn ang="0">
                  <a:pos x="66" y="42"/>
                </a:cxn>
                <a:cxn ang="0">
                  <a:pos x="60" y="18"/>
                </a:cxn>
                <a:cxn ang="0">
                  <a:pos x="48" y="6"/>
                </a:cxn>
                <a:cxn ang="0">
                  <a:pos x="42" y="0"/>
                </a:cxn>
                <a:cxn ang="0">
                  <a:pos x="42" y="0"/>
                </a:cxn>
                <a:cxn ang="0">
                  <a:pos x="36" y="0"/>
                </a:cxn>
                <a:cxn ang="0">
                  <a:pos x="18" y="24"/>
                </a:cxn>
                <a:cxn ang="0">
                  <a:pos x="6" y="48"/>
                </a:cxn>
                <a:cxn ang="0">
                  <a:pos x="0" y="66"/>
                </a:cxn>
                <a:cxn ang="0">
                  <a:pos x="0" y="90"/>
                </a:cxn>
                <a:cxn ang="0">
                  <a:pos x="0" y="90"/>
                </a:cxn>
                <a:cxn ang="0">
                  <a:pos x="12" y="66"/>
                </a:cxn>
                <a:cxn ang="0">
                  <a:pos x="18" y="48"/>
                </a:cxn>
                <a:cxn ang="0">
                  <a:pos x="24" y="36"/>
                </a:cxn>
                <a:cxn ang="0">
                  <a:pos x="30" y="24"/>
                </a:cxn>
                <a:cxn ang="0">
                  <a:pos x="36" y="18"/>
                </a:cxn>
                <a:cxn ang="0">
                  <a:pos x="54" y="30"/>
                </a:cxn>
                <a:cxn ang="0">
                  <a:pos x="60" y="48"/>
                </a:cxn>
                <a:cxn ang="0">
                  <a:pos x="66" y="72"/>
                </a:cxn>
                <a:cxn ang="0">
                  <a:pos x="66" y="84"/>
                </a:cxn>
                <a:cxn ang="0">
                  <a:pos x="54" y="96"/>
                </a:cxn>
                <a:cxn ang="0">
                  <a:pos x="30" y="102"/>
                </a:cxn>
                <a:cxn ang="0">
                  <a:pos x="24" y="96"/>
                </a:cxn>
                <a:cxn ang="0">
                  <a:pos x="12" y="90"/>
                </a:cxn>
                <a:cxn ang="0">
                  <a:pos x="12" y="78"/>
                </a:cxn>
                <a:cxn ang="0">
                  <a:pos x="12" y="66"/>
                </a:cxn>
                <a:cxn ang="0">
                  <a:pos x="12" y="66"/>
                </a:cxn>
              </a:cxnLst>
              <a:rect l="0" t="0" r="r" b="b"/>
              <a:pathLst>
                <a:path w="72" h="108">
                  <a:moveTo>
                    <a:pt x="0" y="90"/>
                  </a:moveTo>
                  <a:lnTo>
                    <a:pt x="12" y="102"/>
                  </a:lnTo>
                  <a:lnTo>
                    <a:pt x="24" y="108"/>
                  </a:lnTo>
                  <a:lnTo>
                    <a:pt x="48" y="108"/>
                  </a:lnTo>
                  <a:lnTo>
                    <a:pt x="66" y="96"/>
                  </a:lnTo>
                  <a:lnTo>
                    <a:pt x="72" y="66"/>
                  </a:lnTo>
                  <a:lnTo>
                    <a:pt x="66" y="42"/>
                  </a:lnTo>
                  <a:lnTo>
                    <a:pt x="60" y="18"/>
                  </a:lnTo>
                  <a:lnTo>
                    <a:pt x="48" y="6"/>
                  </a:lnTo>
                  <a:lnTo>
                    <a:pt x="42" y="0"/>
                  </a:lnTo>
                  <a:lnTo>
                    <a:pt x="42" y="0"/>
                  </a:lnTo>
                  <a:lnTo>
                    <a:pt x="36" y="0"/>
                  </a:lnTo>
                  <a:lnTo>
                    <a:pt x="18" y="24"/>
                  </a:lnTo>
                  <a:lnTo>
                    <a:pt x="6" y="48"/>
                  </a:lnTo>
                  <a:lnTo>
                    <a:pt x="0" y="66"/>
                  </a:lnTo>
                  <a:lnTo>
                    <a:pt x="0" y="90"/>
                  </a:lnTo>
                  <a:lnTo>
                    <a:pt x="0" y="90"/>
                  </a:lnTo>
                  <a:close/>
                  <a:moveTo>
                    <a:pt x="12" y="66"/>
                  </a:moveTo>
                  <a:lnTo>
                    <a:pt x="18" y="48"/>
                  </a:lnTo>
                  <a:lnTo>
                    <a:pt x="24" y="36"/>
                  </a:lnTo>
                  <a:lnTo>
                    <a:pt x="30" y="24"/>
                  </a:lnTo>
                  <a:lnTo>
                    <a:pt x="36" y="18"/>
                  </a:lnTo>
                  <a:lnTo>
                    <a:pt x="54" y="30"/>
                  </a:lnTo>
                  <a:lnTo>
                    <a:pt x="60" y="48"/>
                  </a:lnTo>
                  <a:lnTo>
                    <a:pt x="66" y="72"/>
                  </a:lnTo>
                  <a:lnTo>
                    <a:pt x="66" y="84"/>
                  </a:lnTo>
                  <a:lnTo>
                    <a:pt x="54" y="96"/>
                  </a:lnTo>
                  <a:lnTo>
                    <a:pt x="30" y="102"/>
                  </a:lnTo>
                  <a:lnTo>
                    <a:pt x="24" y="96"/>
                  </a:lnTo>
                  <a:lnTo>
                    <a:pt x="12" y="90"/>
                  </a:lnTo>
                  <a:lnTo>
                    <a:pt x="12" y="78"/>
                  </a:lnTo>
                  <a:lnTo>
                    <a:pt x="12" y="66"/>
                  </a:lnTo>
                  <a:lnTo>
                    <a:pt x="12"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34" name="Rectangle 32"/>
            <p:cNvSpPr>
              <a:spLocks noChangeArrowheads="1"/>
            </p:cNvSpPr>
            <p:nvPr/>
          </p:nvSpPr>
          <p:spPr bwMode="ltGray">
            <a:xfrm>
              <a:off x="4238" y="1773"/>
              <a:ext cx="173" cy="2539"/>
            </a:xfrm>
            <a:prstGeom prst="rect">
              <a:avLst/>
            </a:prstGeom>
            <a:gradFill rotWithShape="0">
              <a:gsLst>
                <a:gs pos="0">
                  <a:schemeClr val="bg2">
                    <a:gamma/>
                    <a:tint val="81961"/>
                    <a:invGamma/>
                  </a:schemeClr>
                </a:gs>
                <a:gs pos="100000">
                  <a:schemeClr val="bg2"/>
                </a:gs>
              </a:gsLst>
              <a:lin ang="0" scaled="1"/>
            </a:gradFill>
            <a:ln w="9525">
              <a:noFill/>
              <a:miter lim="800000"/>
              <a:headEnd/>
              <a:tailEnd/>
            </a:ln>
            <a:effectLst/>
          </p:spPr>
          <p:txBody>
            <a:bodyPr/>
            <a:lstStyle/>
            <a:p>
              <a:pPr>
                <a:defRPr/>
              </a:pPr>
              <a:endParaRPr lang="en-US"/>
            </a:p>
          </p:txBody>
        </p:sp>
        <p:sp>
          <p:nvSpPr>
            <p:cNvPr id="35" name="Rectangle 33"/>
            <p:cNvSpPr>
              <a:spLocks noChangeArrowheads="1"/>
            </p:cNvSpPr>
            <p:nvPr/>
          </p:nvSpPr>
          <p:spPr bwMode="ltGray">
            <a:xfrm>
              <a:off x="4288" y="1545"/>
              <a:ext cx="76" cy="240"/>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36" name="AutoShape 34"/>
            <p:cNvSpPr>
              <a:spLocks noChangeArrowheads="1"/>
            </p:cNvSpPr>
            <p:nvPr/>
          </p:nvSpPr>
          <p:spPr bwMode="ltGray">
            <a:xfrm>
              <a:off x="4220" y="1743"/>
              <a:ext cx="205" cy="52"/>
            </a:xfrm>
            <a:prstGeom prst="roundRect">
              <a:avLst>
                <a:gd name="adj" fmla="val 16667"/>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37" name="Freeform 35"/>
            <p:cNvSpPr>
              <a:spLocks/>
            </p:cNvSpPr>
            <p:nvPr/>
          </p:nvSpPr>
          <p:spPr bwMode="ltGray">
            <a:xfrm>
              <a:off x="4306" y="1529"/>
              <a:ext cx="252" cy="1576"/>
            </a:xfrm>
            <a:custGeom>
              <a:avLst/>
              <a:gdLst/>
              <a:ahLst/>
              <a:cxnLst>
                <a:cxn ang="0">
                  <a:pos x="252" y="1576"/>
                </a:cxn>
                <a:cxn ang="0">
                  <a:pos x="12" y="84"/>
                </a:cxn>
                <a:cxn ang="0">
                  <a:pos x="12" y="60"/>
                </a:cxn>
                <a:cxn ang="0">
                  <a:pos x="0" y="12"/>
                </a:cxn>
                <a:cxn ang="0">
                  <a:pos x="72" y="0"/>
                </a:cxn>
                <a:cxn ang="0">
                  <a:pos x="72" y="0"/>
                </a:cxn>
                <a:cxn ang="0">
                  <a:pos x="78" y="48"/>
                </a:cxn>
                <a:cxn ang="0">
                  <a:pos x="88" y="66"/>
                </a:cxn>
              </a:cxnLst>
              <a:rect l="0" t="0" r="r" b="b"/>
              <a:pathLst>
                <a:path w="252" h="1576">
                  <a:moveTo>
                    <a:pt x="252" y="1576"/>
                  </a:moveTo>
                  <a:lnTo>
                    <a:pt x="12" y="84"/>
                  </a:lnTo>
                  <a:lnTo>
                    <a:pt x="12" y="60"/>
                  </a:lnTo>
                  <a:lnTo>
                    <a:pt x="0" y="12"/>
                  </a:lnTo>
                  <a:lnTo>
                    <a:pt x="72" y="0"/>
                  </a:lnTo>
                  <a:lnTo>
                    <a:pt x="72" y="0"/>
                  </a:lnTo>
                  <a:lnTo>
                    <a:pt x="78" y="48"/>
                  </a:lnTo>
                  <a:lnTo>
                    <a:pt x="88" y="66"/>
                  </a:lnTo>
                </a:path>
              </a:pathLst>
            </a:custGeom>
            <a:gradFill rotWithShape="0">
              <a:gsLst>
                <a:gs pos="0">
                  <a:schemeClr val="bg2">
                    <a:gamma/>
                    <a:tint val="81961"/>
                    <a:invGamma/>
                  </a:schemeClr>
                </a:gs>
                <a:gs pos="100000">
                  <a:schemeClr val="bg2"/>
                </a:gs>
              </a:gsLst>
              <a:lin ang="2700000" scaled="1"/>
            </a:gradFill>
            <a:ln w="9525">
              <a:noFill/>
              <a:round/>
              <a:headEnd/>
              <a:tailEnd/>
            </a:ln>
          </p:spPr>
          <p:txBody>
            <a:bodyPr/>
            <a:lstStyle/>
            <a:p>
              <a:pPr>
                <a:defRPr/>
              </a:pPr>
              <a:endParaRPr lang="en-US"/>
            </a:p>
          </p:txBody>
        </p:sp>
        <p:sp>
          <p:nvSpPr>
            <p:cNvPr id="38" name="Freeform 36"/>
            <p:cNvSpPr>
              <a:spLocks/>
            </p:cNvSpPr>
            <p:nvPr/>
          </p:nvSpPr>
          <p:spPr bwMode="ltGray">
            <a:xfrm>
              <a:off x="4169" y="1421"/>
              <a:ext cx="317" cy="138"/>
            </a:xfrm>
            <a:custGeom>
              <a:avLst/>
              <a:gdLst/>
              <a:ahLst/>
              <a:cxnLst>
                <a:cxn ang="0">
                  <a:pos x="161" y="0"/>
                </a:cxn>
                <a:cxn ang="0">
                  <a:pos x="227" y="6"/>
                </a:cxn>
                <a:cxn ang="0">
                  <a:pos x="275" y="36"/>
                </a:cxn>
                <a:cxn ang="0">
                  <a:pos x="304" y="78"/>
                </a:cxn>
                <a:cxn ang="0">
                  <a:pos x="316" y="138"/>
                </a:cxn>
                <a:cxn ang="0">
                  <a:pos x="0" y="138"/>
                </a:cxn>
                <a:cxn ang="0">
                  <a:pos x="11" y="78"/>
                </a:cxn>
                <a:cxn ang="0">
                  <a:pos x="47" y="36"/>
                </a:cxn>
                <a:cxn ang="0">
                  <a:pos x="95" y="6"/>
                </a:cxn>
                <a:cxn ang="0">
                  <a:pos x="161" y="0"/>
                </a:cxn>
                <a:cxn ang="0">
                  <a:pos x="161" y="0"/>
                </a:cxn>
              </a:cxnLst>
              <a:rect l="0" t="0" r="r" b="b"/>
              <a:pathLst>
                <a:path w="316" h="138">
                  <a:moveTo>
                    <a:pt x="161" y="0"/>
                  </a:moveTo>
                  <a:lnTo>
                    <a:pt x="227" y="6"/>
                  </a:lnTo>
                  <a:lnTo>
                    <a:pt x="275" y="36"/>
                  </a:lnTo>
                  <a:lnTo>
                    <a:pt x="304" y="78"/>
                  </a:lnTo>
                  <a:lnTo>
                    <a:pt x="316" y="138"/>
                  </a:lnTo>
                  <a:lnTo>
                    <a:pt x="0" y="138"/>
                  </a:lnTo>
                  <a:lnTo>
                    <a:pt x="11" y="78"/>
                  </a:lnTo>
                  <a:lnTo>
                    <a:pt x="47" y="36"/>
                  </a:lnTo>
                  <a:lnTo>
                    <a:pt x="95" y="6"/>
                  </a:lnTo>
                  <a:lnTo>
                    <a:pt x="161" y="0"/>
                  </a:lnTo>
                  <a:lnTo>
                    <a:pt x="161"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grpSp>
      <p:sp>
        <p:nvSpPr>
          <p:cNvPr id="114727" name="Rectangle 39"/>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14728" name="Rectangle 40"/>
          <p:cNvSpPr>
            <a:spLocks noGrp="1" noChangeArrowheads="1"/>
          </p:cNvSpPr>
          <p:nvPr>
            <p:ph type="ctrTitle"/>
          </p:nvPr>
        </p:nvSpPr>
        <p:spPr>
          <a:xfrm>
            <a:off x="685800" y="1768475"/>
            <a:ext cx="7772400" cy="1736725"/>
          </a:xfrm>
        </p:spPr>
        <p:txBody>
          <a:bodyPr anchor="b" anchorCtr="1"/>
          <a:lstStyle>
            <a:lvl1pPr>
              <a:defRPr sz="5400"/>
            </a:lvl1pPr>
          </a:lstStyle>
          <a:p>
            <a:r>
              <a:rPr lang="en-US"/>
              <a:t>Click to edit Master title style</a:t>
            </a:r>
          </a:p>
        </p:txBody>
      </p:sp>
      <p:sp>
        <p:nvSpPr>
          <p:cNvPr id="39" name="Rectangle 37"/>
          <p:cNvSpPr>
            <a:spLocks noGrp="1" noChangeArrowheads="1"/>
          </p:cNvSpPr>
          <p:nvPr>
            <p:ph type="dt" sz="half" idx="10"/>
          </p:nvPr>
        </p:nvSpPr>
        <p:spPr/>
        <p:txBody>
          <a:bodyPr/>
          <a:lstStyle>
            <a:lvl1pPr>
              <a:defRPr/>
            </a:lvl1pPr>
          </a:lstStyle>
          <a:p>
            <a:pPr>
              <a:defRPr/>
            </a:pPr>
            <a:endParaRPr lang="en-US"/>
          </a:p>
        </p:txBody>
      </p:sp>
      <p:sp>
        <p:nvSpPr>
          <p:cNvPr id="40" name="Rectangle 38"/>
          <p:cNvSpPr>
            <a:spLocks noGrp="1" noChangeArrowheads="1"/>
          </p:cNvSpPr>
          <p:nvPr>
            <p:ph type="ftr" sz="quarter" idx="11"/>
          </p:nvPr>
        </p:nvSpPr>
        <p:spPr/>
        <p:txBody>
          <a:bodyPr/>
          <a:lstStyle>
            <a:lvl1pPr>
              <a:defRPr/>
            </a:lvl1pPr>
          </a:lstStyle>
          <a:p>
            <a:pPr>
              <a:defRPr/>
            </a:pPr>
            <a:endParaRPr lang="en-US"/>
          </a:p>
        </p:txBody>
      </p:sp>
      <p:sp>
        <p:nvSpPr>
          <p:cNvPr id="41" name="Rectangle 41"/>
          <p:cNvSpPr>
            <a:spLocks noGrp="1" noChangeArrowheads="1"/>
          </p:cNvSpPr>
          <p:nvPr>
            <p:ph type="sldNum" sz="quarter" idx="12"/>
          </p:nvPr>
        </p:nvSpPr>
        <p:spPr/>
        <p:txBody>
          <a:bodyPr/>
          <a:lstStyle>
            <a:lvl1pPr>
              <a:defRPr/>
            </a:lvl1pPr>
          </a:lstStyle>
          <a:p>
            <a:pPr>
              <a:defRPr/>
            </a:pPr>
            <a:fld id="{17FFF929-3122-4DDE-86EF-220AD06F28B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9"/>
          <p:cNvSpPr>
            <a:spLocks noGrp="1" noChangeArrowheads="1"/>
          </p:cNvSpPr>
          <p:nvPr>
            <p:ph type="dt" sz="half" idx="10"/>
          </p:nvPr>
        </p:nvSpPr>
        <p:spPr>
          <a:ln/>
        </p:spPr>
        <p:txBody>
          <a:bodyPr/>
          <a:lstStyle>
            <a:lvl1pPr>
              <a:defRPr/>
            </a:lvl1pPr>
          </a:lstStyle>
          <a:p>
            <a:pPr>
              <a:defRPr/>
            </a:pPr>
            <a:endParaRPr lang="en-US"/>
          </a:p>
        </p:txBody>
      </p:sp>
      <p:sp>
        <p:nvSpPr>
          <p:cNvPr id="5" name="Rectangle 40"/>
          <p:cNvSpPr>
            <a:spLocks noGrp="1" noChangeArrowheads="1"/>
          </p:cNvSpPr>
          <p:nvPr>
            <p:ph type="ftr" sz="quarter" idx="11"/>
          </p:nvPr>
        </p:nvSpPr>
        <p:spPr>
          <a:ln/>
        </p:spPr>
        <p:txBody>
          <a:bodyPr/>
          <a:lstStyle>
            <a:lvl1pPr>
              <a:defRPr/>
            </a:lvl1pPr>
          </a:lstStyle>
          <a:p>
            <a:pPr>
              <a:defRPr/>
            </a:pPr>
            <a:endParaRPr lang="en-US"/>
          </a:p>
        </p:txBody>
      </p:sp>
      <p:sp>
        <p:nvSpPr>
          <p:cNvPr id="6" name="Rectangle 41"/>
          <p:cNvSpPr>
            <a:spLocks noGrp="1" noChangeArrowheads="1"/>
          </p:cNvSpPr>
          <p:nvPr>
            <p:ph type="sldNum" sz="quarter" idx="12"/>
          </p:nvPr>
        </p:nvSpPr>
        <p:spPr>
          <a:ln/>
        </p:spPr>
        <p:txBody>
          <a:bodyPr/>
          <a:lstStyle>
            <a:lvl1pPr>
              <a:defRPr/>
            </a:lvl1pPr>
          </a:lstStyle>
          <a:p>
            <a:pPr>
              <a:defRPr/>
            </a:pPr>
            <a:fld id="{699B37C5-2F13-40C1-9944-3CD7713BA79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9"/>
          <p:cNvSpPr>
            <a:spLocks noGrp="1" noChangeArrowheads="1"/>
          </p:cNvSpPr>
          <p:nvPr>
            <p:ph type="dt" sz="half" idx="10"/>
          </p:nvPr>
        </p:nvSpPr>
        <p:spPr>
          <a:ln/>
        </p:spPr>
        <p:txBody>
          <a:bodyPr/>
          <a:lstStyle>
            <a:lvl1pPr>
              <a:defRPr/>
            </a:lvl1pPr>
          </a:lstStyle>
          <a:p>
            <a:pPr>
              <a:defRPr/>
            </a:pPr>
            <a:endParaRPr lang="en-US"/>
          </a:p>
        </p:txBody>
      </p:sp>
      <p:sp>
        <p:nvSpPr>
          <p:cNvPr id="5" name="Rectangle 40"/>
          <p:cNvSpPr>
            <a:spLocks noGrp="1" noChangeArrowheads="1"/>
          </p:cNvSpPr>
          <p:nvPr>
            <p:ph type="ftr" sz="quarter" idx="11"/>
          </p:nvPr>
        </p:nvSpPr>
        <p:spPr>
          <a:ln/>
        </p:spPr>
        <p:txBody>
          <a:bodyPr/>
          <a:lstStyle>
            <a:lvl1pPr>
              <a:defRPr/>
            </a:lvl1pPr>
          </a:lstStyle>
          <a:p>
            <a:pPr>
              <a:defRPr/>
            </a:pPr>
            <a:endParaRPr lang="en-US"/>
          </a:p>
        </p:txBody>
      </p:sp>
      <p:sp>
        <p:nvSpPr>
          <p:cNvPr id="6" name="Rectangle 41"/>
          <p:cNvSpPr>
            <a:spLocks noGrp="1" noChangeArrowheads="1"/>
          </p:cNvSpPr>
          <p:nvPr>
            <p:ph type="sldNum" sz="quarter" idx="12"/>
          </p:nvPr>
        </p:nvSpPr>
        <p:spPr>
          <a:ln/>
        </p:spPr>
        <p:txBody>
          <a:bodyPr/>
          <a:lstStyle>
            <a:lvl1pPr>
              <a:defRPr/>
            </a:lvl1pPr>
          </a:lstStyle>
          <a:p>
            <a:pPr>
              <a:defRPr/>
            </a:pPr>
            <a:fld id="{B6231321-7392-47E1-97A0-A5519A84BB7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39"/>
          <p:cNvSpPr>
            <a:spLocks noGrp="1" noChangeArrowheads="1"/>
          </p:cNvSpPr>
          <p:nvPr>
            <p:ph type="dt" sz="half" idx="10"/>
          </p:nvPr>
        </p:nvSpPr>
        <p:spPr>
          <a:ln/>
        </p:spPr>
        <p:txBody>
          <a:bodyPr/>
          <a:lstStyle>
            <a:lvl1pPr>
              <a:defRPr/>
            </a:lvl1pPr>
          </a:lstStyle>
          <a:p>
            <a:pPr>
              <a:defRPr/>
            </a:pPr>
            <a:endParaRPr lang="en-US"/>
          </a:p>
        </p:txBody>
      </p:sp>
      <p:sp>
        <p:nvSpPr>
          <p:cNvPr id="6" name="Rectangle 40"/>
          <p:cNvSpPr>
            <a:spLocks noGrp="1" noChangeArrowheads="1"/>
          </p:cNvSpPr>
          <p:nvPr>
            <p:ph type="ftr" sz="quarter" idx="11"/>
          </p:nvPr>
        </p:nvSpPr>
        <p:spPr>
          <a:ln/>
        </p:spPr>
        <p:txBody>
          <a:bodyPr/>
          <a:lstStyle>
            <a:lvl1pPr>
              <a:defRPr/>
            </a:lvl1pPr>
          </a:lstStyle>
          <a:p>
            <a:pPr>
              <a:defRPr/>
            </a:pPr>
            <a:endParaRPr lang="en-US"/>
          </a:p>
        </p:txBody>
      </p:sp>
      <p:sp>
        <p:nvSpPr>
          <p:cNvPr id="7" name="Rectangle 41"/>
          <p:cNvSpPr>
            <a:spLocks noGrp="1" noChangeArrowheads="1"/>
          </p:cNvSpPr>
          <p:nvPr>
            <p:ph type="sldNum" sz="quarter" idx="12"/>
          </p:nvPr>
        </p:nvSpPr>
        <p:spPr>
          <a:ln/>
        </p:spPr>
        <p:txBody>
          <a:bodyPr/>
          <a:lstStyle>
            <a:lvl1pPr>
              <a:defRPr/>
            </a:lvl1pPr>
          </a:lstStyle>
          <a:p>
            <a:pPr>
              <a:defRPr/>
            </a:pPr>
            <a:fld id="{E5880F6F-1CAF-48BD-B85A-993848D0735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39"/>
          <p:cNvSpPr>
            <a:spLocks noGrp="1" noChangeArrowheads="1"/>
          </p:cNvSpPr>
          <p:nvPr>
            <p:ph type="dt" sz="half" idx="10"/>
          </p:nvPr>
        </p:nvSpPr>
        <p:spPr>
          <a:ln/>
        </p:spPr>
        <p:txBody>
          <a:bodyPr/>
          <a:lstStyle>
            <a:lvl1pPr>
              <a:defRPr/>
            </a:lvl1pPr>
          </a:lstStyle>
          <a:p>
            <a:pPr>
              <a:defRPr/>
            </a:pPr>
            <a:endParaRPr lang="en-US"/>
          </a:p>
        </p:txBody>
      </p:sp>
      <p:sp>
        <p:nvSpPr>
          <p:cNvPr id="8" name="Rectangle 40"/>
          <p:cNvSpPr>
            <a:spLocks noGrp="1" noChangeArrowheads="1"/>
          </p:cNvSpPr>
          <p:nvPr>
            <p:ph type="ftr" sz="quarter" idx="11"/>
          </p:nvPr>
        </p:nvSpPr>
        <p:spPr>
          <a:ln/>
        </p:spPr>
        <p:txBody>
          <a:bodyPr/>
          <a:lstStyle>
            <a:lvl1pPr>
              <a:defRPr/>
            </a:lvl1pPr>
          </a:lstStyle>
          <a:p>
            <a:pPr>
              <a:defRPr/>
            </a:pPr>
            <a:endParaRPr lang="en-US"/>
          </a:p>
        </p:txBody>
      </p:sp>
      <p:sp>
        <p:nvSpPr>
          <p:cNvPr id="9" name="Rectangle 41"/>
          <p:cNvSpPr>
            <a:spLocks noGrp="1" noChangeArrowheads="1"/>
          </p:cNvSpPr>
          <p:nvPr>
            <p:ph type="sldNum" sz="quarter" idx="12"/>
          </p:nvPr>
        </p:nvSpPr>
        <p:spPr>
          <a:ln/>
        </p:spPr>
        <p:txBody>
          <a:bodyPr/>
          <a:lstStyle>
            <a:lvl1pPr>
              <a:defRPr/>
            </a:lvl1pPr>
          </a:lstStyle>
          <a:p>
            <a:pPr>
              <a:defRPr/>
            </a:pPr>
            <a:fld id="{F2BCF558-EA57-4BFD-87D5-82B4CE75469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39"/>
          <p:cNvSpPr>
            <a:spLocks noGrp="1" noChangeArrowheads="1"/>
          </p:cNvSpPr>
          <p:nvPr>
            <p:ph type="dt" sz="half" idx="10"/>
          </p:nvPr>
        </p:nvSpPr>
        <p:spPr>
          <a:ln/>
        </p:spPr>
        <p:txBody>
          <a:bodyPr/>
          <a:lstStyle>
            <a:lvl1pPr>
              <a:defRPr/>
            </a:lvl1pPr>
          </a:lstStyle>
          <a:p>
            <a:pPr>
              <a:defRPr/>
            </a:pPr>
            <a:endParaRPr lang="en-US"/>
          </a:p>
        </p:txBody>
      </p:sp>
      <p:sp>
        <p:nvSpPr>
          <p:cNvPr id="4" name="Rectangle 40"/>
          <p:cNvSpPr>
            <a:spLocks noGrp="1" noChangeArrowheads="1"/>
          </p:cNvSpPr>
          <p:nvPr>
            <p:ph type="ftr" sz="quarter" idx="11"/>
          </p:nvPr>
        </p:nvSpPr>
        <p:spPr>
          <a:ln/>
        </p:spPr>
        <p:txBody>
          <a:bodyPr/>
          <a:lstStyle>
            <a:lvl1pPr>
              <a:defRPr/>
            </a:lvl1pPr>
          </a:lstStyle>
          <a:p>
            <a:pPr>
              <a:defRPr/>
            </a:pPr>
            <a:endParaRPr lang="en-US"/>
          </a:p>
        </p:txBody>
      </p:sp>
      <p:sp>
        <p:nvSpPr>
          <p:cNvPr id="5" name="Rectangle 41"/>
          <p:cNvSpPr>
            <a:spLocks noGrp="1" noChangeArrowheads="1"/>
          </p:cNvSpPr>
          <p:nvPr>
            <p:ph type="sldNum" sz="quarter" idx="12"/>
          </p:nvPr>
        </p:nvSpPr>
        <p:spPr>
          <a:ln/>
        </p:spPr>
        <p:txBody>
          <a:bodyPr/>
          <a:lstStyle>
            <a:lvl1pPr>
              <a:defRPr/>
            </a:lvl1pPr>
          </a:lstStyle>
          <a:p>
            <a:pPr>
              <a:defRPr/>
            </a:pPr>
            <a:fld id="{9FF345CF-F58C-48AA-8587-2ACD2C39E88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9"/>
          <p:cNvSpPr>
            <a:spLocks noGrp="1" noChangeArrowheads="1"/>
          </p:cNvSpPr>
          <p:nvPr>
            <p:ph type="dt" sz="half" idx="10"/>
          </p:nvPr>
        </p:nvSpPr>
        <p:spPr>
          <a:ln/>
        </p:spPr>
        <p:txBody>
          <a:bodyPr/>
          <a:lstStyle>
            <a:lvl1pPr>
              <a:defRPr/>
            </a:lvl1pPr>
          </a:lstStyle>
          <a:p>
            <a:pPr>
              <a:defRPr/>
            </a:pPr>
            <a:endParaRPr lang="en-US"/>
          </a:p>
        </p:txBody>
      </p:sp>
      <p:sp>
        <p:nvSpPr>
          <p:cNvPr id="3" name="Rectangle 40"/>
          <p:cNvSpPr>
            <a:spLocks noGrp="1" noChangeArrowheads="1"/>
          </p:cNvSpPr>
          <p:nvPr>
            <p:ph type="ftr" sz="quarter" idx="11"/>
          </p:nvPr>
        </p:nvSpPr>
        <p:spPr>
          <a:ln/>
        </p:spPr>
        <p:txBody>
          <a:bodyPr/>
          <a:lstStyle>
            <a:lvl1pPr>
              <a:defRPr/>
            </a:lvl1pPr>
          </a:lstStyle>
          <a:p>
            <a:pPr>
              <a:defRPr/>
            </a:pPr>
            <a:endParaRPr lang="en-US"/>
          </a:p>
        </p:txBody>
      </p:sp>
      <p:sp>
        <p:nvSpPr>
          <p:cNvPr id="4" name="Rectangle 41"/>
          <p:cNvSpPr>
            <a:spLocks noGrp="1" noChangeArrowheads="1"/>
          </p:cNvSpPr>
          <p:nvPr>
            <p:ph type="sldNum" sz="quarter" idx="12"/>
          </p:nvPr>
        </p:nvSpPr>
        <p:spPr>
          <a:ln/>
        </p:spPr>
        <p:txBody>
          <a:bodyPr/>
          <a:lstStyle>
            <a:lvl1pPr>
              <a:defRPr/>
            </a:lvl1pPr>
          </a:lstStyle>
          <a:p>
            <a:pPr>
              <a:defRPr/>
            </a:pPr>
            <a:fld id="{ABEDD270-9B44-4ED0-8A39-476E6C3EB0B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9"/>
          <p:cNvSpPr>
            <a:spLocks noGrp="1" noChangeArrowheads="1"/>
          </p:cNvSpPr>
          <p:nvPr>
            <p:ph type="dt" sz="half" idx="10"/>
          </p:nvPr>
        </p:nvSpPr>
        <p:spPr>
          <a:ln/>
        </p:spPr>
        <p:txBody>
          <a:bodyPr/>
          <a:lstStyle>
            <a:lvl1pPr>
              <a:defRPr/>
            </a:lvl1pPr>
          </a:lstStyle>
          <a:p>
            <a:pPr>
              <a:defRPr/>
            </a:pPr>
            <a:endParaRPr lang="en-US"/>
          </a:p>
        </p:txBody>
      </p:sp>
      <p:sp>
        <p:nvSpPr>
          <p:cNvPr id="6" name="Rectangle 40"/>
          <p:cNvSpPr>
            <a:spLocks noGrp="1" noChangeArrowheads="1"/>
          </p:cNvSpPr>
          <p:nvPr>
            <p:ph type="ftr" sz="quarter" idx="11"/>
          </p:nvPr>
        </p:nvSpPr>
        <p:spPr>
          <a:ln/>
        </p:spPr>
        <p:txBody>
          <a:bodyPr/>
          <a:lstStyle>
            <a:lvl1pPr>
              <a:defRPr/>
            </a:lvl1pPr>
          </a:lstStyle>
          <a:p>
            <a:pPr>
              <a:defRPr/>
            </a:pPr>
            <a:endParaRPr lang="en-US"/>
          </a:p>
        </p:txBody>
      </p:sp>
      <p:sp>
        <p:nvSpPr>
          <p:cNvPr id="7" name="Rectangle 41"/>
          <p:cNvSpPr>
            <a:spLocks noGrp="1" noChangeArrowheads="1"/>
          </p:cNvSpPr>
          <p:nvPr>
            <p:ph type="sldNum" sz="quarter" idx="12"/>
          </p:nvPr>
        </p:nvSpPr>
        <p:spPr>
          <a:ln/>
        </p:spPr>
        <p:txBody>
          <a:bodyPr/>
          <a:lstStyle>
            <a:lvl1pPr>
              <a:defRPr/>
            </a:lvl1pPr>
          </a:lstStyle>
          <a:p>
            <a:pPr>
              <a:defRPr/>
            </a:pPr>
            <a:fld id="{30A0E826-B049-4A03-9CFC-F5527355E38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9"/>
          <p:cNvSpPr>
            <a:spLocks noGrp="1" noChangeArrowheads="1"/>
          </p:cNvSpPr>
          <p:nvPr>
            <p:ph type="dt" sz="half" idx="10"/>
          </p:nvPr>
        </p:nvSpPr>
        <p:spPr>
          <a:ln/>
        </p:spPr>
        <p:txBody>
          <a:bodyPr/>
          <a:lstStyle>
            <a:lvl1pPr>
              <a:defRPr/>
            </a:lvl1pPr>
          </a:lstStyle>
          <a:p>
            <a:pPr>
              <a:defRPr/>
            </a:pPr>
            <a:endParaRPr lang="en-US"/>
          </a:p>
        </p:txBody>
      </p:sp>
      <p:sp>
        <p:nvSpPr>
          <p:cNvPr id="6" name="Rectangle 40"/>
          <p:cNvSpPr>
            <a:spLocks noGrp="1" noChangeArrowheads="1"/>
          </p:cNvSpPr>
          <p:nvPr>
            <p:ph type="ftr" sz="quarter" idx="11"/>
          </p:nvPr>
        </p:nvSpPr>
        <p:spPr>
          <a:ln/>
        </p:spPr>
        <p:txBody>
          <a:bodyPr/>
          <a:lstStyle>
            <a:lvl1pPr>
              <a:defRPr/>
            </a:lvl1pPr>
          </a:lstStyle>
          <a:p>
            <a:pPr>
              <a:defRPr/>
            </a:pPr>
            <a:endParaRPr lang="en-US"/>
          </a:p>
        </p:txBody>
      </p:sp>
      <p:sp>
        <p:nvSpPr>
          <p:cNvPr id="7" name="Rectangle 41"/>
          <p:cNvSpPr>
            <a:spLocks noGrp="1" noChangeArrowheads="1"/>
          </p:cNvSpPr>
          <p:nvPr>
            <p:ph type="sldNum" sz="quarter" idx="12"/>
          </p:nvPr>
        </p:nvSpPr>
        <p:spPr>
          <a:ln/>
        </p:spPr>
        <p:txBody>
          <a:bodyPr/>
          <a:lstStyle>
            <a:lvl1pPr>
              <a:defRPr/>
            </a:lvl1pPr>
          </a:lstStyle>
          <a:p>
            <a:pPr>
              <a:defRPr/>
            </a:pPr>
            <a:fld id="{8D71ACAF-3659-4775-97F2-A9175F354F4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9"/>
          <p:cNvSpPr>
            <a:spLocks noGrp="1" noChangeArrowheads="1"/>
          </p:cNvSpPr>
          <p:nvPr>
            <p:ph type="dt" sz="half" idx="10"/>
          </p:nvPr>
        </p:nvSpPr>
        <p:spPr>
          <a:ln/>
        </p:spPr>
        <p:txBody>
          <a:bodyPr/>
          <a:lstStyle>
            <a:lvl1pPr>
              <a:defRPr/>
            </a:lvl1pPr>
          </a:lstStyle>
          <a:p>
            <a:pPr>
              <a:defRPr/>
            </a:pPr>
            <a:endParaRPr lang="en-US"/>
          </a:p>
        </p:txBody>
      </p:sp>
      <p:sp>
        <p:nvSpPr>
          <p:cNvPr id="5" name="Rectangle 40"/>
          <p:cNvSpPr>
            <a:spLocks noGrp="1" noChangeArrowheads="1"/>
          </p:cNvSpPr>
          <p:nvPr>
            <p:ph type="ftr" sz="quarter" idx="11"/>
          </p:nvPr>
        </p:nvSpPr>
        <p:spPr>
          <a:ln/>
        </p:spPr>
        <p:txBody>
          <a:bodyPr/>
          <a:lstStyle>
            <a:lvl1pPr>
              <a:defRPr/>
            </a:lvl1pPr>
          </a:lstStyle>
          <a:p>
            <a:pPr>
              <a:defRPr/>
            </a:pPr>
            <a:endParaRPr lang="en-US"/>
          </a:p>
        </p:txBody>
      </p:sp>
      <p:sp>
        <p:nvSpPr>
          <p:cNvPr id="6" name="Rectangle 41"/>
          <p:cNvSpPr>
            <a:spLocks noGrp="1" noChangeArrowheads="1"/>
          </p:cNvSpPr>
          <p:nvPr>
            <p:ph type="sldNum" sz="quarter" idx="12"/>
          </p:nvPr>
        </p:nvSpPr>
        <p:spPr>
          <a:ln/>
        </p:spPr>
        <p:txBody>
          <a:bodyPr/>
          <a:lstStyle>
            <a:lvl1pPr>
              <a:defRPr/>
            </a:lvl1pPr>
          </a:lstStyle>
          <a:p>
            <a:pPr>
              <a:defRPr/>
            </a:pPr>
            <a:fld id="{28853479-0261-4AB7-AE8F-247F3D732BC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9"/>
          <p:cNvSpPr>
            <a:spLocks noGrp="1" noChangeArrowheads="1"/>
          </p:cNvSpPr>
          <p:nvPr>
            <p:ph type="dt" sz="half" idx="10"/>
          </p:nvPr>
        </p:nvSpPr>
        <p:spPr>
          <a:ln/>
        </p:spPr>
        <p:txBody>
          <a:bodyPr/>
          <a:lstStyle>
            <a:lvl1pPr>
              <a:defRPr/>
            </a:lvl1pPr>
          </a:lstStyle>
          <a:p>
            <a:pPr>
              <a:defRPr/>
            </a:pPr>
            <a:endParaRPr lang="en-US"/>
          </a:p>
        </p:txBody>
      </p:sp>
      <p:sp>
        <p:nvSpPr>
          <p:cNvPr id="5" name="Rectangle 40"/>
          <p:cNvSpPr>
            <a:spLocks noGrp="1" noChangeArrowheads="1"/>
          </p:cNvSpPr>
          <p:nvPr>
            <p:ph type="ftr" sz="quarter" idx="11"/>
          </p:nvPr>
        </p:nvSpPr>
        <p:spPr>
          <a:ln/>
        </p:spPr>
        <p:txBody>
          <a:bodyPr/>
          <a:lstStyle>
            <a:lvl1pPr>
              <a:defRPr/>
            </a:lvl1pPr>
          </a:lstStyle>
          <a:p>
            <a:pPr>
              <a:defRPr/>
            </a:pPr>
            <a:endParaRPr lang="en-US"/>
          </a:p>
        </p:txBody>
      </p:sp>
      <p:sp>
        <p:nvSpPr>
          <p:cNvPr id="6" name="Rectangle 41"/>
          <p:cNvSpPr>
            <a:spLocks noGrp="1" noChangeArrowheads="1"/>
          </p:cNvSpPr>
          <p:nvPr>
            <p:ph type="sldNum" sz="quarter" idx="12"/>
          </p:nvPr>
        </p:nvSpPr>
        <p:spPr>
          <a:ln/>
        </p:spPr>
        <p:txBody>
          <a:bodyPr/>
          <a:lstStyle>
            <a:lvl1pPr>
              <a:defRPr/>
            </a:lvl1pPr>
          </a:lstStyle>
          <a:p>
            <a:pPr>
              <a:defRPr/>
            </a:pPr>
            <a:fld id="{F9012C17-8C5B-4A06-B944-9407CBD1276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Pattern slide">
    <p:spTree>
      <p:nvGrpSpPr>
        <p:cNvPr id="1" name=""/>
        <p:cNvGrpSpPr/>
        <p:nvPr/>
      </p:nvGrpSpPr>
      <p:grpSpPr>
        <a:xfrm>
          <a:off x="0" y="0"/>
          <a:ext cx="0" cy="0"/>
          <a:chOff x="0" y="0"/>
          <a:chExt cx="0" cy="0"/>
        </a:xfrm>
      </p:grpSpPr>
      <p:pic>
        <p:nvPicPr>
          <p:cNvPr id="10" name="Picture 9" descr="CHS_PPT_LeafPatterns.png"/>
          <p:cNvPicPr>
            <a:picLocks noChangeAspect="1"/>
          </p:cNvPicPr>
          <p:nvPr userDrawn="1"/>
        </p:nvPicPr>
        <p:blipFill>
          <a:blip r:embed="rId2" cstate="print"/>
          <a:srcRect r="92" b="3030"/>
          <a:stretch>
            <a:fillRect/>
          </a:stretch>
        </p:blipFill>
        <p:spPr>
          <a:xfrm>
            <a:off x="0" y="0"/>
            <a:ext cx="9144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800475" y="1789113"/>
            <a:ext cx="5340350" cy="5056187"/>
            <a:chOff x="2394" y="1127"/>
            <a:chExt cx="3364" cy="3185"/>
          </a:xfrm>
        </p:grpSpPr>
        <p:sp>
          <p:nvSpPr>
            <p:cNvPr id="113667" name="Rectangle 3"/>
            <p:cNvSpPr>
              <a:spLocks noChangeArrowheads="1"/>
            </p:cNvSpPr>
            <p:nvPr userDrawn="1"/>
          </p:nvSpPr>
          <p:spPr bwMode="ltGray">
            <a:xfrm>
              <a:off x="4230" y="1365"/>
              <a:ext cx="197" cy="102"/>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68" name="Oval 4"/>
            <p:cNvSpPr>
              <a:spLocks noChangeArrowheads="1"/>
            </p:cNvSpPr>
            <p:nvPr userDrawn="1"/>
          </p:nvSpPr>
          <p:spPr bwMode="ltGray">
            <a:xfrm>
              <a:off x="4299" y="1185"/>
              <a:ext cx="47" cy="47"/>
            </a:xfrm>
            <a:prstGeom prst="ellipse">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113669" name="Rectangle 5"/>
            <p:cNvSpPr>
              <a:spLocks noChangeArrowheads="1"/>
            </p:cNvSpPr>
            <p:nvPr userDrawn="1"/>
          </p:nvSpPr>
          <p:spPr bwMode="ltGray">
            <a:xfrm rot="995337">
              <a:off x="5205" y="1495"/>
              <a:ext cx="6" cy="2073"/>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0" name="Freeform 6"/>
            <p:cNvSpPr>
              <a:spLocks noEditPoints="1"/>
            </p:cNvSpPr>
            <p:nvPr userDrawn="1"/>
          </p:nvSpPr>
          <p:spPr bwMode="ltGray">
            <a:xfrm>
              <a:off x="4871" y="3508"/>
              <a:ext cx="66" cy="96"/>
            </a:xfrm>
            <a:custGeom>
              <a:avLst/>
              <a:gdLst/>
              <a:ahLst/>
              <a:cxnLst>
                <a:cxn ang="0">
                  <a:pos x="18" y="96"/>
                </a:cxn>
                <a:cxn ang="0">
                  <a:pos x="42" y="78"/>
                </a:cxn>
                <a:cxn ang="0">
                  <a:pos x="60" y="60"/>
                </a:cxn>
                <a:cxn ang="0">
                  <a:pos x="66" y="36"/>
                </a:cxn>
                <a:cxn ang="0">
                  <a:pos x="60" y="12"/>
                </a:cxn>
                <a:cxn ang="0">
                  <a:pos x="36" y="0"/>
                </a:cxn>
                <a:cxn ang="0">
                  <a:pos x="24" y="6"/>
                </a:cxn>
                <a:cxn ang="0">
                  <a:pos x="12" y="12"/>
                </a:cxn>
                <a:cxn ang="0">
                  <a:pos x="0" y="36"/>
                </a:cxn>
                <a:cxn ang="0">
                  <a:pos x="0" y="60"/>
                </a:cxn>
                <a:cxn ang="0">
                  <a:pos x="12" y="84"/>
                </a:cxn>
                <a:cxn ang="0">
                  <a:pos x="18" y="96"/>
                </a:cxn>
                <a:cxn ang="0">
                  <a:pos x="18" y="96"/>
                </a:cxn>
                <a:cxn ang="0">
                  <a:pos x="42" y="18"/>
                </a:cxn>
                <a:cxn ang="0">
                  <a:pos x="54" y="24"/>
                </a:cxn>
                <a:cxn ang="0">
                  <a:pos x="60" y="36"/>
                </a:cxn>
                <a:cxn ang="0">
                  <a:pos x="60" y="48"/>
                </a:cxn>
                <a:cxn ang="0">
                  <a:pos x="54" y="54"/>
                </a:cxn>
                <a:cxn ang="0">
                  <a:pos x="36" y="72"/>
                </a:cxn>
                <a:cxn ang="0">
                  <a:pos x="24" y="78"/>
                </a:cxn>
                <a:cxn ang="0">
                  <a:pos x="24" y="78"/>
                </a:cxn>
                <a:cxn ang="0">
                  <a:pos x="12" y="48"/>
                </a:cxn>
                <a:cxn ang="0">
                  <a:pos x="18" y="24"/>
                </a:cxn>
                <a:cxn ang="0">
                  <a:pos x="30" y="18"/>
                </a:cxn>
                <a:cxn ang="0">
                  <a:pos x="42" y="18"/>
                </a:cxn>
                <a:cxn ang="0">
                  <a:pos x="42" y="18"/>
                </a:cxn>
              </a:cxnLst>
              <a:rect l="0" t="0" r="r" b="b"/>
              <a:pathLst>
                <a:path w="66" h="96">
                  <a:moveTo>
                    <a:pt x="18" y="96"/>
                  </a:moveTo>
                  <a:lnTo>
                    <a:pt x="42" y="78"/>
                  </a:lnTo>
                  <a:lnTo>
                    <a:pt x="60" y="60"/>
                  </a:lnTo>
                  <a:lnTo>
                    <a:pt x="66" y="36"/>
                  </a:lnTo>
                  <a:lnTo>
                    <a:pt x="60" y="12"/>
                  </a:lnTo>
                  <a:lnTo>
                    <a:pt x="36" y="0"/>
                  </a:lnTo>
                  <a:lnTo>
                    <a:pt x="24" y="6"/>
                  </a:lnTo>
                  <a:lnTo>
                    <a:pt x="12" y="12"/>
                  </a:lnTo>
                  <a:lnTo>
                    <a:pt x="0" y="36"/>
                  </a:lnTo>
                  <a:lnTo>
                    <a:pt x="0" y="60"/>
                  </a:lnTo>
                  <a:lnTo>
                    <a:pt x="12" y="84"/>
                  </a:lnTo>
                  <a:lnTo>
                    <a:pt x="18" y="96"/>
                  </a:lnTo>
                  <a:lnTo>
                    <a:pt x="18" y="96"/>
                  </a:lnTo>
                  <a:close/>
                  <a:moveTo>
                    <a:pt x="42" y="18"/>
                  </a:moveTo>
                  <a:lnTo>
                    <a:pt x="54" y="24"/>
                  </a:lnTo>
                  <a:lnTo>
                    <a:pt x="60" y="36"/>
                  </a:lnTo>
                  <a:lnTo>
                    <a:pt x="60" y="48"/>
                  </a:lnTo>
                  <a:lnTo>
                    <a:pt x="54" y="54"/>
                  </a:lnTo>
                  <a:lnTo>
                    <a:pt x="36" y="72"/>
                  </a:lnTo>
                  <a:lnTo>
                    <a:pt x="24" y="78"/>
                  </a:lnTo>
                  <a:lnTo>
                    <a:pt x="24" y="78"/>
                  </a:lnTo>
                  <a:lnTo>
                    <a:pt x="12" y="48"/>
                  </a:lnTo>
                  <a:lnTo>
                    <a:pt x="18" y="24"/>
                  </a:lnTo>
                  <a:lnTo>
                    <a:pt x="30" y="18"/>
                  </a:lnTo>
                  <a:lnTo>
                    <a:pt x="42" y="18"/>
                  </a:lnTo>
                  <a:lnTo>
                    <a:pt x="42"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71" name="Rectangle 7"/>
            <p:cNvSpPr>
              <a:spLocks noChangeArrowheads="1"/>
            </p:cNvSpPr>
            <p:nvPr userDrawn="1"/>
          </p:nvSpPr>
          <p:spPr bwMode="ltGray">
            <a:xfrm rot="91736">
              <a:off x="5487" y="1535"/>
              <a:ext cx="6" cy="1998"/>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2" name="Rectangle 8"/>
            <p:cNvSpPr>
              <a:spLocks noChangeArrowheads="1"/>
            </p:cNvSpPr>
            <p:nvPr userDrawn="1"/>
          </p:nvSpPr>
          <p:spPr bwMode="ltGray">
            <a:xfrm rot="-926223">
              <a:off x="5640" y="1521"/>
              <a:ext cx="6" cy="881"/>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3" name="Rectangle 9"/>
            <p:cNvSpPr>
              <a:spLocks noChangeArrowheads="1"/>
            </p:cNvSpPr>
            <p:nvPr userDrawn="1"/>
          </p:nvSpPr>
          <p:spPr bwMode="ltGray">
            <a:xfrm rot="-1140313">
              <a:off x="3444" y="1816"/>
              <a:ext cx="6" cy="2033"/>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4" name="Rectangle 10"/>
            <p:cNvSpPr>
              <a:spLocks noChangeArrowheads="1"/>
            </p:cNvSpPr>
            <p:nvPr userDrawn="1"/>
          </p:nvSpPr>
          <p:spPr bwMode="ltGray">
            <a:xfrm rot="1114412">
              <a:off x="2757" y="1821"/>
              <a:ext cx="6" cy="2119"/>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5" name="Rectangle 11"/>
            <p:cNvSpPr>
              <a:spLocks noChangeArrowheads="1"/>
            </p:cNvSpPr>
            <p:nvPr userDrawn="1"/>
          </p:nvSpPr>
          <p:spPr bwMode="ltGray">
            <a:xfrm rot="254676">
              <a:off x="3035" y="1870"/>
              <a:ext cx="6" cy="1906"/>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76" name="Freeform 12"/>
            <p:cNvSpPr>
              <a:spLocks/>
            </p:cNvSpPr>
            <p:nvPr userDrawn="1"/>
          </p:nvSpPr>
          <p:spPr bwMode="ltGray">
            <a:xfrm>
              <a:off x="4007" y="3021"/>
              <a:ext cx="623" cy="156"/>
            </a:xfrm>
            <a:custGeom>
              <a:avLst/>
              <a:gdLst/>
              <a:ahLst/>
              <a:cxnLst>
                <a:cxn ang="0">
                  <a:pos x="6" y="18"/>
                </a:cxn>
                <a:cxn ang="0">
                  <a:pos x="162" y="36"/>
                </a:cxn>
                <a:cxn ang="0">
                  <a:pos x="251" y="36"/>
                </a:cxn>
                <a:cxn ang="0">
                  <a:pos x="354" y="30"/>
                </a:cxn>
                <a:cxn ang="0">
                  <a:pos x="473" y="18"/>
                </a:cxn>
                <a:cxn ang="0">
                  <a:pos x="611" y="0"/>
                </a:cxn>
                <a:cxn ang="0">
                  <a:pos x="623" y="114"/>
                </a:cxn>
                <a:cxn ang="0">
                  <a:pos x="497" y="138"/>
                </a:cxn>
                <a:cxn ang="0">
                  <a:pos x="414" y="150"/>
                </a:cxn>
                <a:cxn ang="0">
                  <a:pos x="318" y="156"/>
                </a:cxn>
                <a:cxn ang="0">
                  <a:pos x="215" y="156"/>
                </a:cxn>
                <a:cxn ang="0">
                  <a:pos x="108" y="150"/>
                </a:cxn>
                <a:cxn ang="0">
                  <a:pos x="0" y="132"/>
                </a:cxn>
                <a:cxn ang="0">
                  <a:pos x="6" y="18"/>
                </a:cxn>
                <a:cxn ang="0">
                  <a:pos x="6" y="18"/>
                </a:cxn>
              </a:cxnLst>
              <a:rect l="0" t="0" r="r" b="b"/>
              <a:pathLst>
                <a:path w="623" h="156">
                  <a:moveTo>
                    <a:pt x="6" y="18"/>
                  </a:moveTo>
                  <a:lnTo>
                    <a:pt x="162" y="36"/>
                  </a:lnTo>
                  <a:lnTo>
                    <a:pt x="251" y="36"/>
                  </a:lnTo>
                  <a:lnTo>
                    <a:pt x="354" y="30"/>
                  </a:lnTo>
                  <a:lnTo>
                    <a:pt x="473" y="18"/>
                  </a:lnTo>
                  <a:lnTo>
                    <a:pt x="611" y="0"/>
                  </a:lnTo>
                  <a:lnTo>
                    <a:pt x="623" y="114"/>
                  </a:lnTo>
                  <a:lnTo>
                    <a:pt x="497" y="138"/>
                  </a:lnTo>
                  <a:lnTo>
                    <a:pt x="414" y="150"/>
                  </a:lnTo>
                  <a:lnTo>
                    <a:pt x="318" y="156"/>
                  </a:lnTo>
                  <a:lnTo>
                    <a:pt x="215" y="156"/>
                  </a:lnTo>
                  <a:lnTo>
                    <a:pt x="108" y="150"/>
                  </a:lnTo>
                  <a:lnTo>
                    <a:pt x="0" y="132"/>
                  </a:lnTo>
                  <a:lnTo>
                    <a:pt x="6" y="18"/>
                  </a:lnTo>
                  <a:lnTo>
                    <a:pt x="6"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77" name="Freeform 13"/>
            <p:cNvSpPr>
              <a:spLocks/>
            </p:cNvSpPr>
            <p:nvPr userDrawn="1"/>
          </p:nvSpPr>
          <p:spPr bwMode="ltGray">
            <a:xfrm>
              <a:off x="4762" y="3591"/>
              <a:ext cx="996" cy="126"/>
            </a:xfrm>
            <a:custGeom>
              <a:avLst/>
              <a:gdLst/>
              <a:ahLst/>
              <a:cxnLst>
                <a:cxn ang="0">
                  <a:pos x="754" y="6"/>
                </a:cxn>
                <a:cxn ang="0">
                  <a:pos x="652" y="6"/>
                </a:cxn>
                <a:cxn ang="0">
                  <a:pos x="563" y="6"/>
                </a:cxn>
                <a:cxn ang="0">
                  <a:pos x="479" y="6"/>
                </a:cxn>
                <a:cxn ang="0">
                  <a:pos x="401" y="6"/>
                </a:cxn>
                <a:cxn ang="0">
                  <a:pos x="335" y="0"/>
                </a:cxn>
                <a:cxn ang="0">
                  <a:pos x="276" y="0"/>
                </a:cxn>
                <a:cxn ang="0">
                  <a:pos x="222" y="0"/>
                </a:cxn>
                <a:cxn ang="0">
                  <a:pos x="180" y="6"/>
                </a:cxn>
                <a:cxn ang="0">
                  <a:pos x="138" y="6"/>
                </a:cxn>
                <a:cxn ang="0">
                  <a:pos x="108" y="6"/>
                </a:cxn>
                <a:cxn ang="0">
                  <a:pos x="54" y="6"/>
                </a:cxn>
                <a:cxn ang="0">
                  <a:pos x="24" y="12"/>
                </a:cxn>
                <a:cxn ang="0">
                  <a:pos x="6" y="18"/>
                </a:cxn>
                <a:cxn ang="0">
                  <a:pos x="0" y="24"/>
                </a:cxn>
                <a:cxn ang="0">
                  <a:pos x="12" y="42"/>
                </a:cxn>
                <a:cxn ang="0">
                  <a:pos x="18" y="48"/>
                </a:cxn>
                <a:cxn ang="0">
                  <a:pos x="30" y="54"/>
                </a:cxn>
                <a:cxn ang="0">
                  <a:pos x="60" y="60"/>
                </a:cxn>
                <a:cxn ang="0">
                  <a:pos x="90" y="72"/>
                </a:cxn>
                <a:cxn ang="0">
                  <a:pos x="144" y="84"/>
                </a:cxn>
                <a:cxn ang="0">
                  <a:pos x="210" y="90"/>
                </a:cxn>
                <a:cxn ang="0">
                  <a:pos x="293" y="102"/>
                </a:cxn>
                <a:cxn ang="0">
                  <a:pos x="389" y="108"/>
                </a:cxn>
                <a:cxn ang="0">
                  <a:pos x="503" y="120"/>
                </a:cxn>
                <a:cxn ang="0">
                  <a:pos x="622" y="120"/>
                </a:cxn>
                <a:cxn ang="0">
                  <a:pos x="754" y="126"/>
                </a:cxn>
                <a:cxn ang="0">
                  <a:pos x="873" y="126"/>
                </a:cxn>
                <a:cxn ang="0">
                  <a:pos x="993" y="126"/>
                </a:cxn>
                <a:cxn ang="0">
                  <a:pos x="993" y="12"/>
                </a:cxn>
                <a:cxn ang="0">
                  <a:pos x="879" y="12"/>
                </a:cxn>
                <a:cxn ang="0">
                  <a:pos x="754" y="6"/>
                </a:cxn>
                <a:cxn ang="0">
                  <a:pos x="754" y="6"/>
                </a:cxn>
              </a:cxnLst>
              <a:rect l="0" t="0" r="r" b="b"/>
              <a:pathLst>
                <a:path w="993" h="126">
                  <a:moveTo>
                    <a:pt x="754" y="6"/>
                  </a:moveTo>
                  <a:lnTo>
                    <a:pt x="652" y="6"/>
                  </a:lnTo>
                  <a:lnTo>
                    <a:pt x="563" y="6"/>
                  </a:lnTo>
                  <a:lnTo>
                    <a:pt x="479" y="6"/>
                  </a:lnTo>
                  <a:lnTo>
                    <a:pt x="401" y="6"/>
                  </a:lnTo>
                  <a:lnTo>
                    <a:pt x="335" y="0"/>
                  </a:lnTo>
                  <a:lnTo>
                    <a:pt x="276" y="0"/>
                  </a:lnTo>
                  <a:lnTo>
                    <a:pt x="222" y="0"/>
                  </a:lnTo>
                  <a:lnTo>
                    <a:pt x="180" y="6"/>
                  </a:lnTo>
                  <a:lnTo>
                    <a:pt x="138" y="6"/>
                  </a:lnTo>
                  <a:lnTo>
                    <a:pt x="108" y="6"/>
                  </a:lnTo>
                  <a:lnTo>
                    <a:pt x="54" y="6"/>
                  </a:lnTo>
                  <a:lnTo>
                    <a:pt x="24" y="12"/>
                  </a:lnTo>
                  <a:lnTo>
                    <a:pt x="6" y="18"/>
                  </a:lnTo>
                  <a:lnTo>
                    <a:pt x="0" y="24"/>
                  </a:lnTo>
                  <a:lnTo>
                    <a:pt x="12" y="42"/>
                  </a:lnTo>
                  <a:lnTo>
                    <a:pt x="18" y="48"/>
                  </a:lnTo>
                  <a:lnTo>
                    <a:pt x="30" y="54"/>
                  </a:lnTo>
                  <a:lnTo>
                    <a:pt x="60" y="60"/>
                  </a:lnTo>
                  <a:lnTo>
                    <a:pt x="90" y="72"/>
                  </a:lnTo>
                  <a:lnTo>
                    <a:pt x="144" y="84"/>
                  </a:lnTo>
                  <a:lnTo>
                    <a:pt x="210" y="90"/>
                  </a:lnTo>
                  <a:lnTo>
                    <a:pt x="293" y="102"/>
                  </a:lnTo>
                  <a:lnTo>
                    <a:pt x="389" y="108"/>
                  </a:lnTo>
                  <a:lnTo>
                    <a:pt x="503" y="120"/>
                  </a:lnTo>
                  <a:lnTo>
                    <a:pt x="622" y="120"/>
                  </a:lnTo>
                  <a:lnTo>
                    <a:pt x="754" y="126"/>
                  </a:lnTo>
                  <a:lnTo>
                    <a:pt x="873" y="126"/>
                  </a:lnTo>
                  <a:lnTo>
                    <a:pt x="993" y="126"/>
                  </a:lnTo>
                  <a:lnTo>
                    <a:pt x="993" y="12"/>
                  </a:lnTo>
                  <a:lnTo>
                    <a:pt x="879" y="12"/>
                  </a:lnTo>
                  <a:lnTo>
                    <a:pt x="754" y="6"/>
                  </a:lnTo>
                  <a:lnTo>
                    <a:pt x="754" y="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78" name="Freeform 14"/>
            <p:cNvSpPr>
              <a:spLocks/>
            </p:cNvSpPr>
            <p:nvPr userDrawn="1"/>
          </p:nvSpPr>
          <p:spPr bwMode="ltGray">
            <a:xfrm>
              <a:off x="4786" y="3645"/>
              <a:ext cx="972" cy="245"/>
            </a:xfrm>
            <a:custGeom>
              <a:avLst/>
              <a:gdLst/>
              <a:ahLst/>
              <a:cxnLst>
                <a:cxn ang="0">
                  <a:pos x="0" y="0"/>
                </a:cxn>
                <a:cxn ang="0">
                  <a:pos x="24" y="54"/>
                </a:cxn>
                <a:cxn ang="0">
                  <a:pos x="66" y="96"/>
                </a:cxn>
                <a:cxn ang="0">
                  <a:pos x="120" y="137"/>
                </a:cxn>
                <a:cxn ang="0">
                  <a:pos x="198" y="173"/>
                </a:cxn>
                <a:cxn ang="0">
                  <a:pos x="293" y="203"/>
                </a:cxn>
                <a:cxn ang="0">
                  <a:pos x="353" y="215"/>
                </a:cxn>
                <a:cxn ang="0">
                  <a:pos x="413" y="227"/>
                </a:cxn>
                <a:cxn ang="0">
                  <a:pos x="479" y="233"/>
                </a:cxn>
                <a:cxn ang="0">
                  <a:pos x="556" y="239"/>
                </a:cxn>
                <a:cxn ang="0">
                  <a:pos x="634" y="245"/>
                </a:cxn>
                <a:cxn ang="0">
                  <a:pos x="724" y="245"/>
                </a:cxn>
                <a:cxn ang="0">
                  <a:pos x="855" y="245"/>
                </a:cxn>
                <a:cxn ang="0">
                  <a:pos x="969" y="239"/>
                </a:cxn>
                <a:cxn ang="0">
                  <a:pos x="969" y="60"/>
                </a:cxn>
                <a:cxn ang="0">
                  <a:pos x="700" y="60"/>
                </a:cxn>
                <a:cxn ang="0">
                  <a:pos x="503" y="54"/>
                </a:cxn>
                <a:cxn ang="0">
                  <a:pos x="317" y="42"/>
                </a:cxn>
                <a:cxn ang="0">
                  <a:pos x="150" y="24"/>
                </a:cxn>
                <a:cxn ang="0">
                  <a:pos x="72" y="12"/>
                </a:cxn>
                <a:cxn ang="0">
                  <a:pos x="0" y="0"/>
                </a:cxn>
                <a:cxn ang="0">
                  <a:pos x="0" y="0"/>
                </a:cxn>
              </a:cxnLst>
              <a:rect l="0" t="0" r="r" b="b"/>
              <a:pathLst>
                <a:path w="969" h="245">
                  <a:moveTo>
                    <a:pt x="0" y="0"/>
                  </a:moveTo>
                  <a:lnTo>
                    <a:pt x="24" y="54"/>
                  </a:lnTo>
                  <a:lnTo>
                    <a:pt x="66" y="96"/>
                  </a:lnTo>
                  <a:lnTo>
                    <a:pt x="120" y="137"/>
                  </a:lnTo>
                  <a:lnTo>
                    <a:pt x="198" y="173"/>
                  </a:lnTo>
                  <a:lnTo>
                    <a:pt x="293" y="203"/>
                  </a:lnTo>
                  <a:lnTo>
                    <a:pt x="353" y="215"/>
                  </a:lnTo>
                  <a:lnTo>
                    <a:pt x="413" y="227"/>
                  </a:lnTo>
                  <a:lnTo>
                    <a:pt x="479" y="233"/>
                  </a:lnTo>
                  <a:lnTo>
                    <a:pt x="556" y="239"/>
                  </a:lnTo>
                  <a:lnTo>
                    <a:pt x="634" y="245"/>
                  </a:lnTo>
                  <a:lnTo>
                    <a:pt x="724" y="245"/>
                  </a:lnTo>
                  <a:lnTo>
                    <a:pt x="855" y="245"/>
                  </a:lnTo>
                  <a:lnTo>
                    <a:pt x="969" y="239"/>
                  </a:lnTo>
                  <a:lnTo>
                    <a:pt x="969" y="60"/>
                  </a:lnTo>
                  <a:lnTo>
                    <a:pt x="700" y="60"/>
                  </a:lnTo>
                  <a:lnTo>
                    <a:pt x="503" y="54"/>
                  </a:lnTo>
                  <a:lnTo>
                    <a:pt x="317" y="42"/>
                  </a:lnTo>
                  <a:lnTo>
                    <a:pt x="150" y="24"/>
                  </a:lnTo>
                  <a:lnTo>
                    <a:pt x="72" y="12"/>
                  </a:lnTo>
                  <a:lnTo>
                    <a:pt x="0" y="0"/>
                  </a:lnTo>
                  <a:lnTo>
                    <a:pt x="0" y="0"/>
                  </a:lnTo>
                  <a:close/>
                </a:path>
              </a:pathLst>
            </a:custGeom>
            <a:gradFill rotWithShape="0">
              <a:gsLst>
                <a:gs pos="0">
                  <a:schemeClr val="bg2"/>
                </a:gs>
                <a:gs pos="100000">
                  <a:schemeClr val="bg2">
                    <a:gamma/>
                    <a:tint val="81961"/>
                    <a:invGamma/>
                  </a:schemeClr>
                </a:gs>
              </a:gsLst>
              <a:lin ang="18900000" scaled="1"/>
            </a:gradFill>
            <a:ln w="9525">
              <a:noFill/>
              <a:round/>
              <a:headEnd/>
              <a:tailEnd/>
            </a:ln>
          </p:spPr>
          <p:txBody>
            <a:bodyPr/>
            <a:lstStyle/>
            <a:p>
              <a:pPr>
                <a:defRPr/>
              </a:pPr>
              <a:endParaRPr lang="en-US"/>
            </a:p>
          </p:txBody>
        </p:sp>
        <p:sp>
          <p:nvSpPr>
            <p:cNvPr id="113679" name="Freeform 15"/>
            <p:cNvSpPr>
              <a:spLocks/>
            </p:cNvSpPr>
            <p:nvPr userDrawn="1"/>
          </p:nvSpPr>
          <p:spPr bwMode="ltGray">
            <a:xfrm>
              <a:off x="4804" y="3591"/>
              <a:ext cx="954" cy="90"/>
            </a:xfrm>
            <a:custGeom>
              <a:avLst/>
              <a:gdLst/>
              <a:ahLst/>
              <a:cxnLst>
                <a:cxn ang="0">
                  <a:pos x="700" y="0"/>
                </a:cxn>
                <a:cxn ang="0">
                  <a:pos x="598" y="0"/>
                </a:cxn>
                <a:cxn ang="0">
                  <a:pos x="515" y="0"/>
                </a:cxn>
                <a:cxn ang="0">
                  <a:pos x="431" y="0"/>
                </a:cxn>
                <a:cxn ang="0">
                  <a:pos x="365" y="0"/>
                </a:cxn>
                <a:cxn ang="0">
                  <a:pos x="299" y="0"/>
                </a:cxn>
                <a:cxn ang="0">
                  <a:pos x="245" y="0"/>
                </a:cxn>
                <a:cxn ang="0">
                  <a:pos x="198" y="0"/>
                </a:cxn>
                <a:cxn ang="0">
                  <a:pos x="162" y="0"/>
                </a:cxn>
                <a:cxn ang="0">
                  <a:pos x="126" y="6"/>
                </a:cxn>
                <a:cxn ang="0">
                  <a:pos x="96" y="6"/>
                </a:cxn>
                <a:cxn ang="0">
                  <a:pos x="54" y="12"/>
                </a:cxn>
                <a:cxn ang="0">
                  <a:pos x="30" y="12"/>
                </a:cxn>
                <a:cxn ang="0">
                  <a:pos x="12" y="18"/>
                </a:cxn>
                <a:cxn ang="0">
                  <a:pos x="6" y="18"/>
                </a:cxn>
                <a:cxn ang="0">
                  <a:pos x="0" y="24"/>
                </a:cxn>
                <a:cxn ang="0">
                  <a:pos x="6" y="30"/>
                </a:cxn>
                <a:cxn ang="0">
                  <a:pos x="24" y="36"/>
                </a:cxn>
                <a:cxn ang="0">
                  <a:pos x="54" y="42"/>
                </a:cxn>
                <a:cxn ang="0">
                  <a:pos x="102" y="54"/>
                </a:cxn>
                <a:cxn ang="0">
                  <a:pos x="168" y="60"/>
                </a:cxn>
                <a:cxn ang="0">
                  <a:pos x="251" y="66"/>
                </a:cxn>
                <a:cxn ang="0">
                  <a:pos x="341" y="78"/>
                </a:cxn>
                <a:cxn ang="0">
                  <a:pos x="449" y="84"/>
                </a:cxn>
                <a:cxn ang="0">
                  <a:pos x="568" y="84"/>
                </a:cxn>
                <a:cxn ang="0">
                  <a:pos x="694" y="90"/>
                </a:cxn>
                <a:cxn ang="0">
                  <a:pos x="825" y="90"/>
                </a:cxn>
                <a:cxn ang="0">
                  <a:pos x="951" y="90"/>
                </a:cxn>
                <a:cxn ang="0">
                  <a:pos x="951" y="6"/>
                </a:cxn>
                <a:cxn ang="0">
                  <a:pos x="831" y="6"/>
                </a:cxn>
                <a:cxn ang="0">
                  <a:pos x="772" y="6"/>
                </a:cxn>
                <a:cxn ang="0">
                  <a:pos x="700" y="0"/>
                </a:cxn>
                <a:cxn ang="0">
                  <a:pos x="700" y="0"/>
                </a:cxn>
              </a:cxnLst>
              <a:rect l="0" t="0" r="r" b="b"/>
              <a:pathLst>
                <a:path w="951" h="90">
                  <a:moveTo>
                    <a:pt x="700" y="0"/>
                  </a:moveTo>
                  <a:lnTo>
                    <a:pt x="598" y="0"/>
                  </a:lnTo>
                  <a:lnTo>
                    <a:pt x="515" y="0"/>
                  </a:lnTo>
                  <a:lnTo>
                    <a:pt x="431" y="0"/>
                  </a:lnTo>
                  <a:lnTo>
                    <a:pt x="365" y="0"/>
                  </a:lnTo>
                  <a:lnTo>
                    <a:pt x="299" y="0"/>
                  </a:lnTo>
                  <a:lnTo>
                    <a:pt x="245" y="0"/>
                  </a:lnTo>
                  <a:lnTo>
                    <a:pt x="198" y="0"/>
                  </a:lnTo>
                  <a:lnTo>
                    <a:pt x="162" y="0"/>
                  </a:lnTo>
                  <a:lnTo>
                    <a:pt x="126" y="6"/>
                  </a:lnTo>
                  <a:lnTo>
                    <a:pt x="96" y="6"/>
                  </a:lnTo>
                  <a:lnTo>
                    <a:pt x="54" y="12"/>
                  </a:lnTo>
                  <a:lnTo>
                    <a:pt x="30" y="12"/>
                  </a:lnTo>
                  <a:lnTo>
                    <a:pt x="12" y="18"/>
                  </a:lnTo>
                  <a:lnTo>
                    <a:pt x="6" y="18"/>
                  </a:lnTo>
                  <a:lnTo>
                    <a:pt x="0" y="24"/>
                  </a:lnTo>
                  <a:lnTo>
                    <a:pt x="6" y="30"/>
                  </a:lnTo>
                  <a:lnTo>
                    <a:pt x="24" y="36"/>
                  </a:lnTo>
                  <a:lnTo>
                    <a:pt x="54" y="42"/>
                  </a:lnTo>
                  <a:lnTo>
                    <a:pt x="102" y="54"/>
                  </a:lnTo>
                  <a:lnTo>
                    <a:pt x="168" y="60"/>
                  </a:lnTo>
                  <a:lnTo>
                    <a:pt x="251" y="66"/>
                  </a:lnTo>
                  <a:lnTo>
                    <a:pt x="341" y="78"/>
                  </a:lnTo>
                  <a:lnTo>
                    <a:pt x="449" y="84"/>
                  </a:lnTo>
                  <a:lnTo>
                    <a:pt x="568" y="84"/>
                  </a:lnTo>
                  <a:lnTo>
                    <a:pt x="694" y="90"/>
                  </a:lnTo>
                  <a:lnTo>
                    <a:pt x="825" y="90"/>
                  </a:lnTo>
                  <a:lnTo>
                    <a:pt x="951" y="90"/>
                  </a:lnTo>
                  <a:lnTo>
                    <a:pt x="951" y="6"/>
                  </a:lnTo>
                  <a:lnTo>
                    <a:pt x="831" y="6"/>
                  </a:lnTo>
                  <a:lnTo>
                    <a:pt x="772" y="6"/>
                  </a:lnTo>
                  <a:lnTo>
                    <a:pt x="700" y="0"/>
                  </a:lnTo>
                  <a:lnTo>
                    <a:pt x="700"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sp>
          <p:nvSpPr>
            <p:cNvPr id="113680" name="Freeform 16"/>
            <p:cNvSpPr>
              <a:spLocks/>
            </p:cNvSpPr>
            <p:nvPr userDrawn="1"/>
          </p:nvSpPr>
          <p:spPr bwMode="ltGray">
            <a:xfrm>
              <a:off x="3059" y="1541"/>
              <a:ext cx="102" cy="155"/>
            </a:xfrm>
            <a:custGeom>
              <a:avLst/>
              <a:gdLst/>
              <a:ahLst/>
              <a:cxnLst>
                <a:cxn ang="0">
                  <a:pos x="102" y="0"/>
                </a:cxn>
                <a:cxn ang="0">
                  <a:pos x="0" y="12"/>
                </a:cxn>
                <a:cxn ang="0">
                  <a:pos x="30" y="72"/>
                </a:cxn>
                <a:cxn ang="0">
                  <a:pos x="30" y="155"/>
                </a:cxn>
                <a:cxn ang="0">
                  <a:pos x="72" y="155"/>
                </a:cxn>
                <a:cxn ang="0">
                  <a:pos x="72" y="66"/>
                </a:cxn>
                <a:cxn ang="0">
                  <a:pos x="102" y="0"/>
                </a:cxn>
                <a:cxn ang="0">
                  <a:pos x="102" y="0"/>
                </a:cxn>
              </a:cxnLst>
              <a:rect l="0" t="0" r="r" b="b"/>
              <a:pathLst>
                <a:path w="102" h="155">
                  <a:moveTo>
                    <a:pt x="102" y="0"/>
                  </a:moveTo>
                  <a:lnTo>
                    <a:pt x="0" y="12"/>
                  </a:lnTo>
                  <a:lnTo>
                    <a:pt x="30" y="72"/>
                  </a:lnTo>
                  <a:lnTo>
                    <a:pt x="30" y="155"/>
                  </a:lnTo>
                  <a:lnTo>
                    <a:pt x="72" y="155"/>
                  </a:lnTo>
                  <a:lnTo>
                    <a:pt x="72" y="66"/>
                  </a:lnTo>
                  <a:lnTo>
                    <a:pt x="102" y="0"/>
                  </a:lnTo>
                  <a:lnTo>
                    <a:pt x="102" y="0"/>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1" name="Freeform 17"/>
            <p:cNvSpPr>
              <a:spLocks noEditPoints="1"/>
            </p:cNvSpPr>
            <p:nvPr userDrawn="1"/>
          </p:nvSpPr>
          <p:spPr bwMode="ltGray">
            <a:xfrm>
              <a:off x="3059" y="1690"/>
              <a:ext cx="90" cy="96"/>
            </a:xfrm>
            <a:custGeom>
              <a:avLst/>
              <a:gdLst/>
              <a:ahLst/>
              <a:cxnLst>
                <a:cxn ang="0">
                  <a:pos x="48" y="96"/>
                </a:cxn>
                <a:cxn ang="0">
                  <a:pos x="72" y="72"/>
                </a:cxn>
                <a:cxn ang="0">
                  <a:pos x="84" y="48"/>
                </a:cxn>
                <a:cxn ang="0">
                  <a:pos x="90" y="36"/>
                </a:cxn>
                <a:cxn ang="0">
                  <a:pos x="84" y="24"/>
                </a:cxn>
                <a:cxn ang="0">
                  <a:pos x="66" y="6"/>
                </a:cxn>
                <a:cxn ang="0">
                  <a:pos x="42" y="0"/>
                </a:cxn>
                <a:cxn ang="0">
                  <a:pos x="24" y="0"/>
                </a:cxn>
                <a:cxn ang="0">
                  <a:pos x="12" y="12"/>
                </a:cxn>
                <a:cxn ang="0">
                  <a:pos x="6" y="24"/>
                </a:cxn>
                <a:cxn ang="0">
                  <a:pos x="0" y="36"/>
                </a:cxn>
                <a:cxn ang="0">
                  <a:pos x="12" y="66"/>
                </a:cxn>
                <a:cxn ang="0">
                  <a:pos x="30" y="84"/>
                </a:cxn>
                <a:cxn ang="0">
                  <a:pos x="48" y="96"/>
                </a:cxn>
                <a:cxn ang="0">
                  <a:pos x="48" y="96"/>
                </a:cxn>
                <a:cxn ang="0">
                  <a:pos x="48" y="12"/>
                </a:cxn>
                <a:cxn ang="0">
                  <a:pos x="66" y="18"/>
                </a:cxn>
                <a:cxn ang="0">
                  <a:pos x="72" y="24"/>
                </a:cxn>
                <a:cxn ang="0">
                  <a:pos x="72" y="36"/>
                </a:cxn>
                <a:cxn ang="0">
                  <a:pos x="72" y="48"/>
                </a:cxn>
                <a:cxn ang="0">
                  <a:pos x="54" y="66"/>
                </a:cxn>
                <a:cxn ang="0">
                  <a:pos x="48" y="78"/>
                </a:cxn>
                <a:cxn ang="0">
                  <a:pos x="30" y="66"/>
                </a:cxn>
                <a:cxn ang="0">
                  <a:pos x="24" y="48"/>
                </a:cxn>
                <a:cxn ang="0">
                  <a:pos x="18" y="30"/>
                </a:cxn>
                <a:cxn ang="0">
                  <a:pos x="30" y="12"/>
                </a:cxn>
                <a:cxn ang="0">
                  <a:pos x="48" y="12"/>
                </a:cxn>
                <a:cxn ang="0">
                  <a:pos x="48" y="12"/>
                </a:cxn>
              </a:cxnLst>
              <a:rect l="0" t="0" r="r" b="b"/>
              <a:pathLst>
                <a:path w="90" h="96">
                  <a:moveTo>
                    <a:pt x="48" y="96"/>
                  </a:moveTo>
                  <a:lnTo>
                    <a:pt x="72" y="72"/>
                  </a:lnTo>
                  <a:lnTo>
                    <a:pt x="84" y="48"/>
                  </a:lnTo>
                  <a:lnTo>
                    <a:pt x="90" y="36"/>
                  </a:lnTo>
                  <a:lnTo>
                    <a:pt x="84" y="24"/>
                  </a:lnTo>
                  <a:lnTo>
                    <a:pt x="66" y="6"/>
                  </a:lnTo>
                  <a:lnTo>
                    <a:pt x="42" y="0"/>
                  </a:lnTo>
                  <a:lnTo>
                    <a:pt x="24" y="0"/>
                  </a:lnTo>
                  <a:lnTo>
                    <a:pt x="12" y="12"/>
                  </a:lnTo>
                  <a:lnTo>
                    <a:pt x="6" y="24"/>
                  </a:lnTo>
                  <a:lnTo>
                    <a:pt x="0" y="36"/>
                  </a:lnTo>
                  <a:lnTo>
                    <a:pt x="12" y="66"/>
                  </a:lnTo>
                  <a:lnTo>
                    <a:pt x="30" y="84"/>
                  </a:lnTo>
                  <a:lnTo>
                    <a:pt x="48" y="96"/>
                  </a:lnTo>
                  <a:lnTo>
                    <a:pt x="48" y="96"/>
                  </a:lnTo>
                  <a:close/>
                  <a:moveTo>
                    <a:pt x="48" y="12"/>
                  </a:moveTo>
                  <a:lnTo>
                    <a:pt x="66" y="18"/>
                  </a:lnTo>
                  <a:lnTo>
                    <a:pt x="72" y="24"/>
                  </a:lnTo>
                  <a:lnTo>
                    <a:pt x="72" y="36"/>
                  </a:lnTo>
                  <a:lnTo>
                    <a:pt x="72" y="48"/>
                  </a:lnTo>
                  <a:lnTo>
                    <a:pt x="54" y="66"/>
                  </a:lnTo>
                  <a:lnTo>
                    <a:pt x="48" y="78"/>
                  </a:lnTo>
                  <a:lnTo>
                    <a:pt x="30" y="66"/>
                  </a:lnTo>
                  <a:lnTo>
                    <a:pt x="24" y="48"/>
                  </a:lnTo>
                  <a:lnTo>
                    <a:pt x="18" y="30"/>
                  </a:lnTo>
                  <a:lnTo>
                    <a:pt x="30" y="12"/>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2" name="Freeform 18"/>
            <p:cNvSpPr>
              <a:spLocks noEditPoints="1"/>
            </p:cNvSpPr>
            <p:nvPr userDrawn="1"/>
          </p:nvSpPr>
          <p:spPr bwMode="ltGray">
            <a:xfrm>
              <a:off x="3059" y="1768"/>
              <a:ext cx="90" cy="108"/>
            </a:xfrm>
            <a:custGeom>
              <a:avLst/>
              <a:gdLst/>
              <a:ahLst/>
              <a:cxnLst>
                <a:cxn ang="0">
                  <a:pos x="0" y="90"/>
                </a:cxn>
                <a:cxn ang="0">
                  <a:pos x="12" y="102"/>
                </a:cxn>
                <a:cxn ang="0">
                  <a:pos x="24" y="108"/>
                </a:cxn>
                <a:cxn ang="0">
                  <a:pos x="54" y="108"/>
                </a:cxn>
                <a:cxn ang="0">
                  <a:pos x="78" y="96"/>
                </a:cxn>
                <a:cxn ang="0">
                  <a:pos x="90" y="72"/>
                </a:cxn>
                <a:cxn ang="0">
                  <a:pos x="84" y="42"/>
                </a:cxn>
                <a:cxn ang="0">
                  <a:pos x="66" y="24"/>
                </a:cxn>
                <a:cxn ang="0">
                  <a:pos x="54" y="12"/>
                </a:cxn>
                <a:cxn ang="0">
                  <a:pos x="48" y="6"/>
                </a:cxn>
                <a:cxn ang="0">
                  <a:pos x="48" y="6"/>
                </a:cxn>
                <a:cxn ang="0">
                  <a:pos x="48" y="0"/>
                </a:cxn>
                <a:cxn ang="0">
                  <a:pos x="24" y="24"/>
                </a:cxn>
                <a:cxn ang="0">
                  <a:pos x="6" y="48"/>
                </a:cxn>
                <a:cxn ang="0">
                  <a:pos x="0" y="66"/>
                </a:cxn>
                <a:cxn ang="0">
                  <a:pos x="0" y="90"/>
                </a:cxn>
                <a:cxn ang="0">
                  <a:pos x="0" y="90"/>
                </a:cxn>
                <a:cxn ang="0">
                  <a:pos x="12" y="66"/>
                </a:cxn>
                <a:cxn ang="0">
                  <a:pos x="18" y="48"/>
                </a:cxn>
                <a:cxn ang="0">
                  <a:pos x="30" y="36"/>
                </a:cxn>
                <a:cxn ang="0">
                  <a:pos x="42" y="24"/>
                </a:cxn>
                <a:cxn ang="0">
                  <a:pos x="48" y="18"/>
                </a:cxn>
                <a:cxn ang="0">
                  <a:pos x="66" y="30"/>
                </a:cxn>
                <a:cxn ang="0">
                  <a:pos x="72" y="48"/>
                </a:cxn>
                <a:cxn ang="0">
                  <a:pos x="78" y="72"/>
                </a:cxn>
                <a:cxn ang="0">
                  <a:pos x="78" y="84"/>
                </a:cxn>
                <a:cxn ang="0">
                  <a:pos x="66" y="96"/>
                </a:cxn>
                <a:cxn ang="0">
                  <a:pos x="42" y="102"/>
                </a:cxn>
                <a:cxn ang="0">
                  <a:pos x="30" y="96"/>
                </a:cxn>
                <a:cxn ang="0">
                  <a:pos x="18" y="90"/>
                </a:cxn>
                <a:cxn ang="0">
                  <a:pos x="12" y="78"/>
                </a:cxn>
                <a:cxn ang="0">
                  <a:pos x="12" y="66"/>
                </a:cxn>
                <a:cxn ang="0">
                  <a:pos x="12" y="66"/>
                </a:cxn>
              </a:cxnLst>
              <a:rect l="0" t="0" r="r" b="b"/>
              <a:pathLst>
                <a:path w="90" h="108">
                  <a:moveTo>
                    <a:pt x="0" y="90"/>
                  </a:moveTo>
                  <a:lnTo>
                    <a:pt x="12" y="102"/>
                  </a:lnTo>
                  <a:lnTo>
                    <a:pt x="24" y="108"/>
                  </a:lnTo>
                  <a:lnTo>
                    <a:pt x="54" y="108"/>
                  </a:lnTo>
                  <a:lnTo>
                    <a:pt x="78" y="96"/>
                  </a:lnTo>
                  <a:lnTo>
                    <a:pt x="90" y="72"/>
                  </a:lnTo>
                  <a:lnTo>
                    <a:pt x="84" y="42"/>
                  </a:lnTo>
                  <a:lnTo>
                    <a:pt x="66" y="24"/>
                  </a:lnTo>
                  <a:lnTo>
                    <a:pt x="54" y="12"/>
                  </a:lnTo>
                  <a:lnTo>
                    <a:pt x="48" y="6"/>
                  </a:lnTo>
                  <a:lnTo>
                    <a:pt x="48" y="6"/>
                  </a:lnTo>
                  <a:lnTo>
                    <a:pt x="48" y="0"/>
                  </a:lnTo>
                  <a:lnTo>
                    <a:pt x="24" y="24"/>
                  </a:lnTo>
                  <a:lnTo>
                    <a:pt x="6" y="48"/>
                  </a:lnTo>
                  <a:lnTo>
                    <a:pt x="0" y="66"/>
                  </a:lnTo>
                  <a:lnTo>
                    <a:pt x="0" y="90"/>
                  </a:lnTo>
                  <a:lnTo>
                    <a:pt x="0" y="90"/>
                  </a:lnTo>
                  <a:close/>
                  <a:moveTo>
                    <a:pt x="12" y="66"/>
                  </a:moveTo>
                  <a:lnTo>
                    <a:pt x="18" y="48"/>
                  </a:lnTo>
                  <a:lnTo>
                    <a:pt x="30" y="36"/>
                  </a:lnTo>
                  <a:lnTo>
                    <a:pt x="42" y="24"/>
                  </a:lnTo>
                  <a:lnTo>
                    <a:pt x="48" y="18"/>
                  </a:lnTo>
                  <a:lnTo>
                    <a:pt x="66" y="30"/>
                  </a:lnTo>
                  <a:lnTo>
                    <a:pt x="72" y="48"/>
                  </a:lnTo>
                  <a:lnTo>
                    <a:pt x="78" y="72"/>
                  </a:lnTo>
                  <a:lnTo>
                    <a:pt x="78" y="84"/>
                  </a:lnTo>
                  <a:lnTo>
                    <a:pt x="66" y="96"/>
                  </a:lnTo>
                  <a:lnTo>
                    <a:pt x="42" y="102"/>
                  </a:lnTo>
                  <a:lnTo>
                    <a:pt x="30" y="96"/>
                  </a:lnTo>
                  <a:lnTo>
                    <a:pt x="18" y="90"/>
                  </a:lnTo>
                  <a:lnTo>
                    <a:pt x="12" y="78"/>
                  </a:lnTo>
                  <a:lnTo>
                    <a:pt x="12" y="66"/>
                  </a:lnTo>
                  <a:lnTo>
                    <a:pt x="12"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3" name="Freeform 19"/>
            <p:cNvSpPr>
              <a:spLocks/>
            </p:cNvSpPr>
            <p:nvPr userDrawn="1"/>
          </p:nvSpPr>
          <p:spPr bwMode="ltGray">
            <a:xfrm>
              <a:off x="5470" y="1205"/>
              <a:ext cx="102" cy="156"/>
            </a:xfrm>
            <a:custGeom>
              <a:avLst/>
              <a:gdLst/>
              <a:ahLst/>
              <a:cxnLst>
                <a:cxn ang="0">
                  <a:pos x="102" y="0"/>
                </a:cxn>
                <a:cxn ang="0">
                  <a:pos x="0" y="6"/>
                </a:cxn>
                <a:cxn ang="0">
                  <a:pos x="30" y="72"/>
                </a:cxn>
                <a:cxn ang="0">
                  <a:pos x="30" y="156"/>
                </a:cxn>
                <a:cxn ang="0">
                  <a:pos x="72" y="156"/>
                </a:cxn>
                <a:cxn ang="0">
                  <a:pos x="72" y="66"/>
                </a:cxn>
                <a:cxn ang="0">
                  <a:pos x="102" y="0"/>
                </a:cxn>
                <a:cxn ang="0">
                  <a:pos x="102" y="0"/>
                </a:cxn>
              </a:cxnLst>
              <a:rect l="0" t="0" r="r" b="b"/>
              <a:pathLst>
                <a:path w="102" h="156">
                  <a:moveTo>
                    <a:pt x="102" y="0"/>
                  </a:moveTo>
                  <a:lnTo>
                    <a:pt x="0" y="6"/>
                  </a:lnTo>
                  <a:lnTo>
                    <a:pt x="30" y="72"/>
                  </a:lnTo>
                  <a:lnTo>
                    <a:pt x="30" y="156"/>
                  </a:lnTo>
                  <a:lnTo>
                    <a:pt x="72" y="156"/>
                  </a:lnTo>
                  <a:lnTo>
                    <a:pt x="72" y="66"/>
                  </a:lnTo>
                  <a:lnTo>
                    <a:pt x="102" y="0"/>
                  </a:lnTo>
                  <a:lnTo>
                    <a:pt x="102" y="0"/>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4" name="Freeform 20"/>
            <p:cNvSpPr>
              <a:spLocks noEditPoints="1"/>
            </p:cNvSpPr>
            <p:nvPr userDrawn="1"/>
          </p:nvSpPr>
          <p:spPr bwMode="ltGray">
            <a:xfrm>
              <a:off x="5476" y="1349"/>
              <a:ext cx="84" cy="96"/>
            </a:xfrm>
            <a:custGeom>
              <a:avLst/>
              <a:gdLst/>
              <a:ahLst/>
              <a:cxnLst>
                <a:cxn ang="0">
                  <a:pos x="42" y="96"/>
                </a:cxn>
                <a:cxn ang="0">
                  <a:pos x="66" y="78"/>
                </a:cxn>
                <a:cxn ang="0">
                  <a:pos x="84" y="54"/>
                </a:cxn>
                <a:cxn ang="0">
                  <a:pos x="84" y="30"/>
                </a:cxn>
                <a:cxn ang="0">
                  <a:pos x="66" y="6"/>
                </a:cxn>
                <a:cxn ang="0">
                  <a:pos x="42" y="0"/>
                </a:cxn>
                <a:cxn ang="0">
                  <a:pos x="24" y="6"/>
                </a:cxn>
                <a:cxn ang="0">
                  <a:pos x="12" y="18"/>
                </a:cxn>
                <a:cxn ang="0">
                  <a:pos x="6" y="30"/>
                </a:cxn>
                <a:cxn ang="0">
                  <a:pos x="0" y="42"/>
                </a:cxn>
                <a:cxn ang="0">
                  <a:pos x="12" y="66"/>
                </a:cxn>
                <a:cxn ang="0">
                  <a:pos x="30" y="84"/>
                </a:cxn>
                <a:cxn ang="0">
                  <a:pos x="42" y="96"/>
                </a:cxn>
                <a:cxn ang="0">
                  <a:pos x="42" y="96"/>
                </a:cxn>
                <a:cxn ang="0">
                  <a:pos x="48" y="12"/>
                </a:cxn>
                <a:cxn ang="0">
                  <a:pos x="66" y="18"/>
                </a:cxn>
                <a:cxn ang="0">
                  <a:pos x="72" y="30"/>
                </a:cxn>
                <a:cxn ang="0">
                  <a:pos x="72" y="42"/>
                </a:cxn>
                <a:cxn ang="0">
                  <a:pos x="66" y="54"/>
                </a:cxn>
                <a:cxn ang="0">
                  <a:pos x="54" y="72"/>
                </a:cxn>
                <a:cxn ang="0">
                  <a:pos x="42" y="84"/>
                </a:cxn>
                <a:cxn ang="0">
                  <a:pos x="42" y="84"/>
                </a:cxn>
                <a:cxn ang="0">
                  <a:pos x="30" y="72"/>
                </a:cxn>
                <a:cxn ang="0">
                  <a:pos x="18" y="54"/>
                </a:cxn>
                <a:cxn ang="0">
                  <a:pos x="18" y="30"/>
                </a:cxn>
                <a:cxn ang="0">
                  <a:pos x="30" y="18"/>
                </a:cxn>
                <a:cxn ang="0">
                  <a:pos x="48" y="12"/>
                </a:cxn>
                <a:cxn ang="0">
                  <a:pos x="48" y="12"/>
                </a:cxn>
              </a:cxnLst>
              <a:rect l="0" t="0" r="r" b="b"/>
              <a:pathLst>
                <a:path w="84" h="96">
                  <a:moveTo>
                    <a:pt x="42" y="96"/>
                  </a:moveTo>
                  <a:lnTo>
                    <a:pt x="66" y="78"/>
                  </a:lnTo>
                  <a:lnTo>
                    <a:pt x="84" y="54"/>
                  </a:lnTo>
                  <a:lnTo>
                    <a:pt x="84" y="30"/>
                  </a:lnTo>
                  <a:lnTo>
                    <a:pt x="66" y="6"/>
                  </a:lnTo>
                  <a:lnTo>
                    <a:pt x="42" y="0"/>
                  </a:lnTo>
                  <a:lnTo>
                    <a:pt x="24" y="6"/>
                  </a:lnTo>
                  <a:lnTo>
                    <a:pt x="12" y="18"/>
                  </a:lnTo>
                  <a:lnTo>
                    <a:pt x="6" y="30"/>
                  </a:lnTo>
                  <a:lnTo>
                    <a:pt x="0" y="42"/>
                  </a:lnTo>
                  <a:lnTo>
                    <a:pt x="12" y="66"/>
                  </a:lnTo>
                  <a:lnTo>
                    <a:pt x="30" y="84"/>
                  </a:lnTo>
                  <a:lnTo>
                    <a:pt x="42" y="96"/>
                  </a:lnTo>
                  <a:lnTo>
                    <a:pt x="42" y="96"/>
                  </a:lnTo>
                  <a:close/>
                  <a:moveTo>
                    <a:pt x="48" y="12"/>
                  </a:moveTo>
                  <a:lnTo>
                    <a:pt x="66" y="18"/>
                  </a:lnTo>
                  <a:lnTo>
                    <a:pt x="72" y="30"/>
                  </a:lnTo>
                  <a:lnTo>
                    <a:pt x="72" y="42"/>
                  </a:lnTo>
                  <a:lnTo>
                    <a:pt x="66" y="54"/>
                  </a:lnTo>
                  <a:lnTo>
                    <a:pt x="54" y="72"/>
                  </a:lnTo>
                  <a:lnTo>
                    <a:pt x="42" y="84"/>
                  </a:lnTo>
                  <a:lnTo>
                    <a:pt x="42" y="84"/>
                  </a:lnTo>
                  <a:lnTo>
                    <a:pt x="30" y="72"/>
                  </a:lnTo>
                  <a:lnTo>
                    <a:pt x="18" y="54"/>
                  </a:lnTo>
                  <a:lnTo>
                    <a:pt x="18" y="30"/>
                  </a:lnTo>
                  <a:lnTo>
                    <a:pt x="30" y="18"/>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5" name="Freeform 21"/>
            <p:cNvSpPr>
              <a:spLocks noEditPoints="1"/>
            </p:cNvSpPr>
            <p:nvPr userDrawn="1"/>
          </p:nvSpPr>
          <p:spPr bwMode="ltGray">
            <a:xfrm>
              <a:off x="5470" y="1433"/>
              <a:ext cx="90" cy="108"/>
            </a:xfrm>
            <a:custGeom>
              <a:avLst/>
              <a:gdLst/>
              <a:ahLst/>
              <a:cxnLst>
                <a:cxn ang="0">
                  <a:pos x="6" y="90"/>
                </a:cxn>
                <a:cxn ang="0">
                  <a:pos x="18" y="102"/>
                </a:cxn>
                <a:cxn ang="0">
                  <a:pos x="30" y="108"/>
                </a:cxn>
                <a:cxn ang="0">
                  <a:pos x="60" y="108"/>
                </a:cxn>
                <a:cxn ang="0">
                  <a:pos x="84" y="96"/>
                </a:cxn>
                <a:cxn ang="0">
                  <a:pos x="90" y="84"/>
                </a:cxn>
                <a:cxn ang="0">
                  <a:pos x="90" y="66"/>
                </a:cxn>
                <a:cxn ang="0">
                  <a:pos x="84" y="36"/>
                </a:cxn>
                <a:cxn ang="0">
                  <a:pos x="72" y="18"/>
                </a:cxn>
                <a:cxn ang="0">
                  <a:pos x="60" y="6"/>
                </a:cxn>
                <a:cxn ang="0">
                  <a:pos x="54" y="0"/>
                </a:cxn>
                <a:cxn ang="0">
                  <a:pos x="54" y="0"/>
                </a:cxn>
                <a:cxn ang="0">
                  <a:pos x="48" y="0"/>
                </a:cxn>
                <a:cxn ang="0">
                  <a:pos x="24" y="24"/>
                </a:cxn>
                <a:cxn ang="0">
                  <a:pos x="12" y="48"/>
                </a:cxn>
                <a:cxn ang="0">
                  <a:pos x="0" y="66"/>
                </a:cxn>
                <a:cxn ang="0">
                  <a:pos x="6" y="90"/>
                </a:cxn>
                <a:cxn ang="0">
                  <a:pos x="6" y="90"/>
                </a:cxn>
                <a:cxn ang="0">
                  <a:pos x="18" y="66"/>
                </a:cxn>
                <a:cxn ang="0">
                  <a:pos x="24" y="48"/>
                </a:cxn>
                <a:cxn ang="0">
                  <a:pos x="36" y="30"/>
                </a:cxn>
                <a:cxn ang="0">
                  <a:pos x="42" y="18"/>
                </a:cxn>
                <a:cxn ang="0">
                  <a:pos x="48" y="12"/>
                </a:cxn>
                <a:cxn ang="0">
                  <a:pos x="78" y="42"/>
                </a:cxn>
                <a:cxn ang="0">
                  <a:pos x="84" y="66"/>
                </a:cxn>
                <a:cxn ang="0">
                  <a:pos x="66" y="90"/>
                </a:cxn>
                <a:cxn ang="0">
                  <a:pos x="54" y="96"/>
                </a:cxn>
                <a:cxn ang="0">
                  <a:pos x="42" y="96"/>
                </a:cxn>
                <a:cxn ang="0">
                  <a:pos x="30" y="96"/>
                </a:cxn>
                <a:cxn ang="0">
                  <a:pos x="24" y="84"/>
                </a:cxn>
                <a:cxn ang="0">
                  <a:pos x="18" y="78"/>
                </a:cxn>
                <a:cxn ang="0">
                  <a:pos x="18" y="66"/>
                </a:cxn>
                <a:cxn ang="0">
                  <a:pos x="18" y="66"/>
                </a:cxn>
              </a:cxnLst>
              <a:rect l="0" t="0" r="r" b="b"/>
              <a:pathLst>
                <a:path w="90" h="108">
                  <a:moveTo>
                    <a:pt x="6" y="90"/>
                  </a:moveTo>
                  <a:lnTo>
                    <a:pt x="18" y="102"/>
                  </a:lnTo>
                  <a:lnTo>
                    <a:pt x="30" y="108"/>
                  </a:lnTo>
                  <a:lnTo>
                    <a:pt x="60" y="108"/>
                  </a:lnTo>
                  <a:lnTo>
                    <a:pt x="84" y="96"/>
                  </a:lnTo>
                  <a:lnTo>
                    <a:pt x="90" y="84"/>
                  </a:lnTo>
                  <a:lnTo>
                    <a:pt x="90" y="66"/>
                  </a:lnTo>
                  <a:lnTo>
                    <a:pt x="84" y="36"/>
                  </a:lnTo>
                  <a:lnTo>
                    <a:pt x="72" y="18"/>
                  </a:lnTo>
                  <a:lnTo>
                    <a:pt x="60" y="6"/>
                  </a:lnTo>
                  <a:lnTo>
                    <a:pt x="54" y="0"/>
                  </a:lnTo>
                  <a:lnTo>
                    <a:pt x="54" y="0"/>
                  </a:lnTo>
                  <a:lnTo>
                    <a:pt x="48" y="0"/>
                  </a:lnTo>
                  <a:lnTo>
                    <a:pt x="24" y="24"/>
                  </a:lnTo>
                  <a:lnTo>
                    <a:pt x="12" y="48"/>
                  </a:lnTo>
                  <a:lnTo>
                    <a:pt x="0" y="66"/>
                  </a:lnTo>
                  <a:lnTo>
                    <a:pt x="6" y="90"/>
                  </a:lnTo>
                  <a:lnTo>
                    <a:pt x="6" y="90"/>
                  </a:lnTo>
                  <a:close/>
                  <a:moveTo>
                    <a:pt x="18" y="66"/>
                  </a:moveTo>
                  <a:lnTo>
                    <a:pt x="24" y="48"/>
                  </a:lnTo>
                  <a:lnTo>
                    <a:pt x="36" y="30"/>
                  </a:lnTo>
                  <a:lnTo>
                    <a:pt x="42" y="18"/>
                  </a:lnTo>
                  <a:lnTo>
                    <a:pt x="48" y="12"/>
                  </a:lnTo>
                  <a:lnTo>
                    <a:pt x="78" y="42"/>
                  </a:lnTo>
                  <a:lnTo>
                    <a:pt x="84" y="66"/>
                  </a:lnTo>
                  <a:lnTo>
                    <a:pt x="66" y="90"/>
                  </a:lnTo>
                  <a:lnTo>
                    <a:pt x="54" y="96"/>
                  </a:lnTo>
                  <a:lnTo>
                    <a:pt x="42" y="96"/>
                  </a:lnTo>
                  <a:lnTo>
                    <a:pt x="30" y="96"/>
                  </a:lnTo>
                  <a:lnTo>
                    <a:pt x="24" y="84"/>
                  </a:lnTo>
                  <a:lnTo>
                    <a:pt x="18" y="78"/>
                  </a:lnTo>
                  <a:lnTo>
                    <a:pt x="18" y="66"/>
                  </a:lnTo>
                  <a:lnTo>
                    <a:pt x="18"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6" name="Freeform 22"/>
            <p:cNvSpPr>
              <a:spLocks noEditPoints="1"/>
            </p:cNvSpPr>
            <p:nvPr userDrawn="1"/>
          </p:nvSpPr>
          <p:spPr bwMode="ltGray">
            <a:xfrm>
              <a:off x="5428" y="3525"/>
              <a:ext cx="66" cy="96"/>
            </a:xfrm>
            <a:custGeom>
              <a:avLst/>
              <a:gdLst/>
              <a:ahLst/>
              <a:cxnLst>
                <a:cxn ang="0">
                  <a:pos x="30" y="96"/>
                </a:cxn>
                <a:cxn ang="0">
                  <a:pos x="54" y="72"/>
                </a:cxn>
                <a:cxn ang="0">
                  <a:pos x="66" y="48"/>
                </a:cxn>
                <a:cxn ang="0">
                  <a:pos x="66" y="24"/>
                </a:cxn>
                <a:cxn ang="0">
                  <a:pos x="54" y="6"/>
                </a:cxn>
                <a:cxn ang="0">
                  <a:pos x="30" y="0"/>
                </a:cxn>
                <a:cxn ang="0">
                  <a:pos x="18" y="0"/>
                </a:cxn>
                <a:cxn ang="0">
                  <a:pos x="6" y="12"/>
                </a:cxn>
                <a:cxn ang="0">
                  <a:pos x="0" y="36"/>
                </a:cxn>
                <a:cxn ang="0">
                  <a:pos x="6" y="60"/>
                </a:cxn>
                <a:cxn ang="0">
                  <a:pos x="18" y="84"/>
                </a:cxn>
                <a:cxn ang="0">
                  <a:pos x="30" y="96"/>
                </a:cxn>
                <a:cxn ang="0">
                  <a:pos x="30" y="96"/>
                </a:cxn>
                <a:cxn ang="0">
                  <a:pos x="30" y="12"/>
                </a:cxn>
                <a:cxn ang="0">
                  <a:pos x="48" y="18"/>
                </a:cxn>
                <a:cxn ang="0">
                  <a:pos x="54" y="24"/>
                </a:cxn>
                <a:cxn ang="0">
                  <a:pos x="54" y="36"/>
                </a:cxn>
                <a:cxn ang="0">
                  <a:pos x="48" y="48"/>
                </a:cxn>
                <a:cxn ang="0">
                  <a:pos x="36" y="66"/>
                </a:cxn>
                <a:cxn ang="0">
                  <a:pos x="30" y="78"/>
                </a:cxn>
                <a:cxn ang="0">
                  <a:pos x="18" y="66"/>
                </a:cxn>
                <a:cxn ang="0">
                  <a:pos x="12" y="48"/>
                </a:cxn>
                <a:cxn ang="0">
                  <a:pos x="6" y="30"/>
                </a:cxn>
                <a:cxn ang="0">
                  <a:pos x="18" y="12"/>
                </a:cxn>
                <a:cxn ang="0">
                  <a:pos x="30" y="12"/>
                </a:cxn>
                <a:cxn ang="0">
                  <a:pos x="30" y="12"/>
                </a:cxn>
              </a:cxnLst>
              <a:rect l="0" t="0" r="r" b="b"/>
              <a:pathLst>
                <a:path w="66" h="96">
                  <a:moveTo>
                    <a:pt x="30" y="96"/>
                  </a:moveTo>
                  <a:lnTo>
                    <a:pt x="54" y="72"/>
                  </a:lnTo>
                  <a:lnTo>
                    <a:pt x="66" y="48"/>
                  </a:lnTo>
                  <a:lnTo>
                    <a:pt x="66" y="24"/>
                  </a:lnTo>
                  <a:lnTo>
                    <a:pt x="54" y="6"/>
                  </a:lnTo>
                  <a:lnTo>
                    <a:pt x="30" y="0"/>
                  </a:lnTo>
                  <a:lnTo>
                    <a:pt x="18" y="0"/>
                  </a:lnTo>
                  <a:lnTo>
                    <a:pt x="6" y="12"/>
                  </a:lnTo>
                  <a:lnTo>
                    <a:pt x="0" y="36"/>
                  </a:lnTo>
                  <a:lnTo>
                    <a:pt x="6" y="60"/>
                  </a:lnTo>
                  <a:lnTo>
                    <a:pt x="18" y="84"/>
                  </a:lnTo>
                  <a:lnTo>
                    <a:pt x="30" y="96"/>
                  </a:lnTo>
                  <a:lnTo>
                    <a:pt x="30" y="96"/>
                  </a:lnTo>
                  <a:close/>
                  <a:moveTo>
                    <a:pt x="30" y="12"/>
                  </a:moveTo>
                  <a:lnTo>
                    <a:pt x="48" y="18"/>
                  </a:lnTo>
                  <a:lnTo>
                    <a:pt x="54" y="24"/>
                  </a:lnTo>
                  <a:lnTo>
                    <a:pt x="54" y="36"/>
                  </a:lnTo>
                  <a:lnTo>
                    <a:pt x="48" y="48"/>
                  </a:lnTo>
                  <a:lnTo>
                    <a:pt x="36" y="66"/>
                  </a:lnTo>
                  <a:lnTo>
                    <a:pt x="30" y="78"/>
                  </a:lnTo>
                  <a:lnTo>
                    <a:pt x="18" y="66"/>
                  </a:lnTo>
                  <a:lnTo>
                    <a:pt x="12" y="48"/>
                  </a:lnTo>
                  <a:lnTo>
                    <a:pt x="6" y="30"/>
                  </a:lnTo>
                  <a:lnTo>
                    <a:pt x="18" y="12"/>
                  </a:lnTo>
                  <a:lnTo>
                    <a:pt x="30" y="12"/>
                  </a:lnTo>
                  <a:lnTo>
                    <a:pt x="30"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7" name="Freeform 23"/>
            <p:cNvSpPr>
              <a:spLocks/>
            </p:cNvSpPr>
            <p:nvPr userDrawn="1"/>
          </p:nvSpPr>
          <p:spPr bwMode="ltGray">
            <a:xfrm>
              <a:off x="3017" y="1127"/>
              <a:ext cx="2603" cy="444"/>
            </a:xfrm>
            <a:custGeom>
              <a:avLst/>
              <a:gdLst/>
              <a:ahLst/>
              <a:cxnLst>
                <a:cxn ang="0">
                  <a:pos x="2577" y="0"/>
                </a:cxn>
                <a:cxn ang="0">
                  <a:pos x="2594" y="72"/>
                </a:cxn>
                <a:cxn ang="0">
                  <a:pos x="6" y="444"/>
                </a:cxn>
                <a:cxn ang="0">
                  <a:pos x="0" y="396"/>
                </a:cxn>
                <a:cxn ang="0">
                  <a:pos x="1225" y="96"/>
                </a:cxn>
                <a:cxn ang="0">
                  <a:pos x="1351" y="78"/>
                </a:cxn>
                <a:cxn ang="0">
                  <a:pos x="2577" y="0"/>
                </a:cxn>
                <a:cxn ang="0">
                  <a:pos x="2577" y="0"/>
                </a:cxn>
              </a:cxnLst>
              <a:rect l="0" t="0" r="r" b="b"/>
              <a:pathLst>
                <a:path w="2594" h="444">
                  <a:moveTo>
                    <a:pt x="2577" y="0"/>
                  </a:moveTo>
                  <a:lnTo>
                    <a:pt x="2594" y="72"/>
                  </a:lnTo>
                  <a:lnTo>
                    <a:pt x="6" y="444"/>
                  </a:lnTo>
                  <a:lnTo>
                    <a:pt x="0" y="396"/>
                  </a:lnTo>
                  <a:lnTo>
                    <a:pt x="1225" y="96"/>
                  </a:lnTo>
                  <a:lnTo>
                    <a:pt x="1351" y="78"/>
                  </a:lnTo>
                  <a:lnTo>
                    <a:pt x="2577" y="0"/>
                  </a:lnTo>
                  <a:lnTo>
                    <a:pt x="2577"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sp>
          <p:nvSpPr>
            <p:cNvPr id="113688" name="Freeform 24"/>
            <p:cNvSpPr>
              <a:spLocks noEditPoints="1"/>
            </p:cNvSpPr>
            <p:nvPr userDrawn="1"/>
          </p:nvSpPr>
          <p:spPr bwMode="ltGray">
            <a:xfrm>
              <a:off x="2934" y="3773"/>
              <a:ext cx="84" cy="95"/>
            </a:xfrm>
            <a:custGeom>
              <a:avLst/>
              <a:gdLst/>
              <a:ahLst/>
              <a:cxnLst>
                <a:cxn ang="0">
                  <a:pos x="36" y="95"/>
                </a:cxn>
                <a:cxn ang="0">
                  <a:pos x="60" y="77"/>
                </a:cxn>
                <a:cxn ang="0">
                  <a:pos x="78" y="53"/>
                </a:cxn>
                <a:cxn ang="0">
                  <a:pos x="84" y="42"/>
                </a:cxn>
                <a:cxn ang="0">
                  <a:pos x="84" y="30"/>
                </a:cxn>
                <a:cxn ang="0">
                  <a:pos x="72" y="6"/>
                </a:cxn>
                <a:cxn ang="0">
                  <a:pos x="42" y="0"/>
                </a:cxn>
                <a:cxn ang="0">
                  <a:pos x="30" y="0"/>
                </a:cxn>
                <a:cxn ang="0">
                  <a:pos x="12" y="12"/>
                </a:cxn>
                <a:cxn ang="0">
                  <a:pos x="0" y="24"/>
                </a:cxn>
                <a:cxn ang="0">
                  <a:pos x="0" y="36"/>
                </a:cxn>
                <a:cxn ang="0">
                  <a:pos x="6" y="59"/>
                </a:cxn>
                <a:cxn ang="0">
                  <a:pos x="24" y="83"/>
                </a:cxn>
                <a:cxn ang="0">
                  <a:pos x="36" y="95"/>
                </a:cxn>
                <a:cxn ang="0">
                  <a:pos x="36" y="95"/>
                </a:cxn>
                <a:cxn ang="0">
                  <a:pos x="48" y="12"/>
                </a:cxn>
                <a:cxn ang="0">
                  <a:pos x="66" y="18"/>
                </a:cxn>
                <a:cxn ang="0">
                  <a:pos x="72" y="30"/>
                </a:cxn>
                <a:cxn ang="0">
                  <a:pos x="72" y="42"/>
                </a:cxn>
                <a:cxn ang="0">
                  <a:pos x="66" y="53"/>
                </a:cxn>
                <a:cxn ang="0">
                  <a:pos x="48" y="71"/>
                </a:cxn>
                <a:cxn ang="0">
                  <a:pos x="42" y="77"/>
                </a:cxn>
                <a:cxn ang="0">
                  <a:pos x="36" y="77"/>
                </a:cxn>
                <a:cxn ang="0">
                  <a:pos x="24" y="65"/>
                </a:cxn>
                <a:cxn ang="0">
                  <a:pos x="18" y="48"/>
                </a:cxn>
                <a:cxn ang="0">
                  <a:pos x="18" y="30"/>
                </a:cxn>
                <a:cxn ang="0">
                  <a:pos x="30" y="12"/>
                </a:cxn>
                <a:cxn ang="0">
                  <a:pos x="48" y="12"/>
                </a:cxn>
                <a:cxn ang="0">
                  <a:pos x="48" y="12"/>
                </a:cxn>
              </a:cxnLst>
              <a:rect l="0" t="0" r="r" b="b"/>
              <a:pathLst>
                <a:path w="84" h="95">
                  <a:moveTo>
                    <a:pt x="36" y="95"/>
                  </a:moveTo>
                  <a:lnTo>
                    <a:pt x="60" y="77"/>
                  </a:lnTo>
                  <a:lnTo>
                    <a:pt x="78" y="53"/>
                  </a:lnTo>
                  <a:lnTo>
                    <a:pt x="84" y="42"/>
                  </a:lnTo>
                  <a:lnTo>
                    <a:pt x="84" y="30"/>
                  </a:lnTo>
                  <a:lnTo>
                    <a:pt x="72" y="6"/>
                  </a:lnTo>
                  <a:lnTo>
                    <a:pt x="42" y="0"/>
                  </a:lnTo>
                  <a:lnTo>
                    <a:pt x="30" y="0"/>
                  </a:lnTo>
                  <a:lnTo>
                    <a:pt x="12" y="12"/>
                  </a:lnTo>
                  <a:lnTo>
                    <a:pt x="0" y="24"/>
                  </a:lnTo>
                  <a:lnTo>
                    <a:pt x="0" y="36"/>
                  </a:lnTo>
                  <a:lnTo>
                    <a:pt x="6" y="59"/>
                  </a:lnTo>
                  <a:lnTo>
                    <a:pt x="24" y="83"/>
                  </a:lnTo>
                  <a:lnTo>
                    <a:pt x="36" y="95"/>
                  </a:lnTo>
                  <a:lnTo>
                    <a:pt x="36" y="95"/>
                  </a:lnTo>
                  <a:close/>
                  <a:moveTo>
                    <a:pt x="48" y="12"/>
                  </a:moveTo>
                  <a:lnTo>
                    <a:pt x="66" y="18"/>
                  </a:lnTo>
                  <a:lnTo>
                    <a:pt x="72" y="30"/>
                  </a:lnTo>
                  <a:lnTo>
                    <a:pt x="72" y="42"/>
                  </a:lnTo>
                  <a:lnTo>
                    <a:pt x="66" y="53"/>
                  </a:lnTo>
                  <a:lnTo>
                    <a:pt x="48" y="71"/>
                  </a:lnTo>
                  <a:lnTo>
                    <a:pt x="42" y="77"/>
                  </a:lnTo>
                  <a:lnTo>
                    <a:pt x="36" y="77"/>
                  </a:lnTo>
                  <a:lnTo>
                    <a:pt x="24" y="65"/>
                  </a:lnTo>
                  <a:lnTo>
                    <a:pt x="18" y="48"/>
                  </a:lnTo>
                  <a:lnTo>
                    <a:pt x="18" y="30"/>
                  </a:lnTo>
                  <a:lnTo>
                    <a:pt x="30" y="12"/>
                  </a:lnTo>
                  <a:lnTo>
                    <a:pt x="48" y="12"/>
                  </a:lnTo>
                  <a:lnTo>
                    <a:pt x="48" y="1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89" name="Freeform 25"/>
            <p:cNvSpPr>
              <a:spLocks noEditPoints="1"/>
            </p:cNvSpPr>
            <p:nvPr userDrawn="1"/>
          </p:nvSpPr>
          <p:spPr bwMode="ltGray">
            <a:xfrm>
              <a:off x="3779" y="3872"/>
              <a:ext cx="90" cy="108"/>
            </a:xfrm>
            <a:custGeom>
              <a:avLst/>
              <a:gdLst/>
              <a:ahLst/>
              <a:cxnLst>
                <a:cxn ang="0">
                  <a:pos x="12" y="96"/>
                </a:cxn>
                <a:cxn ang="0">
                  <a:pos x="24" y="108"/>
                </a:cxn>
                <a:cxn ang="0">
                  <a:pos x="42" y="108"/>
                </a:cxn>
                <a:cxn ang="0">
                  <a:pos x="66" y="102"/>
                </a:cxn>
                <a:cxn ang="0">
                  <a:pos x="84" y="78"/>
                </a:cxn>
                <a:cxn ang="0">
                  <a:pos x="90" y="66"/>
                </a:cxn>
                <a:cxn ang="0">
                  <a:pos x="84" y="48"/>
                </a:cxn>
                <a:cxn ang="0">
                  <a:pos x="66" y="24"/>
                </a:cxn>
                <a:cxn ang="0">
                  <a:pos x="48" y="12"/>
                </a:cxn>
                <a:cxn ang="0">
                  <a:pos x="36" y="0"/>
                </a:cxn>
                <a:cxn ang="0">
                  <a:pos x="30" y="0"/>
                </a:cxn>
                <a:cxn ang="0">
                  <a:pos x="30" y="0"/>
                </a:cxn>
                <a:cxn ang="0">
                  <a:pos x="24" y="0"/>
                </a:cxn>
                <a:cxn ang="0">
                  <a:pos x="12" y="30"/>
                </a:cxn>
                <a:cxn ang="0">
                  <a:pos x="0" y="54"/>
                </a:cxn>
                <a:cxn ang="0">
                  <a:pos x="0" y="78"/>
                </a:cxn>
                <a:cxn ang="0">
                  <a:pos x="12" y="96"/>
                </a:cxn>
                <a:cxn ang="0">
                  <a:pos x="12" y="96"/>
                </a:cxn>
                <a:cxn ang="0">
                  <a:pos x="12" y="72"/>
                </a:cxn>
                <a:cxn ang="0">
                  <a:pos x="18" y="54"/>
                </a:cxn>
                <a:cxn ang="0">
                  <a:pos x="24" y="36"/>
                </a:cxn>
                <a:cxn ang="0">
                  <a:pos x="30" y="18"/>
                </a:cxn>
                <a:cxn ang="0">
                  <a:pos x="30" y="12"/>
                </a:cxn>
                <a:cxn ang="0">
                  <a:pos x="48" y="24"/>
                </a:cxn>
                <a:cxn ang="0">
                  <a:pos x="66" y="36"/>
                </a:cxn>
                <a:cxn ang="0">
                  <a:pos x="78" y="54"/>
                </a:cxn>
                <a:cxn ang="0">
                  <a:pos x="78" y="72"/>
                </a:cxn>
                <a:cxn ang="0">
                  <a:pos x="72" y="84"/>
                </a:cxn>
                <a:cxn ang="0">
                  <a:pos x="48" y="96"/>
                </a:cxn>
                <a:cxn ang="0">
                  <a:pos x="36" y="96"/>
                </a:cxn>
                <a:cxn ang="0">
                  <a:pos x="24" y="90"/>
                </a:cxn>
                <a:cxn ang="0">
                  <a:pos x="18" y="84"/>
                </a:cxn>
                <a:cxn ang="0">
                  <a:pos x="12" y="72"/>
                </a:cxn>
                <a:cxn ang="0">
                  <a:pos x="12" y="72"/>
                </a:cxn>
              </a:cxnLst>
              <a:rect l="0" t="0" r="r" b="b"/>
              <a:pathLst>
                <a:path w="90" h="108">
                  <a:moveTo>
                    <a:pt x="12" y="96"/>
                  </a:moveTo>
                  <a:lnTo>
                    <a:pt x="24" y="108"/>
                  </a:lnTo>
                  <a:lnTo>
                    <a:pt x="42" y="108"/>
                  </a:lnTo>
                  <a:lnTo>
                    <a:pt x="66" y="102"/>
                  </a:lnTo>
                  <a:lnTo>
                    <a:pt x="84" y="78"/>
                  </a:lnTo>
                  <a:lnTo>
                    <a:pt x="90" y="66"/>
                  </a:lnTo>
                  <a:lnTo>
                    <a:pt x="84" y="48"/>
                  </a:lnTo>
                  <a:lnTo>
                    <a:pt x="66" y="24"/>
                  </a:lnTo>
                  <a:lnTo>
                    <a:pt x="48" y="12"/>
                  </a:lnTo>
                  <a:lnTo>
                    <a:pt x="36" y="0"/>
                  </a:lnTo>
                  <a:lnTo>
                    <a:pt x="30" y="0"/>
                  </a:lnTo>
                  <a:lnTo>
                    <a:pt x="30" y="0"/>
                  </a:lnTo>
                  <a:lnTo>
                    <a:pt x="24" y="0"/>
                  </a:lnTo>
                  <a:lnTo>
                    <a:pt x="12" y="30"/>
                  </a:lnTo>
                  <a:lnTo>
                    <a:pt x="0" y="54"/>
                  </a:lnTo>
                  <a:lnTo>
                    <a:pt x="0" y="78"/>
                  </a:lnTo>
                  <a:lnTo>
                    <a:pt x="12" y="96"/>
                  </a:lnTo>
                  <a:lnTo>
                    <a:pt x="12" y="96"/>
                  </a:lnTo>
                  <a:close/>
                  <a:moveTo>
                    <a:pt x="12" y="72"/>
                  </a:moveTo>
                  <a:lnTo>
                    <a:pt x="18" y="54"/>
                  </a:lnTo>
                  <a:lnTo>
                    <a:pt x="24" y="36"/>
                  </a:lnTo>
                  <a:lnTo>
                    <a:pt x="30" y="18"/>
                  </a:lnTo>
                  <a:lnTo>
                    <a:pt x="30" y="12"/>
                  </a:lnTo>
                  <a:lnTo>
                    <a:pt x="48" y="24"/>
                  </a:lnTo>
                  <a:lnTo>
                    <a:pt x="66" y="36"/>
                  </a:lnTo>
                  <a:lnTo>
                    <a:pt x="78" y="54"/>
                  </a:lnTo>
                  <a:lnTo>
                    <a:pt x="78" y="72"/>
                  </a:lnTo>
                  <a:lnTo>
                    <a:pt x="72" y="84"/>
                  </a:lnTo>
                  <a:lnTo>
                    <a:pt x="48" y="96"/>
                  </a:lnTo>
                  <a:lnTo>
                    <a:pt x="36" y="96"/>
                  </a:lnTo>
                  <a:lnTo>
                    <a:pt x="24" y="90"/>
                  </a:lnTo>
                  <a:lnTo>
                    <a:pt x="18" y="84"/>
                  </a:lnTo>
                  <a:lnTo>
                    <a:pt x="12" y="72"/>
                  </a:lnTo>
                  <a:lnTo>
                    <a:pt x="12" y="72"/>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90" name="Freeform 26"/>
            <p:cNvSpPr>
              <a:spLocks noEditPoints="1"/>
            </p:cNvSpPr>
            <p:nvPr userDrawn="1"/>
          </p:nvSpPr>
          <p:spPr bwMode="ltGray">
            <a:xfrm>
              <a:off x="2400" y="3872"/>
              <a:ext cx="72" cy="90"/>
            </a:xfrm>
            <a:custGeom>
              <a:avLst/>
              <a:gdLst/>
              <a:ahLst/>
              <a:cxnLst>
                <a:cxn ang="0">
                  <a:pos x="71" y="90"/>
                </a:cxn>
                <a:cxn ang="0">
                  <a:pos x="71" y="60"/>
                </a:cxn>
                <a:cxn ang="0">
                  <a:pos x="71" y="36"/>
                </a:cxn>
                <a:cxn ang="0">
                  <a:pos x="60" y="12"/>
                </a:cxn>
                <a:cxn ang="0">
                  <a:pos x="36" y="0"/>
                </a:cxn>
                <a:cxn ang="0">
                  <a:pos x="12" y="12"/>
                </a:cxn>
                <a:cxn ang="0">
                  <a:pos x="0" y="36"/>
                </a:cxn>
                <a:cxn ang="0">
                  <a:pos x="6" y="60"/>
                </a:cxn>
                <a:cxn ang="0">
                  <a:pos x="30" y="78"/>
                </a:cxn>
                <a:cxn ang="0">
                  <a:pos x="54" y="90"/>
                </a:cxn>
                <a:cxn ang="0">
                  <a:pos x="71" y="90"/>
                </a:cxn>
                <a:cxn ang="0">
                  <a:pos x="71" y="90"/>
                </a:cxn>
                <a:cxn ang="0">
                  <a:pos x="24" y="18"/>
                </a:cxn>
                <a:cxn ang="0">
                  <a:pos x="42" y="18"/>
                </a:cxn>
                <a:cxn ang="0">
                  <a:pos x="54" y="18"/>
                </a:cxn>
                <a:cxn ang="0">
                  <a:pos x="60" y="42"/>
                </a:cxn>
                <a:cxn ang="0">
                  <a:pos x="60" y="66"/>
                </a:cxn>
                <a:cxn ang="0">
                  <a:pos x="60" y="72"/>
                </a:cxn>
                <a:cxn ang="0">
                  <a:pos x="60" y="78"/>
                </a:cxn>
                <a:cxn ang="0">
                  <a:pos x="42" y="72"/>
                </a:cxn>
                <a:cxn ang="0">
                  <a:pos x="24" y="66"/>
                </a:cxn>
                <a:cxn ang="0">
                  <a:pos x="12" y="48"/>
                </a:cxn>
                <a:cxn ang="0">
                  <a:pos x="12" y="30"/>
                </a:cxn>
                <a:cxn ang="0">
                  <a:pos x="24" y="18"/>
                </a:cxn>
                <a:cxn ang="0">
                  <a:pos x="24" y="18"/>
                </a:cxn>
              </a:cxnLst>
              <a:rect l="0" t="0" r="r" b="b"/>
              <a:pathLst>
                <a:path w="71" h="90">
                  <a:moveTo>
                    <a:pt x="71" y="90"/>
                  </a:moveTo>
                  <a:lnTo>
                    <a:pt x="71" y="60"/>
                  </a:lnTo>
                  <a:lnTo>
                    <a:pt x="71" y="36"/>
                  </a:lnTo>
                  <a:lnTo>
                    <a:pt x="60" y="12"/>
                  </a:lnTo>
                  <a:lnTo>
                    <a:pt x="36" y="0"/>
                  </a:lnTo>
                  <a:lnTo>
                    <a:pt x="12" y="12"/>
                  </a:lnTo>
                  <a:lnTo>
                    <a:pt x="0" y="36"/>
                  </a:lnTo>
                  <a:lnTo>
                    <a:pt x="6" y="60"/>
                  </a:lnTo>
                  <a:lnTo>
                    <a:pt x="30" y="78"/>
                  </a:lnTo>
                  <a:lnTo>
                    <a:pt x="54" y="90"/>
                  </a:lnTo>
                  <a:lnTo>
                    <a:pt x="71" y="90"/>
                  </a:lnTo>
                  <a:lnTo>
                    <a:pt x="71" y="90"/>
                  </a:lnTo>
                  <a:close/>
                  <a:moveTo>
                    <a:pt x="24" y="18"/>
                  </a:moveTo>
                  <a:lnTo>
                    <a:pt x="42" y="18"/>
                  </a:lnTo>
                  <a:lnTo>
                    <a:pt x="54" y="18"/>
                  </a:lnTo>
                  <a:lnTo>
                    <a:pt x="60" y="42"/>
                  </a:lnTo>
                  <a:lnTo>
                    <a:pt x="60" y="66"/>
                  </a:lnTo>
                  <a:lnTo>
                    <a:pt x="60" y="72"/>
                  </a:lnTo>
                  <a:lnTo>
                    <a:pt x="60" y="78"/>
                  </a:lnTo>
                  <a:lnTo>
                    <a:pt x="42" y="72"/>
                  </a:lnTo>
                  <a:lnTo>
                    <a:pt x="24" y="66"/>
                  </a:lnTo>
                  <a:lnTo>
                    <a:pt x="12" y="48"/>
                  </a:lnTo>
                  <a:lnTo>
                    <a:pt x="12" y="30"/>
                  </a:lnTo>
                  <a:lnTo>
                    <a:pt x="24" y="18"/>
                  </a:lnTo>
                  <a:lnTo>
                    <a:pt x="24"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91" name="Oval 27"/>
            <p:cNvSpPr>
              <a:spLocks noChangeArrowheads="1"/>
            </p:cNvSpPr>
            <p:nvPr userDrawn="1"/>
          </p:nvSpPr>
          <p:spPr bwMode="ltGray">
            <a:xfrm>
              <a:off x="2444" y="3838"/>
              <a:ext cx="1380" cy="389"/>
            </a:xfrm>
            <a:prstGeom prst="ellipse">
              <a:avLst/>
            </a:prstGeom>
            <a:gradFill rotWithShape="0">
              <a:gsLst>
                <a:gs pos="0">
                  <a:schemeClr val="bg2">
                    <a:gamma/>
                    <a:tint val="81961"/>
                    <a:invGamma/>
                  </a:schemeClr>
                </a:gs>
                <a:gs pos="100000">
                  <a:schemeClr val="bg2"/>
                </a:gs>
              </a:gsLst>
              <a:lin ang="2700000" scaled="1"/>
            </a:gradFill>
            <a:ln w="9525">
              <a:noFill/>
              <a:round/>
              <a:headEnd/>
              <a:tailEnd/>
            </a:ln>
            <a:effectLst/>
          </p:spPr>
          <p:txBody>
            <a:bodyPr/>
            <a:lstStyle/>
            <a:p>
              <a:pPr>
                <a:defRPr/>
              </a:pPr>
              <a:endParaRPr lang="en-US"/>
            </a:p>
          </p:txBody>
        </p:sp>
        <p:sp>
          <p:nvSpPr>
            <p:cNvPr id="113692" name="Oval 28"/>
            <p:cNvSpPr>
              <a:spLocks noChangeArrowheads="1"/>
            </p:cNvSpPr>
            <p:nvPr userDrawn="1"/>
          </p:nvSpPr>
          <p:spPr bwMode="ltGray">
            <a:xfrm>
              <a:off x="2394" y="3834"/>
              <a:ext cx="1502" cy="288"/>
            </a:xfrm>
            <a:prstGeom prst="ellipse">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113693" name="Oval 29"/>
            <p:cNvSpPr>
              <a:spLocks noChangeArrowheads="1"/>
            </p:cNvSpPr>
            <p:nvPr userDrawn="1"/>
          </p:nvSpPr>
          <p:spPr bwMode="ltGray">
            <a:xfrm>
              <a:off x="2441" y="3860"/>
              <a:ext cx="1425" cy="220"/>
            </a:xfrm>
            <a:prstGeom prst="ellipse">
              <a:avLst/>
            </a:prstGeom>
            <a:gradFill rotWithShape="0">
              <a:gsLst>
                <a:gs pos="0">
                  <a:schemeClr val="bg2"/>
                </a:gs>
                <a:gs pos="100000">
                  <a:schemeClr val="bg2">
                    <a:gamma/>
                    <a:tint val="81961"/>
                    <a:invGamma/>
                  </a:schemeClr>
                </a:gs>
              </a:gsLst>
              <a:lin ang="0" scaled="1"/>
            </a:gradFill>
            <a:ln w="9525">
              <a:noFill/>
              <a:round/>
              <a:headEnd/>
              <a:tailEnd/>
            </a:ln>
            <a:effectLst/>
          </p:spPr>
          <p:txBody>
            <a:bodyPr/>
            <a:lstStyle/>
            <a:p>
              <a:pPr>
                <a:defRPr/>
              </a:pPr>
              <a:endParaRPr lang="en-US"/>
            </a:p>
          </p:txBody>
        </p:sp>
        <p:sp>
          <p:nvSpPr>
            <p:cNvPr id="113694" name="Freeform 30"/>
            <p:cNvSpPr>
              <a:spLocks noEditPoints="1"/>
            </p:cNvSpPr>
            <p:nvPr userDrawn="1"/>
          </p:nvSpPr>
          <p:spPr bwMode="ltGray">
            <a:xfrm>
              <a:off x="3743" y="3788"/>
              <a:ext cx="90" cy="96"/>
            </a:xfrm>
            <a:custGeom>
              <a:avLst/>
              <a:gdLst/>
              <a:ahLst/>
              <a:cxnLst>
                <a:cxn ang="0">
                  <a:pos x="66" y="96"/>
                </a:cxn>
                <a:cxn ang="0">
                  <a:pos x="78" y="66"/>
                </a:cxn>
                <a:cxn ang="0">
                  <a:pos x="90" y="42"/>
                </a:cxn>
                <a:cxn ang="0">
                  <a:pos x="78" y="18"/>
                </a:cxn>
                <a:cxn ang="0">
                  <a:pos x="60" y="0"/>
                </a:cxn>
                <a:cxn ang="0">
                  <a:pos x="30" y="6"/>
                </a:cxn>
                <a:cxn ang="0">
                  <a:pos x="18" y="18"/>
                </a:cxn>
                <a:cxn ang="0">
                  <a:pos x="6" y="30"/>
                </a:cxn>
                <a:cxn ang="0">
                  <a:pos x="0" y="42"/>
                </a:cxn>
                <a:cxn ang="0">
                  <a:pos x="6" y="60"/>
                </a:cxn>
                <a:cxn ang="0">
                  <a:pos x="24" y="78"/>
                </a:cxn>
                <a:cxn ang="0">
                  <a:pos x="48" y="90"/>
                </a:cxn>
                <a:cxn ang="0">
                  <a:pos x="66" y="96"/>
                </a:cxn>
                <a:cxn ang="0">
                  <a:pos x="66" y="96"/>
                </a:cxn>
                <a:cxn ang="0">
                  <a:pos x="42" y="18"/>
                </a:cxn>
                <a:cxn ang="0">
                  <a:pos x="60" y="18"/>
                </a:cxn>
                <a:cxn ang="0">
                  <a:pos x="72" y="24"/>
                </a:cxn>
                <a:cxn ang="0">
                  <a:pos x="72" y="36"/>
                </a:cxn>
                <a:cxn ang="0">
                  <a:pos x="72" y="48"/>
                </a:cxn>
                <a:cxn ang="0">
                  <a:pos x="66" y="72"/>
                </a:cxn>
                <a:cxn ang="0">
                  <a:pos x="60" y="78"/>
                </a:cxn>
                <a:cxn ang="0">
                  <a:pos x="60" y="84"/>
                </a:cxn>
                <a:cxn ang="0">
                  <a:pos x="42" y="72"/>
                </a:cxn>
                <a:cxn ang="0">
                  <a:pos x="30" y="66"/>
                </a:cxn>
                <a:cxn ang="0">
                  <a:pos x="18" y="42"/>
                </a:cxn>
                <a:cxn ang="0">
                  <a:pos x="24" y="30"/>
                </a:cxn>
                <a:cxn ang="0">
                  <a:pos x="42" y="18"/>
                </a:cxn>
                <a:cxn ang="0">
                  <a:pos x="42" y="18"/>
                </a:cxn>
              </a:cxnLst>
              <a:rect l="0" t="0" r="r" b="b"/>
              <a:pathLst>
                <a:path w="90" h="96">
                  <a:moveTo>
                    <a:pt x="66" y="96"/>
                  </a:moveTo>
                  <a:lnTo>
                    <a:pt x="78" y="66"/>
                  </a:lnTo>
                  <a:lnTo>
                    <a:pt x="90" y="42"/>
                  </a:lnTo>
                  <a:lnTo>
                    <a:pt x="78" y="18"/>
                  </a:lnTo>
                  <a:lnTo>
                    <a:pt x="60" y="0"/>
                  </a:lnTo>
                  <a:lnTo>
                    <a:pt x="30" y="6"/>
                  </a:lnTo>
                  <a:lnTo>
                    <a:pt x="18" y="18"/>
                  </a:lnTo>
                  <a:lnTo>
                    <a:pt x="6" y="30"/>
                  </a:lnTo>
                  <a:lnTo>
                    <a:pt x="0" y="42"/>
                  </a:lnTo>
                  <a:lnTo>
                    <a:pt x="6" y="60"/>
                  </a:lnTo>
                  <a:lnTo>
                    <a:pt x="24" y="78"/>
                  </a:lnTo>
                  <a:lnTo>
                    <a:pt x="48" y="90"/>
                  </a:lnTo>
                  <a:lnTo>
                    <a:pt x="66" y="96"/>
                  </a:lnTo>
                  <a:lnTo>
                    <a:pt x="66" y="96"/>
                  </a:lnTo>
                  <a:close/>
                  <a:moveTo>
                    <a:pt x="42" y="18"/>
                  </a:moveTo>
                  <a:lnTo>
                    <a:pt x="60" y="18"/>
                  </a:lnTo>
                  <a:lnTo>
                    <a:pt x="72" y="24"/>
                  </a:lnTo>
                  <a:lnTo>
                    <a:pt x="72" y="36"/>
                  </a:lnTo>
                  <a:lnTo>
                    <a:pt x="72" y="48"/>
                  </a:lnTo>
                  <a:lnTo>
                    <a:pt x="66" y="72"/>
                  </a:lnTo>
                  <a:lnTo>
                    <a:pt x="60" y="78"/>
                  </a:lnTo>
                  <a:lnTo>
                    <a:pt x="60" y="84"/>
                  </a:lnTo>
                  <a:lnTo>
                    <a:pt x="42" y="72"/>
                  </a:lnTo>
                  <a:lnTo>
                    <a:pt x="30" y="66"/>
                  </a:lnTo>
                  <a:lnTo>
                    <a:pt x="18" y="42"/>
                  </a:lnTo>
                  <a:lnTo>
                    <a:pt x="24" y="30"/>
                  </a:lnTo>
                  <a:lnTo>
                    <a:pt x="42" y="18"/>
                  </a:lnTo>
                  <a:lnTo>
                    <a:pt x="42" y="18"/>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95" name="Freeform 31"/>
            <p:cNvSpPr>
              <a:spLocks noEditPoints="1"/>
            </p:cNvSpPr>
            <p:nvPr userDrawn="1"/>
          </p:nvSpPr>
          <p:spPr bwMode="ltGray">
            <a:xfrm>
              <a:off x="5422" y="3603"/>
              <a:ext cx="72" cy="108"/>
            </a:xfrm>
            <a:custGeom>
              <a:avLst/>
              <a:gdLst/>
              <a:ahLst/>
              <a:cxnLst>
                <a:cxn ang="0">
                  <a:pos x="0" y="90"/>
                </a:cxn>
                <a:cxn ang="0">
                  <a:pos x="12" y="102"/>
                </a:cxn>
                <a:cxn ang="0">
                  <a:pos x="24" y="108"/>
                </a:cxn>
                <a:cxn ang="0">
                  <a:pos x="48" y="108"/>
                </a:cxn>
                <a:cxn ang="0">
                  <a:pos x="66" y="96"/>
                </a:cxn>
                <a:cxn ang="0">
                  <a:pos x="72" y="66"/>
                </a:cxn>
                <a:cxn ang="0">
                  <a:pos x="66" y="42"/>
                </a:cxn>
                <a:cxn ang="0">
                  <a:pos x="60" y="18"/>
                </a:cxn>
                <a:cxn ang="0">
                  <a:pos x="48" y="6"/>
                </a:cxn>
                <a:cxn ang="0">
                  <a:pos x="42" y="0"/>
                </a:cxn>
                <a:cxn ang="0">
                  <a:pos x="42" y="0"/>
                </a:cxn>
                <a:cxn ang="0">
                  <a:pos x="36" y="0"/>
                </a:cxn>
                <a:cxn ang="0">
                  <a:pos x="18" y="24"/>
                </a:cxn>
                <a:cxn ang="0">
                  <a:pos x="6" y="48"/>
                </a:cxn>
                <a:cxn ang="0">
                  <a:pos x="0" y="66"/>
                </a:cxn>
                <a:cxn ang="0">
                  <a:pos x="0" y="90"/>
                </a:cxn>
                <a:cxn ang="0">
                  <a:pos x="0" y="90"/>
                </a:cxn>
                <a:cxn ang="0">
                  <a:pos x="12" y="66"/>
                </a:cxn>
                <a:cxn ang="0">
                  <a:pos x="18" y="48"/>
                </a:cxn>
                <a:cxn ang="0">
                  <a:pos x="24" y="36"/>
                </a:cxn>
                <a:cxn ang="0">
                  <a:pos x="30" y="24"/>
                </a:cxn>
                <a:cxn ang="0">
                  <a:pos x="36" y="18"/>
                </a:cxn>
                <a:cxn ang="0">
                  <a:pos x="54" y="30"/>
                </a:cxn>
                <a:cxn ang="0">
                  <a:pos x="60" y="48"/>
                </a:cxn>
                <a:cxn ang="0">
                  <a:pos x="66" y="72"/>
                </a:cxn>
                <a:cxn ang="0">
                  <a:pos x="66" y="84"/>
                </a:cxn>
                <a:cxn ang="0">
                  <a:pos x="54" y="96"/>
                </a:cxn>
                <a:cxn ang="0">
                  <a:pos x="30" y="102"/>
                </a:cxn>
                <a:cxn ang="0">
                  <a:pos x="24" y="96"/>
                </a:cxn>
                <a:cxn ang="0">
                  <a:pos x="12" y="90"/>
                </a:cxn>
                <a:cxn ang="0">
                  <a:pos x="12" y="78"/>
                </a:cxn>
                <a:cxn ang="0">
                  <a:pos x="12" y="66"/>
                </a:cxn>
                <a:cxn ang="0">
                  <a:pos x="12" y="66"/>
                </a:cxn>
              </a:cxnLst>
              <a:rect l="0" t="0" r="r" b="b"/>
              <a:pathLst>
                <a:path w="72" h="108">
                  <a:moveTo>
                    <a:pt x="0" y="90"/>
                  </a:moveTo>
                  <a:lnTo>
                    <a:pt x="12" y="102"/>
                  </a:lnTo>
                  <a:lnTo>
                    <a:pt x="24" y="108"/>
                  </a:lnTo>
                  <a:lnTo>
                    <a:pt x="48" y="108"/>
                  </a:lnTo>
                  <a:lnTo>
                    <a:pt x="66" y="96"/>
                  </a:lnTo>
                  <a:lnTo>
                    <a:pt x="72" y="66"/>
                  </a:lnTo>
                  <a:lnTo>
                    <a:pt x="66" y="42"/>
                  </a:lnTo>
                  <a:lnTo>
                    <a:pt x="60" y="18"/>
                  </a:lnTo>
                  <a:lnTo>
                    <a:pt x="48" y="6"/>
                  </a:lnTo>
                  <a:lnTo>
                    <a:pt x="42" y="0"/>
                  </a:lnTo>
                  <a:lnTo>
                    <a:pt x="42" y="0"/>
                  </a:lnTo>
                  <a:lnTo>
                    <a:pt x="36" y="0"/>
                  </a:lnTo>
                  <a:lnTo>
                    <a:pt x="18" y="24"/>
                  </a:lnTo>
                  <a:lnTo>
                    <a:pt x="6" y="48"/>
                  </a:lnTo>
                  <a:lnTo>
                    <a:pt x="0" y="66"/>
                  </a:lnTo>
                  <a:lnTo>
                    <a:pt x="0" y="90"/>
                  </a:lnTo>
                  <a:lnTo>
                    <a:pt x="0" y="90"/>
                  </a:lnTo>
                  <a:close/>
                  <a:moveTo>
                    <a:pt x="12" y="66"/>
                  </a:moveTo>
                  <a:lnTo>
                    <a:pt x="18" y="48"/>
                  </a:lnTo>
                  <a:lnTo>
                    <a:pt x="24" y="36"/>
                  </a:lnTo>
                  <a:lnTo>
                    <a:pt x="30" y="24"/>
                  </a:lnTo>
                  <a:lnTo>
                    <a:pt x="36" y="18"/>
                  </a:lnTo>
                  <a:lnTo>
                    <a:pt x="54" y="30"/>
                  </a:lnTo>
                  <a:lnTo>
                    <a:pt x="60" y="48"/>
                  </a:lnTo>
                  <a:lnTo>
                    <a:pt x="66" y="72"/>
                  </a:lnTo>
                  <a:lnTo>
                    <a:pt x="66" y="84"/>
                  </a:lnTo>
                  <a:lnTo>
                    <a:pt x="54" y="96"/>
                  </a:lnTo>
                  <a:lnTo>
                    <a:pt x="30" y="102"/>
                  </a:lnTo>
                  <a:lnTo>
                    <a:pt x="24" y="96"/>
                  </a:lnTo>
                  <a:lnTo>
                    <a:pt x="12" y="90"/>
                  </a:lnTo>
                  <a:lnTo>
                    <a:pt x="12" y="78"/>
                  </a:lnTo>
                  <a:lnTo>
                    <a:pt x="12" y="66"/>
                  </a:lnTo>
                  <a:lnTo>
                    <a:pt x="12" y="66"/>
                  </a:lnTo>
                  <a:close/>
                </a:path>
              </a:pathLst>
            </a:custGeom>
            <a:gradFill rotWithShape="0">
              <a:gsLst>
                <a:gs pos="0">
                  <a:schemeClr val="bg2"/>
                </a:gs>
                <a:gs pos="100000">
                  <a:schemeClr val="bg2">
                    <a:gamma/>
                    <a:tint val="81961"/>
                    <a:invGamma/>
                  </a:schemeClr>
                </a:gs>
              </a:gsLst>
              <a:lin ang="5400000" scaled="1"/>
            </a:gradFill>
            <a:ln w="9525">
              <a:noFill/>
              <a:round/>
              <a:headEnd/>
              <a:tailEnd/>
            </a:ln>
          </p:spPr>
          <p:txBody>
            <a:bodyPr/>
            <a:lstStyle/>
            <a:p>
              <a:pPr>
                <a:defRPr/>
              </a:pPr>
              <a:endParaRPr lang="en-US"/>
            </a:p>
          </p:txBody>
        </p:sp>
        <p:sp>
          <p:nvSpPr>
            <p:cNvPr id="113696" name="Rectangle 32"/>
            <p:cNvSpPr>
              <a:spLocks noChangeArrowheads="1"/>
            </p:cNvSpPr>
            <p:nvPr userDrawn="1"/>
          </p:nvSpPr>
          <p:spPr bwMode="ltGray">
            <a:xfrm>
              <a:off x="4238" y="1773"/>
              <a:ext cx="173" cy="2539"/>
            </a:xfrm>
            <a:prstGeom prst="rect">
              <a:avLst/>
            </a:prstGeom>
            <a:gradFill rotWithShape="0">
              <a:gsLst>
                <a:gs pos="0">
                  <a:schemeClr val="bg2">
                    <a:gamma/>
                    <a:tint val="81961"/>
                    <a:invGamma/>
                  </a:schemeClr>
                </a:gs>
                <a:gs pos="100000">
                  <a:schemeClr val="bg2"/>
                </a:gs>
              </a:gsLst>
              <a:lin ang="0" scaled="1"/>
            </a:gradFill>
            <a:ln w="9525">
              <a:noFill/>
              <a:miter lim="800000"/>
              <a:headEnd/>
              <a:tailEnd/>
            </a:ln>
            <a:effectLst/>
          </p:spPr>
          <p:txBody>
            <a:bodyPr/>
            <a:lstStyle/>
            <a:p>
              <a:pPr>
                <a:defRPr/>
              </a:pPr>
              <a:endParaRPr lang="en-US"/>
            </a:p>
          </p:txBody>
        </p:sp>
        <p:sp>
          <p:nvSpPr>
            <p:cNvPr id="113697" name="Rectangle 33"/>
            <p:cNvSpPr>
              <a:spLocks noChangeArrowheads="1"/>
            </p:cNvSpPr>
            <p:nvPr userDrawn="1"/>
          </p:nvSpPr>
          <p:spPr bwMode="ltGray">
            <a:xfrm>
              <a:off x="4288" y="1545"/>
              <a:ext cx="76" cy="240"/>
            </a:xfrm>
            <a:prstGeom prst="rect">
              <a:avLst/>
            </a:prstGeom>
            <a:gradFill rotWithShape="0">
              <a:gsLst>
                <a:gs pos="0">
                  <a:schemeClr val="bg2"/>
                </a:gs>
                <a:gs pos="100000">
                  <a:schemeClr val="bg2">
                    <a:gamma/>
                    <a:tint val="81961"/>
                    <a:invGamma/>
                  </a:schemeClr>
                </a:gs>
              </a:gsLst>
              <a:lin ang="5400000" scaled="1"/>
            </a:gradFill>
            <a:ln w="9525">
              <a:noFill/>
              <a:miter lim="800000"/>
              <a:headEnd/>
              <a:tailEnd/>
            </a:ln>
            <a:effectLst/>
          </p:spPr>
          <p:txBody>
            <a:bodyPr/>
            <a:lstStyle/>
            <a:p>
              <a:pPr>
                <a:defRPr/>
              </a:pPr>
              <a:endParaRPr lang="en-US"/>
            </a:p>
          </p:txBody>
        </p:sp>
        <p:sp>
          <p:nvSpPr>
            <p:cNvPr id="113698" name="AutoShape 34"/>
            <p:cNvSpPr>
              <a:spLocks noChangeArrowheads="1"/>
            </p:cNvSpPr>
            <p:nvPr userDrawn="1"/>
          </p:nvSpPr>
          <p:spPr bwMode="ltGray">
            <a:xfrm>
              <a:off x="4220" y="1743"/>
              <a:ext cx="205" cy="52"/>
            </a:xfrm>
            <a:prstGeom prst="roundRect">
              <a:avLst>
                <a:gd name="adj" fmla="val 16667"/>
              </a:avLst>
            </a:prstGeom>
            <a:gradFill rotWithShape="0">
              <a:gsLst>
                <a:gs pos="0">
                  <a:schemeClr val="bg2"/>
                </a:gs>
                <a:gs pos="100000">
                  <a:schemeClr val="bg2">
                    <a:gamma/>
                    <a:tint val="81961"/>
                    <a:invGamma/>
                  </a:schemeClr>
                </a:gs>
              </a:gsLst>
              <a:lin ang="5400000" scaled="1"/>
            </a:gradFill>
            <a:ln w="9525">
              <a:noFill/>
              <a:round/>
              <a:headEnd/>
              <a:tailEnd/>
            </a:ln>
            <a:effectLst/>
          </p:spPr>
          <p:txBody>
            <a:bodyPr/>
            <a:lstStyle/>
            <a:p>
              <a:pPr>
                <a:defRPr/>
              </a:pPr>
              <a:endParaRPr lang="en-US"/>
            </a:p>
          </p:txBody>
        </p:sp>
        <p:sp>
          <p:nvSpPr>
            <p:cNvPr id="113699" name="Freeform 35"/>
            <p:cNvSpPr>
              <a:spLocks/>
            </p:cNvSpPr>
            <p:nvPr userDrawn="1"/>
          </p:nvSpPr>
          <p:spPr bwMode="ltGray">
            <a:xfrm>
              <a:off x="4306" y="1529"/>
              <a:ext cx="252" cy="1576"/>
            </a:xfrm>
            <a:custGeom>
              <a:avLst/>
              <a:gdLst/>
              <a:ahLst/>
              <a:cxnLst>
                <a:cxn ang="0">
                  <a:pos x="252" y="1576"/>
                </a:cxn>
                <a:cxn ang="0">
                  <a:pos x="12" y="84"/>
                </a:cxn>
                <a:cxn ang="0">
                  <a:pos x="12" y="60"/>
                </a:cxn>
                <a:cxn ang="0">
                  <a:pos x="0" y="12"/>
                </a:cxn>
                <a:cxn ang="0">
                  <a:pos x="72" y="0"/>
                </a:cxn>
                <a:cxn ang="0">
                  <a:pos x="72" y="0"/>
                </a:cxn>
                <a:cxn ang="0">
                  <a:pos x="78" y="48"/>
                </a:cxn>
                <a:cxn ang="0">
                  <a:pos x="88" y="66"/>
                </a:cxn>
              </a:cxnLst>
              <a:rect l="0" t="0" r="r" b="b"/>
              <a:pathLst>
                <a:path w="252" h="1576">
                  <a:moveTo>
                    <a:pt x="252" y="1576"/>
                  </a:moveTo>
                  <a:lnTo>
                    <a:pt x="12" y="84"/>
                  </a:lnTo>
                  <a:lnTo>
                    <a:pt x="12" y="60"/>
                  </a:lnTo>
                  <a:lnTo>
                    <a:pt x="0" y="12"/>
                  </a:lnTo>
                  <a:lnTo>
                    <a:pt x="72" y="0"/>
                  </a:lnTo>
                  <a:lnTo>
                    <a:pt x="72" y="0"/>
                  </a:lnTo>
                  <a:lnTo>
                    <a:pt x="78" y="48"/>
                  </a:lnTo>
                  <a:lnTo>
                    <a:pt x="88" y="66"/>
                  </a:lnTo>
                </a:path>
              </a:pathLst>
            </a:custGeom>
            <a:gradFill rotWithShape="0">
              <a:gsLst>
                <a:gs pos="0">
                  <a:schemeClr val="bg2">
                    <a:gamma/>
                    <a:tint val="81961"/>
                    <a:invGamma/>
                  </a:schemeClr>
                </a:gs>
                <a:gs pos="100000">
                  <a:schemeClr val="bg2"/>
                </a:gs>
              </a:gsLst>
              <a:lin ang="2700000" scaled="1"/>
            </a:gradFill>
            <a:ln w="9525">
              <a:noFill/>
              <a:round/>
              <a:headEnd/>
              <a:tailEnd/>
            </a:ln>
          </p:spPr>
          <p:txBody>
            <a:bodyPr/>
            <a:lstStyle/>
            <a:p>
              <a:pPr>
                <a:defRPr/>
              </a:pPr>
              <a:endParaRPr lang="en-US"/>
            </a:p>
          </p:txBody>
        </p:sp>
        <p:sp>
          <p:nvSpPr>
            <p:cNvPr id="113700" name="Freeform 36"/>
            <p:cNvSpPr>
              <a:spLocks/>
            </p:cNvSpPr>
            <p:nvPr userDrawn="1"/>
          </p:nvSpPr>
          <p:spPr bwMode="ltGray">
            <a:xfrm>
              <a:off x="4169" y="1421"/>
              <a:ext cx="317" cy="138"/>
            </a:xfrm>
            <a:custGeom>
              <a:avLst/>
              <a:gdLst/>
              <a:ahLst/>
              <a:cxnLst>
                <a:cxn ang="0">
                  <a:pos x="161" y="0"/>
                </a:cxn>
                <a:cxn ang="0">
                  <a:pos x="227" y="6"/>
                </a:cxn>
                <a:cxn ang="0">
                  <a:pos x="275" y="36"/>
                </a:cxn>
                <a:cxn ang="0">
                  <a:pos x="304" y="78"/>
                </a:cxn>
                <a:cxn ang="0">
                  <a:pos x="316" y="138"/>
                </a:cxn>
                <a:cxn ang="0">
                  <a:pos x="0" y="138"/>
                </a:cxn>
                <a:cxn ang="0">
                  <a:pos x="11" y="78"/>
                </a:cxn>
                <a:cxn ang="0">
                  <a:pos x="47" y="36"/>
                </a:cxn>
                <a:cxn ang="0">
                  <a:pos x="95" y="6"/>
                </a:cxn>
                <a:cxn ang="0">
                  <a:pos x="161" y="0"/>
                </a:cxn>
                <a:cxn ang="0">
                  <a:pos x="161" y="0"/>
                </a:cxn>
              </a:cxnLst>
              <a:rect l="0" t="0" r="r" b="b"/>
              <a:pathLst>
                <a:path w="316" h="138">
                  <a:moveTo>
                    <a:pt x="161" y="0"/>
                  </a:moveTo>
                  <a:lnTo>
                    <a:pt x="227" y="6"/>
                  </a:lnTo>
                  <a:lnTo>
                    <a:pt x="275" y="36"/>
                  </a:lnTo>
                  <a:lnTo>
                    <a:pt x="304" y="78"/>
                  </a:lnTo>
                  <a:lnTo>
                    <a:pt x="316" y="138"/>
                  </a:lnTo>
                  <a:lnTo>
                    <a:pt x="0" y="138"/>
                  </a:lnTo>
                  <a:lnTo>
                    <a:pt x="11" y="78"/>
                  </a:lnTo>
                  <a:lnTo>
                    <a:pt x="47" y="36"/>
                  </a:lnTo>
                  <a:lnTo>
                    <a:pt x="95" y="6"/>
                  </a:lnTo>
                  <a:lnTo>
                    <a:pt x="161" y="0"/>
                  </a:lnTo>
                  <a:lnTo>
                    <a:pt x="161" y="0"/>
                  </a:lnTo>
                  <a:close/>
                </a:path>
              </a:pathLst>
            </a:custGeom>
            <a:gradFill rotWithShape="0">
              <a:gsLst>
                <a:gs pos="0">
                  <a:schemeClr val="bg2">
                    <a:gamma/>
                    <a:tint val="81961"/>
                    <a:invGamma/>
                  </a:schemeClr>
                </a:gs>
                <a:gs pos="100000">
                  <a:schemeClr val="bg2"/>
                </a:gs>
              </a:gsLst>
              <a:lin ang="0" scaled="1"/>
            </a:gradFill>
            <a:ln w="9525">
              <a:noFill/>
              <a:round/>
              <a:headEnd/>
              <a:tailEnd/>
            </a:ln>
          </p:spPr>
          <p:txBody>
            <a:bodyPr/>
            <a:lstStyle/>
            <a:p>
              <a:pPr>
                <a:defRPr/>
              </a:pPr>
              <a:endParaRPr lang="en-US"/>
            </a:p>
          </p:txBody>
        </p:sp>
      </p:grpSp>
      <p:sp>
        <p:nvSpPr>
          <p:cNvPr id="113701" name="Rectangle 37"/>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3702" name="Rectangle 38"/>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3703" name="Rectangle 39"/>
          <p:cNvSpPr>
            <a:spLocks noGrp="1" noChangeArrowheads="1"/>
          </p:cNvSpPr>
          <p:nvPr>
            <p:ph type="dt" sz="half" idx="2"/>
          </p:nvPr>
        </p:nvSpPr>
        <p:spPr bwMode="auto">
          <a:xfrm>
            <a:off x="457200" y="627856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113704" name="Rectangle 40"/>
          <p:cNvSpPr>
            <a:spLocks noGrp="1" noChangeArrowheads="1"/>
          </p:cNvSpPr>
          <p:nvPr>
            <p:ph type="ftr" sz="quarter" idx="3"/>
          </p:nvPr>
        </p:nvSpPr>
        <p:spPr bwMode="auto">
          <a:xfrm>
            <a:off x="3124200" y="627856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p>
        </p:txBody>
      </p:sp>
      <p:sp>
        <p:nvSpPr>
          <p:cNvPr id="113705" name="Rectangle 41"/>
          <p:cNvSpPr>
            <a:spLocks noGrp="1" noChangeArrowheads="1"/>
          </p:cNvSpPr>
          <p:nvPr>
            <p:ph type="sldNum" sz="quarter" idx="4"/>
          </p:nvPr>
        </p:nvSpPr>
        <p:spPr bwMode="auto">
          <a:xfrm>
            <a:off x="6553200" y="627856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8FD2001-A6BE-4E6B-9A3D-E4A1CDD5BABC}"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746"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6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SzPct val="65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croftonhouse.c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662" y="928670"/>
            <a:ext cx="7429552" cy="3785652"/>
          </a:xfrm>
          <a:prstGeom prst="rect">
            <a:avLst/>
          </a:prstGeom>
        </p:spPr>
        <p:txBody>
          <a:bodyPr wrap="square">
            <a:spAutoFit/>
          </a:bodyPr>
          <a:lstStyle/>
          <a:p>
            <a:r>
              <a:rPr lang="en-CA" sz="4000" dirty="0" smtClean="0"/>
              <a:t>CHS Course Information Evening for Parents and Students</a:t>
            </a:r>
            <a:br>
              <a:rPr lang="en-CA" sz="4000" dirty="0" smtClean="0"/>
            </a:br>
            <a:r>
              <a:rPr lang="en-CA" sz="4000" dirty="0" smtClean="0"/>
              <a:t/>
            </a:r>
            <a:br>
              <a:rPr lang="en-CA" sz="4000" dirty="0" smtClean="0"/>
            </a:br>
            <a:r>
              <a:rPr lang="en-CA" sz="4000" dirty="0" smtClean="0"/>
              <a:t/>
            </a:r>
            <a:br>
              <a:rPr lang="en-CA" sz="4000" dirty="0" smtClean="0"/>
            </a:br>
            <a:r>
              <a:rPr lang="en-CA" sz="4000" i="1" dirty="0" smtClean="0"/>
              <a:t>Wednesday, January 27</a:t>
            </a:r>
            <a:r>
              <a:rPr lang="en-CA" sz="4000" i="1" baseline="30000" dirty="0" smtClean="0"/>
              <a:t>th</a:t>
            </a:r>
            <a:r>
              <a:rPr lang="en-CA" sz="4000" i="1" dirty="0" smtClean="0"/>
              <a:t>, 2010</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lang="en-CA" sz="3600" smtClean="0"/>
              <a:t>Introductions</a:t>
            </a:r>
            <a:endParaRPr lang="en-US" sz="3600" smtClean="0"/>
          </a:p>
        </p:txBody>
      </p:sp>
      <p:sp>
        <p:nvSpPr>
          <p:cNvPr id="116739" name="Rectangle 3"/>
          <p:cNvSpPr>
            <a:spLocks noGrp="1" noChangeArrowheads="1"/>
          </p:cNvSpPr>
          <p:nvPr>
            <p:ph type="body" idx="1"/>
          </p:nvPr>
        </p:nvSpPr>
        <p:spPr/>
        <p:txBody>
          <a:bodyPr/>
          <a:lstStyle/>
          <a:p>
            <a:pPr eaLnBrk="1" hangingPunct="1">
              <a:lnSpc>
                <a:spcPct val="80000"/>
              </a:lnSpc>
              <a:buFont typeface="Wingdings" pitchFamily="2" charset="2"/>
              <a:buNone/>
              <a:defRPr/>
            </a:pPr>
            <a:r>
              <a:rPr lang="en-CA" sz="2400" dirty="0" smtClean="0"/>
              <a:t>Denise </a:t>
            </a:r>
            <a:r>
              <a:rPr lang="en-CA" sz="2400" dirty="0" err="1" smtClean="0"/>
              <a:t>Lamarche</a:t>
            </a:r>
            <a:r>
              <a:rPr lang="en-CA" sz="2400" dirty="0" smtClean="0"/>
              <a:t> -	Acting Director of the Senior School</a:t>
            </a:r>
          </a:p>
          <a:p>
            <a:pPr eaLnBrk="1" hangingPunct="1">
              <a:lnSpc>
                <a:spcPct val="80000"/>
              </a:lnSpc>
              <a:buFont typeface="Wingdings" pitchFamily="2" charset="2"/>
              <a:buNone/>
              <a:defRPr/>
            </a:pPr>
            <a:endParaRPr lang="en-CA" sz="2400" i="1" dirty="0" smtClean="0"/>
          </a:p>
          <a:p>
            <a:pPr eaLnBrk="1" hangingPunct="1">
              <a:lnSpc>
                <a:spcPct val="80000"/>
              </a:lnSpc>
              <a:buNone/>
              <a:defRPr/>
            </a:pPr>
            <a:r>
              <a:rPr lang="en-CA" sz="2400" dirty="0" err="1" smtClean="0"/>
              <a:t>Bev</a:t>
            </a:r>
            <a:r>
              <a:rPr lang="en-CA" sz="2400" dirty="0" smtClean="0"/>
              <a:t> Reid – 		Assistant Director -  Student and Daily 			Life</a:t>
            </a:r>
          </a:p>
          <a:p>
            <a:pPr eaLnBrk="1" hangingPunct="1">
              <a:lnSpc>
                <a:spcPct val="80000"/>
              </a:lnSpc>
              <a:buNone/>
              <a:defRPr/>
            </a:pPr>
            <a:endParaRPr lang="en-CA" sz="2400" dirty="0" smtClean="0"/>
          </a:p>
          <a:p>
            <a:pPr eaLnBrk="1" hangingPunct="1">
              <a:lnSpc>
                <a:spcPct val="80000"/>
              </a:lnSpc>
              <a:buNone/>
              <a:defRPr/>
            </a:pPr>
            <a:r>
              <a:rPr lang="en-CA" sz="2400" dirty="0" err="1" smtClean="0"/>
              <a:t>Marg</a:t>
            </a:r>
            <a:r>
              <a:rPr lang="en-CA" sz="2400" dirty="0" smtClean="0"/>
              <a:t> Willis -            Assistant Director – Teaching                       			and Learning</a:t>
            </a:r>
          </a:p>
          <a:p>
            <a:pPr eaLnBrk="1" hangingPunct="1">
              <a:lnSpc>
                <a:spcPct val="80000"/>
              </a:lnSpc>
              <a:buFont typeface="Wingdings" pitchFamily="2" charset="2"/>
              <a:buNone/>
              <a:defRPr/>
            </a:pPr>
            <a:endParaRPr lang="en-CA" sz="2400" i="1" dirty="0" smtClean="0"/>
          </a:p>
          <a:p>
            <a:pPr eaLnBrk="1" hangingPunct="1">
              <a:lnSpc>
                <a:spcPct val="80000"/>
              </a:lnSpc>
              <a:buFont typeface="Wingdings" pitchFamily="2" charset="2"/>
              <a:buNone/>
              <a:defRPr/>
            </a:pPr>
            <a:r>
              <a:rPr lang="en-CA" sz="2400" dirty="0" smtClean="0"/>
              <a:t>Ruth Fraser – 	Department Head Student Services</a:t>
            </a:r>
            <a:endParaRPr lang="en-CA" sz="2000" i="1" dirty="0" smtClean="0"/>
          </a:p>
          <a:p>
            <a:pPr eaLnBrk="1" hangingPunct="1">
              <a:lnSpc>
                <a:spcPct val="80000"/>
              </a:lnSpc>
              <a:buFont typeface="Wingdings" pitchFamily="2" charset="2"/>
              <a:buNone/>
              <a:defRPr/>
            </a:pPr>
            <a:endParaRPr lang="en-CA" sz="2400" dirty="0" smtClean="0"/>
          </a:p>
          <a:p>
            <a:pPr eaLnBrk="1" hangingPunct="1">
              <a:lnSpc>
                <a:spcPct val="80000"/>
              </a:lnSpc>
              <a:buFont typeface="Wingdings" pitchFamily="2" charset="2"/>
              <a:buNone/>
              <a:defRPr/>
            </a:pPr>
            <a:endParaRPr lang="en-CA" sz="2400" dirty="0" smtClean="0"/>
          </a:p>
          <a:p>
            <a:pPr eaLnBrk="1" hangingPunct="1">
              <a:lnSpc>
                <a:spcPct val="80000"/>
              </a:lnSpc>
              <a:buFont typeface="Wingdings" pitchFamily="2" charset="2"/>
              <a:buNone/>
              <a:defRPr/>
            </a:pPr>
            <a:endParaRPr lang="en-US" sz="2400"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a:xfrm>
            <a:off x="1214414" y="642918"/>
            <a:ext cx="7429552" cy="5295899"/>
          </a:xfrm>
        </p:spPr>
        <p:txBody>
          <a:bodyPr/>
          <a:lstStyle/>
          <a:p>
            <a:pPr eaLnBrk="1" hangingPunct="1">
              <a:lnSpc>
                <a:spcPct val="90000"/>
              </a:lnSpc>
              <a:buNone/>
              <a:defRPr/>
            </a:pPr>
            <a:r>
              <a:rPr lang="en-CA" sz="2000" dirty="0" smtClean="0"/>
              <a:t>Elspeth Anderson     Department Head Sciences</a:t>
            </a:r>
          </a:p>
          <a:p>
            <a:pPr eaLnBrk="1" hangingPunct="1">
              <a:lnSpc>
                <a:spcPct val="90000"/>
              </a:lnSpc>
              <a:buFont typeface="Wingdings" pitchFamily="2" charset="2"/>
              <a:buNone/>
              <a:defRPr/>
            </a:pPr>
            <a:endParaRPr lang="en-CA" sz="2000" dirty="0" smtClean="0"/>
          </a:p>
          <a:p>
            <a:pPr eaLnBrk="1" hangingPunct="1">
              <a:lnSpc>
                <a:spcPct val="90000"/>
              </a:lnSpc>
              <a:buNone/>
              <a:defRPr/>
            </a:pPr>
            <a:r>
              <a:rPr lang="en-CA" sz="2000" dirty="0" smtClean="0"/>
              <a:t>Brenda Ball  	       Department Head Social Studies</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Ron </a:t>
            </a:r>
            <a:r>
              <a:rPr lang="en-CA" sz="2000" dirty="0" err="1" smtClean="0"/>
              <a:t>Hemmings</a:t>
            </a:r>
            <a:r>
              <a:rPr lang="en-CA" sz="2000" dirty="0" smtClean="0"/>
              <a:t>         Department Head Mathematics</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Gerald Lambert         Department Head Physical Education</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Diana </a:t>
            </a:r>
            <a:r>
              <a:rPr lang="en-CA" sz="2000" dirty="0" err="1" smtClean="0"/>
              <a:t>Leaney</a:t>
            </a:r>
            <a:r>
              <a:rPr lang="en-CA" sz="2000" dirty="0" smtClean="0"/>
              <a:t>            Department Head Languages</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Kathy </a:t>
            </a:r>
            <a:r>
              <a:rPr lang="en-CA" sz="2000" dirty="0" err="1" smtClean="0"/>
              <a:t>MacRae</a:t>
            </a:r>
            <a:r>
              <a:rPr lang="en-CA" sz="2000" dirty="0" smtClean="0"/>
              <a:t>           Department Head - English</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err="1" smtClean="0"/>
              <a:t>Aubin</a:t>
            </a:r>
            <a:r>
              <a:rPr lang="en-CA" sz="2000" dirty="0" smtClean="0"/>
              <a:t> Stewart           Department Head Creative Arts</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Phil Stringer             Department Head – IT</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r>
              <a:rPr lang="en-CA" sz="2000" dirty="0" smtClean="0"/>
              <a:t>Nancy Symons      </a:t>
            </a:r>
            <a:r>
              <a:rPr lang="en-CA" sz="2000" b="1" dirty="0" smtClean="0"/>
              <a:t>   </a:t>
            </a:r>
            <a:r>
              <a:rPr lang="en-CA" sz="2000" dirty="0" smtClean="0"/>
              <a:t>Outdoor Education Co-ordinator</a:t>
            </a:r>
          </a:p>
          <a:p>
            <a:pPr eaLnBrk="1" hangingPunct="1">
              <a:lnSpc>
                <a:spcPct val="90000"/>
              </a:lnSpc>
              <a:buFont typeface="Wingdings" pitchFamily="2" charset="2"/>
              <a:buNone/>
              <a:defRPr/>
            </a:pPr>
            <a:endParaRPr lang="en-CA" sz="2000" dirty="0" smtClean="0"/>
          </a:p>
          <a:p>
            <a:pPr eaLnBrk="1" hangingPunct="1">
              <a:lnSpc>
                <a:spcPct val="90000"/>
              </a:lnSpc>
              <a:buFont typeface="Wingdings" pitchFamily="2" charset="2"/>
              <a:buNone/>
              <a:defRPr/>
            </a:pPr>
            <a:endParaRPr lang="en-CA" sz="20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defRPr/>
            </a:pPr>
            <a:r>
              <a:rPr lang="en-CA" sz="4000" smtClean="0"/>
              <a:t>Evening Agenda</a:t>
            </a:r>
            <a:endParaRPr lang="en-US" sz="4000" smtClean="0"/>
          </a:p>
        </p:txBody>
      </p:sp>
      <p:sp>
        <p:nvSpPr>
          <p:cNvPr id="69635" name="Rectangle 3"/>
          <p:cNvSpPr>
            <a:spLocks noGrp="1" noChangeArrowheads="1"/>
          </p:cNvSpPr>
          <p:nvPr>
            <p:ph type="body" idx="1"/>
          </p:nvPr>
        </p:nvSpPr>
        <p:spPr/>
        <p:txBody>
          <a:bodyPr/>
          <a:lstStyle/>
          <a:p>
            <a:pPr eaLnBrk="1" hangingPunct="1">
              <a:defRPr/>
            </a:pPr>
            <a:r>
              <a:rPr lang="en-CA" sz="2800" dirty="0" smtClean="0"/>
              <a:t>Welcome</a:t>
            </a:r>
          </a:p>
          <a:p>
            <a:pPr eaLnBrk="1" hangingPunct="1">
              <a:defRPr/>
            </a:pPr>
            <a:r>
              <a:rPr lang="en-CA" sz="2800" dirty="0" smtClean="0"/>
              <a:t>Introductions </a:t>
            </a:r>
          </a:p>
          <a:p>
            <a:pPr eaLnBrk="1" hangingPunct="1">
              <a:defRPr/>
            </a:pPr>
            <a:r>
              <a:rPr lang="en-CA" sz="2800" dirty="0" smtClean="0"/>
              <a:t>Course Planning Overview &amp; Timeline</a:t>
            </a:r>
          </a:p>
          <a:p>
            <a:pPr eaLnBrk="1" hangingPunct="1">
              <a:defRPr/>
            </a:pPr>
            <a:r>
              <a:rPr lang="en-CA" sz="2800" dirty="0" smtClean="0"/>
              <a:t>Graduation Requirements</a:t>
            </a:r>
          </a:p>
          <a:p>
            <a:pPr eaLnBrk="1" hangingPunct="1">
              <a:defRPr/>
            </a:pPr>
            <a:r>
              <a:rPr lang="en-CA" sz="2800" dirty="0" smtClean="0"/>
              <a:t>Course Planning for Post-Secondary </a:t>
            </a:r>
          </a:p>
          <a:p>
            <a:pPr eaLnBrk="1" hangingPunct="1">
              <a:defRPr/>
            </a:pPr>
            <a:r>
              <a:rPr lang="en-CA" sz="2800" dirty="0" smtClean="0"/>
              <a:t>Student Panel</a:t>
            </a:r>
          </a:p>
          <a:p>
            <a:pPr eaLnBrk="1" hangingPunct="1">
              <a:defRPr/>
            </a:pPr>
            <a:r>
              <a:rPr lang="en-CA" sz="2800" dirty="0" smtClean="0"/>
              <a:t>Over to the Senior School Foyer for </a:t>
            </a:r>
            <a:r>
              <a:rPr lang="en-CA" sz="2800" dirty="0" err="1" smtClean="0"/>
              <a:t>Q&amp;A’s</a:t>
            </a:r>
            <a:r>
              <a:rPr lang="en-CA" sz="2800" dirty="0" smtClean="0"/>
              <a:t> with Department Heads</a:t>
            </a:r>
            <a:endParaRPr lang="en-US" sz="28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en-CA" sz="4000" u="sng" smtClean="0"/>
              <a:t>Please Note:</a:t>
            </a:r>
            <a:endParaRPr lang="en-US" sz="4000" u="sng" smtClean="0"/>
          </a:p>
        </p:txBody>
      </p:sp>
      <p:sp>
        <p:nvSpPr>
          <p:cNvPr id="115715" name="Rectangle 3"/>
          <p:cNvSpPr>
            <a:spLocks noGrp="1" noChangeArrowheads="1"/>
          </p:cNvSpPr>
          <p:nvPr>
            <p:ph type="body" idx="1"/>
          </p:nvPr>
        </p:nvSpPr>
        <p:spPr/>
        <p:txBody>
          <a:bodyPr/>
          <a:lstStyle/>
          <a:p>
            <a:pPr eaLnBrk="1" hangingPunct="1">
              <a:defRPr/>
            </a:pPr>
            <a:r>
              <a:rPr lang="en-US" dirty="0" smtClean="0"/>
              <a:t>The following information can be found in the </a:t>
            </a:r>
            <a:r>
              <a:rPr lang="en-US" b="1" dirty="0" smtClean="0"/>
              <a:t>Course Information Handbook 2009-2010</a:t>
            </a:r>
            <a:r>
              <a:rPr lang="en-US" dirty="0" smtClean="0"/>
              <a:t> which is available on       THE VINE</a:t>
            </a:r>
          </a:p>
          <a:p>
            <a:pPr eaLnBrk="1" hangingPunct="1">
              <a:buFont typeface="Wingdings" pitchFamily="2" charset="2"/>
              <a:buNone/>
              <a:defRPr/>
            </a:pPr>
            <a:endParaRPr lang="en-US" dirty="0" smtClean="0"/>
          </a:p>
          <a:p>
            <a:pPr eaLnBrk="1" hangingPunct="1">
              <a:defRPr/>
            </a:pPr>
            <a:r>
              <a:rPr lang="en-US" dirty="0" smtClean="0"/>
              <a:t>A </a:t>
            </a:r>
            <a:r>
              <a:rPr lang="en-US" b="1" dirty="0" smtClean="0"/>
              <a:t>handout of FAQs</a:t>
            </a:r>
            <a:r>
              <a:rPr lang="en-US" dirty="0" smtClean="0"/>
              <a:t> will also be available after this presentation and posted online</a:t>
            </a:r>
          </a:p>
          <a:p>
            <a:pPr eaLnBrk="1" hangingPunct="1">
              <a:buFont typeface="Wingdings" pitchFamily="2" charset="2"/>
              <a:buNone/>
              <a:defRPr/>
            </a:pPr>
            <a:endParaRPr lang="en-US" dirty="0" smtClean="0"/>
          </a:p>
          <a:p>
            <a:pPr eaLnBrk="1" hangingPunct="1">
              <a:buFont typeface="Wingdings" pitchFamily="2" charset="2"/>
              <a:buNone/>
              <a:defRPr/>
            </a:pP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defRPr/>
            </a:pPr>
            <a:r>
              <a:rPr lang="en-CA" sz="3600" dirty="0" smtClean="0"/>
              <a:t>CHS Course Planning 2009-2010 </a:t>
            </a:r>
            <a:r>
              <a:rPr lang="en-CA" sz="3600" i="1" dirty="0" smtClean="0"/>
              <a:t>Timeline</a:t>
            </a:r>
            <a:endParaRPr lang="en-US" sz="3600" i="1" dirty="0" smtClean="0"/>
          </a:p>
        </p:txBody>
      </p:sp>
      <p:sp>
        <p:nvSpPr>
          <p:cNvPr id="63491" name="Rectangle 3"/>
          <p:cNvSpPr>
            <a:spLocks noGrp="1" noChangeArrowheads="1"/>
          </p:cNvSpPr>
          <p:nvPr>
            <p:ph type="body" idx="1"/>
          </p:nvPr>
        </p:nvSpPr>
        <p:spPr/>
        <p:txBody>
          <a:bodyPr/>
          <a:lstStyle/>
          <a:p>
            <a:pPr eaLnBrk="1" hangingPunct="1">
              <a:defRPr/>
            </a:pPr>
            <a:endParaRPr lang="en-CA" sz="2800" dirty="0" smtClean="0"/>
          </a:p>
          <a:p>
            <a:pPr eaLnBrk="1" hangingPunct="1">
              <a:defRPr/>
            </a:pPr>
            <a:r>
              <a:rPr lang="en-CA" sz="2800" dirty="0" smtClean="0"/>
              <a:t>January 27th – CHS Course Handbook via the VINE</a:t>
            </a:r>
          </a:p>
          <a:p>
            <a:pPr eaLnBrk="1" hangingPunct="1">
              <a:defRPr/>
            </a:pPr>
            <a:r>
              <a:rPr lang="en-CA" sz="2800" dirty="0" smtClean="0"/>
              <a:t> school website: </a:t>
            </a:r>
            <a:r>
              <a:rPr lang="en-US" u="sng" dirty="0" smtClean="0"/>
              <a:t>www.croftonhouse.ca</a:t>
            </a:r>
          </a:p>
          <a:p>
            <a:pPr eaLnBrk="1" hangingPunct="1">
              <a:buFont typeface="Wingdings" pitchFamily="2" charset="2"/>
              <a:buNone/>
              <a:defRPr/>
            </a:pPr>
            <a:endParaRPr lang="en-CA" sz="2800" dirty="0" smtClean="0"/>
          </a:p>
          <a:p>
            <a:pPr eaLnBrk="1" hangingPunct="1">
              <a:defRPr/>
            </a:pPr>
            <a:r>
              <a:rPr lang="en-CA" sz="2800" dirty="0" smtClean="0"/>
              <a:t>February 1 – Students receive &amp; review Course Selection sheets from Student Services counsellors</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en-CA" sz="3600" dirty="0" smtClean="0"/>
              <a:t>CHS Course Planning 2009-2010 </a:t>
            </a:r>
            <a:r>
              <a:rPr lang="en-CA" sz="3600" i="1" dirty="0" smtClean="0"/>
              <a:t>Timeline</a:t>
            </a:r>
            <a:endParaRPr lang="en-US" sz="3600" i="1" dirty="0" smtClean="0"/>
          </a:p>
        </p:txBody>
      </p:sp>
      <p:sp>
        <p:nvSpPr>
          <p:cNvPr id="99331" name="Rectangle 3"/>
          <p:cNvSpPr>
            <a:spLocks noGrp="1" noChangeArrowheads="1"/>
          </p:cNvSpPr>
          <p:nvPr>
            <p:ph type="body" idx="1"/>
          </p:nvPr>
        </p:nvSpPr>
        <p:spPr/>
        <p:txBody>
          <a:bodyPr/>
          <a:lstStyle/>
          <a:p>
            <a:pPr eaLnBrk="1" hangingPunct="1">
              <a:lnSpc>
                <a:spcPct val="90000"/>
              </a:lnSpc>
              <a:buFont typeface="Wingdings" pitchFamily="2" charset="2"/>
              <a:buNone/>
              <a:defRPr/>
            </a:pPr>
            <a:endParaRPr lang="en-CA" i="1" dirty="0" smtClean="0"/>
          </a:p>
          <a:p>
            <a:pPr eaLnBrk="1" hangingPunct="1">
              <a:lnSpc>
                <a:spcPct val="90000"/>
              </a:lnSpc>
              <a:defRPr/>
            </a:pPr>
            <a:r>
              <a:rPr lang="en-CA" sz="2800" dirty="0" smtClean="0"/>
              <a:t>February-March -- Students seek information from Student Services, Department Heads, and Subject Teachers and plan their Course Selections for next year</a:t>
            </a:r>
          </a:p>
          <a:p>
            <a:pPr eaLnBrk="1" hangingPunct="1">
              <a:lnSpc>
                <a:spcPct val="90000"/>
              </a:lnSpc>
              <a:defRPr/>
            </a:pPr>
            <a:endParaRPr lang="en-CA" sz="2800" dirty="0" smtClean="0"/>
          </a:p>
          <a:p>
            <a:pPr eaLnBrk="1" hangingPunct="1">
              <a:lnSpc>
                <a:spcPct val="90000"/>
              </a:lnSpc>
              <a:defRPr/>
            </a:pPr>
            <a:r>
              <a:rPr lang="en-CA" sz="2800" b="1" u="sng" dirty="0" smtClean="0"/>
              <a:t>Week of March  1 -5</a:t>
            </a:r>
            <a:r>
              <a:rPr lang="en-CA" sz="2800" b="1" u="sng" baseline="30000" dirty="0" smtClean="0"/>
              <a:t>th</a:t>
            </a:r>
            <a:r>
              <a:rPr lang="en-CA" sz="2800" b="1" u="sng" dirty="0" smtClean="0"/>
              <a:t> *</a:t>
            </a:r>
            <a:r>
              <a:rPr lang="en-CA" sz="2800" b="1" u="sng" smtClean="0"/>
              <a:t>Revised date - </a:t>
            </a:r>
            <a:r>
              <a:rPr lang="en-CA" sz="2800" b="1" dirty="0" smtClean="0"/>
              <a:t>COURSE SELECTIONS DUE </a:t>
            </a:r>
            <a:r>
              <a:rPr lang="en-CA" sz="2800" dirty="0" smtClean="0"/>
              <a:t>(PCR – Students may be inputting this directly this year electronically)</a:t>
            </a:r>
            <a:r>
              <a:rPr lang="en-CA" sz="2800" i="1" dirty="0" smtClean="0"/>
              <a:t> Planning Teacher/Student Services  will review prior to input</a:t>
            </a:r>
            <a:endParaRPr lang="en-CA" sz="2800" dirty="0" smtClean="0"/>
          </a:p>
          <a:p>
            <a:pPr eaLnBrk="1" hangingPunct="1">
              <a:lnSpc>
                <a:spcPct val="90000"/>
              </a:lnSpc>
              <a:defRPr/>
            </a:pPr>
            <a:endParaRPr lang="en-CA" dirty="0" smtClean="0"/>
          </a:p>
          <a:p>
            <a:pPr eaLnBrk="1" hangingPunct="1">
              <a:lnSpc>
                <a:spcPct val="90000"/>
              </a:lnSpc>
              <a:buFont typeface="Wingdings" pitchFamily="2" charset="2"/>
              <a:buNone/>
              <a:defRPr/>
            </a:pP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CA" sz="3600" smtClean="0"/>
              <a:t>Ministry of Education Graduation Programme (80 Credits)</a:t>
            </a:r>
            <a:endParaRPr lang="en-US" sz="3600" smtClean="0"/>
          </a:p>
        </p:txBody>
      </p:sp>
      <p:sp>
        <p:nvSpPr>
          <p:cNvPr id="6147" name="Rectangle 3"/>
          <p:cNvSpPr>
            <a:spLocks noGrp="1" noChangeArrowheads="1"/>
          </p:cNvSpPr>
          <p:nvPr>
            <p:ph type="body" idx="1"/>
          </p:nvPr>
        </p:nvSpPr>
        <p:spPr>
          <a:xfrm>
            <a:off x="457200" y="1774825"/>
            <a:ext cx="8229600" cy="4583113"/>
          </a:xfrm>
        </p:spPr>
        <p:txBody>
          <a:bodyPr/>
          <a:lstStyle/>
          <a:p>
            <a:pPr eaLnBrk="1" hangingPunct="1">
              <a:lnSpc>
                <a:spcPct val="80000"/>
              </a:lnSpc>
              <a:buFont typeface="Wingdings" pitchFamily="2" charset="2"/>
              <a:buNone/>
              <a:defRPr/>
            </a:pPr>
            <a:r>
              <a:rPr lang="en-CA" sz="2400" b="1" dirty="0" smtClean="0"/>
              <a:t>Required Courses:  52 credits</a:t>
            </a:r>
          </a:p>
          <a:p>
            <a:pPr eaLnBrk="1" hangingPunct="1">
              <a:lnSpc>
                <a:spcPct val="90000"/>
              </a:lnSpc>
              <a:buFont typeface="Wingdings" pitchFamily="2" charset="2"/>
              <a:buNone/>
              <a:defRPr/>
            </a:pPr>
            <a:endParaRPr lang="en-CA" sz="2400" dirty="0" smtClean="0"/>
          </a:p>
          <a:p>
            <a:pPr eaLnBrk="1" hangingPunct="1">
              <a:lnSpc>
                <a:spcPct val="90000"/>
              </a:lnSpc>
              <a:buFont typeface="Wingdings" pitchFamily="2" charset="2"/>
              <a:buNone/>
              <a:defRPr/>
            </a:pPr>
            <a:r>
              <a:rPr lang="en-CA" sz="2400" dirty="0" smtClean="0"/>
              <a:t>Mathematics 10 (4 credits)</a:t>
            </a:r>
          </a:p>
          <a:p>
            <a:pPr eaLnBrk="1" hangingPunct="1">
              <a:lnSpc>
                <a:spcPct val="80000"/>
              </a:lnSpc>
              <a:buFont typeface="Wingdings" pitchFamily="2" charset="2"/>
              <a:buNone/>
              <a:defRPr/>
            </a:pPr>
            <a:r>
              <a:rPr lang="en-CA" sz="2400" dirty="0" smtClean="0"/>
              <a:t>Mathematics 11 or 12 (4 credits)</a:t>
            </a:r>
          </a:p>
          <a:p>
            <a:pPr eaLnBrk="1" hangingPunct="1">
              <a:lnSpc>
                <a:spcPct val="80000"/>
              </a:lnSpc>
              <a:buFont typeface="Wingdings" pitchFamily="2" charset="2"/>
              <a:buNone/>
              <a:defRPr/>
            </a:pPr>
            <a:r>
              <a:rPr lang="en-CA" sz="2400" dirty="0" smtClean="0"/>
              <a:t>Physical Education 10 (4 credits)</a:t>
            </a:r>
          </a:p>
          <a:p>
            <a:pPr eaLnBrk="1" hangingPunct="1">
              <a:lnSpc>
                <a:spcPct val="80000"/>
              </a:lnSpc>
              <a:buFont typeface="Wingdings" pitchFamily="2" charset="2"/>
              <a:buNone/>
              <a:defRPr/>
            </a:pPr>
            <a:r>
              <a:rPr lang="en-CA" sz="2400" dirty="0" smtClean="0"/>
              <a:t>Fine Arts and/or Applied Skills 10, 11, or 12 (4 credits)</a:t>
            </a:r>
          </a:p>
          <a:p>
            <a:pPr eaLnBrk="1" hangingPunct="1">
              <a:lnSpc>
                <a:spcPct val="80000"/>
              </a:lnSpc>
              <a:buFont typeface="Wingdings" pitchFamily="2" charset="2"/>
              <a:buNone/>
              <a:defRPr/>
            </a:pPr>
            <a:r>
              <a:rPr lang="en-CA" sz="2400" dirty="0" smtClean="0"/>
              <a:t>Planning 10 (4 credits) </a:t>
            </a:r>
          </a:p>
          <a:p>
            <a:pPr eaLnBrk="1" hangingPunct="1">
              <a:lnSpc>
                <a:spcPct val="80000"/>
              </a:lnSpc>
              <a:buFont typeface="Wingdings" pitchFamily="2" charset="2"/>
              <a:buNone/>
              <a:defRPr/>
            </a:pPr>
            <a:r>
              <a:rPr lang="en-CA" sz="2400" dirty="0" smtClean="0"/>
              <a:t>Graduation Transitions (4 credits)</a:t>
            </a:r>
          </a:p>
          <a:p>
            <a:pPr lvl="1" eaLnBrk="1" hangingPunct="1">
              <a:lnSpc>
                <a:spcPct val="80000"/>
              </a:lnSpc>
              <a:defRPr/>
            </a:pPr>
            <a:r>
              <a:rPr lang="en-CA" sz="2000" dirty="0" smtClean="0"/>
              <a:t>30 Hours Work Experience</a:t>
            </a:r>
          </a:p>
          <a:p>
            <a:pPr lvl="1" eaLnBrk="1" hangingPunct="1">
              <a:lnSpc>
                <a:spcPct val="80000"/>
              </a:lnSpc>
              <a:defRPr/>
            </a:pPr>
            <a:r>
              <a:rPr lang="en-CA" sz="2000" dirty="0" smtClean="0"/>
              <a:t> Daily Physical Activity (DPA)</a:t>
            </a:r>
            <a:endParaRPr lang="en-CA" sz="2000" b="1" dirty="0" smtClean="0"/>
          </a:p>
          <a:p>
            <a:pPr eaLnBrk="1" hangingPunct="1">
              <a:lnSpc>
                <a:spcPct val="90000"/>
              </a:lnSpc>
              <a:buFont typeface="Wingdings" pitchFamily="2" charset="2"/>
              <a:buNone/>
              <a:defRPr/>
            </a:pPr>
            <a:endParaRPr lang="en-CA" sz="2400" b="1" dirty="0" smtClean="0"/>
          </a:p>
          <a:p>
            <a:pPr eaLnBrk="1" hangingPunct="1">
              <a:lnSpc>
                <a:spcPct val="90000"/>
              </a:lnSpc>
              <a:buFont typeface="Wingdings" pitchFamily="2" charset="2"/>
              <a:buNone/>
              <a:defRPr/>
            </a:pPr>
            <a:r>
              <a:rPr lang="en-CA" sz="2400" b="1" dirty="0" smtClean="0"/>
              <a:t>Students must also complete a minimum of 28 elective credits</a:t>
            </a:r>
            <a:endParaRPr lang="en-US" sz="2400" b="1"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defRPr/>
            </a:pPr>
            <a:r>
              <a:rPr lang="en-CA" sz="3600" smtClean="0"/>
              <a:t>CHS Graduation Programme</a:t>
            </a:r>
            <a:br>
              <a:rPr lang="en-CA" sz="3600" smtClean="0"/>
            </a:br>
            <a:r>
              <a:rPr lang="en-CA" sz="3600" smtClean="0"/>
              <a:t>Requirements</a:t>
            </a:r>
          </a:p>
        </p:txBody>
      </p:sp>
      <p:sp>
        <p:nvSpPr>
          <p:cNvPr id="12291" name="Rectangle 3"/>
          <p:cNvSpPr>
            <a:spLocks noGrp="1" noChangeArrowheads="1"/>
          </p:cNvSpPr>
          <p:nvPr>
            <p:ph type="body" idx="1"/>
          </p:nvPr>
        </p:nvSpPr>
        <p:spPr>
          <a:xfrm>
            <a:off x="457200" y="1981200"/>
            <a:ext cx="8305800" cy="4114800"/>
          </a:xfrm>
        </p:spPr>
        <p:txBody>
          <a:bodyPr/>
          <a:lstStyle/>
          <a:p>
            <a:pPr eaLnBrk="1" hangingPunct="1">
              <a:defRPr/>
            </a:pPr>
            <a:r>
              <a:rPr lang="en-CA" sz="2400" dirty="0" smtClean="0"/>
              <a:t>Completion of an English course in the grade 12 year </a:t>
            </a:r>
          </a:p>
          <a:p>
            <a:pPr eaLnBrk="1" hangingPunct="1">
              <a:buFont typeface="Wingdings" pitchFamily="2" charset="2"/>
              <a:buNone/>
              <a:defRPr/>
            </a:pPr>
            <a:endParaRPr lang="en-CA" sz="2400" dirty="0" smtClean="0"/>
          </a:p>
          <a:p>
            <a:pPr eaLnBrk="1" hangingPunct="1">
              <a:defRPr/>
            </a:pPr>
            <a:r>
              <a:rPr lang="en-CA" sz="2400" dirty="0" smtClean="0"/>
              <a:t>Completion of French up to and including grade 10  and choice of a second language in grade 11</a:t>
            </a:r>
          </a:p>
          <a:p>
            <a:pPr eaLnBrk="1" hangingPunct="1">
              <a:buFont typeface="Wingdings" pitchFamily="2" charset="2"/>
              <a:buNone/>
              <a:defRPr/>
            </a:pPr>
            <a:endParaRPr lang="en-CA" sz="2400" dirty="0" smtClean="0"/>
          </a:p>
          <a:p>
            <a:pPr eaLnBrk="1" hangingPunct="1">
              <a:defRPr/>
            </a:pPr>
            <a:r>
              <a:rPr lang="en-CA" sz="2400" dirty="0" smtClean="0"/>
              <a:t>Planning 10A in grade 10, Planning 10B in grade 11, Graduation Transitions 12 in grade 12</a:t>
            </a:r>
          </a:p>
          <a:p>
            <a:pPr eaLnBrk="1" hangingPunct="1">
              <a:buFont typeface="Wingdings" pitchFamily="2" charset="2"/>
              <a:buNone/>
              <a:defRPr/>
            </a:pPr>
            <a:endParaRPr lang="en-CA" sz="2400" dirty="0" smtClean="0"/>
          </a:p>
          <a:p>
            <a:pPr eaLnBrk="1" hangingPunct="1">
              <a:defRPr/>
            </a:pPr>
            <a:r>
              <a:rPr lang="en-CA" sz="2400" dirty="0" smtClean="0"/>
              <a:t>An additional elective course in either Fine Arts, Applied  Skills, or Physical Education in grade 11 or 12</a:t>
            </a:r>
          </a:p>
          <a:p>
            <a:pPr eaLnBrk="1" hangingPunct="1">
              <a:defRPr/>
            </a:pPr>
            <a:endParaRPr lang="en-CA" sz="2800" dirty="0" smtClean="0"/>
          </a:p>
          <a:p>
            <a:pPr eaLnBrk="1" hangingPunct="1">
              <a:defRPr/>
            </a:pPr>
            <a:endParaRPr lang="en-CA" sz="2800" dirty="0" smtClean="0"/>
          </a:p>
          <a:p>
            <a:pPr eaLnBrk="1" hangingPunct="1">
              <a:defRPr/>
            </a:pPr>
            <a:endParaRPr lang="en-CA" sz="2800" dirty="0" smtClean="0"/>
          </a:p>
          <a:p>
            <a:pPr eaLnBrk="1" hangingPunct="1">
              <a:buFont typeface="Wingdings" pitchFamily="2" charset="2"/>
              <a:buNone/>
              <a:defRPr/>
            </a:pPr>
            <a:endParaRPr lang="en-CA" sz="28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defRPr/>
            </a:pPr>
            <a:r>
              <a:rPr lang="en-CA" smtClean="0"/>
              <a:t>Provincial Exams</a:t>
            </a:r>
            <a:endParaRPr lang="en-US" smtClean="0"/>
          </a:p>
        </p:txBody>
      </p:sp>
      <p:sp>
        <p:nvSpPr>
          <p:cNvPr id="119811" name="Rectangle 3"/>
          <p:cNvSpPr>
            <a:spLocks noGrp="1" noChangeArrowheads="1"/>
          </p:cNvSpPr>
          <p:nvPr>
            <p:ph type="body" idx="1"/>
          </p:nvPr>
        </p:nvSpPr>
        <p:spPr/>
        <p:txBody>
          <a:bodyPr/>
          <a:lstStyle/>
          <a:p>
            <a:pPr eaLnBrk="1" hangingPunct="1">
              <a:lnSpc>
                <a:spcPct val="80000"/>
              </a:lnSpc>
              <a:buFont typeface="Wingdings" pitchFamily="2" charset="2"/>
              <a:buNone/>
              <a:defRPr/>
            </a:pPr>
            <a:r>
              <a:rPr lang="en-CA" sz="2800" dirty="0" smtClean="0"/>
              <a:t>5 Provincial Exams are required for Graduation:</a:t>
            </a:r>
          </a:p>
          <a:p>
            <a:pPr eaLnBrk="1" hangingPunct="1">
              <a:lnSpc>
                <a:spcPct val="80000"/>
              </a:lnSpc>
              <a:defRPr/>
            </a:pPr>
            <a:r>
              <a:rPr lang="en-CA" sz="2800" dirty="0" smtClean="0"/>
              <a:t>English 10</a:t>
            </a:r>
          </a:p>
          <a:p>
            <a:pPr eaLnBrk="1" hangingPunct="1">
              <a:lnSpc>
                <a:spcPct val="80000"/>
              </a:lnSpc>
              <a:defRPr/>
            </a:pPr>
            <a:r>
              <a:rPr lang="en-CA" sz="2800" dirty="0" smtClean="0"/>
              <a:t>Mathematics 10</a:t>
            </a:r>
          </a:p>
          <a:p>
            <a:pPr eaLnBrk="1" hangingPunct="1">
              <a:lnSpc>
                <a:spcPct val="80000"/>
              </a:lnSpc>
              <a:defRPr/>
            </a:pPr>
            <a:r>
              <a:rPr lang="en-CA" sz="2800" dirty="0" smtClean="0"/>
              <a:t>Science 10</a:t>
            </a:r>
          </a:p>
          <a:p>
            <a:pPr eaLnBrk="1" hangingPunct="1">
              <a:lnSpc>
                <a:spcPct val="80000"/>
              </a:lnSpc>
              <a:defRPr/>
            </a:pPr>
            <a:r>
              <a:rPr lang="en-CA" sz="2800" dirty="0" smtClean="0"/>
              <a:t>Social Studies 11</a:t>
            </a:r>
          </a:p>
          <a:p>
            <a:pPr eaLnBrk="1" hangingPunct="1">
              <a:lnSpc>
                <a:spcPct val="80000"/>
              </a:lnSpc>
              <a:defRPr/>
            </a:pPr>
            <a:r>
              <a:rPr lang="en-CA" sz="2800" dirty="0" smtClean="0"/>
              <a:t>English 12</a:t>
            </a:r>
          </a:p>
          <a:p>
            <a:pPr eaLnBrk="1" hangingPunct="1">
              <a:lnSpc>
                <a:spcPct val="80000"/>
              </a:lnSpc>
              <a:buFont typeface="Wingdings" pitchFamily="2" charset="2"/>
              <a:buNone/>
              <a:defRPr/>
            </a:pPr>
            <a:endParaRPr lang="en-CA" sz="2800" dirty="0" smtClean="0"/>
          </a:p>
          <a:p>
            <a:pPr eaLnBrk="1" hangingPunct="1">
              <a:lnSpc>
                <a:spcPct val="80000"/>
              </a:lnSpc>
              <a:defRPr/>
            </a:pPr>
            <a:r>
              <a:rPr lang="en-CA" sz="2800" dirty="0" smtClean="0"/>
              <a:t>All other Provincial Exams are optional; </a:t>
            </a:r>
            <a:r>
              <a:rPr lang="en-CA" sz="2800" b="1" dirty="0" smtClean="0"/>
              <a:t>Provincial Exams are not required for most university entrance requirements</a:t>
            </a:r>
          </a:p>
          <a:p>
            <a:pPr lvl="2" eaLnBrk="1" hangingPunct="1">
              <a:lnSpc>
                <a:spcPct val="80000"/>
              </a:lnSpc>
              <a:buFont typeface="Wingdings" pitchFamily="2" charset="2"/>
              <a:buNone/>
              <a:defRPr/>
            </a:pPr>
            <a:endParaRPr lang="en-US" sz="2000" b="1"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defRPr/>
            </a:pPr>
            <a:r>
              <a:rPr lang="en-US" sz="3600" smtClean="0"/>
              <a:t>Ministry of Education Graduation Programme</a:t>
            </a:r>
            <a:endParaRPr lang="en-CA" sz="3600" smtClean="0"/>
          </a:p>
        </p:txBody>
      </p:sp>
      <p:sp>
        <p:nvSpPr>
          <p:cNvPr id="10243" name="Rectangle 3"/>
          <p:cNvSpPr>
            <a:spLocks noGrp="1" noChangeArrowheads="1"/>
          </p:cNvSpPr>
          <p:nvPr>
            <p:ph type="body" idx="1"/>
          </p:nvPr>
        </p:nvSpPr>
        <p:spPr/>
        <p:txBody>
          <a:bodyPr/>
          <a:lstStyle/>
          <a:p>
            <a:pPr eaLnBrk="1" hangingPunct="1">
              <a:lnSpc>
                <a:spcPct val="90000"/>
              </a:lnSpc>
              <a:buFont typeface="Wingdings" pitchFamily="2" charset="2"/>
              <a:buNone/>
              <a:defRPr/>
            </a:pPr>
            <a:r>
              <a:rPr lang="en-US" sz="2800" b="1" smtClean="0"/>
              <a:t>Credits can also be earned by:</a:t>
            </a:r>
          </a:p>
          <a:p>
            <a:pPr eaLnBrk="1" hangingPunct="1">
              <a:lnSpc>
                <a:spcPct val="90000"/>
              </a:lnSpc>
              <a:buFont typeface="Wingdings" pitchFamily="2" charset="2"/>
              <a:buNone/>
              <a:defRPr/>
            </a:pPr>
            <a:endParaRPr lang="en-CA" sz="2800" b="1" smtClean="0"/>
          </a:p>
          <a:p>
            <a:pPr eaLnBrk="1" hangingPunct="1">
              <a:lnSpc>
                <a:spcPct val="90000"/>
              </a:lnSpc>
              <a:defRPr/>
            </a:pPr>
            <a:r>
              <a:rPr lang="en-CA" sz="2800" smtClean="0"/>
              <a:t>Course equivalency (courses outside BC)</a:t>
            </a:r>
          </a:p>
          <a:p>
            <a:pPr eaLnBrk="1" hangingPunct="1">
              <a:lnSpc>
                <a:spcPct val="90000"/>
              </a:lnSpc>
              <a:defRPr/>
            </a:pPr>
            <a:r>
              <a:rPr lang="en-CA" sz="2800" smtClean="0"/>
              <a:t>Course challenge</a:t>
            </a:r>
          </a:p>
          <a:p>
            <a:pPr eaLnBrk="1" hangingPunct="1">
              <a:lnSpc>
                <a:spcPct val="90000"/>
              </a:lnSpc>
              <a:defRPr/>
            </a:pPr>
            <a:r>
              <a:rPr lang="en-US" sz="2800" smtClean="0"/>
              <a:t>Independent Directed Studies </a:t>
            </a:r>
          </a:p>
          <a:p>
            <a:pPr eaLnBrk="1" hangingPunct="1">
              <a:lnSpc>
                <a:spcPct val="90000"/>
              </a:lnSpc>
              <a:defRPr/>
            </a:pPr>
            <a:r>
              <a:rPr lang="en-US" sz="2800" smtClean="0"/>
              <a:t>Extended study credits: Spanish and French institutes</a:t>
            </a:r>
          </a:p>
          <a:p>
            <a:pPr eaLnBrk="1" hangingPunct="1">
              <a:lnSpc>
                <a:spcPct val="90000"/>
              </a:lnSpc>
              <a:defRPr/>
            </a:pPr>
            <a:r>
              <a:rPr lang="en-CA" sz="2800" smtClean="0"/>
              <a:t>External credentials (additional credits)</a:t>
            </a:r>
          </a:p>
          <a:p>
            <a:pPr eaLnBrk="1" hangingPunct="1">
              <a:lnSpc>
                <a:spcPct val="90000"/>
              </a:lnSpc>
              <a:defRPr/>
            </a:pPr>
            <a:r>
              <a:rPr lang="en-CA" sz="2800" smtClean="0"/>
              <a:t>Distance/electronically delivered courses</a:t>
            </a:r>
            <a:endParaRPr lang="en-US" sz="2800" smtClean="0"/>
          </a:p>
          <a:p>
            <a:pPr eaLnBrk="1" hangingPunct="1">
              <a:lnSpc>
                <a:spcPct val="90000"/>
              </a:lnSpc>
              <a:defRPr/>
            </a:pPr>
            <a:r>
              <a:rPr lang="en-US" sz="2800" smtClean="0"/>
              <a:t>Post-secondary courses</a:t>
            </a:r>
          </a:p>
          <a:p>
            <a:pPr eaLnBrk="1" hangingPunct="1">
              <a:lnSpc>
                <a:spcPct val="90000"/>
              </a:lnSpc>
              <a:defRPr/>
            </a:pPr>
            <a:endParaRPr lang="en-CA" sz="2800" smtClean="0"/>
          </a:p>
          <a:p>
            <a:pPr eaLnBrk="1" hangingPunct="1">
              <a:lnSpc>
                <a:spcPct val="90000"/>
              </a:lnSpc>
              <a:buFont typeface="Wingdings" pitchFamily="2" charset="2"/>
              <a:buNone/>
              <a:defRPr/>
            </a:pPr>
            <a:endParaRPr lang="en-US" sz="2400" b="1"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defRPr/>
            </a:pPr>
            <a:r>
              <a:rPr lang="en-CA" sz="3600" dirty="0" smtClean="0"/>
              <a:t>English Programme Changes</a:t>
            </a:r>
            <a:endParaRPr lang="en-US" sz="3600" dirty="0" smtClean="0"/>
          </a:p>
        </p:txBody>
      </p:sp>
      <p:sp>
        <p:nvSpPr>
          <p:cNvPr id="14339" name="Rectangle 3"/>
          <p:cNvSpPr>
            <a:spLocks noGrp="1" noChangeArrowheads="1"/>
          </p:cNvSpPr>
          <p:nvPr>
            <p:ph type="body" idx="1"/>
          </p:nvPr>
        </p:nvSpPr>
        <p:spPr>
          <a:xfrm>
            <a:off x="457200" y="1752600"/>
            <a:ext cx="8305800" cy="4800600"/>
          </a:xfrm>
        </p:spPr>
        <p:txBody>
          <a:bodyPr/>
          <a:lstStyle/>
          <a:p>
            <a:pPr eaLnBrk="1" hangingPunct="1">
              <a:defRPr/>
            </a:pPr>
            <a:r>
              <a:rPr lang="en-CA" sz="2800" dirty="0" smtClean="0"/>
              <a:t>English 10 in grade 10</a:t>
            </a:r>
          </a:p>
          <a:p>
            <a:pPr eaLnBrk="1" hangingPunct="1">
              <a:defRPr/>
            </a:pPr>
            <a:r>
              <a:rPr lang="en-CA" sz="2800" dirty="0" smtClean="0"/>
              <a:t>Choice of English 11 Enriched or English 12a in grade 11</a:t>
            </a:r>
          </a:p>
          <a:p>
            <a:pPr eaLnBrk="1" hangingPunct="1">
              <a:defRPr/>
            </a:pPr>
            <a:r>
              <a:rPr lang="en-CA" sz="2800" dirty="0" smtClean="0"/>
              <a:t>An English course in grade 12 (English 12 Enriched, English Literature 12, or AP English Language)</a:t>
            </a:r>
          </a:p>
          <a:p>
            <a:pPr eaLnBrk="1" hangingPunct="1">
              <a:defRPr/>
            </a:pPr>
            <a:r>
              <a:rPr lang="en-CA" sz="2800" dirty="0" smtClean="0"/>
              <a:t>Change was made to maximize student choice and success in English</a:t>
            </a:r>
          </a:p>
          <a:p>
            <a:pPr eaLnBrk="1" hangingPunct="1">
              <a:defRPr/>
            </a:pPr>
            <a:r>
              <a:rPr lang="en-CA" sz="2800" dirty="0" smtClean="0"/>
              <a:t>Encourage students who are unsure to seek advice from their current English teacher</a:t>
            </a:r>
          </a:p>
          <a:p>
            <a:pPr eaLnBrk="1" hangingPunct="1">
              <a:defRPr/>
            </a:pPr>
            <a:endParaRPr lang="en-CA" sz="28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en-US" sz="3600" dirty="0" smtClean="0"/>
              <a:t>Who do you see for Course Planning Advice?</a:t>
            </a:r>
            <a:endParaRPr lang="en-CA" sz="3600" dirty="0" smtClean="0"/>
          </a:p>
        </p:txBody>
      </p:sp>
      <p:sp>
        <p:nvSpPr>
          <p:cNvPr id="47107" name="Rectangle 3"/>
          <p:cNvSpPr>
            <a:spLocks noGrp="1" noChangeArrowheads="1"/>
          </p:cNvSpPr>
          <p:nvPr>
            <p:ph type="body" idx="1"/>
          </p:nvPr>
        </p:nvSpPr>
        <p:spPr/>
        <p:txBody>
          <a:bodyPr/>
          <a:lstStyle/>
          <a:p>
            <a:pPr eaLnBrk="1" hangingPunct="1">
              <a:lnSpc>
                <a:spcPct val="90000"/>
              </a:lnSpc>
              <a:defRPr/>
            </a:pPr>
            <a:r>
              <a:rPr lang="en-US" sz="2400" dirty="0" smtClean="0"/>
              <a:t>Advice on courses:  Teachers &amp; Department Heads</a:t>
            </a:r>
          </a:p>
          <a:p>
            <a:pPr eaLnBrk="1" hangingPunct="1">
              <a:lnSpc>
                <a:spcPct val="90000"/>
              </a:lnSpc>
              <a:defRPr/>
            </a:pPr>
            <a:endParaRPr lang="en-US" sz="2400" dirty="0" smtClean="0"/>
          </a:p>
          <a:p>
            <a:pPr eaLnBrk="1" hangingPunct="1">
              <a:lnSpc>
                <a:spcPct val="90000"/>
              </a:lnSpc>
              <a:defRPr/>
            </a:pPr>
            <a:r>
              <a:rPr lang="en-US" sz="2400" dirty="0" smtClean="0"/>
              <a:t>Course Planning:  Student Services team (HCE/ Planning teachers)</a:t>
            </a:r>
          </a:p>
          <a:p>
            <a:pPr eaLnBrk="1" hangingPunct="1">
              <a:lnSpc>
                <a:spcPct val="90000"/>
              </a:lnSpc>
              <a:buFont typeface="Wingdings" pitchFamily="2" charset="2"/>
              <a:buNone/>
              <a:defRPr/>
            </a:pPr>
            <a:endParaRPr lang="en-US" sz="2400" dirty="0" smtClean="0"/>
          </a:p>
          <a:p>
            <a:pPr eaLnBrk="1" hangingPunct="1">
              <a:lnSpc>
                <a:spcPct val="90000"/>
              </a:lnSpc>
              <a:defRPr/>
            </a:pPr>
            <a:r>
              <a:rPr lang="en-US" sz="2400" dirty="0" smtClean="0"/>
              <a:t>Career exploration (Health &amp; Career Education)  - Kristen </a:t>
            </a:r>
            <a:r>
              <a:rPr lang="en-US" sz="2400" dirty="0" err="1" smtClean="0"/>
              <a:t>Drozda</a:t>
            </a:r>
            <a:r>
              <a:rPr lang="en-US" sz="2400" dirty="0" smtClean="0"/>
              <a:t> for  Work Experience Program, Mentorship and Volunteer Opportunities</a:t>
            </a:r>
          </a:p>
          <a:p>
            <a:pPr eaLnBrk="1" hangingPunct="1">
              <a:lnSpc>
                <a:spcPct val="90000"/>
              </a:lnSpc>
              <a:defRPr/>
            </a:pPr>
            <a:endParaRPr lang="en-US" sz="2400" dirty="0" smtClean="0"/>
          </a:p>
          <a:p>
            <a:pPr eaLnBrk="1" hangingPunct="1">
              <a:lnSpc>
                <a:spcPct val="90000"/>
              </a:lnSpc>
              <a:defRPr/>
            </a:pPr>
            <a:r>
              <a:rPr lang="en-US" sz="2400" dirty="0" smtClean="0"/>
              <a:t>Personal exploration (internet, volunteerism )</a:t>
            </a:r>
          </a:p>
          <a:p>
            <a:pPr eaLnBrk="1" hangingPunct="1">
              <a:lnSpc>
                <a:spcPct val="90000"/>
              </a:lnSpc>
              <a:buFont typeface="Wingdings" pitchFamily="2" charset="2"/>
              <a:buNone/>
              <a:defRPr/>
            </a:pPr>
            <a:endParaRPr lang="en-US" sz="2400" dirty="0" smtClean="0"/>
          </a:p>
          <a:p>
            <a:pPr eaLnBrk="1" hangingPunct="1">
              <a:lnSpc>
                <a:spcPct val="90000"/>
              </a:lnSpc>
              <a:defRPr/>
            </a:pPr>
            <a:r>
              <a:rPr lang="en-CA" sz="2400" dirty="0" smtClean="0"/>
              <a:t>University </a:t>
            </a:r>
            <a:r>
              <a:rPr lang="en-CA" sz="2400" dirty="0" err="1" smtClean="0"/>
              <a:t>Viewbooks</a:t>
            </a:r>
            <a:r>
              <a:rPr lang="en-CA" sz="2400" dirty="0" smtClean="0"/>
              <a:t> for Program Requirements</a:t>
            </a:r>
            <a:br>
              <a:rPr lang="en-CA" sz="2400" dirty="0" smtClean="0"/>
            </a:br>
            <a:endParaRPr lang="en-US" sz="2400" dirty="0" smtClean="0"/>
          </a:p>
          <a:p>
            <a:pPr eaLnBrk="1" hangingPunct="1">
              <a:lnSpc>
                <a:spcPct val="90000"/>
              </a:lnSpc>
              <a:buFont typeface="Wingdings" pitchFamily="2" charset="2"/>
              <a:buNone/>
              <a:defRPr/>
            </a:pPr>
            <a:endParaRPr lang="en-US" sz="2800" dirty="0" smtClean="0"/>
          </a:p>
          <a:p>
            <a:pPr eaLnBrk="1" hangingPunct="1">
              <a:lnSpc>
                <a:spcPct val="90000"/>
              </a:lnSpc>
              <a:buFont typeface="Wingdings" pitchFamily="2" charset="2"/>
              <a:buNone/>
              <a:defRPr/>
            </a:pPr>
            <a:r>
              <a:rPr lang="en-US" sz="2800" dirty="0" smtClean="0"/>
              <a:t>    </a:t>
            </a:r>
            <a:endParaRPr lang="en-CA" sz="28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en-US" sz="3600" smtClean="0"/>
              <a:t>Course Planning for Post-Secondary Education</a:t>
            </a:r>
            <a:endParaRPr lang="en-CA" sz="3600" smtClean="0"/>
          </a:p>
        </p:txBody>
      </p:sp>
      <p:sp>
        <p:nvSpPr>
          <p:cNvPr id="49155" name="Rectangle 3"/>
          <p:cNvSpPr>
            <a:spLocks noGrp="1" noChangeArrowheads="1"/>
          </p:cNvSpPr>
          <p:nvPr>
            <p:ph type="body" idx="1"/>
          </p:nvPr>
        </p:nvSpPr>
        <p:spPr/>
        <p:txBody>
          <a:bodyPr/>
          <a:lstStyle/>
          <a:p>
            <a:pPr eaLnBrk="1" hangingPunct="1">
              <a:lnSpc>
                <a:spcPct val="90000"/>
              </a:lnSpc>
              <a:defRPr/>
            </a:pPr>
            <a:r>
              <a:rPr lang="en-US" sz="2800" smtClean="0"/>
              <a:t>Subject strengths, weaknesses, and interests</a:t>
            </a:r>
          </a:p>
          <a:p>
            <a:pPr eaLnBrk="1" hangingPunct="1">
              <a:lnSpc>
                <a:spcPct val="90000"/>
              </a:lnSpc>
              <a:defRPr/>
            </a:pPr>
            <a:endParaRPr lang="en-US" sz="2800" smtClean="0"/>
          </a:p>
          <a:p>
            <a:pPr eaLnBrk="1" hangingPunct="1">
              <a:lnSpc>
                <a:spcPct val="90000"/>
              </a:lnSpc>
              <a:defRPr/>
            </a:pPr>
            <a:r>
              <a:rPr lang="en-US" sz="2800" smtClean="0"/>
              <a:t>If unclear/undirected:  keep options open/do not force a direction/choice</a:t>
            </a:r>
          </a:p>
          <a:p>
            <a:pPr eaLnBrk="1" hangingPunct="1">
              <a:lnSpc>
                <a:spcPct val="90000"/>
              </a:lnSpc>
              <a:defRPr/>
            </a:pPr>
            <a:endParaRPr lang="en-US" sz="2800" smtClean="0"/>
          </a:p>
          <a:p>
            <a:pPr eaLnBrk="1" hangingPunct="1">
              <a:lnSpc>
                <a:spcPct val="90000"/>
              </a:lnSpc>
              <a:defRPr/>
            </a:pPr>
            <a:r>
              <a:rPr lang="en-US" sz="2800" b="1" smtClean="0"/>
              <a:t>Students are responsible for research</a:t>
            </a:r>
            <a:r>
              <a:rPr lang="en-US" sz="2800" smtClean="0"/>
              <a:t> on University prerequisites, specific faculties and programs at specific universities, colleges and alternatives with support from Student Services Counsellors</a:t>
            </a:r>
          </a:p>
          <a:p>
            <a:pPr eaLnBrk="1" hangingPunct="1">
              <a:lnSpc>
                <a:spcPct val="90000"/>
              </a:lnSpc>
              <a:defRPr/>
            </a:pPr>
            <a:endParaRPr lang="en-CA" sz="280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defRPr/>
            </a:pPr>
            <a:r>
              <a:rPr lang="en-CA" sz="3600" smtClean="0"/>
              <a:t>What next?</a:t>
            </a:r>
            <a:r>
              <a:rPr lang="en-CA" smtClean="0"/>
              <a:t> </a:t>
            </a:r>
            <a:endParaRPr lang="en-US" smtClean="0"/>
          </a:p>
        </p:txBody>
      </p:sp>
      <p:sp>
        <p:nvSpPr>
          <p:cNvPr id="68611" name="Rectangle 3"/>
          <p:cNvSpPr>
            <a:spLocks noGrp="1" noChangeArrowheads="1"/>
          </p:cNvSpPr>
          <p:nvPr>
            <p:ph type="body" idx="1"/>
          </p:nvPr>
        </p:nvSpPr>
        <p:spPr/>
        <p:txBody>
          <a:bodyPr/>
          <a:lstStyle/>
          <a:p>
            <a:pPr eaLnBrk="1" hangingPunct="1">
              <a:defRPr/>
            </a:pPr>
            <a:r>
              <a:rPr lang="en-CA" sz="2400" dirty="0" smtClean="0"/>
              <a:t>Check out the Senior School Course Handbook available on the VINE: </a:t>
            </a:r>
            <a:r>
              <a:rPr lang="en-CA" sz="2400" b="1" dirty="0" err="1" smtClean="0">
                <a:hlinkClick r:id="rId3"/>
              </a:rPr>
              <a:t>www.croftonhouse.ca</a:t>
            </a:r>
            <a:endParaRPr lang="en-CA" sz="2400" dirty="0" smtClean="0"/>
          </a:p>
          <a:p>
            <a:pPr eaLnBrk="1" hangingPunct="1">
              <a:buFont typeface="Wingdings" pitchFamily="2" charset="2"/>
              <a:buNone/>
              <a:defRPr/>
            </a:pPr>
            <a:endParaRPr lang="en-CA" sz="2400" dirty="0" smtClean="0"/>
          </a:p>
          <a:p>
            <a:pPr eaLnBrk="1" hangingPunct="1">
              <a:defRPr/>
            </a:pPr>
            <a:r>
              <a:rPr lang="en-CA" sz="2400" dirty="0" smtClean="0"/>
              <a:t>Encourage your daughter </a:t>
            </a:r>
            <a:r>
              <a:rPr lang="en-CA" sz="2400" b="1" u="sng" dirty="0" smtClean="0"/>
              <a:t>to ask questions</a:t>
            </a:r>
            <a:r>
              <a:rPr lang="en-CA" sz="2400" u="sng" dirty="0" smtClean="0"/>
              <a:t> </a:t>
            </a:r>
            <a:r>
              <a:rPr lang="en-CA" sz="2400" b="1" u="sng" dirty="0" smtClean="0"/>
              <a:t>and research</a:t>
            </a:r>
            <a:r>
              <a:rPr lang="en-CA" sz="2400" dirty="0" smtClean="0"/>
              <a:t> prior to submitting her Course Selection Sheet</a:t>
            </a:r>
          </a:p>
          <a:p>
            <a:pPr eaLnBrk="1" hangingPunct="1">
              <a:buFont typeface="Wingdings" pitchFamily="2" charset="2"/>
              <a:buNone/>
              <a:defRPr/>
            </a:pPr>
            <a:endParaRPr lang="en-CA" sz="2400" dirty="0" smtClean="0"/>
          </a:p>
          <a:p>
            <a:pPr eaLnBrk="1" hangingPunct="1">
              <a:defRPr/>
            </a:pPr>
            <a:r>
              <a:rPr lang="en-CA" sz="2400" dirty="0" smtClean="0"/>
              <a:t>Maintain an open, un-pressured dialogue with your daughter concerning interests and strengths in course selection</a:t>
            </a:r>
          </a:p>
          <a:p>
            <a:pPr eaLnBrk="1" hangingPunct="1">
              <a:buFont typeface="Wingdings" pitchFamily="2" charset="2"/>
              <a:buNone/>
              <a:defRPr/>
            </a:pPr>
            <a:endParaRPr lang="en-CA" sz="2400" dirty="0" smtClean="0"/>
          </a:p>
          <a:p>
            <a:pPr eaLnBrk="1" hangingPunct="1">
              <a:defRPr/>
            </a:pPr>
            <a:r>
              <a:rPr lang="en-CA" sz="2400" dirty="0" smtClean="0"/>
              <a:t>DO NOT OVERLOAD YOURSELF! Balance is the key to success and happiness</a:t>
            </a:r>
          </a:p>
          <a:p>
            <a:pPr eaLnBrk="1" hangingPunct="1">
              <a:buFont typeface="Wingdings" pitchFamily="2" charset="2"/>
              <a:buNone/>
              <a:defRPr/>
            </a:pPr>
            <a:endParaRPr lang="en-US"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Student Panel</a:t>
            </a:r>
            <a:endParaRPr lang="en-US" dirty="0"/>
          </a:p>
        </p:txBody>
      </p:sp>
      <p:sp>
        <p:nvSpPr>
          <p:cNvPr id="3" name="Content Placeholder 2"/>
          <p:cNvSpPr>
            <a:spLocks noGrp="1"/>
          </p:cNvSpPr>
          <p:nvPr>
            <p:ph idx="1"/>
          </p:nvPr>
        </p:nvSpPr>
        <p:spPr/>
        <p:txBody>
          <a:bodyPr/>
          <a:lstStyle/>
          <a:p>
            <a:endParaRPr lang="en-CA" dirty="0" smtClean="0"/>
          </a:p>
          <a:p>
            <a:r>
              <a:rPr lang="en-CA" dirty="0" smtClean="0"/>
              <a:t>Hailey Hurst</a:t>
            </a:r>
          </a:p>
          <a:p>
            <a:r>
              <a:rPr lang="en-CA" dirty="0" smtClean="0"/>
              <a:t>Emily </a:t>
            </a:r>
            <a:r>
              <a:rPr lang="en-CA" dirty="0" err="1" smtClean="0"/>
              <a:t>Seo</a:t>
            </a:r>
            <a:endParaRPr lang="en-CA" dirty="0" smtClean="0"/>
          </a:p>
          <a:p>
            <a:r>
              <a:rPr lang="en-CA" dirty="0" smtClean="0"/>
              <a:t>Alison </a:t>
            </a:r>
            <a:r>
              <a:rPr lang="en-CA" dirty="0" err="1" smtClean="0"/>
              <a:t>Wass</a:t>
            </a:r>
            <a:endParaRPr lang="en-CA" dirty="0" smtClean="0"/>
          </a:p>
          <a:p>
            <a:endParaRPr lang="en-CA" dirty="0" smtClean="0"/>
          </a:p>
          <a:p>
            <a:pPr>
              <a:buNone/>
            </a:pPr>
            <a:endParaRPr lang="en-CA" dirty="0" smtClean="0"/>
          </a:p>
          <a:p>
            <a:pPr>
              <a:buNone/>
            </a:pPr>
            <a:r>
              <a:rPr lang="en-CA" dirty="0" smtClean="0"/>
              <a:t>*There will be a chance for some </a:t>
            </a:r>
            <a:r>
              <a:rPr lang="en-CA" dirty="0" err="1" smtClean="0"/>
              <a:t>Q&amp;A’s</a:t>
            </a:r>
            <a:r>
              <a:rPr lang="en-CA" dirty="0" smtClean="0"/>
              <a:t> for our panel in a few moments…</a:t>
            </a:r>
          </a:p>
          <a:p>
            <a:endParaRPr lang="en-CA" dirty="0" smtClean="0"/>
          </a:p>
          <a:p>
            <a:endParaRPr lang="en-US"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1"/>
          </p:nvPr>
        </p:nvSpPr>
        <p:spPr>
          <a:xfrm>
            <a:off x="457200" y="785813"/>
            <a:ext cx="8229600" cy="5345112"/>
          </a:xfrm>
        </p:spPr>
        <p:txBody>
          <a:bodyPr/>
          <a:lstStyle/>
          <a:p>
            <a:pPr eaLnBrk="1" hangingPunct="1">
              <a:defRPr/>
            </a:pPr>
            <a:r>
              <a:rPr lang="en-CA" sz="2800" dirty="0" smtClean="0"/>
              <a:t>Department Heads will now move to the senior school foyer for any questions and answers regarding specific courses and programmes while…</a:t>
            </a:r>
          </a:p>
          <a:p>
            <a:pPr eaLnBrk="1" hangingPunct="1">
              <a:buFont typeface="Wingdings" pitchFamily="2" charset="2"/>
              <a:buNone/>
              <a:defRPr/>
            </a:pPr>
            <a:endParaRPr lang="en-CA" sz="2800" dirty="0" smtClean="0"/>
          </a:p>
          <a:p>
            <a:pPr eaLnBrk="1" hangingPunct="1">
              <a:defRPr/>
            </a:pPr>
            <a:r>
              <a:rPr lang="en-CA" sz="2800" dirty="0" smtClean="0"/>
              <a:t>Open Floor for audience participation and questions for Student Services or the Student Panel</a:t>
            </a:r>
          </a:p>
          <a:p>
            <a:pPr eaLnBrk="1" hangingPunct="1">
              <a:buFont typeface="Wingdings" pitchFamily="2" charset="2"/>
              <a:buNone/>
              <a:defRPr/>
            </a:pPr>
            <a:endParaRPr lang="en-CA" sz="2800" dirty="0" smtClean="0"/>
          </a:p>
          <a:p>
            <a:pPr eaLnBrk="1" hangingPunct="1">
              <a:defRPr/>
            </a:pPr>
            <a:r>
              <a:rPr lang="en-CA" sz="2800" dirty="0" smtClean="0"/>
              <a:t>Articles and Handouts available on your way out as you head over to the senior school</a:t>
            </a:r>
          </a:p>
          <a:p>
            <a:pPr algn="ctr" eaLnBrk="1" hangingPunct="1">
              <a:buFont typeface="Wingdings" pitchFamily="2" charset="2"/>
              <a:buNone/>
              <a:defRPr/>
            </a:pPr>
            <a:r>
              <a:rPr lang="en-CA" sz="2800" dirty="0" smtClean="0"/>
              <a:t>THANK YOU!</a:t>
            </a:r>
          </a:p>
          <a:p>
            <a:pPr eaLnBrk="1" hangingPunct="1">
              <a:buFont typeface="Wingdings" pitchFamily="2" charset="2"/>
              <a:buNone/>
              <a:defRPr/>
            </a:pPr>
            <a:endParaRPr lang="en-CA" sz="2800" dirty="0" smtClean="0"/>
          </a:p>
          <a:p>
            <a:pPr eaLnBrk="1" hangingPunct="1">
              <a:buFont typeface="Wingdings" pitchFamily="2" charset="2"/>
              <a:buNone/>
              <a:defRPr/>
            </a:pPr>
            <a:endParaRPr lang="en-US" sz="2800" dirty="0" smtClean="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alance">
  <a:themeElements>
    <a:clrScheme name="Custom 1">
      <a:dk1>
        <a:srgbClr val="2CFF2C"/>
      </a:dk1>
      <a:lt1>
        <a:srgbClr val="FFFFFF"/>
      </a:lt1>
      <a:dk2>
        <a:srgbClr val="007700"/>
      </a:dk2>
      <a:lt2>
        <a:srgbClr val="E5FFFF"/>
      </a:lt2>
      <a:accent1>
        <a:srgbClr val="2CFF2C"/>
      </a:accent1>
      <a:accent2>
        <a:srgbClr val="00B000"/>
      </a:accent2>
      <a:accent3>
        <a:srgbClr val="ACB3C1"/>
      </a:accent3>
      <a:accent4>
        <a:srgbClr val="DADADA"/>
      </a:accent4>
      <a:accent5>
        <a:srgbClr val="ADB8CA"/>
      </a:accent5>
      <a:accent6>
        <a:srgbClr val="009F00"/>
      </a:accent6>
      <a:hlink>
        <a:srgbClr val="00CCFF"/>
      </a:hlink>
      <a:folHlink>
        <a:srgbClr val="B5FFFB"/>
      </a:folHlink>
    </a:clrScheme>
    <a:fontScheme name="Balance">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alance 1">
        <a:dk1>
          <a:srgbClr val="663300"/>
        </a:dk1>
        <a:lt1>
          <a:srgbClr val="FFFFFF"/>
        </a:lt1>
        <a:dk2>
          <a:srgbClr val="996600"/>
        </a:dk2>
        <a:lt2>
          <a:srgbClr val="DBBD71"/>
        </a:lt2>
        <a:accent1>
          <a:srgbClr val="F8A500"/>
        </a:accent1>
        <a:accent2>
          <a:srgbClr val="808000"/>
        </a:accent2>
        <a:accent3>
          <a:srgbClr val="CAB8AA"/>
        </a:accent3>
        <a:accent4>
          <a:srgbClr val="DADADA"/>
        </a:accent4>
        <a:accent5>
          <a:srgbClr val="FBCFAA"/>
        </a:accent5>
        <a:accent6>
          <a:srgbClr val="737300"/>
        </a:accent6>
        <a:hlink>
          <a:srgbClr val="FFCC66"/>
        </a:hlink>
        <a:folHlink>
          <a:srgbClr val="CCA500"/>
        </a:folHlink>
      </a:clrScheme>
      <a:clrMap bg1="dk2" tx1="lt1" bg2="dk1" tx2="lt2" accent1="accent1" accent2="accent2" accent3="accent3" accent4="accent4" accent5="accent5" accent6="accent6" hlink="hlink" folHlink="folHlink"/>
    </a:extraClrScheme>
    <a:extraClrScheme>
      <a:clrScheme name="Balance 2">
        <a:dk1>
          <a:srgbClr val="660000"/>
        </a:dk1>
        <a:lt1>
          <a:srgbClr val="FFFFFF"/>
        </a:lt1>
        <a:dk2>
          <a:srgbClr val="800000"/>
        </a:dk2>
        <a:lt2>
          <a:srgbClr val="FFFFCC"/>
        </a:lt2>
        <a:accent1>
          <a:srgbClr val="CC6600"/>
        </a:accent1>
        <a:accent2>
          <a:srgbClr val="BE7960"/>
        </a:accent2>
        <a:accent3>
          <a:srgbClr val="C0AAAA"/>
        </a:accent3>
        <a:accent4>
          <a:srgbClr val="DADADA"/>
        </a:accent4>
        <a:accent5>
          <a:srgbClr val="E2B8AA"/>
        </a:accent5>
        <a:accent6>
          <a:srgbClr val="AC6D56"/>
        </a:accent6>
        <a:hlink>
          <a:srgbClr val="FFFF99"/>
        </a:hlink>
        <a:folHlink>
          <a:srgbClr val="E5B325"/>
        </a:folHlink>
      </a:clrScheme>
      <a:clrMap bg1="dk2" tx1="lt1" bg2="dk1" tx2="lt2" accent1="accent1" accent2="accent2" accent3="accent3" accent4="accent4" accent5="accent5" accent6="accent6" hlink="hlink" folHlink="folHlink"/>
    </a:extraClrScheme>
    <a:extraClrScheme>
      <a:clrScheme name="Balance 3">
        <a:dk1>
          <a:srgbClr val="003300"/>
        </a:dk1>
        <a:lt1>
          <a:srgbClr val="FFFFFF"/>
        </a:lt1>
        <a:dk2>
          <a:srgbClr val="4D6A2A"/>
        </a:dk2>
        <a:lt2>
          <a:srgbClr val="CCFF99"/>
        </a:lt2>
        <a:accent1>
          <a:srgbClr val="2EB62E"/>
        </a:accent1>
        <a:accent2>
          <a:srgbClr val="527C3A"/>
        </a:accent2>
        <a:accent3>
          <a:srgbClr val="B2B9AC"/>
        </a:accent3>
        <a:accent4>
          <a:srgbClr val="DADADA"/>
        </a:accent4>
        <a:accent5>
          <a:srgbClr val="ADD7AD"/>
        </a:accent5>
        <a:accent6>
          <a:srgbClr val="497034"/>
        </a:accent6>
        <a:hlink>
          <a:srgbClr val="DDD800"/>
        </a:hlink>
        <a:folHlink>
          <a:srgbClr val="009999"/>
        </a:folHlink>
      </a:clrScheme>
      <a:clrMap bg1="dk2" tx1="lt1" bg2="dk1" tx2="lt2" accent1="accent1" accent2="accent2" accent3="accent3" accent4="accent4" accent5="accent5" accent6="accent6" hlink="hlink" folHlink="folHlink"/>
    </a:extraClrScheme>
    <a:extraClrScheme>
      <a:clrScheme name="Balance 4">
        <a:dk1>
          <a:srgbClr val="005A58"/>
        </a:dk1>
        <a:lt1>
          <a:srgbClr val="FFFFFF"/>
        </a:lt1>
        <a:dk2>
          <a:srgbClr val="00716E"/>
        </a:dk2>
        <a:lt2>
          <a:srgbClr val="FFFF99"/>
        </a:lt2>
        <a:accent1>
          <a:srgbClr val="2DB3B0"/>
        </a:accent1>
        <a:accent2>
          <a:srgbClr val="6D6FC7"/>
        </a:accent2>
        <a:accent3>
          <a:srgbClr val="AABBBA"/>
        </a:accent3>
        <a:accent4>
          <a:srgbClr val="DADADA"/>
        </a:accent4>
        <a:accent5>
          <a:srgbClr val="ADD6D4"/>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alance 5">
        <a:dk1>
          <a:srgbClr val="003366"/>
        </a:dk1>
        <a:lt1>
          <a:srgbClr val="FFFFFF"/>
        </a:lt1>
        <a:dk2>
          <a:srgbClr val="2B5481"/>
        </a:dk2>
        <a:lt2>
          <a:srgbClr val="E5FFFF"/>
        </a:lt2>
        <a:accent1>
          <a:srgbClr val="336699"/>
        </a:accent1>
        <a:accent2>
          <a:srgbClr val="00B000"/>
        </a:accent2>
        <a:accent3>
          <a:srgbClr val="ACB3C1"/>
        </a:accent3>
        <a:accent4>
          <a:srgbClr val="DADADA"/>
        </a:accent4>
        <a:accent5>
          <a:srgbClr val="ADB8CA"/>
        </a:accent5>
        <a:accent6>
          <a:srgbClr val="009F00"/>
        </a:accent6>
        <a:hlink>
          <a:srgbClr val="00CCFF"/>
        </a:hlink>
        <a:folHlink>
          <a:srgbClr val="B5FFFB"/>
        </a:folHlink>
      </a:clrScheme>
      <a:clrMap bg1="dk2" tx1="lt1" bg2="dk1" tx2="lt2" accent1="accent1" accent2="accent2" accent3="accent3" accent4="accent4" accent5="accent5" accent6="accent6" hlink="hlink" folHlink="folHlink"/>
    </a:extraClrScheme>
    <a:extraClrScheme>
      <a:clrScheme name="Balance 6">
        <a:dk1>
          <a:srgbClr val="2F2D25"/>
        </a:dk1>
        <a:lt1>
          <a:srgbClr val="FFFFFF"/>
        </a:lt1>
        <a:dk2>
          <a:srgbClr val="656151"/>
        </a:dk2>
        <a:lt2>
          <a:srgbClr val="FFFFCC"/>
        </a:lt2>
        <a:accent1>
          <a:srgbClr val="818173"/>
        </a:accent1>
        <a:accent2>
          <a:srgbClr val="809EA8"/>
        </a:accent2>
        <a:accent3>
          <a:srgbClr val="B8B7B3"/>
        </a:accent3>
        <a:accent4>
          <a:srgbClr val="DADADA"/>
        </a:accent4>
        <a:accent5>
          <a:srgbClr val="C1C1BC"/>
        </a:accent5>
        <a:accent6>
          <a:srgbClr val="738F98"/>
        </a:accent6>
        <a:hlink>
          <a:srgbClr val="E2C86A"/>
        </a:hlink>
        <a:folHlink>
          <a:srgbClr val="B7B6A3"/>
        </a:folHlink>
      </a:clrScheme>
      <a:clrMap bg1="dk2" tx1="lt1" bg2="dk1" tx2="lt2" accent1="accent1" accent2="accent2" accent3="accent3" accent4="accent4" accent5="accent5" accent6="accent6" hlink="hlink" folHlink="folHlink"/>
    </a:extraClrScheme>
    <a:extraClrScheme>
      <a:clrScheme name="Balance 7">
        <a:dk1>
          <a:srgbClr val="B4AF80"/>
        </a:dk1>
        <a:lt1>
          <a:srgbClr val="FFFFFF"/>
        </a:lt1>
        <a:dk2>
          <a:srgbClr val="C8C6A2"/>
        </a:dk2>
        <a:lt2>
          <a:srgbClr val="827F4C"/>
        </a:lt2>
        <a:accent1>
          <a:srgbClr val="7C784E"/>
        </a:accent1>
        <a:accent2>
          <a:srgbClr val="A2A4AC"/>
        </a:accent2>
        <a:accent3>
          <a:srgbClr val="E0DFCE"/>
        </a:accent3>
        <a:accent4>
          <a:srgbClr val="DADADA"/>
        </a:accent4>
        <a:accent5>
          <a:srgbClr val="BFBEB2"/>
        </a:accent5>
        <a:accent6>
          <a:srgbClr val="92949B"/>
        </a:accent6>
        <a:hlink>
          <a:srgbClr val="33CCCC"/>
        </a:hlink>
        <a:folHlink>
          <a:srgbClr val="009999"/>
        </a:folHlink>
      </a:clrScheme>
      <a:clrMap bg1="dk2" tx1="lt1" bg2="dk1" tx2="lt2" accent1="accent1" accent2="accent2" accent3="accent3" accent4="accent4" accent5="accent5" accent6="accent6" hlink="hlink" folHlink="folHlink"/>
    </a:extraClrScheme>
    <a:extraClrScheme>
      <a:clrScheme name="Balance 8">
        <a:dk1>
          <a:srgbClr val="000000"/>
        </a:dk1>
        <a:lt1>
          <a:srgbClr val="DDDDDD"/>
        </a:lt1>
        <a:dk2>
          <a:srgbClr val="000000"/>
        </a:dk2>
        <a:lt2>
          <a:srgbClr val="B8B7D1"/>
        </a:lt2>
        <a:accent1>
          <a:srgbClr val="F1F0F4"/>
        </a:accent1>
        <a:accent2>
          <a:srgbClr val="C1BCFC"/>
        </a:accent2>
        <a:accent3>
          <a:srgbClr val="EBEBEB"/>
        </a:accent3>
        <a:accent4>
          <a:srgbClr val="000000"/>
        </a:accent4>
        <a:accent5>
          <a:srgbClr val="F7F6F8"/>
        </a:accent5>
        <a:accent6>
          <a:srgbClr val="AFAAE4"/>
        </a:accent6>
        <a:hlink>
          <a:srgbClr val="5454C6"/>
        </a:hlink>
        <a:folHlink>
          <a:srgbClr val="6A6F86"/>
        </a:folHlink>
      </a:clrScheme>
      <a:clrMap bg1="lt1" tx1="dk1" bg2="lt2" tx2="dk2" accent1="accent1" accent2="accent2" accent3="accent3" accent4="accent4" accent5="accent5" accent6="accent6" hlink="hlink" folHlink="folHlink"/>
    </a:extraClrScheme>
    <a:extraClrScheme>
      <a:clrScheme name="Balance 9">
        <a:dk1>
          <a:srgbClr val="000000"/>
        </a:dk1>
        <a:lt1>
          <a:srgbClr val="FFFFFF"/>
        </a:lt1>
        <a:dk2>
          <a:srgbClr val="00A29E"/>
        </a:dk2>
        <a:lt2>
          <a:srgbClr val="CBCBCB"/>
        </a:lt2>
        <a:accent1>
          <a:srgbClr val="E5E5FF"/>
        </a:accent1>
        <a:accent2>
          <a:srgbClr val="79CD6B"/>
        </a:accent2>
        <a:accent3>
          <a:srgbClr val="FFFFFF"/>
        </a:accent3>
        <a:accent4>
          <a:srgbClr val="000000"/>
        </a:accent4>
        <a:accent5>
          <a:srgbClr val="F0F0FF"/>
        </a:accent5>
        <a:accent6>
          <a:srgbClr val="6DBA60"/>
        </a:accent6>
        <a:hlink>
          <a:srgbClr val="4477DE"/>
        </a:hlink>
        <a:folHlink>
          <a:srgbClr val="65498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Balance</Template>
  <TotalTime>1596</TotalTime>
  <Words>1921</Words>
  <Application>Microsoft Macintosh PowerPoint</Application>
  <PresentationFormat>On-screen Show (4:3)</PresentationFormat>
  <Paragraphs>221</Paragraphs>
  <Slides>17</Slides>
  <Notes>16</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Balance</vt:lpstr>
      <vt:lpstr>PowerPoint Presentation</vt:lpstr>
      <vt:lpstr>Introductions</vt:lpstr>
      <vt:lpstr>PowerPoint Presentation</vt:lpstr>
      <vt:lpstr>Evening Agenda</vt:lpstr>
      <vt:lpstr>Please Note:</vt:lpstr>
      <vt:lpstr>CHS Course Planning 2009-2010 Timeline</vt:lpstr>
      <vt:lpstr>CHS Course Planning 2009-2010 Timeline</vt:lpstr>
      <vt:lpstr>Ministry of Education Graduation Programme (80 Credits)</vt:lpstr>
      <vt:lpstr>CHS Graduation Programme Requirements</vt:lpstr>
      <vt:lpstr>Provincial Exams</vt:lpstr>
      <vt:lpstr>Ministry of Education Graduation Programme</vt:lpstr>
      <vt:lpstr>English Programme Changes</vt:lpstr>
      <vt:lpstr>Who do you see for Course Planning Advice?</vt:lpstr>
      <vt:lpstr>Course Planning for Post-Secondary Education</vt:lpstr>
      <vt:lpstr>What next? </vt:lpstr>
      <vt:lpstr>Student Panel</vt:lpstr>
      <vt:lpstr>PowerPoint Presentation</vt:lpstr>
    </vt:vector>
  </TitlesOfParts>
  <Company>Crofton House School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CHS User</cp:lastModifiedBy>
  <cp:revision>88</cp:revision>
  <dcterms:created xsi:type="dcterms:W3CDTF">2007-01-18T20:17:58Z</dcterms:created>
  <dcterms:modified xsi:type="dcterms:W3CDTF">2012-02-24T23:30:13Z</dcterms:modified>
</cp:coreProperties>
</file>
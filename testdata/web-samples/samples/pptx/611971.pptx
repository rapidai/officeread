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4380" autoAdjust="0"/>
    <p:restoredTop sz="94660"/>
  </p:normalViewPr>
  <p:slideViewPr>
    <p:cSldViewPr>
      <p:cViewPr varScale="1">
        <p:scale>
          <a:sx n="85" d="100"/>
          <a:sy n="85" d="100"/>
        </p:scale>
        <p:origin x="-66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41CCF-7E95-4CE7-BB5B-856057A47D17}" type="datetimeFigureOut">
              <a:rPr lang="en-US" smtClean="0"/>
              <a:pPr/>
              <a:t>11/13/2007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F12F6-49DA-4AEB-BDE4-25EEA4FE12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PHENIX - MJL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 b="31200"/>
          <a:stretch>
            <a:fillRect/>
          </a:stretch>
        </p:blipFill>
        <p:spPr bwMode="auto">
          <a:xfrm>
            <a:off x="0" y="0"/>
            <a:ext cx="9144000" cy="4691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044392" y="533400"/>
            <a:ext cx="533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After OS upgrades, PHENIX DAQ now running with all subsystems</a:t>
            </a:r>
            <a:endParaRPr lang="en-US" sz="2400" dirty="0">
              <a:latin typeface="Comic Sans MS" pitchFamily="66" charset="0"/>
            </a:endParaRPr>
          </a:p>
        </p:txBody>
      </p:sp>
      <p:pic>
        <p:nvPicPr>
          <p:cNvPr id="4" name="Picture 5" descr="C:\Documents and Settings\leitch\My Documents\pictures\bnl_nov07\IMG_0912.jpg"/>
          <p:cNvPicPr>
            <a:picLocks noChangeAspect="1" noChangeArrowheads="1"/>
          </p:cNvPicPr>
          <p:nvPr/>
        </p:nvPicPr>
        <p:blipFill>
          <a:blip r:embed="rId3" cstate="print"/>
          <a:srcRect t="9309" b="40338"/>
          <a:stretch>
            <a:fillRect/>
          </a:stretch>
        </p:blipFill>
        <p:spPr bwMode="auto">
          <a:xfrm>
            <a:off x="838200" y="4724400"/>
            <a:ext cx="2667000" cy="1790627"/>
          </a:xfrm>
          <a:prstGeom prst="rect">
            <a:avLst/>
          </a:prstGeom>
          <a:noFill/>
        </p:spPr>
      </p:pic>
      <p:pic>
        <p:nvPicPr>
          <p:cNvPr id="6" name="Picture 3" descr="C:\Documents and Settings\leitch\My Documents\pictures\bnl_nov07\IMG_091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48450" y="3429000"/>
            <a:ext cx="2266950" cy="3022600"/>
          </a:xfrm>
          <a:prstGeom prst="rect">
            <a:avLst/>
          </a:prstGeom>
          <a:noFill/>
        </p:spPr>
      </p:pic>
      <p:pic>
        <p:nvPicPr>
          <p:cNvPr id="7" name="Picture 4" descr="C:\Documents and Settings\leitch\My Documents\pictures\bnl_nov07\IMG_0911.jpg"/>
          <p:cNvPicPr>
            <a:picLocks noChangeAspect="1" noChangeArrowheads="1"/>
          </p:cNvPicPr>
          <p:nvPr/>
        </p:nvPicPr>
        <p:blipFill>
          <a:blip r:embed="rId5" cstate="print"/>
          <a:srcRect l="12967" t="16224"/>
          <a:stretch>
            <a:fillRect/>
          </a:stretch>
        </p:blipFill>
        <p:spPr bwMode="auto">
          <a:xfrm>
            <a:off x="4712855" y="4114800"/>
            <a:ext cx="1840345" cy="2362045"/>
          </a:xfrm>
          <a:prstGeom prst="rect">
            <a:avLst/>
          </a:prstGeom>
          <a:noFill/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leitch\My Documents\pictures\bnl_nov07\IMG_090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362200"/>
            <a:ext cx="5029200" cy="37719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57200" y="381000"/>
            <a:ext cx="8305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Old PHENIX IRIS Scanner removed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new one partially installed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expected to done this Friday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in meantime Controlled access only via key from MCR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latin typeface="Comic Sans MS" pitchFamily="66" charset="0"/>
              </a:rPr>
              <a:t> PHENIX shift crews cannot get into IR quickly</a:t>
            </a:r>
            <a:endParaRPr lang="en-US" sz="2400" dirty="0">
              <a:latin typeface="Comic Sans MS" pitchFamily="66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11/13/2007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PHENIX - MJL</a:t>
            </a:r>
            <a:endParaRPr lang="en-US"/>
          </a:p>
        </p:txBody>
      </p:sp>
      <p:pic>
        <p:nvPicPr>
          <p:cNvPr id="11" name="Picture 10" descr="C:\Documents and Settings\leitch\My Documents\pictures\bnl_nov07\IMG_3848.jpg"/>
          <p:cNvPicPr>
            <a:picLocks noChangeAspect="1" noChangeArrowheads="1"/>
          </p:cNvPicPr>
          <p:nvPr/>
        </p:nvPicPr>
        <p:blipFill>
          <a:blip r:embed="rId3"/>
          <a:srcRect l="51412" t="32164" r="4284"/>
          <a:stretch>
            <a:fillRect/>
          </a:stretch>
        </p:blipFill>
        <p:spPr bwMode="auto">
          <a:xfrm>
            <a:off x="5943600" y="2743200"/>
            <a:ext cx="2819400" cy="2878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</Words>
  <Application>Microsoft Office PowerPoint</Application>
  <PresentationFormat>On-screen Show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leitch</cp:lastModifiedBy>
  <cp:revision>8</cp:revision>
  <dcterms:created xsi:type="dcterms:W3CDTF">2006-08-16T00:00:00Z</dcterms:created>
  <dcterms:modified xsi:type="dcterms:W3CDTF">2007-11-13T16:09:48Z</dcterms:modified>
</cp:coreProperties>
</file>
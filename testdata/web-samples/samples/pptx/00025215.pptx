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76"/>
  </p:notesMasterIdLst>
  <p:handoutMasterIdLst>
    <p:handoutMasterId r:id="rId77"/>
  </p:handoutMasterIdLst>
  <p:sldIdLst>
    <p:sldId id="256" r:id="rId2"/>
    <p:sldId id="812" r:id="rId3"/>
    <p:sldId id="907" r:id="rId4"/>
    <p:sldId id="908" r:id="rId5"/>
    <p:sldId id="912" r:id="rId6"/>
    <p:sldId id="909" r:id="rId7"/>
    <p:sldId id="913" r:id="rId8"/>
    <p:sldId id="910" r:id="rId9"/>
    <p:sldId id="911" r:id="rId10"/>
    <p:sldId id="923" r:id="rId11"/>
    <p:sldId id="837" r:id="rId12"/>
    <p:sldId id="976" r:id="rId13"/>
    <p:sldId id="973" r:id="rId14"/>
    <p:sldId id="974" r:id="rId15"/>
    <p:sldId id="924" r:id="rId16"/>
    <p:sldId id="925" r:id="rId17"/>
    <p:sldId id="927" r:id="rId18"/>
    <p:sldId id="769" r:id="rId19"/>
    <p:sldId id="746" r:id="rId20"/>
    <p:sldId id="977" r:id="rId21"/>
    <p:sldId id="933" r:id="rId22"/>
    <p:sldId id="938" r:id="rId23"/>
    <p:sldId id="939" r:id="rId24"/>
    <p:sldId id="940" r:id="rId25"/>
    <p:sldId id="936" r:id="rId26"/>
    <p:sldId id="985" r:id="rId27"/>
    <p:sldId id="931" r:id="rId28"/>
    <p:sldId id="941" r:id="rId29"/>
    <p:sldId id="932" r:id="rId30"/>
    <p:sldId id="942" r:id="rId31"/>
    <p:sldId id="989" r:id="rId32"/>
    <p:sldId id="990" r:id="rId33"/>
    <p:sldId id="1004" r:id="rId34"/>
    <p:sldId id="983" r:id="rId35"/>
    <p:sldId id="984" r:id="rId36"/>
    <p:sldId id="963" r:id="rId37"/>
    <p:sldId id="1016" r:id="rId38"/>
    <p:sldId id="1017" r:id="rId39"/>
    <p:sldId id="1018" r:id="rId40"/>
    <p:sldId id="1020" r:id="rId41"/>
    <p:sldId id="1021" r:id="rId42"/>
    <p:sldId id="946" r:id="rId43"/>
    <p:sldId id="943" r:id="rId44"/>
    <p:sldId id="950" r:id="rId45"/>
    <p:sldId id="958" r:id="rId46"/>
    <p:sldId id="959" r:id="rId47"/>
    <p:sldId id="960" r:id="rId48"/>
    <p:sldId id="993" r:id="rId49"/>
    <p:sldId id="1015" r:id="rId50"/>
    <p:sldId id="864" r:id="rId51"/>
    <p:sldId id="867" r:id="rId52"/>
    <p:sldId id="1014" r:id="rId53"/>
    <p:sldId id="869" r:id="rId54"/>
    <p:sldId id="871" r:id="rId55"/>
    <p:sldId id="873" r:id="rId56"/>
    <p:sldId id="848" r:id="rId57"/>
    <p:sldId id="849" r:id="rId58"/>
    <p:sldId id="851" r:id="rId59"/>
    <p:sldId id="852" r:id="rId60"/>
    <p:sldId id="855" r:id="rId61"/>
    <p:sldId id="857" r:id="rId62"/>
    <p:sldId id="858" r:id="rId63"/>
    <p:sldId id="859" r:id="rId64"/>
    <p:sldId id="861" r:id="rId65"/>
    <p:sldId id="991" r:id="rId66"/>
    <p:sldId id="996" r:id="rId67"/>
    <p:sldId id="998" r:id="rId68"/>
    <p:sldId id="997" r:id="rId69"/>
    <p:sldId id="1001" r:id="rId70"/>
    <p:sldId id="1003" r:id="rId71"/>
    <p:sldId id="1002" r:id="rId72"/>
    <p:sldId id="992" r:id="rId73"/>
    <p:sldId id="995" r:id="rId74"/>
    <p:sldId id="903" r:id="rId75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FF"/>
    <a:srgbClr val="D60093"/>
    <a:srgbClr val="9933FF"/>
    <a:srgbClr val="005DB0"/>
    <a:srgbClr val="780272"/>
    <a:srgbClr val="990000"/>
    <a:srgbClr val="CCFFCC"/>
    <a:srgbClr val="CCECFF"/>
    <a:srgbClr val="3366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7" autoAdjust="0"/>
    <p:restoredTop sz="98500" autoAdjust="0"/>
  </p:normalViewPr>
  <p:slideViewPr>
    <p:cSldViewPr snapToGrid="0">
      <p:cViewPr varScale="1">
        <p:scale>
          <a:sx n="95" d="100"/>
          <a:sy n="95" d="100"/>
        </p:scale>
        <p:origin x="-85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mihiro\research\mypapers\ejor\analysi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stl.umsl.edu\steamboat\c\campbelljf\my%20documents\Hub\data\CAB\CAB25xy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stl.umsl.edu\steamboat\c\campbelljf\my%20documents\Hub\data\AP200\AP200Gini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stl.umsl.edu\steamboat\c\campbelljf\my%20documents\Hub\data\AP20\AP20Gini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stl.umsl.edu\steamboat\c\campbelljf\my%20documents\Hub\data\TurkishNetwork\TNlatlong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stl.umsl.edu\steamboat\c\campbelljf\my%20documents\Hub\Sasaki\CompHubArcPaper2\Gini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stl.umsl.edu\steamboat\c\campbelljf\my%20documents\Hub\data\CAB\CAB25x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9221186033373533"/>
          <c:y val="6.2474668377686414E-2"/>
          <c:w val="0.74230346708360484"/>
          <c:h val="0.7485391127475377"/>
        </c:manualLayout>
      </c:layout>
      <c:scatterChart>
        <c:scatterStyle val="lineMarker"/>
        <c:ser>
          <c:idx val="0"/>
          <c:order val="0"/>
          <c:spPr>
            <a:ln w="28575">
              <a:noFill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DistFareAll!$D$2:$D$301</c:f>
              <c:numCache>
                <c:formatCode>General</c:formatCode>
                <c:ptCount val="300"/>
                <c:pt idx="0">
                  <c:v>190.31569999999999</c:v>
                </c:pt>
                <c:pt idx="1">
                  <c:v>720.46870000000001</c:v>
                </c:pt>
                <c:pt idx="2">
                  <c:v>1098.2816</c:v>
                </c:pt>
                <c:pt idx="3">
                  <c:v>215.56100000000001</c:v>
                </c:pt>
                <c:pt idx="4">
                  <c:v>2453.3523000000209</c:v>
                </c:pt>
                <c:pt idx="5">
                  <c:v>361.53879999999685</c:v>
                </c:pt>
                <c:pt idx="6">
                  <c:v>489.56450000000001</c:v>
                </c:pt>
                <c:pt idx="7">
                  <c:v>2574.0823</c:v>
                </c:pt>
                <c:pt idx="8">
                  <c:v>1741.8727999999999</c:v>
                </c:pt>
                <c:pt idx="9">
                  <c:v>328.75149999999923</c:v>
                </c:pt>
                <c:pt idx="10">
                  <c:v>409.35430000000002</c:v>
                </c:pt>
                <c:pt idx="11">
                  <c:v>405.78859999999668</c:v>
                </c:pt>
                <c:pt idx="12">
                  <c:v>345.87389999999999</c:v>
                </c:pt>
                <c:pt idx="13">
                  <c:v>237.0703</c:v>
                </c:pt>
                <c:pt idx="14">
                  <c:v>756.19890000000055</c:v>
                </c:pt>
                <c:pt idx="15">
                  <c:v>1186.8581999999999</c:v>
                </c:pt>
                <c:pt idx="16">
                  <c:v>255.88230000000166</c:v>
                </c:pt>
                <c:pt idx="17">
                  <c:v>592.02779999999996</c:v>
                </c:pt>
                <c:pt idx="18">
                  <c:v>274.31079999999969</c:v>
                </c:pt>
                <c:pt idx="19">
                  <c:v>675.34389999999996</c:v>
                </c:pt>
                <c:pt idx="20">
                  <c:v>1853.6171999999999</c:v>
                </c:pt>
                <c:pt idx="21">
                  <c:v>694.93659999999738</c:v>
                </c:pt>
                <c:pt idx="22">
                  <c:v>858.33099999999797</c:v>
                </c:pt>
                <c:pt idx="23">
                  <c:v>311.30709999999999</c:v>
                </c:pt>
                <c:pt idx="24">
                  <c:v>221.42200000000119</c:v>
                </c:pt>
                <c:pt idx="25">
                  <c:v>880.54689999999948</c:v>
                </c:pt>
                <c:pt idx="26">
                  <c:v>986.81509999999946</c:v>
                </c:pt>
                <c:pt idx="27">
                  <c:v>358.37639999999863</c:v>
                </c:pt>
                <c:pt idx="28">
                  <c:v>841.6241</c:v>
                </c:pt>
                <c:pt idx="29">
                  <c:v>273.41059999999823</c:v>
                </c:pt>
                <c:pt idx="30">
                  <c:v>1362.8744999999872</c:v>
                </c:pt>
                <c:pt idx="31">
                  <c:v>406.33869999999899</c:v>
                </c:pt>
                <c:pt idx="32">
                  <c:v>1008.2003000000005</c:v>
                </c:pt>
                <c:pt idx="33">
                  <c:v>1417.0723999999998</c:v>
                </c:pt>
                <c:pt idx="34">
                  <c:v>1249.7628</c:v>
                </c:pt>
                <c:pt idx="35">
                  <c:v>907.43320000000006</c:v>
                </c:pt>
                <c:pt idx="36">
                  <c:v>1018.3996</c:v>
                </c:pt>
                <c:pt idx="37">
                  <c:v>403.86590000000001</c:v>
                </c:pt>
                <c:pt idx="38">
                  <c:v>578.3288</c:v>
                </c:pt>
                <c:pt idx="39">
                  <c:v>1021.611</c:v>
                </c:pt>
                <c:pt idx="40">
                  <c:v>179.24259999999998</c:v>
                </c:pt>
                <c:pt idx="41">
                  <c:v>1151.8678</c:v>
                </c:pt>
                <c:pt idx="42">
                  <c:v>2288.7477999999987</c:v>
                </c:pt>
                <c:pt idx="43">
                  <c:v>1266.8509999999999</c:v>
                </c:pt>
                <c:pt idx="44">
                  <c:v>1625.8696</c:v>
                </c:pt>
                <c:pt idx="45">
                  <c:v>592.56789999999796</c:v>
                </c:pt>
                <c:pt idx="46">
                  <c:v>1978.9431</c:v>
                </c:pt>
                <c:pt idx="47">
                  <c:v>2600.0783999999999</c:v>
                </c:pt>
                <c:pt idx="48">
                  <c:v>1178.4390000000001</c:v>
                </c:pt>
                <c:pt idx="49">
                  <c:v>790.12149999999997</c:v>
                </c:pt>
                <c:pt idx="50">
                  <c:v>923.22299999999996</c:v>
                </c:pt>
                <c:pt idx="51">
                  <c:v>197.8015</c:v>
                </c:pt>
                <c:pt idx="52">
                  <c:v>2396.7939000000001</c:v>
                </c:pt>
                <c:pt idx="53">
                  <c:v>597.59739999999999</c:v>
                </c:pt>
                <c:pt idx="54">
                  <c:v>305.31349999999969</c:v>
                </c:pt>
                <c:pt idx="55">
                  <c:v>453.25850000000003</c:v>
                </c:pt>
                <c:pt idx="56">
                  <c:v>2430.2687999999766</c:v>
                </c:pt>
                <c:pt idx="57">
                  <c:v>392.90449999999993</c:v>
                </c:pt>
                <c:pt idx="58">
                  <c:v>255.03030000000001</c:v>
                </c:pt>
                <c:pt idx="59">
                  <c:v>1530.5701999999999</c:v>
                </c:pt>
                <c:pt idx="60">
                  <c:v>1005.7608</c:v>
                </c:pt>
                <c:pt idx="61">
                  <c:v>955.80219999999747</c:v>
                </c:pt>
                <c:pt idx="62">
                  <c:v>1096.7117000000001</c:v>
                </c:pt>
                <c:pt idx="63">
                  <c:v>1375.6344999999872</c:v>
                </c:pt>
                <c:pt idx="64">
                  <c:v>2703.4023000000002</c:v>
                </c:pt>
                <c:pt idx="65">
                  <c:v>621.33059999999796</c:v>
                </c:pt>
                <c:pt idx="66">
                  <c:v>1582.3695</c:v>
                </c:pt>
                <c:pt idx="67">
                  <c:v>540.73889999999994</c:v>
                </c:pt>
                <c:pt idx="68">
                  <c:v>229.48660000000001</c:v>
                </c:pt>
                <c:pt idx="69">
                  <c:v>932.21730000000002</c:v>
                </c:pt>
                <c:pt idx="70">
                  <c:v>1084.5001999999999</c:v>
                </c:pt>
                <c:pt idx="71">
                  <c:v>1447.104399999989</c:v>
                </c:pt>
                <c:pt idx="72">
                  <c:v>365.68549999999999</c:v>
                </c:pt>
                <c:pt idx="73">
                  <c:v>1358.2126000000001</c:v>
                </c:pt>
                <c:pt idx="74">
                  <c:v>2335.8157000000228</c:v>
                </c:pt>
                <c:pt idx="75">
                  <c:v>2526.5623000000001</c:v>
                </c:pt>
                <c:pt idx="76">
                  <c:v>2415.4893000000002</c:v>
                </c:pt>
                <c:pt idx="77">
                  <c:v>2047.1215999999999</c:v>
                </c:pt>
                <c:pt idx="78">
                  <c:v>830.36359999999797</c:v>
                </c:pt>
                <c:pt idx="79">
                  <c:v>1015.1651999999979</c:v>
                </c:pt>
                <c:pt idx="80">
                  <c:v>298.84859999999969</c:v>
                </c:pt>
                <c:pt idx="81">
                  <c:v>556.07080000000053</c:v>
                </c:pt>
                <c:pt idx="82">
                  <c:v>1493.8425</c:v>
                </c:pt>
                <c:pt idx="83">
                  <c:v>613.03859999999997</c:v>
                </c:pt>
                <c:pt idx="84">
                  <c:v>1733.1317999999999</c:v>
                </c:pt>
                <c:pt idx="85">
                  <c:v>194.59440000000001</c:v>
                </c:pt>
                <c:pt idx="86">
                  <c:v>423.7054</c:v>
                </c:pt>
                <c:pt idx="87">
                  <c:v>494.2226</c:v>
                </c:pt>
                <c:pt idx="88">
                  <c:v>2086.8452000000002</c:v>
                </c:pt>
                <c:pt idx="89">
                  <c:v>369.53280000000001</c:v>
                </c:pt>
                <c:pt idx="90">
                  <c:v>485.5564</c:v>
                </c:pt>
                <c:pt idx="91">
                  <c:v>992.33809999999949</c:v>
                </c:pt>
                <c:pt idx="92">
                  <c:v>1589.8357000000001</c:v>
                </c:pt>
                <c:pt idx="93">
                  <c:v>132.76830000000001</c:v>
                </c:pt>
                <c:pt idx="94">
                  <c:v>408.16490000000078</c:v>
                </c:pt>
                <c:pt idx="95">
                  <c:v>922.31449999999938</c:v>
                </c:pt>
                <c:pt idx="96">
                  <c:v>450.25850000000003</c:v>
                </c:pt>
                <c:pt idx="97">
                  <c:v>706.50239999999997</c:v>
                </c:pt>
                <c:pt idx="98">
                  <c:v>709.02159999999947</c:v>
                </c:pt>
                <c:pt idx="99">
                  <c:v>672.59069999999997</c:v>
                </c:pt>
                <c:pt idx="100">
                  <c:v>663.87630000000001</c:v>
                </c:pt>
                <c:pt idx="101">
                  <c:v>661.65449999999998</c:v>
                </c:pt>
                <c:pt idx="102">
                  <c:v>2143.5654</c:v>
                </c:pt>
                <c:pt idx="103">
                  <c:v>2125.5122000000001</c:v>
                </c:pt>
                <c:pt idx="104">
                  <c:v>1161.6762999999999</c:v>
                </c:pt>
                <c:pt idx="105">
                  <c:v>551.63009999999997</c:v>
                </c:pt>
                <c:pt idx="106">
                  <c:v>955.61929999999938</c:v>
                </c:pt>
                <c:pt idx="107">
                  <c:v>198.9058</c:v>
                </c:pt>
                <c:pt idx="108">
                  <c:v>94.258799999999979</c:v>
                </c:pt>
                <c:pt idx="109">
                  <c:v>447.80459999999999</c:v>
                </c:pt>
                <c:pt idx="110">
                  <c:v>332.46449999999999</c:v>
                </c:pt>
                <c:pt idx="111">
                  <c:v>1661.7776000000001</c:v>
                </c:pt>
                <c:pt idx="112">
                  <c:v>426.18779999999964</c:v>
                </c:pt>
                <c:pt idx="113">
                  <c:v>535.02449999999999</c:v>
                </c:pt>
                <c:pt idx="114">
                  <c:v>537.62070000000051</c:v>
                </c:pt>
                <c:pt idx="115">
                  <c:v>1735.9371000000001</c:v>
                </c:pt>
                <c:pt idx="116">
                  <c:v>675.75059999999996</c:v>
                </c:pt>
                <c:pt idx="117">
                  <c:v>1936.5719999999999</c:v>
                </c:pt>
                <c:pt idx="118">
                  <c:v>84.336600000000004</c:v>
                </c:pt>
                <c:pt idx="119">
                  <c:v>694.00900000000001</c:v>
                </c:pt>
                <c:pt idx="120">
                  <c:v>603.64769999999749</c:v>
                </c:pt>
                <c:pt idx="121">
                  <c:v>593.42189999999948</c:v>
                </c:pt>
                <c:pt idx="122">
                  <c:v>963.72050000000002</c:v>
                </c:pt>
                <c:pt idx="123">
                  <c:v>1065.5988</c:v>
                </c:pt>
                <c:pt idx="124">
                  <c:v>1649.6190999999999</c:v>
                </c:pt>
                <c:pt idx="125">
                  <c:v>1475.4793999999999</c:v>
                </c:pt>
                <c:pt idx="126">
                  <c:v>1506.451</c:v>
                </c:pt>
                <c:pt idx="127">
                  <c:v>210.76549999999997</c:v>
                </c:pt>
                <c:pt idx="128">
                  <c:v>1188.5493999999999</c:v>
                </c:pt>
                <c:pt idx="129">
                  <c:v>2591.4470000000001</c:v>
                </c:pt>
                <c:pt idx="130">
                  <c:v>450.39829999999893</c:v>
                </c:pt>
                <c:pt idx="131">
                  <c:v>818.12279999999998</c:v>
                </c:pt>
                <c:pt idx="132">
                  <c:v>2318.0762</c:v>
                </c:pt>
                <c:pt idx="133">
                  <c:v>1097.6082999999999</c:v>
                </c:pt>
                <c:pt idx="134">
                  <c:v>1024.566</c:v>
                </c:pt>
                <c:pt idx="135">
                  <c:v>405.09070000000003</c:v>
                </c:pt>
                <c:pt idx="136">
                  <c:v>946.49549999999999</c:v>
                </c:pt>
                <c:pt idx="137">
                  <c:v>1288.9663</c:v>
                </c:pt>
                <c:pt idx="138">
                  <c:v>491.11259999999999</c:v>
                </c:pt>
                <c:pt idx="139">
                  <c:v>949.56709999999748</c:v>
                </c:pt>
                <c:pt idx="140">
                  <c:v>2456.2626999999711</c:v>
                </c:pt>
                <c:pt idx="141">
                  <c:v>780.95119999999747</c:v>
                </c:pt>
                <c:pt idx="142">
                  <c:v>225.8955</c:v>
                </c:pt>
                <c:pt idx="143">
                  <c:v>931.71500000000003</c:v>
                </c:pt>
                <c:pt idx="144">
                  <c:v>695.20830000000353</c:v>
                </c:pt>
                <c:pt idx="145">
                  <c:v>238.94399999999999</c:v>
                </c:pt>
                <c:pt idx="146">
                  <c:v>1043.4845</c:v>
                </c:pt>
                <c:pt idx="147">
                  <c:v>947.31880000000001</c:v>
                </c:pt>
                <c:pt idx="148">
                  <c:v>1143.7909999999999</c:v>
                </c:pt>
                <c:pt idx="149">
                  <c:v>874.51819999999998</c:v>
                </c:pt>
                <c:pt idx="150">
                  <c:v>399.22549999999899</c:v>
                </c:pt>
                <c:pt idx="151">
                  <c:v>987.86469999999747</c:v>
                </c:pt>
                <c:pt idx="152">
                  <c:v>411.11349999999999</c:v>
                </c:pt>
                <c:pt idx="153">
                  <c:v>677.06099999999947</c:v>
                </c:pt>
                <c:pt idx="154">
                  <c:v>2164.8550000000209</c:v>
                </c:pt>
                <c:pt idx="155">
                  <c:v>2140.9778000000001</c:v>
                </c:pt>
                <c:pt idx="156">
                  <c:v>405.89749999999964</c:v>
                </c:pt>
                <c:pt idx="157">
                  <c:v>2253.2109</c:v>
                </c:pt>
                <c:pt idx="158">
                  <c:v>933.1961</c:v>
                </c:pt>
                <c:pt idx="159">
                  <c:v>96.274299999999997</c:v>
                </c:pt>
                <c:pt idx="160">
                  <c:v>1124.7783999999999</c:v>
                </c:pt>
                <c:pt idx="161">
                  <c:v>982.73789999999997</c:v>
                </c:pt>
                <c:pt idx="162">
                  <c:v>576.96319999999946</c:v>
                </c:pt>
                <c:pt idx="163">
                  <c:v>1916.5776000000001</c:v>
                </c:pt>
                <c:pt idx="164">
                  <c:v>813.55149999999946</c:v>
                </c:pt>
                <c:pt idx="165">
                  <c:v>926.6268</c:v>
                </c:pt>
                <c:pt idx="166">
                  <c:v>559.76749999999947</c:v>
                </c:pt>
                <c:pt idx="167">
                  <c:v>254.99770000000001</c:v>
                </c:pt>
                <c:pt idx="168">
                  <c:v>1401.3213999999998</c:v>
                </c:pt>
                <c:pt idx="169">
                  <c:v>512.39649999999949</c:v>
                </c:pt>
                <c:pt idx="170">
                  <c:v>483.4676</c:v>
                </c:pt>
                <c:pt idx="171">
                  <c:v>1337.6476</c:v>
                </c:pt>
                <c:pt idx="172">
                  <c:v>749.6019</c:v>
                </c:pt>
                <c:pt idx="173">
                  <c:v>1889.5282999999999</c:v>
                </c:pt>
                <c:pt idx="174">
                  <c:v>1541.2733999999998</c:v>
                </c:pt>
                <c:pt idx="175">
                  <c:v>348.27249999999964</c:v>
                </c:pt>
                <c:pt idx="176">
                  <c:v>1764.7912999999999</c:v>
                </c:pt>
                <c:pt idx="177">
                  <c:v>1205.7467000000001</c:v>
                </c:pt>
                <c:pt idx="178">
                  <c:v>312.88309999999899</c:v>
                </c:pt>
                <c:pt idx="179">
                  <c:v>794.17269999999996</c:v>
                </c:pt>
                <c:pt idx="180">
                  <c:v>895.09100000000001</c:v>
                </c:pt>
                <c:pt idx="181">
                  <c:v>1500.7746999999999</c:v>
                </c:pt>
                <c:pt idx="182">
                  <c:v>1608.0825</c:v>
                </c:pt>
                <c:pt idx="183">
                  <c:v>307.32889999999969</c:v>
                </c:pt>
                <c:pt idx="184">
                  <c:v>875.25419999999997</c:v>
                </c:pt>
                <c:pt idx="185">
                  <c:v>527.30099999999948</c:v>
                </c:pt>
                <c:pt idx="186">
                  <c:v>1574.8222999999998</c:v>
                </c:pt>
                <c:pt idx="187">
                  <c:v>999.50070000000005</c:v>
                </c:pt>
                <c:pt idx="188">
                  <c:v>636.90470000000005</c:v>
                </c:pt>
                <c:pt idx="189">
                  <c:v>963.04359999999997</c:v>
                </c:pt>
                <c:pt idx="190">
                  <c:v>104.6478</c:v>
                </c:pt>
                <c:pt idx="191">
                  <c:v>1009.6893000000035</c:v>
                </c:pt>
                <c:pt idx="192">
                  <c:v>552.42309999999998</c:v>
                </c:pt>
                <c:pt idx="193">
                  <c:v>626.15499999999997</c:v>
                </c:pt>
                <c:pt idx="194">
                  <c:v>2321.873000000021</c:v>
                </c:pt>
                <c:pt idx="195">
                  <c:v>1280.7372</c:v>
                </c:pt>
                <c:pt idx="196">
                  <c:v>1686.6748999999998</c:v>
                </c:pt>
                <c:pt idx="197">
                  <c:v>620.48800000000051</c:v>
                </c:pt>
                <c:pt idx="198">
                  <c:v>601.99189999999999</c:v>
                </c:pt>
                <c:pt idx="199">
                  <c:v>373.81279999999964</c:v>
                </c:pt>
                <c:pt idx="200">
                  <c:v>851.82279999999946</c:v>
                </c:pt>
                <c:pt idx="201">
                  <c:v>775.23900000000003</c:v>
                </c:pt>
                <c:pt idx="202">
                  <c:v>2388.6891999999998</c:v>
                </c:pt>
                <c:pt idx="203">
                  <c:v>751.46149999999739</c:v>
                </c:pt>
                <c:pt idx="204">
                  <c:v>1095.6565000000001</c:v>
                </c:pt>
                <c:pt idx="205">
                  <c:v>1038.6447999999998</c:v>
                </c:pt>
                <c:pt idx="206">
                  <c:v>1094.9061000000011</c:v>
                </c:pt>
                <c:pt idx="207">
                  <c:v>642.20940000000053</c:v>
                </c:pt>
                <c:pt idx="208">
                  <c:v>1682.489</c:v>
                </c:pt>
                <c:pt idx="209">
                  <c:v>2503.8279000000002</c:v>
                </c:pt>
                <c:pt idx="210">
                  <c:v>1603.165</c:v>
                </c:pt>
                <c:pt idx="211">
                  <c:v>936.25040000000001</c:v>
                </c:pt>
                <c:pt idx="212">
                  <c:v>1241.9612999999999</c:v>
                </c:pt>
                <c:pt idx="213">
                  <c:v>1936.3043999999998</c:v>
                </c:pt>
                <c:pt idx="214">
                  <c:v>36.494700000000002</c:v>
                </c:pt>
                <c:pt idx="215">
                  <c:v>255.65520000000001</c:v>
                </c:pt>
                <c:pt idx="216">
                  <c:v>1236.192299999989</c:v>
                </c:pt>
                <c:pt idx="217">
                  <c:v>1570.7252000000001</c:v>
                </c:pt>
                <c:pt idx="218">
                  <c:v>477.45909999999969</c:v>
                </c:pt>
                <c:pt idx="219">
                  <c:v>736.37570000000005</c:v>
                </c:pt>
                <c:pt idx="220">
                  <c:v>1196.4893</c:v>
                </c:pt>
                <c:pt idx="221">
                  <c:v>2157.5167999999999</c:v>
                </c:pt>
                <c:pt idx="222">
                  <c:v>871.63980000000004</c:v>
                </c:pt>
                <c:pt idx="223">
                  <c:v>2339.5087999999987</c:v>
                </c:pt>
                <c:pt idx="224">
                  <c:v>1264.1934999999855</c:v>
                </c:pt>
                <c:pt idx="225">
                  <c:v>1125.0412999999999</c:v>
                </c:pt>
                <c:pt idx="226">
                  <c:v>680.70899999999995</c:v>
                </c:pt>
                <c:pt idx="227">
                  <c:v>496.42239999999691</c:v>
                </c:pt>
                <c:pt idx="228">
                  <c:v>1104.5740999999998</c:v>
                </c:pt>
                <c:pt idx="229">
                  <c:v>1368.2668000000001</c:v>
                </c:pt>
                <c:pt idx="230">
                  <c:v>1968.6886</c:v>
                </c:pt>
                <c:pt idx="231">
                  <c:v>1129.3271</c:v>
                </c:pt>
                <c:pt idx="232">
                  <c:v>1216.8681999999999</c:v>
                </c:pt>
                <c:pt idx="233">
                  <c:v>1714.6507999999999</c:v>
                </c:pt>
                <c:pt idx="234">
                  <c:v>908.77170000000353</c:v>
                </c:pt>
                <c:pt idx="235">
                  <c:v>1250.9625000000001</c:v>
                </c:pt>
                <c:pt idx="236">
                  <c:v>2036.1279</c:v>
                </c:pt>
                <c:pt idx="237">
                  <c:v>429.10820000000001</c:v>
                </c:pt>
                <c:pt idx="238">
                  <c:v>1712.1357</c:v>
                </c:pt>
                <c:pt idx="239">
                  <c:v>858.25119999999947</c:v>
                </c:pt>
                <c:pt idx="240">
                  <c:v>1048.5391</c:v>
                </c:pt>
                <c:pt idx="241">
                  <c:v>1502.1399999999999</c:v>
                </c:pt>
                <c:pt idx="242">
                  <c:v>1049.2666000000011</c:v>
                </c:pt>
                <c:pt idx="243">
                  <c:v>378.59059999999869</c:v>
                </c:pt>
                <c:pt idx="244">
                  <c:v>1311.2107000000001</c:v>
                </c:pt>
                <c:pt idx="245">
                  <c:v>879.97950000000003</c:v>
                </c:pt>
                <c:pt idx="246">
                  <c:v>1503.7937999999999</c:v>
                </c:pt>
                <c:pt idx="247">
                  <c:v>1808.5197000000001</c:v>
                </c:pt>
                <c:pt idx="248">
                  <c:v>1743.4316000000001</c:v>
                </c:pt>
                <c:pt idx="249">
                  <c:v>2299.4294</c:v>
                </c:pt>
                <c:pt idx="250">
                  <c:v>1891.1656</c:v>
                </c:pt>
                <c:pt idx="251">
                  <c:v>674.47910000000002</c:v>
                </c:pt>
                <c:pt idx="252">
                  <c:v>2082.3162000000002</c:v>
                </c:pt>
                <c:pt idx="253">
                  <c:v>1046.1188</c:v>
                </c:pt>
                <c:pt idx="254">
                  <c:v>694.9153</c:v>
                </c:pt>
                <c:pt idx="255">
                  <c:v>912.2106</c:v>
                </c:pt>
                <c:pt idx="256">
                  <c:v>2184.4020999999998</c:v>
                </c:pt>
                <c:pt idx="257">
                  <c:v>728.37429999999949</c:v>
                </c:pt>
                <c:pt idx="258">
                  <c:v>1301.5105000000001</c:v>
                </c:pt>
                <c:pt idx="259">
                  <c:v>2404.8394000000012</c:v>
                </c:pt>
                <c:pt idx="260">
                  <c:v>786.59609999999998</c:v>
                </c:pt>
                <c:pt idx="261">
                  <c:v>1066.5631999999998</c:v>
                </c:pt>
                <c:pt idx="262">
                  <c:v>960.34609999999748</c:v>
                </c:pt>
                <c:pt idx="263">
                  <c:v>795.21370000000354</c:v>
                </c:pt>
                <c:pt idx="264">
                  <c:v>768.16419999999948</c:v>
                </c:pt>
                <c:pt idx="265">
                  <c:v>533.15609999999947</c:v>
                </c:pt>
                <c:pt idx="266">
                  <c:v>1208.3285000000001</c:v>
                </c:pt>
                <c:pt idx="267">
                  <c:v>2027.319</c:v>
                </c:pt>
                <c:pt idx="268">
                  <c:v>1039.7705000000001</c:v>
                </c:pt>
                <c:pt idx="269">
                  <c:v>2128.8283999999999</c:v>
                </c:pt>
                <c:pt idx="270">
                  <c:v>1017.3314999999974</c:v>
                </c:pt>
                <c:pt idx="271">
                  <c:v>627.11509999999998</c:v>
                </c:pt>
                <c:pt idx="272">
                  <c:v>2090.0888999999711</c:v>
                </c:pt>
                <c:pt idx="273">
                  <c:v>922.31830000000002</c:v>
                </c:pt>
                <c:pt idx="274">
                  <c:v>844.16629999999748</c:v>
                </c:pt>
                <c:pt idx="275">
                  <c:v>598.54099999999949</c:v>
                </c:pt>
                <c:pt idx="276">
                  <c:v>879.56489999999997</c:v>
                </c:pt>
                <c:pt idx="277">
                  <c:v>402.32909999999993</c:v>
                </c:pt>
                <c:pt idx="278">
                  <c:v>1814.8303999999998</c:v>
                </c:pt>
                <c:pt idx="279">
                  <c:v>1137.3347999999999</c:v>
                </c:pt>
                <c:pt idx="280">
                  <c:v>2725.7895999999987</c:v>
                </c:pt>
                <c:pt idx="281">
                  <c:v>880.0729</c:v>
                </c:pt>
                <c:pt idx="282">
                  <c:v>1038.6234999999886</c:v>
                </c:pt>
                <c:pt idx="283">
                  <c:v>918.56169999999747</c:v>
                </c:pt>
                <c:pt idx="284">
                  <c:v>1080.3738999999998</c:v>
                </c:pt>
                <c:pt idx="285">
                  <c:v>660.51729999999748</c:v>
                </c:pt>
                <c:pt idx="286">
                  <c:v>1590.2243999999998</c:v>
                </c:pt>
                <c:pt idx="287">
                  <c:v>700.43679999999949</c:v>
                </c:pt>
                <c:pt idx="288">
                  <c:v>1519.1737999999998</c:v>
                </c:pt>
                <c:pt idx="289">
                  <c:v>651.11810000000003</c:v>
                </c:pt>
                <c:pt idx="290">
                  <c:v>1977.6127999999999</c:v>
                </c:pt>
                <c:pt idx="291">
                  <c:v>938.74630000000002</c:v>
                </c:pt>
                <c:pt idx="292">
                  <c:v>1999.584399999989</c:v>
                </c:pt>
                <c:pt idx="293">
                  <c:v>700.82139999999947</c:v>
                </c:pt>
                <c:pt idx="294">
                  <c:v>1967.2557000000011</c:v>
                </c:pt>
                <c:pt idx="295">
                  <c:v>1872.6959999999999</c:v>
                </c:pt>
                <c:pt idx="296">
                  <c:v>2528.4792000000002</c:v>
                </c:pt>
                <c:pt idx="297">
                  <c:v>1304.0435</c:v>
                </c:pt>
                <c:pt idx="298">
                  <c:v>1265.5731999999998</c:v>
                </c:pt>
                <c:pt idx="299">
                  <c:v>1800.0980999999999</c:v>
                </c:pt>
              </c:numCache>
            </c:numRef>
          </c:xVal>
          <c:yVal>
            <c:numRef>
              <c:f>DistFareAll!$E$2:$E$301</c:f>
              <c:numCache>
                <c:formatCode>General</c:formatCode>
                <c:ptCount val="300"/>
                <c:pt idx="0">
                  <c:v>342</c:v>
                </c:pt>
                <c:pt idx="1">
                  <c:v>678</c:v>
                </c:pt>
                <c:pt idx="2">
                  <c:v>516</c:v>
                </c:pt>
                <c:pt idx="3">
                  <c:v>287.33999999999969</c:v>
                </c:pt>
                <c:pt idx="4">
                  <c:v>698</c:v>
                </c:pt>
                <c:pt idx="5">
                  <c:v>252</c:v>
                </c:pt>
                <c:pt idx="6">
                  <c:v>876</c:v>
                </c:pt>
                <c:pt idx="7">
                  <c:v>698</c:v>
                </c:pt>
                <c:pt idx="8">
                  <c:v>554</c:v>
                </c:pt>
                <c:pt idx="9">
                  <c:v>506</c:v>
                </c:pt>
                <c:pt idx="10">
                  <c:v>926</c:v>
                </c:pt>
                <c:pt idx="11">
                  <c:v>576</c:v>
                </c:pt>
                <c:pt idx="12">
                  <c:v>754</c:v>
                </c:pt>
                <c:pt idx="13">
                  <c:v>434</c:v>
                </c:pt>
                <c:pt idx="14">
                  <c:v>1176</c:v>
                </c:pt>
                <c:pt idx="15">
                  <c:v>418</c:v>
                </c:pt>
                <c:pt idx="16">
                  <c:v>307</c:v>
                </c:pt>
                <c:pt idx="17">
                  <c:v>276</c:v>
                </c:pt>
                <c:pt idx="18">
                  <c:v>276</c:v>
                </c:pt>
                <c:pt idx="19">
                  <c:v>810</c:v>
                </c:pt>
                <c:pt idx="20">
                  <c:v>598</c:v>
                </c:pt>
                <c:pt idx="21">
                  <c:v>298</c:v>
                </c:pt>
                <c:pt idx="22">
                  <c:v>548</c:v>
                </c:pt>
                <c:pt idx="23">
                  <c:v>464</c:v>
                </c:pt>
                <c:pt idx="24">
                  <c:v>255</c:v>
                </c:pt>
                <c:pt idx="25">
                  <c:v>1208</c:v>
                </c:pt>
                <c:pt idx="26">
                  <c:v>464</c:v>
                </c:pt>
                <c:pt idx="27">
                  <c:v>142</c:v>
                </c:pt>
                <c:pt idx="28">
                  <c:v>644</c:v>
                </c:pt>
                <c:pt idx="29">
                  <c:v>358</c:v>
                </c:pt>
                <c:pt idx="30">
                  <c:v>1288</c:v>
                </c:pt>
                <c:pt idx="31">
                  <c:v>294</c:v>
                </c:pt>
                <c:pt idx="32">
                  <c:v>1054</c:v>
                </c:pt>
                <c:pt idx="33">
                  <c:v>1708</c:v>
                </c:pt>
                <c:pt idx="34">
                  <c:v>738</c:v>
                </c:pt>
                <c:pt idx="35">
                  <c:v>480</c:v>
                </c:pt>
                <c:pt idx="36">
                  <c:v>1200</c:v>
                </c:pt>
                <c:pt idx="37">
                  <c:v>438</c:v>
                </c:pt>
                <c:pt idx="38">
                  <c:v>918</c:v>
                </c:pt>
                <c:pt idx="39">
                  <c:v>542</c:v>
                </c:pt>
                <c:pt idx="40">
                  <c:v>530</c:v>
                </c:pt>
                <c:pt idx="41">
                  <c:v>1150</c:v>
                </c:pt>
                <c:pt idx="42">
                  <c:v>1162</c:v>
                </c:pt>
                <c:pt idx="43">
                  <c:v>1078</c:v>
                </c:pt>
                <c:pt idx="44">
                  <c:v>1220</c:v>
                </c:pt>
                <c:pt idx="45">
                  <c:v>238</c:v>
                </c:pt>
                <c:pt idx="46">
                  <c:v>1000</c:v>
                </c:pt>
                <c:pt idx="47">
                  <c:v>1180</c:v>
                </c:pt>
                <c:pt idx="48">
                  <c:v>1440</c:v>
                </c:pt>
                <c:pt idx="49">
                  <c:v>942</c:v>
                </c:pt>
                <c:pt idx="50">
                  <c:v>446</c:v>
                </c:pt>
                <c:pt idx="51">
                  <c:v>0</c:v>
                </c:pt>
                <c:pt idx="52">
                  <c:v>968</c:v>
                </c:pt>
                <c:pt idx="53">
                  <c:v>298</c:v>
                </c:pt>
                <c:pt idx="54">
                  <c:v>170</c:v>
                </c:pt>
                <c:pt idx="55">
                  <c:v>856</c:v>
                </c:pt>
                <c:pt idx="56">
                  <c:v>1204</c:v>
                </c:pt>
                <c:pt idx="57">
                  <c:v>788</c:v>
                </c:pt>
                <c:pt idx="58">
                  <c:v>780</c:v>
                </c:pt>
                <c:pt idx="59">
                  <c:v>1000</c:v>
                </c:pt>
                <c:pt idx="60">
                  <c:v>404</c:v>
                </c:pt>
                <c:pt idx="61">
                  <c:v>786</c:v>
                </c:pt>
                <c:pt idx="62">
                  <c:v>816</c:v>
                </c:pt>
                <c:pt idx="63">
                  <c:v>552</c:v>
                </c:pt>
                <c:pt idx="64">
                  <c:v>1052</c:v>
                </c:pt>
                <c:pt idx="65">
                  <c:v>1150</c:v>
                </c:pt>
                <c:pt idx="66">
                  <c:v>652</c:v>
                </c:pt>
                <c:pt idx="67">
                  <c:v>268</c:v>
                </c:pt>
                <c:pt idx="68">
                  <c:v>124</c:v>
                </c:pt>
                <c:pt idx="69">
                  <c:v>512</c:v>
                </c:pt>
                <c:pt idx="70">
                  <c:v>552</c:v>
                </c:pt>
                <c:pt idx="71">
                  <c:v>592</c:v>
                </c:pt>
                <c:pt idx="72">
                  <c:v>884</c:v>
                </c:pt>
                <c:pt idx="73">
                  <c:v>540</c:v>
                </c:pt>
                <c:pt idx="74">
                  <c:v>1358</c:v>
                </c:pt>
                <c:pt idx="75">
                  <c:v>1008</c:v>
                </c:pt>
                <c:pt idx="76">
                  <c:v>1152</c:v>
                </c:pt>
                <c:pt idx="77">
                  <c:v>446</c:v>
                </c:pt>
                <c:pt idx="78">
                  <c:v>402</c:v>
                </c:pt>
                <c:pt idx="79">
                  <c:v>836</c:v>
                </c:pt>
                <c:pt idx="80">
                  <c:v>546</c:v>
                </c:pt>
                <c:pt idx="81">
                  <c:v>948</c:v>
                </c:pt>
                <c:pt idx="82">
                  <c:v>714</c:v>
                </c:pt>
                <c:pt idx="83">
                  <c:v>368</c:v>
                </c:pt>
                <c:pt idx="84">
                  <c:v>1120</c:v>
                </c:pt>
                <c:pt idx="85">
                  <c:v>616</c:v>
                </c:pt>
                <c:pt idx="86">
                  <c:v>404</c:v>
                </c:pt>
                <c:pt idx="87">
                  <c:v>800</c:v>
                </c:pt>
                <c:pt idx="88">
                  <c:v>926</c:v>
                </c:pt>
                <c:pt idx="89">
                  <c:v>334</c:v>
                </c:pt>
                <c:pt idx="90">
                  <c:v>460</c:v>
                </c:pt>
                <c:pt idx="91">
                  <c:v>1098</c:v>
                </c:pt>
                <c:pt idx="92">
                  <c:v>974</c:v>
                </c:pt>
                <c:pt idx="93">
                  <c:v>398</c:v>
                </c:pt>
                <c:pt idx="94">
                  <c:v>806</c:v>
                </c:pt>
                <c:pt idx="95">
                  <c:v>1098</c:v>
                </c:pt>
                <c:pt idx="96">
                  <c:v>342</c:v>
                </c:pt>
                <c:pt idx="97">
                  <c:v>358</c:v>
                </c:pt>
                <c:pt idx="98">
                  <c:v>238</c:v>
                </c:pt>
                <c:pt idx="99">
                  <c:v>398</c:v>
                </c:pt>
                <c:pt idx="100">
                  <c:v>728</c:v>
                </c:pt>
                <c:pt idx="101">
                  <c:v>464</c:v>
                </c:pt>
                <c:pt idx="102">
                  <c:v>622</c:v>
                </c:pt>
                <c:pt idx="103">
                  <c:v>1836</c:v>
                </c:pt>
                <c:pt idx="104">
                  <c:v>1402</c:v>
                </c:pt>
                <c:pt idx="105">
                  <c:v>1100</c:v>
                </c:pt>
                <c:pt idx="106">
                  <c:v>1098</c:v>
                </c:pt>
                <c:pt idx="107">
                  <c:v>445</c:v>
                </c:pt>
                <c:pt idx="108">
                  <c:v>0</c:v>
                </c:pt>
                <c:pt idx="109">
                  <c:v>608</c:v>
                </c:pt>
                <c:pt idx="110">
                  <c:v>563</c:v>
                </c:pt>
                <c:pt idx="111">
                  <c:v>646</c:v>
                </c:pt>
                <c:pt idx="112">
                  <c:v>1030</c:v>
                </c:pt>
                <c:pt idx="113">
                  <c:v>944</c:v>
                </c:pt>
                <c:pt idx="114">
                  <c:v>922</c:v>
                </c:pt>
                <c:pt idx="115">
                  <c:v>738</c:v>
                </c:pt>
                <c:pt idx="116">
                  <c:v>898</c:v>
                </c:pt>
                <c:pt idx="117">
                  <c:v>904</c:v>
                </c:pt>
                <c:pt idx="118">
                  <c:v>338</c:v>
                </c:pt>
                <c:pt idx="119">
                  <c:v>676</c:v>
                </c:pt>
                <c:pt idx="120">
                  <c:v>912</c:v>
                </c:pt>
                <c:pt idx="121">
                  <c:v>784</c:v>
                </c:pt>
                <c:pt idx="122">
                  <c:v>1028</c:v>
                </c:pt>
                <c:pt idx="123">
                  <c:v>798</c:v>
                </c:pt>
                <c:pt idx="124">
                  <c:v>756</c:v>
                </c:pt>
                <c:pt idx="125">
                  <c:v>1108</c:v>
                </c:pt>
                <c:pt idx="126">
                  <c:v>592</c:v>
                </c:pt>
                <c:pt idx="127">
                  <c:v>616</c:v>
                </c:pt>
                <c:pt idx="128">
                  <c:v>338</c:v>
                </c:pt>
                <c:pt idx="129">
                  <c:v>648</c:v>
                </c:pt>
                <c:pt idx="130">
                  <c:v>734</c:v>
                </c:pt>
                <c:pt idx="131">
                  <c:v>988</c:v>
                </c:pt>
                <c:pt idx="132">
                  <c:v>998</c:v>
                </c:pt>
                <c:pt idx="133">
                  <c:v>1262</c:v>
                </c:pt>
                <c:pt idx="134">
                  <c:v>1010</c:v>
                </c:pt>
                <c:pt idx="135">
                  <c:v>904</c:v>
                </c:pt>
                <c:pt idx="136">
                  <c:v>440.04</c:v>
                </c:pt>
                <c:pt idx="137">
                  <c:v>1220</c:v>
                </c:pt>
                <c:pt idx="138">
                  <c:v>272</c:v>
                </c:pt>
                <c:pt idx="139">
                  <c:v>880</c:v>
                </c:pt>
                <c:pt idx="140">
                  <c:v>998</c:v>
                </c:pt>
                <c:pt idx="141">
                  <c:v>1186</c:v>
                </c:pt>
                <c:pt idx="142">
                  <c:v>435</c:v>
                </c:pt>
                <c:pt idx="143">
                  <c:v>1016</c:v>
                </c:pt>
                <c:pt idx="144">
                  <c:v>858</c:v>
                </c:pt>
                <c:pt idx="145">
                  <c:v>976</c:v>
                </c:pt>
                <c:pt idx="146">
                  <c:v>1342</c:v>
                </c:pt>
                <c:pt idx="147">
                  <c:v>850</c:v>
                </c:pt>
                <c:pt idx="148">
                  <c:v>1300</c:v>
                </c:pt>
                <c:pt idx="149">
                  <c:v>1234</c:v>
                </c:pt>
                <c:pt idx="150">
                  <c:v>888</c:v>
                </c:pt>
                <c:pt idx="151">
                  <c:v>1000</c:v>
                </c:pt>
                <c:pt idx="152">
                  <c:v>810</c:v>
                </c:pt>
                <c:pt idx="153">
                  <c:v>528</c:v>
                </c:pt>
                <c:pt idx="154">
                  <c:v>594</c:v>
                </c:pt>
                <c:pt idx="155">
                  <c:v>946</c:v>
                </c:pt>
                <c:pt idx="156">
                  <c:v>796</c:v>
                </c:pt>
                <c:pt idx="157">
                  <c:v>1782</c:v>
                </c:pt>
                <c:pt idx="158">
                  <c:v>460</c:v>
                </c:pt>
                <c:pt idx="159">
                  <c:v>0</c:v>
                </c:pt>
                <c:pt idx="160">
                  <c:v>1274</c:v>
                </c:pt>
                <c:pt idx="161">
                  <c:v>1208</c:v>
                </c:pt>
                <c:pt idx="162">
                  <c:v>359.96</c:v>
                </c:pt>
                <c:pt idx="163">
                  <c:v>1682</c:v>
                </c:pt>
                <c:pt idx="164">
                  <c:v>238</c:v>
                </c:pt>
                <c:pt idx="165">
                  <c:v>912</c:v>
                </c:pt>
                <c:pt idx="166">
                  <c:v>604</c:v>
                </c:pt>
                <c:pt idx="167">
                  <c:v>0</c:v>
                </c:pt>
                <c:pt idx="168">
                  <c:v>1000</c:v>
                </c:pt>
                <c:pt idx="169">
                  <c:v>886</c:v>
                </c:pt>
                <c:pt idx="170">
                  <c:v>722</c:v>
                </c:pt>
                <c:pt idx="171">
                  <c:v>1544</c:v>
                </c:pt>
                <c:pt idx="172">
                  <c:v>964</c:v>
                </c:pt>
                <c:pt idx="173">
                  <c:v>1908</c:v>
                </c:pt>
                <c:pt idx="174">
                  <c:v>1682</c:v>
                </c:pt>
                <c:pt idx="175">
                  <c:v>834</c:v>
                </c:pt>
                <c:pt idx="176">
                  <c:v>1244</c:v>
                </c:pt>
                <c:pt idx="177">
                  <c:v>1564</c:v>
                </c:pt>
                <c:pt idx="178">
                  <c:v>460</c:v>
                </c:pt>
                <c:pt idx="179">
                  <c:v>1292</c:v>
                </c:pt>
                <c:pt idx="180">
                  <c:v>1162</c:v>
                </c:pt>
                <c:pt idx="181">
                  <c:v>1430</c:v>
                </c:pt>
                <c:pt idx="182">
                  <c:v>1685</c:v>
                </c:pt>
                <c:pt idx="183">
                  <c:v>480</c:v>
                </c:pt>
                <c:pt idx="184">
                  <c:v>836</c:v>
                </c:pt>
                <c:pt idx="185">
                  <c:v>934</c:v>
                </c:pt>
                <c:pt idx="186">
                  <c:v>1356</c:v>
                </c:pt>
                <c:pt idx="187">
                  <c:v>424</c:v>
                </c:pt>
                <c:pt idx="188">
                  <c:v>902</c:v>
                </c:pt>
                <c:pt idx="189">
                  <c:v>358</c:v>
                </c:pt>
                <c:pt idx="190">
                  <c:v>1760</c:v>
                </c:pt>
                <c:pt idx="191">
                  <c:v>1138</c:v>
                </c:pt>
                <c:pt idx="192">
                  <c:v>806</c:v>
                </c:pt>
                <c:pt idx="193">
                  <c:v>898</c:v>
                </c:pt>
                <c:pt idx="194">
                  <c:v>1204</c:v>
                </c:pt>
                <c:pt idx="195">
                  <c:v>938</c:v>
                </c:pt>
                <c:pt idx="196">
                  <c:v>996</c:v>
                </c:pt>
                <c:pt idx="197">
                  <c:v>922</c:v>
                </c:pt>
                <c:pt idx="198">
                  <c:v>412</c:v>
                </c:pt>
                <c:pt idx="199">
                  <c:v>912</c:v>
                </c:pt>
                <c:pt idx="200">
                  <c:v>1208</c:v>
                </c:pt>
                <c:pt idx="201">
                  <c:v>904</c:v>
                </c:pt>
                <c:pt idx="202">
                  <c:v>1006</c:v>
                </c:pt>
                <c:pt idx="203">
                  <c:v>1074</c:v>
                </c:pt>
                <c:pt idx="204">
                  <c:v>1274</c:v>
                </c:pt>
                <c:pt idx="205">
                  <c:v>1150</c:v>
                </c:pt>
                <c:pt idx="206">
                  <c:v>552</c:v>
                </c:pt>
                <c:pt idx="207">
                  <c:v>1210</c:v>
                </c:pt>
                <c:pt idx="208">
                  <c:v>636</c:v>
                </c:pt>
                <c:pt idx="209">
                  <c:v>1264</c:v>
                </c:pt>
                <c:pt idx="210">
                  <c:v>1708</c:v>
                </c:pt>
                <c:pt idx="211">
                  <c:v>532</c:v>
                </c:pt>
                <c:pt idx="212">
                  <c:v>476</c:v>
                </c:pt>
                <c:pt idx="213">
                  <c:v>988</c:v>
                </c:pt>
                <c:pt idx="214">
                  <c:v>0</c:v>
                </c:pt>
                <c:pt idx="215">
                  <c:v>700</c:v>
                </c:pt>
                <c:pt idx="216">
                  <c:v>1376</c:v>
                </c:pt>
                <c:pt idx="217">
                  <c:v>1458</c:v>
                </c:pt>
                <c:pt idx="218">
                  <c:v>754</c:v>
                </c:pt>
                <c:pt idx="219">
                  <c:v>346</c:v>
                </c:pt>
                <c:pt idx="220">
                  <c:v>1480</c:v>
                </c:pt>
                <c:pt idx="221">
                  <c:v>798</c:v>
                </c:pt>
                <c:pt idx="222">
                  <c:v>394</c:v>
                </c:pt>
                <c:pt idx="223">
                  <c:v>1126</c:v>
                </c:pt>
                <c:pt idx="224">
                  <c:v>520</c:v>
                </c:pt>
                <c:pt idx="225">
                  <c:v>1400</c:v>
                </c:pt>
                <c:pt idx="226">
                  <c:v>598</c:v>
                </c:pt>
                <c:pt idx="227">
                  <c:v>634</c:v>
                </c:pt>
                <c:pt idx="228">
                  <c:v>1386</c:v>
                </c:pt>
                <c:pt idx="229">
                  <c:v>378</c:v>
                </c:pt>
                <c:pt idx="230">
                  <c:v>1736</c:v>
                </c:pt>
                <c:pt idx="231">
                  <c:v>508</c:v>
                </c:pt>
                <c:pt idx="232">
                  <c:v>862</c:v>
                </c:pt>
                <c:pt idx="233">
                  <c:v>1708</c:v>
                </c:pt>
                <c:pt idx="234">
                  <c:v>1054</c:v>
                </c:pt>
                <c:pt idx="235">
                  <c:v>1066</c:v>
                </c:pt>
                <c:pt idx="236">
                  <c:v>1890</c:v>
                </c:pt>
                <c:pt idx="237">
                  <c:v>1052</c:v>
                </c:pt>
                <c:pt idx="238">
                  <c:v>622</c:v>
                </c:pt>
                <c:pt idx="239">
                  <c:v>1100</c:v>
                </c:pt>
                <c:pt idx="240">
                  <c:v>440</c:v>
                </c:pt>
                <c:pt idx="241">
                  <c:v>1096</c:v>
                </c:pt>
                <c:pt idx="242">
                  <c:v>1454</c:v>
                </c:pt>
                <c:pt idx="243">
                  <c:v>590</c:v>
                </c:pt>
                <c:pt idx="244">
                  <c:v>1402</c:v>
                </c:pt>
                <c:pt idx="245">
                  <c:v>1074</c:v>
                </c:pt>
                <c:pt idx="246">
                  <c:v>578</c:v>
                </c:pt>
                <c:pt idx="247">
                  <c:v>1682</c:v>
                </c:pt>
                <c:pt idx="248">
                  <c:v>626</c:v>
                </c:pt>
                <c:pt idx="249">
                  <c:v>830</c:v>
                </c:pt>
                <c:pt idx="250">
                  <c:v>996</c:v>
                </c:pt>
                <c:pt idx="251">
                  <c:v>456</c:v>
                </c:pt>
                <c:pt idx="252">
                  <c:v>1008</c:v>
                </c:pt>
                <c:pt idx="253">
                  <c:v>1274</c:v>
                </c:pt>
                <c:pt idx="254">
                  <c:v>410</c:v>
                </c:pt>
                <c:pt idx="255">
                  <c:v>1096</c:v>
                </c:pt>
                <c:pt idx="256">
                  <c:v>1294</c:v>
                </c:pt>
                <c:pt idx="257">
                  <c:v>822</c:v>
                </c:pt>
                <c:pt idx="258">
                  <c:v>1484</c:v>
                </c:pt>
                <c:pt idx="259">
                  <c:v>732</c:v>
                </c:pt>
                <c:pt idx="260">
                  <c:v>1074</c:v>
                </c:pt>
                <c:pt idx="261">
                  <c:v>1402</c:v>
                </c:pt>
                <c:pt idx="262">
                  <c:v>352</c:v>
                </c:pt>
                <c:pt idx="263">
                  <c:v>1028</c:v>
                </c:pt>
                <c:pt idx="264">
                  <c:v>1100</c:v>
                </c:pt>
                <c:pt idx="265">
                  <c:v>508</c:v>
                </c:pt>
                <c:pt idx="266">
                  <c:v>1194</c:v>
                </c:pt>
                <c:pt idx="267">
                  <c:v>561</c:v>
                </c:pt>
                <c:pt idx="268">
                  <c:v>1330</c:v>
                </c:pt>
                <c:pt idx="269">
                  <c:v>1806</c:v>
                </c:pt>
                <c:pt idx="270">
                  <c:v>1028</c:v>
                </c:pt>
                <c:pt idx="271">
                  <c:v>868</c:v>
                </c:pt>
                <c:pt idx="272">
                  <c:v>750</c:v>
                </c:pt>
                <c:pt idx="273">
                  <c:v>492</c:v>
                </c:pt>
                <c:pt idx="274">
                  <c:v>292</c:v>
                </c:pt>
                <c:pt idx="275">
                  <c:v>978</c:v>
                </c:pt>
                <c:pt idx="276">
                  <c:v>1116</c:v>
                </c:pt>
                <c:pt idx="277">
                  <c:v>756</c:v>
                </c:pt>
                <c:pt idx="278">
                  <c:v>1670</c:v>
                </c:pt>
                <c:pt idx="279">
                  <c:v>1330</c:v>
                </c:pt>
                <c:pt idx="280">
                  <c:v>914</c:v>
                </c:pt>
                <c:pt idx="281">
                  <c:v>1126</c:v>
                </c:pt>
                <c:pt idx="282">
                  <c:v>424</c:v>
                </c:pt>
                <c:pt idx="283">
                  <c:v>1072</c:v>
                </c:pt>
                <c:pt idx="284">
                  <c:v>1030</c:v>
                </c:pt>
                <c:pt idx="285">
                  <c:v>862</c:v>
                </c:pt>
                <c:pt idx="286">
                  <c:v>1440</c:v>
                </c:pt>
                <c:pt idx="287">
                  <c:v>984</c:v>
                </c:pt>
                <c:pt idx="288">
                  <c:v>1146</c:v>
                </c:pt>
                <c:pt idx="289">
                  <c:v>868</c:v>
                </c:pt>
                <c:pt idx="290">
                  <c:v>586</c:v>
                </c:pt>
                <c:pt idx="291">
                  <c:v>1098</c:v>
                </c:pt>
                <c:pt idx="292">
                  <c:v>650</c:v>
                </c:pt>
                <c:pt idx="293">
                  <c:v>1138</c:v>
                </c:pt>
                <c:pt idx="294">
                  <c:v>1748</c:v>
                </c:pt>
                <c:pt idx="295">
                  <c:v>1682</c:v>
                </c:pt>
                <c:pt idx="296">
                  <c:v>798</c:v>
                </c:pt>
                <c:pt idx="297">
                  <c:v>610</c:v>
                </c:pt>
                <c:pt idx="298">
                  <c:v>1454</c:v>
                </c:pt>
                <c:pt idx="299">
                  <c:v>416</c:v>
                </c:pt>
              </c:numCache>
            </c:numRef>
          </c:yVal>
        </c:ser>
        <c:axId val="60648832"/>
        <c:axId val="43414656"/>
      </c:scatterChart>
      <c:valAx>
        <c:axId val="6064883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n-US"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00" smtClean="0"/>
                  <a:t>Direct Distance </a:t>
                </a:r>
                <a:r>
                  <a:rPr sz="1200"/>
                  <a:t>(</a:t>
                </a:r>
                <a:r>
                  <a:rPr sz="1200" smtClean="0"/>
                  <a:t>miles)</a:t>
                </a:r>
                <a:endParaRPr sz="1200"/>
              </a:p>
            </c:rich>
          </c:tx>
          <c:layout>
            <c:manualLayout>
              <c:xMode val="edge"/>
              <c:yMode val="edge"/>
              <c:x val="0.29309522404204397"/>
              <c:y val="0.91633424901744687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lang="en-US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3414656"/>
        <c:crosses val="autoZero"/>
        <c:crossBetween val="midCat"/>
      </c:valAx>
      <c:valAx>
        <c:axId val="43414656"/>
        <c:scaling>
          <c:orientation val="minMax"/>
        </c:scaling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lang="en-US"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00"/>
                  <a:t>Airfare</a:t>
                </a:r>
                <a:r>
                  <a:t> (USD)</a:t>
                </a:r>
              </a:p>
            </c:rich>
          </c:tx>
          <c:layout>
            <c:manualLayout>
              <c:xMode val="edge"/>
              <c:yMode val="edge"/>
              <c:x val="0"/>
              <c:y val="0.23488357759853967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lang="en-US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0648832"/>
        <c:crosses val="autoZero"/>
        <c:crossBetween val="midCat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7.1612944152373903E-2"/>
          <c:y val="7.5123197706013792E-2"/>
          <c:w val="0.82300750005193946"/>
          <c:h val="0.81480083712003482"/>
        </c:manualLayout>
      </c:layout>
      <c:bubbleChart>
        <c:ser>
          <c:idx val="0"/>
          <c:order val="0"/>
          <c:tx>
            <c:v>CAB25</c:v>
          </c:tx>
          <c:spPr>
            <a:solidFill>
              <a:srgbClr val="4F81BD">
                <a:alpha val="50000"/>
              </a:srgbClr>
            </a:solidFill>
            <a:ln w="19050">
              <a:solidFill>
                <a:schemeClr val="tx1"/>
              </a:solidFill>
            </a:ln>
          </c:spPr>
          <c:xVal>
            <c:numRef>
              <c:f>'25.3.2'!$B$4:$B$28</c:f>
              <c:numCache>
                <c:formatCode>General</c:formatCode>
                <c:ptCount val="25"/>
                <c:pt idx="0">
                  <c:v>2169.4459999999999</c:v>
                </c:pt>
                <c:pt idx="1">
                  <c:v>2516.6647999999886</c:v>
                </c:pt>
                <c:pt idx="2">
                  <c:v>2738.4364999999998</c:v>
                </c:pt>
                <c:pt idx="3">
                  <c:v>1908.4565000000011</c:v>
                </c:pt>
                <c:pt idx="4">
                  <c:v>2097.9512000000022</c:v>
                </c:pt>
                <c:pt idx="5">
                  <c:v>2219.1227999999987</c:v>
                </c:pt>
                <c:pt idx="6">
                  <c:v>1470.6811999999998</c:v>
                </c:pt>
                <c:pt idx="7">
                  <c:v>1017.5789000000005</c:v>
                </c:pt>
                <c:pt idx="8">
                  <c:v>2136.3994000000002</c:v>
                </c:pt>
                <c:pt idx="9">
                  <c:v>1554.8603999999998</c:v>
                </c:pt>
                <c:pt idx="10">
                  <c:v>1567.1239999999998</c:v>
                </c:pt>
                <c:pt idx="11">
                  <c:v>233.7585</c:v>
                </c:pt>
                <c:pt idx="12">
                  <c:v>1841.8398</c:v>
                </c:pt>
                <c:pt idx="13">
                  <c:v>2504.5685999999987</c:v>
                </c:pt>
                <c:pt idx="14">
                  <c:v>1614.2637</c:v>
                </c:pt>
                <c:pt idx="15">
                  <c:v>1858.3076000000001</c:v>
                </c:pt>
                <c:pt idx="16">
                  <c:v>2625.9639000000002</c:v>
                </c:pt>
                <c:pt idx="17">
                  <c:v>2583.7559000000001</c:v>
                </c:pt>
                <c:pt idx="18">
                  <c:v>579.61519999999996</c:v>
                </c:pt>
                <c:pt idx="19">
                  <c:v>2311.2279999999987</c:v>
                </c:pt>
                <c:pt idx="20">
                  <c:v>1796.4104</c:v>
                </c:pt>
                <c:pt idx="21">
                  <c:v>61.846199999999996</c:v>
                </c:pt>
                <c:pt idx="22">
                  <c:v>251.32080000000047</c:v>
                </c:pt>
                <c:pt idx="23">
                  <c:v>2348.9854</c:v>
                </c:pt>
                <c:pt idx="24">
                  <c:v>2491.4263000000001</c:v>
                </c:pt>
              </c:numCache>
            </c:numRef>
          </c:xVal>
          <c:yVal>
            <c:numRef>
              <c:f>'25.3.2'!$C$4:$C$28</c:f>
              <c:numCache>
                <c:formatCode>General</c:formatCode>
                <c:ptCount val="25"/>
                <c:pt idx="0">
                  <c:v>500.95699999999869</c:v>
                </c:pt>
                <c:pt idx="1">
                  <c:v>961.74509999999998</c:v>
                </c:pt>
                <c:pt idx="2">
                  <c:v>1257.3322999999998</c:v>
                </c:pt>
                <c:pt idx="3">
                  <c:v>1038.5508</c:v>
                </c:pt>
                <c:pt idx="4">
                  <c:v>867.86909999999796</c:v>
                </c:pt>
                <c:pt idx="5">
                  <c:v>1058.5159000000001</c:v>
                </c:pt>
                <c:pt idx="6">
                  <c:v>380.79349999999869</c:v>
                </c:pt>
                <c:pt idx="7">
                  <c:v>866.00490000000002</c:v>
                </c:pt>
                <c:pt idx="8">
                  <c:v>1103.6994999999936</c:v>
                </c:pt>
                <c:pt idx="9">
                  <c:v>175.99710000000007</c:v>
                </c:pt>
                <c:pt idx="10">
                  <c:v>818.08940000000052</c:v>
                </c:pt>
                <c:pt idx="11">
                  <c:v>559.48140000000001</c:v>
                </c:pt>
                <c:pt idx="12">
                  <c:v>557.58590000000004</c:v>
                </c:pt>
                <c:pt idx="13">
                  <c:v>12.255100000000002</c:v>
                </c:pt>
                <c:pt idx="14">
                  <c:v>1220.4280000000001</c:v>
                </c:pt>
                <c:pt idx="15">
                  <c:v>209.7029</c:v>
                </c:pt>
                <c:pt idx="16">
                  <c:v>1103.8071</c:v>
                </c:pt>
                <c:pt idx="17">
                  <c:v>1030.7925</c:v>
                </c:pt>
                <c:pt idx="18">
                  <c:v>465.58349999999899</c:v>
                </c:pt>
                <c:pt idx="19">
                  <c:v>1008.8390999999979</c:v>
                </c:pt>
                <c:pt idx="20">
                  <c:v>808.50419999999997</c:v>
                </c:pt>
                <c:pt idx="21">
                  <c:v>877.53249999999946</c:v>
                </c:pt>
                <c:pt idx="22">
                  <c:v>1546.1400999999998</c:v>
                </c:pt>
                <c:pt idx="23">
                  <c:v>134.3997</c:v>
                </c:pt>
                <c:pt idx="24">
                  <c:v>935.3845</c:v>
                </c:pt>
              </c:numCache>
            </c:numRef>
          </c:yVal>
          <c:bubbleSize>
            <c:numRef>
              <c:f>'25.3.2'!$E$4:$E$28</c:f>
              <c:numCache>
                <c:formatCode>0.000000</c:formatCode>
                <c:ptCount val="25"/>
                <c:pt idx="0">
                  <c:v>2.843944924778511E-2</c:v>
                </c:pt>
                <c:pt idx="1">
                  <c:v>1.6771305415283183E-2</c:v>
                </c:pt>
                <c:pt idx="2">
                  <c:v>6.0532672912831834E-2</c:v>
                </c:pt>
                <c:pt idx="3">
                  <c:v>0.10037923146330821</c:v>
                </c:pt>
                <c:pt idx="4">
                  <c:v>1.5535239774124378E-2</c:v>
                </c:pt>
                <c:pt idx="5">
                  <c:v>2.9893653413855296E-2</c:v>
                </c:pt>
                <c:pt idx="6">
                  <c:v>3.0727964509133596E-2</c:v>
                </c:pt>
                <c:pt idx="7">
                  <c:v>2.4335696779136592E-2</c:v>
                </c:pt>
                <c:pt idx="8">
                  <c:v>4.2758756883050017E-2</c:v>
                </c:pt>
                <c:pt idx="9">
                  <c:v>2.4069887748781181E-2</c:v>
                </c:pt>
                <c:pt idx="10">
                  <c:v>1.9902108272820872E-2</c:v>
                </c:pt>
                <c:pt idx="11">
                  <c:v>7.3089223346789384E-2</c:v>
                </c:pt>
                <c:pt idx="12">
                  <c:v>1.1513693114863759E-2</c:v>
                </c:pt>
                <c:pt idx="13">
                  <c:v>5.5352430321248057E-2</c:v>
                </c:pt>
                <c:pt idx="14">
                  <c:v>2.5001851855211511E-2</c:v>
                </c:pt>
                <c:pt idx="15">
                  <c:v>1.8479727110384845E-2</c:v>
                </c:pt>
                <c:pt idx="16">
                  <c:v>0.16952352935958584</c:v>
                </c:pt>
                <c:pt idx="17">
                  <c:v>3.5774694085470196E-2</c:v>
                </c:pt>
                <c:pt idx="18">
                  <c:v>1.48283293933953E-2</c:v>
                </c:pt>
                <c:pt idx="19">
                  <c:v>2.8448116248774899E-2</c:v>
                </c:pt>
                <c:pt idx="20">
                  <c:v>2.9021643314271699E-2</c:v>
                </c:pt>
                <c:pt idx="21">
                  <c:v>5.0603650778936922E-2</c:v>
                </c:pt>
                <c:pt idx="22">
                  <c:v>1.9219650194884051E-2</c:v>
                </c:pt>
                <c:pt idx="23">
                  <c:v>1.8607129724934311E-2</c:v>
                </c:pt>
                <c:pt idx="24">
                  <c:v>5.7190364731139823E-2</c:v>
                </c:pt>
              </c:numCache>
            </c:numRef>
          </c:bubbleSize>
        </c:ser>
        <c:ser>
          <c:idx val="1"/>
          <c:order val="1"/>
          <c:tx>
            <c:v>COG</c:v>
          </c:tx>
          <c:spPr>
            <a:noFill/>
            <a:ln w="19050">
              <a:solidFill>
                <a:srgbClr val="0000FF"/>
              </a:solidFill>
            </a:ln>
          </c:spPr>
          <c:xVal>
            <c:numRef>
              <c:f>'25.3.2'!$B$29</c:f>
              <c:numCache>
                <c:formatCode>0.0</c:formatCode>
                <c:ptCount val="1"/>
                <c:pt idx="0">
                  <c:v>1899.9433393538118</c:v>
                </c:pt>
              </c:numCache>
            </c:numRef>
          </c:xVal>
          <c:yVal>
            <c:numRef>
              <c:f>'25.3.2'!$C$29</c:f>
              <c:numCache>
                <c:formatCode>0.0</c:formatCode>
                <c:ptCount val="1"/>
                <c:pt idx="0">
                  <c:v>851.90930367966894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2.0000000000000032E-2</c:v>
              </c:pt>
            </c:numLit>
          </c:bubbleSize>
        </c:ser>
        <c:ser>
          <c:idx val="2"/>
          <c:order val="2"/>
          <c:tx>
            <c:v>1-median</c:v>
          </c:tx>
          <c:spPr>
            <a:solidFill>
              <a:schemeClr val="bg1"/>
            </a:solidFill>
            <a:ln>
              <a:solidFill>
                <a:srgbClr val="FF0000"/>
              </a:solidFill>
            </a:ln>
          </c:spPr>
          <c:xVal>
            <c:numRef>
              <c:f>'25.3.2'!$B$32</c:f>
              <c:numCache>
                <c:formatCode>General</c:formatCode>
                <c:ptCount val="1"/>
                <c:pt idx="0">
                  <c:v>2133.4721988911715</c:v>
                </c:pt>
              </c:numCache>
            </c:numRef>
          </c:xVal>
          <c:yVal>
            <c:numRef>
              <c:f>'25.3.2'!$C$32</c:f>
              <c:numCache>
                <c:formatCode>General</c:formatCode>
                <c:ptCount val="1"/>
                <c:pt idx="0">
                  <c:v>946.94625618200212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2.0000000000000032E-2</c:v>
              </c:pt>
            </c:numLit>
          </c:bubbleSize>
        </c:ser>
        <c:bubbleScale val="60"/>
        <c:sizeRepresents val="w"/>
        <c:axId val="43504768"/>
        <c:axId val="43506304"/>
      </c:bubbleChart>
      <c:valAx>
        <c:axId val="43504768"/>
        <c:scaling>
          <c:orientation val="minMax"/>
          <c:max val="2800"/>
          <c:min val="0"/>
        </c:scaling>
        <c:axPos val="b"/>
        <c:majorGridlines/>
        <c:numFmt formatCode="General" sourceLinked="1"/>
        <c:tickLblPos val="nextTo"/>
        <c:crossAx val="43506304"/>
        <c:crosses val="autoZero"/>
        <c:crossBetween val="midCat"/>
        <c:majorUnit val="400"/>
      </c:valAx>
      <c:valAx>
        <c:axId val="43506304"/>
        <c:scaling>
          <c:orientation val="minMax"/>
          <c:max val="1700"/>
          <c:min val="-100"/>
        </c:scaling>
        <c:axPos val="l"/>
        <c:majorGridlines>
          <c:spPr>
            <a:ln>
              <a:solidFill>
                <a:schemeClr val="tx1"/>
              </a:solidFill>
            </a:ln>
          </c:spPr>
        </c:majorGridlines>
        <c:numFmt formatCode="General" sourceLinked="1"/>
        <c:tickLblPos val="nextTo"/>
        <c:crossAx val="43504768"/>
        <c:crosses val="autoZero"/>
        <c:crossBetween val="midCat"/>
        <c:majorUnit val="400"/>
      </c:valAx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84377116001499963"/>
          <c:y val="0.54096403802549664"/>
          <c:w val="0.15302672186123287"/>
          <c:h val="0.15768303327312691"/>
        </c:manualLayout>
      </c:layout>
      <c:spPr>
        <a:solidFill>
          <a:schemeClr val="bg1"/>
        </a:solidFill>
      </c:sp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1400" b="0" dirty="0" smtClean="0"/>
              <a:t>AP200</a:t>
            </a:r>
            <a:endParaRPr lang="en-US" sz="1400" b="0" dirty="0"/>
          </a:p>
        </c:rich>
      </c:tx>
      <c:layout>
        <c:manualLayout>
          <c:xMode val="edge"/>
          <c:yMode val="edge"/>
          <c:x val="0.40723627982215632"/>
          <c:y val="4.2579071347101389E-3"/>
        </c:manualLayout>
      </c:layout>
      <c:overlay val="1"/>
    </c:title>
    <c:plotArea>
      <c:layout>
        <c:manualLayout>
          <c:layoutTarget val="inner"/>
          <c:xMode val="edge"/>
          <c:yMode val="edge"/>
          <c:x val="0.1733578520103414"/>
          <c:y val="7.9233281679667311E-2"/>
          <c:w val="0.71540299380978178"/>
          <c:h val="0.8033158703262766"/>
        </c:manualLayout>
      </c:layout>
      <c:bubbleChart>
        <c:ser>
          <c:idx val="0"/>
          <c:order val="0"/>
          <c:spPr>
            <a:solidFill>
              <a:srgbClr val="0070C0">
                <a:alpha val="50000"/>
              </a:srgbClr>
            </a:solidFill>
            <a:ln w="19050">
              <a:solidFill>
                <a:schemeClr val="tx1"/>
              </a:solidFill>
            </a:ln>
          </c:spPr>
          <c:xVal>
            <c:numRef>
              <c:f>Sheet1!$B$4:$B$203</c:f>
              <c:numCache>
                <c:formatCode>General</c:formatCode>
                <c:ptCount val="200"/>
                <c:pt idx="0">
                  <c:v>24497</c:v>
                </c:pt>
                <c:pt idx="1">
                  <c:v>24497</c:v>
                </c:pt>
                <c:pt idx="2">
                  <c:v>7205</c:v>
                </c:pt>
                <c:pt idx="3">
                  <c:v>24497</c:v>
                </c:pt>
                <c:pt idx="4">
                  <c:v>7205</c:v>
                </c:pt>
                <c:pt idx="5">
                  <c:v>57640</c:v>
                </c:pt>
                <c:pt idx="6">
                  <c:v>24497</c:v>
                </c:pt>
                <c:pt idx="7">
                  <c:v>7205</c:v>
                </c:pt>
                <c:pt idx="8">
                  <c:v>30261</c:v>
                </c:pt>
                <c:pt idx="9">
                  <c:v>24497</c:v>
                </c:pt>
                <c:pt idx="10">
                  <c:v>56199</c:v>
                </c:pt>
                <c:pt idx="11">
                  <c:v>14410</c:v>
                </c:pt>
                <c:pt idx="12">
                  <c:v>21615</c:v>
                </c:pt>
                <c:pt idx="13">
                  <c:v>53317</c:v>
                </c:pt>
                <c:pt idx="14">
                  <c:v>28820</c:v>
                </c:pt>
                <c:pt idx="15">
                  <c:v>57640</c:v>
                </c:pt>
                <c:pt idx="16">
                  <c:v>23056</c:v>
                </c:pt>
                <c:pt idx="17">
                  <c:v>51876</c:v>
                </c:pt>
                <c:pt idx="18">
                  <c:v>23056</c:v>
                </c:pt>
                <c:pt idx="19">
                  <c:v>31702</c:v>
                </c:pt>
                <c:pt idx="20">
                  <c:v>34584</c:v>
                </c:pt>
                <c:pt idx="21" formatCode="0">
                  <c:v>37466</c:v>
                </c:pt>
                <c:pt idx="22" formatCode="0">
                  <c:v>40348</c:v>
                </c:pt>
                <c:pt idx="23" formatCode="0">
                  <c:v>48994</c:v>
                </c:pt>
                <c:pt idx="24">
                  <c:v>18733</c:v>
                </c:pt>
                <c:pt idx="25">
                  <c:v>46112</c:v>
                </c:pt>
                <c:pt idx="26">
                  <c:v>23056</c:v>
                </c:pt>
                <c:pt idx="27">
                  <c:v>48994</c:v>
                </c:pt>
                <c:pt idx="28">
                  <c:v>10087</c:v>
                </c:pt>
                <c:pt idx="29">
                  <c:v>24497</c:v>
                </c:pt>
                <c:pt idx="30">
                  <c:v>36025</c:v>
                </c:pt>
                <c:pt idx="31">
                  <c:v>4323</c:v>
                </c:pt>
                <c:pt idx="32">
                  <c:v>25938</c:v>
                </c:pt>
                <c:pt idx="33">
                  <c:v>33143</c:v>
                </c:pt>
                <c:pt idx="34">
                  <c:v>40348</c:v>
                </c:pt>
                <c:pt idx="35">
                  <c:v>56199</c:v>
                </c:pt>
                <c:pt idx="36">
                  <c:v>21615</c:v>
                </c:pt>
                <c:pt idx="37">
                  <c:v>12969</c:v>
                </c:pt>
                <c:pt idx="38">
                  <c:v>17292</c:v>
                </c:pt>
                <c:pt idx="39">
                  <c:v>23056</c:v>
                </c:pt>
                <c:pt idx="40">
                  <c:v>25938</c:v>
                </c:pt>
                <c:pt idx="41">
                  <c:v>27379</c:v>
                </c:pt>
                <c:pt idx="42">
                  <c:v>27389</c:v>
                </c:pt>
                <c:pt idx="43">
                  <c:v>30261</c:v>
                </c:pt>
                <c:pt idx="44">
                  <c:v>31702</c:v>
                </c:pt>
                <c:pt idx="45">
                  <c:v>34584</c:v>
                </c:pt>
                <c:pt idx="46">
                  <c:v>43230</c:v>
                </c:pt>
                <c:pt idx="47">
                  <c:v>28820</c:v>
                </c:pt>
                <c:pt idx="48">
                  <c:v>34584</c:v>
                </c:pt>
                <c:pt idx="49">
                  <c:v>36025</c:v>
                </c:pt>
                <c:pt idx="50">
                  <c:v>37466</c:v>
                </c:pt>
                <c:pt idx="51">
                  <c:v>40348</c:v>
                </c:pt>
                <c:pt idx="52">
                  <c:v>15851</c:v>
                </c:pt>
                <c:pt idx="53">
                  <c:v>20174</c:v>
                </c:pt>
                <c:pt idx="54">
                  <c:v>41789</c:v>
                </c:pt>
                <c:pt idx="55">
                  <c:v>23056</c:v>
                </c:pt>
                <c:pt idx="56">
                  <c:v>24497</c:v>
                </c:pt>
                <c:pt idx="57">
                  <c:v>25938</c:v>
                </c:pt>
                <c:pt idx="58">
                  <c:v>30261</c:v>
                </c:pt>
                <c:pt idx="59">
                  <c:v>34584</c:v>
                </c:pt>
                <c:pt idx="60">
                  <c:v>37466</c:v>
                </c:pt>
                <c:pt idx="61">
                  <c:v>41789</c:v>
                </c:pt>
                <c:pt idx="62">
                  <c:v>17292</c:v>
                </c:pt>
                <c:pt idx="63">
                  <c:v>18733</c:v>
                </c:pt>
                <c:pt idx="64">
                  <c:v>25938</c:v>
                </c:pt>
                <c:pt idx="65">
                  <c:v>31702</c:v>
                </c:pt>
                <c:pt idx="66">
                  <c:v>37466</c:v>
                </c:pt>
                <c:pt idx="67">
                  <c:v>41789</c:v>
                </c:pt>
                <c:pt idx="68">
                  <c:v>54758</c:v>
                </c:pt>
                <c:pt idx="69">
                  <c:v>12969</c:v>
                </c:pt>
                <c:pt idx="70">
                  <c:v>21615</c:v>
                </c:pt>
                <c:pt idx="71">
                  <c:v>23056</c:v>
                </c:pt>
                <c:pt idx="72">
                  <c:v>31702</c:v>
                </c:pt>
                <c:pt idx="73">
                  <c:v>36025</c:v>
                </c:pt>
                <c:pt idx="74">
                  <c:v>40348</c:v>
                </c:pt>
                <c:pt idx="75">
                  <c:v>48994</c:v>
                </c:pt>
                <c:pt idx="76">
                  <c:v>8646</c:v>
                </c:pt>
                <c:pt idx="77">
                  <c:v>14410</c:v>
                </c:pt>
                <c:pt idx="78">
                  <c:v>24497</c:v>
                </c:pt>
                <c:pt idx="79">
                  <c:v>28820</c:v>
                </c:pt>
                <c:pt idx="80">
                  <c:v>31702</c:v>
                </c:pt>
                <c:pt idx="81">
                  <c:v>37466</c:v>
                </c:pt>
                <c:pt idx="82">
                  <c:v>38907</c:v>
                </c:pt>
                <c:pt idx="83">
                  <c:v>50435</c:v>
                </c:pt>
                <c:pt idx="84">
                  <c:v>2882</c:v>
                </c:pt>
                <c:pt idx="85">
                  <c:v>7205</c:v>
                </c:pt>
                <c:pt idx="86">
                  <c:v>15851</c:v>
                </c:pt>
                <c:pt idx="87">
                  <c:v>20174</c:v>
                </c:pt>
                <c:pt idx="88">
                  <c:v>25938</c:v>
                </c:pt>
                <c:pt idx="89">
                  <c:v>27379</c:v>
                </c:pt>
                <c:pt idx="90">
                  <c:v>30261</c:v>
                </c:pt>
                <c:pt idx="91">
                  <c:v>31702</c:v>
                </c:pt>
                <c:pt idx="92">
                  <c:v>33143</c:v>
                </c:pt>
                <c:pt idx="93">
                  <c:v>33153</c:v>
                </c:pt>
                <c:pt idx="94">
                  <c:v>36025</c:v>
                </c:pt>
                <c:pt idx="95">
                  <c:v>37466</c:v>
                </c:pt>
                <c:pt idx="96">
                  <c:v>40348</c:v>
                </c:pt>
                <c:pt idx="97">
                  <c:v>44671</c:v>
                </c:pt>
                <c:pt idx="98">
                  <c:v>47553</c:v>
                </c:pt>
                <c:pt idx="99">
                  <c:v>17292</c:v>
                </c:pt>
                <c:pt idx="100">
                  <c:v>23056</c:v>
                </c:pt>
                <c:pt idx="101">
                  <c:v>27379</c:v>
                </c:pt>
                <c:pt idx="102">
                  <c:v>33143</c:v>
                </c:pt>
                <c:pt idx="103">
                  <c:v>34584</c:v>
                </c:pt>
                <c:pt idx="104">
                  <c:v>36025</c:v>
                </c:pt>
                <c:pt idx="105">
                  <c:v>38907</c:v>
                </c:pt>
                <c:pt idx="106">
                  <c:v>41789</c:v>
                </c:pt>
                <c:pt idx="107">
                  <c:v>48994</c:v>
                </c:pt>
                <c:pt idx="108">
                  <c:v>15851</c:v>
                </c:pt>
                <c:pt idx="109">
                  <c:v>18733</c:v>
                </c:pt>
                <c:pt idx="110">
                  <c:v>30261</c:v>
                </c:pt>
                <c:pt idx="111">
                  <c:v>33143</c:v>
                </c:pt>
                <c:pt idx="112">
                  <c:v>36025</c:v>
                </c:pt>
                <c:pt idx="113">
                  <c:v>37466</c:v>
                </c:pt>
                <c:pt idx="114">
                  <c:v>44671</c:v>
                </c:pt>
                <c:pt idx="115">
                  <c:v>47553</c:v>
                </c:pt>
                <c:pt idx="116">
                  <c:v>48994</c:v>
                </c:pt>
                <c:pt idx="117">
                  <c:v>18733</c:v>
                </c:pt>
                <c:pt idx="118">
                  <c:v>20174</c:v>
                </c:pt>
                <c:pt idx="119">
                  <c:v>27379</c:v>
                </c:pt>
                <c:pt idx="120">
                  <c:v>28820</c:v>
                </c:pt>
                <c:pt idx="121">
                  <c:v>31702</c:v>
                </c:pt>
                <c:pt idx="122">
                  <c:v>33143</c:v>
                </c:pt>
                <c:pt idx="123">
                  <c:v>34584</c:v>
                </c:pt>
                <c:pt idx="124">
                  <c:v>40348</c:v>
                </c:pt>
                <c:pt idx="125">
                  <c:v>41789</c:v>
                </c:pt>
                <c:pt idx="126">
                  <c:v>48994</c:v>
                </c:pt>
                <c:pt idx="127">
                  <c:v>21615</c:v>
                </c:pt>
                <c:pt idx="128">
                  <c:v>23056</c:v>
                </c:pt>
                <c:pt idx="129">
                  <c:v>23066</c:v>
                </c:pt>
                <c:pt idx="130">
                  <c:v>24497</c:v>
                </c:pt>
                <c:pt idx="131">
                  <c:v>30261</c:v>
                </c:pt>
                <c:pt idx="132">
                  <c:v>31702</c:v>
                </c:pt>
                <c:pt idx="133">
                  <c:v>33143</c:v>
                </c:pt>
                <c:pt idx="134">
                  <c:v>36025</c:v>
                </c:pt>
                <c:pt idx="135">
                  <c:v>38907</c:v>
                </c:pt>
                <c:pt idx="136">
                  <c:v>43230</c:v>
                </c:pt>
                <c:pt idx="137">
                  <c:v>44671</c:v>
                </c:pt>
                <c:pt idx="138">
                  <c:v>24497</c:v>
                </c:pt>
                <c:pt idx="139">
                  <c:v>28820</c:v>
                </c:pt>
                <c:pt idx="140">
                  <c:v>33143</c:v>
                </c:pt>
                <c:pt idx="141">
                  <c:v>33153</c:v>
                </c:pt>
                <c:pt idx="142">
                  <c:v>10087</c:v>
                </c:pt>
                <c:pt idx="143">
                  <c:v>14410</c:v>
                </c:pt>
                <c:pt idx="144">
                  <c:v>18733</c:v>
                </c:pt>
                <c:pt idx="145">
                  <c:v>23056</c:v>
                </c:pt>
                <c:pt idx="146">
                  <c:v>24497</c:v>
                </c:pt>
                <c:pt idx="147">
                  <c:v>30261</c:v>
                </c:pt>
                <c:pt idx="148">
                  <c:v>31702</c:v>
                </c:pt>
                <c:pt idx="149">
                  <c:v>31712</c:v>
                </c:pt>
                <c:pt idx="150">
                  <c:v>33143</c:v>
                </c:pt>
                <c:pt idx="151">
                  <c:v>34584</c:v>
                </c:pt>
                <c:pt idx="152">
                  <c:v>50435</c:v>
                </c:pt>
                <c:pt idx="153">
                  <c:v>17292</c:v>
                </c:pt>
                <c:pt idx="154">
                  <c:v>24497</c:v>
                </c:pt>
                <c:pt idx="155">
                  <c:v>25938</c:v>
                </c:pt>
                <c:pt idx="156">
                  <c:v>25948</c:v>
                </c:pt>
                <c:pt idx="157">
                  <c:v>27379</c:v>
                </c:pt>
                <c:pt idx="158">
                  <c:v>30261</c:v>
                </c:pt>
                <c:pt idx="159">
                  <c:v>30271</c:v>
                </c:pt>
                <c:pt idx="160">
                  <c:v>31702</c:v>
                </c:pt>
                <c:pt idx="161">
                  <c:v>33143</c:v>
                </c:pt>
                <c:pt idx="162">
                  <c:v>33153</c:v>
                </c:pt>
                <c:pt idx="163">
                  <c:v>34584</c:v>
                </c:pt>
                <c:pt idx="164">
                  <c:v>36025</c:v>
                </c:pt>
                <c:pt idx="165">
                  <c:v>37466</c:v>
                </c:pt>
                <c:pt idx="166">
                  <c:v>38907</c:v>
                </c:pt>
                <c:pt idx="167">
                  <c:v>21615</c:v>
                </c:pt>
                <c:pt idx="168">
                  <c:v>25938</c:v>
                </c:pt>
                <c:pt idx="169">
                  <c:v>30261</c:v>
                </c:pt>
                <c:pt idx="170">
                  <c:v>31702</c:v>
                </c:pt>
                <c:pt idx="171">
                  <c:v>34584</c:v>
                </c:pt>
                <c:pt idx="172">
                  <c:v>4323</c:v>
                </c:pt>
                <c:pt idx="173">
                  <c:v>18733</c:v>
                </c:pt>
                <c:pt idx="174">
                  <c:v>24497</c:v>
                </c:pt>
                <c:pt idx="175">
                  <c:v>30261</c:v>
                </c:pt>
                <c:pt idx="176">
                  <c:v>30271</c:v>
                </c:pt>
                <c:pt idx="177">
                  <c:v>31702</c:v>
                </c:pt>
                <c:pt idx="178">
                  <c:v>36025</c:v>
                </c:pt>
                <c:pt idx="179">
                  <c:v>38907</c:v>
                </c:pt>
                <c:pt idx="180">
                  <c:v>5764</c:v>
                </c:pt>
                <c:pt idx="181">
                  <c:v>8646</c:v>
                </c:pt>
                <c:pt idx="182">
                  <c:v>17292</c:v>
                </c:pt>
                <c:pt idx="183">
                  <c:v>20174</c:v>
                </c:pt>
                <c:pt idx="184">
                  <c:v>21615</c:v>
                </c:pt>
                <c:pt idx="185">
                  <c:v>30261</c:v>
                </c:pt>
                <c:pt idx="186">
                  <c:v>31702</c:v>
                </c:pt>
                <c:pt idx="187">
                  <c:v>33143</c:v>
                </c:pt>
                <c:pt idx="188">
                  <c:v>34584</c:v>
                </c:pt>
                <c:pt idx="189">
                  <c:v>37466</c:v>
                </c:pt>
                <c:pt idx="190">
                  <c:v>5764</c:v>
                </c:pt>
                <c:pt idx="191">
                  <c:v>7205</c:v>
                </c:pt>
                <c:pt idx="192">
                  <c:v>11528</c:v>
                </c:pt>
                <c:pt idx="193">
                  <c:v>14410</c:v>
                </c:pt>
                <c:pt idx="194">
                  <c:v>18733</c:v>
                </c:pt>
                <c:pt idx="195">
                  <c:v>21615</c:v>
                </c:pt>
                <c:pt idx="196">
                  <c:v>27379</c:v>
                </c:pt>
                <c:pt idx="197">
                  <c:v>28820</c:v>
                </c:pt>
                <c:pt idx="198">
                  <c:v>31702</c:v>
                </c:pt>
                <c:pt idx="199">
                  <c:v>2882</c:v>
                </c:pt>
              </c:numCache>
            </c:numRef>
          </c:xVal>
          <c:yVal>
            <c:numRef>
              <c:f>Sheet1!$C$4:$C$203</c:f>
              <c:numCache>
                <c:formatCode>General</c:formatCode>
                <c:ptCount val="200"/>
                <c:pt idx="0">
                  <c:v>0</c:v>
                </c:pt>
                <c:pt idx="1">
                  <c:v>10</c:v>
                </c:pt>
                <c:pt idx="2">
                  <c:v>1448</c:v>
                </c:pt>
                <c:pt idx="3">
                  <c:v>1448</c:v>
                </c:pt>
                <c:pt idx="4">
                  <c:v>4344</c:v>
                </c:pt>
                <c:pt idx="5">
                  <c:v>4344</c:v>
                </c:pt>
                <c:pt idx="6">
                  <c:v>5792</c:v>
                </c:pt>
                <c:pt idx="7">
                  <c:v>7240</c:v>
                </c:pt>
                <c:pt idx="8">
                  <c:v>8688</c:v>
                </c:pt>
                <c:pt idx="9">
                  <c:v>10136</c:v>
                </c:pt>
                <c:pt idx="10">
                  <c:v>10136</c:v>
                </c:pt>
                <c:pt idx="11">
                  <c:v>13032</c:v>
                </c:pt>
                <c:pt idx="12">
                  <c:v>13032</c:v>
                </c:pt>
                <c:pt idx="13">
                  <c:v>13032</c:v>
                </c:pt>
                <c:pt idx="14">
                  <c:v>14480</c:v>
                </c:pt>
                <c:pt idx="15">
                  <c:v>14480</c:v>
                </c:pt>
                <c:pt idx="16">
                  <c:v>15928</c:v>
                </c:pt>
                <c:pt idx="17">
                  <c:v>17376</c:v>
                </c:pt>
                <c:pt idx="18">
                  <c:v>18824</c:v>
                </c:pt>
                <c:pt idx="19">
                  <c:v>18824</c:v>
                </c:pt>
                <c:pt idx="20">
                  <c:v>18824</c:v>
                </c:pt>
                <c:pt idx="21" formatCode="0">
                  <c:v>18824</c:v>
                </c:pt>
                <c:pt idx="22" formatCode="0">
                  <c:v>18824</c:v>
                </c:pt>
                <c:pt idx="23" formatCode="0">
                  <c:v>18824</c:v>
                </c:pt>
                <c:pt idx="24">
                  <c:v>20272</c:v>
                </c:pt>
                <c:pt idx="25">
                  <c:v>20272</c:v>
                </c:pt>
                <c:pt idx="26">
                  <c:v>21720</c:v>
                </c:pt>
                <c:pt idx="27">
                  <c:v>21720</c:v>
                </c:pt>
                <c:pt idx="28">
                  <c:v>23168</c:v>
                </c:pt>
                <c:pt idx="29">
                  <c:v>23168</c:v>
                </c:pt>
                <c:pt idx="30">
                  <c:v>23168</c:v>
                </c:pt>
                <c:pt idx="31">
                  <c:v>24616</c:v>
                </c:pt>
                <c:pt idx="32">
                  <c:v>24616</c:v>
                </c:pt>
                <c:pt idx="33">
                  <c:v>24616</c:v>
                </c:pt>
                <c:pt idx="34">
                  <c:v>24616</c:v>
                </c:pt>
                <c:pt idx="35">
                  <c:v>24616</c:v>
                </c:pt>
                <c:pt idx="36">
                  <c:v>26064</c:v>
                </c:pt>
                <c:pt idx="37">
                  <c:v>27512</c:v>
                </c:pt>
                <c:pt idx="38">
                  <c:v>27512</c:v>
                </c:pt>
                <c:pt idx="39">
                  <c:v>27512</c:v>
                </c:pt>
                <c:pt idx="40">
                  <c:v>27512</c:v>
                </c:pt>
                <c:pt idx="41">
                  <c:v>27512</c:v>
                </c:pt>
                <c:pt idx="42">
                  <c:v>27512</c:v>
                </c:pt>
                <c:pt idx="43">
                  <c:v>27512</c:v>
                </c:pt>
                <c:pt idx="44">
                  <c:v>27512</c:v>
                </c:pt>
                <c:pt idx="45">
                  <c:v>27512</c:v>
                </c:pt>
                <c:pt idx="46">
                  <c:v>27512</c:v>
                </c:pt>
                <c:pt idx="47">
                  <c:v>28960</c:v>
                </c:pt>
                <c:pt idx="48">
                  <c:v>28960</c:v>
                </c:pt>
                <c:pt idx="49">
                  <c:v>28960</c:v>
                </c:pt>
                <c:pt idx="50">
                  <c:v>28960</c:v>
                </c:pt>
                <c:pt idx="51">
                  <c:v>28960</c:v>
                </c:pt>
                <c:pt idx="52">
                  <c:v>30408</c:v>
                </c:pt>
                <c:pt idx="53">
                  <c:v>30408</c:v>
                </c:pt>
                <c:pt idx="54">
                  <c:v>30408</c:v>
                </c:pt>
                <c:pt idx="55">
                  <c:v>31856</c:v>
                </c:pt>
                <c:pt idx="56">
                  <c:v>31856</c:v>
                </c:pt>
                <c:pt idx="57">
                  <c:v>31856</c:v>
                </c:pt>
                <c:pt idx="58">
                  <c:v>31856</c:v>
                </c:pt>
                <c:pt idx="59">
                  <c:v>31856</c:v>
                </c:pt>
                <c:pt idx="60">
                  <c:v>31856</c:v>
                </c:pt>
                <c:pt idx="61">
                  <c:v>31856</c:v>
                </c:pt>
                <c:pt idx="62">
                  <c:v>33304</c:v>
                </c:pt>
                <c:pt idx="63">
                  <c:v>33304</c:v>
                </c:pt>
                <c:pt idx="64">
                  <c:v>33304</c:v>
                </c:pt>
                <c:pt idx="65">
                  <c:v>33304</c:v>
                </c:pt>
                <c:pt idx="66">
                  <c:v>33304</c:v>
                </c:pt>
                <c:pt idx="67">
                  <c:v>33304</c:v>
                </c:pt>
                <c:pt idx="68">
                  <c:v>33304</c:v>
                </c:pt>
                <c:pt idx="69">
                  <c:v>34752</c:v>
                </c:pt>
                <c:pt idx="70">
                  <c:v>34752</c:v>
                </c:pt>
                <c:pt idx="71">
                  <c:v>34752</c:v>
                </c:pt>
                <c:pt idx="72">
                  <c:v>34752</c:v>
                </c:pt>
                <c:pt idx="73">
                  <c:v>34752</c:v>
                </c:pt>
                <c:pt idx="74">
                  <c:v>34752</c:v>
                </c:pt>
                <c:pt idx="75">
                  <c:v>34752</c:v>
                </c:pt>
                <c:pt idx="76">
                  <c:v>36200</c:v>
                </c:pt>
                <c:pt idx="77">
                  <c:v>36200</c:v>
                </c:pt>
                <c:pt idx="78">
                  <c:v>36200</c:v>
                </c:pt>
                <c:pt idx="79">
                  <c:v>36200</c:v>
                </c:pt>
                <c:pt idx="80">
                  <c:v>36200</c:v>
                </c:pt>
                <c:pt idx="81">
                  <c:v>36200</c:v>
                </c:pt>
                <c:pt idx="82">
                  <c:v>36200</c:v>
                </c:pt>
                <c:pt idx="83">
                  <c:v>36200</c:v>
                </c:pt>
                <c:pt idx="84">
                  <c:v>37648</c:v>
                </c:pt>
                <c:pt idx="85">
                  <c:v>37648</c:v>
                </c:pt>
                <c:pt idx="86">
                  <c:v>37648</c:v>
                </c:pt>
                <c:pt idx="87">
                  <c:v>37648</c:v>
                </c:pt>
                <c:pt idx="88">
                  <c:v>37648</c:v>
                </c:pt>
                <c:pt idx="89">
                  <c:v>37648</c:v>
                </c:pt>
                <c:pt idx="90">
                  <c:v>37648</c:v>
                </c:pt>
                <c:pt idx="91">
                  <c:v>37648</c:v>
                </c:pt>
                <c:pt idx="92">
                  <c:v>37648</c:v>
                </c:pt>
                <c:pt idx="93">
                  <c:v>37648</c:v>
                </c:pt>
                <c:pt idx="94">
                  <c:v>37648</c:v>
                </c:pt>
                <c:pt idx="95">
                  <c:v>37648</c:v>
                </c:pt>
                <c:pt idx="96">
                  <c:v>37648</c:v>
                </c:pt>
                <c:pt idx="97">
                  <c:v>37648</c:v>
                </c:pt>
                <c:pt idx="98">
                  <c:v>37648</c:v>
                </c:pt>
                <c:pt idx="99">
                  <c:v>39096</c:v>
                </c:pt>
                <c:pt idx="100">
                  <c:v>39096</c:v>
                </c:pt>
                <c:pt idx="101">
                  <c:v>39096</c:v>
                </c:pt>
                <c:pt idx="102">
                  <c:v>39096</c:v>
                </c:pt>
                <c:pt idx="103">
                  <c:v>39096</c:v>
                </c:pt>
                <c:pt idx="104">
                  <c:v>39096</c:v>
                </c:pt>
                <c:pt idx="105">
                  <c:v>39096</c:v>
                </c:pt>
                <c:pt idx="106">
                  <c:v>39096</c:v>
                </c:pt>
                <c:pt idx="107">
                  <c:v>39096</c:v>
                </c:pt>
                <c:pt idx="108">
                  <c:v>40544</c:v>
                </c:pt>
                <c:pt idx="109">
                  <c:v>40544</c:v>
                </c:pt>
                <c:pt idx="110">
                  <c:v>40544</c:v>
                </c:pt>
                <c:pt idx="111">
                  <c:v>40544</c:v>
                </c:pt>
                <c:pt idx="112">
                  <c:v>40544</c:v>
                </c:pt>
                <c:pt idx="113">
                  <c:v>40544</c:v>
                </c:pt>
                <c:pt idx="114">
                  <c:v>40544</c:v>
                </c:pt>
                <c:pt idx="115">
                  <c:v>40544</c:v>
                </c:pt>
                <c:pt idx="116">
                  <c:v>40544</c:v>
                </c:pt>
                <c:pt idx="117">
                  <c:v>41992</c:v>
                </c:pt>
                <c:pt idx="118">
                  <c:v>41992</c:v>
                </c:pt>
                <c:pt idx="119">
                  <c:v>41992</c:v>
                </c:pt>
                <c:pt idx="120">
                  <c:v>41992</c:v>
                </c:pt>
                <c:pt idx="121">
                  <c:v>41992</c:v>
                </c:pt>
                <c:pt idx="122">
                  <c:v>41992</c:v>
                </c:pt>
                <c:pt idx="123">
                  <c:v>41992</c:v>
                </c:pt>
                <c:pt idx="124">
                  <c:v>41992</c:v>
                </c:pt>
                <c:pt idx="125">
                  <c:v>41992</c:v>
                </c:pt>
                <c:pt idx="126">
                  <c:v>41992</c:v>
                </c:pt>
                <c:pt idx="127">
                  <c:v>43440</c:v>
                </c:pt>
                <c:pt idx="128">
                  <c:v>43440</c:v>
                </c:pt>
                <c:pt idx="129">
                  <c:v>43440</c:v>
                </c:pt>
                <c:pt idx="130">
                  <c:v>43440</c:v>
                </c:pt>
                <c:pt idx="131">
                  <c:v>43440</c:v>
                </c:pt>
                <c:pt idx="132">
                  <c:v>43440</c:v>
                </c:pt>
                <c:pt idx="133">
                  <c:v>43440</c:v>
                </c:pt>
                <c:pt idx="134">
                  <c:v>43440</c:v>
                </c:pt>
                <c:pt idx="135">
                  <c:v>43440</c:v>
                </c:pt>
                <c:pt idx="136">
                  <c:v>43440</c:v>
                </c:pt>
                <c:pt idx="137">
                  <c:v>43440</c:v>
                </c:pt>
                <c:pt idx="138">
                  <c:v>44888</c:v>
                </c:pt>
                <c:pt idx="139">
                  <c:v>44888</c:v>
                </c:pt>
                <c:pt idx="140">
                  <c:v>44888</c:v>
                </c:pt>
                <c:pt idx="141">
                  <c:v>44888</c:v>
                </c:pt>
                <c:pt idx="142">
                  <c:v>46336</c:v>
                </c:pt>
                <c:pt idx="143">
                  <c:v>46336</c:v>
                </c:pt>
                <c:pt idx="144">
                  <c:v>46336</c:v>
                </c:pt>
                <c:pt idx="145">
                  <c:v>46336</c:v>
                </c:pt>
                <c:pt idx="146">
                  <c:v>46336</c:v>
                </c:pt>
                <c:pt idx="147">
                  <c:v>46336</c:v>
                </c:pt>
                <c:pt idx="148">
                  <c:v>46336</c:v>
                </c:pt>
                <c:pt idx="149">
                  <c:v>46336</c:v>
                </c:pt>
                <c:pt idx="150">
                  <c:v>46336</c:v>
                </c:pt>
                <c:pt idx="151">
                  <c:v>46336</c:v>
                </c:pt>
                <c:pt idx="152">
                  <c:v>46336</c:v>
                </c:pt>
                <c:pt idx="153">
                  <c:v>47784</c:v>
                </c:pt>
                <c:pt idx="154">
                  <c:v>47784</c:v>
                </c:pt>
                <c:pt idx="155">
                  <c:v>47784</c:v>
                </c:pt>
                <c:pt idx="156">
                  <c:v>47784</c:v>
                </c:pt>
                <c:pt idx="157">
                  <c:v>47784</c:v>
                </c:pt>
                <c:pt idx="158">
                  <c:v>47784</c:v>
                </c:pt>
                <c:pt idx="159">
                  <c:v>47784</c:v>
                </c:pt>
                <c:pt idx="160">
                  <c:v>47784</c:v>
                </c:pt>
                <c:pt idx="161">
                  <c:v>47784</c:v>
                </c:pt>
                <c:pt idx="162">
                  <c:v>47784</c:v>
                </c:pt>
                <c:pt idx="163">
                  <c:v>47784</c:v>
                </c:pt>
                <c:pt idx="164">
                  <c:v>47784</c:v>
                </c:pt>
                <c:pt idx="165">
                  <c:v>47784</c:v>
                </c:pt>
                <c:pt idx="166">
                  <c:v>47784</c:v>
                </c:pt>
                <c:pt idx="167">
                  <c:v>49232</c:v>
                </c:pt>
                <c:pt idx="168">
                  <c:v>49232</c:v>
                </c:pt>
                <c:pt idx="169">
                  <c:v>49232</c:v>
                </c:pt>
                <c:pt idx="170">
                  <c:v>49232</c:v>
                </c:pt>
                <c:pt idx="171">
                  <c:v>49232</c:v>
                </c:pt>
                <c:pt idx="172">
                  <c:v>50680</c:v>
                </c:pt>
                <c:pt idx="173">
                  <c:v>50680</c:v>
                </c:pt>
                <c:pt idx="174">
                  <c:v>50680</c:v>
                </c:pt>
                <c:pt idx="175">
                  <c:v>50680</c:v>
                </c:pt>
                <c:pt idx="176">
                  <c:v>50680</c:v>
                </c:pt>
                <c:pt idx="177">
                  <c:v>50680</c:v>
                </c:pt>
                <c:pt idx="178">
                  <c:v>50680</c:v>
                </c:pt>
                <c:pt idx="179">
                  <c:v>50680</c:v>
                </c:pt>
                <c:pt idx="180">
                  <c:v>52128</c:v>
                </c:pt>
                <c:pt idx="181">
                  <c:v>52128</c:v>
                </c:pt>
                <c:pt idx="182">
                  <c:v>52128</c:v>
                </c:pt>
                <c:pt idx="183">
                  <c:v>52128</c:v>
                </c:pt>
                <c:pt idx="184">
                  <c:v>52128</c:v>
                </c:pt>
                <c:pt idx="185">
                  <c:v>52128</c:v>
                </c:pt>
                <c:pt idx="186">
                  <c:v>52128</c:v>
                </c:pt>
                <c:pt idx="187">
                  <c:v>52128</c:v>
                </c:pt>
                <c:pt idx="188">
                  <c:v>52128</c:v>
                </c:pt>
                <c:pt idx="189">
                  <c:v>52128</c:v>
                </c:pt>
                <c:pt idx="190">
                  <c:v>53576</c:v>
                </c:pt>
                <c:pt idx="191">
                  <c:v>53576</c:v>
                </c:pt>
                <c:pt idx="192">
                  <c:v>53576</c:v>
                </c:pt>
                <c:pt idx="193">
                  <c:v>53576</c:v>
                </c:pt>
                <c:pt idx="194">
                  <c:v>53576</c:v>
                </c:pt>
                <c:pt idx="195">
                  <c:v>53576</c:v>
                </c:pt>
                <c:pt idx="196">
                  <c:v>53576</c:v>
                </c:pt>
                <c:pt idx="197">
                  <c:v>53576</c:v>
                </c:pt>
                <c:pt idx="198">
                  <c:v>53576</c:v>
                </c:pt>
                <c:pt idx="199">
                  <c:v>55024</c:v>
                </c:pt>
              </c:numCache>
            </c:numRef>
          </c:yVal>
          <c:bubbleSize>
            <c:numRef>
              <c:f>Sheet1!$E$4:$E$203</c:f>
              <c:numCache>
                <c:formatCode>0.00000</c:formatCode>
                <c:ptCount val="200"/>
                <c:pt idx="0">
                  <c:v>6.1205751994843514E-3</c:v>
                </c:pt>
                <c:pt idx="1">
                  <c:v>5.3843946537941777E-4</c:v>
                </c:pt>
                <c:pt idx="2">
                  <c:v>3.0846836961405492E-3</c:v>
                </c:pt>
                <c:pt idx="3">
                  <c:v>4.5577761426308424E-3</c:v>
                </c:pt>
                <c:pt idx="4">
                  <c:v>5.6143945262468096E-4</c:v>
                </c:pt>
                <c:pt idx="5">
                  <c:v>3.6585461326425709E-3</c:v>
                </c:pt>
                <c:pt idx="6">
                  <c:v>6.3371995671433401E-3</c:v>
                </c:pt>
                <c:pt idx="7">
                  <c:v>3.4066948271894012E-3</c:v>
                </c:pt>
                <c:pt idx="8">
                  <c:v>5.3490960884377116E-4</c:v>
                </c:pt>
                <c:pt idx="9">
                  <c:v>6.8350324878118989E-3</c:v>
                </c:pt>
                <c:pt idx="10">
                  <c:v>5.3752212993227742E-4</c:v>
                </c:pt>
                <c:pt idx="11">
                  <c:v>2.10870286820009E-3</c:v>
                </c:pt>
                <c:pt idx="12">
                  <c:v>5.3280853368264046E-4</c:v>
                </c:pt>
                <c:pt idx="13">
                  <c:v>5.3280853368264046E-4</c:v>
                </c:pt>
                <c:pt idx="14">
                  <c:v>5.3881268267777277E-4</c:v>
                </c:pt>
                <c:pt idx="15">
                  <c:v>9.6841130255287591E-3</c:v>
                </c:pt>
                <c:pt idx="16">
                  <c:v>2.4299411755502958E-3</c:v>
                </c:pt>
                <c:pt idx="17">
                  <c:v>1.1126638095646801E-3</c:v>
                </c:pt>
                <c:pt idx="18">
                  <c:v>9.9889423379902979E-3</c:v>
                </c:pt>
                <c:pt idx="19">
                  <c:v>1.339286379623192E-2</c:v>
                </c:pt>
                <c:pt idx="20">
                  <c:v>5.3730222074973904E-4</c:v>
                </c:pt>
                <c:pt idx="21">
                  <c:v>5.3280853368264046E-4</c:v>
                </c:pt>
                <c:pt idx="22">
                  <c:v>2.2751150580550979E-3</c:v>
                </c:pt>
                <c:pt idx="23">
                  <c:v>6.9095326923588598E-3</c:v>
                </c:pt>
                <c:pt idx="24">
                  <c:v>5.3280853368264046E-4</c:v>
                </c:pt>
                <c:pt idx="25">
                  <c:v>5.3280853368264046E-4</c:v>
                </c:pt>
                <c:pt idx="26">
                  <c:v>1.8324984428859117E-2</c:v>
                </c:pt>
                <c:pt idx="27">
                  <c:v>5.3645651286490727E-4</c:v>
                </c:pt>
                <c:pt idx="28">
                  <c:v>5.3362533921777445E-4</c:v>
                </c:pt>
                <c:pt idx="29">
                  <c:v>2.7149233701321174E-3</c:v>
                </c:pt>
                <c:pt idx="30">
                  <c:v>5.1165515525871076E-3</c:v>
                </c:pt>
                <c:pt idx="31">
                  <c:v>5.3280853368264046E-4</c:v>
                </c:pt>
                <c:pt idx="32">
                  <c:v>9.7689791206284314E-3</c:v>
                </c:pt>
                <c:pt idx="33">
                  <c:v>3.3090652031354546E-3</c:v>
                </c:pt>
                <c:pt idx="34">
                  <c:v>1.1669155305582492E-2</c:v>
                </c:pt>
                <c:pt idx="35">
                  <c:v>5.4374744473383821E-4</c:v>
                </c:pt>
                <c:pt idx="36">
                  <c:v>5.8891390059137832E-3</c:v>
                </c:pt>
                <c:pt idx="37">
                  <c:v>6.598332296723363E-3</c:v>
                </c:pt>
                <c:pt idx="38">
                  <c:v>8.1973145821590543E-3</c:v>
                </c:pt>
                <c:pt idx="39">
                  <c:v>7.1995250464306903E-4</c:v>
                </c:pt>
                <c:pt idx="40">
                  <c:v>3.1578845515747274E-3</c:v>
                </c:pt>
                <c:pt idx="41">
                  <c:v>2.231600559976744E-2</c:v>
                </c:pt>
                <c:pt idx="42">
                  <c:v>1.5919778638160379E-3</c:v>
                </c:pt>
                <c:pt idx="43">
                  <c:v>4.038896028257956E-3</c:v>
                </c:pt>
                <c:pt idx="44">
                  <c:v>3.4696717905715884E-3</c:v>
                </c:pt>
                <c:pt idx="45">
                  <c:v>3.5455316621785605E-3</c:v>
                </c:pt>
                <c:pt idx="46">
                  <c:v>5.3280853368264046E-4</c:v>
                </c:pt>
                <c:pt idx="47">
                  <c:v>4.8755700438706424E-3</c:v>
                </c:pt>
                <c:pt idx="48">
                  <c:v>2.8455569643007594E-3</c:v>
                </c:pt>
                <c:pt idx="49">
                  <c:v>5.3284623239964739E-4</c:v>
                </c:pt>
                <c:pt idx="50">
                  <c:v>5.3300708025887404E-4</c:v>
                </c:pt>
                <c:pt idx="51">
                  <c:v>5.3852742905242923E-4</c:v>
                </c:pt>
                <c:pt idx="52">
                  <c:v>5.3280853368264046E-4</c:v>
                </c:pt>
                <c:pt idx="53">
                  <c:v>5.3280853368264046E-4</c:v>
                </c:pt>
                <c:pt idx="54">
                  <c:v>2.8252499220736108E-3</c:v>
                </c:pt>
                <c:pt idx="55">
                  <c:v>4.1075290558149034E-3</c:v>
                </c:pt>
                <c:pt idx="56">
                  <c:v>7.2047526018554893E-4</c:v>
                </c:pt>
                <c:pt idx="57">
                  <c:v>4.9192842194867061E-3</c:v>
                </c:pt>
                <c:pt idx="58">
                  <c:v>7.6583259721352505E-3</c:v>
                </c:pt>
                <c:pt idx="59">
                  <c:v>2.0265699300833287E-3</c:v>
                </c:pt>
                <c:pt idx="60">
                  <c:v>1.6123665865966929E-3</c:v>
                </c:pt>
                <c:pt idx="61">
                  <c:v>5.2792856042862771E-3</c:v>
                </c:pt>
                <c:pt idx="62">
                  <c:v>4.8014204373918561E-3</c:v>
                </c:pt>
                <c:pt idx="63">
                  <c:v>2.2464992185998451E-3</c:v>
                </c:pt>
                <c:pt idx="64">
                  <c:v>4.5354006974639904E-3</c:v>
                </c:pt>
                <c:pt idx="65">
                  <c:v>7.9755782684740734E-3</c:v>
                </c:pt>
                <c:pt idx="66">
                  <c:v>8.0388920070614857E-3</c:v>
                </c:pt>
                <c:pt idx="67">
                  <c:v>1.5601111383309883E-3</c:v>
                </c:pt>
                <c:pt idx="68">
                  <c:v>3.4157048205537962E-3</c:v>
                </c:pt>
                <c:pt idx="69">
                  <c:v>7.0142358523469445E-3</c:v>
                </c:pt>
                <c:pt idx="70">
                  <c:v>5.6902669640928214E-3</c:v>
                </c:pt>
                <c:pt idx="71">
                  <c:v>5.5373722775321904E-3</c:v>
                </c:pt>
                <c:pt idx="72">
                  <c:v>1.3752039579129E-3</c:v>
                </c:pt>
                <c:pt idx="73">
                  <c:v>3.0017754210774012E-3</c:v>
                </c:pt>
                <c:pt idx="74">
                  <c:v>4.7342438369352103E-3</c:v>
                </c:pt>
                <c:pt idx="75">
                  <c:v>2.5130027587292932E-3</c:v>
                </c:pt>
                <c:pt idx="76">
                  <c:v>5.3280853368264046E-4</c:v>
                </c:pt>
                <c:pt idx="77">
                  <c:v>4.981510978400462E-3</c:v>
                </c:pt>
                <c:pt idx="78">
                  <c:v>3.9807507837720602E-3</c:v>
                </c:pt>
                <c:pt idx="79">
                  <c:v>2.5243525857958412E-3</c:v>
                </c:pt>
                <c:pt idx="80">
                  <c:v>3.8026683277559152E-3</c:v>
                </c:pt>
                <c:pt idx="81">
                  <c:v>2.2622359197019852E-3</c:v>
                </c:pt>
                <c:pt idx="82">
                  <c:v>3.0656043754638952E-3</c:v>
                </c:pt>
                <c:pt idx="83">
                  <c:v>5.6187424449415345E-3</c:v>
                </c:pt>
                <c:pt idx="84">
                  <c:v>5.3280853368264046E-4</c:v>
                </c:pt>
                <c:pt idx="85">
                  <c:v>5.3501390862748693E-4</c:v>
                </c:pt>
                <c:pt idx="86">
                  <c:v>3.9665019253677259E-3</c:v>
                </c:pt>
                <c:pt idx="87">
                  <c:v>5.9895218929330611E-4</c:v>
                </c:pt>
                <c:pt idx="88">
                  <c:v>3.9618222579634243E-3</c:v>
                </c:pt>
                <c:pt idx="89">
                  <c:v>5.9620897931917923E-4</c:v>
                </c:pt>
                <c:pt idx="90">
                  <c:v>3.2738520882041912E-3</c:v>
                </c:pt>
                <c:pt idx="91">
                  <c:v>6.9531576476779787E-3</c:v>
                </c:pt>
                <c:pt idx="92">
                  <c:v>5.1148262079721372E-3</c:v>
                </c:pt>
                <c:pt idx="93">
                  <c:v>2.1622702318175938E-3</c:v>
                </c:pt>
                <c:pt idx="94">
                  <c:v>5.7084653914154355E-4</c:v>
                </c:pt>
                <c:pt idx="95">
                  <c:v>1.0276946713051924E-3</c:v>
                </c:pt>
                <c:pt idx="96">
                  <c:v>1.9532748278566735E-3</c:v>
                </c:pt>
                <c:pt idx="97">
                  <c:v>4.4864300640734024E-3</c:v>
                </c:pt>
                <c:pt idx="98">
                  <c:v>2.2371725560126235E-3</c:v>
                </c:pt>
                <c:pt idx="99">
                  <c:v>5.8719534174547176E-3</c:v>
                </c:pt>
                <c:pt idx="100">
                  <c:v>1.3546106567612948E-2</c:v>
                </c:pt>
                <c:pt idx="101">
                  <c:v>4.2733933576494434E-3</c:v>
                </c:pt>
                <c:pt idx="102">
                  <c:v>8.2092977476712966E-4</c:v>
                </c:pt>
                <c:pt idx="103">
                  <c:v>7.6204940529959607E-4</c:v>
                </c:pt>
                <c:pt idx="104">
                  <c:v>4.9114177538714934E-3</c:v>
                </c:pt>
                <c:pt idx="105">
                  <c:v>3.9584029843309681E-3</c:v>
                </c:pt>
                <c:pt idx="106">
                  <c:v>1.0511354822146572E-2</c:v>
                </c:pt>
                <c:pt idx="107">
                  <c:v>2.274031848253141E-3</c:v>
                </c:pt>
                <c:pt idx="108">
                  <c:v>3.8318245154882382E-3</c:v>
                </c:pt>
                <c:pt idx="109">
                  <c:v>1.9164368982224501E-3</c:v>
                </c:pt>
                <c:pt idx="110">
                  <c:v>3.4720141375215292E-3</c:v>
                </c:pt>
                <c:pt idx="111">
                  <c:v>6.7161294777515401E-3</c:v>
                </c:pt>
                <c:pt idx="112">
                  <c:v>6.6249965992615581E-4</c:v>
                </c:pt>
                <c:pt idx="113">
                  <c:v>2.2823532117202212E-3</c:v>
                </c:pt>
                <c:pt idx="114">
                  <c:v>5.3502019174698514E-4</c:v>
                </c:pt>
                <c:pt idx="115">
                  <c:v>5.3299200077206984E-4</c:v>
                </c:pt>
                <c:pt idx="116">
                  <c:v>2.1271689564134493E-3</c:v>
                </c:pt>
                <c:pt idx="117">
                  <c:v>2.1187847617513671E-3</c:v>
                </c:pt>
                <c:pt idx="118">
                  <c:v>2.9204492355045771E-3</c:v>
                </c:pt>
                <c:pt idx="119">
                  <c:v>7.3509607926432316E-4</c:v>
                </c:pt>
                <c:pt idx="120">
                  <c:v>2.4758092045313192E-3</c:v>
                </c:pt>
                <c:pt idx="121">
                  <c:v>8.2829861731787877E-4</c:v>
                </c:pt>
                <c:pt idx="122">
                  <c:v>1.0597109350343661E-3</c:v>
                </c:pt>
                <c:pt idx="123">
                  <c:v>1.7760204869907788E-3</c:v>
                </c:pt>
                <c:pt idx="124">
                  <c:v>7.254628004454291E-3</c:v>
                </c:pt>
                <c:pt idx="125">
                  <c:v>5.3280853368264046E-4</c:v>
                </c:pt>
                <c:pt idx="126">
                  <c:v>1.4455163376500678E-2</c:v>
                </c:pt>
                <c:pt idx="127">
                  <c:v>3.0320575438242884E-3</c:v>
                </c:pt>
                <c:pt idx="128">
                  <c:v>1.501436352533521E-2</c:v>
                </c:pt>
                <c:pt idx="129">
                  <c:v>1.5670275962776541E-3</c:v>
                </c:pt>
                <c:pt idx="130">
                  <c:v>8.4967906768057804E-3</c:v>
                </c:pt>
                <c:pt idx="131">
                  <c:v>3.2468195948631992E-3</c:v>
                </c:pt>
                <c:pt idx="132">
                  <c:v>4.6402144403553218E-3</c:v>
                </c:pt>
                <c:pt idx="133">
                  <c:v>5.9243596605883979E-3</c:v>
                </c:pt>
                <c:pt idx="134">
                  <c:v>6.3071448933223924E-3</c:v>
                </c:pt>
                <c:pt idx="135">
                  <c:v>2.3806136609720598E-3</c:v>
                </c:pt>
                <c:pt idx="136">
                  <c:v>7.1705385029248924E-3</c:v>
                </c:pt>
                <c:pt idx="137">
                  <c:v>1.756152006504801E-3</c:v>
                </c:pt>
                <c:pt idx="138">
                  <c:v>4.6373933196993894E-3</c:v>
                </c:pt>
                <c:pt idx="139">
                  <c:v>5.0281380082171966E-3</c:v>
                </c:pt>
                <c:pt idx="140">
                  <c:v>5.3181793706211814E-3</c:v>
                </c:pt>
                <c:pt idx="141">
                  <c:v>3.7117918005416485E-3</c:v>
                </c:pt>
                <c:pt idx="142">
                  <c:v>2.15032727827015E-3</c:v>
                </c:pt>
                <c:pt idx="143">
                  <c:v>5.7968311840771744E-4</c:v>
                </c:pt>
                <c:pt idx="144">
                  <c:v>1.2678731973494518E-3</c:v>
                </c:pt>
                <c:pt idx="145">
                  <c:v>6.0738350735165874E-3</c:v>
                </c:pt>
                <c:pt idx="146">
                  <c:v>2.1159449173992838E-2</c:v>
                </c:pt>
                <c:pt idx="147">
                  <c:v>2.35772676987781E-3</c:v>
                </c:pt>
                <c:pt idx="148">
                  <c:v>4.8181096594103164E-3</c:v>
                </c:pt>
                <c:pt idx="149">
                  <c:v>6.1818720567119413E-3</c:v>
                </c:pt>
                <c:pt idx="150">
                  <c:v>3.6276938796321663E-2</c:v>
                </c:pt>
                <c:pt idx="151">
                  <c:v>2.9733455619593892E-3</c:v>
                </c:pt>
                <c:pt idx="152">
                  <c:v>1.4929408209938728E-3</c:v>
                </c:pt>
                <c:pt idx="153">
                  <c:v>7.2363428700825475E-3</c:v>
                </c:pt>
                <c:pt idx="154">
                  <c:v>2.4884872830603934E-3</c:v>
                </c:pt>
                <c:pt idx="155">
                  <c:v>9.4421840223915358E-3</c:v>
                </c:pt>
                <c:pt idx="156">
                  <c:v>2.0742797927148632E-2</c:v>
                </c:pt>
                <c:pt idx="157">
                  <c:v>6.3156572636222964E-3</c:v>
                </c:pt>
                <c:pt idx="158">
                  <c:v>0.14009275517994521</c:v>
                </c:pt>
                <c:pt idx="159">
                  <c:v>1.4414275348036205E-2</c:v>
                </c:pt>
                <c:pt idx="160">
                  <c:v>2.3153336829680002E-2</c:v>
                </c:pt>
                <c:pt idx="161">
                  <c:v>1.8404576473449641E-3</c:v>
                </c:pt>
                <c:pt idx="162">
                  <c:v>5.2640666322309893E-3</c:v>
                </c:pt>
                <c:pt idx="163">
                  <c:v>1.1484436618749358E-3</c:v>
                </c:pt>
                <c:pt idx="164">
                  <c:v>6.3813962863370904E-3</c:v>
                </c:pt>
                <c:pt idx="165">
                  <c:v>6.8358580897143282E-3</c:v>
                </c:pt>
                <c:pt idx="166">
                  <c:v>3.3879987768023305E-3</c:v>
                </c:pt>
                <c:pt idx="167">
                  <c:v>5.3280853368264046E-4</c:v>
                </c:pt>
                <c:pt idx="168">
                  <c:v>1.326062423671893E-3</c:v>
                </c:pt>
                <c:pt idx="169">
                  <c:v>7.8419237504493734E-3</c:v>
                </c:pt>
                <c:pt idx="170">
                  <c:v>4.7415548747865395E-3</c:v>
                </c:pt>
                <c:pt idx="171">
                  <c:v>3.6656774732761691E-3</c:v>
                </c:pt>
                <c:pt idx="172">
                  <c:v>5.3280853368264046E-4</c:v>
                </c:pt>
                <c:pt idx="173">
                  <c:v>8.5449143456875608E-3</c:v>
                </c:pt>
                <c:pt idx="174">
                  <c:v>6.6628146955379376E-3</c:v>
                </c:pt>
                <c:pt idx="175">
                  <c:v>4.7344285606485403E-3</c:v>
                </c:pt>
                <c:pt idx="176">
                  <c:v>2.4697836929298811E-3</c:v>
                </c:pt>
                <c:pt idx="177">
                  <c:v>2.4048099541702996E-3</c:v>
                </c:pt>
                <c:pt idx="178">
                  <c:v>2.3733541447006202E-3</c:v>
                </c:pt>
                <c:pt idx="179">
                  <c:v>3.5892156788210278E-3</c:v>
                </c:pt>
                <c:pt idx="180">
                  <c:v>5.3394703493622124E-4</c:v>
                </c:pt>
                <c:pt idx="181">
                  <c:v>5.6504470659434131E-4</c:v>
                </c:pt>
                <c:pt idx="182">
                  <c:v>6.1303328840693876E-3</c:v>
                </c:pt>
                <c:pt idx="183">
                  <c:v>5.3280853368264046E-4</c:v>
                </c:pt>
                <c:pt idx="184">
                  <c:v>5.2544270702925911E-3</c:v>
                </c:pt>
                <c:pt idx="185">
                  <c:v>5.3280853368264046E-4</c:v>
                </c:pt>
                <c:pt idx="186">
                  <c:v>7.4224275070950635E-3</c:v>
                </c:pt>
                <c:pt idx="187">
                  <c:v>1.7659436199351081E-3</c:v>
                </c:pt>
                <c:pt idx="188">
                  <c:v>9.9452646044673292E-3</c:v>
                </c:pt>
                <c:pt idx="189">
                  <c:v>3.9791473316753891E-3</c:v>
                </c:pt>
                <c:pt idx="190">
                  <c:v>1.844534135277196E-3</c:v>
                </c:pt>
                <c:pt idx="191">
                  <c:v>4.8716066520894403E-3</c:v>
                </c:pt>
                <c:pt idx="192">
                  <c:v>2.6518999116656242E-3</c:v>
                </c:pt>
                <c:pt idx="193">
                  <c:v>2.0071953027901469E-3</c:v>
                </c:pt>
                <c:pt idx="194">
                  <c:v>2.1967771241169342E-3</c:v>
                </c:pt>
                <c:pt idx="195">
                  <c:v>4.7650311224899829E-3</c:v>
                </c:pt>
                <c:pt idx="196">
                  <c:v>2.7108091834828624E-3</c:v>
                </c:pt>
                <c:pt idx="197">
                  <c:v>2.235027499014964E-3</c:v>
                </c:pt>
                <c:pt idx="198">
                  <c:v>5.0505524087249834E-3</c:v>
                </c:pt>
                <c:pt idx="199">
                  <c:v>2.4715781518593592E-3</c:v>
                </c:pt>
              </c:numCache>
            </c:numRef>
          </c:bubbleSize>
        </c:ser>
        <c:ser>
          <c:idx val="1"/>
          <c:order val="1"/>
          <c:tx>
            <c:v>COG</c:v>
          </c:tx>
          <c:spPr>
            <a:noFill/>
            <a:ln w="19050">
              <a:solidFill>
                <a:srgbClr val="0000FF"/>
              </a:solidFill>
            </a:ln>
          </c:spPr>
          <c:xVal>
            <c:numRef>
              <c:f>Sheet1!$B$204</c:f>
              <c:numCache>
                <c:formatCode>0</c:formatCode>
                <c:ptCount val="1"/>
                <c:pt idx="0">
                  <c:v>29867.356088216511</c:v>
                </c:pt>
              </c:numCache>
            </c:numRef>
          </c:xVal>
          <c:yVal>
            <c:numRef>
              <c:f>Sheet1!$C$204</c:f>
              <c:numCache>
                <c:formatCode>0</c:formatCode>
                <c:ptCount val="1"/>
                <c:pt idx="0">
                  <c:v>39176.55734222789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1.2E-2</c:v>
              </c:pt>
            </c:numLit>
          </c:bubbleSize>
        </c:ser>
        <c:ser>
          <c:idx val="2"/>
          <c:order val="2"/>
          <c:tx>
            <c:v>Median</c:v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</c:spPr>
          <c:xVal>
            <c:numRef>
              <c:f>Sheet1!$B$207</c:f>
              <c:numCache>
                <c:formatCode>0.0</c:formatCode>
                <c:ptCount val="1"/>
                <c:pt idx="0">
                  <c:v>30206.71799106566</c:v>
                </c:pt>
              </c:numCache>
            </c:numRef>
          </c:xVal>
          <c:yVal>
            <c:numRef>
              <c:f>Sheet1!$C$207</c:f>
              <c:numCache>
                <c:formatCode>0.0</c:formatCode>
                <c:ptCount val="1"/>
                <c:pt idx="0">
                  <c:v>43889.655522608635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1.2E-2</c:v>
              </c:pt>
            </c:numLit>
          </c:bubbleSize>
        </c:ser>
        <c:bubbleScale val="80"/>
        <c:sizeRepresents val="w"/>
        <c:axId val="44274432"/>
        <c:axId val="44275968"/>
      </c:bubbleChart>
      <c:valAx>
        <c:axId val="44274432"/>
        <c:scaling>
          <c:orientation val="minMax"/>
          <c:max val="60000"/>
          <c:min val="0"/>
        </c:scaling>
        <c:axPos val="b"/>
        <c:majorGridlines/>
        <c:numFmt formatCode="General" sourceLinked="1"/>
        <c:tickLblPos val="nextTo"/>
        <c:crossAx val="44275968"/>
        <c:crosses val="autoZero"/>
        <c:crossBetween val="midCat"/>
      </c:valAx>
      <c:valAx>
        <c:axId val="44275968"/>
        <c:scaling>
          <c:orientation val="minMax"/>
          <c:max val="60000"/>
          <c:min val="0"/>
        </c:scaling>
        <c:axPos val="l"/>
        <c:majorGridlines/>
        <c:numFmt formatCode="General" sourceLinked="1"/>
        <c:tickLblPos val="nextTo"/>
        <c:crossAx val="44274432"/>
        <c:crosses val="autoZero"/>
        <c:crossBetween val="midCat"/>
      </c:valAx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76967487871732365"/>
          <c:y val="0.40431458193459507"/>
          <c:w val="0.22098799462778654"/>
          <c:h val="0.16659242623991113"/>
        </c:manualLayout>
      </c:layout>
      <c:spPr>
        <a:solidFill>
          <a:schemeClr val="bg1"/>
        </a:solidFill>
      </c:spPr>
    </c:legend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1400" b="0" dirty="0" smtClean="0"/>
              <a:t>AP20</a:t>
            </a:r>
            <a:endParaRPr lang="en-US" sz="1400" b="0" dirty="0"/>
          </a:p>
        </c:rich>
      </c:tx>
      <c:layout>
        <c:manualLayout>
          <c:xMode val="edge"/>
          <c:yMode val="edge"/>
          <c:x val="0.41990443471074734"/>
          <c:y val="0"/>
        </c:manualLayout>
      </c:layout>
      <c:overlay val="1"/>
    </c:title>
    <c:plotArea>
      <c:layout>
        <c:manualLayout>
          <c:layoutTarget val="inner"/>
          <c:xMode val="edge"/>
          <c:yMode val="edge"/>
          <c:x val="9.859712373441587E-2"/>
          <c:y val="7.9077463003215914E-2"/>
          <c:w val="0.70845738863801666"/>
          <c:h val="0.80389875503203367"/>
        </c:manualLayout>
      </c:layout>
      <c:bubbleChart>
        <c:ser>
          <c:idx val="0"/>
          <c:order val="0"/>
          <c:spPr>
            <a:solidFill>
              <a:srgbClr val="4F81BD">
                <a:alpha val="50000"/>
              </a:srgbClr>
            </a:solidFill>
            <a:ln w="19050">
              <a:solidFill>
                <a:schemeClr val="tx1"/>
              </a:solidFill>
            </a:ln>
          </c:spPr>
          <c:xVal>
            <c:numRef>
              <c:f>Sheet1!$B$4:$B$23</c:f>
              <c:numCache>
                <c:formatCode>General</c:formatCode>
                <c:ptCount val="20"/>
                <c:pt idx="0">
                  <c:v>12944.330389000001</c:v>
                </c:pt>
                <c:pt idx="1">
                  <c:v>23487.769950000002</c:v>
                </c:pt>
                <c:pt idx="2">
                  <c:v>31004.306839000001</c:v>
                </c:pt>
                <c:pt idx="3">
                  <c:v>49728.492698000002</c:v>
                </c:pt>
                <c:pt idx="4">
                  <c:v>18262.37124699985</c:v>
                </c:pt>
                <c:pt idx="5">
                  <c:v>27200.416013999999</c:v>
                </c:pt>
                <c:pt idx="6">
                  <c:v>32659.905654999999</c:v>
                </c:pt>
                <c:pt idx="7">
                  <c:v>42235.109421999994</c:v>
                </c:pt>
                <c:pt idx="8">
                  <c:v>19237.531678999872</c:v>
                </c:pt>
                <c:pt idx="9">
                  <c:v>30240.587167999998</c:v>
                </c:pt>
                <c:pt idx="10">
                  <c:v>35623.768985999995</c:v>
                </c:pt>
                <c:pt idx="11">
                  <c:v>44607.978078000197</c:v>
                </c:pt>
                <c:pt idx="12">
                  <c:v>21747.098038</c:v>
                </c:pt>
                <c:pt idx="13">
                  <c:v>28875.463979</c:v>
                </c:pt>
                <c:pt idx="14">
                  <c:v>32361.143193000025</c:v>
                </c:pt>
                <c:pt idx="15">
                  <c:v>42755.672541</c:v>
                </c:pt>
                <c:pt idx="16">
                  <c:v>12890.344692999999</c:v>
                </c:pt>
                <c:pt idx="17">
                  <c:v>25061.003075000001</c:v>
                </c:pt>
                <c:pt idx="18">
                  <c:v>31592.466525000025</c:v>
                </c:pt>
                <c:pt idx="19">
                  <c:v>36010.099569999998</c:v>
                </c:pt>
              </c:numCache>
            </c:numRef>
          </c:xVal>
          <c:yVal>
            <c:numRef>
              <c:f>Sheet1!$C$4:$C$23</c:f>
              <c:numCache>
                <c:formatCode>General</c:formatCode>
                <c:ptCount val="20"/>
                <c:pt idx="0">
                  <c:v>19522.690461999908</c:v>
                </c:pt>
                <c:pt idx="1">
                  <c:v>14749.226167999999</c:v>
                </c:pt>
                <c:pt idx="2">
                  <c:v>21458.349354000002</c:v>
                </c:pt>
                <c:pt idx="3">
                  <c:v>17946.318136000002</c:v>
                </c:pt>
                <c:pt idx="4">
                  <c:v>34230.973731999999</c:v>
                </c:pt>
                <c:pt idx="5">
                  <c:v>29683.344889000025</c:v>
                </c:pt>
                <c:pt idx="6">
                  <c:v>31322.779441999992</c:v>
                </c:pt>
                <c:pt idx="7">
                  <c:v>32882.346795000012</c:v>
                </c:pt>
                <c:pt idx="8">
                  <c:v>39507.847120000006</c:v>
                </c:pt>
                <c:pt idx="9">
                  <c:v>38106.082073000012</c:v>
                </c:pt>
                <c:pt idx="10">
                  <c:v>38814.054724000001</c:v>
                </c:pt>
                <c:pt idx="11">
                  <c:v>38388.838796000011</c:v>
                </c:pt>
                <c:pt idx="12">
                  <c:v>44784.848319000259</c:v>
                </c:pt>
                <c:pt idx="13">
                  <c:v>47422.816531000259</c:v>
                </c:pt>
                <c:pt idx="14">
                  <c:v>45963.285682999995</c:v>
                </c:pt>
                <c:pt idx="15">
                  <c:v>42966.140950000001</c:v>
                </c:pt>
                <c:pt idx="16">
                  <c:v>52475.699721999976</c:v>
                </c:pt>
                <c:pt idx="17">
                  <c:v>51526.124012</c:v>
                </c:pt>
                <c:pt idx="18">
                  <c:v>49745.987221000003</c:v>
                </c:pt>
                <c:pt idx="19">
                  <c:v>49567.603064999996</c:v>
                </c:pt>
              </c:numCache>
            </c:numRef>
          </c:yVal>
          <c:bubbleSize>
            <c:numRef>
              <c:f>Sheet1!$D$4:$D$23</c:f>
              <c:numCache>
                <c:formatCode>General</c:formatCode>
                <c:ptCount val="20"/>
                <c:pt idx="0">
                  <c:v>207.61357999999913</c:v>
                </c:pt>
                <c:pt idx="1">
                  <c:v>491.33222999999964</c:v>
                </c:pt>
                <c:pt idx="2">
                  <c:v>308.13779</c:v>
                </c:pt>
                <c:pt idx="3">
                  <c:v>284.23265000000004</c:v>
                </c:pt>
                <c:pt idx="4">
                  <c:v>286.30093999999963</c:v>
                </c:pt>
                <c:pt idx="5">
                  <c:v>419.06411000000003</c:v>
                </c:pt>
                <c:pt idx="6">
                  <c:v>262.32245999999969</c:v>
                </c:pt>
                <c:pt idx="7">
                  <c:v>247.09217000000001</c:v>
                </c:pt>
                <c:pt idx="8">
                  <c:v>285.19934999999964</c:v>
                </c:pt>
                <c:pt idx="9">
                  <c:v>262.63999000000001</c:v>
                </c:pt>
                <c:pt idx="10">
                  <c:v>194.35490000000001</c:v>
                </c:pt>
                <c:pt idx="11">
                  <c:v>272.43306999999828</c:v>
                </c:pt>
                <c:pt idx="12">
                  <c:v>398.33472999999969</c:v>
                </c:pt>
                <c:pt idx="13">
                  <c:v>1697.8017399999999</c:v>
                </c:pt>
                <c:pt idx="14">
                  <c:v>661.88260999999738</c:v>
                </c:pt>
                <c:pt idx="15">
                  <c:v>366.85086000000206</c:v>
                </c:pt>
                <c:pt idx="16">
                  <c:v>239.95932000000047</c:v>
                </c:pt>
                <c:pt idx="17">
                  <c:v>271.03169000000003</c:v>
                </c:pt>
                <c:pt idx="18">
                  <c:v>430.64677999999969</c:v>
                </c:pt>
                <c:pt idx="19">
                  <c:v>370.59952999999899</c:v>
                </c:pt>
              </c:numCache>
            </c:numRef>
          </c:bubbleSize>
        </c:ser>
        <c:ser>
          <c:idx val="1"/>
          <c:order val="1"/>
          <c:tx>
            <c:v>COG</c:v>
          </c:tx>
          <c:spPr>
            <a:noFill/>
            <a:ln w="19050">
              <a:solidFill>
                <a:srgbClr val="0000FF"/>
              </a:solidFill>
            </a:ln>
          </c:spPr>
          <c:xVal>
            <c:numRef>
              <c:f>Sheet1!$B$24</c:f>
              <c:numCache>
                <c:formatCode>0</c:formatCode>
                <c:ptCount val="1"/>
                <c:pt idx="0">
                  <c:v>29867.356088292301</c:v>
                </c:pt>
              </c:numCache>
            </c:numRef>
          </c:xVal>
          <c:yVal>
            <c:numRef>
              <c:f>Sheet1!$C$24</c:f>
              <c:numCache>
                <c:formatCode>0</c:formatCode>
                <c:ptCount val="1"/>
                <c:pt idx="0">
                  <c:v>39176.557342135471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120</c:v>
              </c:pt>
            </c:numLit>
          </c:bubbleSize>
        </c:ser>
        <c:ser>
          <c:idx val="2"/>
          <c:order val="2"/>
          <c:tx>
            <c:v>Median</c:v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</c:spPr>
          <c:xVal>
            <c:numRef>
              <c:f>Sheet1!$B$27</c:f>
              <c:numCache>
                <c:formatCode>General</c:formatCode>
                <c:ptCount val="1"/>
                <c:pt idx="0">
                  <c:v>29983.51</c:v>
                </c:pt>
              </c:numCache>
            </c:numRef>
          </c:xVal>
          <c:yVal>
            <c:numRef>
              <c:f>Sheet1!$C$27</c:f>
              <c:numCache>
                <c:formatCode>General</c:formatCode>
                <c:ptCount val="1"/>
                <c:pt idx="0">
                  <c:v>44583.08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120</c:v>
              </c:pt>
            </c:numLit>
          </c:bubbleSize>
        </c:ser>
        <c:bubbleScale val="100"/>
        <c:sizeRepresents val="w"/>
        <c:axId val="44298624"/>
        <c:axId val="44300160"/>
      </c:bubbleChart>
      <c:valAx>
        <c:axId val="44298624"/>
        <c:scaling>
          <c:orientation val="minMax"/>
          <c:max val="60000"/>
        </c:scaling>
        <c:axPos val="b"/>
        <c:majorGridlines/>
        <c:numFmt formatCode="General" sourceLinked="1"/>
        <c:tickLblPos val="nextTo"/>
        <c:crossAx val="44300160"/>
        <c:crosses val="autoZero"/>
        <c:crossBetween val="midCat"/>
      </c:valAx>
      <c:valAx>
        <c:axId val="44300160"/>
        <c:scaling>
          <c:orientation val="minMax"/>
          <c:max val="60000"/>
        </c:scaling>
        <c:axPos val="l"/>
        <c:majorGridlines/>
        <c:numFmt formatCode="General" sourceLinked="1"/>
        <c:tickLblPos val="nextTo"/>
        <c:crossAx val="44298624"/>
        <c:crosses val="autoZero"/>
        <c:crossBetween val="midCat"/>
      </c:valAx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76967429453807834"/>
          <c:y val="0.41059565351640825"/>
          <c:w val="0.21858731093546227"/>
          <c:h val="0.19304227513159344"/>
        </c:manualLayout>
      </c:layout>
      <c:spPr>
        <a:solidFill>
          <a:schemeClr val="bg1"/>
        </a:solidFill>
      </c:spPr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1400" b="0" dirty="0" smtClean="0">
                <a:latin typeface="Tahoma" pitchFamily="34" charset="0"/>
                <a:cs typeface="Tahoma" pitchFamily="34" charset="0"/>
              </a:rPr>
              <a:t>TR81</a:t>
            </a:r>
            <a:endParaRPr lang="en-US" sz="1400" b="0" dirty="0">
              <a:latin typeface="Tahoma" pitchFamily="34" charset="0"/>
              <a:cs typeface="Tahoma" pitchFamily="34" charset="0"/>
            </a:endParaRPr>
          </a:p>
        </c:rich>
      </c:tx>
      <c:layout>
        <c:manualLayout>
          <c:xMode val="edge"/>
          <c:yMode val="edge"/>
          <c:x val="0.46257477815248516"/>
          <c:y val="4.1966420915271405E-3"/>
        </c:manualLayout>
      </c:layout>
      <c:overlay val="1"/>
    </c:title>
    <c:plotArea>
      <c:layout>
        <c:manualLayout>
          <c:layoutTarget val="inner"/>
          <c:xMode val="edge"/>
          <c:yMode val="edge"/>
          <c:x val="7.4598755892047133E-2"/>
          <c:y val="9.9537741525839996E-2"/>
          <c:w val="0.87663384307457737"/>
          <c:h val="0.7500879807840054"/>
        </c:manualLayout>
      </c:layout>
      <c:bubbleChart>
        <c:ser>
          <c:idx val="0"/>
          <c:order val="0"/>
          <c:spPr>
            <a:solidFill>
              <a:srgbClr val="4F81BD">
                <a:alpha val="50000"/>
              </a:srgbClr>
            </a:solidFill>
            <a:ln w="12700">
              <a:solidFill>
                <a:schemeClr val="tx1"/>
              </a:solidFill>
            </a:ln>
          </c:spPr>
          <c:xVal>
            <c:numRef>
              <c:f>Sheet1!$C$3:$C$83</c:f>
              <c:numCache>
                <c:formatCode>0.00000</c:formatCode>
                <c:ptCount val="81"/>
                <c:pt idx="0">
                  <c:v>35.322660000000006</c:v>
                </c:pt>
                <c:pt idx="1">
                  <c:v>38.277640000000005</c:v>
                </c:pt>
                <c:pt idx="2">
                  <c:v>30.53923</c:v>
                </c:pt>
                <c:pt idx="3">
                  <c:v>43.052240000000005</c:v>
                </c:pt>
                <c:pt idx="4">
                  <c:v>35.836469999999998</c:v>
                </c:pt>
                <c:pt idx="5">
                  <c:v>32.916350000000001</c:v>
                </c:pt>
                <c:pt idx="6">
                  <c:v>30.691260000000035</c:v>
                </c:pt>
                <c:pt idx="7">
                  <c:v>41.820310000000013</c:v>
                </c:pt>
                <c:pt idx="8">
                  <c:v>27.843170000000001</c:v>
                </c:pt>
                <c:pt idx="9">
                  <c:v>27.88597</c:v>
                </c:pt>
                <c:pt idx="10">
                  <c:v>29.976729999999854</c:v>
                </c:pt>
                <c:pt idx="11">
                  <c:v>40.504160000000006</c:v>
                </c:pt>
                <c:pt idx="12">
                  <c:v>42.109730000000013</c:v>
                </c:pt>
                <c:pt idx="13">
                  <c:v>31.611419999999999</c:v>
                </c:pt>
                <c:pt idx="14">
                  <c:v>30.289139999999847</c:v>
                </c:pt>
                <c:pt idx="15">
                  <c:v>29.022089999999896</c:v>
                </c:pt>
                <c:pt idx="16">
                  <c:v>26.412319999999877</c:v>
                </c:pt>
                <c:pt idx="17">
                  <c:v>33.612020000000001</c:v>
                </c:pt>
                <c:pt idx="18">
                  <c:v>34.948710000000013</c:v>
                </c:pt>
                <c:pt idx="19">
                  <c:v>29.082299999999858</c:v>
                </c:pt>
                <c:pt idx="20">
                  <c:v>40.221640000000001</c:v>
                </c:pt>
                <c:pt idx="21">
                  <c:v>26.555719999999873</c:v>
                </c:pt>
                <c:pt idx="22">
                  <c:v>39.223410000000193</c:v>
                </c:pt>
                <c:pt idx="23">
                  <c:v>39.475180000000002</c:v>
                </c:pt>
                <c:pt idx="24">
                  <c:v>41.277160000000002</c:v>
                </c:pt>
                <c:pt idx="25">
                  <c:v>30.518950000000103</c:v>
                </c:pt>
                <c:pt idx="26">
                  <c:v>37.41836</c:v>
                </c:pt>
                <c:pt idx="27">
                  <c:v>38.389499999999998</c:v>
                </c:pt>
                <c:pt idx="28">
                  <c:v>39.476030000000002</c:v>
                </c:pt>
                <c:pt idx="29">
                  <c:v>43.74147</c:v>
                </c:pt>
                <c:pt idx="30">
                  <c:v>36.15663</c:v>
                </c:pt>
                <c:pt idx="31">
                  <c:v>30.55218</c:v>
                </c:pt>
                <c:pt idx="32">
                  <c:v>34.622480000000003</c:v>
                </c:pt>
                <c:pt idx="33">
                  <c:v>28.950719999999869</c:v>
                </c:pt>
                <c:pt idx="34">
                  <c:v>27.2197</c:v>
                </c:pt>
                <c:pt idx="35">
                  <c:v>43.092560000000013</c:v>
                </c:pt>
                <c:pt idx="36">
                  <c:v>33.772070000000063</c:v>
                </c:pt>
                <c:pt idx="37">
                  <c:v>35.44173</c:v>
                </c:pt>
                <c:pt idx="38">
                  <c:v>27.21912</c:v>
                </c:pt>
                <c:pt idx="39">
                  <c:v>34.163540000000012</c:v>
                </c:pt>
                <c:pt idx="40">
                  <c:v>29.931899999999999</c:v>
                </c:pt>
                <c:pt idx="41">
                  <c:v>32.579230000000003</c:v>
                </c:pt>
                <c:pt idx="42">
                  <c:v>29.977959999999999</c:v>
                </c:pt>
                <c:pt idx="43">
                  <c:v>38.313599999999994</c:v>
                </c:pt>
                <c:pt idx="44">
                  <c:v>27.436429999999884</c:v>
                </c:pt>
                <c:pt idx="45">
                  <c:v>36.923720000000003</c:v>
                </c:pt>
                <c:pt idx="46">
                  <c:v>40.738970000000208</c:v>
                </c:pt>
                <c:pt idx="47">
                  <c:v>28.3642</c:v>
                </c:pt>
                <c:pt idx="48">
                  <c:v>41.500910000000012</c:v>
                </c:pt>
                <c:pt idx="49">
                  <c:v>34.716900000000003</c:v>
                </c:pt>
                <c:pt idx="50">
                  <c:v>34.670960000000001</c:v>
                </c:pt>
                <c:pt idx="51">
                  <c:v>37.883409999999998</c:v>
                </c:pt>
                <c:pt idx="52">
                  <c:v>40.517469999999996</c:v>
                </c:pt>
                <c:pt idx="53">
                  <c:v>30.399880000000035</c:v>
                </c:pt>
                <c:pt idx="54">
                  <c:v>36.332160000000002</c:v>
                </c:pt>
                <c:pt idx="55">
                  <c:v>41.943350000000002</c:v>
                </c:pt>
                <c:pt idx="56">
                  <c:v>35.153040000000004</c:v>
                </c:pt>
                <c:pt idx="57">
                  <c:v>37.015180000000001</c:v>
                </c:pt>
                <c:pt idx="58">
                  <c:v>27.513539999999903</c:v>
                </c:pt>
                <c:pt idx="59">
                  <c:v>36.551819999999999</c:v>
                </c:pt>
                <c:pt idx="60">
                  <c:v>39.722020000000178</c:v>
                </c:pt>
                <c:pt idx="61">
                  <c:v>39.545270000000002</c:v>
                </c:pt>
                <c:pt idx="62">
                  <c:v>38.793420000000012</c:v>
                </c:pt>
                <c:pt idx="63">
                  <c:v>29.40456</c:v>
                </c:pt>
                <c:pt idx="64">
                  <c:v>43.377330000000001</c:v>
                </c:pt>
                <c:pt idx="65">
                  <c:v>34.802780000000006</c:v>
                </c:pt>
                <c:pt idx="66">
                  <c:v>31.789750000000002</c:v>
                </c:pt>
                <c:pt idx="67">
                  <c:v>34.029970000000013</c:v>
                </c:pt>
                <c:pt idx="68">
                  <c:v>40.226890000000012</c:v>
                </c:pt>
                <c:pt idx="69">
                  <c:v>33.221410000000013</c:v>
                </c:pt>
                <c:pt idx="70">
                  <c:v>33.515160000000002</c:v>
                </c:pt>
                <c:pt idx="71">
                  <c:v>41.126620000000003</c:v>
                </c:pt>
                <c:pt idx="72">
                  <c:v>42.458190000000002</c:v>
                </c:pt>
                <c:pt idx="73">
                  <c:v>32.341709999999999</c:v>
                </c:pt>
                <c:pt idx="74">
                  <c:v>42.702010000000193</c:v>
                </c:pt>
                <c:pt idx="75">
                  <c:v>44.046790000000001</c:v>
                </c:pt>
                <c:pt idx="76">
                  <c:v>29.284490000000002</c:v>
                </c:pt>
                <c:pt idx="77">
                  <c:v>32.626740000000012</c:v>
                </c:pt>
                <c:pt idx="78">
                  <c:v>37.112790000000011</c:v>
                </c:pt>
                <c:pt idx="79">
                  <c:v>36.244400000000006</c:v>
                </c:pt>
                <c:pt idx="80">
                  <c:v>31.15851</c:v>
                </c:pt>
              </c:numCache>
            </c:numRef>
          </c:xVal>
          <c:yVal>
            <c:numRef>
              <c:f>Sheet1!$D$3:$D$83</c:f>
              <c:numCache>
                <c:formatCode>0.00000</c:formatCode>
                <c:ptCount val="81"/>
                <c:pt idx="0">
                  <c:v>36.989869999999996</c:v>
                </c:pt>
                <c:pt idx="1">
                  <c:v>37.763950000000193</c:v>
                </c:pt>
                <c:pt idx="2">
                  <c:v>38.761280000000006</c:v>
                </c:pt>
                <c:pt idx="3">
                  <c:v>39.720650000000013</c:v>
                </c:pt>
                <c:pt idx="4">
                  <c:v>40.658850000000001</c:v>
                </c:pt>
                <c:pt idx="5">
                  <c:v>39.966700000000003</c:v>
                </c:pt>
                <c:pt idx="6">
                  <c:v>36.902640000000005</c:v>
                </c:pt>
                <c:pt idx="7">
                  <c:v>41.186960000000006</c:v>
                </c:pt>
                <c:pt idx="8">
                  <c:v>37.852869999999996</c:v>
                </c:pt>
                <c:pt idx="9">
                  <c:v>39.648760000000003</c:v>
                </c:pt>
                <c:pt idx="10">
                  <c:v>40.144380000000005</c:v>
                </c:pt>
                <c:pt idx="11">
                  <c:v>38.892550000000163</c:v>
                </c:pt>
                <c:pt idx="12">
                  <c:v>38.407769999999999</c:v>
                </c:pt>
                <c:pt idx="13">
                  <c:v>40.740310000000186</c:v>
                </c:pt>
                <c:pt idx="14">
                  <c:v>37.723360000000113</c:v>
                </c:pt>
                <c:pt idx="15">
                  <c:v>40.175470000000011</c:v>
                </c:pt>
                <c:pt idx="16">
                  <c:v>40.15316</c:v>
                </c:pt>
                <c:pt idx="17">
                  <c:v>40.602060000000002</c:v>
                </c:pt>
                <c:pt idx="18">
                  <c:v>40.553649999999998</c:v>
                </c:pt>
                <c:pt idx="19">
                  <c:v>37.78163</c:v>
                </c:pt>
                <c:pt idx="20">
                  <c:v>37.923510000000178</c:v>
                </c:pt>
                <c:pt idx="21">
                  <c:v>41.67098</c:v>
                </c:pt>
                <c:pt idx="22">
                  <c:v>38.681419999999996</c:v>
                </c:pt>
                <c:pt idx="23">
                  <c:v>39.748000000000012</c:v>
                </c:pt>
                <c:pt idx="24">
                  <c:v>39.911110000000001</c:v>
                </c:pt>
                <c:pt idx="25">
                  <c:v>39.779160000000012</c:v>
                </c:pt>
                <c:pt idx="26">
                  <c:v>37.056779999999996</c:v>
                </c:pt>
                <c:pt idx="27">
                  <c:v>40.921020000000006</c:v>
                </c:pt>
                <c:pt idx="28">
                  <c:v>40.464110000000012</c:v>
                </c:pt>
                <c:pt idx="29">
                  <c:v>37.584819999999993</c:v>
                </c:pt>
                <c:pt idx="30">
                  <c:v>36.205800000000011</c:v>
                </c:pt>
                <c:pt idx="31">
                  <c:v>37.764830000000003</c:v>
                </c:pt>
                <c:pt idx="32">
                  <c:v>36.812780000000004</c:v>
                </c:pt>
                <c:pt idx="33">
                  <c:v>41.050239999999995</c:v>
                </c:pt>
                <c:pt idx="34">
                  <c:v>38.468000000000011</c:v>
                </c:pt>
                <c:pt idx="35">
                  <c:v>40.608450000000012</c:v>
                </c:pt>
                <c:pt idx="36">
                  <c:v>41.380259999999993</c:v>
                </c:pt>
                <c:pt idx="37">
                  <c:v>38.735210000000208</c:v>
                </c:pt>
                <c:pt idx="38">
                  <c:v>41.736430000000013</c:v>
                </c:pt>
                <c:pt idx="39">
                  <c:v>39.152630000000002</c:v>
                </c:pt>
                <c:pt idx="40">
                  <c:v>40.768210000000245</c:v>
                </c:pt>
                <c:pt idx="41">
                  <c:v>37.819269999999996</c:v>
                </c:pt>
                <c:pt idx="42">
                  <c:v>39.425280000000001</c:v>
                </c:pt>
                <c:pt idx="43">
                  <c:v>38.349609999999998</c:v>
                </c:pt>
                <c:pt idx="44">
                  <c:v>38.619150000000012</c:v>
                </c:pt>
                <c:pt idx="45">
                  <c:v>37.590970000000013</c:v>
                </c:pt>
                <c:pt idx="46">
                  <c:v>37.314319999999995</c:v>
                </c:pt>
                <c:pt idx="47">
                  <c:v>37.218700000000013</c:v>
                </c:pt>
                <c:pt idx="48">
                  <c:v>38.752150000000178</c:v>
                </c:pt>
                <c:pt idx="49">
                  <c:v>38.628590000000223</c:v>
                </c:pt>
                <c:pt idx="50">
                  <c:v>37.975310000000178</c:v>
                </c:pt>
                <c:pt idx="51">
                  <c:v>40.983219999999996</c:v>
                </c:pt>
                <c:pt idx="52">
                  <c:v>41.023350000000178</c:v>
                </c:pt>
                <c:pt idx="53">
                  <c:v>40.781560000000006</c:v>
                </c:pt>
                <c:pt idx="54">
                  <c:v>41.286860000000004</c:v>
                </c:pt>
                <c:pt idx="55">
                  <c:v>37.929810000000003</c:v>
                </c:pt>
                <c:pt idx="56">
                  <c:v>42.029740000000011</c:v>
                </c:pt>
                <c:pt idx="57">
                  <c:v>39.751140000000007</c:v>
                </c:pt>
                <c:pt idx="58">
                  <c:v>40.98095</c:v>
                </c:pt>
                <c:pt idx="59">
                  <c:v>40.310719999999996</c:v>
                </c:pt>
                <c:pt idx="60">
                  <c:v>41.005900000000011</c:v>
                </c:pt>
                <c:pt idx="61">
                  <c:v>39.112330000000163</c:v>
                </c:pt>
                <c:pt idx="62">
                  <c:v>37.160880000000006</c:v>
                </c:pt>
                <c:pt idx="63">
                  <c:v>38.684219999999996</c:v>
                </c:pt>
                <c:pt idx="64">
                  <c:v>38.502110000000208</c:v>
                </c:pt>
                <c:pt idx="65">
                  <c:v>39.820040000000006</c:v>
                </c:pt>
                <c:pt idx="66">
                  <c:v>41.462240000000001</c:v>
                </c:pt>
                <c:pt idx="67">
                  <c:v>38.377219999999994</c:v>
                </c:pt>
                <c:pt idx="68">
                  <c:v>40.262020000000113</c:v>
                </c:pt>
                <c:pt idx="69">
                  <c:v>37.185430000000011</c:v>
                </c:pt>
                <c:pt idx="70">
                  <c:v>39.847149999999999</c:v>
                </c:pt>
                <c:pt idx="71">
                  <c:v>37.888469999999998</c:v>
                </c:pt>
                <c:pt idx="72">
                  <c:v>37.523130000000208</c:v>
                </c:pt>
                <c:pt idx="73">
                  <c:v>41.642290000000003</c:v>
                </c:pt>
                <c:pt idx="74">
                  <c:v>41.110760000000006</c:v>
                </c:pt>
                <c:pt idx="75">
                  <c:v>39.922600000000003</c:v>
                </c:pt>
                <c:pt idx="76">
                  <c:v>40.658230000000003</c:v>
                </c:pt>
                <c:pt idx="77">
                  <c:v>41.199570000000193</c:v>
                </c:pt>
                <c:pt idx="78">
                  <c:v>36.720400000000012</c:v>
                </c:pt>
                <c:pt idx="79">
                  <c:v>37.075940000000003</c:v>
                </c:pt>
                <c:pt idx="80">
                  <c:v>40.842669999999998</c:v>
                </c:pt>
              </c:numCache>
            </c:numRef>
          </c:yVal>
          <c:bubbleSize>
            <c:numRef>
              <c:f>Sheet1!$E$3:$E$83</c:f>
              <c:numCache>
                <c:formatCode>General</c:formatCode>
                <c:ptCount val="81"/>
                <c:pt idx="0">
                  <c:v>1849478</c:v>
                </c:pt>
                <c:pt idx="1">
                  <c:v>623810.99999999837</c:v>
                </c:pt>
                <c:pt idx="2">
                  <c:v>812416</c:v>
                </c:pt>
                <c:pt idx="3">
                  <c:v>528744</c:v>
                </c:pt>
                <c:pt idx="4">
                  <c:v>365231.00000000006</c:v>
                </c:pt>
                <c:pt idx="5">
                  <c:v>4007860.0000000028</c:v>
                </c:pt>
                <c:pt idx="6">
                  <c:v>1719751</c:v>
                </c:pt>
                <c:pt idx="7">
                  <c:v>191933.99999999968</c:v>
                </c:pt>
                <c:pt idx="8">
                  <c:v>950756.99999999837</c:v>
                </c:pt>
                <c:pt idx="9">
                  <c:v>1076347.0000000005</c:v>
                </c:pt>
                <c:pt idx="10">
                  <c:v>194325.99999999968</c:v>
                </c:pt>
                <c:pt idx="11">
                  <c:v>253739</c:v>
                </c:pt>
                <c:pt idx="12">
                  <c:v>388678</c:v>
                </c:pt>
                <c:pt idx="13">
                  <c:v>270654</c:v>
                </c:pt>
                <c:pt idx="14">
                  <c:v>256802.99999999968</c:v>
                </c:pt>
                <c:pt idx="15">
                  <c:v>2125140.0000000009</c:v>
                </c:pt>
                <c:pt idx="16">
                  <c:v>464975</c:v>
                </c:pt>
                <c:pt idx="17">
                  <c:v>270355</c:v>
                </c:pt>
                <c:pt idx="18">
                  <c:v>597065.00000000035</c:v>
                </c:pt>
                <c:pt idx="19">
                  <c:v>850029</c:v>
                </c:pt>
                <c:pt idx="20">
                  <c:v>1362708</c:v>
                </c:pt>
                <c:pt idx="21">
                  <c:v>402606.00000000023</c:v>
                </c:pt>
                <c:pt idx="22">
                  <c:v>569615.99999999837</c:v>
                </c:pt>
                <c:pt idx="23">
                  <c:v>316841.00000000006</c:v>
                </c:pt>
                <c:pt idx="24">
                  <c:v>937389.00000000035</c:v>
                </c:pt>
                <c:pt idx="25">
                  <c:v>706008.99999999837</c:v>
                </c:pt>
                <c:pt idx="26">
                  <c:v>1285249</c:v>
                </c:pt>
                <c:pt idx="27">
                  <c:v>523819</c:v>
                </c:pt>
                <c:pt idx="28">
                  <c:v>186953</c:v>
                </c:pt>
                <c:pt idx="29">
                  <c:v>236581.00000000003</c:v>
                </c:pt>
                <c:pt idx="30">
                  <c:v>1253726.0000000002</c:v>
                </c:pt>
                <c:pt idx="31">
                  <c:v>513681.00000000012</c:v>
                </c:pt>
                <c:pt idx="32">
                  <c:v>1651400</c:v>
                </c:pt>
                <c:pt idx="33">
                  <c:v>10018734.999999993</c:v>
                </c:pt>
                <c:pt idx="34">
                  <c:v>3370865.9999999977</c:v>
                </c:pt>
                <c:pt idx="35">
                  <c:v>325016</c:v>
                </c:pt>
                <c:pt idx="36">
                  <c:v>375476</c:v>
                </c:pt>
                <c:pt idx="37">
                  <c:v>1060432.0000000002</c:v>
                </c:pt>
                <c:pt idx="38">
                  <c:v>328461.00000000012</c:v>
                </c:pt>
                <c:pt idx="39">
                  <c:v>253238.99999999968</c:v>
                </c:pt>
                <c:pt idx="40">
                  <c:v>1206085</c:v>
                </c:pt>
                <c:pt idx="41">
                  <c:v>2192166.0000000005</c:v>
                </c:pt>
                <c:pt idx="42">
                  <c:v>656903</c:v>
                </c:pt>
                <c:pt idx="43">
                  <c:v>853657.99999999837</c:v>
                </c:pt>
                <c:pt idx="44">
                  <c:v>1260169</c:v>
                </c:pt>
                <c:pt idx="45">
                  <c:v>1002384</c:v>
                </c:pt>
                <c:pt idx="46">
                  <c:v>705098.00000000023</c:v>
                </c:pt>
                <c:pt idx="47">
                  <c:v>715327.99999999837</c:v>
                </c:pt>
                <c:pt idx="48">
                  <c:v>453654.00000000017</c:v>
                </c:pt>
                <c:pt idx="49">
                  <c:v>309914.00000000006</c:v>
                </c:pt>
                <c:pt idx="50">
                  <c:v>348081.00000000006</c:v>
                </c:pt>
                <c:pt idx="51">
                  <c:v>887764.99999999837</c:v>
                </c:pt>
                <c:pt idx="52">
                  <c:v>365938</c:v>
                </c:pt>
                <c:pt idx="53">
                  <c:v>756168.00000000023</c:v>
                </c:pt>
                <c:pt idx="54">
                  <c:v>1209137</c:v>
                </c:pt>
                <c:pt idx="55">
                  <c:v>263676.00000000012</c:v>
                </c:pt>
                <c:pt idx="56">
                  <c:v>225573.99999999968</c:v>
                </c:pt>
                <c:pt idx="57">
                  <c:v>755091.00000000023</c:v>
                </c:pt>
                <c:pt idx="58">
                  <c:v>623590.99999999837</c:v>
                </c:pt>
                <c:pt idx="59">
                  <c:v>828026.99999999837</c:v>
                </c:pt>
                <c:pt idx="60">
                  <c:v>975136.99999999837</c:v>
                </c:pt>
                <c:pt idx="61">
                  <c:v>93584.000000000015</c:v>
                </c:pt>
                <c:pt idx="62">
                  <c:v>1443422</c:v>
                </c:pt>
                <c:pt idx="63">
                  <c:v>322313.00000000006</c:v>
                </c:pt>
                <c:pt idx="64">
                  <c:v>877524.00000000035</c:v>
                </c:pt>
                <c:pt idx="65">
                  <c:v>682918.99999999837</c:v>
                </c:pt>
                <c:pt idx="66">
                  <c:v>615599</c:v>
                </c:pt>
                <c:pt idx="67">
                  <c:v>396084.00000000029</c:v>
                </c:pt>
                <c:pt idx="68">
                  <c:v>97357.999999999971</c:v>
                </c:pt>
                <c:pt idx="69">
                  <c:v>243210.00000000003</c:v>
                </c:pt>
                <c:pt idx="70">
                  <c:v>383508</c:v>
                </c:pt>
                <c:pt idx="71">
                  <c:v>456734</c:v>
                </c:pt>
                <c:pt idx="72">
                  <c:v>353197.00000000023</c:v>
                </c:pt>
                <c:pt idx="73">
                  <c:v>184178</c:v>
                </c:pt>
                <c:pt idx="74">
                  <c:v>133756</c:v>
                </c:pt>
                <c:pt idx="75">
                  <c:v>168633.99999999968</c:v>
                </c:pt>
                <c:pt idx="76">
                  <c:v>168593.00000000012</c:v>
                </c:pt>
                <c:pt idx="77">
                  <c:v>225102</c:v>
                </c:pt>
                <c:pt idx="78">
                  <c:v>114724.00000000001</c:v>
                </c:pt>
                <c:pt idx="79">
                  <c:v>458782.00000000012</c:v>
                </c:pt>
                <c:pt idx="80">
                  <c:v>314266.00000000012</c:v>
                </c:pt>
              </c:numCache>
            </c:numRef>
          </c:bubbleSize>
        </c:ser>
        <c:ser>
          <c:idx val="1"/>
          <c:order val="1"/>
          <c:tx>
            <c:v>COG</c:v>
          </c:tx>
          <c:spPr>
            <a:noFill/>
            <a:ln w="19050">
              <a:solidFill>
                <a:srgbClr val="0000FF"/>
              </a:solidFill>
            </a:ln>
          </c:spPr>
          <c:xVal>
            <c:numRef>
              <c:f>Sheet1!$C$84</c:f>
              <c:numCache>
                <c:formatCode>0.000</c:formatCode>
                <c:ptCount val="1"/>
                <c:pt idx="0">
                  <c:v>33.335780257445997</c:v>
                </c:pt>
              </c:numCache>
            </c:numRef>
          </c:xVal>
          <c:yVal>
            <c:numRef>
              <c:f>Sheet1!$D$84</c:f>
              <c:numCache>
                <c:formatCode>0.000</c:formatCode>
                <c:ptCount val="1"/>
                <c:pt idx="0">
                  <c:v>39.259547734714097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1000000</c:v>
              </c:pt>
            </c:numLit>
          </c:bubbleSize>
        </c:ser>
        <c:ser>
          <c:idx val="2"/>
          <c:order val="2"/>
          <c:tx>
            <c:v>1-median</c:v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</c:spPr>
          <c:xVal>
            <c:numRef>
              <c:f>Sheet1!$C$87</c:f>
              <c:numCache>
                <c:formatCode>General</c:formatCode>
                <c:ptCount val="1"/>
                <c:pt idx="0">
                  <c:v>32.769839250555563</c:v>
                </c:pt>
              </c:numCache>
            </c:numRef>
          </c:xVal>
          <c:yVal>
            <c:numRef>
              <c:f>Sheet1!$D$87</c:f>
              <c:numCache>
                <c:formatCode>General</c:formatCode>
                <c:ptCount val="1"/>
                <c:pt idx="0">
                  <c:v>39.482166270556249</c:v>
                </c:pt>
              </c:numCache>
            </c:numRef>
          </c:yVal>
          <c:bubbleSize>
            <c:numLit>
              <c:formatCode>General</c:formatCode>
              <c:ptCount val="1"/>
              <c:pt idx="0">
                <c:v>1000000</c:v>
              </c:pt>
            </c:numLit>
          </c:bubbleSize>
        </c:ser>
        <c:bubbleScale val="100"/>
        <c:sizeRepresents val="w"/>
        <c:axId val="44087168"/>
        <c:axId val="44088704"/>
      </c:bubbleChart>
      <c:valAx>
        <c:axId val="44087168"/>
        <c:scaling>
          <c:orientation val="minMax"/>
          <c:max val="45"/>
          <c:min val="26"/>
        </c:scaling>
        <c:axPos val="b"/>
        <c:majorGridlines/>
        <c:numFmt formatCode="0" sourceLinked="0"/>
        <c:tickLblPos val="nextTo"/>
        <c:crossAx val="44088704"/>
        <c:crosses val="autoZero"/>
        <c:crossBetween val="midCat"/>
      </c:valAx>
      <c:valAx>
        <c:axId val="44088704"/>
        <c:scaling>
          <c:orientation val="minMax"/>
          <c:max val="43"/>
          <c:min val="36"/>
        </c:scaling>
        <c:axPos val="l"/>
        <c:majorGridlines/>
        <c:numFmt formatCode="0" sourceLinked="0"/>
        <c:tickLblPos val="nextTo"/>
        <c:crossAx val="44087168"/>
        <c:crosses val="autoZero"/>
        <c:crossBetween val="midCat"/>
      </c:valAx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87537751184728452"/>
          <c:y val="0.10012780763262831"/>
          <c:w val="0.12462248815271552"/>
          <c:h val="0.19197330291439191"/>
        </c:manualLayout>
      </c:layout>
    </c:legend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Cumulative Demand Curves</a:t>
            </a:r>
          </a:p>
        </c:rich>
      </c:tx>
      <c:overlay val="1"/>
    </c:title>
    <c:plotArea>
      <c:layout>
        <c:manualLayout>
          <c:layoutTarget val="inner"/>
          <c:xMode val="edge"/>
          <c:yMode val="edge"/>
          <c:x val="0.12552127705348307"/>
          <c:y val="0.17155231715438554"/>
          <c:w val="0.57282178796476368"/>
          <c:h val="0.69917060367454587"/>
        </c:manualLayout>
      </c:layout>
      <c:scatterChart>
        <c:scatterStyle val="lineMarker"/>
        <c:ser>
          <c:idx val="4"/>
          <c:order val="0"/>
          <c:tx>
            <c:v>TR81 o-d flows</c:v>
          </c:tx>
          <c:spPr>
            <a:ln>
              <a:solidFill>
                <a:srgbClr val="FF0000"/>
              </a:solidFill>
              <a:prstDash val="sysDash"/>
            </a:ln>
          </c:spPr>
          <c:marker>
            <c:symbol val="none"/>
          </c:marker>
          <c:xVal>
            <c:numRef>
              <c:f>'\\stl.umsl.edu\steamboat\c\campbelljf\my documents\Hub\data\TurkishNetwork\[Turkish networkGini.xlsx]Flow'!$D$92:$D$6566</c:f>
              <c:numCache>
                <c:formatCode>General</c:formatCode>
                <c:ptCount val="6475"/>
                <c:pt idx="0">
                  <c:v>1.5432098765432161E-4</c:v>
                </c:pt>
                <c:pt idx="1">
                  <c:v>3.0864197530864311E-4</c:v>
                </c:pt>
                <c:pt idx="2">
                  <c:v>4.6296296296296488E-4</c:v>
                </c:pt>
                <c:pt idx="3">
                  <c:v>6.1728395061728394E-4</c:v>
                </c:pt>
                <c:pt idx="4">
                  <c:v>7.7160493827160847E-4</c:v>
                </c:pt>
                <c:pt idx="5">
                  <c:v>9.2592592592593171E-4</c:v>
                </c:pt>
                <c:pt idx="6">
                  <c:v>1.0802469135802509E-3</c:v>
                </c:pt>
                <c:pt idx="7">
                  <c:v>1.2345679012345716E-3</c:v>
                </c:pt>
                <c:pt idx="8">
                  <c:v>1.3888888888888948E-3</c:v>
                </c:pt>
                <c:pt idx="9">
                  <c:v>1.543209876543215E-3</c:v>
                </c:pt>
                <c:pt idx="10">
                  <c:v>1.6975308641975376E-3</c:v>
                </c:pt>
                <c:pt idx="11">
                  <c:v>1.8518518518518569E-3</c:v>
                </c:pt>
                <c:pt idx="12">
                  <c:v>2.006172839506173E-3</c:v>
                </c:pt>
                <c:pt idx="13">
                  <c:v>2.1604938271605036E-3</c:v>
                </c:pt>
                <c:pt idx="14">
                  <c:v>2.3148148148148147E-3</c:v>
                </c:pt>
                <c:pt idx="15">
                  <c:v>2.4691358024691444E-3</c:v>
                </c:pt>
                <c:pt idx="16">
                  <c:v>2.6234567901234612E-3</c:v>
                </c:pt>
                <c:pt idx="17">
                  <c:v>2.7777777777777961E-3</c:v>
                </c:pt>
                <c:pt idx="18">
                  <c:v>2.9320987654321011E-3</c:v>
                </c:pt>
                <c:pt idx="19">
                  <c:v>3.08641975308643E-3</c:v>
                </c:pt>
                <c:pt idx="20">
                  <c:v>3.2407407407407554E-3</c:v>
                </c:pt>
                <c:pt idx="21">
                  <c:v>3.3950617283950652E-3</c:v>
                </c:pt>
                <c:pt idx="22">
                  <c:v>3.5493827160493954E-3</c:v>
                </c:pt>
                <c:pt idx="23">
                  <c:v>3.7037037037037156E-3</c:v>
                </c:pt>
                <c:pt idx="24">
                  <c:v>3.8580246913580292E-3</c:v>
                </c:pt>
                <c:pt idx="25">
                  <c:v>4.0123456790123494E-3</c:v>
                </c:pt>
                <c:pt idx="26">
                  <c:v>4.1666666666666683E-3</c:v>
                </c:pt>
                <c:pt idx="27">
                  <c:v>4.3209876543209855E-3</c:v>
                </c:pt>
                <c:pt idx="28">
                  <c:v>4.475308641975327E-3</c:v>
                </c:pt>
                <c:pt idx="29">
                  <c:v>4.6296296296296459E-3</c:v>
                </c:pt>
                <c:pt idx="30">
                  <c:v>4.78395061728395E-3</c:v>
                </c:pt>
                <c:pt idx="31">
                  <c:v>4.9382716049382941E-3</c:v>
                </c:pt>
                <c:pt idx="32">
                  <c:v>5.0925925925925913E-3</c:v>
                </c:pt>
                <c:pt idx="33">
                  <c:v>5.2469135802469119E-3</c:v>
                </c:pt>
                <c:pt idx="34">
                  <c:v>5.4012345679012334E-3</c:v>
                </c:pt>
                <c:pt idx="35">
                  <c:v>5.5555555555555445E-3</c:v>
                </c:pt>
                <c:pt idx="36">
                  <c:v>5.7098765432098833E-3</c:v>
                </c:pt>
                <c:pt idx="37">
                  <c:v>5.8641975308641944E-3</c:v>
                </c:pt>
                <c:pt idx="38">
                  <c:v>6.0185185185185151E-3</c:v>
                </c:pt>
                <c:pt idx="39">
                  <c:v>6.1728395061728374E-3</c:v>
                </c:pt>
                <c:pt idx="40">
                  <c:v>6.3271604938271711E-3</c:v>
                </c:pt>
                <c:pt idx="41">
                  <c:v>6.4814814814815012E-3</c:v>
                </c:pt>
                <c:pt idx="42">
                  <c:v>6.6358024691357976E-3</c:v>
                </c:pt>
                <c:pt idx="43">
                  <c:v>6.790123456790139E-3</c:v>
                </c:pt>
                <c:pt idx="44">
                  <c:v>6.9444444444444545E-3</c:v>
                </c:pt>
                <c:pt idx="45">
                  <c:v>7.0987654320987812E-3</c:v>
                </c:pt>
                <c:pt idx="46">
                  <c:v>7.2530864197530931E-3</c:v>
                </c:pt>
                <c:pt idx="47">
                  <c:v>7.4074074074074034E-3</c:v>
                </c:pt>
                <c:pt idx="48">
                  <c:v>7.5617283950617526E-3</c:v>
                </c:pt>
                <c:pt idx="49">
                  <c:v>7.7160493827160732E-3</c:v>
                </c:pt>
                <c:pt idx="50">
                  <c:v>7.8703703703703852E-3</c:v>
                </c:pt>
                <c:pt idx="51">
                  <c:v>8.0246913580246867E-3</c:v>
                </c:pt>
                <c:pt idx="52">
                  <c:v>8.1790123456790247E-3</c:v>
                </c:pt>
                <c:pt idx="53">
                  <c:v>8.3333333333333245E-3</c:v>
                </c:pt>
                <c:pt idx="54">
                  <c:v>8.4876543209876885E-3</c:v>
                </c:pt>
                <c:pt idx="55">
                  <c:v>8.6419753086419658E-3</c:v>
                </c:pt>
                <c:pt idx="56">
                  <c:v>8.7962962962963211E-3</c:v>
                </c:pt>
                <c:pt idx="57">
                  <c:v>8.9506172839506418E-3</c:v>
                </c:pt>
                <c:pt idx="58">
                  <c:v>9.1049382716049589E-3</c:v>
                </c:pt>
                <c:pt idx="59">
                  <c:v>9.2592592592593038E-3</c:v>
                </c:pt>
                <c:pt idx="60">
                  <c:v>9.4135802469136071E-3</c:v>
                </c:pt>
                <c:pt idx="61">
                  <c:v>9.567901234567926E-3</c:v>
                </c:pt>
                <c:pt idx="62">
                  <c:v>9.7222222222222224E-3</c:v>
                </c:pt>
                <c:pt idx="63">
                  <c:v>9.876543209876576E-3</c:v>
                </c:pt>
                <c:pt idx="64">
                  <c:v>1.0030864197530851E-2</c:v>
                </c:pt>
                <c:pt idx="65">
                  <c:v>1.0185185185185209E-2</c:v>
                </c:pt>
                <c:pt idx="66">
                  <c:v>1.0339506172839474E-2</c:v>
                </c:pt>
                <c:pt idx="67">
                  <c:v>1.0493827160493813E-2</c:v>
                </c:pt>
                <c:pt idx="68">
                  <c:v>1.0648148148148141E-2</c:v>
                </c:pt>
                <c:pt idx="69">
                  <c:v>1.0802469135802498E-2</c:v>
                </c:pt>
                <c:pt idx="70">
                  <c:v>1.0956790123456774E-2</c:v>
                </c:pt>
                <c:pt idx="71">
                  <c:v>1.1111111111111101E-2</c:v>
                </c:pt>
                <c:pt idx="72">
                  <c:v>1.1265432098765465E-2</c:v>
                </c:pt>
                <c:pt idx="73">
                  <c:v>1.1419753086419741E-2</c:v>
                </c:pt>
                <c:pt idx="74">
                  <c:v>1.157407407407406E-2</c:v>
                </c:pt>
                <c:pt idx="75">
                  <c:v>1.1728395061728401E-2</c:v>
                </c:pt>
                <c:pt idx="76">
                  <c:v>1.1882716049382753E-2</c:v>
                </c:pt>
                <c:pt idx="77">
                  <c:v>1.2037037037037021E-2</c:v>
                </c:pt>
                <c:pt idx="78">
                  <c:v>1.2191358024691339E-2</c:v>
                </c:pt>
                <c:pt idx="79">
                  <c:v>1.234567901234569E-2</c:v>
                </c:pt>
                <c:pt idx="80">
                  <c:v>1.2499999999999956E-2</c:v>
                </c:pt>
                <c:pt idx="81">
                  <c:v>1.2654320987654299E-2</c:v>
                </c:pt>
                <c:pt idx="82">
                  <c:v>1.2808641975308618E-2</c:v>
                </c:pt>
                <c:pt idx="83">
                  <c:v>1.2962962962962944E-2</c:v>
                </c:pt>
                <c:pt idx="84">
                  <c:v>1.3117283950617264E-2</c:v>
                </c:pt>
                <c:pt idx="85">
                  <c:v>1.327160493827158E-2</c:v>
                </c:pt>
                <c:pt idx="86">
                  <c:v>1.3425925925925905E-2</c:v>
                </c:pt>
                <c:pt idx="87">
                  <c:v>1.3580246913580226E-2</c:v>
                </c:pt>
                <c:pt idx="88">
                  <c:v>1.3734567901234547E-2</c:v>
                </c:pt>
                <c:pt idx="89">
                  <c:v>1.3888888888888914E-2</c:v>
                </c:pt>
                <c:pt idx="90">
                  <c:v>1.4043209876543188E-2</c:v>
                </c:pt>
                <c:pt idx="91">
                  <c:v>1.4197530864197509E-2</c:v>
                </c:pt>
                <c:pt idx="92">
                  <c:v>1.4351851851851829E-2</c:v>
                </c:pt>
                <c:pt idx="93">
                  <c:v>1.4506172839506165E-2</c:v>
                </c:pt>
                <c:pt idx="94">
                  <c:v>1.4660493827160481E-2</c:v>
                </c:pt>
                <c:pt idx="95">
                  <c:v>1.4814814814814791E-2</c:v>
                </c:pt>
                <c:pt idx="96">
                  <c:v>1.4969135802469141E-2</c:v>
                </c:pt>
                <c:pt idx="97">
                  <c:v>1.5123456790123441E-2</c:v>
                </c:pt>
                <c:pt idx="98">
                  <c:v>1.527777777777776E-2</c:v>
                </c:pt>
                <c:pt idx="99">
                  <c:v>1.5432098765432112E-2</c:v>
                </c:pt>
                <c:pt idx="100">
                  <c:v>1.5586419753086401E-2</c:v>
                </c:pt>
                <c:pt idx="101">
                  <c:v>1.5740740740740725E-2</c:v>
                </c:pt>
                <c:pt idx="102">
                  <c:v>1.5895061728395037E-2</c:v>
                </c:pt>
                <c:pt idx="103">
                  <c:v>1.604938271604936E-2</c:v>
                </c:pt>
                <c:pt idx="104">
                  <c:v>1.6203703703703685E-2</c:v>
                </c:pt>
                <c:pt idx="105">
                  <c:v>1.6358024691358056E-2</c:v>
                </c:pt>
                <c:pt idx="106">
                  <c:v>1.6512345679012361E-2</c:v>
                </c:pt>
                <c:pt idx="107">
                  <c:v>1.6666666666666694E-2</c:v>
                </c:pt>
                <c:pt idx="108">
                  <c:v>1.6820987654320971E-2</c:v>
                </c:pt>
                <c:pt idx="109">
                  <c:v>1.6975308641975346E-2</c:v>
                </c:pt>
                <c:pt idx="110">
                  <c:v>1.712962962962962E-2</c:v>
                </c:pt>
                <c:pt idx="111">
                  <c:v>1.7283950617283945E-2</c:v>
                </c:pt>
                <c:pt idx="112">
                  <c:v>1.7438271604938261E-2</c:v>
                </c:pt>
                <c:pt idx="113">
                  <c:v>1.7592592592592583E-2</c:v>
                </c:pt>
                <c:pt idx="114">
                  <c:v>1.7746913580246878E-2</c:v>
                </c:pt>
                <c:pt idx="115">
                  <c:v>1.7901234567901228E-2</c:v>
                </c:pt>
                <c:pt idx="116">
                  <c:v>1.8055555555555561E-2</c:v>
                </c:pt>
                <c:pt idx="117">
                  <c:v>1.8209876543209883E-2</c:v>
                </c:pt>
                <c:pt idx="118">
                  <c:v>1.8364197530864195E-2</c:v>
                </c:pt>
                <c:pt idx="119">
                  <c:v>1.8518518518518563E-2</c:v>
                </c:pt>
                <c:pt idx="120">
                  <c:v>1.8672839506172843E-2</c:v>
                </c:pt>
                <c:pt idx="121">
                  <c:v>1.8827160493827211E-2</c:v>
                </c:pt>
                <c:pt idx="122">
                  <c:v>1.8981481481481537E-2</c:v>
                </c:pt>
                <c:pt idx="123">
                  <c:v>1.9135802469135852E-2</c:v>
                </c:pt>
                <c:pt idx="124">
                  <c:v>1.9290123456790143E-2</c:v>
                </c:pt>
                <c:pt idx="125">
                  <c:v>1.9444444444444483E-2</c:v>
                </c:pt>
                <c:pt idx="126">
                  <c:v>1.9598765432098781E-2</c:v>
                </c:pt>
                <c:pt idx="127">
                  <c:v>1.9753086419753142E-2</c:v>
                </c:pt>
                <c:pt idx="128">
                  <c:v>1.9907407407407488E-2</c:v>
                </c:pt>
                <c:pt idx="129">
                  <c:v>2.0061728395061741E-2</c:v>
                </c:pt>
                <c:pt idx="130">
                  <c:v>2.0216049382716081E-2</c:v>
                </c:pt>
                <c:pt idx="131">
                  <c:v>2.0370370370370462E-2</c:v>
                </c:pt>
                <c:pt idx="132">
                  <c:v>2.0524691358024708E-2</c:v>
                </c:pt>
                <c:pt idx="133">
                  <c:v>2.0679012345679159E-2</c:v>
                </c:pt>
                <c:pt idx="134">
                  <c:v>2.0833333333333412E-2</c:v>
                </c:pt>
                <c:pt idx="135">
                  <c:v>2.0987654320987627E-2</c:v>
                </c:pt>
                <c:pt idx="136">
                  <c:v>2.1141975308642001E-2</c:v>
                </c:pt>
                <c:pt idx="137">
                  <c:v>2.1296296296296331E-2</c:v>
                </c:pt>
                <c:pt idx="138">
                  <c:v>2.1450617283950726E-2</c:v>
                </c:pt>
                <c:pt idx="139">
                  <c:v>2.1604938271605052E-2</c:v>
                </c:pt>
                <c:pt idx="140">
                  <c:v>2.1759259259259291E-2</c:v>
                </c:pt>
                <c:pt idx="141">
                  <c:v>2.191358024691361E-2</c:v>
                </c:pt>
                <c:pt idx="142">
                  <c:v>2.2067901234567932E-2</c:v>
                </c:pt>
                <c:pt idx="143">
                  <c:v>2.2222222222222282E-2</c:v>
                </c:pt>
                <c:pt idx="144">
                  <c:v>2.2376543209876611E-2</c:v>
                </c:pt>
                <c:pt idx="145">
                  <c:v>2.2530864197530878E-2</c:v>
                </c:pt>
                <c:pt idx="146">
                  <c:v>2.2685185185185319E-2</c:v>
                </c:pt>
                <c:pt idx="147">
                  <c:v>2.2839506172839637E-2</c:v>
                </c:pt>
                <c:pt idx="148">
                  <c:v>2.2993827160493946E-2</c:v>
                </c:pt>
                <c:pt idx="149">
                  <c:v>2.3148148148148188E-2</c:v>
                </c:pt>
                <c:pt idx="150">
                  <c:v>2.3302469135802396E-2</c:v>
                </c:pt>
                <c:pt idx="151">
                  <c:v>2.3456790123456833E-2</c:v>
                </c:pt>
                <c:pt idx="152">
                  <c:v>2.3611111111111211E-2</c:v>
                </c:pt>
                <c:pt idx="153">
                  <c:v>2.3765432098765478E-2</c:v>
                </c:pt>
                <c:pt idx="154">
                  <c:v>2.39197530864198E-2</c:v>
                </c:pt>
                <c:pt idx="155">
                  <c:v>2.407407407407422E-2</c:v>
                </c:pt>
                <c:pt idx="156">
                  <c:v>2.4228395061728445E-2</c:v>
                </c:pt>
                <c:pt idx="157">
                  <c:v>2.4382716049382771E-2</c:v>
                </c:pt>
                <c:pt idx="158">
                  <c:v>2.453703703703709E-2</c:v>
                </c:pt>
                <c:pt idx="159">
                  <c:v>2.4691358024691412E-2</c:v>
                </c:pt>
                <c:pt idx="160">
                  <c:v>2.4845679012345804E-2</c:v>
                </c:pt>
                <c:pt idx="161">
                  <c:v>2.5000000000000081E-2</c:v>
                </c:pt>
                <c:pt idx="162">
                  <c:v>2.515432098765441E-2</c:v>
                </c:pt>
                <c:pt idx="163">
                  <c:v>2.5308641975308688E-2</c:v>
                </c:pt>
                <c:pt idx="164">
                  <c:v>2.5462962962963093E-2</c:v>
                </c:pt>
                <c:pt idx="165">
                  <c:v>2.5617283950617346E-2</c:v>
                </c:pt>
                <c:pt idx="166">
                  <c:v>2.5771604938271672E-2</c:v>
                </c:pt>
                <c:pt idx="167">
                  <c:v>2.5925925925926012E-2</c:v>
                </c:pt>
                <c:pt idx="168">
                  <c:v>2.6080246913580393E-2</c:v>
                </c:pt>
                <c:pt idx="169">
                  <c:v>2.6234567901234646E-2</c:v>
                </c:pt>
                <c:pt idx="170">
                  <c:v>2.6388888888888958E-2</c:v>
                </c:pt>
                <c:pt idx="171">
                  <c:v>2.6543209876543381E-2</c:v>
                </c:pt>
                <c:pt idx="172">
                  <c:v>2.6697530864197606E-2</c:v>
                </c:pt>
                <c:pt idx="173">
                  <c:v>2.6851851851851946E-2</c:v>
                </c:pt>
                <c:pt idx="174">
                  <c:v>2.7006172839506324E-2</c:v>
                </c:pt>
                <c:pt idx="175">
                  <c:v>2.716049382716058E-2</c:v>
                </c:pt>
                <c:pt idx="176">
                  <c:v>2.7314814814814892E-2</c:v>
                </c:pt>
                <c:pt idx="177">
                  <c:v>2.7469135802469322E-2</c:v>
                </c:pt>
                <c:pt idx="178">
                  <c:v>2.7623456790123603E-2</c:v>
                </c:pt>
                <c:pt idx="179">
                  <c:v>2.7777777777778019E-2</c:v>
                </c:pt>
                <c:pt idx="180">
                  <c:v>2.7932098765432192E-2</c:v>
                </c:pt>
                <c:pt idx="181">
                  <c:v>2.8086419753086504E-2</c:v>
                </c:pt>
                <c:pt idx="182">
                  <c:v>2.824074074074083E-2</c:v>
                </c:pt>
                <c:pt idx="183">
                  <c:v>2.8395061728395152E-2</c:v>
                </c:pt>
                <c:pt idx="184">
                  <c:v>2.8549382716049492E-2</c:v>
                </c:pt>
                <c:pt idx="185">
                  <c:v>2.8703703703703811E-2</c:v>
                </c:pt>
                <c:pt idx="186">
                  <c:v>2.8858024691358043E-2</c:v>
                </c:pt>
                <c:pt idx="187">
                  <c:v>2.9012345679012525E-2</c:v>
                </c:pt>
                <c:pt idx="188">
                  <c:v>2.9166666666666761E-2</c:v>
                </c:pt>
                <c:pt idx="189">
                  <c:v>2.932098765432109E-2</c:v>
                </c:pt>
                <c:pt idx="190">
                  <c:v>2.947530864197553E-2</c:v>
                </c:pt>
                <c:pt idx="191">
                  <c:v>2.9629629629629815E-2</c:v>
                </c:pt>
                <c:pt idx="192">
                  <c:v>2.9783950617284092E-2</c:v>
                </c:pt>
                <c:pt idx="193">
                  <c:v>2.9938271604938376E-2</c:v>
                </c:pt>
                <c:pt idx="194">
                  <c:v>3.0092592592592688E-2</c:v>
                </c:pt>
                <c:pt idx="195">
                  <c:v>3.0246913580247104E-2</c:v>
                </c:pt>
                <c:pt idx="196">
                  <c:v>3.0401234567901447E-2</c:v>
                </c:pt>
                <c:pt idx="197">
                  <c:v>3.0555555555555662E-2</c:v>
                </c:pt>
                <c:pt idx="198">
                  <c:v>3.0709876543210057E-2</c:v>
                </c:pt>
                <c:pt idx="199">
                  <c:v>3.0864197530864404E-2</c:v>
                </c:pt>
                <c:pt idx="200">
                  <c:v>3.1018518518518692E-2</c:v>
                </c:pt>
                <c:pt idx="201">
                  <c:v>3.1172839506173035E-2</c:v>
                </c:pt>
                <c:pt idx="202">
                  <c:v>3.1327160493827284E-2</c:v>
                </c:pt>
                <c:pt idx="203">
                  <c:v>3.1481481481481596E-2</c:v>
                </c:pt>
                <c:pt idx="204">
                  <c:v>3.1635802469136061E-2</c:v>
                </c:pt>
                <c:pt idx="205">
                  <c:v>3.1790123456790234E-2</c:v>
                </c:pt>
                <c:pt idx="206">
                  <c:v>3.1944444444444546E-2</c:v>
                </c:pt>
                <c:pt idx="207">
                  <c:v>3.2098765432098865E-2</c:v>
                </c:pt>
                <c:pt idx="208">
                  <c:v>3.2253086419753295E-2</c:v>
                </c:pt>
                <c:pt idx="209">
                  <c:v>3.2407407407407648E-2</c:v>
                </c:pt>
                <c:pt idx="210">
                  <c:v>3.2561728395061822E-2</c:v>
                </c:pt>
                <c:pt idx="211">
                  <c:v>3.2716049382716182E-2</c:v>
                </c:pt>
                <c:pt idx="212">
                  <c:v>3.2870370370370619E-2</c:v>
                </c:pt>
                <c:pt idx="213">
                  <c:v>3.3024691358024778E-2</c:v>
                </c:pt>
                <c:pt idx="214">
                  <c:v>3.3179012345679194E-2</c:v>
                </c:pt>
                <c:pt idx="215">
                  <c:v>3.3333333333333416E-2</c:v>
                </c:pt>
                <c:pt idx="216">
                  <c:v>3.3487654320987735E-2</c:v>
                </c:pt>
                <c:pt idx="217">
                  <c:v>3.3641975308642054E-2</c:v>
                </c:pt>
                <c:pt idx="218">
                  <c:v>3.3796296296296373E-2</c:v>
                </c:pt>
                <c:pt idx="219">
                  <c:v>3.3950617283950692E-2</c:v>
                </c:pt>
                <c:pt idx="220">
                  <c:v>3.4104938271605011E-2</c:v>
                </c:pt>
                <c:pt idx="221">
                  <c:v>3.4259259259259336E-2</c:v>
                </c:pt>
                <c:pt idx="222">
                  <c:v>3.4413580246913648E-2</c:v>
                </c:pt>
                <c:pt idx="223">
                  <c:v>3.4567901234567967E-2</c:v>
                </c:pt>
                <c:pt idx="224">
                  <c:v>3.4722222222222286E-2</c:v>
                </c:pt>
                <c:pt idx="225">
                  <c:v>3.4876543209876612E-2</c:v>
                </c:pt>
                <c:pt idx="226">
                  <c:v>3.5030864197530931E-2</c:v>
                </c:pt>
                <c:pt idx="227">
                  <c:v>3.518518518518525E-2</c:v>
                </c:pt>
                <c:pt idx="228">
                  <c:v>3.5339506172839596E-2</c:v>
                </c:pt>
                <c:pt idx="229">
                  <c:v>3.5493827160493992E-2</c:v>
                </c:pt>
                <c:pt idx="230">
                  <c:v>3.56481481481482E-2</c:v>
                </c:pt>
                <c:pt idx="231">
                  <c:v>3.5802469135802518E-2</c:v>
                </c:pt>
                <c:pt idx="232">
                  <c:v>3.5956790123456837E-2</c:v>
                </c:pt>
                <c:pt idx="233">
                  <c:v>3.6111111111111212E-2</c:v>
                </c:pt>
                <c:pt idx="234">
                  <c:v>3.6265432098765482E-2</c:v>
                </c:pt>
                <c:pt idx="235">
                  <c:v>3.6419753086419898E-2</c:v>
                </c:pt>
                <c:pt idx="236">
                  <c:v>3.6574074074074231E-2</c:v>
                </c:pt>
                <c:pt idx="237">
                  <c:v>3.6728395061728432E-2</c:v>
                </c:pt>
                <c:pt idx="238">
                  <c:v>3.6882716049382751E-2</c:v>
                </c:pt>
                <c:pt idx="239">
                  <c:v>3.703703703703716E-2</c:v>
                </c:pt>
                <c:pt idx="240">
                  <c:v>3.7191358024691402E-2</c:v>
                </c:pt>
                <c:pt idx="241">
                  <c:v>3.7345679012345805E-2</c:v>
                </c:pt>
                <c:pt idx="242">
                  <c:v>3.7500000000000054E-2</c:v>
                </c:pt>
                <c:pt idx="243">
                  <c:v>3.7654320987654456E-2</c:v>
                </c:pt>
                <c:pt idx="244">
                  <c:v>3.7808641975308671E-2</c:v>
                </c:pt>
                <c:pt idx="245">
                  <c:v>3.7962962962963052E-2</c:v>
                </c:pt>
                <c:pt idx="246">
                  <c:v>3.8117283950617302E-2</c:v>
                </c:pt>
                <c:pt idx="247">
                  <c:v>3.8271604938271621E-2</c:v>
                </c:pt>
                <c:pt idx="248">
                  <c:v>3.8425925925926002E-2</c:v>
                </c:pt>
                <c:pt idx="249">
                  <c:v>3.8580246913580259E-2</c:v>
                </c:pt>
                <c:pt idx="250">
                  <c:v>3.8734567901234584E-2</c:v>
                </c:pt>
                <c:pt idx="251">
                  <c:v>3.888888888888889E-2</c:v>
                </c:pt>
                <c:pt idx="252">
                  <c:v>3.9043209876543312E-2</c:v>
                </c:pt>
                <c:pt idx="253">
                  <c:v>3.9197530864197534E-2</c:v>
                </c:pt>
                <c:pt idx="254">
                  <c:v>3.9351851851851853E-2</c:v>
                </c:pt>
                <c:pt idx="255">
                  <c:v>3.9506172839506172E-2</c:v>
                </c:pt>
                <c:pt idx="256">
                  <c:v>3.9660493827160491E-2</c:v>
                </c:pt>
                <c:pt idx="257">
                  <c:v>3.9814814814814851E-2</c:v>
                </c:pt>
                <c:pt idx="258">
                  <c:v>3.9969135802469212E-2</c:v>
                </c:pt>
                <c:pt idx="259">
                  <c:v>4.0123456790123462E-2</c:v>
                </c:pt>
                <c:pt idx="260">
                  <c:v>4.0277777777777767E-2</c:v>
                </c:pt>
                <c:pt idx="261">
                  <c:v>4.0432098765432092E-2</c:v>
                </c:pt>
                <c:pt idx="262">
                  <c:v>4.0586419753086543E-2</c:v>
                </c:pt>
                <c:pt idx="263">
                  <c:v>4.0740740740740723E-2</c:v>
                </c:pt>
                <c:pt idx="264">
                  <c:v>4.0895061728395084E-2</c:v>
                </c:pt>
                <c:pt idx="265">
                  <c:v>4.1049382716049257E-2</c:v>
                </c:pt>
                <c:pt idx="266">
                  <c:v>4.120370370370368E-2</c:v>
                </c:pt>
                <c:pt idx="267">
                  <c:v>4.1358024691357985E-2</c:v>
                </c:pt>
                <c:pt idx="268">
                  <c:v>4.1512345679012276E-2</c:v>
                </c:pt>
                <c:pt idx="269">
                  <c:v>4.1666666666666637E-2</c:v>
                </c:pt>
                <c:pt idx="270">
                  <c:v>4.1820987654320983E-2</c:v>
                </c:pt>
                <c:pt idx="271">
                  <c:v>4.1975308641975094E-2</c:v>
                </c:pt>
                <c:pt idx="272">
                  <c:v>4.2129629629629586E-2</c:v>
                </c:pt>
                <c:pt idx="273">
                  <c:v>4.2283950617283905E-2</c:v>
                </c:pt>
                <c:pt idx="274">
                  <c:v>4.2438271604938446E-2</c:v>
                </c:pt>
                <c:pt idx="275">
                  <c:v>4.2592592592592564E-2</c:v>
                </c:pt>
                <c:pt idx="276">
                  <c:v>4.2746913580247008E-2</c:v>
                </c:pt>
                <c:pt idx="277">
                  <c:v>4.2901234567901327E-2</c:v>
                </c:pt>
                <c:pt idx="278">
                  <c:v>4.3055555555555375E-2</c:v>
                </c:pt>
                <c:pt idx="279">
                  <c:v>4.3209876543209756E-2</c:v>
                </c:pt>
                <c:pt idx="280">
                  <c:v>4.3364197530864144E-2</c:v>
                </c:pt>
                <c:pt idx="281">
                  <c:v>4.3518518518518463E-2</c:v>
                </c:pt>
                <c:pt idx="282">
                  <c:v>4.3672839506172775E-2</c:v>
                </c:pt>
                <c:pt idx="283">
                  <c:v>4.3827160493827087E-2</c:v>
                </c:pt>
                <c:pt idx="284">
                  <c:v>4.398148148148142E-2</c:v>
                </c:pt>
                <c:pt idx="285">
                  <c:v>4.4135802469135725E-2</c:v>
                </c:pt>
                <c:pt idx="286">
                  <c:v>4.4290123456790113E-2</c:v>
                </c:pt>
                <c:pt idx="287">
                  <c:v>4.4444444444444432E-2</c:v>
                </c:pt>
                <c:pt idx="288">
                  <c:v>4.4598765432098723E-2</c:v>
                </c:pt>
                <c:pt idx="289">
                  <c:v>4.4753086419753133E-2</c:v>
                </c:pt>
                <c:pt idx="290">
                  <c:v>4.4907407407407465E-2</c:v>
                </c:pt>
                <c:pt idx="291">
                  <c:v>4.5061728395061673E-2</c:v>
                </c:pt>
                <c:pt idx="292">
                  <c:v>4.5216049382715971E-2</c:v>
                </c:pt>
                <c:pt idx="293">
                  <c:v>4.537037037037029E-2</c:v>
                </c:pt>
                <c:pt idx="294">
                  <c:v>4.552469135802481E-2</c:v>
                </c:pt>
                <c:pt idx="295">
                  <c:v>4.5679012345678865E-2</c:v>
                </c:pt>
                <c:pt idx="296">
                  <c:v>4.5833333333333497E-2</c:v>
                </c:pt>
                <c:pt idx="297">
                  <c:v>4.5987654320987573E-2</c:v>
                </c:pt>
                <c:pt idx="298">
                  <c:v>4.6141975308641885E-2</c:v>
                </c:pt>
                <c:pt idx="299">
                  <c:v>4.6296296296296377E-2</c:v>
                </c:pt>
                <c:pt idx="300">
                  <c:v>4.6450617283950515E-2</c:v>
                </c:pt>
                <c:pt idx="301">
                  <c:v>4.6604938271604765E-2</c:v>
                </c:pt>
                <c:pt idx="302">
                  <c:v>4.6759259259259146E-2</c:v>
                </c:pt>
                <c:pt idx="303">
                  <c:v>4.6913580246913604E-2</c:v>
                </c:pt>
                <c:pt idx="304">
                  <c:v>4.7067901234567937E-2</c:v>
                </c:pt>
                <c:pt idx="305">
                  <c:v>4.7222222222222124E-2</c:v>
                </c:pt>
                <c:pt idx="306">
                  <c:v>4.7376543209876484E-2</c:v>
                </c:pt>
                <c:pt idx="307">
                  <c:v>4.7530864197530803E-2</c:v>
                </c:pt>
                <c:pt idx="308">
                  <c:v>4.7685185185185046E-2</c:v>
                </c:pt>
                <c:pt idx="309">
                  <c:v>4.7839506172839392E-2</c:v>
                </c:pt>
                <c:pt idx="310">
                  <c:v>4.7993827160493822E-2</c:v>
                </c:pt>
                <c:pt idx="311">
                  <c:v>4.8148148148147898E-2</c:v>
                </c:pt>
                <c:pt idx="312">
                  <c:v>4.8302469135802509E-2</c:v>
                </c:pt>
                <c:pt idx="313">
                  <c:v>4.8456790123456828E-2</c:v>
                </c:pt>
                <c:pt idx="314">
                  <c:v>4.8611111111110987E-2</c:v>
                </c:pt>
                <c:pt idx="315">
                  <c:v>4.8765432098765334E-2</c:v>
                </c:pt>
                <c:pt idx="316">
                  <c:v>4.8919753086419625E-2</c:v>
                </c:pt>
                <c:pt idx="317">
                  <c:v>4.9074074074073944E-2</c:v>
                </c:pt>
                <c:pt idx="318">
                  <c:v>4.9228395061728283E-2</c:v>
                </c:pt>
                <c:pt idx="319">
                  <c:v>4.9382716049382824E-2</c:v>
                </c:pt>
                <c:pt idx="320">
                  <c:v>4.9537037037037178E-2</c:v>
                </c:pt>
                <c:pt idx="321">
                  <c:v>4.9691358024691233E-2</c:v>
                </c:pt>
                <c:pt idx="322">
                  <c:v>4.9845679012345698E-2</c:v>
                </c:pt>
                <c:pt idx="323">
                  <c:v>4.9999999999999933E-2</c:v>
                </c:pt>
                <c:pt idx="324">
                  <c:v>5.0154320987654176E-2</c:v>
                </c:pt>
                <c:pt idx="325">
                  <c:v>5.0308641975308668E-2</c:v>
                </c:pt>
                <c:pt idx="326">
                  <c:v>5.0462962962962814E-2</c:v>
                </c:pt>
                <c:pt idx="327">
                  <c:v>5.0617283950617376E-2</c:v>
                </c:pt>
                <c:pt idx="328">
                  <c:v>5.0771604938271674E-2</c:v>
                </c:pt>
                <c:pt idx="329">
                  <c:v>5.0925925925925833E-2</c:v>
                </c:pt>
                <c:pt idx="330">
                  <c:v>5.1080246913580089E-2</c:v>
                </c:pt>
                <c:pt idx="331">
                  <c:v>5.1234567901234408E-2</c:v>
                </c:pt>
                <c:pt idx="332">
                  <c:v>5.1388888888888727E-2</c:v>
                </c:pt>
                <c:pt idx="333">
                  <c:v>5.1543209876543074E-2</c:v>
                </c:pt>
                <c:pt idx="334">
                  <c:v>5.1697530864197393E-2</c:v>
                </c:pt>
                <c:pt idx="335">
                  <c:v>5.1851851851851712E-2</c:v>
                </c:pt>
                <c:pt idx="336">
                  <c:v>5.2006172839506211E-2</c:v>
                </c:pt>
                <c:pt idx="337">
                  <c:v>5.2160493827160544E-2</c:v>
                </c:pt>
                <c:pt idx="338">
                  <c:v>5.231481481481487E-2</c:v>
                </c:pt>
                <c:pt idx="339">
                  <c:v>5.2469135802468973E-2</c:v>
                </c:pt>
                <c:pt idx="340">
                  <c:v>5.2623456790123292E-2</c:v>
                </c:pt>
                <c:pt idx="341">
                  <c:v>5.2777777777777597E-2</c:v>
                </c:pt>
                <c:pt idx="342">
                  <c:v>5.2932098765431923E-2</c:v>
                </c:pt>
                <c:pt idx="343">
                  <c:v>5.3086419753086436E-2</c:v>
                </c:pt>
                <c:pt idx="344">
                  <c:v>5.3240740740740547E-2</c:v>
                </c:pt>
                <c:pt idx="345">
                  <c:v>5.3395061728394873E-2</c:v>
                </c:pt>
                <c:pt idx="346">
                  <c:v>5.3549382716049039E-2</c:v>
                </c:pt>
                <c:pt idx="347">
                  <c:v>5.3703703703703511E-2</c:v>
                </c:pt>
                <c:pt idx="348">
                  <c:v>5.3858024691357816E-2</c:v>
                </c:pt>
                <c:pt idx="349">
                  <c:v>5.4012345679012162E-2</c:v>
                </c:pt>
                <c:pt idx="350">
                  <c:v>5.4166666666666523E-2</c:v>
                </c:pt>
                <c:pt idx="351">
                  <c:v>5.4320987654321001E-2</c:v>
                </c:pt>
                <c:pt idx="352">
                  <c:v>5.4475308641975077E-2</c:v>
                </c:pt>
                <c:pt idx="353">
                  <c:v>5.4629629629629424E-2</c:v>
                </c:pt>
                <c:pt idx="354">
                  <c:v>5.4783950617283909E-2</c:v>
                </c:pt>
                <c:pt idx="355">
                  <c:v>5.4938271604938256E-2</c:v>
                </c:pt>
                <c:pt idx="356">
                  <c:v>5.5092592592592422E-2</c:v>
                </c:pt>
                <c:pt idx="357">
                  <c:v>5.5246913580246713E-2</c:v>
                </c:pt>
                <c:pt idx="358">
                  <c:v>5.5401234567901123E-2</c:v>
                </c:pt>
                <c:pt idx="359">
                  <c:v>5.5555555555555296E-2</c:v>
                </c:pt>
                <c:pt idx="360">
                  <c:v>5.5709876543209663E-2</c:v>
                </c:pt>
                <c:pt idx="361">
                  <c:v>5.5864197530863982E-2</c:v>
                </c:pt>
                <c:pt idx="362">
                  <c:v>5.6018518518518294E-2</c:v>
                </c:pt>
                <c:pt idx="363">
                  <c:v>5.6172839506172606E-2</c:v>
                </c:pt>
                <c:pt idx="364">
                  <c:v>5.6327160493826925E-2</c:v>
                </c:pt>
                <c:pt idx="365">
                  <c:v>5.6481481481481334E-2</c:v>
                </c:pt>
                <c:pt idx="366">
                  <c:v>5.6635802469135403E-2</c:v>
                </c:pt>
                <c:pt idx="367">
                  <c:v>5.6790123456789902E-2</c:v>
                </c:pt>
                <c:pt idx="368">
                  <c:v>5.6944444444444214E-2</c:v>
                </c:pt>
                <c:pt idx="369">
                  <c:v>5.7098765432098533E-2</c:v>
                </c:pt>
                <c:pt idx="370">
                  <c:v>5.7253086419752852E-2</c:v>
                </c:pt>
                <c:pt idx="371">
                  <c:v>5.7407407407407338E-2</c:v>
                </c:pt>
                <c:pt idx="372">
                  <c:v>5.7561728395061483E-2</c:v>
                </c:pt>
                <c:pt idx="373">
                  <c:v>5.7716049382715927E-2</c:v>
                </c:pt>
                <c:pt idx="374">
                  <c:v>5.7870370370370086E-2</c:v>
                </c:pt>
                <c:pt idx="375">
                  <c:v>5.8024691358024599E-2</c:v>
                </c:pt>
                <c:pt idx="376">
                  <c:v>5.8179012345678759E-2</c:v>
                </c:pt>
                <c:pt idx="377">
                  <c:v>5.8333333333333313E-2</c:v>
                </c:pt>
                <c:pt idx="378">
                  <c:v>5.8487654320987424E-2</c:v>
                </c:pt>
                <c:pt idx="379">
                  <c:v>5.8641975308641715E-2</c:v>
                </c:pt>
                <c:pt idx="380">
                  <c:v>5.8796296296296305E-2</c:v>
                </c:pt>
                <c:pt idx="381">
                  <c:v>5.8950617283950374E-2</c:v>
                </c:pt>
                <c:pt idx="382">
                  <c:v>5.9104938271604693E-2</c:v>
                </c:pt>
                <c:pt idx="383">
                  <c:v>5.9259259259258977E-2</c:v>
                </c:pt>
                <c:pt idx="384">
                  <c:v>5.9413580246913594E-2</c:v>
                </c:pt>
                <c:pt idx="385">
                  <c:v>5.956790123456783E-2</c:v>
                </c:pt>
                <c:pt idx="386">
                  <c:v>5.9722222222222184E-2</c:v>
                </c:pt>
                <c:pt idx="387">
                  <c:v>5.9876543209876398E-2</c:v>
                </c:pt>
                <c:pt idx="388">
                  <c:v>6.0030864197530592E-2</c:v>
                </c:pt>
                <c:pt idx="389">
                  <c:v>6.0185185185184759E-2</c:v>
                </c:pt>
                <c:pt idx="390">
                  <c:v>6.0339506172839223E-2</c:v>
                </c:pt>
                <c:pt idx="391">
                  <c:v>6.0493827160493702E-2</c:v>
                </c:pt>
                <c:pt idx="392">
                  <c:v>6.0648148148147847E-2</c:v>
                </c:pt>
                <c:pt idx="393">
                  <c:v>6.0802469135802388E-2</c:v>
                </c:pt>
                <c:pt idx="394">
                  <c:v>6.0956790123456533E-2</c:v>
                </c:pt>
                <c:pt idx="395">
                  <c:v>6.1111111111110818E-2</c:v>
                </c:pt>
                <c:pt idx="396">
                  <c:v>6.1265432098765116E-2</c:v>
                </c:pt>
                <c:pt idx="397">
                  <c:v>6.1419753086419462E-2</c:v>
                </c:pt>
                <c:pt idx="398">
                  <c:v>6.1574074074073767E-2</c:v>
                </c:pt>
                <c:pt idx="399">
                  <c:v>6.1728395061728093E-2</c:v>
                </c:pt>
                <c:pt idx="400">
                  <c:v>6.1882716049382433E-2</c:v>
                </c:pt>
                <c:pt idx="401">
                  <c:v>6.2037037037037057E-2</c:v>
                </c:pt>
                <c:pt idx="402">
                  <c:v>6.2191358024691064E-2</c:v>
                </c:pt>
                <c:pt idx="403">
                  <c:v>6.2345679012345522E-2</c:v>
                </c:pt>
                <c:pt idx="404">
                  <c:v>6.2499999999999868E-2</c:v>
                </c:pt>
                <c:pt idx="405">
                  <c:v>6.2654320987654014E-2</c:v>
                </c:pt>
                <c:pt idx="406">
                  <c:v>6.2808641975308527E-2</c:v>
                </c:pt>
                <c:pt idx="407">
                  <c:v>6.2962962962962693E-2</c:v>
                </c:pt>
                <c:pt idx="408">
                  <c:v>6.3117283950617234E-2</c:v>
                </c:pt>
                <c:pt idx="409">
                  <c:v>6.3271604938271414E-2</c:v>
                </c:pt>
                <c:pt idx="410">
                  <c:v>6.3425925925925733E-2</c:v>
                </c:pt>
                <c:pt idx="411">
                  <c:v>6.3580246913579927E-2</c:v>
                </c:pt>
                <c:pt idx="412">
                  <c:v>6.373456790123444E-2</c:v>
                </c:pt>
                <c:pt idx="413">
                  <c:v>6.3888888888888565E-2</c:v>
                </c:pt>
                <c:pt idx="414">
                  <c:v>6.4043209876542911E-2</c:v>
                </c:pt>
                <c:pt idx="415">
                  <c:v>6.4197530864197425E-2</c:v>
                </c:pt>
                <c:pt idx="416">
                  <c:v>6.435185185185173E-2</c:v>
                </c:pt>
                <c:pt idx="417">
                  <c:v>6.4506172839505924E-2</c:v>
                </c:pt>
                <c:pt idx="418">
                  <c:v>6.4660493827160437E-2</c:v>
                </c:pt>
                <c:pt idx="419">
                  <c:v>6.4814814814814686E-2</c:v>
                </c:pt>
                <c:pt idx="420">
                  <c:v>6.4969135802468811E-2</c:v>
                </c:pt>
                <c:pt idx="421">
                  <c:v>6.5123456790123116E-2</c:v>
                </c:pt>
                <c:pt idx="422">
                  <c:v>6.5277777777777435E-2</c:v>
                </c:pt>
                <c:pt idx="423">
                  <c:v>6.5432098765431823E-2</c:v>
                </c:pt>
                <c:pt idx="424">
                  <c:v>6.5586419753086114E-2</c:v>
                </c:pt>
                <c:pt idx="425">
                  <c:v>6.5740740740740392E-2</c:v>
                </c:pt>
                <c:pt idx="426">
                  <c:v>6.589506172839471E-2</c:v>
                </c:pt>
                <c:pt idx="427">
                  <c:v>6.6049382716048988E-2</c:v>
                </c:pt>
                <c:pt idx="428">
                  <c:v>6.6203703703703348E-2</c:v>
                </c:pt>
                <c:pt idx="429">
                  <c:v>6.6358024691357667E-2</c:v>
                </c:pt>
                <c:pt idx="430">
                  <c:v>6.6512345679011986E-2</c:v>
                </c:pt>
                <c:pt idx="431">
                  <c:v>6.6666666666666319E-2</c:v>
                </c:pt>
                <c:pt idx="432">
                  <c:v>6.6820987654320804E-2</c:v>
                </c:pt>
                <c:pt idx="433">
                  <c:v>6.6975308641974721E-2</c:v>
                </c:pt>
                <c:pt idx="434">
                  <c:v>6.7129629629629303E-2</c:v>
                </c:pt>
                <c:pt idx="435">
                  <c:v>6.7283950617283581E-2</c:v>
                </c:pt>
                <c:pt idx="436">
                  <c:v>6.7438271604937913E-2</c:v>
                </c:pt>
                <c:pt idx="437">
                  <c:v>6.7592592592592232E-2</c:v>
                </c:pt>
                <c:pt idx="438">
                  <c:v>6.7746913580246773E-2</c:v>
                </c:pt>
                <c:pt idx="439">
                  <c:v>6.7901234567900884E-2</c:v>
                </c:pt>
                <c:pt idx="440">
                  <c:v>6.8055555555555175E-2</c:v>
                </c:pt>
                <c:pt idx="441">
                  <c:v>6.8209876543209466E-2</c:v>
                </c:pt>
                <c:pt idx="442">
                  <c:v>6.8364197530863813E-2</c:v>
                </c:pt>
                <c:pt idx="443">
                  <c:v>6.8518518518518132E-2</c:v>
                </c:pt>
                <c:pt idx="444">
                  <c:v>6.8672839506172451E-2</c:v>
                </c:pt>
                <c:pt idx="445">
                  <c:v>6.8827160493826783E-2</c:v>
                </c:pt>
                <c:pt idx="446">
                  <c:v>6.8981481481481102E-2</c:v>
                </c:pt>
                <c:pt idx="447">
                  <c:v>6.9135802469135407E-2</c:v>
                </c:pt>
                <c:pt idx="448">
                  <c:v>6.9290123456789782E-2</c:v>
                </c:pt>
                <c:pt idx="449">
                  <c:v>6.9444444444444114E-2</c:v>
                </c:pt>
                <c:pt idx="450">
                  <c:v>6.9598765432098433E-2</c:v>
                </c:pt>
                <c:pt idx="451">
                  <c:v>6.9753086419752794E-2</c:v>
                </c:pt>
                <c:pt idx="452">
                  <c:v>6.9907407407407113E-2</c:v>
                </c:pt>
                <c:pt idx="453">
                  <c:v>7.0061728395061321E-2</c:v>
                </c:pt>
                <c:pt idx="454">
                  <c:v>7.0216049382715681E-2</c:v>
                </c:pt>
                <c:pt idx="455">
                  <c:v>7.0370370370369958E-2</c:v>
                </c:pt>
                <c:pt idx="456">
                  <c:v>7.0524691358024499E-2</c:v>
                </c:pt>
                <c:pt idx="457">
                  <c:v>7.0679012345678596E-2</c:v>
                </c:pt>
                <c:pt idx="458">
                  <c:v>7.0833333333333123E-2</c:v>
                </c:pt>
                <c:pt idx="459">
                  <c:v>7.0987654320987234E-2</c:v>
                </c:pt>
                <c:pt idx="460">
                  <c:v>7.1141975308641553E-2</c:v>
                </c:pt>
                <c:pt idx="461">
                  <c:v>7.12962962962959E-2</c:v>
                </c:pt>
                <c:pt idx="462">
                  <c:v>7.1450617283950191E-2</c:v>
                </c:pt>
                <c:pt idx="463">
                  <c:v>7.1604938271604496E-2</c:v>
                </c:pt>
                <c:pt idx="464">
                  <c:v>7.1759259259258829E-2</c:v>
                </c:pt>
                <c:pt idx="465">
                  <c:v>7.1913580246913356E-2</c:v>
                </c:pt>
                <c:pt idx="466">
                  <c:v>7.2067901234567674E-2</c:v>
                </c:pt>
                <c:pt idx="467">
                  <c:v>7.2222222222221924E-2</c:v>
                </c:pt>
                <c:pt idx="468">
                  <c:v>7.2376543209876104E-2</c:v>
                </c:pt>
                <c:pt idx="469">
                  <c:v>7.2530864197530423E-2</c:v>
                </c:pt>
                <c:pt idx="470">
                  <c:v>7.2685185185184742E-2</c:v>
                </c:pt>
                <c:pt idx="471">
                  <c:v>7.2839506172839061E-2</c:v>
                </c:pt>
                <c:pt idx="472">
                  <c:v>7.2993827160493532E-2</c:v>
                </c:pt>
                <c:pt idx="473">
                  <c:v>7.3148148148147699E-2</c:v>
                </c:pt>
                <c:pt idx="474">
                  <c:v>7.3302469135802212E-2</c:v>
                </c:pt>
                <c:pt idx="475">
                  <c:v>7.3456790123456517E-2</c:v>
                </c:pt>
                <c:pt idx="476">
                  <c:v>7.3611111111110683E-2</c:v>
                </c:pt>
                <c:pt idx="477">
                  <c:v>7.3765432098764974E-2</c:v>
                </c:pt>
                <c:pt idx="478">
                  <c:v>7.3919753086419293E-2</c:v>
                </c:pt>
                <c:pt idx="479">
                  <c:v>7.4074074074073723E-2</c:v>
                </c:pt>
                <c:pt idx="480">
                  <c:v>7.4228395061727917E-2</c:v>
                </c:pt>
                <c:pt idx="481">
                  <c:v>7.4382716049382541E-2</c:v>
                </c:pt>
                <c:pt idx="482">
                  <c:v>7.4537037037036943E-2</c:v>
                </c:pt>
                <c:pt idx="483">
                  <c:v>7.4691358024690888E-2</c:v>
                </c:pt>
                <c:pt idx="484">
                  <c:v>7.4845679012345429E-2</c:v>
                </c:pt>
                <c:pt idx="485">
                  <c:v>7.4999999999999706E-2</c:v>
                </c:pt>
                <c:pt idx="486">
                  <c:v>7.5154320987653844E-2</c:v>
                </c:pt>
                <c:pt idx="487">
                  <c:v>7.5308641975308413E-2</c:v>
                </c:pt>
                <c:pt idx="488">
                  <c:v>7.5462962962962482E-2</c:v>
                </c:pt>
                <c:pt idx="489">
                  <c:v>7.5617283950617106E-2</c:v>
                </c:pt>
                <c:pt idx="490">
                  <c:v>7.5771604938271425E-2</c:v>
                </c:pt>
                <c:pt idx="491">
                  <c:v>7.5925925925925439E-2</c:v>
                </c:pt>
                <c:pt idx="492">
                  <c:v>7.6080246913579772E-2</c:v>
                </c:pt>
                <c:pt idx="493">
                  <c:v>7.623456790123409E-2</c:v>
                </c:pt>
                <c:pt idx="494">
                  <c:v>7.6388888888888409E-2</c:v>
                </c:pt>
                <c:pt idx="495">
                  <c:v>7.6543209876542714E-2</c:v>
                </c:pt>
                <c:pt idx="496">
                  <c:v>7.6697530864197033E-2</c:v>
                </c:pt>
                <c:pt idx="497">
                  <c:v>7.6851851851851394E-2</c:v>
                </c:pt>
                <c:pt idx="498">
                  <c:v>7.7006172839505879E-2</c:v>
                </c:pt>
                <c:pt idx="499">
                  <c:v>7.7160493827160198E-2</c:v>
                </c:pt>
                <c:pt idx="500">
                  <c:v>7.7314814814814573E-2</c:v>
                </c:pt>
                <c:pt idx="501">
                  <c:v>7.7469135802468794E-2</c:v>
                </c:pt>
                <c:pt idx="502">
                  <c:v>7.7623456790122947E-2</c:v>
                </c:pt>
                <c:pt idx="503">
                  <c:v>7.7777777777777293E-2</c:v>
                </c:pt>
                <c:pt idx="504">
                  <c:v>7.7932098765431584E-2</c:v>
                </c:pt>
                <c:pt idx="505">
                  <c:v>7.8086419753085903E-2</c:v>
                </c:pt>
                <c:pt idx="506">
                  <c:v>7.8240740740740222E-2</c:v>
                </c:pt>
                <c:pt idx="507">
                  <c:v>7.8395061728394569E-2</c:v>
                </c:pt>
                <c:pt idx="508">
                  <c:v>7.854938271604886E-2</c:v>
                </c:pt>
                <c:pt idx="509">
                  <c:v>7.8703703703703193E-2</c:v>
                </c:pt>
                <c:pt idx="510">
                  <c:v>7.8858024691357498E-2</c:v>
                </c:pt>
                <c:pt idx="511">
                  <c:v>7.9012345679011831E-2</c:v>
                </c:pt>
                <c:pt idx="512">
                  <c:v>7.916666666666633E-2</c:v>
                </c:pt>
                <c:pt idx="513">
                  <c:v>7.9320987654320746E-2</c:v>
                </c:pt>
                <c:pt idx="514">
                  <c:v>7.9475308641974773E-2</c:v>
                </c:pt>
                <c:pt idx="515">
                  <c:v>7.9629629629629092E-2</c:v>
                </c:pt>
                <c:pt idx="516">
                  <c:v>7.9783950617283592E-2</c:v>
                </c:pt>
                <c:pt idx="517">
                  <c:v>7.9938271604937924E-2</c:v>
                </c:pt>
                <c:pt idx="518">
                  <c:v>8.0092592592592493E-2</c:v>
                </c:pt>
                <c:pt idx="519">
                  <c:v>8.0246913580246368E-2</c:v>
                </c:pt>
                <c:pt idx="520">
                  <c:v>8.0401234567900659E-2</c:v>
                </c:pt>
                <c:pt idx="521">
                  <c:v>8.0555555555555422E-2</c:v>
                </c:pt>
                <c:pt idx="522">
                  <c:v>8.0709876543209741E-2</c:v>
                </c:pt>
                <c:pt idx="523">
                  <c:v>8.0864197530863768E-2</c:v>
                </c:pt>
                <c:pt idx="524">
                  <c:v>8.1018518518517949E-2</c:v>
                </c:pt>
                <c:pt idx="525">
                  <c:v>8.1172839506172295E-2</c:v>
                </c:pt>
                <c:pt idx="526">
                  <c:v>8.1327160493826767E-2</c:v>
                </c:pt>
                <c:pt idx="527">
                  <c:v>8.1481481481480933E-2</c:v>
                </c:pt>
                <c:pt idx="528">
                  <c:v>8.1635802469135266E-2</c:v>
                </c:pt>
                <c:pt idx="529">
                  <c:v>8.1790123456789598E-2</c:v>
                </c:pt>
                <c:pt idx="530">
                  <c:v>8.1944444444444028E-2</c:v>
                </c:pt>
                <c:pt idx="531">
                  <c:v>8.2098765432098222E-2</c:v>
                </c:pt>
                <c:pt idx="532">
                  <c:v>8.2253086419752514E-2</c:v>
                </c:pt>
                <c:pt idx="533">
                  <c:v>8.2407407407406832E-2</c:v>
                </c:pt>
                <c:pt idx="534">
                  <c:v>8.2561728395061248E-2</c:v>
                </c:pt>
                <c:pt idx="535">
                  <c:v>8.2716049382715498E-2</c:v>
                </c:pt>
                <c:pt idx="536">
                  <c:v>8.2870370370370067E-2</c:v>
                </c:pt>
                <c:pt idx="537">
                  <c:v>8.3024691358024566E-2</c:v>
                </c:pt>
                <c:pt idx="538">
                  <c:v>8.3179012345678566E-2</c:v>
                </c:pt>
                <c:pt idx="539">
                  <c:v>8.3333333333332746E-2</c:v>
                </c:pt>
                <c:pt idx="540">
                  <c:v>8.3487654320987051E-2</c:v>
                </c:pt>
                <c:pt idx="541">
                  <c:v>8.3641975308641758E-2</c:v>
                </c:pt>
                <c:pt idx="542">
                  <c:v>8.3796296296296022E-2</c:v>
                </c:pt>
                <c:pt idx="543">
                  <c:v>8.3950617283950021E-2</c:v>
                </c:pt>
                <c:pt idx="544">
                  <c:v>8.4104938271604548E-2</c:v>
                </c:pt>
                <c:pt idx="545">
                  <c:v>8.4259259259258673E-2</c:v>
                </c:pt>
                <c:pt idx="546">
                  <c:v>8.441358024691295E-2</c:v>
                </c:pt>
                <c:pt idx="547">
                  <c:v>8.4567901234567297E-2</c:v>
                </c:pt>
                <c:pt idx="548">
                  <c:v>8.4722222222221727E-2</c:v>
                </c:pt>
                <c:pt idx="549">
                  <c:v>8.4876543209876254E-2</c:v>
                </c:pt>
                <c:pt idx="550">
                  <c:v>8.5030864197530656E-2</c:v>
                </c:pt>
                <c:pt idx="551">
                  <c:v>8.5185185185184573E-2</c:v>
                </c:pt>
                <c:pt idx="552">
                  <c:v>8.5339506172838892E-2</c:v>
                </c:pt>
                <c:pt idx="553">
                  <c:v>8.5493827160493266E-2</c:v>
                </c:pt>
                <c:pt idx="554">
                  <c:v>8.5648148148147765E-2</c:v>
                </c:pt>
                <c:pt idx="555">
                  <c:v>8.5802469135802195E-2</c:v>
                </c:pt>
                <c:pt idx="556">
                  <c:v>8.595679012345657E-2</c:v>
                </c:pt>
                <c:pt idx="557">
                  <c:v>8.611111111111043E-2</c:v>
                </c:pt>
                <c:pt idx="558">
                  <c:v>8.6265432098764847E-2</c:v>
                </c:pt>
                <c:pt idx="559">
                  <c:v>8.641975308641911E-2</c:v>
                </c:pt>
                <c:pt idx="560">
                  <c:v>8.657407407407379E-2</c:v>
                </c:pt>
                <c:pt idx="561">
                  <c:v>8.672839506172815E-2</c:v>
                </c:pt>
                <c:pt idx="562">
                  <c:v>8.688271604938208E-2</c:v>
                </c:pt>
                <c:pt idx="563">
                  <c:v>8.7037037037036427E-2</c:v>
                </c:pt>
                <c:pt idx="564">
                  <c:v>8.7191358024690746E-2</c:v>
                </c:pt>
                <c:pt idx="565">
                  <c:v>8.7345679012344982E-2</c:v>
                </c:pt>
                <c:pt idx="566">
                  <c:v>8.7499999999999564E-2</c:v>
                </c:pt>
                <c:pt idx="567">
                  <c:v>8.7654320987654313E-2</c:v>
                </c:pt>
                <c:pt idx="568">
                  <c:v>8.7808641975307994E-2</c:v>
                </c:pt>
                <c:pt idx="569">
                  <c:v>8.796296296296266E-2</c:v>
                </c:pt>
                <c:pt idx="570">
                  <c:v>8.8117283950616646E-2</c:v>
                </c:pt>
                <c:pt idx="571">
                  <c:v>8.8271604938270964E-2</c:v>
                </c:pt>
                <c:pt idx="572">
                  <c:v>8.8425925925925547E-2</c:v>
                </c:pt>
                <c:pt idx="573">
                  <c:v>8.8580246913579727E-2</c:v>
                </c:pt>
                <c:pt idx="574">
                  <c:v>8.8734567901234351E-2</c:v>
                </c:pt>
                <c:pt idx="575">
                  <c:v>8.8888888888888226E-2</c:v>
                </c:pt>
                <c:pt idx="576">
                  <c:v>8.9043209876542531E-2</c:v>
                </c:pt>
                <c:pt idx="577">
                  <c:v>8.9197530864196864E-2</c:v>
                </c:pt>
                <c:pt idx="578">
                  <c:v>8.9351851851851224E-2</c:v>
                </c:pt>
                <c:pt idx="579">
                  <c:v>8.9506172839505502E-2</c:v>
                </c:pt>
                <c:pt idx="580">
                  <c:v>8.9660493827160098E-2</c:v>
                </c:pt>
                <c:pt idx="581">
                  <c:v>8.981481481481414E-2</c:v>
                </c:pt>
                <c:pt idx="582">
                  <c:v>8.9969135802468458E-2</c:v>
                </c:pt>
                <c:pt idx="583">
                  <c:v>9.0123456790122777E-2</c:v>
                </c:pt>
                <c:pt idx="584">
                  <c:v>9.0277777777777082E-2</c:v>
                </c:pt>
                <c:pt idx="585">
                  <c:v>9.0432098765431526E-2</c:v>
                </c:pt>
                <c:pt idx="586">
                  <c:v>9.0586419753085748E-2</c:v>
                </c:pt>
                <c:pt idx="587">
                  <c:v>9.0740740740740067E-2</c:v>
                </c:pt>
                <c:pt idx="588">
                  <c:v>9.0895061728394705E-2</c:v>
                </c:pt>
                <c:pt idx="589">
                  <c:v>9.1049382716048705E-2</c:v>
                </c:pt>
                <c:pt idx="590">
                  <c:v>9.1203703703702982E-2</c:v>
                </c:pt>
                <c:pt idx="591">
                  <c:v>9.1358024691357342E-2</c:v>
                </c:pt>
                <c:pt idx="592">
                  <c:v>9.1512345679011745E-2</c:v>
                </c:pt>
                <c:pt idx="593">
                  <c:v>9.1666666666666355E-2</c:v>
                </c:pt>
                <c:pt idx="594">
                  <c:v>9.1820987654320285E-2</c:v>
                </c:pt>
                <c:pt idx="595">
                  <c:v>9.1975308641974646E-2</c:v>
                </c:pt>
                <c:pt idx="596">
                  <c:v>9.2129629629628923E-2</c:v>
                </c:pt>
                <c:pt idx="597">
                  <c:v>9.2283950617283186E-2</c:v>
                </c:pt>
                <c:pt idx="598">
                  <c:v>9.2438271604937172E-2</c:v>
                </c:pt>
                <c:pt idx="599">
                  <c:v>9.2592592592592324E-2</c:v>
                </c:pt>
                <c:pt idx="600">
                  <c:v>9.2746913580246226E-2</c:v>
                </c:pt>
                <c:pt idx="601">
                  <c:v>9.2901234567900434E-2</c:v>
                </c:pt>
                <c:pt idx="602">
                  <c:v>9.305555555555528E-2</c:v>
                </c:pt>
                <c:pt idx="603">
                  <c:v>9.3209876543209585E-2</c:v>
                </c:pt>
                <c:pt idx="604">
                  <c:v>9.3364197530863835E-2</c:v>
                </c:pt>
                <c:pt idx="605">
                  <c:v>9.3518518518517793E-2</c:v>
                </c:pt>
                <c:pt idx="606">
                  <c:v>9.3672839506172431E-2</c:v>
                </c:pt>
                <c:pt idx="607">
                  <c:v>9.3827160493826972E-2</c:v>
                </c:pt>
                <c:pt idx="608">
                  <c:v>9.398148148148075E-2</c:v>
                </c:pt>
                <c:pt idx="609">
                  <c:v>9.4135802469135207E-2</c:v>
                </c:pt>
                <c:pt idx="610">
                  <c:v>9.4290123456789568E-2</c:v>
                </c:pt>
                <c:pt idx="611">
                  <c:v>9.4444444444443706E-2</c:v>
                </c:pt>
                <c:pt idx="612">
                  <c:v>9.45987654320984E-2</c:v>
                </c:pt>
                <c:pt idx="613">
                  <c:v>9.4753086419752344E-2</c:v>
                </c:pt>
                <c:pt idx="614">
                  <c:v>9.4907407407406663E-2</c:v>
                </c:pt>
                <c:pt idx="615">
                  <c:v>9.5061728395061287E-2</c:v>
                </c:pt>
                <c:pt idx="616">
                  <c:v>9.5216049382715343E-2</c:v>
                </c:pt>
                <c:pt idx="617">
                  <c:v>9.537037037036987E-2</c:v>
                </c:pt>
                <c:pt idx="618">
                  <c:v>9.5524691358024411E-2</c:v>
                </c:pt>
                <c:pt idx="619">
                  <c:v>9.5679012345678521E-2</c:v>
                </c:pt>
                <c:pt idx="620">
                  <c:v>9.5833333333332743E-2</c:v>
                </c:pt>
                <c:pt idx="621">
                  <c:v>9.5987654320986882E-2</c:v>
                </c:pt>
                <c:pt idx="622">
                  <c:v>9.6141975308641228E-2</c:v>
                </c:pt>
                <c:pt idx="623">
                  <c:v>9.6296296296295547E-2</c:v>
                </c:pt>
                <c:pt idx="624">
                  <c:v>9.6450617283949852E-2</c:v>
                </c:pt>
                <c:pt idx="625">
                  <c:v>9.6604938271604268E-2</c:v>
                </c:pt>
                <c:pt idx="626">
                  <c:v>9.6759259259258504E-2</c:v>
                </c:pt>
                <c:pt idx="627">
                  <c:v>9.6913580246912809E-2</c:v>
                </c:pt>
                <c:pt idx="628">
                  <c:v>9.7067901234567128E-2</c:v>
                </c:pt>
                <c:pt idx="629">
                  <c:v>9.7222222222221447E-2</c:v>
                </c:pt>
                <c:pt idx="630">
                  <c:v>9.7376543209875752E-2</c:v>
                </c:pt>
                <c:pt idx="631">
                  <c:v>9.7530864197530459E-2</c:v>
                </c:pt>
                <c:pt idx="632">
                  <c:v>9.7685185185184528E-2</c:v>
                </c:pt>
                <c:pt idx="633">
                  <c:v>9.7839506172838722E-2</c:v>
                </c:pt>
                <c:pt idx="634">
                  <c:v>9.799382716049336E-2</c:v>
                </c:pt>
                <c:pt idx="635">
                  <c:v>9.8148148148147568E-2</c:v>
                </c:pt>
                <c:pt idx="636">
                  <c:v>9.8302469135801748E-2</c:v>
                </c:pt>
                <c:pt idx="637">
                  <c:v>9.8456790123456456E-2</c:v>
                </c:pt>
                <c:pt idx="638">
                  <c:v>9.8611111111110317E-2</c:v>
                </c:pt>
                <c:pt idx="639">
                  <c:v>9.8765432098765052E-2</c:v>
                </c:pt>
                <c:pt idx="640">
                  <c:v>9.8919753086418954E-2</c:v>
                </c:pt>
                <c:pt idx="641">
                  <c:v>9.9074074074073648E-2</c:v>
                </c:pt>
                <c:pt idx="642">
                  <c:v>9.9228395061727953E-2</c:v>
                </c:pt>
                <c:pt idx="643">
                  <c:v>9.9382716049381564E-2</c:v>
                </c:pt>
                <c:pt idx="644">
                  <c:v>9.9537037037036549E-2</c:v>
                </c:pt>
                <c:pt idx="645">
                  <c:v>9.9691358024691035E-2</c:v>
                </c:pt>
                <c:pt idx="646">
                  <c:v>9.9845679012344854E-2</c:v>
                </c:pt>
                <c:pt idx="647">
                  <c:v>9.9999999999999589E-2</c:v>
                </c:pt>
                <c:pt idx="648">
                  <c:v>0.10015432098765373</c:v>
                </c:pt>
                <c:pt idx="649">
                  <c:v>0.10030864197530782</c:v>
                </c:pt>
                <c:pt idx="650">
                  <c:v>0.10046296296296214</c:v>
                </c:pt>
                <c:pt idx="651">
                  <c:v>0.10061728395061667</c:v>
                </c:pt>
                <c:pt idx="652">
                  <c:v>0.10077160493827118</c:v>
                </c:pt>
                <c:pt idx="653">
                  <c:v>0.10092592592592528</c:v>
                </c:pt>
                <c:pt idx="654">
                  <c:v>0.10108024691357979</c:v>
                </c:pt>
                <c:pt idx="655">
                  <c:v>0.10123456790123413</c:v>
                </c:pt>
                <c:pt idx="656">
                  <c:v>0.10138888888888795</c:v>
                </c:pt>
                <c:pt idx="657">
                  <c:v>0.10154320987654258</c:v>
                </c:pt>
                <c:pt idx="658">
                  <c:v>0.10169753086419668</c:v>
                </c:pt>
                <c:pt idx="659">
                  <c:v>0.10185185185185101</c:v>
                </c:pt>
                <c:pt idx="660">
                  <c:v>0.10200617283950553</c:v>
                </c:pt>
                <c:pt idx="661">
                  <c:v>0.10216049382715969</c:v>
                </c:pt>
                <c:pt idx="662">
                  <c:v>0.10231481481481385</c:v>
                </c:pt>
                <c:pt idx="663">
                  <c:v>0.10246913580246801</c:v>
                </c:pt>
                <c:pt idx="664">
                  <c:v>0.10262345679012262</c:v>
                </c:pt>
                <c:pt idx="665">
                  <c:v>0.10277777777777702</c:v>
                </c:pt>
                <c:pt idx="666">
                  <c:v>0.10293209876543126</c:v>
                </c:pt>
                <c:pt idx="667">
                  <c:v>0.10308641975308556</c:v>
                </c:pt>
                <c:pt idx="668">
                  <c:v>0.10324074074074023</c:v>
                </c:pt>
                <c:pt idx="669">
                  <c:v>0.1033950617283942</c:v>
                </c:pt>
                <c:pt idx="670">
                  <c:v>0.10354938271604851</c:v>
                </c:pt>
                <c:pt idx="671">
                  <c:v>0.10370370370370313</c:v>
                </c:pt>
                <c:pt idx="672">
                  <c:v>0.10385802469135687</c:v>
                </c:pt>
                <c:pt idx="673">
                  <c:v>0.10401234567901149</c:v>
                </c:pt>
                <c:pt idx="674">
                  <c:v>0.10416666666666609</c:v>
                </c:pt>
                <c:pt idx="675">
                  <c:v>0.10432098765432005</c:v>
                </c:pt>
                <c:pt idx="676">
                  <c:v>0.10447530864197443</c:v>
                </c:pt>
                <c:pt idx="677">
                  <c:v>0.10462962962962875</c:v>
                </c:pt>
                <c:pt idx="678">
                  <c:v>0.10478395061728325</c:v>
                </c:pt>
                <c:pt idx="679">
                  <c:v>0.10493827160493739</c:v>
                </c:pt>
                <c:pt idx="680">
                  <c:v>0.10509259259259171</c:v>
                </c:pt>
                <c:pt idx="681">
                  <c:v>0.10524691358024621</c:v>
                </c:pt>
                <c:pt idx="682">
                  <c:v>0.10540123456790057</c:v>
                </c:pt>
                <c:pt idx="683">
                  <c:v>0.10555555555555469</c:v>
                </c:pt>
                <c:pt idx="684">
                  <c:v>0.10570987654320931</c:v>
                </c:pt>
                <c:pt idx="685">
                  <c:v>0.1058641975308633</c:v>
                </c:pt>
                <c:pt idx="686">
                  <c:v>0.10601851851851761</c:v>
                </c:pt>
                <c:pt idx="687">
                  <c:v>0.10617283950617212</c:v>
                </c:pt>
                <c:pt idx="688">
                  <c:v>0.10632716049382625</c:v>
                </c:pt>
                <c:pt idx="689">
                  <c:v>0.10648148148148089</c:v>
                </c:pt>
                <c:pt idx="690">
                  <c:v>0.10663580246913522</c:v>
                </c:pt>
                <c:pt idx="691">
                  <c:v>0.10679012345678986</c:v>
                </c:pt>
                <c:pt idx="692">
                  <c:v>0.10694444444444356</c:v>
                </c:pt>
                <c:pt idx="693">
                  <c:v>0.10709876543209799</c:v>
                </c:pt>
                <c:pt idx="694">
                  <c:v>0.10725308641975217</c:v>
                </c:pt>
                <c:pt idx="695">
                  <c:v>0.10740740740740648</c:v>
                </c:pt>
                <c:pt idx="696">
                  <c:v>0.10756172839506092</c:v>
                </c:pt>
                <c:pt idx="697">
                  <c:v>0.10771604938271535</c:v>
                </c:pt>
                <c:pt idx="698">
                  <c:v>0.10787037037036946</c:v>
                </c:pt>
                <c:pt idx="699">
                  <c:v>0.10802469135802405</c:v>
                </c:pt>
                <c:pt idx="700">
                  <c:v>0.10817901234567809</c:v>
                </c:pt>
                <c:pt idx="701">
                  <c:v>0.10833333333333242</c:v>
                </c:pt>
                <c:pt idx="702">
                  <c:v>0.10848765432098673</c:v>
                </c:pt>
                <c:pt idx="703">
                  <c:v>0.10864197530864124</c:v>
                </c:pt>
                <c:pt idx="704">
                  <c:v>0.10879629629629574</c:v>
                </c:pt>
                <c:pt idx="705">
                  <c:v>0.10895061728394972</c:v>
                </c:pt>
                <c:pt idx="706">
                  <c:v>0.10910493827160435</c:v>
                </c:pt>
                <c:pt idx="707">
                  <c:v>0.10925925925925854</c:v>
                </c:pt>
                <c:pt idx="708">
                  <c:v>0.109413580246913</c:v>
                </c:pt>
                <c:pt idx="709">
                  <c:v>0.10956790123456696</c:v>
                </c:pt>
                <c:pt idx="710">
                  <c:v>0.10972222222222179</c:v>
                </c:pt>
                <c:pt idx="711">
                  <c:v>0.10987654320987562</c:v>
                </c:pt>
                <c:pt idx="712">
                  <c:v>0.11003086419752985</c:v>
                </c:pt>
                <c:pt idx="713">
                  <c:v>0.11018518518518423</c:v>
                </c:pt>
                <c:pt idx="714">
                  <c:v>0.11033950617283837</c:v>
                </c:pt>
                <c:pt idx="715">
                  <c:v>0.11049382716049287</c:v>
                </c:pt>
                <c:pt idx="716">
                  <c:v>0.11064814814814718</c:v>
                </c:pt>
                <c:pt idx="717">
                  <c:v>0.11080246913580133</c:v>
                </c:pt>
                <c:pt idx="718">
                  <c:v>0.11095679012345583</c:v>
                </c:pt>
                <c:pt idx="719">
                  <c:v>0.11111111111111016</c:v>
                </c:pt>
                <c:pt idx="720">
                  <c:v>0.11126543209876447</c:v>
                </c:pt>
                <c:pt idx="721">
                  <c:v>0.11141975308641879</c:v>
                </c:pt>
                <c:pt idx="722">
                  <c:v>0.1115740740740731</c:v>
                </c:pt>
                <c:pt idx="723">
                  <c:v>0.11172839506172741</c:v>
                </c:pt>
                <c:pt idx="724">
                  <c:v>0.11188271604938158</c:v>
                </c:pt>
                <c:pt idx="725">
                  <c:v>0.11203703703703605</c:v>
                </c:pt>
                <c:pt idx="726">
                  <c:v>0.11219135802469039</c:v>
                </c:pt>
                <c:pt idx="727">
                  <c:v>0.11234567901234455</c:v>
                </c:pt>
                <c:pt idx="728">
                  <c:v>0.11249999999999873</c:v>
                </c:pt>
                <c:pt idx="729">
                  <c:v>0.11265432098765359</c:v>
                </c:pt>
                <c:pt idx="730">
                  <c:v>0.11280864197530766</c:v>
                </c:pt>
                <c:pt idx="731">
                  <c:v>0.11296296296296197</c:v>
                </c:pt>
                <c:pt idx="732">
                  <c:v>0.11311728395061629</c:v>
                </c:pt>
                <c:pt idx="733">
                  <c:v>0.11327160493827099</c:v>
                </c:pt>
                <c:pt idx="734">
                  <c:v>0.11342592592592511</c:v>
                </c:pt>
                <c:pt idx="735">
                  <c:v>0.11358024691357964</c:v>
                </c:pt>
                <c:pt idx="736">
                  <c:v>0.11373456790123389</c:v>
                </c:pt>
                <c:pt idx="737">
                  <c:v>0.11388888888888785</c:v>
                </c:pt>
                <c:pt idx="738">
                  <c:v>0.11404320987654222</c:v>
                </c:pt>
                <c:pt idx="739">
                  <c:v>0.11419753086419653</c:v>
                </c:pt>
                <c:pt idx="740">
                  <c:v>0.11435185185185084</c:v>
                </c:pt>
                <c:pt idx="741">
                  <c:v>0.11450617283950516</c:v>
                </c:pt>
                <c:pt idx="742">
                  <c:v>0.11466049382715952</c:v>
                </c:pt>
                <c:pt idx="743">
                  <c:v>0.1148148148148135</c:v>
                </c:pt>
                <c:pt idx="744">
                  <c:v>0.11496913580246787</c:v>
                </c:pt>
                <c:pt idx="745">
                  <c:v>0.11512345679012249</c:v>
                </c:pt>
                <c:pt idx="746">
                  <c:v>0.11527777777777676</c:v>
                </c:pt>
                <c:pt idx="747">
                  <c:v>0.11543209876543109</c:v>
                </c:pt>
                <c:pt idx="748">
                  <c:v>0.11558641975308542</c:v>
                </c:pt>
                <c:pt idx="749">
                  <c:v>0.1157407407407401</c:v>
                </c:pt>
                <c:pt idx="750">
                  <c:v>0.11589506172839403</c:v>
                </c:pt>
                <c:pt idx="751">
                  <c:v>0.11604938271604835</c:v>
                </c:pt>
                <c:pt idx="752">
                  <c:v>0.11620370370370289</c:v>
                </c:pt>
                <c:pt idx="753">
                  <c:v>0.11635802469135667</c:v>
                </c:pt>
                <c:pt idx="754">
                  <c:v>0.11651234567901132</c:v>
                </c:pt>
                <c:pt idx="755">
                  <c:v>0.11666666666666572</c:v>
                </c:pt>
                <c:pt idx="756">
                  <c:v>0.11682098765431996</c:v>
                </c:pt>
                <c:pt idx="757">
                  <c:v>0.11697530864197427</c:v>
                </c:pt>
                <c:pt idx="758">
                  <c:v>0.11712962962962858</c:v>
                </c:pt>
                <c:pt idx="759">
                  <c:v>0.11728395061728308</c:v>
                </c:pt>
                <c:pt idx="760">
                  <c:v>0.11743827160493721</c:v>
                </c:pt>
                <c:pt idx="761">
                  <c:v>0.11759259259259154</c:v>
                </c:pt>
                <c:pt idx="762">
                  <c:v>0.11774691358024604</c:v>
                </c:pt>
                <c:pt idx="763">
                  <c:v>0.11790123456790019</c:v>
                </c:pt>
                <c:pt idx="764">
                  <c:v>0.11805555555555459</c:v>
                </c:pt>
                <c:pt idx="765">
                  <c:v>0.118209876543209</c:v>
                </c:pt>
                <c:pt idx="766">
                  <c:v>0.11836419753086314</c:v>
                </c:pt>
                <c:pt idx="767">
                  <c:v>0.11851851851851745</c:v>
                </c:pt>
                <c:pt idx="768">
                  <c:v>0.11867283950617177</c:v>
                </c:pt>
                <c:pt idx="769">
                  <c:v>0.11882716049382608</c:v>
                </c:pt>
                <c:pt idx="770">
                  <c:v>0.1189814814814807</c:v>
                </c:pt>
                <c:pt idx="771">
                  <c:v>0.11913580246913501</c:v>
                </c:pt>
                <c:pt idx="772">
                  <c:v>0.11929012345678967</c:v>
                </c:pt>
                <c:pt idx="773">
                  <c:v>0.11944444444444342</c:v>
                </c:pt>
                <c:pt idx="774">
                  <c:v>0.11959876543209769</c:v>
                </c:pt>
                <c:pt idx="775">
                  <c:v>0.11975308641975202</c:v>
                </c:pt>
                <c:pt idx="776">
                  <c:v>0.11990740740740631</c:v>
                </c:pt>
                <c:pt idx="777">
                  <c:v>0.12006172839506064</c:v>
                </c:pt>
                <c:pt idx="778">
                  <c:v>0.12021604938271517</c:v>
                </c:pt>
                <c:pt idx="779">
                  <c:v>0.12037037037036928</c:v>
                </c:pt>
                <c:pt idx="780">
                  <c:v>0.12052469135802378</c:v>
                </c:pt>
                <c:pt idx="781">
                  <c:v>0.12067901234567792</c:v>
                </c:pt>
                <c:pt idx="782">
                  <c:v>0.12083333333333224</c:v>
                </c:pt>
                <c:pt idx="783">
                  <c:v>0.12098765432098656</c:v>
                </c:pt>
                <c:pt idx="784">
                  <c:v>0.12114197530864108</c:v>
                </c:pt>
                <c:pt idx="785">
                  <c:v>0.12129629629629556</c:v>
                </c:pt>
                <c:pt idx="786">
                  <c:v>0.12145061728394962</c:v>
                </c:pt>
                <c:pt idx="787">
                  <c:v>0.12160493827160419</c:v>
                </c:pt>
                <c:pt idx="788">
                  <c:v>0.12175925925925819</c:v>
                </c:pt>
                <c:pt idx="789">
                  <c:v>0.1219135802469128</c:v>
                </c:pt>
                <c:pt idx="790">
                  <c:v>0.12206790123456678</c:v>
                </c:pt>
                <c:pt idx="791">
                  <c:v>0.12222222222222159</c:v>
                </c:pt>
                <c:pt idx="792">
                  <c:v>0.12237654320987552</c:v>
                </c:pt>
                <c:pt idx="793">
                  <c:v>0.12253086419752975</c:v>
                </c:pt>
                <c:pt idx="794">
                  <c:v>0.12268518518518433</c:v>
                </c:pt>
                <c:pt idx="795">
                  <c:v>0.12283950617283838</c:v>
                </c:pt>
                <c:pt idx="796">
                  <c:v>0.1229938271604927</c:v>
                </c:pt>
                <c:pt idx="797">
                  <c:v>0.12314814814814702</c:v>
                </c:pt>
                <c:pt idx="798">
                  <c:v>0.12330246913580134</c:v>
                </c:pt>
                <c:pt idx="799">
                  <c:v>0.12345679012345566</c:v>
                </c:pt>
                <c:pt idx="800">
                  <c:v>0.12361111111111021</c:v>
                </c:pt>
                <c:pt idx="801">
                  <c:v>0.12376543209876432</c:v>
                </c:pt>
                <c:pt idx="802">
                  <c:v>0.1239197530864188</c:v>
                </c:pt>
                <c:pt idx="803">
                  <c:v>0.12407407407407316</c:v>
                </c:pt>
                <c:pt idx="804">
                  <c:v>0.12422839506172725</c:v>
                </c:pt>
                <c:pt idx="805">
                  <c:v>0.12438271604938157</c:v>
                </c:pt>
                <c:pt idx="806">
                  <c:v>0.12453703703703589</c:v>
                </c:pt>
                <c:pt idx="807">
                  <c:v>0.12469135802469022</c:v>
                </c:pt>
                <c:pt idx="808">
                  <c:v>0.12484567901234453</c:v>
                </c:pt>
                <c:pt idx="809">
                  <c:v>0.12499999999999885</c:v>
                </c:pt>
                <c:pt idx="810">
                  <c:v>0.12515432098765317</c:v>
                </c:pt>
                <c:pt idx="811">
                  <c:v>0.1253086419753075</c:v>
                </c:pt>
                <c:pt idx="812">
                  <c:v>0.12546296296296194</c:v>
                </c:pt>
                <c:pt idx="813">
                  <c:v>0.12561728395061619</c:v>
                </c:pt>
                <c:pt idx="814">
                  <c:v>0.12577160493827017</c:v>
                </c:pt>
                <c:pt idx="815">
                  <c:v>0.12592592592592483</c:v>
                </c:pt>
                <c:pt idx="816">
                  <c:v>0.12608024691357878</c:v>
                </c:pt>
                <c:pt idx="817">
                  <c:v>0.1262345679012335</c:v>
                </c:pt>
                <c:pt idx="818">
                  <c:v>0.12638888888888783</c:v>
                </c:pt>
                <c:pt idx="819">
                  <c:v>0.12654320987654241</c:v>
                </c:pt>
                <c:pt idx="820">
                  <c:v>0.12669753086419649</c:v>
                </c:pt>
                <c:pt idx="821">
                  <c:v>0.12685185185185083</c:v>
                </c:pt>
                <c:pt idx="822">
                  <c:v>0.12700617283950516</c:v>
                </c:pt>
                <c:pt idx="823">
                  <c:v>0.12716049382715949</c:v>
                </c:pt>
                <c:pt idx="824">
                  <c:v>0.12731481481481383</c:v>
                </c:pt>
                <c:pt idx="825">
                  <c:v>0.12746913580246913</c:v>
                </c:pt>
                <c:pt idx="826">
                  <c:v>0.12762345679012249</c:v>
                </c:pt>
                <c:pt idx="827">
                  <c:v>0.12777777777777682</c:v>
                </c:pt>
                <c:pt idx="828">
                  <c:v>0.12793209876543174</c:v>
                </c:pt>
                <c:pt idx="829">
                  <c:v>0.12808641975308538</c:v>
                </c:pt>
                <c:pt idx="830">
                  <c:v>0.12824074074073991</c:v>
                </c:pt>
                <c:pt idx="831">
                  <c:v>0.12839506172839421</c:v>
                </c:pt>
                <c:pt idx="832">
                  <c:v>0.12854938271604907</c:v>
                </c:pt>
                <c:pt idx="833">
                  <c:v>0.12870370370370282</c:v>
                </c:pt>
                <c:pt idx="834">
                  <c:v>0.12885802469135715</c:v>
                </c:pt>
                <c:pt idx="835">
                  <c:v>0.12901234567901149</c:v>
                </c:pt>
                <c:pt idx="836">
                  <c:v>0.12916666666666582</c:v>
                </c:pt>
                <c:pt idx="837">
                  <c:v>0.12932098765432021</c:v>
                </c:pt>
                <c:pt idx="838">
                  <c:v>0.12947530864197448</c:v>
                </c:pt>
                <c:pt idx="839">
                  <c:v>0.12962962962962832</c:v>
                </c:pt>
                <c:pt idx="840">
                  <c:v>0.12978395061728321</c:v>
                </c:pt>
                <c:pt idx="841">
                  <c:v>0.12993827160493748</c:v>
                </c:pt>
                <c:pt idx="842">
                  <c:v>0.13009259259259232</c:v>
                </c:pt>
                <c:pt idx="843">
                  <c:v>0.13024691358024659</c:v>
                </c:pt>
                <c:pt idx="844">
                  <c:v>0.13040123456790126</c:v>
                </c:pt>
                <c:pt idx="845">
                  <c:v>0.13055555555555468</c:v>
                </c:pt>
                <c:pt idx="846">
                  <c:v>0.1307098765432092</c:v>
                </c:pt>
                <c:pt idx="847">
                  <c:v>0.13086419753086392</c:v>
                </c:pt>
                <c:pt idx="848">
                  <c:v>0.13101851851851767</c:v>
                </c:pt>
                <c:pt idx="849">
                  <c:v>0.1311728395061722</c:v>
                </c:pt>
                <c:pt idx="850">
                  <c:v>0.13132716049382648</c:v>
                </c:pt>
                <c:pt idx="851">
                  <c:v>0.13148148148148162</c:v>
                </c:pt>
                <c:pt idx="852">
                  <c:v>0.13163580246913514</c:v>
                </c:pt>
                <c:pt idx="853">
                  <c:v>0.13179012345678948</c:v>
                </c:pt>
                <c:pt idx="854">
                  <c:v>0.13194444444444453</c:v>
                </c:pt>
                <c:pt idx="855">
                  <c:v>0.13209876543209853</c:v>
                </c:pt>
                <c:pt idx="856">
                  <c:v>0.13225308641975247</c:v>
                </c:pt>
                <c:pt idx="857">
                  <c:v>0.13240740740740753</c:v>
                </c:pt>
                <c:pt idx="858">
                  <c:v>0.13256172839506114</c:v>
                </c:pt>
                <c:pt idx="859">
                  <c:v>0.13271604938271586</c:v>
                </c:pt>
                <c:pt idx="860">
                  <c:v>0.13287037037036981</c:v>
                </c:pt>
                <c:pt idx="861">
                  <c:v>0.13302469135802414</c:v>
                </c:pt>
                <c:pt idx="862">
                  <c:v>0.13317901234567817</c:v>
                </c:pt>
                <c:pt idx="863">
                  <c:v>0.13333333333333294</c:v>
                </c:pt>
                <c:pt idx="864">
                  <c:v>0.13348765432098714</c:v>
                </c:pt>
                <c:pt idx="865">
                  <c:v>0.13364197530864108</c:v>
                </c:pt>
                <c:pt idx="866">
                  <c:v>0.13379629629629644</c:v>
                </c:pt>
                <c:pt idx="867">
                  <c:v>0.13395061728394975</c:v>
                </c:pt>
                <c:pt idx="868">
                  <c:v>0.13410493827160447</c:v>
                </c:pt>
                <c:pt idx="869">
                  <c:v>0.1342592592592588</c:v>
                </c:pt>
                <c:pt idx="870">
                  <c:v>0.13441358024691324</c:v>
                </c:pt>
                <c:pt idx="871">
                  <c:v>0.13456790123456747</c:v>
                </c:pt>
                <c:pt idx="872">
                  <c:v>0.13472222222222191</c:v>
                </c:pt>
                <c:pt idx="873">
                  <c:v>0.13487654320987569</c:v>
                </c:pt>
                <c:pt idx="874">
                  <c:v>0.13503086419753046</c:v>
                </c:pt>
                <c:pt idx="875">
                  <c:v>0.13518518518518491</c:v>
                </c:pt>
                <c:pt idx="876">
                  <c:v>0.13533950617283921</c:v>
                </c:pt>
                <c:pt idx="877">
                  <c:v>0.13549382716049402</c:v>
                </c:pt>
                <c:pt idx="878">
                  <c:v>0.13564814814814791</c:v>
                </c:pt>
                <c:pt idx="879">
                  <c:v>0.13580246913580221</c:v>
                </c:pt>
                <c:pt idx="880">
                  <c:v>0.13595679012345646</c:v>
                </c:pt>
                <c:pt idx="881">
                  <c:v>0.13611111111111079</c:v>
                </c:pt>
                <c:pt idx="882">
                  <c:v>0.13626543209876574</c:v>
                </c:pt>
                <c:pt idx="883">
                  <c:v>0.13641975308641999</c:v>
                </c:pt>
                <c:pt idx="884">
                  <c:v>0.13657407407407368</c:v>
                </c:pt>
                <c:pt idx="885">
                  <c:v>0.13672839506172862</c:v>
                </c:pt>
                <c:pt idx="886">
                  <c:v>0.13688271604938237</c:v>
                </c:pt>
                <c:pt idx="887">
                  <c:v>0.13703703703703729</c:v>
                </c:pt>
                <c:pt idx="888">
                  <c:v>0.13719135802469121</c:v>
                </c:pt>
                <c:pt idx="889">
                  <c:v>0.13734567901234546</c:v>
                </c:pt>
                <c:pt idx="890">
                  <c:v>0.13750000000000001</c:v>
                </c:pt>
                <c:pt idx="891">
                  <c:v>0.13765432098765412</c:v>
                </c:pt>
                <c:pt idx="892">
                  <c:v>0.13780864197530845</c:v>
                </c:pt>
                <c:pt idx="893">
                  <c:v>0.13796296296296326</c:v>
                </c:pt>
                <c:pt idx="894">
                  <c:v>0.1381172839506172</c:v>
                </c:pt>
                <c:pt idx="895">
                  <c:v>0.13827160493827137</c:v>
                </c:pt>
                <c:pt idx="896">
                  <c:v>0.13842592592592579</c:v>
                </c:pt>
                <c:pt idx="897">
                  <c:v>0.13858024691358012</c:v>
                </c:pt>
                <c:pt idx="898">
                  <c:v>0.13873456790123445</c:v>
                </c:pt>
                <c:pt idx="899">
                  <c:v>0.13888888888888878</c:v>
                </c:pt>
                <c:pt idx="900">
                  <c:v>0.13904320987654356</c:v>
                </c:pt>
                <c:pt idx="901">
                  <c:v>0.13919753086419787</c:v>
                </c:pt>
                <c:pt idx="902">
                  <c:v>0.13935185185185178</c:v>
                </c:pt>
                <c:pt idx="903">
                  <c:v>0.13950617283950614</c:v>
                </c:pt>
                <c:pt idx="904">
                  <c:v>0.1396604938271612</c:v>
                </c:pt>
                <c:pt idx="905">
                  <c:v>0.13981481481481478</c:v>
                </c:pt>
                <c:pt idx="906">
                  <c:v>0.1399691358024702</c:v>
                </c:pt>
                <c:pt idx="907">
                  <c:v>0.14012345679012383</c:v>
                </c:pt>
                <c:pt idx="908">
                  <c:v>0.14027777777777778</c:v>
                </c:pt>
                <c:pt idx="909">
                  <c:v>0.14043209876543286</c:v>
                </c:pt>
                <c:pt idx="910">
                  <c:v>0.14058641975308642</c:v>
                </c:pt>
                <c:pt idx="911">
                  <c:v>0.14074074074074094</c:v>
                </c:pt>
                <c:pt idx="912">
                  <c:v>0.14089506172839544</c:v>
                </c:pt>
                <c:pt idx="913">
                  <c:v>0.14104938271605008</c:v>
                </c:pt>
                <c:pt idx="914">
                  <c:v>0.14120370370370378</c:v>
                </c:pt>
                <c:pt idx="915">
                  <c:v>0.14135802469135811</c:v>
                </c:pt>
                <c:pt idx="916">
                  <c:v>0.14151234567901244</c:v>
                </c:pt>
                <c:pt idx="917">
                  <c:v>0.14166666666666677</c:v>
                </c:pt>
                <c:pt idx="918">
                  <c:v>0.14182098765432141</c:v>
                </c:pt>
                <c:pt idx="919">
                  <c:v>0.14197530864197544</c:v>
                </c:pt>
                <c:pt idx="920">
                  <c:v>0.14212962962962933</c:v>
                </c:pt>
                <c:pt idx="921">
                  <c:v>0.14228395061728424</c:v>
                </c:pt>
                <c:pt idx="922">
                  <c:v>0.14243827160493844</c:v>
                </c:pt>
                <c:pt idx="923">
                  <c:v>0.14259259259259338</c:v>
                </c:pt>
                <c:pt idx="924">
                  <c:v>0.14274691358024769</c:v>
                </c:pt>
                <c:pt idx="925">
                  <c:v>0.14290123456790235</c:v>
                </c:pt>
                <c:pt idx="926">
                  <c:v>0.14305555555555577</c:v>
                </c:pt>
                <c:pt idx="927">
                  <c:v>0.14320987654321021</c:v>
                </c:pt>
                <c:pt idx="928">
                  <c:v>0.14336419753086499</c:v>
                </c:pt>
                <c:pt idx="929">
                  <c:v>0.14351851851851877</c:v>
                </c:pt>
                <c:pt idx="930">
                  <c:v>0.14367283950617321</c:v>
                </c:pt>
                <c:pt idx="931">
                  <c:v>0.14382716049382743</c:v>
                </c:pt>
                <c:pt idx="932">
                  <c:v>0.14398148148148268</c:v>
                </c:pt>
                <c:pt idx="933">
                  <c:v>0.14413580246913621</c:v>
                </c:pt>
                <c:pt idx="934">
                  <c:v>0.14429012345679093</c:v>
                </c:pt>
                <c:pt idx="935">
                  <c:v>0.1444444444444456</c:v>
                </c:pt>
                <c:pt idx="936">
                  <c:v>0.14459876543209957</c:v>
                </c:pt>
                <c:pt idx="937">
                  <c:v>0.14475308641975343</c:v>
                </c:pt>
                <c:pt idx="938">
                  <c:v>0.14490740740740859</c:v>
                </c:pt>
                <c:pt idx="939">
                  <c:v>0.14506172839506221</c:v>
                </c:pt>
                <c:pt idx="940">
                  <c:v>0.14521604938271693</c:v>
                </c:pt>
                <c:pt idx="941">
                  <c:v>0.14537037037037076</c:v>
                </c:pt>
                <c:pt idx="942">
                  <c:v>0.14552469135802509</c:v>
                </c:pt>
                <c:pt idx="943">
                  <c:v>0.14567901234567937</c:v>
                </c:pt>
                <c:pt idx="944">
                  <c:v>0.14583333333333418</c:v>
                </c:pt>
                <c:pt idx="945">
                  <c:v>0.14598765432098809</c:v>
                </c:pt>
                <c:pt idx="946">
                  <c:v>0.14614197530864237</c:v>
                </c:pt>
                <c:pt idx="947">
                  <c:v>0.14629629629629756</c:v>
                </c:pt>
                <c:pt idx="948">
                  <c:v>0.14645061728395087</c:v>
                </c:pt>
                <c:pt idx="949">
                  <c:v>0.14660493827160542</c:v>
                </c:pt>
                <c:pt idx="950">
                  <c:v>0.14675925925925976</c:v>
                </c:pt>
                <c:pt idx="951">
                  <c:v>0.14691358024691453</c:v>
                </c:pt>
                <c:pt idx="952">
                  <c:v>0.14706790123456842</c:v>
                </c:pt>
                <c:pt idx="953">
                  <c:v>0.14722222222222311</c:v>
                </c:pt>
                <c:pt idx="954">
                  <c:v>0.14737654320987673</c:v>
                </c:pt>
                <c:pt idx="955">
                  <c:v>0.14753086419753181</c:v>
                </c:pt>
                <c:pt idx="956">
                  <c:v>0.14768518518518611</c:v>
                </c:pt>
                <c:pt idx="957">
                  <c:v>0.14783950617284047</c:v>
                </c:pt>
                <c:pt idx="958">
                  <c:v>0.14799382716049514</c:v>
                </c:pt>
                <c:pt idx="959">
                  <c:v>0.14814814814814894</c:v>
                </c:pt>
                <c:pt idx="960">
                  <c:v>0.14830246913580344</c:v>
                </c:pt>
                <c:pt idx="961">
                  <c:v>0.14845679012345744</c:v>
                </c:pt>
                <c:pt idx="962">
                  <c:v>0.14861111111111194</c:v>
                </c:pt>
                <c:pt idx="963">
                  <c:v>0.14876543209876675</c:v>
                </c:pt>
                <c:pt idx="964">
                  <c:v>0.14891975308642147</c:v>
                </c:pt>
                <c:pt idx="965">
                  <c:v>0.14907407407407475</c:v>
                </c:pt>
                <c:pt idx="966">
                  <c:v>0.14922839506172975</c:v>
                </c:pt>
                <c:pt idx="967">
                  <c:v>0.14938271604938338</c:v>
                </c:pt>
                <c:pt idx="968">
                  <c:v>0.14953703703703841</c:v>
                </c:pt>
                <c:pt idx="969">
                  <c:v>0.14969135802469224</c:v>
                </c:pt>
                <c:pt idx="970">
                  <c:v>0.14984567901234641</c:v>
                </c:pt>
                <c:pt idx="971">
                  <c:v>0.15000000000000074</c:v>
                </c:pt>
                <c:pt idx="972">
                  <c:v>0.15015432098765508</c:v>
                </c:pt>
                <c:pt idx="973">
                  <c:v>0.15030864197530941</c:v>
                </c:pt>
                <c:pt idx="974">
                  <c:v>0.15046296296296433</c:v>
                </c:pt>
                <c:pt idx="975">
                  <c:v>0.15061728395061821</c:v>
                </c:pt>
                <c:pt idx="976">
                  <c:v>0.15077160493827238</c:v>
                </c:pt>
                <c:pt idx="977">
                  <c:v>0.15092592592592674</c:v>
                </c:pt>
                <c:pt idx="978">
                  <c:v>0.15108024691358107</c:v>
                </c:pt>
                <c:pt idx="979">
                  <c:v>0.15123456790123541</c:v>
                </c:pt>
                <c:pt idx="980">
                  <c:v>0.15138888888888974</c:v>
                </c:pt>
                <c:pt idx="981">
                  <c:v>0.15154320987654468</c:v>
                </c:pt>
                <c:pt idx="982">
                  <c:v>0.15169753086419896</c:v>
                </c:pt>
                <c:pt idx="983">
                  <c:v>0.15185185185185274</c:v>
                </c:pt>
                <c:pt idx="984">
                  <c:v>0.15200617283950721</c:v>
                </c:pt>
                <c:pt idx="985">
                  <c:v>0.15216049382716226</c:v>
                </c:pt>
                <c:pt idx="986">
                  <c:v>0.15231481481481574</c:v>
                </c:pt>
                <c:pt idx="987">
                  <c:v>0.15246913580247137</c:v>
                </c:pt>
                <c:pt idx="988">
                  <c:v>0.15262345679012487</c:v>
                </c:pt>
                <c:pt idx="989">
                  <c:v>0.15277777777777873</c:v>
                </c:pt>
                <c:pt idx="990">
                  <c:v>0.1529320987654339</c:v>
                </c:pt>
                <c:pt idx="991">
                  <c:v>0.1530864197530874</c:v>
                </c:pt>
                <c:pt idx="992">
                  <c:v>0.15324074074074223</c:v>
                </c:pt>
                <c:pt idx="993">
                  <c:v>0.15339506172839651</c:v>
                </c:pt>
                <c:pt idx="994">
                  <c:v>0.1535493827160512</c:v>
                </c:pt>
                <c:pt idx="995">
                  <c:v>0.15370370370370473</c:v>
                </c:pt>
                <c:pt idx="996">
                  <c:v>0.15385802469135906</c:v>
                </c:pt>
                <c:pt idx="997">
                  <c:v>0.15401234567901381</c:v>
                </c:pt>
                <c:pt idx="998">
                  <c:v>0.15416666666666773</c:v>
                </c:pt>
                <c:pt idx="999">
                  <c:v>0.15432098765432251</c:v>
                </c:pt>
                <c:pt idx="1000">
                  <c:v>0.15447530864197681</c:v>
                </c:pt>
                <c:pt idx="1001">
                  <c:v>0.15462962962963067</c:v>
                </c:pt>
                <c:pt idx="1002">
                  <c:v>0.1547839506172855</c:v>
                </c:pt>
                <c:pt idx="1003">
                  <c:v>0.15493827160493978</c:v>
                </c:pt>
                <c:pt idx="1004">
                  <c:v>0.15509259259259447</c:v>
                </c:pt>
                <c:pt idx="1005">
                  <c:v>0.15524691358024881</c:v>
                </c:pt>
                <c:pt idx="1006">
                  <c:v>0.15540123456790347</c:v>
                </c:pt>
                <c:pt idx="1007">
                  <c:v>0.15555555555555672</c:v>
                </c:pt>
                <c:pt idx="1008">
                  <c:v>0.15570987654321145</c:v>
                </c:pt>
                <c:pt idx="1009">
                  <c:v>0.15586419753086608</c:v>
                </c:pt>
                <c:pt idx="1010">
                  <c:v>0.15601851851851972</c:v>
                </c:pt>
                <c:pt idx="1011">
                  <c:v>0.15617283950617444</c:v>
                </c:pt>
                <c:pt idx="1012">
                  <c:v>0.15632716049382844</c:v>
                </c:pt>
                <c:pt idx="1013">
                  <c:v>0.1564814814814838</c:v>
                </c:pt>
                <c:pt idx="1014">
                  <c:v>0.15663580246913741</c:v>
                </c:pt>
                <c:pt idx="1015">
                  <c:v>0.15679012345679202</c:v>
                </c:pt>
                <c:pt idx="1016">
                  <c:v>0.1569444444444468</c:v>
                </c:pt>
                <c:pt idx="1017">
                  <c:v>0.15709876543210075</c:v>
                </c:pt>
                <c:pt idx="1018">
                  <c:v>0.15725308641975441</c:v>
                </c:pt>
                <c:pt idx="1019">
                  <c:v>0.1574074074074098</c:v>
                </c:pt>
                <c:pt idx="1020">
                  <c:v>0.15756172839506324</c:v>
                </c:pt>
                <c:pt idx="1021">
                  <c:v>0.15771604938271802</c:v>
                </c:pt>
                <c:pt idx="1022">
                  <c:v>0.15787037037037174</c:v>
                </c:pt>
                <c:pt idx="1023">
                  <c:v>0.15802469135802621</c:v>
                </c:pt>
                <c:pt idx="1024">
                  <c:v>0.15817901234568038</c:v>
                </c:pt>
                <c:pt idx="1025">
                  <c:v>0.15833333333333527</c:v>
                </c:pt>
                <c:pt idx="1026">
                  <c:v>0.15848765432098921</c:v>
                </c:pt>
                <c:pt idx="1027">
                  <c:v>0.15864197530864338</c:v>
                </c:pt>
                <c:pt idx="1028">
                  <c:v>0.1587962962962986</c:v>
                </c:pt>
                <c:pt idx="1029">
                  <c:v>0.15895061728395202</c:v>
                </c:pt>
                <c:pt idx="1030">
                  <c:v>0.15910493827160641</c:v>
                </c:pt>
                <c:pt idx="1031">
                  <c:v>0.15925925925926127</c:v>
                </c:pt>
                <c:pt idx="1032">
                  <c:v>0.15941358024691557</c:v>
                </c:pt>
                <c:pt idx="1033">
                  <c:v>0.1595679012345694</c:v>
                </c:pt>
                <c:pt idx="1034">
                  <c:v>0.15972222222222418</c:v>
                </c:pt>
                <c:pt idx="1035">
                  <c:v>0.15987654320987787</c:v>
                </c:pt>
                <c:pt idx="1036">
                  <c:v>0.1600308641975324</c:v>
                </c:pt>
                <c:pt idx="1037">
                  <c:v>0.16018518518518671</c:v>
                </c:pt>
                <c:pt idx="1038">
                  <c:v>0.16033950617284104</c:v>
                </c:pt>
                <c:pt idx="1039">
                  <c:v>0.16049382716049587</c:v>
                </c:pt>
                <c:pt idx="1040">
                  <c:v>0.16064814814814971</c:v>
                </c:pt>
                <c:pt idx="1041">
                  <c:v>0.16080246913580404</c:v>
                </c:pt>
                <c:pt idx="1042">
                  <c:v>0.1609567901234584</c:v>
                </c:pt>
                <c:pt idx="1043">
                  <c:v>0.1611111111111127</c:v>
                </c:pt>
                <c:pt idx="1044">
                  <c:v>0.16126543209876748</c:v>
                </c:pt>
                <c:pt idx="1045">
                  <c:v>0.1614197530864222</c:v>
                </c:pt>
                <c:pt idx="1046">
                  <c:v>0.16157407407407567</c:v>
                </c:pt>
                <c:pt idx="1047">
                  <c:v>0.16172839506173048</c:v>
                </c:pt>
                <c:pt idx="1048">
                  <c:v>0.16188271604938437</c:v>
                </c:pt>
                <c:pt idx="1049">
                  <c:v>0.16203703703703909</c:v>
                </c:pt>
                <c:pt idx="1050">
                  <c:v>0.16219135802469303</c:v>
                </c:pt>
                <c:pt idx="1051">
                  <c:v>0.16234567901234739</c:v>
                </c:pt>
                <c:pt idx="1052">
                  <c:v>0.1625000000000017</c:v>
                </c:pt>
                <c:pt idx="1053">
                  <c:v>0.16265432098765567</c:v>
                </c:pt>
                <c:pt idx="1054">
                  <c:v>0.16280864197531036</c:v>
                </c:pt>
                <c:pt idx="1055">
                  <c:v>0.16296296296296506</c:v>
                </c:pt>
                <c:pt idx="1056">
                  <c:v>0.16311728395061903</c:v>
                </c:pt>
                <c:pt idx="1057">
                  <c:v>0.16327160493827317</c:v>
                </c:pt>
                <c:pt idx="1058">
                  <c:v>0.1634259259259277</c:v>
                </c:pt>
                <c:pt idx="1059">
                  <c:v>0.16358024691358167</c:v>
                </c:pt>
                <c:pt idx="1060">
                  <c:v>0.16373456790123636</c:v>
                </c:pt>
                <c:pt idx="1061">
                  <c:v>0.16388888888889094</c:v>
                </c:pt>
                <c:pt idx="1062">
                  <c:v>0.16404320987654541</c:v>
                </c:pt>
                <c:pt idx="1063">
                  <c:v>0.16419753086419941</c:v>
                </c:pt>
                <c:pt idx="1064">
                  <c:v>0.16435185185185369</c:v>
                </c:pt>
                <c:pt idx="1065">
                  <c:v>0.16450617283950802</c:v>
                </c:pt>
                <c:pt idx="1066">
                  <c:v>0.16466049382716297</c:v>
                </c:pt>
                <c:pt idx="1067">
                  <c:v>0.16481481481481669</c:v>
                </c:pt>
                <c:pt idx="1068">
                  <c:v>0.16496913580247205</c:v>
                </c:pt>
                <c:pt idx="1069">
                  <c:v>0.16512345679012541</c:v>
                </c:pt>
                <c:pt idx="1070">
                  <c:v>0.16527777777777969</c:v>
                </c:pt>
                <c:pt idx="1071">
                  <c:v>0.16543209876543469</c:v>
                </c:pt>
                <c:pt idx="1072">
                  <c:v>0.16558641975308835</c:v>
                </c:pt>
                <c:pt idx="1073">
                  <c:v>0.16574074074074271</c:v>
                </c:pt>
                <c:pt idx="1074">
                  <c:v>0.16589506172839721</c:v>
                </c:pt>
                <c:pt idx="1075">
                  <c:v>0.16604938271605194</c:v>
                </c:pt>
                <c:pt idx="1076">
                  <c:v>0.16620370370370569</c:v>
                </c:pt>
                <c:pt idx="1077">
                  <c:v>0.16635802469136021</c:v>
                </c:pt>
                <c:pt idx="1078">
                  <c:v>0.16651234567901441</c:v>
                </c:pt>
                <c:pt idx="1079">
                  <c:v>0.16666666666666868</c:v>
                </c:pt>
                <c:pt idx="1080">
                  <c:v>0.16682098765432304</c:v>
                </c:pt>
                <c:pt idx="1081">
                  <c:v>0.1669753086419774</c:v>
                </c:pt>
                <c:pt idx="1082">
                  <c:v>0.16712962962963118</c:v>
                </c:pt>
                <c:pt idx="1083">
                  <c:v>0.16728395061728601</c:v>
                </c:pt>
                <c:pt idx="1084">
                  <c:v>0.1674382716049404</c:v>
                </c:pt>
                <c:pt idx="1085">
                  <c:v>0.16759259259259518</c:v>
                </c:pt>
                <c:pt idx="1086">
                  <c:v>0.16774691358024951</c:v>
                </c:pt>
                <c:pt idx="1087">
                  <c:v>0.16790123456790423</c:v>
                </c:pt>
                <c:pt idx="1088">
                  <c:v>0.16805555555555768</c:v>
                </c:pt>
                <c:pt idx="1089">
                  <c:v>0.16820987654321201</c:v>
                </c:pt>
                <c:pt idx="1090">
                  <c:v>0.16836419753086682</c:v>
                </c:pt>
                <c:pt idx="1091">
                  <c:v>0.1685185185185207</c:v>
                </c:pt>
                <c:pt idx="1092">
                  <c:v>0.16867283950617501</c:v>
                </c:pt>
                <c:pt idx="1093">
                  <c:v>0.16882716049382934</c:v>
                </c:pt>
                <c:pt idx="1094">
                  <c:v>0.16898148148148451</c:v>
                </c:pt>
                <c:pt idx="1095">
                  <c:v>0.16913580246913801</c:v>
                </c:pt>
                <c:pt idx="1096">
                  <c:v>0.16929012345679278</c:v>
                </c:pt>
                <c:pt idx="1097">
                  <c:v>0.16944444444444751</c:v>
                </c:pt>
                <c:pt idx="1098">
                  <c:v>0.16959876543210145</c:v>
                </c:pt>
                <c:pt idx="1099">
                  <c:v>0.16975308641975534</c:v>
                </c:pt>
                <c:pt idx="1100">
                  <c:v>0.1699074074074105</c:v>
                </c:pt>
                <c:pt idx="1101">
                  <c:v>0.170061728395064</c:v>
                </c:pt>
                <c:pt idx="1102">
                  <c:v>0.17021604938271875</c:v>
                </c:pt>
                <c:pt idx="1103">
                  <c:v>0.1703703703703727</c:v>
                </c:pt>
                <c:pt idx="1104">
                  <c:v>0.170524691358027</c:v>
                </c:pt>
                <c:pt idx="1105">
                  <c:v>0.17067901234568117</c:v>
                </c:pt>
                <c:pt idx="1106">
                  <c:v>0.17083333333333606</c:v>
                </c:pt>
                <c:pt idx="1107">
                  <c:v>0.17098765432099039</c:v>
                </c:pt>
                <c:pt idx="1108">
                  <c:v>0.17114197530864417</c:v>
                </c:pt>
                <c:pt idx="1109">
                  <c:v>0.17129629629629942</c:v>
                </c:pt>
                <c:pt idx="1110">
                  <c:v>0.17145061728395267</c:v>
                </c:pt>
                <c:pt idx="1111">
                  <c:v>0.17160493827160733</c:v>
                </c:pt>
                <c:pt idx="1112">
                  <c:v>0.17175925925926191</c:v>
                </c:pt>
                <c:pt idx="1113">
                  <c:v>0.17191358024691636</c:v>
                </c:pt>
                <c:pt idx="1114">
                  <c:v>0.17206790123457033</c:v>
                </c:pt>
                <c:pt idx="1115">
                  <c:v>0.17222222222222491</c:v>
                </c:pt>
                <c:pt idx="1116">
                  <c:v>0.17237654320987861</c:v>
                </c:pt>
                <c:pt idx="1117">
                  <c:v>0.17253086419753341</c:v>
                </c:pt>
                <c:pt idx="1118">
                  <c:v>0.17268518518518791</c:v>
                </c:pt>
                <c:pt idx="1119">
                  <c:v>0.17283950617284199</c:v>
                </c:pt>
                <c:pt idx="1120">
                  <c:v>0.17299382716049697</c:v>
                </c:pt>
                <c:pt idx="1121">
                  <c:v>0.17314814814815074</c:v>
                </c:pt>
                <c:pt idx="1122">
                  <c:v>0.17330246913580499</c:v>
                </c:pt>
                <c:pt idx="1123">
                  <c:v>0.17345679012345941</c:v>
                </c:pt>
                <c:pt idx="1124">
                  <c:v>0.17361111111111371</c:v>
                </c:pt>
                <c:pt idx="1125">
                  <c:v>0.17376543209876857</c:v>
                </c:pt>
                <c:pt idx="1126">
                  <c:v>0.17391975308642327</c:v>
                </c:pt>
                <c:pt idx="1127">
                  <c:v>0.17407407407407666</c:v>
                </c:pt>
                <c:pt idx="1128">
                  <c:v>0.17422839506173157</c:v>
                </c:pt>
                <c:pt idx="1129">
                  <c:v>0.17438271604938532</c:v>
                </c:pt>
                <c:pt idx="1130">
                  <c:v>0.17453703703704024</c:v>
                </c:pt>
                <c:pt idx="1131">
                  <c:v>0.17469135802469399</c:v>
                </c:pt>
                <c:pt idx="1132">
                  <c:v>0.1748456790123484</c:v>
                </c:pt>
                <c:pt idx="1133">
                  <c:v>0.17500000000000271</c:v>
                </c:pt>
                <c:pt idx="1134">
                  <c:v>0.17515432098765688</c:v>
                </c:pt>
                <c:pt idx="1135">
                  <c:v>0.1753086419753114</c:v>
                </c:pt>
                <c:pt idx="1136">
                  <c:v>0.17546296296296612</c:v>
                </c:pt>
                <c:pt idx="1137">
                  <c:v>0.17561728395061998</c:v>
                </c:pt>
                <c:pt idx="1138">
                  <c:v>0.17577160493827432</c:v>
                </c:pt>
                <c:pt idx="1139">
                  <c:v>0.17592592592592871</c:v>
                </c:pt>
                <c:pt idx="1140">
                  <c:v>0.17608024691358287</c:v>
                </c:pt>
                <c:pt idx="1141">
                  <c:v>0.17623456790123734</c:v>
                </c:pt>
                <c:pt idx="1142">
                  <c:v>0.17638888888889206</c:v>
                </c:pt>
                <c:pt idx="1143">
                  <c:v>0.17654320987654643</c:v>
                </c:pt>
                <c:pt idx="1144">
                  <c:v>0.17669753086420076</c:v>
                </c:pt>
                <c:pt idx="1145">
                  <c:v>0.1768518518518547</c:v>
                </c:pt>
                <c:pt idx="1146">
                  <c:v>0.17700617283950898</c:v>
                </c:pt>
                <c:pt idx="1147">
                  <c:v>0.17716049382716412</c:v>
                </c:pt>
                <c:pt idx="1148">
                  <c:v>0.1773148148148177</c:v>
                </c:pt>
                <c:pt idx="1149">
                  <c:v>0.17746913580247306</c:v>
                </c:pt>
                <c:pt idx="1150">
                  <c:v>0.17762345679012675</c:v>
                </c:pt>
                <c:pt idx="1151">
                  <c:v>0.17777777777778064</c:v>
                </c:pt>
                <c:pt idx="1152">
                  <c:v>0.1779320987654357</c:v>
                </c:pt>
                <c:pt idx="1153">
                  <c:v>0.17808641975308931</c:v>
                </c:pt>
                <c:pt idx="1154">
                  <c:v>0.17824074074074403</c:v>
                </c:pt>
                <c:pt idx="1155">
                  <c:v>0.17839506172839836</c:v>
                </c:pt>
                <c:pt idx="1156">
                  <c:v>0.17854938271605303</c:v>
                </c:pt>
                <c:pt idx="1157">
                  <c:v>0.17870370370370664</c:v>
                </c:pt>
                <c:pt idx="1158">
                  <c:v>0.17885802469136136</c:v>
                </c:pt>
                <c:pt idx="1159">
                  <c:v>0.17901234567901544</c:v>
                </c:pt>
                <c:pt idx="1160">
                  <c:v>0.17916666666666964</c:v>
                </c:pt>
                <c:pt idx="1161">
                  <c:v>0.17932098765432436</c:v>
                </c:pt>
                <c:pt idx="1162">
                  <c:v>0.17947530864197841</c:v>
                </c:pt>
                <c:pt idx="1163">
                  <c:v>0.17962962962963225</c:v>
                </c:pt>
                <c:pt idx="1164">
                  <c:v>0.17978395061728733</c:v>
                </c:pt>
                <c:pt idx="1165">
                  <c:v>0.17993827160494141</c:v>
                </c:pt>
                <c:pt idx="1166">
                  <c:v>0.1800925925925963</c:v>
                </c:pt>
                <c:pt idx="1167">
                  <c:v>0.18024691358025063</c:v>
                </c:pt>
                <c:pt idx="1168">
                  <c:v>0.18040123456790538</c:v>
                </c:pt>
                <c:pt idx="1169">
                  <c:v>0.18055555555555863</c:v>
                </c:pt>
                <c:pt idx="1170">
                  <c:v>0.18070987654321299</c:v>
                </c:pt>
                <c:pt idx="1171">
                  <c:v>0.18086419753086794</c:v>
                </c:pt>
                <c:pt idx="1172">
                  <c:v>0.18101851851852171</c:v>
                </c:pt>
                <c:pt idx="1173">
                  <c:v>0.18117283950617596</c:v>
                </c:pt>
                <c:pt idx="1174">
                  <c:v>0.18132716049383041</c:v>
                </c:pt>
                <c:pt idx="1175">
                  <c:v>0.18148148148148555</c:v>
                </c:pt>
                <c:pt idx="1176">
                  <c:v>0.18163580246913896</c:v>
                </c:pt>
                <c:pt idx="1177">
                  <c:v>0.18179012345679388</c:v>
                </c:pt>
                <c:pt idx="1178">
                  <c:v>0.18194444444444854</c:v>
                </c:pt>
                <c:pt idx="1179">
                  <c:v>0.18209876543210252</c:v>
                </c:pt>
                <c:pt idx="1180">
                  <c:v>0.18225308641975629</c:v>
                </c:pt>
                <c:pt idx="1181">
                  <c:v>0.18240740740741154</c:v>
                </c:pt>
                <c:pt idx="1182">
                  <c:v>0.18256172839506496</c:v>
                </c:pt>
                <c:pt idx="1183">
                  <c:v>0.18271604938271979</c:v>
                </c:pt>
                <c:pt idx="1184">
                  <c:v>0.18287037037037371</c:v>
                </c:pt>
                <c:pt idx="1185">
                  <c:v>0.18302469135802796</c:v>
                </c:pt>
                <c:pt idx="1186">
                  <c:v>0.18317901234568218</c:v>
                </c:pt>
                <c:pt idx="1187">
                  <c:v>0.18333333333333712</c:v>
                </c:pt>
                <c:pt idx="1188">
                  <c:v>0.18348765432099146</c:v>
                </c:pt>
                <c:pt idx="1189">
                  <c:v>0.18364197530864518</c:v>
                </c:pt>
                <c:pt idx="1190">
                  <c:v>0.18379629629630045</c:v>
                </c:pt>
                <c:pt idx="1191">
                  <c:v>0.18395061728395387</c:v>
                </c:pt>
                <c:pt idx="1192">
                  <c:v>0.18410493827160829</c:v>
                </c:pt>
                <c:pt idx="1193">
                  <c:v>0.18425925925926306</c:v>
                </c:pt>
                <c:pt idx="1194">
                  <c:v>0.18441358024691737</c:v>
                </c:pt>
                <c:pt idx="1195">
                  <c:v>0.18456790123457129</c:v>
                </c:pt>
                <c:pt idx="1196">
                  <c:v>0.18472222222222606</c:v>
                </c:pt>
                <c:pt idx="1197">
                  <c:v>0.18487654320987987</c:v>
                </c:pt>
                <c:pt idx="1198">
                  <c:v>0.18503086419753473</c:v>
                </c:pt>
                <c:pt idx="1199">
                  <c:v>0.18518518518518906</c:v>
                </c:pt>
                <c:pt idx="1200">
                  <c:v>0.18533950617284337</c:v>
                </c:pt>
                <c:pt idx="1201">
                  <c:v>0.18549382716049806</c:v>
                </c:pt>
                <c:pt idx="1202">
                  <c:v>0.185648148148152</c:v>
                </c:pt>
                <c:pt idx="1203">
                  <c:v>0.18580246913580634</c:v>
                </c:pt>
                <c:pt idx="1204">
                  <c:v>0.18595679012346103</c:v>
                </c:pt>
                <c:pt idx="1205">
                  <c:v>0.186111111111115</c:v>
                </c:pt>
                <c:pt idx="1206">
                  <c:v>0.1862654320987697</c:v>
                </c:pt>
                <c:pt idx="1207">
                  <c:v>0.18641975308642436</c:v>
                </c:pt>
                <c:pt idx="1208">
                  <c:v>0.18657407407407761</c:v>
                </c:pt>
                <c:pt idx="1209">
                  <c:v>0.18672839506173264</c:v>
                </c:pt>
                <c:pt idx="1210">
                  <c:v>0.18688271604938628</c:v>
                </c:pt>
                <c:pt idx="1211">
                  <c:v>0.18703703703704136</c:v>
                </c:pt>
                <c:pt idx="1212">
                  <c:v>0.18719135802469494</c:v>
                </c:pt>
                <c:pt idx="1213">
                  <c:v>0.18734567901234941</c:v>
                </c:pt>
                <c:pt idx="1214">
                  <c:v>0.18750000000000391</c:v>
                </c:pt>
                <c:pt idx="1215">
                  <c:v>0.18765432098765789</c:v>
                </c:pt>
                <c:pt idx="1216">
                  <c:v>0.18780864197531241</c:v>
                </c:pt>
                <c:pt idx="1217">
                  <c:v>0.18796296296296727</c:v>
                </c:pt>
                <c:pt idx="1218">
                  <c:v>0.18811728395062158</c:v>
                </c:pt>
                <c:pt idx="1219">
                  <c:v>0.18827160493827527</c:v>
                </c:pt>
                <c:pt idx="1220">
                  <c:v>0.18842592592592974</c:v>
                </c:pt>
                <c:pt idx="1221">
                  <c:v>0.18858024691358388</c:v>
                </c:pt>
                <c:pt idx="1222">
                  <c:v>0.18873456790123841</c:v>
                </c:pt>
                <c:pt idx="1223">
                  <c:v>0.18888888888889319</c:v>
                </c:pt>
                <c:pt idx="1224">
                  <c:v>0.18904320987654749</c:v>
                </c:pt>
                <c:pt idx="1225">
                  <c:v>0.18919753086420188</c:v>
                </c:pt>
                <c:pt idx="1226">
                  <c:v>0.18935185185185571</c:v>
                </c:pt>
                <c:pt idx="1227">
                  <c:v>0.18950617283950993</c:v>
                </c:pt>
                <c:pt idx="1228">
                  <c:v>0.18966049382716518</c:v>
                </c:pt>
                <c:pt idx="1229">
                  <c:v>0.18981481481481871</c:v>
                </c:pt>
                <c:pt idx="1230">
                  <c:v>0.18996913580247424</c:v>
                </c:pt>
                <c:pt idx="1231">
                  <c:v>0.19012345679012729</c:v>
                </c:pt>
                <c:pt idx="1232">
                  <c:v>0.1902777777777816</c:v>
                </c:pt>
                <c:pt idx="1233">
                  <c:v>0.19043209876543643</c:v>
                </c:pt>
                <c:pt idx="1234">
                  <c:v>0.19058641975309026</c:v>
                </c:pt>
                <c:pt idx="1235">
                  <c:v>0.19074074074074471</c:v>
                </c:pt>
                <c:pt idx="1236">
                  <c:v>0.19089506172839893</c:v>
                </c:pt>
                <c:pt idx="1237">
                  <c:v>0.19104938271605376</c:v>
                </c:pt>
                <c:pt idx="1238">
                  <c:v>0.19120370370370757</c:v>
                </c:pt>
                <c:pt idx="1239">
                  <c:v>0.19135802469136193</c:v>
                </c:pt>
                <c:pt idx="1240">
                  <c:v>0.19151234567901626</c:v>
                </c:pt>
                <c:pt idx="1241">
                  <c:v>0.19166666666667057</c:v>
                </c:pt>
                <c:pt idx="1242">
                  <c:v>0.19182098765432493</c:v>
                </c:pt>
                <c:pt idx="1243">
                  <c:v>0.19197530864197926</c:v>
                </c:pt>
                <c:pt idx="1244">
                  <c:v>0.19212962962963298</c:v>
                </c:pt>
                <c:pt idx="1245">
                  <c:v>0.19228395061728792</c:v>
                </c:pt>
                <c:pt idx="1246">
                  <c:v>0.19243827160494226</c:v>
                </c:pt>
                <c:pt idx="1247">
                  <c:v>0.19259259259259703</c:v>
                </c:pt>
                <c:pt idx="1248">
                  <c:v>0.19274691358025134</c:v>
                </c:pt>
                <c:pt idx="1249">
                  <c:v>0.19290123456790606</c:v>
                </c:pt>
                <c:pt idx="1250">
                  <c:v>0.19305555555555937</c:v>
                </c:pt>
                <c:pt idx="1251">
                  <c:v>0.19320987654321392</c:v>
                </c:pt>
                <c:pt idx="1252">
                  <c:v>0.19336419753086861</c:v>
                </c:pt>
                <c:pt idx="1253">
                  <c:v>0.19351851851852259</c:v>
                </c:pt>
                <c:pt idx="1254">
                  <c:v>0.19367283950617692</c:v>
                </c:pt>
                <c:pt idx="1255">
                  <c:v>0.19382716049383125</c:v>
                </c:pt>
                <c:pt idx="1256">
                  <c:v>0.19398148148148631</c:v>
                </c:pt>
                <c:pt idx="1257">
                  <c:v>0.19413580246913992</c:v>
                </c:pt>
                <c:pt idx="1258">
                  <c:v>0.19429012345679444</c:v>
                </c:pt>
                <c:pt idx="1259">
                  <c:v>0.1944444444444493</c:v>
                </c:pt>
                <c:pt idx="1260">
                  <c:v>0.19459876543210294</c:v>
                </c:pt>
                <c:pt idx="1261">
                  <c:v>0.19475308641975725</c:v>
                </c:pt>
                <c:pt idx="1262">
                  <c:v>0.19490740740741225</c:v>
                </c:pt>
                <c:pt idx="1263">
                  <c:v>0.19506172839506589</c:v>
                </c:pt>
                <c:pt idx="1264">
                  <c:v>0.19521604938272091</c:v>
                </c:pt>
                <c:pt idx="1265">
                  <c:v>0.19537037037037458</c:v>
                </c:pt>
                <c:pt idx="1266">
                  <c:v>0.19552469135802888</c:v>
                </c:pt>
                <c:pt idx="1267">
                  <c:v>0.19567901234568286</c:v>
                </c:pt>
                <c:pt idx="1268">
                  <c:v>0.19583333333333774</c:v>
                </c:pt>
                <c:pt idx="1269">
                  <c:v>0.19598765432099191</c:v>
                </c:pt>
                <c:pt idx="1270">
                  <c:v>0.1961419753086458</c:v>
                </c:pt>
                <c:pt idx="1271">
                  <c:v>0.19629629629630119</c:v>
                </c:pt>
                <c:pt idx="1272">
                  <c:v>0.19645061728395449</c:v>
                </c:pt>
                <c:pt idx="1273">
                  <c:v>0.19660493827160919</c:v>
                </c:pt>
                <c:pt idx="1274">
                  <c:v>0.19675925925926371</c:v>
                </c:pt>
                <c:pt idx="1275">
                  <c:v>0.19691358024691791</c:v>
                </c:pt>
                <c:pt idx="1276">
                  <c:v>0.19706790123457218</c:v>
                </c:pt>
                <c:pt idx="1277">
                  <c:v>0.19722222222222671</c:v>
                </c:pt>
                <c:pt idx="1278">
                  <c:v>0.19737654320988043</c:v>
                </c:pt>
                <c:pt idx="1279">
                  <c:v>0.19753086419753524</c:v>
                </c:pt>
                <c:pt idx="1280">
                  <c:v>0.19768518518518971</c:v>
                </c:pt>
                <c:pt idx="1281">
                  <c:v>0.1978395061728439</c:v>
                </c:pt>
                <c:pt idx="1282">
                  <c:v>0.19799382716049874</c:v>
                </c:pt>
                <c:pt idx="1283">
                  <c:v>0.19814814814815271</c:v>
                </c:pt>
                <c:pt idx="1284">
                  <c:v>0.1983024691358069</c:v>
                </c:pt>
                <c:pt idx="1285">
                  <c:v>0.19845679012346173</c:v>
                </c:pt>
                <c:pt idx="1286">
                  <c:v>0.19861111111111571</c:v>
                </c:pt>
                <c:pt idx="1287">
                  <c:v>0.19876543209877037</c:v>
                </c:pt>
                <c:pt idx="1288">
                  <c:v>0.19891975308642501</c:v>
                </c:pt>
                <c:pt idx="1289">
                  <c:v>0.19907407407407857</c:v>
                </c:pt>
                <c:pt idx="1290">
                  <c:v>0.19922839506173337</c:v>
                </c:pt>
                <c:pt idx="1291">
                  <c:v>0.19938271604938718</c:v>
                </c:pt>
                <c:pt idx="1292">
                  <c:v>0.19953703703704201</c:v>
                </c:pt>
                <c:pt idx="1293">
                  <c:v>0.1996913580246959</c:v>
                </c:pt>
                <c:pt idx="1294">
                  <c:v>0.19984567901235023</c:v>
                </c:pt>
                <c:pt idx="1295">
                  <c:v>0.20000000000000456</c:v>
                </c:pt>
                <c:pt idx="1296">
                  <c:v>0.20015432098765887</c:v>
                </c:pt>
                <c:pt idx="1297">
                  <c:v>0.20030864197531323</c:v>
                </c:pt>
                <c:pt idx="1298">
                  <c:v>0.20046296296296801</c:v>
                </c:pt>
                <c:pt idx="1299">
                  <c:v>0.20061728395062231</c:v>
                </c:pt>
                <c:pt idx="1300">
                  <c:v>0.20077160493827617</c:v>
                </c:pt>
                <c:pt idx="1301">
                  <c:v>0.20092592592593056</c:v>
                </c:pt>
                <c:pt idx="1302">
                  <c:v>0.20108024691358467</c:v>
                </c:pt>
                <c:pt idx="1303">
                  <c:v>0.20123456790123923</c:v>
                </c:pt>
                <c:pt idx="1304">
                  <c:v>0.20138888888889395</c:v>
                </c:pt>
                <c:pt idx="1305">
                  <c:v>0.20154320987654828</c:v>
                </c:pt>
                <c:pt idx="1306">
                  <c:v>0.20169753086420258</c:v>
                </c:pt>
                <c:pt idx="1307">
                  <c:v>0.20185185185185656</c:v>
                </c:pt>
                <c:pt idx="1308">
                  <c:v>0.20200617283951089</c:v>
                </c:pt>
                <c:pt idx="1309">
                  <c:v>0.20216049382716592</c:v>
                </c:pt>
                <c:pt idx="1310">
                  <c:v>0.20231481481481955</c:v>
                </c:pt>
                <c:pt idx="1311">
                  <c:v>0.20246913580247497</c:v>
                </c:pt>
                <c:pt idx="1312">
                  <c:v>0.20262345679012841</c:v>
                </c:pt>
                <c:pt idx="1313">
                  <c:v>0.20277777777778255</c:v>
                </c:pt>
                <c:pt idx="1314">
                  <c:v>0.20293209876543752</c:v>
                </c:pt>
                <c:pt idx="1315">
                  <c:v>0.20308641975309141</c:v>
                </c:pt>
                <c:pt idx="1316">
                  <c:v>0.20324074074074591</c:v>
                </c:pt>
                <c:pt idx="1317">
                  <c:v>0.20339506172839991</c:v>
                </c:pt>
                <c:pt idx="1318">
                  <c:v>0.20354938271605488</c:v>
                </c:pt>
                <c:pt idx="1319">
                  <c:v>0.20370370370370855</c:v>
                </c:pt>
                <c:pt idx="1320">
                  <c:v>0.20385802469136291</c:v>
                </c:pt>
                <c:pt idx="1321">
                  <c:v>0.20401234567901724</c:v>
                </c:pt>
                <c:pt idx="1322">
                  <c:v>0.20416666666667155</c:v>
                </c:pt>
                <c:pt idx="1323">
                  <c:v>0.20432098765432591</c:v>
                </c:pt>
                <c:pt idx="1324">
                  <c:v>0.20447530864198021</c:v>
                </c:pt>
                <c:pt idx="1325">
                  <c:v>0.2046296296296341</c:v>
                </c:pt>
                <c:pt idx="1326">
                  <c:v>0.20478395061728891</c:v>
                </c:pt>
                <c:pt idx="1327">
                  <c:v>0.20493827160494321</c:v>
                </c:pt>
                <c:pt idx="1328">
                  <c:v>0.20509259259259813</c:v>
                </c:pt>
                <c:pt idx="1329">
                  <c:v>0.20524691358025246</c:v>
                </c:pt>
                <c:pt idx="1330">
                  <c:v>0.2054012345679071</c:v>
                </c:pt>
                <c:pt idx="1331">
                  <c:v>0.20555555555556054</c:v>
                </c:pt>
                <c:pt idx="1332">
                  <c:v>0.2057098765432149</c:v>
                </c:pt>
                <c:pt idx="1333">
                  <c:v>0.20586419753086968</c:v>
                </c:pt>
                <c:pt idx="1334">
                  <c:v>0.20601851851852354</c:v>
                </c:pt>
                <c:pt idx="1335">
                  <c:v>0.2061728395061779</c:v>
                </c:pt>
                <c:pt idx="1336">
                  <c:v>0.20632716049383221</c:v>
                </c:pt>
                <c:pt idx="1337">
                  <c:v>0.2064814814814874</c:v>
                </c:pt>
                <c:pt idx="1338">
                  <c:v>0.2066358024691409</c:v>
                </c:pt>
                <c:pt idx="1339">
                  <c:v>0.20679012345679568</c:v>
                </c:pt>
                <c:pt idx="1340">
                  <c:v>0.20694444444445034</c:v>
                </c:pt>
                <c:pt idx="1341">
                  <c:v>0.20709876543210431</c:v>
                </c:pt>
                <c:pt idx="1342">
                  <c:v>0.2072530864197582</c:v>
                </c:pt>
                <c:pt idx="1343">
                  <c:v>0.20740740740741331</c:v>
                </c:pt>
                <c:pt idx="1344">
                  <c:v>0.2075617283950669</c:v>
                </c:pt>
                <c:pt idx="1345">
                  <c:v>0.20771604938272201</c:v>
                </c:pt>
                <c:pt idx="1346">
                  <c:v>0.20787037037037553</c:v>
                </c:pt>
                <c:pt idx="1347">
                  <c:v>0.2080246913580299</c:v>
                </c:pt>
                <c:pt idx="1348">
                  <c:v>0.20817901234568417</c:v>
                </c:pt>
                <c:pt idx="1349">
                  <c:v>0.20833333333333898</c:v>
                </c:pt>
                <c:pt idx="1350">
                  <c:v>0.20848765432099331</c:v>
                </c:pt>
                <c:pt idx="1351">
                  <c:v>0.20864197530864717</c:v>
                </c:pt>
                <c:pt idx="1352">
                  <c:v>0.20879629629630225</c:v>
                </c:pt>
                <c:pt idx="1353">
                  <c:v>0.20895061728395567</c:v>
                </c:pt>
                <c:pt idx="1354">
                  <c:v>0.2091049382716102</c:v>
                </c:pt>
                <c:pt idx="1355">
                  <c:v>0.20925925925926492</c:v>
                </c:pt>
                <c:pt idx="1356">
                  <c:v>0.20941358024691925</c:v>
                </c:pt>
                <c:pt idx="1357">
                  <c:v>0.2095679012345732</c:v>
                </c:pt>
                <c:pt idx="1358">
                  <c:v>0.20972222222222792</c:v>
                </c:pt>
                <c:pt idx="1359">
                  <c:v>0.20987654320988167</c:v>
                </c:pt>
                <c:pt idx="1360">
                  <c:v>0.21003086419753644</c:v>
                </c:pt>
                <c:pt idx="1361">
                  <c:v>0.21018518518519119</c:v>
                </c:pt>
                <c:pt idx="1362">
                  <c:v>0.21033950617284491</c:v>
                </c:pt>
                <c:pt idx="1363">
                  <c:v>0.21049382716049986</c:v>
                </c:pt>
                <c:pt idx="1364">
                  <c:v>0.21064814814815389</c:v>
                </c:pt>
                <c:pt idx="1365">
                  <c:v>0.21080246913580791</c:v>
                </c:pt>
                <c:pt idx="1366">
                  <c:v>0.21095679012346286</c:v>
                </c:pt>
                <c:pt idx="1367">
                  <c:v>0.21111111111111674</c:v>
                </c:pt>
                <c:pt idx="1368">
                  <c:v>0.21126543209877147</c:v>
                </c:pt>
                <c:pt idx="1369">
                  <c:v>0.21141975308642622</c:v>
                </c:pt>
                <c:pt idx="1370">
                  <c:v>0.21157407407407952</c:v>
                </c:pt>
                <c:pt idx="1371">
                  <c:v>0.21172839506173444</c:v>
                </c:pt>
                <c:pt idx="1372">
                  <c:v>0.21188271604938819</c:v>
                </c:pt>
                <c:pt idx="1373">
                  <c:v>0.21203703703704313</c:v>
                </c:pt>
                <c:pt idx="1374">
                  <c:v>0.21219135802469691</c:v>
                </c:pt>
                <c:pt idx="1375">
                  <c:v>0.21234567901235121</c:v>
                </c:pt>
                <c:pt idx="1376">
                  <c:v>0.21250000000000571</c:v>
                </c:pt>
                <c:pt idx="1377">
                  <c:v>0.21265432098765985</c:v>
                </c:pt>
                <c:pt idx="1378">
                  <c:v>0.21280864197531421</c:v>
                </c:pt>
                <c:pt idx="1379">
                  <c:v>0.21296296296296913</c:v>
                </c:pt>
                <c:pt idx="1380">
                  <c:v>0.21311728395062343</c:v>
                </c:pt>
                <c:pt idx="1381">
                  <c:v>0.21327160493827718</c:v>
                </c:pt>
                <c:pt idx="1382">
                  <c:v>0.21342592592593151</c:v>
                </c:pt>
                <c:pt idx="1383">
                  <c:v>0.21358024691358585</c:v>
                </c:pt>
                <c:pt idx="1384">
                  <c:v>0.21373456790124021</c:v>
                </c:pt>
                <c:pt idx="1385">
                  <c:v>0.21388888888889501</c:v>
                </c:pt>
                <c:pt idx="1386">
                  <c:v>0.21404320987654932</c:v>
                </c:pt>
                <c:pt idx="1387">
                  <c:v>0.21419753086420368</c:v>
                </c:pt>
                <c:pt idx="1388">
                  <c:v>0.21435185185185751</c:v>
                </c:pt>
                <c:pt idx="1389">
                  <c:v>0.21450617283951184</c:v>
                </c:pt>
                <c:pt idx="1390">
                  <c:v>0.21466049382716701</c:v>
                </c:pt>
                <c:pt idx="1391">
                  <c:v>0.21481481481482095</c:v>
                </c:pt>
                <c:pt idx="1392">
                  <c:v>0.21496913580247601</c:v>
                </c:pt>
                <c:pt idx="1393">
                  <c:v>0.21512345679012959</c:v>
                </c:pt>
                <c:pt idx="1394">
                  <c:v>0.21527777777778351</c:v>
                </c:pt>
                <c:pt idx="1395">
                  <c:v>0.21543209876543862</c:v>
                </c:pt>
                <c:pt idx="1396">
                  <c:v>0.21558641975309259</c:v>
                </c:pt>
                <c:pt idx="1397">
                  <c:v>0.21574074074074695</c:v>
                </c:pt>
                <c:pt idx="1398">
                  <c:v>0.21589506172840128</c:v>
                </c:pt>
                <c:pt idx="1399">
                  <c:v>0.216049382716056</c:v>
                </c:pt>
                <c:pt idx="1400">
                  <c:v>0.2162037037037095</c:v>
                </c:pt>
                <c:pt idx="1401">
                  <c:v>0.21635802469136423</c:v>
                </c:pt>
                <c:pt idx="1402">
                  <c:v>0.21651234567901856</c:v>
                </c:pt>
                <c:pt idx="1403">
                  <c:v>0.2166666666666725</c:v>
                </c:pt>
                <c:pt idx="1404">
                  <c:v>0.21682098765432722</c:v>
                </c:pt>
                <c:pt idx="1405">
                  <c:v>0.21697530864198156</c:v>
                </c:pt>
                <c:pt idx="1406">
                  <c:v>0.21712962962963517</c:v>
                </c:pt>
                <c:pt idx="1407">
                  <c:v>0.21728395061728994</c:v>
                </c:pt>
                <c:pt idx="1408">
                  <c:v>0.21743827160494444</c:v>
                </c:pt>
                <c:pt idx="1409">
                  <c:v>0.21759259259259925</c:v>
                </c:pt>
                <c:pt idx="1410">
                  <c:v>0.21774691358025353</c:v>
                </c:pt>
                <c:pt idx="1411">
                  <c:v>0.21790123456790822</c:v>
                </c:pt>
                <c:pt idx="1412">
                  <c:v>0.21805555555556186</c:v>
                </c:pt>
                <c:pt idx="1413">
                  <c:v>0.21820987654321591</c:v>
                </c:pt>
                <c:pt idx="1414">
                  <c:v>0.21836419753087086</c:v>
                </c:pt>
                <c:pt idx="1415">
                  <c:v>0.21851851851852486</c:v>
                </c:pt>
                <c:pt idx="1416">
                  <c:v>0.21867283950617891</c:v>
                </c:pt>
                <c:pt idx="1417">
                  <c:v>0.21882716049383324</c:v>
                </c:pt>
                <c:pt idx="1418">
                  <c:v>0.21898148148148855</c:v>
                </c:pt>
                <c:pt idx="1419">
                  <c:v>0.21913580246914191</c:v>
                </c:pt>
                <c:pt idx="1420">
                  <c:v>0.21929012345679683</c:v>
                </c:pt>
                <c:pt idx="1421">
                  <c:v>0.21944444444445144</c:v>
                </c:pt>
                <c:pt idx="1422">
                  <c:v>0.21959876543210544</c:v>
                </c:pt>
                <c:pt idx="1423">
                  <c:v>0.21975308641975921</c:v>
                </c:pt>
                <c:pt idx="1424">
                  <c:v>0.21990740740741443</c:v>
                </c:pt>
                <c:pt idx="1425">
                  <c:v>0.22006172839506782</c:v>
                </c:pt>
                <c:pt idx="1426">
                  <c:v>0.22021604938272274</c:v>
                </c:pt>
                <c:pt idx="1427">
                  <c:v>0.22037037037037638</c:v>
                </c:pt>
                <c:pt idx="1428">
                  <c:v>0.22052469135803082</c:v>
                </c:pt>
                <c:pt idx="1429">
                  <c:v>0.22067901234568466</c:v>
                </c:pt>
                <c:pt idx="1430">
                  <c:v>0.22083333333333949</c:v>
                </c:pt>
                <c:pt idx="1431">
                  <c:v>0.2209876543209939</c:v>
                </c:pt>
                <c:pt idx="1432">
                  <c:v>0.22114197530864765</c:v>
                </c:pt>
                <c:pt idx="1433">
                  <c:v>0.22129629629630299</c:v>
                </c:pt>
                <c:pt idx="1434">
                  <c:v>0.22145061728395632</c:v>
                </c:pt>
                <c:pt idx="1435">
                  <c:v>0.22160493827161115</c:v>
                </c:pt>
                <c:pt idx="1436">
                  <c:v>0.22175925925926548</c:v>
                </c:pt>
                <c:pt idx="1437">
                  <c:v>0.22191358024691984</c:v>
                </c:pt>
                <c:pt idx="1438">
                  <c:v>0.22206790123457415</c:v>
                </c:pt>
                <c:pt idx="1439">
                  <c:v>0.22222222222222848</c:v>
                </c:pt>
                <c:pt idx="1440">
                  <c:v>0.22237654320988223</c:v>
                </c:pt>
                <c:pt idx="1441">
                  <c:v>0.2225308641975372</c:v>
                </c:pt>
                <c:pt idx="1442">
                  <c:v>0.22268518518519193</c:v>
                </c:pt>
                <c:pt idx="1443">
                  <c:v>0.22283950617284581</c:v>
                </c:pt>
                <c:pt idx="1444">
                  <c:v>0.2229938271605002</c:v>
                </c:pt>
                <c:pt idx="1445">
                  <c:v>0.22314814814815448</c:v>
                </c:pt>
                <c:pt idx="1446">
                  <c:v>0.22330246913580881</c:v>
                </c:pt>
                <c:pt idx="1447">
                  <c:v>0.22345679012346356</c:v>
                </c:pt>
                <c:pt idx="1448">
                  <c:v>0.22361111111111748</c:v>
                </c:pt>
                <c:pt idx="1449">
                  <c:v>0.22376543209877225</c:v>
                </c:pt>
                <c:pt idx="1450">
                  <c:v>0.22391975308642692</c:v>
                </c:pt>
                <c:pt idx="1451">
                  <c:v>0.22407407407408017</c:v>
                </c:pt>
                <c:pt idx="1452">
                  <c:v>0.22422839506173517</c:v>
                </c:pt>
                <c:pt idx="1453">
                  <c:v>0.22438271604938878</c:v>
                </c:pt>
                <c:pt idx="1454">
                  <c:v>0.22453703703704386</c:v>
                </c:pt>
                <c:pt idx="1455">
                  <c:v>0.22469135802469781</c:v>
                </c:pt>
                <c:pt idx="1456">
                  <c:v>0.22484567901235214</c:v>
                </c:pt>
                <c:pt idx="1457">
                  <c:v>0.22500000000000647</c:v>
                </c:pt>
                <c:pt idx="1458">
                  <c:v>0.22515432098766081</c:v>
                </c:pt>
                <c:pt idx="1459">
                  <c:v>0.22530864197531514</c:v>
                </c:pt>
                <c:pt idx="1460">
                  <c:v>0.22546296296296986</c:v>
                </c:pt>
                <c:pt idx="1461">
                  <c:v>0.22561728395062391</c:v>
                </c:pt>
                <c:pt idx="1462">
                  <c:v>0.22577160493827775</c:v>
                </c:pt>
                <c:pt idx="1463">
                  <c:v>0.22592592592593247</c:v>
                </c:pt>
                <c:pt idx="1464">
                  <c:v>0.22608024691358644</c:v>
                </c:pt>
                <c:pt idx="1465">
                  <c:v>0.22623456790124113</c:v>
                </c:pt>
                <c:pt idx="1466">
                  <c:v>0.22638888888889583</c:v>
                </c:pt>
                <c:pt idx="1467">
                  <c:v>0.22654320987654991</c:v>
                </c:pt>
                <c:pt idx="1468">
                  <c:v>0.22669753086420424</c:v>
                </c:pt>
                <c:pt idx="1469">
                  <c:v>0.22685185185185847</c:v>
                </c:pt>
                <c:pt idx="1470">
                  <c:v>0.2270061728395128</c:v>
                </c:pt>
                <c:pt idx="1471">
                  <c:v>0.22716049382716774</c:v>
                </c:pt>
                <c:pt idx="1472">
                  <c:v>0.22731481481482146</c:v>
                </c:pt>
                <c:pt idx="1473">
                  <c:v>0.22746913580247677</c:v>
                </c:pt>
                <c:pt idx="1474">
                  <c:v>0.22762345679013021</c:v>
                </c:pt>
                <c:pt idx="1475">
                  <c:v>0.22777777777778438</c:v>
                </c:pt>
                <c:pt idx="1476">
                  <c:v>0.22793209876543938</c:v>
                </c:pt>
                <c:pt idx="1477">
                  <c:v>0.22808641975309321</c:v>
                </c:pt>
                <c:pt idx="1478">
                  <c:v>0.22824074074074746</c:v>
                </c:pt>
                <c:pt idx="1479">
                  <c:v>0.22839506172840179</c:v>
                </c:pt>
                <c:pt idx="1480">
                  <c:v>0.22854938271605674</c:v>
                </c:pt>
                <c:pt idx="1481">
                  <c:v>0.22870370370371038</c:v>
                </c:pt>
                <c:pt idx="1482">
                  <c:v>0.22885802469136479</c:v>
                </c:pt>
                <c:pt idx="1483">
                  <c:v>0.22901234567901921</c:v>
                </c:pt>
                <c:pt idx="1484">
                  <c:v>0.22916666666667337</c:v>
                </c:pt>
                <c:pt idx="1485">
                  <c:v>0.22932098765432779</c:v>
                </c:pt>
                <c:pt idx="1486">
                  <c:v>0.22947530864198221</c:v>
                </c:pt>
                <c:pt idx="1487">
                  <c:v>0.22962962962963587</c:v>
                </c:pt>
                <c:pt idx="1488">
                  <c:v>0.22978395061729129</c:v>
                </c:pt>
                <c:pt idx="1489">
                  <c:v>0.2299382716049452</c:v>
                </c:pt>
                <c:pt idx="1490">
                  <c:v>0.23009259259259995</c:v>
                </c:pt>
                <c:pt idx="1491">
                  <c:v>0.23024691358025423</c:v>
                </c:pt>
                <c:pt idx="1492">
                  <c:v>0.23040123456790895</c:v>
                </c:pt>
                <c:pt idx="1493">
                  <c:v>0.23055555555556245</c:v>
                </c:pt>
                <c:pt idx="1494">
                  <c:v>0.23070987654321679</c:v>
                </c:pt>
                <c:pt idx="1495">
                  <c:v>0.23086419753087156</c:v>
                </c:pt>
                <c:pt idx="1496">
                  <c:v>0.23101851851852545</c:v>
                </c:pt>
                <c:pt idx="1497">
                  <c:v>0.23117283950617978</c:v>
                </c:pt>
                <c:pt idx="1498">
                  <c:v>0.23132716049383414</c:v>
                </c:pt>
                <c:pt idx="1499">
                  <c:v>0.23148148148148925</c:v>
                </c:pt>
                <c:pt idx="1500">
                  <c:v>0.23163580246914278</c:v>
                </c:pt>
                <c:pt idx="1501">
                  <c:v>0.2317901234567975</c:v>
                </c:pt>
                <c:pt idx="1502">
                  <c:v>0.2319444444444522</c:v>
                </c:pt>
                <c:pt idx="1503">
                  <c:v>0.23209876543210614</c:v>
                </c:pt>
                <c:pt idx="1504">
                  <c:v>0.2322530864197605</c:v>
                </c:pt>
                <c:pt idx="1505">
                  <c:v>0.2324074074074152</c:v>
                </c:pt>
                <c:pt idx="1506">
                  <c:v>0.23256172839506878</c:v>
                </c:pt>
                <c:pt idx="1507">
                  <c:v>0.23271604938272386</c:v>
                </c:pt>
                <c:pt idx="1508">
                  <c:v>0.23287037037037742</c:v>
                </c:pt>
                <c:pt idx="1509">
                  <c:v>0.23302469135803178</c:v>
                </c:pt>
                <c:pt idx="1510">
                  <c:v>0.23317901234568572</c:v>
                </c:pt>
                <c:pt idx="1511">
                  <c:v>0.23333333333334044</c:v>
                </c:pt>
                <c:pt idx="1512">
                  <c:v>0.23348765432099491</c:v>
                </c:pt>
                <c:pt idx="1513">
                  <c:v>0.23364197530864872</c:v>
                </c:pt>
                <c:pt idx="1514">
                  <c:v>0.23379629629630408</c:v>
                </c:pt>
                <c:pt idx="1515">
                  <c:v>0.23395061728395738</c:v>
                </c:pt>
                <c:pt idx="1516">
                  <c:v>0.23410493827161211</c:v>
                </c:pt>
                <c:pt idx="1517">
                  <c:v>0.23425925925926644</c:v>
                </c:pt>
                <c:pt idx="1518">
                  <c:v>0.23441358024692144</c:v>
                </c:pt>
                <c:pt idx="1519">
                  <c:v>0.2345679012345751</c:v>
                </c:pt>
                <c:pt idx="1520">
                  <c:v>0.23472222222222944</c:v>
                </c:pt>
                <c:pt idx="1521">
                  <c:v>0.23487654320988333</c:v>
                </c:pt>
                <c:pt idx="1522">
                  <c:v>0.23503086419753821</c:v>
                </c:pt>
                <c:pt idx="1523">
                  <c:v>0.23518518518519299</c:v>
                </c:pt>
                <c:pt idx="1524">
                  <c:v>0.23533950617284691</c:v>
                </c:pt>
                <c:pt idx="1525">
                  <c:v>0.23549382716050121</c:v>
                </c:pt>
                <c:pt idx="1526">
                  <c:v>0.23564814814815543</c:v>
                </c:pt>
                <c:pt idx="1527">
                  <c:v>0.23580246913580979</c:v>
                </c:pt>
                <c:pt idx="1528">
                  <c:v>0.23595679012346468</c:v>
                </c:pt>
                <c:pt idx="1529">
                  <c:v>0.23611111111111843</c:v>
                </c:pt>
                <c:pt idx="1530">
                  <c:v>0.23626543209877329</c:v>
                </c:pt>
                <c:pt idx="1531">
                  <c:v>0.23641975308642799</c:v>
                </c:pt>
                <c:pt idx="1532">
                  <c:v>0.23657407407408138</c:v>
                </c:pt>
                <c:pt idx="1533">
                  <c:v>0.23672839506173626</c:v>
                </c:pt>
                <c:pt idx="1534">
                  <c:v>0.23688271604939021</c:v>
                </c:pt>
                <c:pt idx="1535">
                  <c:v>0.23703703703704493</c:v>
                </c:pt>
                <c:pt idx="1536">
                  <c:v>0.23719135802469876</c:v>
                </c:pt>
                <c:pt idx="1537">
                  <c:v>0.23734567901235309</c:v>
                </c:pt>
                <c:pt idx="1538">
                  <c:v>0.23750000000000743</c:v>
                </c:pt>
                <c:pt idx="1539">
                  <c:v>0.23765432098766176</c:v>
                </c:pt>
                <c:pt idx="1540">
                  <c:v>0.23780864197531609</c:v>
                </c:pt>
                <c:pt idx="1541">
                  <c:v>0.23796296296297084</c:v>
                </c:pt>
                <c:pt idx="1542">
                  <c:v>0.23811728395062517</c:v>
                </c:pt>
                <c:pt idx="1543">
                  <c:v>0.23827160493827887</c:v>
                </c:pt>
                <c:pt idx="1544">
                  <c:v>0.23842592592593342</c:v>
                </c:pt>
                <c:pt idx="1545">
                  <c:v>0.23858024691358767</c:v>
                </c:pt>
                <c:pt idx="1546">
                  <c:v>0.23873456790124209</c:v>
                </c:pt>
                <c:pt idx="1547">
                  <c:v>0.23888888888889684</c:v>
                </c:pt>
                <c:pt idx="1548">
                  <c:v>0.23904320987655117</c:v>
                </c:pt>
                <c:pt idx="1549">
                  <c:v>0.23919753086420553</c:v>
                </c:pt>
                <c:pt idx="1550">
                  <c:v>0.23935185185185942</c:v>
                </c:pt>
                <c:pt idx="1551">
                  <c:v>0.23950617283951375</c:v>
                </c:pt>
                <c:pt idx="1552">
                  <c:v>0.23966049382716881</c:v>
                </c:pt>
                <c:pt idx="1553">
                  <c:v>0.23981481481482281</c:v>
                </c:pt>
                <c:pt idx="1554">
                  <c:v>0.23996913580247786</c:v>
                </c:pt>
                <c:pt idx="1555">
                  <c:v>0.24012345679013147</c:v>
                </c:pt>
                <c:pt idx="1556">
                  <c:v>0.24027777777778542</c:v>
                </c:pt>
                <c:pt idx="1557">
                  <c:v>0.24043209876544047</c:v>
                </c:pt>
                <c:pt idx="1558">
                  <c:v>0.24058641975309444</c:v>
                </c:pt>
                <c:pt idx="1559">
                  <c:v>0.24074074074074844</c:v>
                </c:pt>
                <c:pt idx="1560">
                  <c:v>0.24089506172840291</c:v>
                </c:pt>
                <c:pt idx="1561">
                  <c:v>0.24104938271605775</c:v>
                </c:pt>
                <c:pt idx="1562">
                  <c:v>0.24120370370371139</c:v>
                </c:pt>
                <c:pt idx="1563">
                  <c:v>0.24135802469136591</c:v>
                </c:pt>
                <c:pt idx="1564">
                  <c:v>0.24151234567902075</c:v>
                </c:pt>
                <c:pt idx="1565">
                  <c:v>0.24166666666667438</c:v>
                </c:pt>
                <c:pt idx="1566">
                  <c:v>0.24182098765432891</c:v>
                </c:pt>
                <c:pt idx="1567">
                  <c:v>0.24197530864198324</c:v>
                </c:pt>
                <c:pt idx="1568">
                  <c:v>0.24212962962963699</c:v>
                </c:pt>
                <c:pt idx="1569">
                  <c:v>0.24228395061729238</c:v>
                </c:pt>
                <c:pt idx="1570">
                  <c:v>0.24243827160494621</c:v>
                </c:pt>
                <c:pt idx="1571">
                  <c:v>0.24259259259260096</c:v>
                </c:pt>
                <c:pt idx="1572">
                  <c:v>0.24274691358025532</c:v>
                </c:pt>
                <c:pt idx="1573">
                  <c:v>0.24290123456791005</c:v>
                </c:pt>
                <c:pt idx="1574">
                  <c:v>0.24305555555556341</c:v>
                </c:pt>
                <c:pt idx="1575">
                  <c:v>0.24320987654321774</c:v>
                </c:pt>
                <c:pt idx="1576">
                  <c:v>0.24336419753087268</c:v>
                </c:pt>
                <c:pt idx="1577">
                  <c:v>0.24351851851852641</c:v>
                </c:pt>
                <c:pt idx="1578">
                  <c:v>0.24367283950618074</c:v>
                </c:pt>
                <c:pt idx="1579">
                  <c:v>0.24382716049383521</c:v>
                </c:pt>
                <c:pt idx="1580">
                  <c:v>0.24398148148149032</c:v>
                </c:pt>
                <c:pt idx="1581">
                  <c:v>0.24413580246914374</c:v>
                </c:pt>
                <c:pt idx="1582">
                  <c:v>0.24429012345679857</c:v>
                </c:pt>
                <c:pt idx="1583">
                  <c:v>0.24444444444445326</c:v>
                </c:pt>
                <c:pt idx="1584">
                  <c:v>0.24459876543210723</c:v>
                </c:pt>
                <c:pt idx="1585">
                  <c:v>0.24475308641976157</c:v>
                </c:pt>
                <c:pt idx="1586">
                  <c:v>0.24490740740741623</c:v>
                </c:pt>
                <c:pt idx="1587">
                  <c:v>0.24506172839506973</c:v>
                </c:pt>
                <c:pt idx="1588">
                  <c:v>0.2452160493827249</c:v>
                </c:pt>
                <c:pt idx="1589">
                  <c:v>0.2453703703703784</c:v>
                </c:pt>
                <c:pt idx="1590">
                  <c:v>0.24552469135803273</c:v>
                </c:pt>
                <c:pt idx="1591">
                  <c:v>0.24567901234568687</c:v>
                </c:pt>
                <c:pt idx="1592">
                  <c:v>0.24583333333334181</c:v>
                </c:pt>
                <c:pt idx="1593">
                  <c:v>0.24598765432099612</c:v>
                </c:pt>
                <c:pt idx="1594">
                  <c:v>0.24614197530864987</c:v>
                </c:pt>
                <c:pt idx="1595">
                  <c:v>0.2462962962963052</c:v>
                </c:pt>
                <c:pt idx="1596">
                  <c:v>0.24645061728395867</c:v>
                </c:pt>
                <c:pt idx="1597">
                  <c:v>0.24660493827161306</c:v>
                </c:pt>
                <c:pt idx="1598">
                  <c:v>0.24675925925926781</c:v>
                </c:pt>
                <c:pt idx="1599">
                  <c:v>0.2469135802469225</c:v>
                </c:pt>
                <c:pt idx="1600">
                  <c:v>0.24706790123457606</c:v>
                </c:pt>
                <c:pt idx="1601">
                  <c:v>0.24722222222223078</c:v>
                </c:pt>
                <c:pt idx="1602">
                  <c:v>0.24737654320988467</c:v>
                </c:pt>
                <c:pt idx="1603">
                  <c:v>0.24753086419753945</c:v>
                </c:pt>
                <c:pt idx="1604">
                  <c:v>0.24768518518519414</c:v>
                </c:pt>
                <c:pt idx="1605">
                  <c:v>0.24783950617284808</c:v>
                </c:pt>
                <c:pt idx="1606">
                  <c:v>0.24799382716050244</c:v>
                </c:pt>
                <c:pt idx="1607">
                  <c:v>0.24814814814815644</c:v>
                </c:pt>
                <c:pt idx="1608">
                  <c:v>0.24830246913581094</c:v>
                </c:pt>
                <c:pt idx="1609">
                  <c:v>0.2484567901234658</c:v>
                </c:pt>
                <c:pt idx="1610">
                  <c:v>0.24861111111111941</c:v>
                </c:pt>
                <c:pt idx="1611">
                  <c:v>0.24876543209877441</c:v>
                </c:pt>
                <c:pt idx="1612">
                  <c:v>0.24891975308642914</c:v>
                </c:pt>
                <c:pt idx="1613">
                  <c:v>0.24907407407408239</c:v>
                </c:pt>
                <c:pt idx="1614">
                  <c:v>0.24922839506173741</c:v>
                </c:pt>
                <c:pt idx="1615">
                  <c:v>0.24938271604939141</c:v>
                </c:pt>
                <c:pt idx="1616">
                  <c:v>0.24953703703704602</c:v>
                </c:pt>
                <c:pt idx="1617">
                  <c:v>0.24969135802469974</c:v>
                </c:pt>
                <c:pt idx="1618">
                  <c:v>0.24984567901235424</c:v>
                </c:pt>
                <c:pt idx="1619">
                  <c:v>0.25000000000000833</c:v>
                </c:pt>
                <c:pt idx="1620">
                  <c:v>0.25015432098766288</c:v>
                </c:pt>
                <c:pt idx="1621">
                  <c:v>0.25030864197531738</c:v>
                </c:pt>
                <c:pt idx="1622">
                  <c:v>0.25046296296297266</c:v>
                </c:pt>
                <c:pt idx="1623">
                  <c:v>0.25061728395062582</c:v>
                </c:pt>
                <c:pt idx="1624">
                  <c:v>0.25077160493828005</c:v>
                </c:pt>
                <c:pt idx="1625">
                  <c:v>0.25092592592593438</c:v>
                </c:pt>
                <c:pt idx="1626">
                  <c:v>0.25108024691358871</c:v>
                </c:pt>
                <c:pt idx="1627">
                  <c:v>0.25123456790124332</c:v>
                </c:pt>
                <c:pt idx="1628">
                  <c:v>0.25138888888889865</c:v>
                </c:pt>
                <c:pt idx="1629">
                  <c:v>0.25154320987655171</c:v>
                </c:pt>
                <c:pt idx="1630">
                  <c:v>0.25169753086420604</c:v>
                </c:pt>
                <c:pt idx="1631">
                  <c:v>0.25185185185186038</c:v>
                </c:pt>
                <c:pt idx="1632">
                  <c:v>0.25200617283951482</c:v>
                </c:pt>
                <c:pt idx="1633">
                  <c:v>0.25216049382716932</c:v>
                </c:pt>
                <c:pt idx="1634">
                  <c:v>0.25231481481482465</c:v>
                </c:pt>
                <c:pt idx="1635">
                  <c:v>0.25246913580247782</c:v>
                </c:pt>
                <c:pt idx="1636">
                  <c:v>0.2526234567901311</c:v>
                </c:pt>
                <c:pt idx="1637">
                  <c:v>0.25277777777778637</c:v>
                </c:pt>
                <c:pt idx="1638">
                  <c:v>0.25293209876544082</c:v>
                </c:pt>
                <c:pt idx="1639">
                  <c:v>0.25308641975309532</c:v>
                </c:pt>
                <c:pt idx="1640">
                  <c:v>0.25324074074074926</c:v>
                </c:pt>
                <c:pt idx="1641">
                  <c:v>0.25339506172840381</c:v>
                </c:pt>
                <c:pt idx="1642">
                  <c:v>0.25354938271605804</c:v>
                </c:pt>
                <c:pt idx="1643">
                  <c:v>0.25370370370371226</c:v>
                </c:pt>
                <c:pt idx="1644">
                  <c:v>0.2538580246913667</c:v>
                </c:pt>
                <c:pt idx="1645">
                  <c:v>0.25401234567902131</c:v>
                </c:pt>
                <c:pt idx="1646">
                  <c:v>0.25416666666667537</c:v>
                </c:pt>
                <c:pt idx="1647">
                  <c:v>0.25432098765433075</c:v>
                </c:pt>
                <c:pt idx="1648">
                  <c:v>0.25447530864198403</c:v>
                </c:pt>
                <c:pt idx="1649">
                  <c:v>0.25462962962963837</c:v>
                </c:pt>
                <c:pt idx="1650">
                  <c:v>0.2547839506172927</c:v>
                </c:pt>
                <c:pt idx="1651">
                  <c:v>0.25493827160494814</c:v>
                </c:pt>
                <c:pt idx="1652">
                  <c:v>0.25509259259260136</c:v>
                </c:pt>
                <c:pt idx="1653">
                  <c:v>0.25524691358025581</c:v>
                </c:pt>
                <c:pt idx="1654">
                  <c:v>0.25540123456791003</c:v>
                </c:pt>
                <c:pt idx="1655">
                  <c:v>0.25555555555556425</c:v>
                </c:pt>
                <c:pt idx="1656">
                  <c:v>0.25570987654321869</c:v>
                </c:pt>
                <c:pt idx="1657">
                  <c:v>0.25586419753087414</c:v>
                </c:pt>
                <c:pt idx="1658">
                  <c:v>0.25601851851852725</c:v>
                </c:pt>
                <c:pt idx="1659">
                  <c:v>0.25617283950618169</c:v>
                </c:pt>
                <c:pt idx="1660">
                  <c:v>0.25632716049383608</c:v>
                </c:pt>
                <c:pt idx="1661">
                  <c:v>0.25648148148149036</c:v>
                </c:pt>
                <c:pt idx="1662">
                  <c:v>0.25663580246914469</c:v>
                </c:pt>
                <c:pt idx="1663">
                  <c:v>0.25679012345679786</c:v>
                </c:pt>
                <c:pt idx="1664">
                  <c:v>0.25694444444445336</c:v>
                </c:pt>
                <c:pt idx="1665">
                  <c:v>0.2570987654321078</c:v>
                </c:pt>
                <c:pt idx="1666">
                  <c:v>0.25725308641976175</c:v>
                </c:pt>
                <c:pt idx="1667">
                  <c:v>0.25740740740741636</c:v>
                </c:pt>
                <c:pt idx="1668">
                  <c:v>0.2575617283950708</c:v>
                </c:pt>
                <c:pt idx="1669">
                  <c:v>0.25771604938272502</c:v>
                </c:pt>
                <c:pt idx="1670">
                  <c:v>0.25787037037038024</c:v>
                </c:pt>
                <c:pt idx="1671">
                  <c:v>0.25802469135803457</c:v>
                </c:pt>
                <c:pt idx="1672">
                  <c:v>0.25817901234568802</c:v>
                </c:pt>
                <c:pt idx="1673">
                  <c:v>0.25833333333334235</c:v>
                </c:pt>
                <c:pt idx="1674">
                  <c:v>0.25848765432099668</c:v>
                </c:pt>
                <c:pt idx="1675">
                  <c:v>0.25864197530865196</c:v>
                </c:pt>
                <c:pt idx="1676">
                  <c:v>0.25879629629630529</c:v>
                </c:pt>
                <c:pt idx="1677">
                  <c:v>0.25895061728396057</c:v>
                </c:pt>
                <c:pt idx="1678">
                  <c:v>0.25910493827161402</c:v>
                </c:pt>
                <c:pt idx="1679">
                  <c:v>0.25925925925926835</c:v>
                </c:pt>
                <c:pt idx="1680">
                  <c:v>0.25941358024692268</c:v>
                </c:pt>
                <c:pt idx="1681">
                  <c:v>0.2595679012345779</c:v>
                </c:pt>
                <c:pt idx="1682">
                  <c:v>0.25972222222223135</c:v>
                </c:pt>
                <c:pt idx="1683">
                  <c:v>0.25987654320988729</c:v>
                </c:pt>
                <c:pt idx="1684">
                  <c:v>0.26003086419754085</c:v>
                </c:pt>
                <c:pt idx="1685">
                  <c:v>0.26018518518519435</c:v>
                </c:pt>
                <c:pt idx="1686">
                  <c:v>0.26033950617284951</c:v>
                </c:pt>
                <c:pt idx="1687">
                  <c:v>0.26049382716050301</c:v>
                </c:pt>
                <c:pt idx="1688">
                  <c:v>0.26064814814815729</c:v>
                </c:pt>
                <c:pt idx="1689">
                  <c:v>0.26080246913581329</c:v>
                </c:pt>
                <c:pt idx="1690">
                  <c:v>0.26095679012346684</c:v>
                </c:pt>
                <c:pt idx="1691">
                  <c:v>0.26111111111112029</c:v>
                </c:pt>
                <c:pt idx="1692">
                  <c:v>0.26126543209877429</c:v>
                </c:pt>
                <c:pt idx="1693">
                  <c:v>0.26141975308642901</c:v>
                </c:pt>
                <c:pt idx="1694">
                  <c:v>0.26157407407408412</c:v>
                </c:pt>
                <c:pt idx="1695">
                  <c:v>0.26172839506173767</c:v>
                </c:pt>
                <c:pt idx="1696">
                  <c:v>0.26188271604939284</c:v>
                </c:pt>
                <c:pt idx="1697">
                  <c:v>0.26203703703704634</c:v>
                </c:pt>
                <c:pt idx="1698">
                  <c:v>0.26219135802470023</c:v>
                </c:pt>
                <c:pt idx="1699">
                  <c:v>0.26234567901235584</c:v>
                </c:pt>
                <c:pt idx="1700">
                  <c:v>0.26250000000000934</c:v>
                </c:pt>
                <c:pt idx="1701">
                  <c:v>0.26265432098766445</c:v>
                </c:pt>
                <c:pt idx="1702">
                  <c:v>0.26280864197531872</c:v>
                </c:pt>
                <c:pt idx="1703">
                  <c:v>0.26296296296297378</c:v>
                </c:pt>
                <c:pt idx="1704">
                  <c:v>0.26311728395062739</c:v>
                </c:pt>
                <c:pt idx="1705">
                  <c:v>0.263271604938281</c:v>
                </c:pt>
                <c:pt idx="1706">
                  <c:v>0.26342592592593606</c:v>
                </c:pt>
                <c:pt idx="1707">
                  <c:v>0.26358024691358967</c:v>
                </c:pt>
                <c:pt idx="1708">
                  <c:v>0.26373456790124472</c:v>
                </c:pt>
                <c:pt idx="1709">
                  <c:v>0.26388888888889978</c:v>
                </c:pt>
                <c:pt idx="1710">
                  <c:v>0.26404320987655266</c:v>
                </c:pt>
                <c:pt idx="1711">
                  <c:v>0.264197530864207</c:v>
                </c:pt>
                <c:pt idx="1712">
                  <c:v>0.26435185185186205</c:v>
                </c:pt>
                <c:pt idx="1713">
                  <c:v>0.26450617283951638</c:v>
                </c:pt>
                <c:pt idx="1714">
                  <c:v>0.26466049382717038</c:v>
                </c:pt>
                <c:pt idx="1715">
                  <c:v>0.26481481481482566</c:v>
                </c:pt>
                <c:pt idx="1716">
                  <c:v>0.26496913580247888</c:v>
                </c:pt>
                <c:pt idx="1717">
                  <c:v>0.26512345679013216</c:v>
                </c:pt>
                <c:pt idx="1718">
                  <c:v>0.26527777777778738</c:v>
                </c:pt>
                <c:pt idx="1719">
                  <c:v>0.26543209876544188</c:v>
                </c:pt>
                <c:pt idx="1720">
                  <c:v>0.26558641975309638</c:v>
                </c:pt>
                <c:pt idx="1721">
                  <c:v>0.26574074074075033</c:v>
                </c:pt>
                <c:pt idx="1722">
                  <c:v>0.26589506172840482</c:v>
                </c:pt>
                <c:pt idx="1723">
                  <c:v>0.26604938271605899</c:v>
                </c:pt>
                <c:pt idx="1724">
                  <c:v>0.26620370370371327</c:v>
                </c:pt>
                <c:pt idx="1725">
                  <c:v>0.26635802469136766</c:v>
                </c:pt>
                <c:pt idx="1726">
                  <c:v>0.26651234567902232</c:v>
                </c:pt>
                <c:pt idx="1727">
                  <c:v>0.26666666666667632</c:v>
                </c:pt>
                <c:pt idx="1728">
                  <c:v>0.26682098765433193</c:v>
                </c:pt>
                <c:pt idx="1729">
                  <c:v>0.26697530864198499</c:v>
                </c:pt>
                <c:pt idx="1730">
                  <c:v>0.26712962962963932</c:v>
                </c:pt>
                <c:pt idx="1731">
                  <c:v>0.26728395061729365</c:v>
                </c:pt>
                <c:pt idx="1732">
                  <c:v>0.26743827160494926</c:v>
                </c:pt>
                <c:pt idx="1733">
                  <c:v>0.26759259259260232</c:v>
                </c:pt>
                <c:pt idx="1734">
                  <c:v>0.26774691358025682</c:v>
                </c:pt>
                <c:pt idx="1735">
                  <c:v>0.26790123456791093</c:v>
                </c:pt>
                <c:pt idx="1736">
                  <c:v>0.26805555555556526</c:v>
                </c:pt>
                <c:pt idx="1737">
                  <c:v>0.26820987654321965</c:v>
                </c:pt>
                <c:pt idx="1738">
                  <c:v>0.26836419753087526</c:v>
                </c:pt>
                <c:pt idx="1739">
                  <c:v>0.26851851851852826</c:v>
                </c:pt>
                <c:pt idx="1740">
                  <c:v>0.26867283950618265</c:v>
                </c:pt>
                <c:pt idx="1741">
                  <c:v>0.26882716049383698</c:v>
                </c:pt>
                <c:pt idx="1742">
                  <c:v>0.26898148148149131</c:v>
                </c:pt>
                <c:pt idx="1743">
                  <c:v>0.26913580246914565</c:v>
                </c:pt>
                <c:pt idx="1744">
                  <c:v>0.26929012345679904</c:v>
                </c:pt>
                <c:pt idx="1745">
                  <c:v>0.26944444444445431</c:v>
                </c:pt>
                <c:pt idx="1746">
                  <c:v>0.26959876543210881</c:v>
                </c:pt>
                <c:pt idx="1747">
                  <c:v>0.26975308641976276</c:v>
                </c:pt>
                <c:pt idx="1748">
                  <c:v>0.26990740740741731</c:v>
                </c:pt>
                <c:pt idx="1749">
                  <c:v>0.27006172839507181</c:v>
                </c:pt>
                <c:pt idx="1750">
                  <c:v>0.27021604938272598</c:v>
                </c:pt>
                <c:pt idx="1751">
                  <c:v>0.27037037037038136</c:v>
                </c:pt>
                <c:pt idx="1752">
                  <c:v>0.27052469135803575</c:v>
                </c:pt>
                <c:pt idx="1753">
                  <c:v>0.27067901234568897</c:v>
                </c:pt>
                <c:pt idx="1754">
                  <c:v>0.27083333333334331</c:v>
                </c:pt>
                <c:pt idx="1755">
                  <c:v>0.27098765432099781</c:v>
                </c:pt>
                <c:pt idx="1756">
                  <c:v>0.27114197530865303</c:v>
                </c:pt>
                <c:pt idx="1757">
                  <c:v>0.27129629629630625</c:v>
                </c:pt>
                <c:pt idx="1758">
                  <c:v>0.27145061728396175</c:v>
                </c:pt>
                <c:pt idx="1759">
                  <c:v>0.27160493827161497</c:v>
                </c:pt>
                <c:pt idx="1760">
                  <c:v>0.2717592592592693</c:v>
                </c:pt>
                <c:pt idx="1761">
                  <c:v>0.2719135802469238</c:v>
                </c:pt>
                <c:pt idx="1762">
                  <c:v>0.27206790123457891</c:v>
                </c:pt>
                <c:pt idx="1763">
                  <c:v>0.2722222222222323</c:v>
                </c:pt>
                <c:pt idx="1764">
                  <c:v>0.2723765432098883</c:v>
                </c:pt>
                <c:pt idx="1765">
                  <c:v>0.27253086419754191</c:v>
                </c:pt>
                <c:pt idx="1766">
                  <c:v>0.2726851851851953</c:v>
                </c:pt>
                <c:pt idx="1767">
                  <c:v>0.27283950617285058</c:v>
                </c:pt>
                <c:pt idx="1768">
                  <c:v>0.27299382716050397</c:v>
                </c:pt>
                <c:pt idx="1769">
                  <c:v>0.27314814814815824</c:v>
                </c:pt>
                <c:pt idx="1770">
                  <c:v>0.2733024691358143</c:v>
                </c:pt>
                <c:pt idx="1771">
                  <c:v>0.27345679012346791</c:v>
                </c:pt>
                <c:pt idx="1772">
                  <c:v>0.27361111111112124</c:v>
                </c:pt>
                <c:pt idx="1773">
                  <c:v>0.27376543209877563</c:v>
                </c:pt>
                <c:pt idx="1774">
                  <c:v>0.27391975308642996</c:v>
                </c:pt>
                <c:pt idx="1775">
                  <c:v>0.27407407407408513</c:v>
                </c:pt>
                <c:pt idx="1776">
                  <c:v>0.27422839506173868</c:v>
                </c:pt>
                <c:pt idx="1777">
                  <c:v>0.2743827160493939</c:v>
                </c:pt>
                <c:pt idx="1778">
                  <c:v>0.27453703703704735</c:v>
                </c:pt>
                <c:pt idx="1779">
                  <c:v>0.27469135802470163</c:v>
                </c:pt>
                <c:pt idx="1780">
                  <c:v>0.2748456790123569</c:v>
                </c:pt>
                <c:pt idx="1781">
                  <c:v>0.27500000000001035</c:v>
                </c:pt>
                <c:pt idx="1782">
                  <c:v>0.27515432098766546</c:v>
                </c:pt>
                <c:pt idx="1783">
                  <c:v>0.27530864197531973</c:v>
                </c:pt>
                <c:pt idx="1784">
                  <c:v>0.27546296296297496</c:v>
                </c:pt>
                <c:pt idx="1785">
                  <c:v>0.27561728395062846</c:v>
                </c:pt>
                <c:pt idx="1786">
                  <c:v>0.27577160493828196</c:v>
                </c:pt>
                <c:pt idx="1787">
                  <c:v>0.27592592592593712</c:v>
                </c:pt>
                <c:pt idx="1788">
                  <c:v>0.27608024691359062</c:v>
                </c:pt>
                <c:pt idx="1789">
                  <c:v>0.27623456790124573</c:v>
                </c:pt>
                <c:pt idx="1790">
                  <c:v>0.27638888888890095</c:v>
                </c:pt>
                <c:pt idx="1791">
                  <c:v>0.27654320987655362</c:v>
                </c:pt>
                <c:pt idx="1792">
                  <c:v>0.27669753086420795</c:v>
                </c:pt>
                <c:pt idx="1793">
                  <c:v>0.27685185185186312</c:v>
                </c:pt>
                <c:pt idx="1794">
                  <c:v>0.27700617283951745</c:v>
                </c:pt>
                <c:pt idx="1795">
                  <c:v>0.27716049382717173</c:v>
                </c:pt>
                <c:pt idx="1796">
                  <c:v>0.27731481481482689</c:v>
                </c:pt>
                <c:pt idx="1797">
                  <c:v>0.27746913580248045</c:v>
                </c:pt>
                <c:pt idx="1798">
                  <c:v>0.27762345679013373</c:v>
                </c:pt>
                <c:pt idx="1799">
                  <c:v>0.27777777777778906</c:v>
                </c:pt>
                <c:pt idx="1800">
                  <c:v>0.27793209876544345</c:v>
                </c:pt>
                <c:pt idx="1801">
                  <c:v>0.27808641975309767</c:v>
                </c:pt>
                <c:pt idx="1802">
                  <c:v>0.27824074074075128</c:v>
                </c:pt>
                <c:pt idx="1803">
                  <c:v>0.27839506172840633</c:v>
                </c:pt>
                <c:pt idx="1804">
                  <c:v>0.27854938271605995</c:v>
                </c:pt>
                <c:pt idx="1805">
                  <c:v>0.27870370370371428</c:v>
                </c:pt>
                <c:pt idx="1806">
                  <c:v>0.27885802469136861</c:v>
                </c:pt>
                <c:pt idx="1807">
                  <c:v>0.27901234567902367</c:v>
                </c:pt>
                <c:pt idx="1808">
                  <c:v>0.279166666666678</c:v>
                </c:pt>
                <c:pt idx="1809">
                  <c:v>0.27932098765433305</c:v>
                </c:pt>
                <c:pt idx="1810">
                  <c:v>0.27947530864198594</c:v>
                </c:pt>
                <c:pt idx="1811">
                  <c:v>0.27962962962964172</c:v>
                </c:pt>
                <c:pt idx="1812">
                  <c:v>0.27978395061729461</c:v>
                </c:pt>
                <c:pt idx="1813">
                  <c:v>0.27993827160495027</c:v>
                </c:pt>
                <c:pt idx="1814">
                  <c:v>0.28009259259260338</c:v>
                </c:pt>
                <c:pt idx="1815">
                  <c:v>0.28024691358025788</c:v>
                </c:pt>
                <c:pt idx="1816">
                  <c:v>0.28040123456791194</c:v>
                </c:pt>
                <c:pt idx="1817">
                  <c:v>0.28055555555556627</c:v>
                </c:pt>
                <c:pt idx="1818">
                  <c:v>0.2807098765432206</c:v>
                </c:pt>
                <c:pt idx="1819">
                  <c:v>0.28086419753087627</c:v>
                </c:pt>
                <c:pt idx="1820">
                  <c:v>0.28101851851852927</c:v>
                </c:pt>
                <c:pt idx="1821">
                  <c:v>0.2811728395061836</c:v>
                </c:pt>
                <c:pt idx="1822">
                  <c:v>0.28132716049383832</c:v>
                </c:pt>
                <c:pt idx="1823">
                  <c:v>0.28148148148149232</c:v>
                </c:pt>
                <c:pt idx="1824">
                  <c:v>0.2816358024691466</c:v>
                </c:pt>
                <c:pt idx="1825">
                  <c:v>0.28179012345680093</c:v>
                </c:pt>
                <c:pt idx="1826">
                  <c:v>0.28194444444445532</c:v>
                </c:pt>
                <c:pt idx="1827">
                  <c:v>0.28209876543210982</c:v>
                </c:pt>
                <c:pt idx="1828">
                  <c:v>0.28225308641976393</c:v>
                </c:pt>
                <c:pt idx="1829">
                  <c:v>0.28240740740741832</c:v>
                </c:pt>
                <c:pt idx="1830">
                  <c:v>0.28256172839507282</c:v>
                </c:pt>
                <c:pt idx="1831">
                  <c:v>0.28271604938272732</c:v>
                </c:pt>
                <c:pt idx="1832">
                  <c:v>0.28287037037038254</c:v>
                </c:pt>
                <c:pt idx="1833">
                  <c:v>0.28302469135803687</c:v>
                </c:pt>
                <c:pt idx="1834">
                  <c:v>0.28317901234568998</c:v>
                </c:pt>
                <c:pt idx="1835">
                  <c:v>0.28333333333334432</c:v>
                </c:pt>
                <c:pt idx="1836">
                  <c:v>0.28348765432099882</c:v>
                </c:pt>
                <c:pt idx="1837">
                  <c:v>0.28364197530865426</c:v>
                </c:pt>
                <c:pt idx="1838">
                  <c:v>0.28379629629630726</c:v>
                </c:pt>
                <c:pt idx="1839">
                  <c:v>0.28395061728396287</c:v>
                </c:pt>
                <c:pt idx="1840">
                  <c:v>0.28410493827161598</c:v>
                </c:pt>
                <c:pt idx="1841">
                  <c:v>0.28425925925927031</c:v>
                </c:pt>
                <c:pt idx="1842">
                  <c:v>0.28441358024692481</c:v>
                </c:pt>
                <c:pt idx="1843">
                  <c:v>0.28456790123457998</c:v>
                </c:pt>
                <c:pt idx="1844">
                  <c:v>0.28472222222223331</c:v>
                </c:pt>
                <c:pt idx="1845">
                  <c:v>0.28487654320988948</c:v>
                </c:pt>
                <c:pt idx="1846">
                  <c:v>0.28503086419754298</c:v>
                </c:pt>
                <c:pt idx="1847">
                  <c:v>0.28518518518519631</c:v>
                </c:pt>
                <c:pt idx="1848">
                  <c:v>0.28533950617285164</c:v>
                </c:pt>
                <c:pt idx="1849">
                  <c:v>0.28549382716050492</c:v>
                </c:pt>
                <c:pt idx="1850">
                  <c:v>0.28564814814815925</c:v>
                </c:pt>
                <c:pt idx="1851">
                  <c:v>0.28580246913581547</c:v>
                </c:pt>
                <c:pt idx="1852">
                  <c:v>0.28595679012346897</c:v>
                </c:pt>
                <c:pt idx="1853">
                  <c:v>0.28611111111112225</c:v>
                </c:pt>
                <c:pt idx="1854">
                  <c:v>0.28626543209877653</c:v>
                </c:pt>
                <c:pt idx="1855">
                  <c:v>0.28641975308643092</c:v>
                </c:pt>
                <c:pt idx="1856">
                  <c:v>0.28657407407408636</c:v>
                </c:pt>
                <c:pt idx="1857">
                  <c:v>0.28672839506173958</c:v>
                </c:pt>
                <c:pt idx="1858">
                  <c:v>0.28688271604939497</c:v>
                </c:pt>
                <c:pt idx="1859">
                  <c:v>0.2870370370370483</c:v>
                </c:pt>
                <c:pt idx="1860">
                  <c:v>0.28719135802470253</c:v>
                </c:pt>
                <c:pt idx="1861">
                  <c:v>0.28734567901235786</c:v>
                </c:pt>
                <c:pt idx="1862">
                  <c:v>0.2875000000000113</c:v>
                </c:pt>
                <c:pt idx="1863">
                  <c:v>0.28765432098766652</c:v>
                </c:pt>
                <c:pt idx="1864">
                  <c:v>0.28780864197532086</c:v>
                </c:pt>
                <c:pt idx="1865">
                  <c:v>0.28796296296297591</c:v>
                </c:pt>
                <c:pt idx="1866">
                  <c:v>0.28811728395062952</c:v>
                </c:pt>
                <c:pt idx="1867">
                  <c:v>0.28827160493828291</c:v>
                </c:pt>
                <c:pt idx="1868">
                  <c:v>0.28842592592593813</c:v>
                </c:pt>
                <c:pt idx="1869">
                  <c:v>0.28858024691359158</c:v>
                </c:pt>
                <c:pt idx="1870">
                  <c:v>0.28873456790124685</c:v>
                </c:pt>
                <c:pt idx="1871">
                  <c:v>0.28888888888890191</c:v>
                </c:pt>
                <c:pt idx="1872">
                  <c:v>0.28904320987655457</c:v>
                </c:pt>
                <c:pt idx="1873">
                  <c:v>0.28919753086420891</c:v>
                </c:pt>
                <c:pt idx="1874">
                  <c:v>0.28935185185186413</c:v>
                </c:pt>
                <c:pt idx="1875">
                  <c:v>0.28950617283951852</c:v>
                </c:pt>
                <c:pt idx="1876">
                  <c:v>0.28966049382717285</c:v>
                </c:pt>
                <c:pt idx="1877">
                  <c:v>0.28981481481482796</c:v>
                </c:pt>
                <c:pt idx="1878">
                  <c:v>0.28996913580248151</c:v>
                </c:pt>
                <c:pt idx="1879">
                  <c:v>0.29012345679013479</c:v>
                </c:pt>
                <c:pt idx="1880">
                  <c:v>0.29027777777779012</c:v>
                </c:pt>
                <c:pt idx="1881">
                  <c:v>0.2904320987654444</c:v>
                </c:pt>
                <c:pt idx="1882">
                  <c:v>0.29058641975309868</c:v>
                </c:pt>
                <c:pt idx="1883">
                  <c:v>0.29074074074075235</c:v>
                </c:pt>
                <c:pt idx="1884">
                  <c:v>0.2908950617284074</c:v>
                </c:pt>
                <c:pt idx="1885">
                  <c:v>0.2910493827160609</c:v>
                </c:pt>
                <c:pt idx="1886">
                  <c:v>0.29120370370371534</c:v>
                </c:pt>
                <c:pt idx="1887">
                  <c:v>0.29135802469136957</c:v>
                </c:pt>
                <c:pt idx="1888">
                  <c:v>0.29151234567902468</c:v>
                </c:pt>
                <c:pt idx="1889">
                  <c:v>0.29166666666667906</c:v>
                </c:pt>
                <c:pt idx="1890">
                  <c:v>0.29182098765433417</c:v>
                </c:pt>
                <c:pt idx="1891">
                  <c:v>0.2919753086419869</c:v>
                </c:pt>
                <c:pt idx="1892">
                  <c:v>0.2921296296296429</c:v>
                </c:pt>
                <c:pt idx="1893">
                  <c:v>0.29228395061729556</c:v>
                </c:pt>
                <c:pt idx="1894">
                  <c:v>0.29243827160495151</c:v>
                </c:pt>
                <c:pt idx="1895">
                  <c:v>0.29259259259260506</c:v>
                </c:pt>
                <c:pt idx="1896">
                  <c:v>0.29274691358025939</c:v>
                </c:pt>
                <c:pt idx="1897">
                  <c:v>0.29290123456791289</c:v>
                </c:pt>
                <c:pt idx="1898">
                  <c:v>0.29305555555556728</c:v>
                </c:pt>
                <c:pt idx="1899">
                  <c:v>0.29320987654322156</c:v>
                </c:pt>
                <c:pt idx="1900">
                  <c:v>0.29336419753087739</c:v>
                </c:pt>
                <c:pt idx="1901">
                  <c:v>0.29351851851853022</c:v>
                </c:pt>
                <c:pt idx="1902">
                  <c:v>0.29367283950618456</c:v>
                </c:pt>
                <c:pt idx="1903">
                  <c:v>0.29382716049383961</c:v>
                </c:pt>
                <c:pt idx="1904">
                  <c:v>0.29398148148149394</c:v>
                </c:pt>
                <c:pt idx="1905">
                  <c:v>0.29413580246914756</c:v>
                </c:pt>
                <c:pt idx="1906">
                  <c:v>0.29429012345680189</c:v>
                </c:pt>
                <c:pt idx="1907">
                  <c:v>0.29444444444445694</c:v>
                </c:pt>
                <c:pt idx="1908">
                  <c:v>0.29459876543211128</c:v>
                </c:pt>
                <c:pt idx="1909">
                  <c:v>0.29475308641976489</c:v>
                </c:pt>
                <c:pt idx="1910">
                  <c:v>0.29490740740741994</c:v>
                </c:pt>
                <c:pt idx="1911">
                  <c:v>0.29506172839507427</c:v>
                </c:pt>
                <c:pt idx="1912">
                  <c:v>0.29521604938272838</c:v>
                </c:pt>
                <c:pt idx="1913">
                  <c:v>0.29537037037038355</c:v>
                </c:pt>
                <c:pt idx="1914">
                  <c:v>0.29552469135803788</c:v>
                </c:pt>
                <c:pt idx="1915">
                  <c:v>0.29567901234569088</c:v>
                </c:pt>
                <c:pt idx="1916">
                  <c:v>0.29583333333334538</c:v>
                </c:pt>
                <c:pt idx="1917">
                  <c:v>0.29598765432099988</c:v>
                </c:pt>
                <c:pt idx="1918">
                  <c:v>0.29614197530865516</c:v>
                </c:pt>
                <c:pt idx="1919">
                  <c:v>0.29629629629630821</c:v>
                </c:pt>
                <c:pt idx="1920">
                  <c:v>0.29645061728396388</c:v>
                </c:pt>
                <c:pt idx="1921">
                  <c:v>0.29660493827161688</c:v>
                </c:pt>
                <c:pt idx="1922">
                  <c:v>0.29675925925927132</c:v>
                </c:pt>
                <c:pt idx="1923">
                  <c:v>0.29691358024692582</c:v>
                </c:pt>
                <c:pt idx="1924">
                  <c:v>0.29706790123458116</c:v>
                </c:pt>
                <c:pt idx="1925">
                  <c:v>0.29722222222223432</c:v>
                </c:pt>
                <c:pt idx="1926">
                  <c:v>0.2973765432098906</c:v>
                </c:pt>
                <c:pt idx="1927">
                  <c:v>0.29753086419754415</c:v>
                </c:pt>
                <c:pt idx="1928">
                  <c:v>0.29768518518519732</c:v>
                </c:pt>
                <c:pt idx="1929">
                  <c:v>0.29783950617285287</c:v>
                </c:pt>
                <c:pt idx="1930">
                  <c:v>0.29799382716050588</c:v>
                </c:pt>
                <c:pt idx="1931">
                  <c:v>0.29814814814816021</c:v>
                </c:pt>
                <c:pt idx="1932">
                  <c:v>0.29830246913581659</c:v>
                </c:pt>
                <c:pt idx="1933">
                  <c:v>0.29845679012347015</c:v>
                </c:pt>
                <c:pt idx="1934">
                  <c:v>0.29861111111112321</c:v>
                </c:pt>
                <c:pt idx="1935">
                  <c:v>0.29876543209877754</c:v>
                </c:pt>
                <c:pt idx="1936">
                  <c:v>0.29891975308643187</c:v>
                </c:pt>
                <c:pt idx="1937">
                  <c:v>0.29907407407408743</c:v>
                </c:pt>
                <c:pt idx="1938">
                  <c:v>0.29922839506174187</c:v>
                </c:pt>
                <c:pt idx="1939">
                  <c:v>0.29938271604939604</c:v>
                </c:pt>
                <c:pt idx="1940">
                  <c:v>0.29953703703704931</c:v>
                </c:pt>
                <c:pt idx="1941">
                  <c:v>0.29969135802470354</c:v>
                </c:pt>
                <c:pt idx="1942">
                  <c:v>0.29984567901235892</c:v>
                </c:pt>
                <c:pt idx="1943">
                  <c:v>0.30000000000001231</c:v>
                </c:pt>
                <c:pt idx="1944">
                  <c:v>0.30015432098766764</c:v>
                </c:pt>
                <c:pt idx="1945">
                  <c:v>0.30030864197532192</c:v>
                </c:pt>
                <c:pt idx="1946">
                  <c:v>0.30046296296297703</c:v>
                </c:pt>
                <c:pt idx="1947">
                  <c:v>0.30061728395063064</c:v>
                </c:pt>
                <c:pt idx="1948">
                  <c:v>0.30077160493828387</c:v>
                </c:pt>
                <c:pt idx="1949">
                  <c:v>0.30092592592593925</c:v>
                </c:pt>
                <c:pt idx="1950">
                  <c:v>0.30108024691359281</c:v>
                </c:pt>
                <c:pt idx="1951">
                  <c:v>0.30123456790124792</c:v>
                </c:pt>
                <c:pt idx="1952">
                  <c:v>0.30138888888890286</c:v>
                </c:pt>
                <c:pt idx="1953">
                  <c:v>0.30154320987655558</c:v>
                </c:pt>
                <c:pt idx="1954">
                  <c:v>0.30169753086420986</c:v>
                </c:pt>
                <c:pt idx="1955">
                  <c:v>0.30185185185186525</c:v>
                </c:pt>
                <c:pt idx="1956">
                  <c:v>0.30200617283951964</c:v>
                </c:pt>
                <c:pt idx="1957">
                  <c:v>0.30216049382717391</c:v>
                </c:pt>
                <c:pt idx="1958">
                  <c:v>0.30231481481482886</c:v>
                </c:pt>
                <c:pt idx="1959">
                  <c:v>0.30246913580248258</c:v>
                </c:pt>
                <c:pt idx="1960">
                  <c:v>0.30262345679013575</c:v>
                </c:pt>
                <c:pt idx="1961">
                  <c:v>0.30277777777779108</c:v>
                </c:pt>
                <c:pt idx="1962">
                  <c:v>0.30293209876544547</c:v>
                </c:pt>
                <c:pt idx="1963">
                  <c:v>0.30308641975309975</c:v>
                </c:pt>
                <c:pt idx="1964">
                  <c:v>0.3032407407407533</c:v>
                </c:pt>
                <c:pt idx="1965">
                  <c:v>0.30339506172840847</c:v>
                </c:pt>
                <c:pt idx="1966">
                  <c:v>0.30354938271606186</c:v>
                </c:pt>
                <c:pt idx="1967">
                  <c:v>0.3037037037037163</c:v>
                </c:pt>
                <c:pt idx="1968">
                  <c:v>0.30385802469137052</c:v>
                </c:pt>
                <c:pt idx="1969">
                  <c:v>0.30401234567902574</c:v>
                </c:pt>
                <c:pt idx="1970">
                  <c:v>0.30416666666668007</c:v>
                </c:pt>
                <c:pt idx="1971">
                  <c:v>0.30432098765433513</c:v>
                </c:pt>
                <c:pt idx="1972">
                  <c:v>0.30447530864198785</c:v>
                </c:pt>
                <c:pt idx="1973">
                  <c:v>0.30462962962964379</c:v>
                </c:pt>
                <c:pt idx="1974">
                  <c:v>0.30478395061729652</c:v>
                </c:pt>
                <c:pt idx="1975">
                  <c:v>0.30493827160495246</c:v>
                </c:pt>
                <c:pt idx="1976">
                  <c:v>0.30509259259260607</c:v>
                </c:pt>
                <c:pt idx="1977">
                  <c:v>0.30524691358026046</c:v>
                </c:pt>
                <c:pt idx="1978">
                  <c:v>0.30540123456791385</c:v>
                </c:pt>
                <c:pt idx="1979">
                  <c:v>0.30555555555556818</c:v>
                </c:pt>
                <c:pt idx="1980">
                  <c:v>0.30570987654322251</c:v>
                </c:pt>
                <c:pt idx="1981">
                  <c:v>0.30586419753087846</c:v>
                </c:pt>
                <c:pt idx="1982">
                  <c:v>0.30601851851853118</c:v>
                </c:pt>
                <c:pt idx="1983">
                  <c:v>0.30617283950618551</c:v>
                </c:pt>
                <c:pt idx="1984">
                  <c:v>0.30632716049384123</c:v>
                </c:pt>
                <c:pt idx="1985">
                  <c:v>0.30648148148149501</c:v>
                </c:pt>
                <c:pt idx="1986">
                  <c:v>0.30663580246914851</c:v>
                </c:pt>
                <c:pt idx="1987">
                  <c:v>0.30679012345680284</c:v>
                </c:pt>
                <c:pt idx="1988">
                  <c:v>0.30694444444445801</c:v>
                </c:pt>
                <c:pt idx="1989">
                  <c:v>0.30709876543211234</c:v>
                </c:pt>
                <c:pt idx="1990">
                  <c:v>0.30725308641976584</c:v>
                </c:pt>
                <c:pt idx="1991">
                  <c:v>0.30740740740742101</c:v>
                </c:pt>
                <c:pt idx="1992">
                  <c:v>0.30756172839507534</c:v>
                </c:pt>
                <c:pt idx="1993">
                  <c:v>0.30771604938272962</c:v>
                </c:pt>
                <c:pt idx="1994">
                  <c:v>0.30787037037038473</c:v>
                </c:pt>
                <c:pt idx="1995">
                  <c:v>0.30802469135803912</c:v>
                </c:pt>
                <c:pt idx="1996">
                  <c:v>0.30817901234569262</c:v>
                </c:pt>
                <c:pt idx="1997">
                  <c:v>0.308333333333347</c:v>
                </c:pt>
                <c:pt idx="1998">
                  <c:v>0.30848765432100134</c:v>
                </c:pt>
                <c:pt idx="1999">
                  <c:v>0.30864197530865628</c:v>
                </c:pt>
                <c:pt idx="2000">
                  <c:v>0.30879629629630917</c:v>
                </c:pt>
                <c:pt idx="2001">
                  <c:v>0.30895061728396495</c:v>
                </c:pt>
                <c:pt idx="2002">
                  <c:v>0.30910493827161856</c:v>
                </c:pt>
                <c:pt idx="2003">
                  <c:v>0.30925925925927289</c:v>
                </c:pt>
                <c:pt idx="2004">
                  <c:v>0.30941358024692722</c:v>
                </c:pt>
                <c:pt idx="2005">
                  <c:v>0.30956790123458228</c:v>
                </c:pt>
                <c:pt idx="2006">
                  <c:v>0.30972222222223589</c:v>
                </c:pt>
                <c:pt idx="2007">
                  <c:v>0.30987654320989166</c:v>
                </c:pt>
                <c:pt idx="2008">
                  <c:v>0.31003086419754528</c:v>
                </c:pt>
                <c:pt idx="2009">
                  <c:v>0.31018518518519889</c:v>
                </c:pt>
                <c:pt idx="2010">
                  <c:v>0.31033950617285394</c:v>
                </c:pt>
                <c:pt idx="2011">
                  <c:v>0.31049382716050755</c:v>
                </c:pt>
                <c:pt idx="2012">
                  <c:v>0.31064814814816116</c:v>
                </c:pt>
                <c:pt idx="2013">
                  <c:v>0.31080246913581766</c:v>
                </c:pt>
                <c:pt idx="2014">
                  <c:v>0.31095679012347116</c:v>
                </c:pt>
                <c:pt idx="2015">
                  <c:v>0.31111111111112416</c:v>
                </c:pt>
                <c:pt idx="2016">
                  <c:v>0.31126543209877849</c:v>
                </c:pt>
                <c:pt idx="2017">
                  <c:v>0.31141975308643288</c:v>
                </c:pt>
                <c:pt idx="2018">
                  <c:v>0.31157407407408844</c:v>
                </c:pt>
                <c:pt idx="2019">
                  <c:v>0.31172839506174288</c:v>
                </c:pt>
                <c:pt idx="2020">
                  <c:v>0.31188271604939716</c:v>
                </c:pt>
                <c:pt idx="2021">
                  <c:v>0.31203703703705032</c:v>
                </c:pt>
                <c:pt idx="2022">
                  <c:v>0.31219135802470449</c:v>
                </c:pt>
                <c:pt idx="2023">
                  <c:v>0.31234567901236004</c:v>
                </c:pt>
                <c:pt idx="2024">
                  <c:v>0.31250000000001332</c:v>
                </c:pt>
                <c:pt idx="2025">
                  <c:v>0.31265432098766877</c:v>
                </c:pt>
                <c:pt idx="2026">
                  <c:v>0.31280864197532304</c:v>
                </c:pt>
                <c:pt idx="2027">
                  <c:v>0.31296296296297826</c:v>
                </c:pt>
                <c:pt idx="2028">
                  <c:v>0.31311728395063176</c:v>
                </c:pt>
                <c:pt idx="2029">
                  <c:v>0.31327160493828482</c:v>
                </c:pt>
                <c:pt idx="2030">
                  <c:v>0.31342592592594065</c:v>
                </c:pt>
                <c:pt idx="2031">
                  <c:v>0.31358024691359382</c:v>
                </c:pt>
                <c:pt idx="2032">
                  <c:v>0.31373456790124904</c:v>
                </c:pt>
                <c:pt idx="2033">
                  <c:v>0.31388888888890426</c:v>
                </c:pt>
                <c:pt idx="2034">
                  <c:v>0.31404320987655648</c:v>
                </c:pt>
                <c:pt idx="2035">
                  <c:v>0.31419753086421082</c:v>
                </c:pt>
                <c:pt idx="2036">
                  <c:v>0.31435185185186643</c:v>
                </c:pt>
                <c:pt idx="2037">
                  <c:v>0.31450617283952076</c:v>
                </c:pt>
                <c:pt idx="2038">
                  <c:v>0.31466049382717504</c:v>
                </c:pt>
                <c:pt idx="2039">
                  <c:v>0.31481481481483004</c:v>
                </c:pt>
                <c:pt idx="2040">
                  <c:v>0.31496913580248354</c:v>
                </c:pt>
                <c:pt idx="2041">
                  <c:v>0.31512345679013676</c:v>
                </c:pt>
                <c:pt idx="2042">
                  <c:v>0.31527777777779226</c:v>
                </c:pt>
                <c:pt idx="2043">
                  <c:v>0.31543209876544653</c:v>
                </c:pt>
                <c:pt idx="2044">
                  <c:v>0.31558641975310087</c:v>
                </c:pt>
                <c:pt idx="2045">
                  <c:v>0.31574074074075431</c:v>
                </c:pt>
                <c:pt idx="2046">
                  <c:v>0.31589506172840953</c:v>
                </c:pt>
                <c:pt idx="2047">
                  <c:v>0.31604938271606281</c:v>
                </c:pt>
                <c:pt idx="2048">
                  <c:v>0.31620370370371731</c:v>
                </c:pt>
                <c:pt idx="2049">
                  <c:v>0.31635802469137148</c:v>
                </c:pt>
                <c:pt idx="2050">
                  <c:v>0.31651234567902686</c:v>
                </c:pt>
                <c:pt idx="2051">
                  <c:v>0.31666666666668125</c:v>
                </c:pt>
                <c:pt idx="2052">
                  <c:v>0.31682098765433608</c:v>
                </c:pt>
                <c:pt idx="2053">
                  <c:v>0.31697530864198881</c:v>
                </c:pt>
                <c:pt idx="2054">
                  <c:v>0.31712962962964486</c:v>
                </c:pt>
                <c:pt idx="2055">
                  <c:v>0.31728395061729747</c:v>
                </c:pt>
                <c:pt idx="2056">
                  <c:v>0.31743827160495347</c:v>
                </c:pt>
                <c:pt idx="2057">
                  <c:v>0.31759259259260725</c:v>
                </c:pt>
                <c:pt idx="2058">
                  <c:v>0.31774691358026153</c:v>
                </c:pt>
                <c:pt idx="2059">
                  <c:v>0.3179012345679148</c:v>
                </c:pt>
                <c:pt idx="2060">
                  <c:v>0.3180555555555693</c:v>
                </c:pt>
                <c:pt idx="2061">
                  <c:v>0.31820987654322347</c:v>
                </c:pt>
                <c:pt idx="2062">
                  <c:v>0.31836419753087941</c:v>
                </c:pt>
                <c:pt idx="2063">
                  <c:v>0.3185185185185323</c:v>
                </c:pt>
                <c:pt idx="2064">
                  <c:v>0.31867283950618647</c:v>
                </c:pt>
                <c:pt idx="2065">
                  <c:v>0.31882716049384241</c:v>
                </c:pt>
                <c:pt idx="2066">
                  <c:v>0.31898148148149608</c:v>
                </c:pt>
                <c:pt idx="2067">
                  <c:v>0.31913580246914947</c:v>
                </c:pt>
                <c:pt idx="2068">
                  <c:v>0.3192901234568038</c:v>
                </c:pt>
                <c:pt idx="2069">
                  <c:v>0.31944444444445907</c:v>
                </c:pt>
                <c:pt idx="2070">
                  <c:v>0.31959876543211341</c:v>
                </c:pt>
                <c:pt idx="2071">
                  <c:v>0.3197530864197668</c:v>
                </c:pt>
                <c:pt idx="2072">
                  <c:v>0.31990740740742207</c:v>
                </c:pt>
                <c:pt idx="2073">
                  <c:v>0.32006172839507641</c:v>
                </c:pt>
                <c:pt idx="2074">
                  <c:v>0.32021604938273074</c:v>
                </c:pt>
                <c:pt idx="2075">
                  <c:v>0.32037037037038579</c:v>
                </c:pt>
                <c:pt idx="2076">
                  <c:v>0.32052469135804007</c:v>
                </c:pt>
                <c:pt idx="2077">
                  <c:v>0.32067901234569374</c:v>
                </c:pt>
                <c:pt idx="2078">
                  <c:v>0.32083333333334807</c:v>
                </c:pt>
                <c:pt idx="2079">
                  <c:v>0.32098765432100235</c:v>
                </c:pt>
                <c:pt idx="2080">
                  <c:v>0.32114197530865746</c:v>
                </c:pt>
                <c:pt idx="2081">
                  <c:v>0.32129629629631012</c:v>
                </c:pt>
                <c:pt idx="2082">
                  <c:v>0.32145061728396607</c:v>
                </c:pt>
                <c:pt idx="2083">
                  <c:v>0.32160493827161962</c:v>
                </c:pt>
                <c:pt idx="2084">
                  <c:v>0.32175925925927396</c:v>
                </c:pt>
                <c:pt idx="2085">
                  <c:v>0.32191358024692823</c:v>
                </c:pt>
                <c:pt idx="2086">
                  <c:v>0.32206790123458345</c:v>
                </c:pt>
                <c:pt idx="2087">
                  <c:v>0.32222222222223695</c:v>
                </c:pt>
                <c:pt idx="2088">
                  <c:v>0.32237654320989267</c:v>
                </c:pt>
                <c:pt idx="2089">
                  <c:v>0.32253086419754645</c:v>
                </c:pt>
                <c:pt idx="2090">
                  <c:v>0.32268518518519995</c:v>
                </c:pt>
                <c:pt idx="2091">
                  <c:v>0.32283950617285501</c:v>
                </c:pt>
                <c:pt idx="2092">
                  <c:v>0.32299382716050856</c:v>
                </c:pt>
                <c:pt idx="2093">
                  <c:v>0.32314814814816212</c:v>
                </c:pt>
                <c:pt idx="2094">
                  <c:v>0.32330246913581862</c:v>
                </c:pt>
                <c:pt idx="2095">
                  <c:v>0.32345679012347239</c:v>
                </c:pt>
                <c:pt idx="2096">
                  <c:v>0.32361111111112512</c:v>
                </c:pt>
                <c:pt idx="2097">
                  <c:v>0.32376543209877945</c:v>
                </c:pt>
                <c:pt idx="2098">
                  <c:v>0.32391975308643456</c:v>
                </c:pt>
                <c:pt idx="2099">
                  <c:v>0.32407407407408961</c:v>
                </c:pt>
                <c:pt idx="2100">
                  <c:v>0.32422839506174389</c:v>
                </c:pt>
                <c:pt idx="2101">
                  <c:v>0.32438271604939822</c:v>
                </c:pt>
                <c:pt idx="2102">
                  <c:v>0.32453703703705183</c:v>
                </c:pt>
                <c:pt idx="2103">
                  <c:v>0.32469135802470545</c:v>
                </c:pt>
                <c:pt idx="2104">
                  <c:v>0.32484567901236122</c:v>
                </c:pt>
                <c:pt idx="2105">
                  <c:v>0.32500000000001483</c:v>
                </c:pt>
                <c:pt idx="2106">
                  <c:v>0.32515432098766989</c:v>
                </c:pt>
                <c:pt idx="2107">
                  <c:v>0.32530864197532422</c:v>
                </c:pt>
                <c:pt idx="2108">
                  <c:v>0.32546296296297927</c:v>
                </c:pt>
                <c:pt idx="2109">
                  <c:v>0.32561728395063289</c:v>
                </c:pt>
                <c:pt idx="2110">
                  <c:v>0.3257716049382865</c:v>
                </c:pt>
                <c:pt idx="2111">
                  <c:v>0.32592592592594227</c:v>
                </c:pt>
                <c:pt idx="2112">
                  <c:v>0.32608024691359488</c:v>
                </c:pt>
                <c:pt idx="2113">
                  <c:v>0.32623456790125005</c:v>
                </c:pt>
                <c:pt idx="2114">
                  <c:v>0.32638888888890527</c:v>
                </c:pt>
                <c:pt idx="2115">
                  <c:v>0.32654320987655788</c:v>
                </c:pt>
                <c:pt idx="2116">
                  <c:v>0.32669753086421188</c:v>
                </c:pt>
                <c:pt idx="2117">
                  <c:v>0.32685185185186744</c:v>
                </c:pt>
                <c:pt idx="2118">
                  <c:v>0.32700617283952177</c:v>
                </c:pt>
                <c:pt idx="2119">
                  <c:v>0.32716049382717605</c:v>
                </c:pt>
                <c:pt idx="2120">
                  <c:v>0.32731481481483127</c:v>
                </c:pt>
                <c:pt idx="2121">
                  <c:v>0.32746913580248477</c:v>
                </c:pt>
                <c:pt idx="2122">
                  <c:v>0.32762345679013777</c:v>
                </c:pt>
                <c:pt idx="2123">
                  <c:v>0.32777777777779338</c:v>
                </c:pt>
                <c:pt idx="2124">
                  <c:v>0.32793209876544777</c:v>
                </c:pt>
                <c:pt idx="2125">
                  <c:v>0.32808641975310204</c:v>
                </c:pt>
                <c:pt idx="2126">
                  <c:v>0.32824074074075532</c:v>
                </c:pt>
                <c:pt idx="2127">
                  <c:v>0.32839506172841076</c:v>
                </c:pt>
                <c:pt idx="2128">
                  <c:v>0.32854938271606382</c:v>
                </c:pt>
                <c:pt idx="2129">
                  <c:v>0.32870370370371832</c:v>
                </c:pt>
                <c:pt idx="2130">
                  <c:v>0.32885802469137282</c:v>
                </c:pt>
                <c:pt idx="2131">
                  <c:v>0.32901234567902804</c:v>
                </c:pt>
                <c:pt idx="2132">
                  <c:v>0.32916666666668237</c:v>
                </c:pt>
                <c:pt idx="2133">
                  <c:v>0.32932098765433759</c:v>
                </c:pt>
                <c:pt idx="2134">
                  <c:v>0.32947530864198982</c:v>
                </c:pt>
                <c:pt idx="2135">
                  <c:v>0.32962962962964626</c:v>
                </c:pt>
                <c:pt idx="2136">
                  <c:v>0.32978395061729848</c:v>
                </c:pt>
                <c:pt idx="2137">
                  <c:v>0.32993827160495492</c:v>
                </c:pt>
                <c:pt idx="2138">
                  <c:v>0.33009259259260837</c:v>
                </c:pt>
                <c:pt idx="2139">
                  <c:v>0.33024691358026254</c:v>
                </c:pt>
                <c:pt idx="2140">
                  <c:v>0.33040123456791581</c:v>
                </c:pt>
                <c:pt idx="2141">
                  <c:v>0.33055555555557031</c:v>
                </c:pt>
                <c:pt idx="2142">
                  <c:v>0.33070987654322442</c:v>
                </c:pt>
                <c:pt idx="2143">
                  <c:v>0.33086419753088059</c:v>
                </c:pt>
                <c:pt idx="2144">
                  <c:v>0.33101851851853331</c:v>
                </c:pt>
                <c:pt idx="2145">
                  <c:v>0.33117283950618742</c:v>
                </c:pt>
                <c:pt idx="2146">
                  <c:v>0.33132716049384359</c:v>
                </c:pt>
                <c:pt idx="2147">
                  <c:v>0.33148148148149714</c:v>
                </c:pt>
                <c:pt idx="2148">
                  <c:v>0.33163580246915042</c:v>
                </c:pt>
                <c:pt idx="2149">
                  <c:v>0.33179012345680481</c:v>
                </c:pt>
                <c:pt idx="2150">
                  <c:v>0.33194444444446014</c:v>
                </c:pt>
                <c:pt idx="2151">
                  <c:v>0.33209876543211447</c:v>
                </c:pt>
                <c:pt idx="2152">
                  <c:v>0.33225308641976781</c:v>
                </c:pt>
                <c:pt idx="2153">
                  <c:v>0.33240740740742314</c:v>
                </c:pt>
                <c:pt idx="2154">
                  <c:v>0.33256172839507747</c:v>
                </c:pt>
                <c:pt idx="2155">
                  <c:v>0.33271604938273186</c:v>
                </c:pt>
                <c:pt idx="2156">
                  <c:v>0.33287037037038669</c:v>
                </c:pt>
                <c:pt idx="2157">
                  <c:v>0.33302469135804164</c:v>
                </c:pt>
                <c:pt idx="2158">
                  <c:v>0.33317901234569486</c:v>
                </c:pt>
                <c:pt idx="2159">
                  <c:v>0.33333333333334902</c:v>
                </c:pt>
                <c:pt idx="2160">
                  <c:v>0.33348765432100336</c:v>
                </c:pt>
                <c:pt idx="2161">
                  <c:v>0.33364197530865841</c:v>
                </c:pt>
                <c:pt idx="2162">
                  <c:v>0.33379629629631108</c:v>
                </c:pt>
                <c:pt idx="2163">
                  <c:v>0.33395061728396702</c:v>
                </c:pt>
                <c:pt idx="2164">
                  <c:v>0.33410493827162063</c:v>
                </c:pt>
                <c:pt idx="2165">
                  <c:v>0.33425925925927502</c:v>
                </c:pt>
                <c:pt idx="2166">
                  <c:v>0.33441358024692935</c:v>
                </c:pt>
                <c:pt idx="2167">
                  <c:v>0.33456790123458441</c:v>
                </c:pt>
                <c:pt idx="2168">
                  <c:v>0.33472222222223802</c:v>
                </c:pt>
                <c:pt idx="2169">
                  <c:v>0.33487654320989385</c:v>
                </c:pt>
                <c:pt idx="2170">
                  <c:v>0.33503086419754741</c:v>
                </c:pt>
                <c:pt idx="2171">
                  <c:v>0.33518518518520163</c:v>
                </c:pt>
                <c:pt idx="2172">
                  <c:v>0.33533950617285607</c:v>
                </c:pt>
                <c:pt idx="2173">
                  <c:v>0.33549382716050963</c:v>
                </c:pt>
                <c:pt idx="2174">
                  <c:v>0.33564814814816307</c:v>
                </c:pt>
                <c:pt idx="2175">
                  <c:v>0.33580246913581968</c:v>
                </c:pt>
                <c:pt idx="2176">
                  <c:v>0.33595679012347346</c:v>
                </c:pt>
                <c:pt idx="2177">
                  <c:v>0.33611111111112607</c:v>
                </c:pt>
                <c:pt idx="2178">
                  <c:v>0.3362654320987804</c:v>
                </c:pt>
                <c:pt idx="2179">
                  <c:v>0.33641975308643557</c:v>
                </c:pt>
                <c:pt idx="2180">
                  <c:v>0.33657407407409068</c:v>
                </c:pt>
                <c:pt idx="2181">
                  <c:v>0.33672839506174501</c:v>
                </c:pt>
                <c:pt idx="2182">
                  <c:v>0.3368827160493994</c:v>
                </c:pt>
                <c:pt idx="2183">
                  <c:v>0.3370370370370529</c:v>
                </c:pt>
                <c:pt idx="2184">
                  <c:v>0.3371913580247064</c:v>
                </c:pt>
                <c:pt idx="2185">
                  <c:v>0.3373456790123624</c:v>
                </c:pt>
                <c:pt idx="2186">
                  <c:v>0.3375000000000159</c:v>
                </c:pt>
                <c:pt idx="2187">
                  <c:v>0.33765432098767101</c:v>
                </c:pt>
                <c:pt idx="2188">
                  <c:v>0.3378086419753254</c:v>
                </c:pt>
                <c:pt idx="2189">
                  <c:v>0.33796296296298034</c:v>
                </c:pt>
                <c:pt idx="2190">
                  <c:v>0.33811728395063401</c:v>
                </c:pt>
                <c:pt idx="2191">
                  <c:v>0.33827160493828756</c:v>
                </c:pt>
                <c:pt idx="2192">
                  <c:v>0.33842592592594328</c:v>
                </c:pt>
                <c:pt idx="2193">
                  <c:v>0.33858024691359617</c:v>
                </c:pt>
                <c:pt idx="2194">
                  <c:v>0.33873456790125139</c:v>
                </c:pt>
                <c:pt idx="2195">
                  <c:v>0.33888888888890628</c:v>
                </c:pt>
                <c:pt idx="2196">
                  <c:v>0.33904320987655917</c:v>
                </c:pt>
                <c:pt idx="2197">
                  <c:v>0.33919753086421356</c:v>
                </c:pt>
                <c:pt idx="2198">
                  <c:v>0.33935185185186856</c:v>
                </c:pt>
                <c:pt idx="2199">
                  <c:v>0.33950617283952284</c:v>
                </c:pt>
                <c:pt idx="2200">
                  <c:v>0.33966049382717717</c:v>
                </c:pt>
                <c:pt idx="2201">
                  <c:v>0.33981481481483222</c:v>
                </c:pt>
                <c:pt idx="2202">
                  <c:v>0.33996913580248583</c:v>
                </c:pt>
                <c:pt idx="2203">
                  <c:v>0.340123456790138</c:v>
                </c:pt>
                <c:pt idx="2204">
                  <c:v>0.34027777777779378</c:v>
                </c:pt>
                <c:pt idx="2205">
                  <c:v>0.34043209876544811</c:v>
                </c:pt>
                <c:pt idx="2206">
                  <c:v>0.34058641975310244</c:v>
                </c:pt>
                <c:pt idx="2207">
                  <c:v>0.34074074074075605</c:v>
                </c:pt>
                <c:pt idx="2208">
                  <c:v>0.34089506172841111</c:v>
                </c:pt>
                <c:pt idx="2209">
                  <c:v>0.34104938271606472</c:v>
                </c:pt>
                <c:pt idx="2210">
                  <c:v>0.34120370370371905</c:v>
                </c:pt>
                <c:pt idx="2211">
                  <c:v>0.34135802469137339</c:v>
                </c:pt>
                <c:pt idx="2212">
                  <c:v>0.34151234567902788</c:v>
                </c:pt>
                <c:pt idx="2213">
                  <c:v>0.34166666666668238</c:v>
                </c:pt>
                <c:pt idx="2214">
                  <c:v>0.34182098765433766</c:v>
                </c:pt>
                <c:pt idx="2215">
                  <c:v>0.34197530864199072</c:v>
                </c:pt>
                <c:pt idx="2216">
                  <c:v>0.34212962962964638</c:v>
                </c:pt>
                <c:pt idx="2217">
                  <c:v>0.34228395061729933</c:v>
                </c:pt>
                <c:pt idx="2218">
                  <c:v>0.34243827160495505</c:v>
                </c:pt>
                <c:pt idx="2219">
                  <c:v>0.34259259259260832</c:v>
                </c:pt>
                <c:pt idx="2220">
                  <c:v>0.34274691358026238</c:v>
                </c:pt>
                <c:pt idx="2221">
                  <c:v>0.34290123456791671</c:v>
                </c:pt>
                <c:pt idx="2222">
                  <c:v>0.34305555555557105</c:v>
                </c:pt>
                <c:pt idx="2223">
                  <c:v>0.34320987654322527</c:v>
                </c:pt>
                <c:pt idx="2224">
                  <c:v>0.34336419753088093</c:v>
                </c:pt>
                <c:pt idx="2225">
                  <c:v>0.34351851851853404</c:v>
                </c:pt>
                <c:pt idx="2226">
                  <c:v>0.34367283950618827</c:v>
                </c:pt>
                <c:pt idx="2227">
                  <c:v>0.34382716049384393</c:v>
                </c:pt>
                <c:pt idx="2228">
                  <c:v>0.34398148148149732</c:v>
                </c:pt>
                <c:pt idx="2229">
                  <c:v>0.34413580246915126</c:v>
                </c:pt>
                <c:pt idx="2230">
                  <c:v>0.34429012345680571</c:v>
                </c:pt>
                <c:pt idx="2231">
                  <c:v>0.34444444444446032</c:v>
                </c:pt>
                <c:pt idx="2232">
                  <c:v>0.34459876543211437</c:v>
                </c:pt>
                <c:pt idx="2233">
                  <c:v>0.34475308641976871</c:v>
                </c:pt>
                <c:pt idx="2234">
                  <c:v>0.34490740740742332</c:v>
                </c:pt>
                <c:pt idx="2235">
                  <c:v>0.34506172839507737</c:v>
                </c:pt>
                <c:pt idx="2236">
                  <c:v>0.34521604938273182</c:v>
                </c:pt>
                <c:pt idx="2237">
                  <c:v>0.34537037037038737</c:v>
                </c:pt>
                <c:pt idx="2238">
                  <c:v>0.34552469135804226</c:v>
                </c:pt>
                <c:pt idx="2239">
                  <c:v>0.34567901234569481</c:v>
                </c:pt>
                <c:pt idx="2240">
                  <c:v>0.34583333333334931</c:v>
                </c:pt>
                <c:pt idx="2241">
                  <c:v>0.34598765432100337</c:v>
                </c:pt>
                <c:pt idx="2242">
                  <c:v>0.34614197530865876</c:v>
                </c:pt>
                <c:pt idx="2243">
                  <c:v>0.34629629629631203</c:v>
                </c:pt>
                <c:pt idx="2244">
                  <c:v>0.34645061728396742</c:v>
                </c:pt>
                <c:pt idx="2245">
                  <c:v>0.34660493827162081</c:v>
                </c:pt>
                <c:pt idx="2246">
                  <c:v>0.34675925925927531</c:v>
                </c:pt>
                <c:pt idx="2247">
                  <c:v>0.34691358024692937</c:v>
                </c:pt>
                <c:pt idx="2248">
                  <c:v>0.34706790123458475</c:v>
                </c:pt>
                <c:pt idx="2249">
                  <c:v>0.34722222222223831</c:v>
                </c:pt>
                <c:pt idx="2250">
                  <c:v>0.34737654320989408</c:v>
                </c:pt>
                <c:pt idx="2251">
                  <c:v>0.34753086419754775</c:v>
                </c:pt>
                <c:pt idx="2252">
                  <c:v>0.34768518518520214</c:v>
                </c:pt>
                <c:pt idx="2253">
                  <c:v>0.34783950617285642</c:v>
                </c:pt>
                <c:pt idx="2254">
                  <c:v>0.34799382716050981</c:v>
                </c:pt>
                <c:pt idx="2255">
                  <c:v>0.34814814814816403</c:v>
                </c:pt>
                <c:pt idx="2256">
                  <c:v>0.34830246913581997</c:v>
                </c:pt>
                <c:pt idx="2257">
                  <c:v>0.34845679012347375</c:v>
                </c:pt>
                <c:pt idx="2258">
                  <c:v>0.34861111111112703</c:v>
                </c:pt>
                <c:pt idx="2259">
                  <c:v>0.34876543209878125</c:v>
                </c:pt>
                <c:pt idx="2260">
                  <c:v>0.3489197530864358</c:v>
                </c:pt>
                <c:pt idx="2261">
                  <c:v>0.34907407407409097</c:v>
                </c:pt>
                <c:pt idx="2262">
                  <c:v>0.34922839506174524</c:v>
                </c:pt>
                <c:pt idx="2263">
                  <c:v>0.34938271604939958</c:v>
                </c:pt>
                <c:pt idx="2264">
                  <c:v>0.34953703703705302</c:v>
                </c:pt>
                <c:pt idx="2265">
                  <c:v>0.34969135802470724</c:v>
                </c:pt>
                <c:pt idx="2266">
                  <c:v>0.34984567901236258</c:v>
                </c:pt>
                <c:pt idx="2267">
                  <c:v>0.35000000000001602</c:v>
                </c:pt>
                <c:pt idx="2268">
                  <c:v>0.35015432098767124</c:v>
                </c:pt>
                <c:pt idx="2269">
                  <c:v>0.35030864197532557</c:v>
                </c:pt>
                <c:pt idx="2270">
                  <c:v>0.35046296296298063</c:v>
                </c:pt>
                <c:pt idx="2271">
                  <c:v>0.35061728395063424</c:v>
                </c:pt>
                <c:pt idx="2272">
                  <c:v>0.35077160493828768</c:v>
                </c:pt>
                <c:pt idx="2273">
                  <c:v>0.35092592592594368</c:v>
                </c:pt>
                <c:pt idx="2274">
                  <c:v>0.35108024691359635</c:v>
                </c:pt>
                <c:pt idx="2275">
                  <c:v>0.35123456790125157</c:v>
                </c:pt>
                <c:pt idx="2276">
                  <c:v>0.35138888888890668</c:v>
                </c:pt>
                <c:pt idx="2277">
                  <c:v>0.35154320987655935</c:v>
                </c:pt>
                <c:pt idx="2278">
                  <c:v>0.35169753086421368</c:v>
                </c:pt>
                <c:pt idx="2279">
                  <c:v>0.35185185185186885</c:v>
                </c:pt>
                <c:pt idx="2280">
                  <c:v>0.35200617283952312</c:v>
                </c:pt>
                <c:pt idx="2281">
                  <c:v>0.35216049382717751</c:v>
                </c:pt>
                <c:pt idx="2282">
                  <c:v>0.35231481481483262</c:v>
                </c:pt>
                <c:pt idx="2283">
                  <c:v>0.35246913580248612</c:v>
                </c:pt>
                <c:pt idx="2284">
                  <c:v>0.35262345679013929</c:v>
                </c:pt>
                <c:pt idx="2285">
                  <c:v>0.35277777777779484</c:v>
                </c:pt>
                <c:pt idx="2286">
                  <c:v>0.35293209876544912</c:v>
                </c:pt>
                <c:pt idx="2287">
                  <c:v>0.35308641975310351</c:v>
                </c:pt>
                <c:pt idx="2288">
                  <c:v>0.35324074074075701</c:v>
                </c:pt>
                <c:pt idx="2289">
                  <c:v>0.35339506172841212</c:v>
                </c:pt>
                <c:pt idx="2290">
                  <c:v>0.35354938271606567</c:v>
                </c:pt>
                <c:pt idx="2291">
                  <c:v>0.35370370370372001</c:v>
                </c:pt>
                <c:pt idx="2292">
                  <c:v>0.35385802469137434</c:v>
                </c:pt>
                <c:pt idx="2293">
                  <c:v>0.35401234567902951</c:v>
                </c:pt>
                <c:pt idx="2294">
                  <c:v>0.35416666666668384</c:v>
                </c:pt>
                <c:pt idx="2295">
                  <c:v>0.35432098765433889</c:v>
                </c:pt>
                <c:pt idx="2296">
                  <c:v>0.35447530864199167</c:v>
                </c:pt>
                <c:pt idx="2297">
                  <c:v>0.35462962962964761</c:v>
                </c:pt>
                <c:pt idx="2298">
                  <c:v>0.35478395061730034</c:v>
                </c:pt>
                <c:pt idx="2299">
                  <c:v>0.35493827160495611</c:v>
                </c:pt>
                <c:pt idx="2300">
                  <c:v>0.35509259259260972</c:v>
                </c:pt>
                <c:pt idx="2301">
                  <c:v>0.35524691358026406</c:v>
                </c:pt>
                <c:pt idx="2302">
                  <c:v>0.35540123456791767</c:v>
                </c:pt>
                <c:pt idx="2303">
                  <c:v>0.355555555555572</c:v>
                </c:pt>
                <c:pt idx="2304">
                  <c:v>0.35570987654322633</c:v>
                </c:pt>
                <c:pt idx="2305">
                  <c:v>0.35586419753088211</c:v>
                </c:pt>
                <c:pt idx="2306">
                  <c:v>0.356018518518535</c:v>
                </c:pt>
                <c:pt idx="2307">
                  <c:v>0.35617283950618933</c:v>
                </c:pt>
                <c:pt idx="2308">
                  <c:v>0.35632716049384511</c:v>
                </c:pt>
                <c:pt idx="2309">
                  <c:v>0.35648148148149872</c:v>
                </c:pt>
                <c:pt idx="2310">
                  <c:v>0.35663580246915233</c:v>
                </c:pt>
                <c:pt idx="2311">
                  <c:v>0.35679012345680666</c:v>
                </c:pt>
                <c:pt idx="2312">
                  <c:v>0.35694444444446138</c:v>
                </c:pt>
                <c:pt idx="2313">
                  <c:v>0.35709876543211538</c:v>
                </c:pt>
                <c:pt idx="2314">
                  <c:v>0.35725308641976966</c:v>
                </c:pt>
                <c:pt idx="2315">
                  <c:v>0.35740740740742438</c:v>
                </c:pt>
                <c:pt idx="2316">
                  <c:v>0.35756172839507838</c:v>
                </c:pt>
                <c:pt idx="2317">
                  <c:v>0.35771604938273288</c:v>
                </c:pt>
                <c:pt idx="2318">
                  <c:v>0.35787037037038838</c:v>
                </c:pt>
                <c:pt idx="2319">
                  <c:v>0.35802469135804343</c:v>
                </c:pt>
                <c:pt idx="2320">
                  <c:v>0.35817901234569582</c:v>
                </c:pt>
                <c:pt idx="2321">
                  <c:v>0.35833333333335032</c:v>
                </c:pt>
                <c:pt idx="2322">
                  <c:v>0.35848765432100432</c:v>
                </c:pt>
                <c:pt idx="2323">
                  <c:v>0.35864197530865993</c:v>
                </c:pt>
                <c:pt idx="2324">
                  <c:v>0.35879629629631299</c:v>
                </c:pt>
                <c:pt idx="2325">
                  <c:v>0.35895061728396854</c:v>
                </c:pt>
                <c:pt idx="2326">
                  <c:v>0.35910493827162182</c:v>
                </c:pt>
                <c:pt idx="2327">
                  <c:v>0.35925925925927632</c:v>
                </c:pt>
                <c:pt idx="2328">
                  <c:v>0.35941358024693032</c:v>
                </c:pt>
                <c:pt idx="2329">
                  <c:v>0.35956790123458593</c:v>
                </c:pt>
                <c:pt idx="2330">
                  <c:v>0.35972222222223932</c:v>
                </c:pt>
                <c:pt idx="2331">
                  <c:v>0.35987654320989543</c:v>
                </c:pt>
                <c:pt idx="2332">
                  <c:v>0.36003086419754893</c:v>
                </c:pt>
                <c:pt idx="2333">
                  <c:v>0.36018518518520326</c:v>
                </c:pt>
                <c:pt idx="2334">
                  <c:v>0.36033950617285754</c:v>
                </c:pt>
                <c:pt idx="2335">
                  <c:v>0.36049382716051082</c:v>
                </c:pt>
                <c:pt idx="2336">
                  <c:v>0.36064814814816493</c:v>
                </c:pt>
                <c:pt idx="2337">
                  <c:v>0.36080246913582137</c:v>
                </c:pt>
                <c:pt idx="2338">
                  <c:v>0.36095679012347487</c:v>
                </c:pt>
                <c:pt idx="2339">
                  <c:v>0.36111111111112776</c:v>
                </c:pt>
                <c:pt idx="2340">
                  <c:v>0.36126543209878226</c:v>
                </c:pt>
                <c:pt idx="2341">
                  <c:v>0.36141975308643681</c:v>
                </c:pt>
                <c:pt idx="2342">
                  <c:v>0.36157407407409203</c:v>
                </c:pt>
                <c:pt idx="2343">
                  <c:v>0.36172839506174637</c:v>
                </c:pt>
                <c:pt idx="2344">
                  <c:v>0.3618827160494012</c:v>
                </c:pt>
                <c:pt idx="2345">
                  <c:v>0.36203703703705398</c:v>
                </c:pt>
                <c:pt idx="2346">
                  <c:v>0.36219135802470825</c:v>
                </c:pt>
                <c:pt idx="2347">
                  <c:v>0.36234567901236375</c:v>
                </c:pt>
                <c:pt idx="2348">
                  <c:v>0.36250000000001698</c:v>
                </c:pt>
                <c:pt idx="2349">
                  <c:v>0.36265432098767236</c:v>
                </c:pt>
                <c:pt idx="2350">
                  <c:v>0.36280864197532675</c:v>
                </c:pt>
                <c:pt idx="2351">
                  <c:v>0.36296296296298158</c:v>
                </c:pt>
                <c:pt idx="2352">
                  <c:v>0.36311728395063536</c:v>
                </c:pt>
                <c:pt idx="2353">
                  <c:v>0.36327160493828881</c:v>
                </c:pt>
                <c:pt idx="2354">
                  <c:v>0.36342592592594458</c:v>
                </c:pt>
                <c:pt idx="2355">
                  <c:v>0.3635802469135973</c:v>
                </c:pt>
                <c:pt idx="2356">
                  <c:v>0.36373456790125275</c:v>
                </c:pt>
                <c:pt idx="2357">
                  <c:v>0.36388888888890758</c:v>
                </c:pt>
                <c:pt idx="2358">
                  <c:v>0.3640432098765603</c:v>
                </c:pt>
                <c:pt idx="2359">
                  <c:v>0.3641975308642148</c:v>
                </c:pt>
                <c:pt idx="2360">
                  <c:v>0.36435185185186991</c:v>
                </c:pt>
                <c:pt idx="2361">
                  <c:v>0.36450617283952413</c:v>
                </c:pt>
                <c:pt idx="2362">
                  <c:v>0.36466049382717858</c:v>
                </c:pt>
                <c:pt idx="2363">
                  <c:v>0.36481481481483358</c:v>
                </c:pt>
                <c:pt idx="2364">
                  <c:v>0.36496913580248713</c:v>
                </c:pt>
                <c:pt idx="2365">
                  <c:v>0.3651234567901408</c:v>
                </c:pt>
                <c:pt idx="2366">
                  <c:v>0.36527777777779591</c:v>
                </c:pt>
                <c:pt idx="2367">
                  <c:v>0.36543209876545013</c:v>
                </c:pt>
                <c:pt idx="2368">
                  <c:v>0.36558641975310457</c:v>
                </c:pt>
                <c:pt idx="2369">
                  <c:v>0.36574074074075796</c:v>
                </c:pt>
                <c:pt idx="2370">
                  <c:v>0.36589506172841313</c:v>
                </c:pt>
                <c:pt idx="2371">
                  <c:v>0.36604938271606668</c:v>
                </c:pt>
                <c:pt idx="2372">
                  <c:v>0.36620370370372096</c:v>
                </c:pt>
                <c:pt idx="2373">
                  <c:v>0.36635802469137535</c:v>
                </c:pt>
                <c:pt idx="2374">
                  <c:v>0.36651234567903057</c:v>
                </c:pt>
                <c:pt idx="2375">
                  <c:v>0.3666666666666849</c:v>
                </c:pt>
                <c:pt idx="2376">
                  <c:v>0.36682098765433996</c:v>
                </c:pt>
                <c:pt idx="2377">
                  <c:v>0.36697530864199268</c:v>
                </c:pt>
                <c:pt idx="2378">
                  <c:v>0.36712962962964857</c:v>
                </c:pt>
                <c:pt idx="2379">
                  <c:v>0.36728395061730135</c:v>
                </c:pt>
                <c:pt idx="2380">
                  <c:v>0.36743827160495723</c:v>
                </c:pt>
                <c:pt idx="2381">
                  <c:v>0.36759259259261073</c:v>
                </c:pt>
                <c:pt idx="2382">
                  <c:v>0.36774691358026512</c:v>
                </c:pt>
                <c:pt idx="2383">
                  <c:v>0.36790123456791862</c:v>
                </c:pt>
                <c:pt idx="2384">
                  <c:v>0.36805555555557296</c:v>
                </c:pt>
                <c:pt idx="2385">
                  <c:v>0.36820987654322734</c:v>
                </c:pt>
                <c:pt idx="2386">
                  <c:v>0.36836419753088323</c:v>
                </c:pt>
                <c:pt idx="2387">
                  <c:v>0.36851851851853595</c:v>
                </c:pt>
                <c:pt idx="2388">
                  <c:v>0.36867283950619034</c:v>
                </c:pt>
                <c:pt idx="2389">
                  <c:v>0.36882716049384623</c:v>
                </c:pt>
                <c:pt idx="2390">
                  <c:v>0.36898148148149973</c:v>
                </c:pt>
                <c:pt idx="2391">
                  <c:v>0.36913580246915328</c:v>
                </c:pt>
                <c:pt idx="2392">
                  <c:v>0.36929012345680762</c:v>
                </c:pt>
                <c:pt idx="2393">
                  <c:v>0.36944444444446273</c:v>
                </c:pt>
                <c:pt idx="2394">
                  <c:v>0.36959876543211706</c:v>
                </c:pt>
                <c:pt idx="2395">
                  <c:v>0.36975308641977062</c:v>
                </c:pt>
                <c:pt idx="2396">
                  <c:v>0.36990740740742573</c:v>
                </c:pt>
                <c:pt idx="2397">
                  <c:v>0.37006172839508006</c:v>
                </c:pt>
                <c:pt idx="2398">
                  <c:v>0.37021604938273439</c:v>
                </c:pt>
                <c:pt idx="2399">
                  <c:v>0.37037037037038939</c:v>
                </c:pt>
                <c:pt idx="2400">
                  <c:v>0.37052469135804444</c:v>
                </c:pt>
                <c:pt idx="2401">
                  <c:v>0.37067901234569733</c:v>
                </c:pt>
                <c:pt idx="2402">
                  <c:v>0.37083333333335167</c:v>
                </c:pt>
                <c:pt idx="2403">
                  <c:v>0.370987654321006</c:v>
                </c:pt>
                <c:pt idx="2404">
                  <c:v>0.37114197530866105</c:v>
                </c:pt>
                <c:pt idx="2405">
                  <c:v>0.37129629629631394</c:v>
                </c:pt>
                <c:pt idx="2406">
                  <c:v>0.37145061728396972</c:v>
                </c:pt>
                <c:pt idx="2407">
                  <c:v>0.37160493827162333</c:v>
                </c:pt>
                <c:pt idx="2408">
                  <c:v>0.37175925925927766</c:v>
                </c:pt>
                <c:pt idx="2409">
                  <c:v>0.371913580246932</c:v>
                </c:pt>
                <c:pt idx="2410">
                  <c:v>0.37206790123458694</c:v>
                </c:pt>
                <c:pt idx="2411">
                  <c:v>0.37222222222224127</c:v>
                </c:pt>
                <c:pt idx="2412">
                  <c:v>0.37237654320989644</c:v>
                </c:pt>
                <c:pt idx="2413">
                  <c:v>0.37253086419754994</c:v>
                </c:pt>
                <c:pt idx="2414">
                  <c:v>0.37268518518520427</c:v>
                </c:pt>
                <c:pt idx="2415">
                  <c:v>0.37283950617285855</c:v>
                </c:pt>
                <c:pt idx="2416">
                  <c:v>0.37299382716051188</c:v>
                </c:pt>
                <c:pt idx="2417">
                  <c:v>0.37314814814816594</c:v>
                </c:pt>
                <c:pt idx="2418">
                  <c:v>0.37330246913582243</c:v>
                </c:pt>
                <c:pt idx="2419">
                  <c:v>0.37345679012347588</c:v>
                </c:pt>
                <c:pt idx="2420">
                  <c:v>0.37361111111112894</c:v>
                </c:pt>
                <c:pt idx="2421">
                  <c:v>0.37376543209878327</c:v>
                </c:pt>
                <c:pt idx="2422">
                  <c:v>0.37391975308643782</c:v>
                </c:pt>
                <c:pt idx="2423">
                  <c:v>0.37407407407409327</c:v>
                </c:pt>
                <c:pt idx="2424">
                  <c:v>0.37422839506174754</c:v>
                </c:pt>
                <c:pt idx="2425">
                  <c:v>0.37438271604940276</c:v>
                </c:pt>
                <c:pt idx="2426">
                  <c:v>0.37453703703705532</c:v>
                </c:pt>
                <c:pt idx="2427">
                  <c:v>0.37469135802470926</c:v>
                </c:pt>
                <c:pt idx="2428">
                  <c:v>0.37484567901236487</c:v>
                </c:pt>
                <c:pt idx="2429">
                  <c:v>0.37500000000001832</c:v>
                </c:pt>
                <c:pt idx="2430">
                  <c:v>0.37515432098767354</c:v>
                </c:pt>
                <c:pt idx="2431">
                  <c:v>0.37530864197532787</c:v>
                </c:pt>
                <c:pt idx="2432">
                  <c:v>0.37546296296298309</c:v>
                </c:pt>
                <c:pt idx="2433">
                  <c:v>0.37561728395063654</c:v>
                </c:pt>
                <c:pt idx="2434">
                  <c:v>0.37577160493828982</c:v>
                </c:pt>
                <c:pt idx="2435">
                  <c:v>0.37592592592594609</c:v>
                </c:pt>
                <c:pt idx="2436">
                  <c:v>0.37608024691359832</c:v>
                </c:pt>
                <c:pt idx="2437">
                  <c:v>0.37623456790125376</c:v>
                </c:pt>
                <c:pt idx="2438">
                  <c:v>0.37638888888890887</c:v>
                </c:pt>
                <c:pt idx="2439">
                  <c:v>0.37654320987656131</c:v>
                </c:pt>
                <c:pt idx="2440">
                  <c:v>0.37669753086421581</c:v>
                </c:pt>
                <c:pt idx="2441">
                  <c:v>0.37685185185187098</c:v>
                </c:pt>
                <c:pt idx="2442">
                  <c:v>0.37700617283952537</c:v>
                </c:pt>
                <c:pt idx="2443">
                  <c:v>0.37716049382717964</c:v>
                </c:pt>
                <c:pt idx="2444">
                  <c:v>0.37731481481483475</c:v>
                </c:pt>
                <c:pt idx="2445">
                  <c:v>0.37746913580248836</c:v>
                </c:pt>
                <c:pt idx="2446">
                  <c:v>0.37762345679014181</c:v>
                </c:pt>
                <c:pt idx="2447">
                  <c:v>0.37777777777779697</c:v>
                </c:pt>
                <c:pt idx="2448">
                  <c:v>0.37793209876545136</c:v>
                </c:pt>
                <c:pt idx="2449">
                  <c:v>0.37808641975310564</c:v>
                </c:pt>
                <c:pt idx="2450">
                  <c:v>0.37824074074075892</c:v>
                </c:pt>
                <c:pt idx="2451">
                  <c:v>0.37839506172841436</c:v>
                </c:pt>
                <c:pt idx="2452">
                  <c:v>0.37854938271606758</c:v>
                </c:pt>
                <c:pt idx="2453">
                  <c:v>0.37870370370372192</c:v>
                </c:pt>
                <c:pt idx="2454">
                  <c:v>0.3788580246913763</c:v>
                </c:pt>
                <c:pt idx="2455">
                  <c:v>0.37901234567903164</c:v>
                </c:pt>
                <c:pt idx="2456">
                  <c:v>0.37916666666668597</c:v>
                </c:pt>
                <c:pt idx="2457">
                  <c:v>0.37932098765434141</c:v>
                </c:pt>
                <c:pt idx="2458">
                  <c:v>0.37947530864199358</c:v>
                </c:pt>
                <c:pt idx="2459">
                  <c:v>0.37962962962964952</c:v>
                </c:pt>
                <c:pt idx="2460">
                  <c:v>0.3797839506173023</c:v>
                </c:pt>
                <c:pt idx="2461">
                  <c:v>0.37993827160495819</c:v>
                </c:pt>
                <c:pt idx="2462">
                  <c:v>0.38009259259261186</c:v>
                </c:pt>
                <c:pt idx="2463">
                  <c:v>0.38024691358026613</c:v>
                </c:pt>
                <c:pt idx="2464">
                  <c:v>0.38040123456791958</c:v>
                </c:pt>
                <c:pt idx="2465">
                  <c:v>0.38055555555557391</c:v>
                </c:pt>
                <c:pt idx="2466">
                  <c:v>0.3807098765432283</c:v>
                </c:pt>
                <c:pt idx="2467">
                  <c:v>0.38086419753088419</c:v>
                </c:pt>
                <c:pt idx="2468">
                  <c:v>0.38101851851853691</c:v>
                </c:pt>
                <c:pt idx="2469">
                  <c:v>0.3811728395061913</c:v>
                </c:pt>
                <c:pt idx="2470">
                  <c:v>0.38132716049384713</c:v>
                </c:pt>
                <c:pt idx="2471">
                  <c:v>0.38148148148150085</c:v>
                </c:pt>
                <c:pt idx="2472">
                  <c:v>0.38163580246915435</c:v>
                </c:pt>
                <c:pt idx="2473">
                  <c:v>0.38179012345680857</c:v>
                </c:pt>
                <c:pt idx="2474">
                  <c:v>0.38194444444446385</c:v>
                </c:pt>
                <c:pt idx="2475">
                  <c:v>0.38209876543211813</c:v>
                </c:pt>
                <c:pt idx="2476">
                  <c:v>0.38225308641977157</c:v>
                </c:pt>
                <c:pt idx="2477">
                  <c:v>0.38240740740742674</c:v>
                </c:pt>
                <c:pt idx="2478">
                  <c:v>0.38256172839508107</c:v>
                </c:pt>
                <c:pt idx="2479">
                  <c:v>0.3827160493827354</c:v>
                </c:pt>
                <c:pt idx="2480">
                  <c:v>0.38287037037039051</c:v>
                </c:pt>
                <c:pt idx="2481">
                  <c:v>0.38302469135804551</c:v>
                </c:pt>
                <c:pt idx="2482">
                  <c:v>0.3831790123456984</c:v>
                </c:pt>
                <c:pt idx="2483">
                  <c:v>0.38333333333335268</c:v>
                </c:pt>
                <c:pt idx="2484">
                  <c:v>0.38348765432100707</c:v>
                </c:pt>
                <c:pt idx="2485">
                  <c:v>0.38364197530866218</c:v>
                </c:pt>
                <c:pt idx="2486">
                  <c:v>0.3837962962963149</c:v>
                </c:pt>
                <c:pt idx="2487">
                  <c:v>0.3839506172839709</c:v>
                </c:pt>
                <c:pt idx="2488">
                  <c:v>0.3841049382716244</c:v>
                </c:pt>
                <c:pt idx="2489">
                  <c:v>0.38425925925927867</c:v>
                </c:pt>
                <c:pt idx="2490">
                  <c:v>0.38441358024693306</c:v>
                </c:pt>
                <c:pt idx="2491">
                  <c:v>0.38456790123458812</c:v>
                </c:pt>
                <c:pt idx="2492">
                  <c:v>0.3847222222222425</c:v>
                </c:pt>
                <c:pt idx="2493">
                  <c:v>0.38487654320989745</c:v>
                </c:pt>
                <c:pt idx="2494">
                  <c:v>0.38503086419755111</c:v>
                </c:pt>
                <c:pt idx="2495">
                  <c:v>0.3851851851852055</c:v>
                </c:pt>
                <c:pt idx="2496">
                  <c:v>0.38533950617285984</c:v>
                </c:pt>
                <c:pt idx="2497">
                  <c:v>0.38549382716051334</c:v>
                </c:pt>
                <c:pt idx="2498">
                  <c:v>0.38564814814816689</c:v>
                </c:pt>
                <c:pt idx="2499">
                  <c:v>0.38580246913582339</c:v>
                </c:pt>
                <c:pt idx="2500">
                  <c:v>0.385956790123477</c:v>
                </c:pt>
                <c:pt idx="2501">
                  <c:v>0.38611111111112989</c:v>
                </c:pt>
                <c:pt idx="2502">
                  <c:v>0.38626543209878422</c:v>
                </c:pt>
                <c:pt idx="2503">
                  <c:v>0.38641975308643928</c:v>
                </c:pt>
                <c:pt idx="2504">
                  <c:v>0.38657407407409433</c:v>
                </c:pt>
                <c:pt idx="2505">
                  <c:v>0.38672839506174866</c:v>
                </c:pt>
                <c:pt idx="2506">
                  <c:v>0.38688271604940372</c:v>
                </c:pt>
                <c:pt idx="2507">
                  <c:v>0.38703703703705661</c:v>
                </c:pt>
                <c:pt idx="2508">
                  <c:v>0.38719135802471022</c:v>
                </c:pt>
                <c:pt idx="2509">
                  <c:v>0.38734567901236594</c:v>
                </c:pt>
                <c:pt idx="2510">
                  <c:v>0.38750000000001888</c:v>
                </c:pt>
                <c:pt idx="2511">
                  <c:v>0.38765432098767455</c:v>
                </c:pt>
                <c:pt idx="2512">
                  <c:v>0.38780864197532888</c:v>
                </c:pt>
                <c:pt idx="2513">
                  <c:v>0.38796296296298399</c:v>
                </c:pt>
                <c:pt idx="2514">
                  <c:v>0.38811728395063755</c:v>
                </c:pt>
                <c:pt idx="2515">
                  <c:v>0.38827160493829088</c:v>
                </c:pt>
                <c:pt idx="2516">
                  <c:v>0.38842592592594694</c:v>
                </c:pt>
                <c:pt idx="2517">
                  <c:v>0.38858024691359938</c:v>
                </c:pt>
                <c:pt idx="2518">
                  <c:v>0.38873456790125488</c:v>
                </c:pt>
                <c:pt idx="2519">
                  <c:v>0.38888888888890993</c:v>
                </c:pt>
                <c:pt idx="2520">
                  <c:v>0.38904320987656232</c:v>
                </c:pt>
                <c:pt idx="2521">
                  <c:v>0.38919753086421682</c:v>
                </c:pt>
                <c:pt idx="2522">
                  <c:v>0.38935185185187215</c:v>
                </c:pt>
                <c:pt idx="2523">
                  <c:v>0.38950617283952643</c:v>
                </c:pt>
                <c:pt idx="2524">
                  <c:v>0.38966049382718088</c:v>
                </c:pt>
                <c:pt idx="2525">
                  <c:v>0.38981481481483593</c:v>
                </c:pt>
                <c:pt idx="2526">
                  <c:v>0.38996913580248943</c:v>
                </c:pt>
                <c:pt idx="2527">
                  <c:v>0.39012345679014282</c:v>
                </c:pt>
                <c:pt idx="2528">
                  <c:v>0.39027777777779815</c:v>
                </c:pt>
                <c:pt idx="2529">
                  <c:v>0.39043209876545243</c:v>
                </c:pt>
                <c:pt idx="2530">
                  <c:v>0.39058641975310687</c:v>
                </c:pt>
                <c:pt idx="2531">
                  <c:v>0.39074074074075987</c:v>
                </c:pt>
                <c:pt idx="2532">
                  <c:v>0.39089506172841543</c:v>
                </c:pt>
                <c:pt idx="2533">
                  <c:v>0.39104938271606882</c:v>
                </c:pt>
                <c:pt idx="2534">
                  <c:v>0.39120370370372287</c:v>
                </c:pt>
                <c:pt idx="2535">
                  <c:v>0.39135802469137732</c:v>
                </c:pt>
                <c:pt idx="2536">
                  <c:v>0.39151234567903287</c:v>
                </c:pt>
                <c:pt idx="2537">
                  <c:v>0.39166666666668698</c:v>
                </c:pt>
                <c:pt idx="2538">
                  <c:v>0.39182098765434276</c:v>
                </c:pt>
                <c:pt idx="2539">
                  <c:v>0.39197530864199481</c:v>
                </c:pt>
                <c:pt idx="2540">
                  <c:v>0.3921296296296507</c:v>
                </c:pt>
                <c:pt idx="2541">
                  <c:v>0.39228395061730331</c:v>
                </c:pt>
                <c:pt idx="2542">
                  <c:v>0.39243827160495942</c:v>
                </c:pt>
                <c:pt idx="2543">
                  <c:v>0.39259259259261292</c:v>
                </c:pt>
                <c:pt idx="2544">
                  <c:v>0.39274691358026725</c:v>
                </c:pt>
                <c:pt idx="2545">
                  <c:v>0.39290123456792081</c:v>
                </c:pt>
                <c:pt idx="2546">
                  <c:v>0.39305555555557486</c:v>
                </c:pt>
                <c:pt idx="2547">
                  <c:v>0.39320987654322931</c:v>
                </c:pt>
                <c:pt idx="2548">
                  <c:v>0.39336419753088536</c:v>
                </c:pt>
                <c:pt idx="2549">
                  <c:v>0.39351851851853786</c:v>
                </c:pt>
                <c:pt idx="2550">
                  <c:v>0.39367283950619231</c:v>
                </c:pt>
                <c:pt idx="2551">
                  <c:v>0.39382716049384819</c:v>
                </c:pt>
                <c:pt idx="2552">
                  <c:v>0.39398148148150192</c:v>
                </c:pt>
                <c:pt idx="2553">
                  <c:v>0.39413580246915531</c:v>
                </c:pt>
                <c:pt idx="2554">
                  <c:v>0.39429012345680958</c:v>
                </c:pt>
                <c:pt idx="2555">
                  <c:v>0.39444444444446491</c:v>
                </c:pt>
                <c:pt idx="2556">
                  <c:v>0.39459876543211925</c:v>
                </c:pt>
                <c:pt idx="2557">
                  <c:v>0.39475308641977258</c:v>
                </c:pt>
                <c:pt idx="2558">
                  <c:v>0.39490740740742775</c:v>
                </c:pt>
                <c:pt idx="2559">
                  <c:v>0.39506172839508208</c:v>
                </c:pt>
                <c:pt idx="2560">
                  <c:v>0.39521604938273647</c:v>
                </c:pt>
                <c:pt idx="2561">
                  <c:v>0.39537037037039147</c:v>
                </c:pt>
                <c:pt idx="2562">
                  <c:v>0.39552469135804663</c:v>
                </c:pt>
                <c:pt idx="2563">
                  <c:v>0.39567901234569947</c:v>
                </c:pt>
                <c:pt idx="2564">
                  <c:v>0.39583333333335374</c:v>
                </c:pt>
                <c:pt idx="2565">
                  <c:v>0.39598765432100808</c:v>
                </c:pt>
                <c:pt idx="2566">
                  <c:v>0.39614197530866313</c:v>
                </c:pt>
                <c:pt idx="2567">
                  <c:v>0.39629629629631585</c:v>
                </c:pt>
                <c:pt idx="2568">
                  <c:v>0.3964506172839718</c:v>
                </c:pt>
                <c:pt idx="2569">
                  <c:v>0.39660493827162546</c:v>
                </c:pt>
                <c:pt idx="2570">
                  <c:v>0.39675925925927974</c:v>
                </c:pt>
                <c:pt idx="2571">
                  <c:v>0.39691358024693407</c:v>
                </c:pt>
                <c:pt idx="2572">
                  <c:v>0.39706790123458918</c:v>
                </c:pt>
                <c:pt idx="2573">
                  <c:v>0.39722222222224346</c:v>
                </c:pt>
                <c:pt idx="2574">
                  <c:v>0.39737654320989835</c:v>
                </c:pt>
                <c:pt idx="2575">
                  <c:v>0.39753086419755218</c:v>
                </c:pt>
                <c:pt idx="2576">
                  <c:v>0.39768518518520646</c:v>
                </c:pt>
                <c:pt idx="2577">
                  <c:v>0.39783950617286079</c:v>
                </c:pt>
                <c:pt idx="2578">
                  <c:v>0.39799382716051435</c:v>
                </c:pt>
                <c:pt idx="2579">
                  <c:v>0.39814814814816785</c:v>
                </c:pt>
                <c:pt idx="2580">
                  <c:v>0.39830246913582434</c:v>
                </c:pt>
                <c:pt idx="2581">
                  <c:v>0.39845679012347812</c:v>
                </c:pt>
                <c:pt idx="2582">
                  <c:v>0.39861111111113084</c:v>
                </c:pt>
                <c:pt idx="2583">
                  <c:v>0.39876543209878518</c:v>
                </c:pt>
                <c:pt idx="2584">
                  <c:v>0.39891975308644062</c:v>
                </c:pt>
                <c:pt idx="2585">
                  <c:v>0.39907407407409545</c:v>
                </c:pt>
                <c:pt idx="2586">
                  <c:v>0.39922839506174979</c:v>
                </c:pt>
                <c:pt idx="2587">
                  <c:v>0.39938271604940467</c:v>
                </c:pt>
                <c:pt idx="2588">
                  <c:v>0.39953703703705762</c:v>
                </c:pt>
                <c:pt idx="2589">
                  <c:v>0.39969135802471117</c:v>
                </c:pt>
                <c:pt idx="2590">
                  <c:v>0.39984567901236712</c:v>
                </c:pt>
                <c:pt idx="2591">
                  <c:v>0.40000000000001984</c:v>
                </c:pt>
                <c:pt idx="2592">
                  <c:v>0.40015432098767501</c:v>
                </c:pt>
                <c:pt idx="2593">
                  <c:v>0.40030864197532934</c:v>
                </c:pt>
                <c:pt idx="2594">
                  <c:v>0.40046296296298439</c:v>
                </c:pt>
                <c:pt idx="2595">
                  <c:v>0.400617283950638</c:v>
                </c:pt>
                <c:pt idx="2596">
                  <c:v>0.4007716049382915</c:v>
                </c:pt>
                <c:pt idx="2597">
                  <c:v>0.40092592592594728</c:v>
                </c:pt>
                <c:pt idx="2598">
                  <c:v>0.40108024691360089</c:v>
                </c:pt>
                <c:pt idx="2599">
                  <c:v>0.40123456790125522</c:v>
                </c:pt>
                <c:pt idx="2600">
                  <c:v>0.40138888888891028</c:v>
                </c:pt>
                <c:pt idx="2601">
                  <c:v>0.40154320987656317</c:v>
                </c:pt>
                <c:pt idx="2602">
                  <c:v>0.4016975308642175</c:v>
                </c:pt>
                <c:pt idx="2603">
                  <c:v>0.40185185185187255</c:v>
                </c:pt>
                <c:pt idx="2604">
                  <c:v>0.40200617283952689</c:v>
                </c:pt>
                <c:pt idx="2605">
                  <c:v>0.40216049382718122</c:v>
                </c:pt>
                <c:pt idx="2606">
                  <c:v>0.40231481481483627</c:v>
                </c:pt>
                <c:pt idx="2607">
                  <c:v>0.40246913580248989</c:v>
                </c:pt>
                <c:pt idx="2608">
                  <c:v>0.4026234567901435</c:v>
                </c:pt>
                <c:pt idx="2609">
                  <c:v>0.40277777777779838</c:v>
                </c:pt>
                <c:pt idx="2610">
                  <c:v>0.40293209876545238</c:v>
                </c:pt>
                <c:pt idx="2611">
                  <c:v>0.40308641975310688</c:v>
                </c:pt>
                <c:pt idx="2612">
                  <c:v>0.40324074074076083</c:v>
                </c:pt>
                <c:pt idx="2613">
                  <c:v>0.40339506172841538</c:v>
                </c:pt>
                <c:pt idx="2614">
                  <c:v>0.40354938271606949</c:v>
                </c:pt>
                <c:pt idx="2615">
                  <c:v>0.40370370370372383</c:v>
                </c:pt>
                <c:pt idx="2616">
                  <c:v>0.40385802469137816</c:v>
                </c:pt>
                <c:pt idx="2617">
                  <c:v>0.40401234567903282</c:v>
                </c:pt>
                <c:pt idx="2618">
                  <c:v>0.40416666666668682</c:v>
                </c:pt>
                <c:pt idx="2619">
                  <c:v>0.40432098765434327</c:v>
                </c:pt>
                <c:pt idx="2620">
                  <c:v>0.40447530864199549</c:v>
                </c:pt>
                <c:pt idx="2621">
                  <c:v>0.40462962962965104</c:v>
                </c:pt>
                <c:pt idx="2622">
                  <c:v>0.40478395061730416</c:v>
                </c:pt>
                <c:pt idx="2623">
                  <c:v>0.40493827160495977</c:v>
                </c:pt>
                <c:pt idx="2624">
                  <c:v>0.40509259259261282</c:v>
                </c:pt>
                <c:pt idx="2625">
                  <c:v>0.40524691358026732</c:v>
                </c:pt>
                <c:pt idx="2626">
                  <c:v>0.40540123456792149</c:v>
                </c:pt>
                <c:pt idx="2627">
                  <c:v>0.40555555555557576</c:v>
                </c:pt>
                <c:pt idx="2628">
                  <c:v>0.40570987654323015</c:v>
                </c:pt>
                <c:pt idx="2629">
                  <c:v>0.40586419753088576</c:v>
                </c:pt>
                <c:pt idx="2630">
                  <c:v>0.40601851851853876</c:v>
                </c:pt>
                <c:pt idx="2631">
                  <c:v>0.40617283950619315</c:v>
                </c:pt>
                <c:pt idx="2632">
                  <c:v>0.40632716049384876</c:v>
                </c:pt>
                <c:pt idx="2633">
                  <c:v>0.40648148148150182</c:v>
                </c:pt>
                <c:pt idx="2634">
                  <c:v>0.40663580246915615</c:v>
                </c:pt>
                <c:pt idx="2635">
                  <c:v>0.40679012345681043</c:v>
                </c:pt>
                <c:pt idx="2636">
                  <c:v>0.40694444444446481</c:v>
                </c:pt>
                <c:pt idx="2637">
                  <c:v>0.40709876543211931</c:v>
                </c:pt>
                <c:pt idx="2638">
                  <c:v>0.40725308641977326</c:v>
                </c:pt>
                <c:pt idx="2639">
                  <c:v>0.40740740740742781</c:v>
                </c:pt>
                <c:pt idx="2640">
                  <c:v>0.40756172839508231</c:v>
                </c:pt>
                <c:pt idx="2641">
                  <c:v>0.40771604938273648</c:v>
                </c:pt>
                <c:pt idx="2642">
                  <c:v>0.40787037037039187</c:v>
                </c:pt>
                <c:pt idx="2643">
                  <c:v>0.40802469135804698</c:v>
                </c:pt>
                <c:pt idx="2644">
                  <c:v>0.40817901234569948</c:v>
                </c:pt>
                <c:pt idx="2645">
                  <c:v>0.40833333333335381</c:v>
                </c:pt>
                <c:pt idx="2646">
                  <c:v>0.40848765432100831</c:v>
                </c:pt>
                <c:pt idx="2647">
                  <c:v>0.40864197530866353</c:v>
                </c:pt>
                <c:pt idx="2648">
                  <c:v>0.40879629629631675</c:v>
                </c:pt>
                <c:pt idx="2649">
                  <c:v>0.40895061728397225</c:v>
                </c:pt>
                <c:pt idx="2650">
                  <c:v>0.40910493827162547</c:v>
                </c:pt>
                <c:pt idx="2651">
                  <c:v>0.40925925925927981</c:v>
                </c:pt>
                <c:pt idx="2652">
                  <c:v>0.40941358024693431</c:v>
                </c:pt>
                <c:pt idx="2653">
                  <c:v>0.40956790123458953</c:v>
                </c:pt>
                <c:pt idx="2654">
                  <c:v>0.40972222222224386</c:v>
                </c:pt>
                <c:pt idx="2655">
                  <c:v>0.40987654320989886</c:v>
                </c:pt>
                <c:pt idx="2656">
                  <c:v>0.41003086419755252</c:v>
                </c:pt>
                <c:pt idx="2657">
                  <c:v>0.41018518518520664</c:v>
                </c:pt>
                <c:pt idx="2658">
                  <c:v>0.41033950617286108</c:v>
                </c:pt>
                <c:pt idx="2659">
                  <c:v>0.41049382716051447</c:v>
                </c:pt>
                <c:pt idx="2660">
                  <c:v>0.41064814814816875</c:v>
                </c:pt>
                <c:pt idx="2661">
                  <c:v>0.4108024691358248</c:v>
                </c:pt>
                <c:pt idx="2662">
                  <c:v>0.41095679012347841</c:v>
                </c:pt>
                <c:pt idx="2663">
                  <c:v>0.41111111111113174</c:v>
                </c:pt>
                <c:pt idx="2664">
                  <c:v>0.41126543209878613</c:v>
                </c:pt>
                <c:pt idx="2665">
                  <c:v>0.41141975308644141</c:v>
                </c:pt>
                <c:pt idx="2666">
                  <c:v>0.41157407407409563</c:v>
                </c:pt>
                <c:pt idx="2667">
                  <c:v>0.41172839506175007</c:v>
                </c:pt>
                <c:pt idx="2668">
                  <c:v>0.41188271604940502</c:v>
                </c:pt>
                <c:pt idx="2669">
                  <c:v>0.4120370370370578</c:v>
                </c:pt>
                <c:pt idx="2670">
                  <c:v>0.41219135802471213</c:v>
                </c:pt>
                <c:pt idx="2671">
                  <c:v>0.41234567901236741</c:v>
                </c:pt>
                <c:pt idx="2672">
                  <c:v>0.41250000000002085</c:v>
                </c:pt>
                <c:pt idx="2673">
                  <c:v>0.41265432098767607</c:v>
                </c:pt>
                <c:pt idx="2674">
                  <c:v>0.4128086419753304</c:v>
                </c:pt>
                <c:pt idx="2675">
                  <c:v>0.41296296296298546</c:v>
                </c:pt>
                <c:pt idx="2676">
                  <c:v>0.41311728395063907</c:v>
                </c:pt>
                <c:pt idx="2677">
                  <c:v>0.41327160493829246</c:v>
                </c:pt>
                <c:pt idx="2678">
                  <c:v>0.41342592592594846</c:v>
                </c:pt>
                <c:pt idx="2679">
                  <c:v>0.41358024691360196</c:v>
                </c:pt>
                <c:pt idx="2680">
                  <c:v>0.41373456790125623</c:v>
                </c:pt>
                <c:pt idx="2681">
                  <c:v>0.41388888888891145</c:v>
                </c:pt>
                <c:pt idx="2682">
                  <c:v>0.41404320987656412</c:v>
                </c:pt>
                <c:pt idx="2683">
                  <c:v>0.41419753086421846</c:v>
                </c:pt>
                <c:pt idx="2684">
                  <c:v>0.41435185185187362</c:v>
                </c:pt>
                <c:pt idx="2685">
                  <c:v>0.41450617283952795</c:v>
                </c:pt>
                <c:pt idx="2686">
                  <c:v>0.41466049382718223</c:v>
                </c:pt>
                <c:pt idx="2687">
                  <c:v>0.4148148148148374</c:v>
                </c:pt>
                <c:pt idx="2688">
                  <c:v>0.41496913580249095</c:v>
                </c:pt>
                <c:pt idx="2689">
                  <c:v>0.41512345679014445</c:v>
                </c:pt>
                <c:pt idx="2690">
                  <c:v>0.41527777777779956</c:v>
                </c:pt>
                <c:pt idx="2691">
                  <c:v>0.41543209876545395</c:v>
                </c:pt>
                <c:pt idx="2692">
                  <c:v>0.41558641975310823</c:v>
                </c:pt>
                <c:pt idx="2693">
                  <c:v>0.41574074074076178</c:v>
                </c:pt>
                <c:pt idx="2694">
                  <c:v>0.41589506172841695</c:v>
                </c:pt>
                <c:pt idx="2695">
                  <c:v>0.41604938271607045</c:v>
                </c:pt>
                <c:pt idx="2696">
                  <c:v>0.41620370370372478</c:v>
                </c:pt>
                <c:pt idx="2697">
                  <c:v>0.41635802469137911</c:v>
                </c:pt>
                <c:pt idx="2698">
                  <c:v>0.41651234567903417</c:v>
                </c:pt>
                <c:pt idx="2699">
                  <c:v>0.4166666666666885</c:v>
                </c:pt>
                <c:pt idx="2700">
                  <c:v>0.41682098765434428</c:v>
                </c:pt>
                <c:pt idx="2701">
                  <c:v>0.41697530864199644</c:v>
                </c:pt>
                <c:pt idx="2702">
                  <c:v>0.41712962962965222</c:v>
                </c:pt>
                <c:pt idx="2703">
                  <c:v>0.41728395061730511</c:v>
                </c:pt>
                <c:pt idx="2704">
                  <c:v>0.41743827160496089</c:v>
                </c:pt>
                <c:pt idx="2705">
                  <c:v>0.4175925925926145</c:v>
                </c:pt>
                <c:pt idx="2706">
                  <c:v>0.41774691358026883</c:v>
                </c:pt>
                <c:pt idx="2707">
                  <c:v>0.41790123456792244</c:v>
                </c:pt>
                <c:pt idx="2708">
                  <c:v>0.41805555555557677</c:v>
                </c:pt>
                <c:pt idx="2709">
                  <c:v>0.41820987654323111</c:v>
                </c:pt>
                <c:pt idx="2710">
                  <c:v>0.41836419753088677</c:v>
                </c:pt>
                <c:pt idx="2711">
                  <c:v>0.41851851851853977</c:v>
                </c:pt>
                <c:pt idx="2712">
                  <c:v>0.41867283950619411</c:v>
                </c:pt>
                <c:pt idx="2713">
                  <c:v>0.41882716049384977</c:v>
                </c:pt>
                <c:pt idx="2714">
                  <c:v>0.41898148148150288</c:v>
                </c:pt>
                <c:pt idx="2715">
                  <c:v>0.4191358024691571</c:v>
                </c:pt>
                <c:pt idx="2716">
                  <c:v>0.41929012345681144</c:v>
                </c:pt>
                <c:pt idx="2717">
                  <c:v>0.41944444444446582</c:v>
                </c:pt>
                <c:pt idx="2718">
                  <c:v>0.41959876543212032</c:v>
                </c:pt>
                <c:pt idx="2719">
                  <c:v>0.41975308641977443</c:v>
                </c:pt>
                <c:pt idx="2720">
                  <c:v>0.41990740740742882</c:v>
                </c:pt>
                <c:pt idx="2721">
                  <c:v>0.42006172839508332</c:v>
                </c:pt>
                <c:pt idx="2722">
                  <c:v>0.42021604938273782</c:v>
                </c:pt>
                <c:pt idx="2723">
                  <c:v>0.42037037037039304</c:v>
                </c:pt>
                <c:pt idx="2724">
                  <c:v>0.42052469135804826</c:v>
                </c:pt>
                <c:pt idx="2725">
                  <c:v>0.42067901234570082</c:v>
                </c:pt>
                <c:pt idx="2726">
                  <c:v>0.42083333333335482</c:v>
                </c:pt>
                <c:pt idx="2727">
                  <c:v>0.42098765432100932</c:v>
                </c:pt>
                <c:pt idx="2728">
                  <c:v>0.42114197530866476</c:v>
                </c:pt>
                <c:pt idx="2729">
                  <c:v>0.42129629629631776</c:v>
                </c:pt>
                <c:pt idx="2730">
                  <c:v>0.42145061728397337</c:v>
                </c:pt>
                <c:pt idx="2731">
                  <c:v>0.42160493827162648</c:v>
                </c:pt>
                <c:pt idx="2732">
                  <c:v>0.42175925925928082</c:v>
                </c:pt>
                <c:pt idx="2733">
                  <c:v>0.42191358024693532</c:v>
                </c:pt>
                <c:pt idx="2734">
                  <c:v>0.42206790123459076</c:v>
                </c:pt>
                <c:pt idx="2735">
                  <c:v>0.42222222222224504</c:v>
                </c:pt>
                <c:pt idx="2736">
                  <c:v>0.42237654320990003</c:v>
                </c:pt>
                <c:pt idx="2737">
                  <c:v>0.42253086419755348</c:v>
                </c:pt>
                <c:pt idx="2738">
                  <c:v>0.42268518518520787</c:v>
                </c:pt>
                <c:pt idx="2739">
                  <c:v>0.42283950617286215</c:v>
                </c:pt>
                <c:pt idx="2740">
                  <c:v>0.42299382716051542</c:v>
                </c:pt>
                <c:pt idx="2741">
                  <c:v>0.42314814814816976</c:v>
                </c:pt>
                <c:pt idx="2742">
                  <c:v>0.42330246913582598</c:v>
                </c:pt>
                <c:pt idx="2743">
                  <c:v>0.42345679012347948</c:v>
                </c:pt>
                <c:pt idx="2744">
                  <c:v>0.42361111111113275</c:v>
                </c:pt>
                <c:pt idx="2745">
                  <c:v>0.42376543209878709</c:v>
                </c:pt>
                <c:pt idx="2746">
                  <c:v>0.42391975308644247</c:v>
                </c:pt>
                <c:pt idx="2747">
                  <c:v>0.42407407407409686</c:v>
                </c:pt>
                <c:pt idx="2748">
                  <c:v>0.42422839506175114</c:v>
                </c:pt>
                <c:pt idx="2749">
                  <c:v>0.42438271604940608</c:v>
                </c:pt>
                <c:pt idx="2750">
                  <c:v>0.42453703703705881</c:v>
                </c:pt>
                <c:pt idx="2751">
                  <c:v>0.42469135802471303</c:v>
                </c:pt>
                <c:pt idx="2752">
                  <c:v>0.42484567901236847</c:v>
                </c:pt>
                <c:pt idx="2753">
                  <c:v>0.4250000000000218</c:v>
                </c:pt>
                <c:pt idx="2754">
                  <c:v>0.42515432098767714</c:v>
                </c:pt>
                <c:pt idx="2755">
                  <c:v>0.42530864197533147</c:v>
                </c:pt>
                <c:pt idx="2756">
                  <c:v>0.42546296296298647</c:v>
                </c:pt>
                <c:pt idx="2757">
                  <c:v>0.42561728395064002</c:v>
                </c:pt>
                <c:pt idx="2758">
                  <c:v>0.42577160493829341</c:v>
                </c:pt>
                <c:pt idx="2759">
                  <c:v>0.42592592592594941</c:v>
                </c:pt>
                <c:pt idx="2760">
                  <c:v>0.42608024691360302</c:v>
                </c:pt>
                <c:pt idx="2761">
                  <c:v>0.42623456790125736</c:v>
                </c:pt>
                <c:pt idx="2762">
                  <c:v>0.42638888888891241</c:v>
                </c:pt>
                <c:pt idx="2763">
                  <c:v>0.42654320987656508</c:v>
                </c:pt>
                <c:pt idx="2764">
                  <c:v>0.42669753086421941</c:v>
                </c:pt>
                <c:pt idx="2765">
                  <c:v>0.42685185185187463</c:v>
                </c:pt>
                <c:pt idx="2766">
                  <c:v>0.42700617283952902</c:v>
                </c:pt>
                <c:pt idx="2767">
                  <c:v>0.42716049382718335</c:v>
                </c:pt>
                <c:pt idx="2768">
                  <c:v>0.42731481481483841</c:v>
                </c:pt>
                <c:pt idx="2769">
                  <c:v>0.42746913580249202</c:v>
                </c:pt>
                <c:pt idx="2770">
                  <c:v>0.42762345679014541</c:v>
                </c:pt>
                <c:pt idx="2771">
                  <c:v>0.42777777777780118</c:v>
                </c:pt>
                <c:pt idx="2772">
                  <c:v>0.42793209876545502</c:v>
                </c:pt>
                <c:pt idx="2773">
                  <c:v>0.42808641975310935</c:v>
                </c:pt>
                <c:pt idx="2774">
                  <c:v>0.42824074074076285</c:v>
                </c:pt>
                <c:pt idx="2775">
                  <c:v>0.42839506172841801</c:v>
                </c:pt>
                <c:pt idx="2776">
                  <c:v>0.4285493827160714</c:v>
                </c:pt>
                <c:pt idx="2777">
                  <c:v>0.42870370370372585</c:v>
                </c:pt>
                <c:pt idx="2778">
                  <c:v>0.42885802469138007</c:v>
                </c:pt>
                <c:pt idx="2779">
                  <c:v>0.42901234567903518</c:v>
                </c:pt>
                <c:pt idx="2780">
                  <c:v>0.42916666666668957</c:v>
                </c:pt>
                <c:pt idx="2781">
                  <c:v>0.42932098765434534</c:v>
                </c:pt>
                <c:pt idx="2782">
                  <c:v>0.4294753086419974</c:v>
                </c:pt>
                <c:pt idx="2783">
                  <c:v>0.4296296296296534</c:v>
                </c:pt>
                <c:pt idx="2784">
                  <c:v>0.42978395061730607</c:v>
                </c:pt>
                <c:pt idx="2785">
                  <c:v>0.42993827160496201</c:v>
                </c:pt>
                <c:pt idx="2786">
                  <c:v>0.43009259259261556</c:v>
                </c:pt>
                <c:pt idx="2787">
                  <c:v>0.4302469135802699</c:v>
                </c:pt>
                <c:pt idx="2788">
                  <c:v>0.4304012345679234</c:v>
                </c:pt>
                <c:pt idx="2789">
                  <c:v>0.43055555555557778</c:v>
                </c:pt>
                <c:pt idx="2790">
                  <c:v>0.43070987654323206</c:v>
                </c:pt>
                <c:pt idx="2791">
                  <c:v>0.430864197530888</c:v>
                </c:pt>
                <c:pt idx="2792">
                  <c:v>0.43101851851854156</c:v>
                </c:pt>
                <c:pt idx="2793">
                  <c:v>0.43117283950619506</c:v>
                </c:pt>
                <c:pt idx="2794">
                  <c:v>0.431327160493851</c:v>
                </c:pt>
                <c:pt idx="2795">
                  <c:v>0.43148148148150456</c:v>
                </c:pt>
                <c:pt idx="2796">
                  <c:v>0.43163580246915806</c:v>
                </c:pt>
                <c:pt idx="2797">
                  <c:v>0.43179012345681239</c:v>
                </c:pt>
                <c:pt idx="2798">
                  <c:v>0.43194444444446745</c:v>
                </c:pt>
                <c:pt idx="2799">
                  <c:v>0.43209876543212178</c:v>
                </c:pt>
                <c:pt idx="2800">
                  <c:v>0.43225308641977539</c:v>
                </c:pt>
                <c:pt idx="2801">
                  <c:v>0.43240740740743044</c:v>
                </c:pt>
                <c:pt idx="2802">
                  <c:v>0.43256172839508478</c:v>
                </c:pt>
                <c:pt idx="2803">
                  <c:v>0.43271604938273911</c:v>
                </c:pt>
                <c:pt idx="2804">
                  <c:v>0.43287037037039416</c:v>
                </c:pt>
                <c:pt idx="2805">
                  <c:v>0.43302469135804922</c:v>
                </c:pt>
                <c:pt idx="2806">
                  <c:v>0.43317901234570211</c:v>
                </c:pt>
                <c:pt idx="2807">
                  <c:v>0.43333333333335644</c:v>
                </c:pt>
                <c:pt idx="2808">
                  <c:v>0.43348765432101038</c:v>
                </c:pt>
                <c:pt idx="2809">
                  <c:v>0.43364197530866566</c:v>
                </c:pt>
                <c:pt idx="2810">
                  <c:v>0.43379629629631872</c:v>
                </c:pt>
                <c:pt idx="2811">
                  <c:v>0.43395061728397438</c:v>
                </c:pt>
                <c:pt idx="2812">
                  <c:v>0.43410493827162738</c:v>
                </c:pt>
                <c:pt idx="2813">
                  <c:v>0.43425925925928188</c:v>
                </c:pt>
                <c:pt idx="2814">
                  <c:v>0.43441358024693638</c:v>
                </c:pt>
                <c:pt idx="2815">
                  <c:v>0.43456790123459166</c:v>
                </c:pt>
                <c:pt idx="2816">
                  <c:v>0.43472222222224605</c:v>
                </c:pt>
                <c:pt idx="2817">
                  <c:v>0.4348765432099011</c:v>
                </c:pt>
                <c:pt idx="2818">
                  <c:v>0.43503086419755466</c:v>
                </c:pt>
                <c:pt idx="2819">
                  <c:v>0.43518518518520893</c:v>
                </c:pt>
                <c:pt idx="2820">
                  <c:v>0.43533950617286338</c:v>
                </c:pt>
                <c:pt idx="2821">
                  <c:v>0.43549382716051638</c:v>
                </c:pt>
                <c:pt idx="2822">
                  <c:v>0.43564814814817071</c:v>
                </c:pt>
                <c:pt idx="2823">
                  <c:v>0.4358024691358271</c:v>
                </c:pt>
                <c:pt idx="2824">
                  <c:v>0.43595679012348065</c:v>
                </c:pt>
                <c:pt idx="2825">
                  <c:v>0.43611111111113371</c:v>
                </c:pt>
                <c:pt idx="2826">
                  <c:v>0.43626543209878804</c:v>
                </c:pt>
                <c:pt idx="2827">
                  <c:v>0.43641975308644365</c:v>
                </c:pt>
                <c:pt idx="2828">
                  <c:v>0.43657407407409793</c:v>
                </c:pt>
                <c:pt idx="2829">
                  <c:v>0.43672839506175237</c:v>
                </c:pt>
                <c:pt idx="2830">
                  <c:v>0.43688271604940743</c:v>
                </c:pt>
                <c:pt idx="2831">
                  <c:v>0.43703703703705982</c:v>
                </c:pt>
                <c:pt idx="2832">
                  <c:v>0.43719135802471404</c:v>
                </c:pt>
                <c:pt idx="2833">
                  <c:v>0.43734567901236965</c:v>
                </c:pt>
                <c:pt idx="2834">
                  <c:v>0.43750000000002282</c:v>
                </c:pt>
                <c:pt idx="2835">
                  <c:v>0.43765432098767837</c:v>
                </c:pt>
                <c:pt idx="2836">
                  <c:v>0.43780864197533248</c:v>
                </c:pt>
                <c:pt idx="2837">
                  <c:v>0.43796296296298753</c:v>
                </c:pt>
                <c:pt idx="2838">
                  <c:v>0.43811728395064192</c:v>
                </c:pt>
                <c:pt idx="2839">
                  <c:v>0.43827160493829437</c:v>
                </c:pt>
                <c:pt idx="2840">
                  <c:v>0.43842592592595053</c:v>
                </c:pt>
                <c:pt idx="2841">
                  <c:v>0.43858024691360414</c:v>
                </c:pt>
                <c:pt idx="2842">
                  <c:v>0.43873456790125842</c:v>
                </c:pt>
                <c:pt idx="2843">
                  <c:v>0.43888888888891353</c:v>
                </c:pt>
                <c:pt idx="2844">
                  <c:v>0.43904320987656631</c:v>
                </c:pt>
                <c:pt idx="2845">
                  <c:v>0.43919753086422036</c:v>
                </c:pt>
                <c:pt idx="2846">
                  <c:v>0.43935185185187575</c:v>
                </c:pt>
                <c:pt idx="2847">
                  <c:v>0.43950617283953014</c:v>
                </c:pt>
                <c:pt idx="2848">
                  <c:v>0.43966049382718442</c:v>
                </c:pt>
                <c:pt idx="2849">
                  <c:v>0.43981481481483936</c:v>
                </c:pt>
                <c:pt idx="2850">
                  <c:v>0.43996913580249314</c:v>
                </c:pt>
                <c:pt idx="2851">
                  <c:v>0.44012345679014625</c:v>
                </c:pt>
                <c:pt idx="2852">
                  <c:v>0.44027777777780175</c:v>
                </c:pt>
                <c:pt idx="2853">
                  <c:v>0.44043209876545508</c:v>
                </c:pt>
                <c:pt idx="2854">
                  <c:v>0.44058641975310936</c:v>
                </c:pt>
                <c:pt idx="2855">
                  <c:v>0.44074074074076369</c:v>
                </c:pt>
                <c:pt idx="2856">
                  <c:v>0.44089506172841808</c:v>
                </c:pt>
                <c:pt idx="2857">
                  <c:v>0.44104938271607225</c:v>
                </c:pt>
                <c:pt idx="2858">
                  <c:v>0.44120370370372669</c:v>
                </c:pt>
                <c:pt idx="2859">
                  <c:v>0.44135802469138075</c:v>
                </c:pt>
                <c:pt idx="2860">
                  <c:v>0.44151234567903536</c:v>
                </c:pt>
                <c:pt idx="2861">
                  <c:v>0.4416666666666898</c:v>
                </c:pt>
                <c:pt idx="2862">
                  <c:v>0.44182098765434563</c:v>
                </c:pt>
                <c:pt idx="2863">
                  <c:v>0.44197530864199824</c:v>
                </c:pt>
                <c:pt idx="2864">
                  <c:v>0.44212962962965358</c:v>
                </c:pt>
                <c:pt idx="2865">
                  <c:v>0.44228395061730674</c:v>
                </c:pt>
                <c:pt idx="2866">
                  <c:v>0.44243827160496224</c:v>
                </c:pt>
                <c:pt idx="2867">
                  <c:v>0.4425925925926158</c:v>
                </c:pt>
                <c:pt idx="2868">
                  <c:v>0.44274691358027002</c:v>
                </c:pt>
                <c:pt idx="2869">
                  <c:v>0.44290123456792424</c:v>
                </c:pt>
                <c:pt idx="2870">
                  <c:v>0.44305555555557863</c:v>
                </c:pt>
                <c:pt idx="2871">
                  <c:v>0.44320987654323279</c:v>
                </c:pt>
                <c:pt idx="2872">
                  <c:v>0.44336419753088824</c:v>
                </c:pt>
                <c:pt idx="2873">
                  <c:v>0.44351851851854168</c:v>
                </c:pt>
                <c:pt idx="2874">
                  <c:v>0.44367283950619579</c:v>
                </c:pt>
                <c:pt idx="2875">
                  <c:v>0.44382716049385124</c:v>
                </c:pt>
                <c:pt idx="2876">
                  <c:v>0.44398148148150468</c:v>
                </c:pt>
                <c:pt idx="2877">
                  <c:v>0.44413580246915879</c:v>
                </c:pt>
                <c:pt idx="2878">
                  <c:v>0.44429012345681329</c:v>
                </c:pt>
                <c:pt idx="2879">
                  <c:v>0.44444444444446768</c:v>
                </c:pt>
                <c:pt idx="2880">
                  <c:v>0.44459876543212201</c:v>
                </c:pt>
                <c:pt idx="2881">
                  <c:v>0.44475308641977629</c:v>
                </c:pt>
                <c:pt idx="2882">
                  <c:v>0.44490740740743068</c:v>
                </c:pt>
                <c:pt idx="2883">
                  <c:v>0.44506172839508501</c:v>
                </c:pt>
                <c:pt idx="2884">
                  <c:v>0.44521604938273934</c:v>
                </c:pt>
                <c:pt idx="2885">
                  <c:v>0.44537037037039451</c:v>
                </c:pt>
                <c:pt idx="2886">
                  <c:v>0.44552469135804962</c:v>
                </c:pt>
                <c:pt idx="2887">
                  <c:v>0.44567901234570234</c:v>
                </c:pt>
                <c:pt idx="2888">
                  <c:v>0.44583333333335667</c:v>
                </c:pt>
                <c:pt idx="2889">
                  <c:v>0.44598765432101101</c:v>
                </c:pt>
                <c:pt idx="2890">
                  <c:v>0.44614197530866612</c:v>
                </c:pt>
                <c:pt idx="2891">
                  <c:v>0.44629629629631923</c:v>
                </c:pt>
                <c:pt idx="2892">
                  <c:v>0.44645061728397484</c:v>
                </c:pt>
                <c:pt idx="2893">
                  <c:v>0.44660493827162834</c:v>
                </c:pt>
                <c:pt idx="2894">
                  <c:v>0.44675925925928267</c:v>
                </c:pt>
                <c:pt idx="2895">
                  <c:v>0.446913580246937</c:v>
                </c:pt>
                <c:pt idx="2896">
                  <c:v>0.44706790123459206</c:v>
                </c:pt>
                <c:pt idx="2897">
                  <c:v>0.44722222222224639</c:v>
                </c:pt>
                <c:pt idx="2898">
                  <c:v>0.44737654320990144</c:v>
                </c:pt>
                <c:pt idx="2899">
                  <c:v>0.44753086419755506</c:v>
                </c:pt>
                <c:pt idx="2900">
                  <c:v>0.44768518518520939</c:v>
                </c:pt>
                <c:pt idx="2901">
                  <c:v>0.44783950617286372</c:v>
                </c:pt>
                <c:pt idx="2902">
                  <c:v>0.44799382716051733</c:v>
                </c:pt>
                <c:pt idx="2903">
                  <c:v>0.44814814814817094</c:v>
                </c:pt>
                <c:pt idx="2904">
                  <c:v>0.44830246913582744</c:v>
                </c:pt>
                <c:pt idx="2905">
                  <c:v>0.44845679012348105</c:v>
                </c:pt>
                <c:pt idx="2906">
                  <c:v>0.44861111111113394</c:v>
                </c:pt>
                <c:pt idx="2907">
                  <c:v>0.44876543209878828</c:v>
                </c:pt>
                <c:pt idx="2908">
                  <c:v>0.44891975308644338</c:v>
                </c:pt>
                <c:pt idx="2909">
                  <c:v>0.44907407407409788</c:v>
                </c:pt>
                <c:pt idx="2910">
                  <c:v>0.44922839506175238</c:v>
                </c:pt>
                <c:pt idx="2911">
                  <c:v>0.44938271604940766</c:v>
                </c:pt>
                <c:pt idx="2912">
                  <c:v>0.44953703703706066</c:v>
                </c:pt>
                <c:pt idx="2913">
                  <c:v>0.44969135802471416</c:v>
                </c:pt>
                <c:pt idx="2914">
                  <c:v>0.44984567901236938</c:v>
                </c:pt>
                <c:pt idx="2915">
                  <c:v>0.45000000000002366</c:v>
                </c:pt>
                <c:pt idx="2916">
                  <c:v>0.45015432098767832</c:v>
                </c:pt>
                <c:pt idx="2917">
                  <c:v>0.45030864197533232</c:v>
                </c:pt>
                <c:pt idx="2918">
                  <c:v>0.45046296296298793</c:v>
                </c:pt>
                <c:pt idx="2919">
                  <c:v>0.45061728395064227</c:v>
                </c:pt>
                <c:pt idx="2920">
                  <c:v>0.45077160493829527</c:v>
                </c:pt>
                <c:pt idx="2921">
                  <c:v>0.45092592592595093</c:v>
                </c:pt>
                <c:pt idx="2922">
                  <c:v>0.45108024691360432</c:v>
                </c:pt>
                <c:pt idx="2923">
                  <c:v>0.45123456790125832</c:v>
                </c:pt>
                <c:pt idx="2924">
                  <c:v>0.45138888888891393</c:v>
                </c:pt>
                <c:pt idx="2925">
                  <c:v>0.45154320987656699</c:v>
                </c:pt>
                <c:pt idx="2926">
                  <c:v>0.45169753086422126</c:v>
                </c:pt>
                <c:pt idx="2927">
                  <c:v>0.45185185185187582</c:v>
                </c:pt>
                <c:pt idx="2928">
                  <c:v>0.45200617283952998</c:v>
                </c:pt>
                <c:pt idx="2929">
                  <c:v>0.45216049382718432</c:v>
                </c:pt>
                <c:pt idx="2930">
                  <c:v>0.45231481481483993</c:v>
                </c:pt>
                <c:pt idx="2931">
                  <c:v>0.45246913580249298</c:v>
                </c:pt>
                <c:pt idx="2932">
                  <c:v>0.45262345679014726</c:v>
                </c:pt>
                <c:pt idx="2933">
                  <c:v>0.45277777777780293</c:v>
                </c:pt>
                <c:pt idx="2934">
                  <c:v>0.45293209876545598</c:v>
                </c:pt>
                <c:pt idx="2935">
                  <c:v>0.45308641975311031</c:v>
                </c:pt>
                <c:pt idx="2936">
                  <c:v>0.45324074074076465</c:v>
                </c:pt>
                <c:pt idx="2937">
                  <c:v>0.45339506172841898</c:v>
                </c:pt>
                <c:pt idx="2938">
                  <c:v>0.45354938271607326</c:v>
                </c:pt>
                <c:pt idx="2939">
                  <c:v>0.45370370370372765</c:v>
                </c:pt>
                <c:pt idx="2940">
                  <c:v>0.45385802469138176</c:v>
                </c:pt>
                <c:pt idx="2941">
                  <c:v>0.45401234567903631</c:v>
                </c:pt>
                <c:pt idx="2942">
                  <c:v>0.45416666666669081</c:v>
                </c:pt>
                <c:pt idx="2943">
                  <c:v>0.45432098765434686</c:v>
                </c:pt>
                <c:pt idx="2944">
                  <c:v>0.45447530864199925</c:v>
                </c:pt>
                <c:pt idx="2945">
                  <c:v>0.45462962962965475</c:v>
                </c:pt>
                <c:pt idx="2946">
                  <c:v>0.45478395061730775</c:v>
                </c:pt>
                <c:pt idx="2947">
                  <c:v>0.45493827160496336</c:v>
                </c:pt>
                <c:pt idx="2948">
                  <c:v>0.45509259259261681</c:v>
                </c:pt>
                <c:pt idx="2949">
                  <c:v>0.45524691358027097</c:v>
                </c:pt>
                <c:pt idx="2950">
                  <c:v>0.45540123456792525</c:v>
                </c:pt>
                <c:pt idx="2951">
                  <c:v>0.45555555555557964</c:v>
                </c:pt>
                <c:pt idx="2952">
                  <c:v>0.45570987654323375</c:v>
                </c:pt>
                <c:pt idx="2953">
                  <c:v>0.45586419753088936</c:v>
                </c:pt>
                <c:pt idx="2954">
                  <c:v>0.4560185185185428</c:v>
                </c:pt>
                <c:pt idx="2955">
                  <c:v>0.45617283950619675</c:v>
                </c:pt>
                <c:pt idx="2956">
                  <c:v>0.45632716049385214</c:v>
                </c:pt>
                <c:pt idx="2957">
                  <c:v>0.4564814814815058</c:v>
                </c:pt>
                <c:pt idx="2958">
                  <c:v>0.45663580246915975</c:v>
                </c:pt>
                <c:pt idx="2959">
                  <c:v>0.45679012345681425</c:v>
                </c:pt>
                <c:pt idx="2960">
                  <c:v>0.4569444444444688</c:v>
                </c:pt>
                <c:pt idx="2961">
                  <c:v>0.45709876543212297</c:v>
                </c:pt>
                <c:pt idx="2962">
                  <c:v>0.45725308641977724</c:v>
                </c:pt>
                <c:pt idx="2963">
                  <c:v>0.4574074074074318</c:v>
                </c:pt>
                <c:pt idx="2964">
                  <c:v>0.45756172839508596</c:v>
                </c:pt>
                <c:pt idx="2965">
                  <c:v>0.45771604938274113</c:v>
                </c:pt>
                <c:pt idx="2966">
                  <c:v>0.45787037037039557</c:v>
                </c:pt>
                <c:pt idx="2967">
                  <c:v>0.45802469135805052</c:v>
                </c:pt>
                <c:pt idx="2968">
                  <c:v>0.4581790123457033</c:v>
                </c:pt>
                <c:pt idx="2969">
                  <c:v>0.45833333333335768</c:v>
                </c:pt>
                <c:pt idx="2970">
                  <c:v>0.45848765432101196</c:v>
                </c:pt>
                <c:pt idx="2971">
                  <c:v>0.45864197530866724</c:v>
                </c:pt>
                <c:pt idx="2972">
                  <c:v>0.45879629629632063</c:v>
                </c:pt>
                <c:pt idx="2973">
                  <c:v>0.4589506172839759</c:v>
                </c:pt>
                <c:pt idx="2974">
                  <c:v>0.45910493827162935</c:v>
                </c:pt>
                <c:pt idx="2975">
                  <c:v>0.45925925925928368</c:v>
                </c:pt>
                <c:pt idx="2976">
                  <c:v>0.45941358024693796</c:v>
                </c:pt>
                <c:pt idx="2977">
                  <c:v>0.45956790123459312</c:v>
                </c:pt>
                <c:pt idx="2978">
                  <c:v>0.45972222222224746</c:v>
                </c:pt>
                <c:pt idx="2979">
                  <c:v>0.45987654320990257</c:v>
                </c:pt>
                <c:pt idx="2980">
                  <c:v>0.46003086419755612</c:v>
                </c:pt>
                <c:pt idx="2981">
                  <c:v>0.46018518518521045</c:v>
                </c:pt>
                <c:pt idx="2982">
                  <c:v>0.46033950617286473</c:v>
                </c:pt>
                <c:pt idx="2983">
                  <c:v>0.46049382716051834</c:v>
                </c:pt>
                <c:pt idx="2984">
                  <c:v>0.46064814814817229</c:v>
                </c:pt>
                <c:pt idx="2985">
                  <c:v>0.46080246913582856</c:v>
                </c:pt>
                <c:pt idx="2986">
                  <c:v>0.46095679012348212</c:v>
                </c:pt>
                <c:pt idx="2987">
                  <c:v>0.46111111111113529</c:v>
                </c:pt>
                <c:pt idx="2988">
                  <c:v>0.46126543209878973</c:v>
                </c:pt>
                <c:pt idx="2989">
                  <c:v>0.46141975308644506</c:v>
                </c:pt>
                <c:pt idx="2990">
                  <c:v>0.46157407407409945</c:v>
                </c:pt>
                <c:pt idx="2991">
                  <c:v>0.46172839506175373</c:v>
                </c:pt>
                <c:pt idx="2992">
                  <c:v>0.46188271604940889</c:v>
                </c:pt>
                <c:pt idx="2993">
                  <c:v>0.46203703703706162</c:v>
                </c:pt>
                <c:pt idx="2994">
                  <c:v>0.46219135802471573</c:v>
                </c:pt>
                <c:pt idx="2995">
                  <c:v>0.462345679012371</c:v>
                </c:pt>
                <c:pt idx="2996">
                  <c:v>0.46250000000002461</c:v>
                </c:pt>
                <c:pt idx="2997">
                  <c:v>0.46265432098767967</c:v>
                </c:pt>
                <c:pt idx="2998">
                  <c:v>0.462808641975334</c:v>
                </c:pt>
                <c:pt idx="2999">
                  <c:v>0.46296296296298906</c:v>
                </c:pt>
                <c:pt idx="3000">
                  <c:v>0.46311728395064339</c:v>
                </c:pt>
                <c:pt idx="3001">
                  <c:v>0.46327160493829628</c:v>
                </c:pt>
                <c:pt idx="3002">
                  <c:v>0.46342592592595205</c:v>
                </c:pt>
                <c:pt idx="3003">
                  <c:v>0.46358024691360566</c:v>
                </c:pt>
                <c:pt idx="3004">
                  <c:v>0.46373456790126</c:v>
                </c:pt>
                <c:pt idx="3005">
                  <c:v>0.46388888888891505</c:v>
                </c:pt>
                <c:pt idx="3006">
                  <c:v>0.46404320987656794</c:v>
                </c:pt>
                <c:pt idx="3007">
                  <c:v>0.46419753086422227</c:v>
                </c:pt>
                <c:pt idx="3008">
                  <c:v>0.46435185185187688</c:v>
                </c:pt>
                <c:pt idx="3009">
                  <c:v>0.46450617283953138</c:v>
                </c:pt>
                <c:pt idx="3010">
                  <c:v>0.46466049382718538</c:v>
                </c:pt>
                <c:pt idx="3011">
                  <c:v>0.46481481481484149</c:v>
                </c:pt>
                <c:pt idx="3012">
                  <c:v>0.46496913580249438</c:v>
                </c:pt>
                <c:pt idx="3013">
                  <c:v>0.46512345679014827</c:v>
                </c:pt>
                <c:pt idx="3014">
                  <c:v>0.46527777777780394</c:v>
                </c:pt>
                <c:pt idx="3015">
                  <c:v>0.46543209876545732</c:v>
                </c:pt>
                <c:pt idx="3016">
                  <c:v>0.46558641975311132</c:v>
                </c:pt>
                <c:pt idx="3017">
                  <c:v>0.4657407407407656</c:v>
                </c:pt>
                <c:pt idx="3018">
                  <c:v>0.46589506172842032</c:v>
                </c:pt>
                <c:pt idx="3019">
                  <c:v>0.46604938271607427</c:v>
                </c:pt>
                <c:pt idx="3020">
                  <c:v>0.4662037037037286</c:v>
                </c:pt>
                <c:pt idx="3021">
                  <c:v>0.46635802469138293</c:v>
                </c:pt>
                <c:pt idx="3022">
                  <c:v>0.46651234567903732</c:v>
                </c:pt>
                <c:pt idx="3023">
                  <c:v>0.46666666666669182</c:v>
                </c:pt>
                <c:pt idx="3024">
                  <c:v>0.4668209876543481</c:v>
                </c:pt>
                <c:pt idx="3025">
                  <c:v>0.46697530864200032</c:v>
                </c:pt>
                <c:pt idx="3026">
                  <c:v>0.46712962962965587</c:v>
                </c:pt>
                <c:pt idx="3027">
                  <c:v>0.46728395061730893</c:v>
                </c:pt>
                <c:pt idx="3028">
                  <c:v>0.46743827160496454</c:v>
                </c:pt>
                <c:pt idx="3029">
                  <c:v>0.46759259259261782</c:v>
                </c:pt>
                <c:pt idx="3030">
                  <c:v>0.46774691358027198</c:v>
                </c:pt>
                <c:pt idx="3031">
                  <c:v>0.46790123456792626</c:v>
                </c:pt>
                <c:pt idx="3032">
                  <c:v>0.46805555555558059</c:v>
                </c:pt>
                <c:pt idx="3033">
                  <c:v>0.46820987654323493</c:v>
                </c:pt>
                <c:pt idx="3034">
                  <c:v>0.46836419753089048</c:v>
                </c:pt>
                <c:pt idx="3035">
                  <c:v>0.46851851851854381</c:v>
                </c:pt>
                <c:pt idx="3036">
                  <c:v>0.46867283950619776</c:v>
                </c:pt>
                <c:pt idx="3037">
                  <c:v>0.46882716049385337</c:v>
                </c:pt>
                <c:pt idx="3038">
                  <c:v>0.46898148148150681</c:v>
                </c:pt>
                <c:pt idx="3039">
                  <c:v>0.46913580246916076</c:v>
                </c:pt>
                <c:pt idx="3040">
                  <c:v>0.46929012345681526</c:v>
                </c:pt>
                <c:pt idx="3041">
                  <c:v>0.46944444444446981</c:v>
                </c:pt>
                <c:pt idx="3042">
                  <c:v>0.46959876543212392</c:v>
                </c:pt>
                <c:pt idx="3043">
                  <c:v>0.46975308641977825</c:v>
                </c:pt>
                <c:pt idx="3044">
                  <c:v>0.46990740740743281</c:v>
                </c:pt>
                <c:pt idx="3045">
                  <c:v>0.47006172839508692</c:v>
                </c:pt>
                <c:pt idx="3046">
                  <c:v>0.47021604938274236</c:v>
                </c:pt>
                <c:pt idx="3047">
                  <c:v>0.47037037037039664</c:v>
                </c:pt>
                <c:pt idx="3048">
                  <c:v>0.47052469135805158</c:v>
                </c:pt>
                <c:pt idx="3049">
                  <c:v>0.47067901234570431</c:v>
                </c:pt>
                <c:pt idx="3050">
                  <c:v>0.47083333333335858</c:v>
                </c:pt>
                <c:pt idx="3051">
                  <c:v>0.47098765432101292</c:v>
                </c:pt>
                <c:pt idx="3052">
                  <c:v>0.47114197530866836</c:v>
                </c:pt>
                <c:pt idx="3053">
                  <c:v>0.47129629629632153</c:v>
                </c:pt>
                <c:pt idx="3054">
                  <c:v>0.47145061728397697</c:v>
                </c:pt>
                <c:pt idx="3055">
                  <c:v>0.4716049382716303</c:v>
                </c:pt>
                <c:pt idx="3056">
                  <c:v>0.47175925925928458</c:v>
                </c:pt>
                <c:pt idx="3057">
                  <c:v>0.47191358024693891</c:v>
                </c:pt>
                <c:pt idx="3058">
                  <c:v>0.47206790123459413</c:v>
                </c:pt>
                <c:pt idx="3059">
                  <c:v>0.47222222222224852</c:v>
                </c:pt>
                <c:pt idx="3060">
                  <c:v>0.47237654320990352</c:v>
                </c:pt>
                <c:pt idx="3061">
                  <c:v>0.47253086419755713</c:v>
                </c:pt>
                <c:pt idx="3062">
                  <c:v>0.47268518518521152</c:v>
                </c:pt>
                <c:pt idx="3063">
                  <c:v>0.47283950617286585</c:v>
                </c:pt>
                <c:pt idx="3064">
                  <c:v>0.4729938271605193</c:v>
                </c:pt>
                <c:pt idx="3065">
                  <c:v>0.47314814814817324</c:v>
                </c:pt>
                <c:pt idx="3066">
                  <c:v>0.47330246913582952</c:v>
                </c:pt>
                <c:pt idx="3067">
                  <c:v>0.47345679012348313</c:v>
                </c:pt>
                <c:pt idx="3068">
                  <c:v>0.47361111111113624</c:v>
                </c:pt>
                <c:pt idx="3069">
                  <c:v>0.47376543209879074</c:v>
                </c:pt>
                <c:pt idx="3070">
                  <c:v>0.47391975308644613</c:v>
                </c:pt>
                <c:pt idx="3071">
                  <c:v>0.47407407407410052</c:v>
                </c:pt>
                <c:pt idx="3072">
                  <c:v>0.47422839506175485</c:v>
                </c:pt>
                <c:pt idx="3073">
                  <c:v>0.47438271604940996</c:v>
                </c:pt>
                <c:pt idx="3074">
                  <c:v>0.47453703703706257</c:v>
                </c:pt>
                <c:pt idx="3075">
                  <c:v>0.47469135802471679</c:v>
                </c:pt>
                <c:pt idx="3076">
                  <c:v>0.47484567901237207</c:v>
                </c:pt>
                <c:pt idx="3077">
                  <c:v>0.47500000000002557</c:v>
                </c:pt>
                <c:pt idx="3078">
                  <c:v>0.47515432098768068</c:v>
                </c:pt>
                <c:pt idx="3079">
                  <c:v>0.47530864197533507</c:v>
                </c:pt>
                <c:pt idx="3080">
                  <c:v>0.47546296296299018</c:v>
                </c:pt>
                <c:pt idx="3081">
                  <c:v>0.47561728395064451</c:v>
                </c:pt>
                <c:pt idx="3082">
                  <c:v>0.47577160493829734</c:v>
                </c:pt>
                <c:pt idx="3083">
                  <c:v>0.47592592592595317</c:v>
                </c:pt>
                <c:pt idx="3084">
                  <c:v>0.47608024691360668</c:v>
                </c:pt>
                <c:pt idx="3085">
                  <c:v>0.47623456790126106</c:v>
                </c:pt>
                <c:pt idx="3086">
                  <c:v>0.47638888888891612</c:v>
                </c:pt>
                <c:pt idx="3087">
                  <c:v>0.4765432098765689</c:v>
                </c:pt>
                <c:pt idx="3088">
                  <c:v>0.47669753086422328</c:v>
                </c:pt>
                <c:pt idx="3089">
                  <c:v>0.47685185185187839</c:v>
                </c:pt>
                <c:pt idx="3090">
                  <c:v>0.47700617283953267</c:v>
                </c:pt>
                <c:pt idx="3091">
                  <c:v>0.47716049382718706</c:v>
                </c:pt>
                <c:pt idx="3092">
                  <c:v>0.47731481481484278</c:v>
                </c:pt>
                <c:pt idx="3093">
                  <c:v>0.47746913580249567</c:v>
                </c:pt>
                <c:pt idx="3094">
                  <c:v>0.47762345679014928</c:v>
                </c:pt>
                <c:pt idx="3095">
                  <c:v>0.477777777777805</c:v>
                </c:pt>
                <c:pt idx="3096">
                  <c:v>0.47793209876545861</c:v>
                </c:pt>
                <c:pt idx="3097">
                  <c:v>0.47808641975311295</c:v>
                </c:pt>
                <c:pt idx="3098">
                  <c:v>0.47824074074076656</c:v>
                </c:pt>
                <c:pt idx="3099">
                  <c:v>0.47839506172842161</c:v>
                </c:pt>
                <c:pt idx="3100">
                  <c:v>0.47854938271607522</c:v>
                </c:pt>
                <c:pt idx="3101">
                  <c:v>0.47870370370372956</c:v>
                </c:pt>
                <c:pt idx="3102">
                  <c:v>0.47885802469138389</c:v>
                </c:pt>
                <c:pt idx="3103">
                  <c:v>0.47901234567903894</c:v>
                </c:pt>
                <c:pt idx="3104">
                  <c:v>0.47916666666669328</c:v>
                </c:pt>
                <c:pt idx="3105">
                  <c:v>0.479320987654349</c:v>
                </c:pt>
                <c:pt idx="3106">
                  <c:v>0.47947530864200194</c:v>
                </c:pt>
                <c:pt idx="3107">
                  <c:v>0.47962962962965688</c:v>
                </c:pt>
                <c:pt idx="3108">
                  <c:v>0.47978395061730983</c:v>
                </c:pt>
                <c:pt idx="3109">
                  <c:v>0.47993827160496555</c:v>
                </c:pt>
                <c:pt idx="3110">
                  <c:v>0.48009259259261888</c:v>
                </c:pt>
                <c:pt idx="3111">
                  <c:v>0.48024691358027288</c:v>
                </c:pt>
                <c:pt idx="3112">
                  <c:v>0.48040123456792722</c:v>
                </c:pt>
                <c:pt idx="3113">
                  <c:v>0.48055555555558155</c:v>
                </c:pt>
                <c:pt idx="3114">
                  <c:v>0.48070987654323583</c:v>
                </c:pt>
                <c:pt idx="3115">
                  <c:v>0.48086419753089144</c:v>
                </c:pt>
                <c:pt idx="3116">
                  <c:v>0.48101851851854482</c:v>
                </c:pt>
                <c:pt idx="3117">
                  <c:v>0.48117283950619877</c:v>
                </c:pt>
                <c:pt idx="3118">
                  <c:v>0.48132716049385443</c:v>
                </c:pt>
                <c:pt idx="3119">
                  <c:v>0.48148148148150782</c:v>
                </c:pt>
                <c:pt idx="3120">
                  <c:v>0.48163580246916177</c:v>
                </c:pt>
                <c:pt idx="3121">
                  <c:v>0.48179012345681621</c:v>
                </c:pt>
                <c:pt idx="3122">
                  <c:v>0.48194444444447082</c:v>
                </c:pt>
                <c:pt idx="3123">
                  <c:v>0.48209876543212488</c:v>
                </c:pt>
                <c:pt idx="3124">
                  <c:v>0.48225308641977921</c:v>
                </c:pt>
                <c:pt idx="3125">
                  <c:v>0.48240740740743382</c:v>
                </c:pt>
                <c:pt idx="3126">
                  <c:v>0.48256172839508787</c:v>
                </c:pt>
                <c:pt idx="3127">
                  <c:v>0.48271604938274343</c:v>
                </c:pt>
                <c:pt idx="3128">
                  <c:v>0.48287037037039787</c:v>
                </c:pt>
                <c:pt idx="3129">
                  <c:v>0.48302469135805293</c:v>
                </c:pt>
                <c:pt idx="3130">
                  <c:v>0.48317901234570532</c:v>
                </c:pt>
                <c:pt idx="3131">
                  <c:v>0.48333333333335982</c:v>
                </c:pt>
                <c:pt idx="3132">
                  <c:v>0.48348765432101387</c:v>
                </c:pt>
                <c:pt idx="3133">
                  <c:v>0.48364197530866943</c:v>
                </c:pt>
                <c:pt idx="3134">
                  <c:v>0.48379629629632254</c:v>
                </c:pt>
                <c:pt idx="3135">
                  <c:v>0.48395061728397792</c:v>
                </c:pt>
                <c:pt idx="3136">
                  <c:v>0.48410493827163131</c:v>
                </c:pt>
                <c:pt idx="3137">
                  <c:v>0.48425925925928581</c:v>
                </c:pt>
                <c:pt idx="3138">
                  <c:v>0.48441358024693987</c:v>
                </c:pt>
                <c:pt idx="3139">
                  <c:v>0.48456790123459526</c:v>
                </c:pt>
                <c:pt idx="3140">
                  <c:v>0.48472222222224964</c:v>
                </c:pt>
                <c:pt idx="3141">
                  <c:v>0.4848765432099047</c:v>
                </c:pt>
                <c:pt idx="3142">
                  <c:v>0.48503086419755825</c:v>
                </c:pt>
                <c:pt idx="3143">
                  <c:v>0.48518518518521264</c:v>
                </c:pt>
                <c:pt idx="3144">
                  <c:v>0.48533950617286692</c:v>
                </c:pt>
                <c:pt idx="3145">
                  <c:v>0.48549382716052031</c:v>
                </c:pt>
                <c:pt idx="3146">
                  <c:v>0.48564814814817453</c:v>
                </c:pt>
                <c:pt idx="3147">
                  <c:v>0.48580246913583047</c:v>
                </c:pt>
                <c:pt idx="3148">
                  <c:v>0.48595679012348425</c:v>
                </c:pt>
                <c:pt idx="3149">
                  <c:v>0.48611111111113753</c:v>
                </c:pt>
                <c:pt idx="3150">
                  <c:v>0.48626543209879175</c:v>
                </c:pt>
                <c:pt idx="3151">
                  <c:v>0.48641975308644725</c:v>
                </c:pt>
                <c:pt idx="3152">
                  <c:v>0.48657407407410164</c:v>
                </c:pt>
                <c:pt idx="3153">
                  <c:v>0.48672839506175591</c:v>
                </c:pt>
                <c:pt idx="3154">
                  <c:v>0.48688271604941086</c:v>
                </c:pt>
                <c:pt idx="3155">
                  <c:v>0.48703703703706352</c:v>
                </c:pt>
                <c:pt idx="3156">
                  <c:v>0.48719135802471775</c:v>
                </c:pt>
                <c:pt idx="3157">
                  <c:v>0.48734567901237308</c:v>
                </c:pt>
                <c:pt idx="3158">
                  <c:v>0.48750000000002652</c:v>
                </c:pt>
                <c:pt idx="3159">
                  <c:v>0.48765432098768174</c:v>
                </c:pt>
                <c:pt idx="3160">
                  <c:v>0.48780864197533608</c:v>
                </c:pt>
                <c:pt idx="3161">
                  <c:v>0.48796296296299113</c:v>
                </c:pt>
                <c:pt idx="3162">
                  <c:v>0.48811728395064546</c:v>
                </c:pt>
                <c:pt idx="3163">
                  <c:v>0.4882716049382983</c:v>
                </c:pt>
                <c:pt idx="3164">
                  <c:v>0.48842592592595413</c:v>
                </c:pt>
                <c:pt idx="3165">
                  <c:v>0.48858024691360774</c:v>
                </c:pt>
                <c:pt idx="3166">
                  <c:v>0.48873456790126207</c:v>
                </c:pt>
                <c:pt idx="3167">
                  <c:v>0.48888888888891718</c:v>
                </c:pt>
                <c:pt idx="3168">
                  <c:v>0.48904320987656985</c:v>
                </c:pt>
                <c:pt idx="3169">
                  <c:v>0.48919753086422418</c:v>
                </c:pt>
                <c:pt idx="3170">
                  <c:v>0.48935185185187946</c:v>
                </c:pt>
                <c:pt idx="3171">
                  <c:v>0.48950617283953374</c:v>
                </c:pt>
                <c:pt idx="3172">
                  <c:v>0.48966049382718807</c:v>
                </c:pt>
                <c:pt idx="3173">
                  <c:v>0.48981481481484368</c:v>
                </c:pt>
                <c:pt idx="3174">
                  <c:v>0.48996913580249668</c:v>
                </c:pt>
                <c:pt idx="3175">
                  <c:v>0.49012345679015018</c:v>
                </c:pt>
                <c:pt idx="3176">
                  <c:v>0.49027777777780612</c:v>
                </c:pt>
                <c:pt idx="3177">
                  <c:v>0.49043209876545962</c:v>
                </c:pt>
                <c:pt idx="3178">
                  <c:v>0.49058641975311401</c:v>
                </c:pt>
                <c:pt idx="3179">
                  <c:v>0.49074074074076751</c:v>
                </c:pt>
                <c:pt idx="3180">
                  <c:v>0.49089506172842262</c:v>
                </c:pt>
                <c:pt idx="3181">
                  <c:v>0.49104938271607618</c:v>
                </c:pt>
                <c:pt idx="3182">
                  <c:v>0.49120370370373051</c:v>
                </c:pt>
                <c:pt idx="3183">
                  <c:v>0.49135802469138484</c:v>
                </c:pt>
                <c:pt idx="3184">
                  <c:v>0.49151234567904001</c:v>
                </c:pt>
                <c:pt idx="3185">
                  <c:v>0.49166666666669434</c:v>
                </c:pt>
                <c:pt idx="3186">
                  <c:v>0.49182098765435001</c:v>
                </c:pt>
                <c:pt idx="3187">
                  <c:v>0.49197530864200301</c:v>
                </c:pt>
                <c:pt idx="3188">
                  <c:v>0.49212962962965812</c:v>
                </c:pt>
                <c:pt idx="3189">
                  <c:v>0.49228395061731084</c:v>
                </c:pt>
                <c:pt idx="3190">
                  <c:v>0.49243827160496673</c:v>
                </c:pt>
                <c:pt idx="3191">
                  <c:v>0.49259259259262034</c:v>
                </c:pt>
                <c:pt idx="3192">
                  <c:v>0.49274691358027461</c:v>
                </c:pt>
                <c:pt idx="3193">
                  <c:v>0.49290123456792817</c:v>
                </c:pt>
                <c:pt idx="3194">
                  <c:v>0.4930555555555825</c:v>
                </c:pt>
                <c:pt idx="3195">
                  <c:v>0.49320987654323684</c:v>
                </c:pt>
                <c:pt idx="3196">
                  <c:v>0.49336419753089261</c:v>
                </c:pt>
                <c:pt idx="3197">
                  <c:v>0.49351851851854622</c:v>
                </c:pt>
                <c:pt idx="3198">
                  <c:v>0.49367283950619983</c:v>
                </c:pt>
                <c:pt idx="3199">
                  <c:v>0.49382716049385561</c:v>
                </c:pt>
                <c:pt idx="3200">
                  <c:v>0.49398148148150922</c:v>
                </c:pt>
                <c:pt idx="3201">
                  <c:v>0.49413580246916283</c:v>
                </c:pt>
                <c:pt idx="3202">
                  <c:v>0.49429012345681717</c:v>
                </c:pt>
                <c:pt idx="3203">
                  <c:v>0.49444444444447222</c:v>
                </c:pt>
                <c:pt idx="3204">
                  <c:v>0.49459876543212655</c:v>
                </c:pt>
                <c:pt idx="3205">
                  <c:v>0.49475308641978016</c:v>
                </c:pt>
                <c:pt idx="3206">
                  <c:v>0.49490740740743522</c:v>
                </c:pt>
                <c:pt idx="3207">
                  <c:v>0.49506172839508888</c:v>
                </c:pt>
                <c:pt idx="3208">
                  <c:v>0.49521604938274444</c:v>
                </c:pt>
                <c:pt idx="3209">
                  <c:v>0.49537037037039888</c:v>
                </c:pt>
                <c:pt idx="3210">
                  <c:v>0.49552469135805399</c:v>
                </c:pt>
                <c:pt idx="3211">
                  <c:v>0.49567901234570638</c:v>
                </c:pt>
                <c:pt idx="3212">
                  <c:v>0.49583333333336088</c:v>
                </c:pt>
                <c:pt idx="3213">
                  <c:v>0.49598765432101488</c:v>
                </c:pt>
                <c:pt idx="3214">
                  <c:v>0.49614197530867044</c:v>
                </c:pt>
                <c:pt idx="3215">
                  <c:v>0.49629629629632349</c:v>
                </c:pt>
                <c:pt idx="3216">
                  <c:v>0.49645061728397905</c:v>
                </c:pt>
                <c:pt idx="3217">
                  <c:v>0.49660493827163232</c:v>
                </c:pt>
                <c:pt idx="3218">
                  <c:v>0.49675925925928682</c:v>
                </c:pt>
                <c:pt idx="3219">
                  <c:v>0.49691358024694204</c:v>
                </c:pt>
                <c:pt idx="3220">
                  <c:v>0.49706790123459643</c:v>
                </c:pt>
                <c:pt idx="3221">
                  <c:v>0.49722222222225076</c:v>
                </c:pt>
                <c:pt idx="3222">
                  <c:v>0.49737654320990593</c:v>
                </c:pt>
                <c:pt idx="3223">
                  <c:v>0.49753086419755943</c:v>
                </c:pt>
                <c:pt idx="3224">
                  <c:v>0.49768518518521376</c:v>
                </c:pt>
                <c:pt idx="3225">
                  <c:v>0.49783950617286804</c:v>
                </c:pt>
                <c:pt idx="3226">
                  <c:v>0.49799382716052132</c:v>
                </c:pt>
                <c:pt idx="3227">
                  <c:v>0.49814814814817543</c:v>
                </c:pt>
                <c:pt idx="3228">
                  <c:v>0.49830246913583193</c:v>
                </c:pt>
                <c:pt idx="3229">
                  <c:v>0.49845679012348543</c:v>
                </c:pt>
                <c:pt idx="3230">
                  <c:v>0.49861111111113843</c:v>
                </c:pt>
                <c:pt idx="3231">
                  <c:v>0.49876543209879276</c:v>
                </c:pt>
                <c:pt idx="3232">
                  <c:v>0.49891975308644843</c:v>
                </c:pt>
                <c:pt idx="3233">
                  <c:v>0.49907407407410276</c:v>
                </c:pt>
                <c:pt idx="3234">
                  <c:v>0.49922839506175692</c:v>
                </c:pt>
                <c:pt idx="3235">
                  <c:v>0.49938271604941198</c:v>
                </c:pt>
                <c:pt idx="3236">
                  <c:v>0.49953703703706448</c:v>
                </c:pt>
                <c:pt idx="3237">
                  <c:v>0.49969135802471876</c:v>
                </c:pt>
                <c:pt idx="3238">
                  <c:v>0.49984567901237426</c:v>
                </c:pt>
                <c:pt idx="3239">
                  <c:v>0.50000000000002742</c:v>
                </c:pt>
                <c:pt idx="3240">
                  <c:v>0.50015432098768009</c:v>
                </c:pt>
                <c:pt idx="3241">
                  <c:v>0.50030864197533442</c:v>
                </c:pt>
                <c:pt idx="3242">
                  <c:v>0.50046296296298731</c:v>
                </c:pt>
                <c:pt idx="3243">
                  <c:v>0.50061728395064309</c:v>
                </c:pt>
                <c:pt idx="3244">
                  <c:v>0.50077160493829964</c:v>
                </c:pt>
                <c:pt idx="3245">
                  <c:v>0.50092592592595186</c:v>
                </c:pt>
                <c:pt idx="3246">
                  <c:v>0.50108024691360753</c:v>
                </c:pt>
                <c:pt idx="3247">
                  <c:v>0.50123456790125887</c:v>
                </c:pt>
                <c:pt idx="3248">
                  <c:v>0.50138888888891486</c:v>
                </c:pt>
                <c:pt idx="3249">
                  <c:v>0.50154320987657053</c:v>
                </c:pt>
                <c:pt idx="3250">
                  <c:v>0.50169753086422508</c:v>
                </c:pt>
                <c:pt idx="3251">
                  <c:v>0.50185185185187964</c:v>
                </c:pt>
                <c:pt idx="3252">
                  <c:v>0.50200617283953353</c:v>
                </c:pt>
                <c:pt idx="3253">
                  <c:v>0.50216049382718808</c:v>
                </c:pt>
                <c:pt idx="3254">
                  <c:v>0.50231481481484241</c:v>
                </c:pt>
                <c:pt idx="3255">
                  <c:v>0.50246913580249508</c:v>
                </c:pt>
                <c:pt idx="3256">
                  <c:v>0.50262345679015163</c:v>
                </c:pt>
                <c:pt idx="3257">
                  <c:v>0.50277777777780541</c:v>
                </c:pt>
                <c:pt idx="3258">
                  <c:v>0.50293209876545808</c:v>
                </c:pt>
                <c:pt idx="3259">
                  <c:v>0.50308641975311408</c:v>
                </c:pt>
                <c:pt idx="3260">
                  <c:v>0.50324074074076686</c:v>
                </c:pt>
                <c:pt idx="3261">
                  <c:v>0.50339506172842252</c:v>
                </c:pt>
                <c:pt idx="3262">
                  <c:v>0.50354938271607708</c:v>
                </c:pt>
                <c:pt idx="3263">
                  <c:v>0.50370370370373141</c:v>
                </c:pt>
                <c:pt idx="3264">
                  <c:v>0.50385802469138574</c:v>
                </c:pt>
                <c:pt idx="3265">
                  <c:v>0.50401234567903819</c:v>
                </c:pt>
                <c:pt idx="3266">
                  <c:v>0.50416666666669441</c:v>
                </c:pt>
                <c:pt idx="3267">
                  <c:v>0.50432098765434852</c:v>
                </c:pt>
                <c:pt idx="3268">
                  <c:v>0.50447530864200307</c:v>
                </c:pt>
                <c:pt idx="3269">
                  <c:v>0.50462962962965763</c:v>
                </c:pt>
                <c:pt idx="3270">
                  <c:v>0.50478395061731152</c:v>
                </c:pt>
                <c:pt idx="3271">
                  <c:v>0.50493827160496607</c:v>
                </c:pt>
                <c:pt idx="3272">
                  <c:v>0.5050925925926204</c:v>
                </c:pt>
                <c:pt idx="3273">
                  <c:v>0.50524691358027474</c:v>
                </c:pt>
                <c:pt idx="3274">
                  <c:v>0.50540123456792907</c:v>
                </c:pt>
                <c:pt idx="3275">
                  <c:v>0.50555555555558362</c:v>
                </c:pt>
                <c:pt idx="3276">
                  <c:v>0.50570987654323984</c:v>
                </c:pt>
                <c:pt idx="3277">
                  <c:v>0.50586419753089262</c:v>
                </c:pt>
                <c:pt idx="3278">
                  <c:v>0.50601851851854662</c:v>
                </c:pt>
                <c:pt idx="3279">
                  <c:v>0.50617283950620051</c:v>
                </c:pt>
                <c:pt idx="3280">
                  <c:v>0.50632716049385507</c:v>
                </c:pt>
                <c:pt idx="3281">
                  <c:v>0.5064814814815094</c:v>
                </c:pt>
                <c:pt idx="3282">
                  <c:v>0.50663580246916584</c:v>
                </c:pt>
                <c:pt idx="3283">
                  <c:v>0.50679012345681862</c:v>
                </c:pt>
                <c:pt idx="3284">
                  <c:v>0.50694444444447451</c:v>
                </c:pt>
                <c:pt idx="3285">
                  <c:v>0.50709876543212651</c:v>
                </c:pt>
                <c:pt idx="3286">
                  <c:v>0.50725308641978162</c:v>
                </c:pt>
                <c:pt idx="3287">
                  <c:v>0.5074074074074354</c:v>
                </c:pt>
                <c:pt idx="3288">
                  <c:v>0.50756172839508951</c:v>
                </c:pt>
                <c:pt idx="3289">
                  <c:v>0.50771604938274217</c:v>
                </c:pt>
                <c:pt idx="3290">
                  <c:v>0.50787037037039862</c:v>
                </c:pt>
                <c:pt idx="3291">
                  <c:v>0.50802469135805273</c:v>
                </c:pt>
                <c:pt idx="3292">
                  <c:v>0.50817901234570928</c:v>
                </c:pt>
                <c:pt idx="3293">
                  <c:v>0.50833333333336139</c:v>
                </c:pt>
                <c:pt idx="3294">
                  <c:v>0.5084876543210155</c:v>
                </c:pt>
                <c:pt idx="3295">
                  <c:v>0.50864197530867228</c:v>
                </c:pt>
                <c:pt idx="3296">
                  <c:v>0.50879629629632461</c:v>
                </c:pt>
                <c:pt idx="3297">
                  <c:v>0.50895061728398083</c:v>
                </c:pt>
                <c:pt idx="3298">
                  <c:v>0.50910493827163306</c:v>
                </c:pt>
                <c:pt idx="3299">
                  <c:v>0.50925925925928761</c:v>
                </c:pt>
                <c:pt idx="3300">
                  <c:v>0.50941358024693828</c:v>
                </c:pt>
                <c:pt idx="3301">
                  <c:v>0.5095679012345955</c:v>
                </c:pt>
                <c:pt idx="3302">
                  <c:v>0.50972222222225039</c:v>
                </c:pt>
                <c:pt idx="3303">
                  <c:v>0.5098765432099045</c:v>
                </c:pt>
                <c:pt idx="3304">
                  <c:v>0.5100308641975585</c:v>
                </c:pt>
                <c:pt idx="3305">
                  <c:v>0.51018518518521128</c:v>
                </c:pt>
                <c:pt idx="3306">
                  <c:v>0.5103395061728675</c:v>
                </c:pt>
                <c:pt idx="3307">
                  <c:v>0.51049382716052205</c:v>
                </c:pt>
                <c:pt idx="3308">
                  <c:v>0.51064814814817816</c:v>
                </c:pt>
                <c:pt idx="3309">
                  <c:v>0.51080246913583049</c:v>
                </c:pt>
                <c:pt idx="3310">
                  <c:v>0.51095679012348505</c:v>
                </c:pt>
                <c:pt idx="3311">
                  <c:v>0.51111111111113938</c:v>
                </c:pt>
                <c:pt idx="3312">
                  <c:v>0.5112654320987956</c:v>
                </c:pt>
                <c:pt idx="3313">
                  <c:v>0.51141975308644749</c:v>
                </c:pt>
                <c:pt idx="3314">
                  <c:v>0.5115740740741026</c:v>
                </c:pt>
                <c:pt idx="3315">
                  <c:v>0.51172839506175649</c:v>
                </c:pt>
                <c:pt idx="3316">
                  <c:v>0.51188271604941105</c:v>
                </c:pt>
                <c:pt idx="3317">
                  <c:v>0.51203703703706538</c:v>
                </c:pt>
                <c:pt idx="3318">
                  <c:v>0.51219135802471971</c:v>
                </c:pt>
                <c:pt idx="3319">
                  <c:v>0.51234567901237404</c:v>
                </c:pt>
                <c:pt idx="3320">
                  <c:v>0.51250000000002838</c:v>
                </c:pt>
                <c:pt idx="3321">
                  <c:v>0.51265432098768249</c:v>
                </c:pt>
                <c:pt idx="3322">
                  <c:v>0.51280864197533649</c:v>
                </c:pt>
                <c:pt idx="3323">
                  <c:v>0.51296296296298927</c:v>
                </c:pt>
                <c:pt idx="3324">
                  <c:v>0.51311728395064349</c:v>
                </c:pt>
                <c:pt idx="3325">
                  <c:v>0.51327160493830004</c:v>
                </c:pt>
                <c:pt idx="3326">
                  <c:v>0.51342592592595226</c:v>
                </c:pt>
                <c:pt idx="3327">
                  <c:v>0.51358024691360848</c:v>
                </c:pt>
                <c:pt idx="3328">
                  <c:v>0.51373456790126071</c:v>
                </c:pt>
                <c:pt idx="3329">
                  <c:v>0.51388888888891737</c:v>
                </c:pt>
                <c:pt idx="3330">
                  <c:v>0.51404320987657171</c:v>
                </c:pt>
                <c:pt idx="3331">
                  <c:v>0.51419753086422559</c:v>
                </c:pt>
                <c:pt idx="3332">
                  <c:v>0.5143518518518807</c:v>
                </c:pt>
                <c:pt idx="3333">
                  <c:v>0.51450617283953459</c:v>
                </c:pt>
                <c:pt idx="3334">
                  <c:v>0.51466049382718904</c:v>
                </c:pt>
                <c:pt idx="3335">
                  <c:v>0.5148148148148437</c:v>
                </c:pt>
                <c:pt idx="3336">
                  <c:v>0.51496913580249759</c:v>
                </c:pt>
                <c:pt idx="3337">
                  <c:v>0.51512345679015203</c:v>
                </c:pt>
                <c:pt idx="3338">
                  <c:v>0.51527777777780637</c:v>
                </c:pt>
                <c:pt idx="3339">
                  <c:v>0.51543209876545848</c:v>
                </c:pt>
                <c:pt idx="3340">
                  <c:v>0.51558641975311459</c:v>
                </c:pt>
                <c:pt idx="3341">
                  <c:v>0.51574074074076937</c:v>
                </c:pt>
                <c:pt idx="3342">
                  <c:v>0.5158950617284237</c:v>
                </c:pt>
                <c:pt idx="3343">
                  <c:v>0.51604938271607803</c:v>
                </c:pt>
                <c:pt idx="3344">
                  <c:v>0.51620370370373236</c:v>
                </c:pt>
                <c:pt idx="3345">
                  <c:v>0.5163580246913867</c:v>
                </c:pt>
                <c:pt idx="3346">
                  <c:v>0.51651234567903881</c:v>
                </c:pt>
                <c:pt idx="3347">
                  <c:v>0.5166666666666957</c:v>
                </c:pt>
                <c:pt idx="3348">
                  <c:v>0.5168209876543497</c:v>
                </c:pt>
                <c:pt idx="3349">
                  <c:v>0.51697530864200403</c:v>
                </c:pt>
                <c:pt idx="3350">
                  <c:v>0.51712962962965869</c:v>
                </c:pt>
                <c:pt idx="3351">
                  <c:v>0.51728395061731258</c:v>
                </c:pt>
                <c:pt idx="3352">
                  <c:v>0.51743827160496658</c:v>
                </c:pt>
                <c:pt idx="3353">
                  <c:v>0.51759259259262136</c:v>
                </c:pt>
                <c:pt idx="3354">
                  <c:v>0.51774691358027736</c:v>
                </c:pt>
                <c:pt idx="3355">
                  <c:v>0.51790123456793002</c:v>
                </c:pt>
                <c:pt idx="3356">
                  <c:v>0.51805555555558624</c:v>
                </c:pt>
                <c:pt idx="3357">
                  <c:v>0.51820987654324036</c:v>
                </c:pt>
                <c:pt idx="3358">
                  <c:v>0.51836419753089302</c:v>
                </c:pt>
                <c:pt idx="3359">
                  <c:v>0.51851851851854769</c:v>
                </c:pt>
                <c:pt idx="3360">
                  <c:v>0.51867283950620169</c:v>
                </c:pt>
                <c:pt idx="3361">
                  <c:v>0.51882716049385602</c:v>
                </c:pt>
                <c:pt idx="3362">
                  <c:v>0.51898148148151035</c:v>
                </c:pt>
                <c:pt idx="3363">
                  <c:v>0.51913580246916624</c:v>
                </c:pt>
                <c:pt idx="3364">
                  <c:v>0.51929012345681902</c:v>
                </c:pt>
                <c:pt idx="3365">
                  <c:v>0.51944444444447502</c:v>
                </c:pt>
                <c:pt idx="3366">
                  <c:v>0.51959876543212757</c:v>
                </c:pt>
                <c:pt idx="3367">
                  <c:v>0.51975308641978368</c:v>
                </c:pt>
                <c:pt idx="3368">
                  <c:v>0.51990740740743635</c:v>
                </c:pt>
                <c:pt idx="3369">
                  <c:v>0.52006172839509068</c:v>
                </c:pt>
                <c:pt idx="3370">
                  <c:v>0.52021604938274246</c:v>
                </c:pt>
                <c:pt idx="3371">
                  <c:v>0.52037037037039935</c:v>
                </c:pt>
                <c:pt idx="3372">
                  <c:v>0.52052469135805368</c:v>
                </c:pt>
                <c:pt idx="3373">
                  <c:v>0.52067901234571123</c:v>
                </c:pt>
                <c:pt idx="3374">
                  <c:v>0.52083333333336235</c:v>
                </c:pt>
                <c:pt idx="3375">
                  <c:v>0.52098765432101668</c:v>
                </c:pt>
                <c:pt idx="3376">
                  <c:v>0.52114197530867268</c:v>
                </c:pt>
                <c:pt idx="3377">
                  <c:v>0.52129629629632535</c:v>
                </c:pt>
                <c:pt idx="3378">
                  <c:v>0.52145061728398123</c:v>
                </c:pt>
                <c:pt idx="3379">
                  <c:v>0.52160493827163401</c:v>
                </c:pt>
                <c:pt idx="3380">
                  <c:v>0.52175925925929001</c:v>
                </c:pt>
                <c:pt idx="3381">
                  <c:v>0.52191358024694012</c:v>
                </c:pt>
                <c:pt idx="3382">
                  <c:v>0.52206790123459701</c:v>
                </c:pt>
                <c:pt idx="3383">
                  <c:v>0.52222222222225056</c:v>
                </c:pt>
                <c:pt idx="3384">
                  <c:v>0.52237654320990556</c:v>
                </c:pt>
                <c:pt idx="3385">
                  <c:v>0.52253086419755956</c:v>
                </c:pt>
                <c:pt idx="3386">
                  <c:v>0.52268518518521356</c:v>
                </c:pt>
                <c:pt idx="3387">
                  <c:v>0.52283950617286867</c:v>
                </c:pt>
                <c:pt idx="3388">
                  <c:v>0.52299382716052456</c:v>
                </c:pt>
                <c:pt idx="3389">
                  <c:v>0.523148148148179</c:v>
                </c:pt>
                <c:pt idx="3390">
                  <c:v>0.52330246913583156</c:v>
                </c:pt>
                <c:pt idx="3391">
                  <c:v>0.523456790123486</c:v>
                </c:pt>
                <c:pt idx="3392">
                  <c:v>0.52361111111114034</c:v>
                </c:pt>
                <c:pt idx="3393">
                  <c:v>0.52376543209879789</c:v>
                </c:pt>
                <c:pt idx="3394">
                  <c:v>0.523919753086449</c:v>
                </c:pt>
                <c:pt idx="3395">
                  <c:v>0.524074074074105</c:v>
                </c:pt>
                <c:pt idx="3396">
                  <c:v>0.52422839506175756</c:v>
                </c:pt>
                <c:pt idx="3397">
                  <c:v>0.524382716049412</c:v>
                </c:pt>
                <c:pt idx="3398">
                  <c:v>0.52453703703706556</c:v>
                </c:pt>
                <c:pt idx="3399">
                  <c:v>0.52469135802472211</c:v>
                </c:pt>
                <c:pt idx="3400">
                  <c:v>0.52484567901237644</c:v>
                </c:pt>
                <c:pt idx="3401">
                  <c:v>0.52500000000002933</c:v>
                </c:pt>
                <c:pt idx="3402">
                  <c:v>0.52515432098768222</c:v>
                </c:pt>
                <c:pt idx="3403">
                  <c:v>0.52530864197533655</c:v>
                </c:pt>
                <c:pt idx="3404">
                  <c:v>0.52546296296298944</c:v>
                </c:pt>
                <c:pt idx="3405">
                  <c:v>0.52561728395064522</c:v>
                </c:pt>
                <c:pt idx="3406">
                  <c:v>0.52577160493830244</c:v>
                </c:pt>
                <c:pt idx="3407">
                  <c:v>0.52592592592595389</c:v>
                </c:pt>
                <c:pt idx="3408">
                  <c:v>0.52608024691360966</c:v>
                </c:pt>
                <c:pt idx="3409">
                  <c:v>0.52623456790126111</c:v>
                </c:pt>
                <c:pt idx="3410">
                  <c:v>0.52638888888891688</c:v>
                </c:pt>
                <c:pt idx="3411">
                  <c:v>0.52654320987657266</c:v>
                </c:pt>
                <c:pt idx="3412">
                  <c:v>0.52669753086422699</c:v>
                </c:pt>
                <c:pt idx="3413">
                  <c:v>0.52685185185188277</c:v>
                </c:pt>
                <c:pt idx="3414">
                  <c:v>0.52700617283953566</c:v>
                </c:pt>
                <c:pt idx="3415">
                  <c:v>0.52716049382718999</c:v>
                </c:pt>
                <c:pt idx="3416">
                  <c:v>0.52731481481484432</c:v>
                </c:pt>
                <c:pt idx="3417">
                  <c:v>0.52746913580249721</c:v>
                </c:pt>
                <c:pt idx="3418">
                  <c:v>0.52762345679015443</c:v>
                </c:pt>
                <c:pt idx="3419">
                  <c:v>0.52777777777780732</c:v>
                </c:pt>
                <c:pt idx="3420">
                  <c:v>0.5279320987654601</c:v>
                </c:pt>
                <c:pt idx="3421">
                  <c:v>0.52808641975311599</c:v>
                </c:pt>
                <c:pt idx="3422">
                  <c:v>0.52824074074077032</c:v>
                </c:pt>
                <c:pt idx="3423">
                  <c:v>0.52839506172842454</c:v>
                </c:pt>
                <c:pt idx="3424">
                  <c:v>0.52854938271607899</c:v>
                </c:pt>
                <c:pt idx="3425">
                  <c:v>0.52870370370373332</c:v>
                </c:pt>
                <c:pt idx="3426">
                  <c:v>0.52885802469138765</c:v>
                </c:pt>
                <c:pt idx="3427">
                  <c:v>0.52901234567904032</c:v>
                </c:pt>
                <c:pt idx="3428">
                  <c:v>0.52916666666669632</c:v>
                </c:pt>
                <c:pt idx="3429">
                  <c:v>0.52932098765435054</c:v>
                </c:pt>
                <c:pt idx="3430">
                  <c:v>0.52947530864200498</c:v>
                </c:pt>
                <c:pt idx="3431">
                  <c:v>0.52962962962965965</c:v>
                </c:pt>
                <c:pt idx="3432">
                  <c:v>0.52978395061731354</c:v>
                </c:pt>
                <c:pt idx="3433">
                  <c:v>0.52993827160496798</c:v>
                </c:pt>
                <c:pt idx="3434">
                  <c:v>0.53009259259262231</c:v>
                </c:pt>
                <c:pt idx="3435">
                  <c:v>0.53024691358027665</c:v>
                </c:pt>
                <c:pt idx="3436">
                  <c:v>0.53040123456793098</c:v>
                </c:pt>
                <c:pt idx="3437">
                  <c:v>0.53055555555558565</c:v>
                </c:pt>
                <c:pt idx="3438">
                  <c:v>0.53070987654324209</c:v>
                </c:pt>
                <c:pt idx="3439">
                  <c:v>0.53086419753089464</c:v>
                </c:pt>
                <c:pt idx="3440">
                  <c:v>0.53101851851854864</c:v>
                </c:pt>
                <c:pt idx="3441">
                  <c:v>0.53117283950620253</c:v>
                </c:pt>
                <c:pt idx="3442">
                  <c:v>0.53132716049385698</c:v>
                </c:pt>
                <c:pt idx="3443">
                  <c:v>0.53148148148151131</c:v>
                </c:pt>
                <c:pt idx="3444">
                  <c:v>0.53163580246916808</c:v>
                </c:pt>
                <c:pt idx="3445">
                  <c:v>0.53179012345682064</c:v>
                </c:pt>
                <c:pt idx="3446">
                  <c:v>0.53194444444447686</c:v>
                </c:pt>
                <c:pt idx="3447">
                  <c:v>0.53209876543212853</c:v>
                </c:pt>
                <c:pt idx="3448">
                  <c:v>0.53225308641978364</c:v>
                </c:pt>
                <c:pt idx="3449">
                  <c:v>0.53240740740743731</c:v>
                </c:pt>
                <c:pt idx="3450">
                  <c:v>0.53256172839509153</c:v>
                </c:pt>
                <c:pt idx="3451">
                  <c:v>0.53271604938274431</c:v>
                </c:pt>
                <c:pt idx="3452">
                  <c:v>0.53287037037040064</c:v>
                </c:pt>
                <c:pt idx="3453">
                  <c:v>0.53302469135805464</c:v>
                </c:pt>
                <c:pt idx="3454">
                  <c:v>0.53317901234571152</c:v>
                </c:pt>
                <c:pt idx="3455">
                  <c:v>0.5333333333333633</c:v>
                </c:pt>
                <c:pt idx="3456">
                  <c:v>0.53348765432101752</c:v>
                </c:pt>
                <c:pt idx="3457">
                  <c:v>0.53364197530867441</c:v>
                </c:pt>
                <c:pt idx="3458">
                  <c:v>0.53379629629632663</c:v>
                </c:pt>
                <c:pt idx="3459">
                  <c:v>0.53395061728398285</c:v>
                </c:pt>
                <c:pt idx="3460">
                  <c:v>0.53410493827163497</c:v>
                </c:pt>
                <c:pt idx="3461">
                  <c:v>0.53425925925928963</c:v>
                </c:pt>
                <c:pt idx="3462">
                  <c:v>0.5344135802469403</c:v>
                </c:pt>
                <c:pt idx="3463">
                  <c:v>0.53456790123459796</c:v>
                </c:pt>
                <c:pt idx="3464">
                  <c:v>0.5347222222222523</c:v>
                </c:pt>
                <c:pt idx="3465">
                  <c:v>0.53487654320990652</c:v>
                </c:pt>
                <c:pt idx="3466">
                  <c:v>0.53503086419756096</c:v>
                </c:pt>
                <c:pt idx="3467">
                  <c:v>0.53518518518521341</c:v>
                </c:pt>
                <c:pt idx="3468">
                  <c:v>0.53533950617286952</c:v>
                </c:pt>
                <c:pt idx="3469">
                  <c:v>0.53549382716052463</c:v>
                </c:pt>
                <c:pt idx="3470">
                  <c:v>0.53564814814818063</c:v>
                </c:pt>
                <c:pt idx="3471">
                  <c:v>0.53580246913583252</c:v>
                </c:pt>
                <c:pt idx="3472">
                  <c:v>0.53595679012348763</c:v>
                </c:pt>
                <c:pt idx="3473">
                  <c:v>0.53611111111114129</c:v>
                </c:pt>
                <c:pt idx="3474">
                  <c:v>0.53626543209879773</c:v>
                </c:pt>
                <c:pt idx="3475">
                  <c:v>0.53641975308644996</c:v>
                </c:pt>
                <c:pt idx="3476">
                  <c:v>0.53657407407410462</c:v>
                </c:pt>
                <c:pt idx="3477">
                  <c:v>0.53672839506175851</c:v>
                </c:pt>
                <c:pt idx="3478">
                  <c:v>0.53688271604941362</c:v>
                </c:pt>
                <c:pt idx="3479">
                  <c:v>0.53703703703706729</c:v>
                </c:pt>
                <c:pt idx="3480">
                  <c:v>0.53719135802472162</c:v>
                </c:pt>
                <c:pt idx="3481">
                  <c:v>0.53734567901237595</c:v>
                </c:pt>
                <c:pt idx="3482">
                  <c:v>0.53750000000003029</c:v>
                </c:pt>
                <c:pt idx="3483">
                  <c:v>0.53765432098768451</c:v>
                </c:pt>
                <c:pt idx="3484">
                  <c:v>0.53780864197533851</c:v>
                </c:pt>
                <c:pt idx="3485">
                  <c:v>0.5379629629629914</c:v>
                </c:pt>
                <c:pt idx="3486">
                  <c:v>0.53811728395064573</c:v>
                </c:pt>
                <c:pt idx="3487">
                  <c:v>0.53827160493830195</c:v>
                </c:pt>
                <c:pt idx="3488">
                  <c:v>0.5384259259259544</c:v>
                </c:pt>
                <c:pt idx="3489">
                  <c:v>0.53858024691361051</c:v>
                </c:pt>
                <c:pt idx="3490">
                  <c:v>0.53873456790126306</c:v>
                </c:pt>
                <c:pt idx="3491">
                  <c:v>0.53888888888891928</c:v>
                </c:pt>
                <c:pt idx="3492">
                  <c:v>0.53904320987657361</c:v>
                </c:pt>
                <c:pt idx="3493">
                  <c:v>0.5391975308642275</c:v>
                </c:pt>
                <c:pt idx="3494">
                  <c:v>0.53935185185188261</c:v>
                </c:pt>
                <c:pt idx="3495">
                  <c:v>0.5395061728395365</c:v>
                </c:pt>
                <c:pt idx="3496">
                  <c:v>0.53966049382719095</c:v>
                </c:pt>
                <c:pt idx="3497">
                  <c:v>0.53981481481484561</c:v>
                </c:pt>
                <c:pt idx="3498">
                  <c:v>0.5399691358024995</c:v>
                </c:pt>
                <c:pt idx="3499">
                  <c:v>0.54012345679015394</c:v>
                </c:pt>
                <c:pt idx="3500">
                  <c:v>0.54027777777780828</c:v>
                </c:pt>
                <c:pt idx="3501">
                  <c:v>0.5404320987654605</c:v>
                </c:pt>
                <c:pt idx="3502">
                  <c:v>0.5405864197531165</c:v>
                </c:pt>
                <c:pt idx="3503">
                  <c:v>0.54074074074077161</c:v>
                </c:pt>
                <c:pt idx="3504">
                  <c:v>0.54089506172842561</c:v>
                </c:pt>
                <c:pt idx="3505">
                  <c:v>0.54104938271607994</c:v>
                </c:pt>
                <c:pt idx="3506">
                  <c:v>0.54120370370373427</c:v>
                </c:pt>
                <c:pt idx="3507">
                  <c:v>0.54135802469138861</c:v>
                </c:pt>
                <c:pt idx="3508">
                  <c:v>0.54151234567904083</c:v>
                </c:pt>
                <c:pt idx="3509">
                  <c:v>0.5416666666666976</c:v>
                </c:pt>
                <c:pt idx="3510">
                  <c:v>0.5418209876543516</c:v>
                </c:pt>
                <c:pt idx="3511">
                  <c:v>0.54197530864200594</c:v>
                </c:pt>
                <c:pt idx="3512">
                  <c:v>0.5421296296296606</c:v>
                </c:pt>
                <c:pt idx="3513">
                  <c:v>0.54228395061731449</c:v>
                </c:pt>
                <c:pt idx="3514">
                  <c:v>0.54243827160496849</c:v>
                </c:pt>
                <c:pt idx="3515">
                  <c:v>0.54259259259262327</c:v>
                </c:pt>
                <c:pt idx="3516">
                  <c:v>0.54274691358027938</c:v>
                </c:pt>
                <c:pt idx="3517">
                  <c:v>0.54290123456793193</c:v>
                </c:pt>
                <c:pt idx="3518">
                  <c:v>0.54305555555558815</c:v>
                </c:pt>
                <c:pt idx="3519">
                  <c:v>0.54320987654324226</c:v>
                </c:pt>
                <c:pt idx="3520">
                  <c:v>0.54336419753089493</c:v>
                </c:pt>
                <c:pt idx="3521">
                  <c:v>0.5435185185185496</c:v>
                </c:pt>
                <c:pt idx="3522">
                  <c:v>0.5436728395062036</c:v>
                </c:pt>
                <c:pt idx="3523">
                  <c:v>0.54382716049385793</c:v>
                </c:pt>
                <c:pt idx="3524">
                  <c:v>0.5439814814815126</c:v>
                </c:pt>
                <c:pt idx="3525">
                  <c:v>0.54413580246916826</c:v>
                </c:pt>
                <c:pt idx="3526">
                  <c:v>0.54429012345682093</c:v>
                </c:pt>
                <c:pt idx="3527">
                  <c:v>0.54444444444447715</c:v>
                </c:pt>
                <c:pt idx="3528">
                  <c:v>0.54459876543212959</c:v>
                </c:pt>
                <c:pt idx="3529">
                  <c:v>0.54475308641978581</c:v>
                </c:pt>
                <c:pt idx="3530">
                  <c:v>0.5449074074074387</c:v>
                </c:pt>
                <c:pt idx="3531">
                  <c:v>0.5450617283950927</c:v>
                </c:pt>
                <c:pt idx="3532">
                  <c:v>0.54521604938274471</c:v>
                </c:pt>
                <c:pt idx="3533">
                  <c:v>0.5453703703704017</c:v>
                </c:pt>
                <c:pt idx="3534">
                  <c:v>0.5455246913580557</c:v>
                </c:pt>
                <c:pt idx="3535">
                  <c:v>0.54567901234571314</c:v>
                </c:pt>
                <c:pt idx="3536">
                  <c:v>0.5458333333333647</c:v>
                </c:pt>
                <c:pt idx="3537">
                  <c:v>0.5459876543210187</c:v>
                </c:pt>
                <c:pt idx="3538">
                  <c:v>0.54614197530867481</c:v>
                </c:pt>
                <c:pt idx="3539">
                  <c:v>0.5462962962963277</c:v>
                </c:pt>
                <c:pt idx="3540">
                  <c:v>0.54645061728398336</c:v>
                </c:pt>
                <c:pt idx="3541">
                  <c:v>0.54660493827163592</c:v>
                </c:pt>
                <c:pt idx="3542">
                  <c:v>0.54675925925929214</c:v>
                </c:pt>
                <c:pt idx="3543">
                  <c:v>0.54691358024694248</c:v>
                </c:pt>
                <c:pt idx="3544">
                  <c:v>0.54706790123459892</c:v>
                </c:pt>
                <c:pt idx="3545">
                  <c:v>0.54722222222225259</c:v>
                </c:pt>
                <c:pt idx="3546">
                  <c:v>0.54737654320990758</c:v>
                </c:pt>
                <c:pt idx="3547">
                  <c:v>0.54753086419756158</c:v>
                </c:pt>
                <c:pt idx="3548">
                  <c:v>0.54768518518521558</c:v>
                </c:pt>
                <c:pt idx="3549">
                  <c:v>0.54783950617287236</c:v>
                </c:pt>
                <c:pt idx="3550">
                  <c:v>0.5479938271605268</c:v>
                </c:pt>
                <c:pt idx="3551">
                  <c:v>0.54814814814818114</c:v>
                </c:pt>
                <c:pt idx="3552">
                  <c:v>0.54830246913583358</c:v>
                </c:pt>
                <c:pt idx="3553">
                  <c:v>0.54845679012348791</c:v>
                </c:pt>
                <c:pt idx="3554">
                  <c:v>0.54861111111114225</c:v>
                </c:pt>
                <c:pt idx="3555">
                  <c:v>0.54876543209879991</c:v>
                </c:pt>
                <c:pt idx="3556">
                  <c:v>0.54891975308645091</c:v>
                </c:pt>
                <c:pt idx="3557">
                  <c:v>0.54907407407410713</c:v>
                </c:pt>
                <c:pt idx="3558">
                  <c:v>0.54922839506175958</c:v>
                </c:pt>
                <c:pt idx="3559">
                  <c:v>0.54938271604941391</c:v>
                </c:pt>
                <c:pt idx="3560">
                  <c:v>0.54953703703706758</c:v>
                </c:pt>
                <c:pt idx="3561">
                  <c:v>0.54969135802472424</c:v>
                </c:pt>
                <c:pt idx="3562">
                  <c:v>0.54984567901237846</c:v>
                </c:pt>
                <c:pt idx="3563">
                  <c:v>0.55000000000003124</c:v>
                </c:pt>
                <c:pt idx="3564">
                  <c:v>0.55015432098768557</c:v>
                </c:pt>
                <c:pt idx="3565">
                  <c:v>0.55030864197533957</c:v>
                </c:pt>
                <c:pt idx="3566">
                  <c:v>0.55046296296299169</c:v>
                </c:pt>
                <c:pt idx="3567">
                  <c:v>0.55061728395064857</c:v>
                </c:pt>
                <c:pt idx="3568">
                  <c:v>0.55077160493830446</c:v>
                </c:pt>
                <c:pt idx="3569">
                  <c:v>0.55092592592595657</c:v>
                </c:pt>
                <c:pt idx="3570">
                  <c:v>0.55108024691361168</c:v>
                </c:pt>
                <c:pt idx="3571">
                  <c:v>0.55123456790126335</c:v>
                </c:pt>
                <c:pt idx="3572">
                  <c:v>0.55138888888891957</c:v>
                </c:pt>
                <c:pt idx="3573">
                  <c:v>0.55154320987657468</c:v>
                </c:pt>
                <c:pt idx="3574">
                  <c:v>0.5516975308642289</c:v>
                </c:pt>
                <c:pt idx="3575">
                  <c:v>0.5518518518518849</c:v>
                </c:pt>
                <c:pt idx="3576">
                  <c:v>0.55200617283953768</c:v>
                </c:pt>
                <c:pt idx="3577">
                  <c:v>0.5521604938271919</c:v>
                </c:pt>
                <c:pt idx="3578">
                  <c:v>0.55231481481484623</c:v>
                </c:pt>
                <c:pt idx="3579">
                  <c:v>0.55246913580250057</c:v>
                </c:pt>
                <c:pt idx="3580">
                  <c:v>0.55262345679015645</c:v>
                </c:pt>
                <c:pt idx="3581">
                  <c:v>0.55277777777780923</c:v>
                </c:pt>
                <c:pt idx="3582">
                  <c:v>0.55293209876546356</c:v>
                </c:pt>
                <c:pt idx="3583">
                  <c:v>0.5530864197531179</c:v>
                </c:pt>
                <c:pt idx="3584">
                  <c:v>0.55324074074077223</c:v>
                </c:pt>
                <c:pt idx="3585">
                  <c:v>0.55339506172842667</c:v>
                </c:pt>
                <c:pt idx="3586">
                  <c:v>0.5535493827160809</c:v>
                </c:pt>
                <c:pt idx="3587">
                  <c:v>0.55370370370373523</c:v>
                </c:pt>
                <c:pt idx="3588">
                  <c:v>0.55385802469139123</c:v>
                </c:pt>
                <c:pt idx="3589">
                  <c:v>0.55401234567904356</c:v>
                </c:pt>
                <c:pt idx="3590">
                  <c:v>0.55416666666669823</c:v>
                </c:pt>
                <c:pt idx="3591">
                  <c:v>0.55432098765435267</c:v>
                </c:pt>
                <c:pt idx="3592">
                  <c:v>0.55447530864200689</c:v>
                </c:pt>
                <c:pt idx="3593">
                  <c:v>0.55462962962966289</c:v>
                </c:pt>
                <c:pt idx="3594">
                  <c:v>0.55478395061731567</c:v>
                </c:pt>
                <c:pt idx="3595">
                  <c:v>0.55493827160496989</c:v>
                </c:pt>
                <c:pt idx="3596">
                  <c:v>0.55509259259262422</c:v>
                </c:pt>
                <c:pt idx="3597">
                  <c:v>0.55524691358028022</c:v>
                </c:pt>
                <c:pt idx="3598">
                  <c:v>0.55540123456793289</c:v>
                </c:pt>
                <c:pt idx="3599">
                  <c:v>0.55555555555558866</c:v>
                </c:pt>
                <c:pt idx="3600">
                  <c:v>0.55570987654324444</c:v>
                </c:pt>
                <c:pt idx="3601">
                  <c:v>0.55586419753089733</c:v>
                </c:pt>
                <c:pt idx="3602">
                  <c:v>0.55601851851855166</c:v>
                </c:pt>
                <c:pt idx="3603">
                  <c:v>0.55617283950620455</c:v>
                </c:pt>
                <c:pt idx="3604">
                  <c:v>0.55632716049385889</c:v>
                </c:pt>
                <c:pt idx="3605">
                  <c:v>0.55648148148151322</c:v>
                </c:pt>
                <c:pt idx="3606">
                  <c:v>0.55663580246917055</c:v>
                </c:pt>
                <c:pt idx="3607">
                  <c:v>0.55679012345682333</c:v>
                </c:pt>
                <c:pt idx="3608">
                  <c:v>0.5569444444444791</c:v>
                </c:pt>
                <c:pt idx="3609">
                  <c:v>0.55709876543213055</c:v>
                </c:pt>
                <c:pt idx="3610">
                  <c:v>0.55725308641978633</c:v>
                </c:pt>
                <c:pt idx="3611">
                  <c:v>0.55740740740743921</c:v>
                </c:pt>
                <c:pt idx="3612">
                  <c:v>0.55756172839509355</c:v>
                </c:pt>
                <c:pt idx="3613">
                  <c:v>0.55771604938274644</c:v>
                </c:pt>
                <c:pt idx="3614">
                  <c:v>0.55787037037040366</c:v>
                </c:pt>
                <c:pt idx="3615">
                  <c:v>0.55802469135805799</c:v>
                </c:pt>
                <c:pt idx="3616">
                  <c:v>0.55817901234571377</c:v>
                </c:pt>
                <c:pt idx="3617">
                  <c:v>0.55833333333336521</c:v>
                </c:pt>
                <c:pt idx="3618">
                  <c:v>0.55848765432101954</c:v>
                </c:pt>
                <c:pt idx="3619">
                  <c:v>0.55864197530867665</c:v>
                </c:pt>
                <c:pt idx="3620">
                  <c:v>0.55879629629632865</c:v>
                </c:pt>
                <c:pt idx="3621">
                  <c:v>0.55895061728398521</c:v>
                </c:pt>
                <c:pt idx="3622">
                  <c:v>0.55910493827163688</c:v>
                </c:pt>
                <c:pt idx="3623">
                  <c:v>0.55925925925929165</c:v>
                </c:pt>
                <c:pt idx="3624">
                  <c:v>0.55941358024694232</c:v>
                </c:pt>
                <c:pt idx="3625">
                  <c:v>0.55956790123459987</c:v>
                </c:pt>
                <c:pt idx="3626">
                  <c:v>0.55972222222225421</c:v>
                </c:pt>
                <c:pt idx="3627">
                  <c:v>0.55987654320990854</c:v>
                </c:pt>
                <c:pt idx="3628">
                  <c:v>0.56003086419756287</c:v>
                </c:pt>
                <c:pt idx="3629">
                  <c:v>0.56018518518521565</c:v>
                </c:pt>
                <c:pt idx="3630">
                  <c:v>0.56033950617287165</c:v>
                </c:pt>
                <c:pt idx="3631">
                  <c:v>0.56049382716052665</c:v>
                </c:pt>
                <c:pt idx="3632">
                  <c:v>0.56064814814818276</c:v>
                </c:pt>
                <c:pt idx="3633">
                  <c:v>0.56080246913583454</c:v>
                </c:pt>
                <c:pt idx="3634">
                  <c:v>0.56095679012348965</c:v>
                </c:pt>
                <c:pt idx="3635">
                  <c:v>0.5611111111111432</c:v>
                </c:pt>
                <c:pt idx="3636">
                  <c:v>0.56126543209880009</c:v>
                </c:pt>
                <c:pt idx="3637">
                  <c:v>0.56141975308645187</c:v>
                </c:pt>
                <c:pt idx="3638">
                  <c:v>0.56157407407410664</c:v>
                </c:pt>
                <c:pt idx="3639">
                  <c:v>0.56172839506176053</c:v>
                </c:pt>
                <c:pt idx="3640">
                  <c:v>0.56188271604941564</c:v>
                </c:pt>
                <c:pt idx="3641">
                  <c:v>0.5620370370370692</c:v>
                </c:pt>
                <c:pt idx="3642">
                  <c:v>0.56219135802472364</c:v>
                </c:pt>
                <c:pt idx="3643">
                  <c:v>0.56234567901237864</c:v>
                </c:pt>
                <c:pt idx="3644">
                  <c:v>0.5625000000000322</c:v>
                </c:pt>
                <c:pt idx="3645">
                  <c:v>0.56265432098768653</c:v>
                </c:pt>
                <c:pt idx="3646">
                  <c:v>0.56280864197534086</c:v>
                </c:pt>
                <c:pt idx="3647">
                  <c:v>0.56296296296299353</c:v>
                </c:pt>
                <c:pt idx="3648">
                  <c:v>0.56311728395064797</c:v>
                </c:pt>
                <c:pt idx="3649">
                  <c:v>0.56327160493830464</c:v>
                </c:pt>
                <c:pt idx="3650">
                  <c:v>0.56342592592595653</c:v>
                </c:pt>
                <c:pt idx="3651">
                  <c:v>0.56358024691361253</c:v>
                </c:pt>
                <c:pt idx="3652">
                  <c:v>0.56373456790126519</c:v>
                </c:pt>
                <c:pt idx="3653">
                  <c:v>0.56388888888892119</c:v>
                </c:pt>
                <c:pt idx="3654">
                  <c:v>0.56404320987657564</c:v>
                </c:pt>
                <c:pt idx="3655">
                  <c:v>0.56419753086422986</c:v>
                </c:pt>
                <c:pt idx="3656">
                  <c:v>0.56435185185188463</c:v>
                </c:pt>
                <c:pt idx="3657">
                  <c:v>0.56450617283953852</c:v>
                </c:pt>
                <c:pt idx="3658">
                  <c:v>0.56466049382719363</c:v>
                </c:pt>
                <c:pt idx="3659">
                  <c:v>0.56481481481484763</c:v>
                </c:pt>
                <c:pt idx="3660">
                  <c:v>0.56496913580250152</c:v>
                </c:pt>
                <c:pt idx="3661">
                  <c:v>0.56512345679015585</c:v>
                </c:pt>
                <c:pt idx="3662">
                  <c:v>0.56527777777781019</c:v>
                </c:pt>
                <c:pt idx="3663">
                  <c:v>0.56543209876546285</c:v>
                </c:pt>
                <c:pt idx="3664">
                  <c:v>0.56558641975311852</c:v>
                </c:pt>
                <c:pt idx="3665">
                  <c:v>0.56574074074077363</c:v>
                </c:pt>
                <c:pt idx="3666">
                  <c:v>0.56589506172842763</c:v>
                </c:pt>
                <c:pt idx="3667">
                  <c:v>0.56604938271608185</c:v>
                </c:pt>
                <c:pt idx="3668">
                  <c:v>0.56620370370373618</c:v>
                </c:pt>
                <c:pt idx="3669">
                  <c:v>0.56635802469139063</c:v>
                </c:pt>
                <c:pt idx="3670">
                  <c:v>0.56651234567904296</c:v>
                </c:pt>
                <c:pt idx="3671">
                  <c:v>0.56666666666669963</c:v>
                </c:pt>
                <c:pt idx="3672">
                  <c:v>0.56682098765435363</c:v>
                </c:pt>
                <c:pt idx="3673">
                  <c:v>0.56697530864200785</c:v>
                </c:pt>
                <c:pt idx="3674">
                  <c:v>0.56712962962966262</c:v>
                </c:pt>
                <c:pt idx="3675">
                  <c:v>0.56728395061731651</c:v>
                </c:pt>
                <c:pt idx="3676">
                  <c:v>0.56743827160497085</c:v>
                </c:pt>
                <c:pt idx="3677">
                  <c:v>0.56759259259262518</c:v>
                </c:pt>
                <c:pt idx="3678">
                  <c:v>0.56774691358028173</c:v>
                </c:pt>
                <c:pt idx="3679">
                  <c:v>0.56790123456793384</c:v>
                </c:pt>
                <c:pt idx="3680">
                  <c:v>0.56805555555559029</c:v>
                </c:pt>
                <c:pt idx="3681">
                  <c:v>0.56820987654324473</c:v>
                </c:pt>
                <c:pt idx="3682">
                  <c:v>0.56836419753089684</c:v>
                </c:pt>
                <c:pt idx="3683">
                  <c:v>0.56851851851855162</c:v>
                </c:pt>
                <c:pt idx="3684">
                  <c:v>0.56867283950620562</c:v>
                </c:pt>
                <c:pt idx="3685">
                  <c:v>0.56882716049385984</c:v>
                </c:pt>
                <c:pt idx="3686">
                  <c:v>0.56898148148151462</c:v>
                </c:pt>
                <c:pt idx="3687">
                  <c:v>0.56913580246917095</c:v>
                </c:pt>
                <c:pt idx="3688">
                  <c:v>0.56929012345682284</c:v>
                </c:pt>
                <c:pt idx="3689">
                  <c:v>0.56944444444447928</c:v>
                </c:pt>
                <c:pt idx="3690">
                  <c:v>0.5695987654321315</c:v>
                </c:pt>
                <c:pt idx="3691">
                  <c:v>0.56975308641978795</c:v>
                </c:pt>
                <c:pt idx="3692">
                  <c:v>0.56990740740744061</c:v>
                </c:pt>
                <c:pt idx="3693">
                  <c:v>0.57006172839509461</c:v>
                </c:pt>
                <c:pt idx="3694">
                  <c:v>0.57021604938274695</c:v>
                </c:pt>
                <c:pt idx="3695">
                  <c:v>0.57037037037040361</c:v>
                </c:pt>
                <c:pt idx="3696">
                  <c:v>0.57052469135805761</c:v>
                </c:pt>
                <c:pt idx="3697">
                  <c:v>0.57067901234571528</c:v>
                </c:pt>
                <c:pt idx="3698">
                  <c:v>0.57083333333336661</c:v>
                </c:pt>
                <c:pt idx="3699">
                  <c:v>0.57098765432102061</c:v>
                </c:pt>
                <c:pt idx="3700">
                  <c:v>0.57114197530867672</c:v>
                </c:pt>
                <c:pt idx="3701">
                  <c:v>0.57129629629632961</c:v>
                </c:pt>
                <c:pt idx="3702">
                  <c:v>0.57145061728398538</c:v>
                </c:pt>
                <c:pt idx="3703">
                  <c:v>0.57160493827163783</c:v>
                </c:pt>
                <c:pt idx="3704">
                  <c:v>0.57175925925929405</c:v>
                </c:pt>
                <c:pt idx="3705">
                  <c:v>0.57191358024694439</c:v>
                </c:pt>
                <c:pt idx="3706">
                  <c:v>0.5720679012346005</c:v>
                </c:pt>
                <c:pt idx="3707">
                  <c:v>0.57222222222225516</c:v>
                </c:pt>
                <c:pt idx="3708">
                  <c:v>0.57237654320990949</c:v>
                </c:pt>
                <c:pt idx="3709">
                  <c:v>0.57253086419756349</c:v>
                </c:pt>
                <c:pt idx="3710">
                  <c:v>0.57268518518521816</c:v>
                </c:pt>
                <c:pt idx="3711">
                  <c:v>0.57283950617287438</c:v>
                </c:pt>
                <c:pt idx="3712">
                  <c:v>0.57299382716052871</c:v>
                </c:pt>
                <c:pt idx="3713">
                  <c:v>0.57314814814818305</c:v>
                </c:pt>
                <c:pt idx="3714">
                  <c:v>0.57330246913583549</c:v>
                </c:pt>
                <c:pt idx="3715">
                  <c:v>0.57345679012348982</c:v>
                </c:pt>
                <c:pt idx="3716">
                  <c:v>0.5736111111111446</c:v>
                </c:pt>
                <c:pt idx="3717">
                  <c:v>0.57376543209880182</c:v>
                </c:pt>
                <c:pt idx="3718">
                  <c:v>0.57391975308645282</c:v>
                </c:pt>
                <c:pt idx="3719">
                  <c:v>0.57407407407410904</c:v>
                </c:pt>
                <c:pt idx="3720">
                  <c:v>0.57422839506176149</c:v>
                </c:pt>
                <c:pt idx="3721">
                  <c:v>0.57438271604941582</c:v>
                </c:pt>
                <c:pt idx="3722">
                  <c:v>0.57453703703707015</c:v>
                </c:pt>
                <c:pt idx="3723">
                  <c:v>0.57469135802472626</c:v>
                </c:pt>
                <c:pt idx="3724">
                  <c:v>0.57484567901238071</c:v>
                </c:pt>
                <c:pt idx="3725">
                  <c:v>0.57500000000003315</c:v>
                </c:pt>
                <c:pt idx="3726">
                  <c:v>0.57515432098768748</c:v>
                </c:pt>
                <c:pt idx="3727">
                  <c:v>0.57530864197534159</c:v>
                </c:pt>
                <c:pt idx="3728">
                  <c:v>0.57546296296299393</c:v>
                </c:pt>
                <c:pt idx="3729">
                  <c:v>0.57561728395065048</c:v>
                </c:pt>
                <c:pt idx="3730">
                  <c:v>0.5757716049383067</c:v>
                </c:pt>
                <c:pt idx="3731">
                  <c:v>0.57592592592595859</c:v>
                </c:pt>
                <c:pt idx="3732">
                  <c:v>0.5760802469136137</c:v>
                </c:pt>
                <c:pt idx="3733">
                  <c:v>0.5762345679012657</c:v>
                </c:pt>
                <c:pt idx="3734">
                  <c:v>0.57638888888892159</c:v>
                </c:pt>
                <c:pt idx="3735">
                  <c:v>0.5765432098765767</c:v>
                </c:pt>
                <c:pt idx="3736">
                  <c:v>0.57669753086423081</c:v>
                </c:pt>
                <c:pt idx="3737">
                  <c:v>0.57685185185188703</c:v>
                </c:pt>
                <c:pt idx="3738">
                  <c:v>0.5770061728395397</c:v>
                </c:pt>
                <c:pt idx="3739">
                  <c:v>0.57716049382719381</c:v>
                </c:pt>
                <c:pt idx="3740">
                  <c:v>0.57731481481484814</c:v>
                </c:pt>
                <c:pt idx="3741">
                  <c:v>0.57746913580250248</c:v>
                </c:pt>
                <c:pt idx="3742">
                  <c:v>0.57762345679015858</c:v>
                </c:pt>
                <c:pt idx="3743">
                  <c:v>0.57777777777781114</c:v>
                </c:pt>
                <c:pt idx="3744">
                  <c:v>0.57793209876546547</c:v>
                </c:pt>
                <c:pt idx="3745">
                  <c:v>0.57808641975311981</c:v>
                </c:pt>
                <c:pt idx="3746">
                  <c:v>0.57824074074077414</c:v>
                </c:pt>
                <c:pt idx="3747">
                  <c:v>0.57839506172842869</c:v>
                </c:pt>
                <c:pt idx="3748">
                  <c:v>0.57854938271608281</c:v>
                </c:pt>
                <c:pt idx="3749">
                  <c:v>0.57870370370373714</c:v>
                </c:pt>
                <c:pt idx="3750">
                  <c:v>0.57885802469139325</c:v>
                </c:pt>
                <c:pt idx="3751">
                  <c:v>0.57901234567904558</c:v>
                </c:pt>
                <c:pt idx="3752">
                  <c:v>0.57916666666670014</c:v>
                </c:pt>
                <c:pt idx="3753">
                  <c:v>0.57932098765435469</c:v>
                </c:pt>
                <c:pt idx="3754">
                  <c:v>0.5794753086420088</c:v>
                </c:pt>
                <c:pt idx="3755">
                  <c:v>0.57962962962966502</c:v>
                </c:pt>
                <c:pt idx="3756">
                  <c:v>0.57978395061731769</c:v>
                </c:pt>
                <c:pt idx="3757">
                  <c:v>0.57993827160497347</c:v>
                </c:pt>
                <c:pt idx="3758">
                  <c:v>0.58009259259262558</c:v>
                </c:pt>
                <c:pt idx="3759">
                  <c:v>0.58024691358028069</c:v>
                </c:pt>
                <c:pt idx="3760">
                  <c:v>0.58040123456793458</c:v>
                </c:pt>
                <c:pt idx="3761">
                  <c:v>0.58055555555558913</c:v>
                </c:pt>
                <c:pt idx="3762">
                  <c:v>0.58070987654324513</c:v>
                </c:pt>
                <c:pt idx="3763">
                  <c:v>0.5808641975308978</c:v>
                </c:pt>
                <c:pt idx="3764">
                  <c:v>0.58101851851855213</c:v>
                </c:pt>
                <c:pt idx="3765">
                  <c:v>0.58117283950620646</c:v>
                </c:pt>
                <c:pt idx="3766">
                  <c:v>0.58132716049386057</c:v>
                </c:pt>
                <c:pt idx="3767">
                  <c:v>0.58148148148151457</c:v>
                </c:pt>
                <c:pt idx="3768">
                  <c:v>0.58163580246917224</c:v>
                </c:pt>
                <c:pt idx="3769">
                  <c:v>0.58179012345682379</c:v>
                </c:pt>
                <c:pt idx="3770">
                  <c:v>0.58194444444447979</c:v>
                </c:pt>
                <c:pt idx="3771">
                  <c:v>0.58209876543213246</c:v>
                </c:pt>
                <c:pt idx="3772">
                  <c:v>0.58225308641978679</c:v>
                </c:pt>
                <c:pt idx="3773">
                  <c:v>0.58240740740744057</c:v>
                </c:pt>
                <c:pt idx="3774">
                  <c:v>0.58256172839509546</c:v>
                </c:pt>
                <c:pt idx="3775">
                  <c:v>0.58271604938274735</c:v>
                </c:pt>
                <c:pt idx="3776">
                  <c:v>0.58287037037040412</c:v>
                </c:pt>
                <c:pt idx="3777">
                  <c:v>0.58302469135805868</c:v>
                </c:pt>
                <c:pt idx="3778">
                  <c:v>0.58317901234571434</c:v>
                </c:pt>
                <c:pt idx="3779">
                  <c:v>0.58333333333336657</c:v>
                </c:pt>
                <c:pt idx="3780">
                  <c:v>0.58348765432102057</c:v>
                </c:pt>
                <c:pt idx="3781">
                  <c:v>0.58364197530867734</c:v>
                </c:pt>
                <c:pt idx="3782">
                  <c:v>0.58379629629633012</c:v>
                </c:pt>
                <c:pt idx="3783">
                  <c:v>0.58395061728398612</c:v>
                </c:pt>
                <c:pt idx="3784">
                  <c:v>0.58410493827163856</c:v>
                </c:pt>
                <c:pt idx="3785">
                  <c:v>0.58425925925929312</c:v>
                </c:pt>
                <c:pt idx="3786">
                  <c:v>0.58441358024694312</c:v>
                </c:pt>
                <c:pt idx="3787">
                  <c:v>0.58456790123459956</c:v>
                </c:pt>
                <c:pt idx="3788">
                  <c:v>0.58472222222225556</c:v>
                </c:pt>
                <c:pt idx="3789">
                  <c:v>0.58487654320990956</c:v>
                </c:pt>
                <c:pt idx="3790">
                  <c:v>0.58503086419756456</c:v>
                </c:pt>
                <c:pt idx="3791">
                  <c:v>0.58518518518521645</c:v>
                </c:pt>
                <c:pt idx="3792">
                  <c:v>0.58533950617287345</c:v>
                </c:pt>
                <c:pt idx="3793">
                  <c:v>0.58549382716052778</c:v>
                </c:pt>
                <c:pt idx="3794">
                  <c:v>0.58564814814818378</c:v>
                </c:pt>
                <c:pt idx="3795">
                  <c:v>0.58580246913583556</c:v>
                </c:pt>
                <c:pt idx="3796">
                  <c:v>0.58595679012349078</c:v>
                </c:pt>
                <c:pt idx="3797">
                  <c:v>0.58611111111114456</c:v>
                </c:pt>
                <c:pt idx="3798">
                  <c:v>0.58626543209880089</c:v>
                </c:pt>
                <c:pt idx="3799">
                  <c:v>0.58641975308645256</c:v>
                </c:pt>
                <c:pt idx="3800">
                  <c:v>0.58657407407410811</c:v>
                </c:pt>
                <c:pt idx="3801">
                  <c:v>0.586728395061761</c:v>
                </c:pt>
                <c:pt idx="3802">
                  <c:v>0.58688271604941677</c:v>
                </c:pt>
                <c:pt idx="3803">
                  <c:v>0.58703703703707111</c:v>
                </c:pt>
                <c:pt idx="3804">
                  <c:v>0.58719135802472544</c:v>
                </c:pt>
                <c:pt idx="3805">
                  <c:v>0.58734567901237977</c:v>
                </c:pt>
                <c:pt idx="3806">
                  <c:v>0.58750000000003266</c:v>
                </c:pt>
                <c:pt idx="3807">
                  <c:v>0.587654320987687</c:v>
                </c:pt>
                <c:pt idx="3808">
                  <c:v>0.58780864197534133</c:v>
                </c:pt>
                <c:pt idx="3809">
                  <c:v>0.58796296296299422</c:v>
                </c:pt>
                <c:pt idx="3810">
                  <c:v>0.58811728395064855</c:v>
                </c:pt>
                <c:pt idx="3811">
                  <c:v>0.58827160493830577</c:v>
                </c:pt>
                <c:pt idx="3812">
                  <c:v>0.58842592592595722</c:v>
                </c:pt>
                <c:pt idx="3813">
                  <c:v>0.58858024691361299</c:v>
                </c:pt>
                <c:pt idx="3814">
                  <c:v>0.58873456790126588</c:v>
                </c:pt>
                <c:pt idx="3815">
                  <c:v>0.58888888888892166</c:v>
                </c:pt>
                <c:pt idx="3816">
                  <c:v>0.58904320987657743</c:v>
                </c:pt>
                <c:pt idx="3817">
                  <c:v>0.58919753086423032</c:v>
                </c:pt>
                <c:pt idx="3818">
                  <c:v>0.5893518518518861</c:v>
                </c:pt>
                <c:pt idx="3819">
                  <c:v>0.58950617283953888</c:v>
                </c:pt>
                <c:pt idx="3820">
                  <c:v>0.58966049382719476</c:v>
                </c:pt>
                <c:pt idx="3821">
                  <c:v>0.5898148148148491</c:v>
                </c:pt>
                <c:pt idx="3822">
                  <c:v>0.58996913580250188</c:v>
                </c:pt>
                <c:pt idx="3823">
                  <c:v>0.59012345679015776</c:v>
                </c:pt>
                <c:pt idx="3824">
                  <c:v>0.59027777777781043</c:v>
                </c:pt>
                <c:pt idx="3825">
                  <c:v>0.59043209876546332</c:v>
                </c:pt>
                <c:pt idx="3826">
                  <c:v>0.5905864197531191</c:v>
                </c:pt>
                <c:pt idx="3827">
                  <c:v>0.59074074074077509</c:v>
                </c:pt>
                <c:pt idx="3828">
                  <c:v>0.59089506172842943</c:v>
                </c:pt>
                <c:pt idx="3829">
                  <c:v>0.59104938271608376</c:v>
                </c:pt>
                <c:pt idx="3830">
                  <c:v>0.59120370370373643</c:v>
                </c:pt>
                <c:pt idx="3831">
                  <c:v>0.59135802469139243</c:v>
                </c:pt>
                <c:pt idx="3832">
                  <c:v>0.59151234567904365</c:v>
                </c:pt>
                <c:pt idx="3833">
                  <c:v>0.59166666666670109</c:v>
                </c:pt>
                <c:pt idx="3834">
                  <c:v>0.59182098765435542</c:v>
                </c:pt>
                <c:pt idx="3835">
                  <c:v>0.59197530864200976</c:v>
                </c:pt>
                <c:pt idx="3836">
                  <c:v>0.59212962962966409</c:v>
                </c:pt>
                <c:pt idx="3837">
                  <c:v>0.59228395061731687</c:v>
                </c:pt>
                <c:pt idx="3838">
                  <c:v>0.59243827160497253</c:v>
                </c:pt>
                <c:pt idx="3839">
                  <c:v>0.59259259259262542</c:v>
                </c:pt>
                <c:pt idx="3840">
                  <c:v>0.59274691358028164</c:v>
                </c:pt>
                <c:pt idx="3841">
                  <c:v>0.59290123456793553</c:v>
                </c:pt>
                <c:pt idx="3842">
                  <c:v>0.59305555555559064</c:v>
                </c:pt>
                <c:pt idx="3843">
                  <c:v>0.59320987654324464</c:v>
                </c:pt>
                <c:pt idx="3844">
                  <c:v>0.59336419753089853</c:v>
                </c:pt>
                <c:pt idx="3845">
                  <c:v>0.59351851851855308</c:v>
                </c:pt>
                <c:pt idx="3846">
                  <c:v>0.59367283950620742</c:v>
                </c:pt>
                <c:pt idx="3847">
                  <c:v>0.59382716049386153</c:v>
                </c:pt>
                <c:pt idx="3848">
                  <c:v>0.59398148148151608</c:v>
                </c:pt>
                <c:pt idx="3849">
                  <c:v>0.59413580246917286</c:v>
                </c:pt>
                <c:pt idx="3850">
                  <c:v>0.59429012345682453</c:v>
                </c:pt>
                <c:pt idx="3851">
                  <c:v>0.59444444444447964</c:v>
                </c:pt>
                <c:pt idx="3852">
                  <c:v>0.59459876543213186</c:v>
                </c:pt>
                <c:pt idx="3853">
                  <c:v>0.59475308641978775</c:v>
                </c:pt>
                <c:pt idx="3854">
                  <c:v>0.59490740740744208</c:v>
                </c:pt>
                <c:pt idx="3855">
                  <c:v>0.59506172839509641</c:v>
                </c:pt>
                <c:pt idx="3856">
                  <c:v>0.59521604938274741</c:v>
                </c:pt>
                <c:pt idx="3857">
                  <c:v>0.59537037037040508</c:v>
                </c:pt>
                <c:pt idx="3858">
                  <c:v>0.59552469135805941</c:v>
                </c:pt>
                <c:pt idx="3859">
                  <c:v>0.59567901234571585</c:v>
                </c:pt>
                <c:pt idx="3860">
                  <c:v>0.59583333333336808</c:v>
                </c:pt>
                <c:pt idx="3861">
                  <c:v>0.59598765432102241</c:v>
                </c:pt>
                <c:pt idx="3862">
                  <c:v>0.59614197530867674</c:v>
                </c:pt>
                <c:pt idx="3863">
                  <c:v>0.59629629629633107</c:v>
                </c:pt>
                <c:pt idx="3864">
                  <c:v>0.59645061728398563</c:v>
                </c:pt>
                <c:pt idx="3865">
                  <c:v>0.59660493827163952</c:v>
                </c:pt>
                <c:pt idx="3866">
                  <c:v>0.59675925925929463</c:v>
                </c:pt>
                <c:pt idx="3867">
                  <c:v>0.59691358024694519</c:v>
                </c:pt>
                <c:pt idx="3868">
                  <c:v>0.59706790123460096</c:v>
                </c:pt>
                <c:pt idx="3869">
                  <c:v>0.59722222222225518</c:v>
                </c:pt>
                <c:pt idx="3870">
                  <c:v>0.59737654320990963</c:v>
                </c:pt>
                <c:pt idx="3871">
                  <c:v>0.59753086419756396</c:v>
                </c:pt>
                <c:pt idx="3872">
                  <c:v>0.59768518518521818</c:v>
                </c:pt>
                <c:pt idx="3873">
                  <c:v>0.59783950617287462</c:v>
                </c:pt>
                <c:pt idx="3874">
                  <c:v>0.59799382716052873</c:v>
                </c:pt>
                <c:pt idx="3875">
                  <c:v>0.59814814814818362</c:v>
                </c:pt>
                <c:pt idx="3876">
                  <c:v>0.59830246913583562</c:v>
                </c:pt>
                <c:pt idx="3877">
                  <c:v>0.59845679012349151</c:v>
                </c:pt>
                <c:pt idx="3878">
                  <c:v>0.59861111111114607</c:v>
                </c:pt>
                <c:pt idx="3879">
                  <c:v>0.59876543209880251</c:v>
                </c:pt>
                <c:pt idx="3880">
                  <c:v>0.59891975308645451</c:v>
                </c:pt>
                <c:pt idx="3881">
                  <c:v>0.59907407407410962</c:v>
                </c:pt>
                <c:pt idx="3882">
                  <c:v>0.59922839506176151</c:v>
                </c:pt>
                <c:pt idx="3883">
                  <c:v>0.59938271604941751</c:v>
                </c:pt>
                <c:pt idx="3884">
                  <c:v>0.59953703703707206</c:v>
                </c:pt>
                <c:pt idx="3885">
                  <c:v>0.59969135802472662</c:v>
                </c:pt>
                <c:pt idx="3886">
                  <c:v>0.59984567901238073</c:v>
                </c:pt>
                <c:pt idx="3887">
                  <c:v>0.60000000000003562</c:v>
                </c:pt>
                <c:pt idx="3888">
                  <c:v>0.60015432098768939</c:v>
                </c:pt>
                <c:pt idx="3889">
                  <c:v>0.6003086419753435</c:v>
                </c:pt>
                <c:pt idx="3890">
                  <c:v>0.60046296296299617</c:v>
                </c:pt>
                <c:pt idx="3891">
                  <c:v>0.60061728395065239</c:v>
                </c:pt>
                <c:pt idx="3892">
                  <c:v>0.60077160493830883</c:v>
                </c:pt>
                <c:pt idx="3893">
                  <c:v>0.60092592592596106</c:v>
                </c:pt>
                <c:pt idx="3894">
                  <c:v>0.60108024691361561</c:v>
                </c:pt>
                <c:pt idx="3895">
                  <c:v>0.60123456790126795</c:v>
                </c:pt>
                <c:pt idx="3896">
                  <c:v>0.60138888888892406</c:v>
                </c:pt>
                <c:pt idx="3897">
                  <c:v>0.60154320987657861</c:v>
                </c:pt>
                <c:pt idx="3898">
                  <c:v>0.60169753086423272</c:v>
                </c:pt>
                <c:pt idx="3899">
                  <c:v>0.60185185185188894</c:v>
                </c:pt>
                <c:pt idx="3900">
                  <c:v>0.60200617283954161</c:v>
                </c:pt>
                <c:pt idx="3901">
                  <c:v>0.60216049382719572</c:v>
                </c:pt>
                <c:pt idx="3902">
                  <c:v>0.60231481481485005</c:v>
                </c:pt>
                <c:pt idx="3903">
                  <c:v>0.60246913580250439</c:v>
                </c:pt>
                <c:pt idx="3904">
                  <c:v>0.60262345679016061</c:v>
                </c:pt>
                <c:pt idx="3905">
                  <c:v>0.60277777777781305</c:v>
                </c:pt>
                <c:pt idx="3906">
                  <c:v>0.60293209876546738</c:v>
                </c:pt>
                <c:pt idx="3907">
                  <c:v>0.60308641975312172</c:v>
                </c:pt>
                <c:pt idx="3908">
                  <c:v>0.60324074074077605</c:v>
                </c:pt>
                <c:pt idx="3909">
                  <c:v>0.6033950617284306</c:v>
                </c:pt>
                <c:pt idx="3910">
                  <c:v>0.60354938271608471</c:v>
                </c:pt>
                <c:pt idx="3911">
                  <c:v>0.60370370370373905</c:v>
                </c:pt>
                <c:pt idx="3912">
                  <c:v>0.60385802469139516</c:v>
                </c:pt>
                <c:pt idx="3913">
                  <c:v>0.60401234567904749</c:v>
                </c:pt>
                <c:pt idx="3914">
                  <c:v>0.60416666666670205</c:v>
                </c:pt>
                <c:pt idx="3915">
                  <c:v>0.6043209876543566</c:v>
                </c:pt>
                <c:pt idx="3916">
                  <c:v>0.60447530864201071</c:v>
                </c:pt>
                <c:pt idx="3917">
                  <c:v>0.60462962962966693</c:v>
                </c:pt>
                <c:pt idx="3918">
                  <c:v>0.6047839506173196</c:v>
                </c:pt>
                <c:pt idx="3919">
                  <c:v>0.60493827160497549</c:v>
                </c:pt>
                <c:pt idx="3920">
                  <c:v>0.60509259259262804</c:v>
                </c:pt>
                <c:pt idx="3921">
                  <c:v>0.60524691358028415</c:v>
                </c:pt>
                <c:pt idx="3922">
                  <c:v>0.60540123456793671</c:v>
                </c:pt>
                <c:pt idx="3923">
                  <c:v>0.60555555555559293</c:v>
                </c:pt>
                <c:pt idx="3924">
                  <c:v>0.6057098765432487</c:v>
                </c:pt>
                <c:pt idx="3925">
                  <c:v>0.60586419753090004</c:v>
                </c:pt>
                <c:pt idx="3926">
                  <c:v>0.60601851851855593</c:v>
                </c:pt>
                <c:pt idx="3927">
                  <c:v>0.6061728395062087</c:v>
                </c:pt>
                <c:pt idx="3928">
                  <c:v>0.6063271604938627</c:v>
                </c:pt>
                <c:pt idx="3929">
                  <c:v>0.60648148148151704</c:v>
                </c:pt>
                <c:pt idx="3930">
                  <c:v>0.60663580246917626</c:v>
                </c:pt>
                <c:pt idx="3931">
                  <c:v>0.60679012345682748</c:v>
                </c:pt>
                <c:pt idx="3932">
                  <c:v>0.60694444444448337</c:v>
                </c:pt>
                <c:pt idx="3933">
                  <c:v>0.6070987654321347</c:v>
                </c:pt>
                <c:pt idx="3934">
                  <c:v>0.60725308641979048</c:v>
                </c:pt>
                <c:pt idx="3935">
                  <c:v>0.60740740740744303</c:v>
                </c:pt>
                <c:pt idx="3936">
                  <c:v>0.6075617283950977</c:v>
                </c:pt>
                <c:pt idx="3937">
                  <c:v>0.60771604938275159</c:v>
                </c:pt>
                <c:pt idx="3938">
                  <c:v>0.60787037037040792</c:v>
                </c:pt>
                <c:pt idx="3939">
                  <c:v>0.60802469135806225</c:v>
                </c:pt>
                <c:pt idx="3940">
                  <c:v>0.60817901234571792</c:v>
                </c:pt>
                <c:pt idx="3941">
                  <c:v>0.60833333333336903</c:v>
                </c:pt>
                <c:pt idx="3942">
                  <c:v>0.6084876543210237</c:v>
                </c:pt>
                <c:pt idx="3943">
                  <c:v>0.60864197530868092</c:v>
                </c:pt>
                <c:pt idx="3944">
                  <c:v>0.60879629629633392</c:v>
                </c:pt>
                <c:pt idx="3945">
                  <c:v>0.60895061728398969</c:v>
                </c:pt>
                <c:pt idx="3946">
                  <c:v>0.60910493827164069</c:v>
                </c:pt>
                <c:pt idx="3947">
                  <c:v>0.60925925925929691</c:v>
                </c:pt>
                <c:pt idx="3948">
                  <c:v>0.60941358024694725</c:v>
                </c:pt>
                <c:pt idx="3949">
                  <c:v>0.60956790123460358</c:v>
                </c:pt>
                <c:pt idx="3950">
                  <c:v>0.60972222222225803</c:v>
                </c:pt>
                <c:pt idx="3951">
                  <c:v>0.60987654320991269</c:v>
                </c:pt>
                <c:pt idx="3952">
                  <c:v>0.61003086419756669</c:v>
                </c:pt>
                <c:pt idx="3953">
                  <c:v>0.61018518518522058</c:v>
                </c:pt>
                <c:pt idx="3954">
                  <c:v>0.61033950617287724</c:v>
                </c:pt>
                <c:pt idx="3955">
                  <c:v>0.61049382716053135</c:v>
                </c:pt>
                <c:pt idx="3956">
                  <c:v>0.61064814814818724</c:v>
                </c:pt>
                <c:pt idx="3957">
                  <c:v>0.61080246913583869</c:v>
                </c:pt>
                <c:pt idx="3958">
                  <c:v>0.61095679012349424</c:v>
                </c:pt>
                <c:pt idx="3959">
                  <c:v>0.61111111111114702</c:v>
                </c:pt>
                <c:pt idx="3960">
                  <c:v>0.61126543209880457</c:v>
                </c:pt>
                <c:pt idx="3961">
                  <c:v>0.61141975308645569</c:v>
                </c:pt>
                <c:pt idx="3962">
                  <c:v>0.61157407407411168</c:v>
                </c:pt>
                <c:pt idx="3963">
                  <c:v>0.61172839506176435</c:v>
                </c:pt>
                <c:pt idx="3964">
                  <c:v>0.61188271604942024</c:v>
                </c:pt>
                <c:pt idx="3965">
                  <c:v>0.61203703703707468</c:v>
                </c:pt>
                <c:pt idx="3966">
                  <c:v>0.61219135802472902</c:v>
                </c:pt>
                <c:pt idx="3967">
                  <c:v>0.61234567901238324</c:v>
                </c:pt>
                <c:pt idx="3968">
                  <c:v>0.61250000000003602</c:v>
                </c:pt>
                <c:pt idx="3969">
                  <c:v>0.61265432098769035</c:v>
                </c:pt>
                <c:pt idx="3970">
                  <c:v>0.61280864197534468</c:v>
                </c:pt>
                <c:pt idx="3971">
                  <c:v>0.61296296296299857</c:v>
                </c:pt>
                <c:pt idx="3972">
                  <c:v>0.61311728395065257</c:v>
                </c:pt>
                <c:pt idx="3973">
                  <c:v>0.61327160493830923</c:v>
                </c:pt>
                <c:pt idx="3974">
                  <c:v>0.61342592592596157</c:v>
                </c:pt>
                <c:pt idx="3975">
                  <c:v>0.61358024691361635</c:v>
                </c:pt>
                <c:pt idx="3976">
                  <c:v>0.61373456790127068</c:v>
                </c:pt>
                <c:pt idx="3977">
                  <c:v>0.61388888888892501</c:v>
                </c:pt>
                <c:pt idx="3978">
                  <c:v>0.61404320987658101</c:v>
                </c:pt>
                <c:pt idx="3979">
                  <c:v>0.61419753086423368</c:v>
                </c:pt>
                <c:pt idx="3980">
                  <c:v>0.61435185185188956</c:v>
                </c:pt>
                <c:pt idx="3981">
                  <c:v>0.61450617283954234</c:v>
                </c:pt>
                <c:pt idx="3982">
                  <c:v>0.61466049382719823</c:v>
                </c:pt>
                <c:pt idx="3983">
                  <c:v>0.61481481481485256</c:v>
                </c:pt>
                <c:pt idx="3984">
                  <c:v>0.61496913580250534</c:v>
                </c:pt>
                <c:pt idx="3985">
                  <c:v>0.61512345679016123</c:v>
                </c:pt>
                <c:pt idx="3986">
                  <c:v>0.61527777777781401</c:v>
                </c:pt>
                <c:pt idx="3987">
                  <c:v>0.61543209876546756</c:v>
                </c:pt>
                <c:pt idx="3988">
                  <c:v>0.61558641975312267</c:v>
                </c:pt>
                <c:pt idx="3989">
                  <c:v>0.61574074074077856</c:v>
                </c:pt>
                <c:pt idx="3990">
                  <c:v>0.615895061728433</c:v>
                </c:pt>
                <c:pt idx="3991">
                  <c:v>0.61604938271608722</c:v>
                </c:pt>
                <c:pt idx="3992">
                  <c:v>0.61620370370374</c:v>
                </c:pt>
                <c:pt idx="3993">
                  <c:v>0.616358024691396</c:v>
                </c:pt>
                <c:pt idx="3994">
                  <c:v>0.61651234567904856</c:v>
                </c:pt>
                <c:pt idx="3995">
                  <c:v>0.61666666666670455</c:v>
                </c:pt>
                <c:pt idx="3996">
                  <c:v>0.61682098765435889</c:v>
                </c:pt>
                <c:pt idx="3997">
                  <c:v>0.61697530864201311</c:v>
                </c:pt>
                <c:pt idx="3998">
                  <c:v>0.61712962962966744</c:v>
                </c:pt>
                <c:pt idx="3999">
                  <c:v>0.61728395061732033</c:v>
                </c:pt>
                <c:pt idx="4000">
                  <c:v>0.61743827160497611</c:v>
                </c:pt>
                <c:pt idx="4001">
                  <c:v>0.617592592592629</c:v>
                </c:pt>
                <c:pt idx="4002">
                  <c:v>0.61774691358028622</c:v>
                </c:pt>
                <c:pt idx="4003">
                  <c:v>0.61790123456793911</c:v>
                </c:pt>
                <c:pt idx="4004">
                  <c:v>0.61805555555559488</c:v>
                </c:pt>
                <c:pt idx="4005">
                  <c:v>0.61820987654324921</c:v>
                </c:pt>
                <c:pt idx="4006">
                  <c:v>0.61836419753090066</c:v>
                </c:pt>
                <c:pt idx="4007">
                  <c:v>0.61851851851855644</c:v>
                </c:pt>
                <c:pt idx="4008">
                  <c:v>0.61867283950621077</c:v>
                </c:pt>
                <c:pt idx="4009">
                  <c:v>0.6188271604938651</c:v>
                </c:pt>
                <c:pt idx="4010">
                  <c:v>0.61898148148151944</c:v>
                </c:pt>
                <c:pt idx="4011">
                  <c:v>0.61913580246917665</c:v>
                </c:pt>
                <c:pt idx="4012">
                  <c:v>0.6192901234568281</c:v>
                </c:pt>
                <c:pt idx="4013">
                  <c:v>0.61944444444448388</c:v>
                </c:pt>
                <c:pt idx="4014">
                  <c:v>0.61959876543213532</c:v>
                </c:pt>
                <c:pt idx="4015">
                  <c:v>0.61975308641979243</c:v>
                </c:pt>
                <c:pt idx="4016">
                  <c:v>0.61990740740744465</c:v>
                </c:pt>
                <c:pt idx="4017">
                  <c:v>0.62006172839509865</c:v>
                </c:pt>
                <c:pt idx="4018">
                  <c:v>0.6202160493827511</c:v>
                </c:pt>
                <c:pt idx="4019">
                  <c:v>0.62037037037040765</c:v>
                </c:pt>
                <c:pt idx="4020">
                  <c:v>0.62052469135806165</c:v>
                </c:pt>
                <c:pt idx="4021">
                  <c:v>0.62067901234571987</c:v>
                </c:pt>
                <c:pt idx="4022">
                  <c:v>0.62083333333337265</c:v>
                </c:pt>
                <c:pt idx="4023">
                  <c:v>0.62098765432102465</c:v>
                </c:pt>
                <c:pt idx="4024">
                  <c:v>0.6211419753086812</c:v>
                </c:pt>
                <c:pt idx="4025">
                  <c:v>0.62129629629633365</c:v>
                </c:pt>
                <c:pt idx="4026">
                  <c:v>0.62145061728398998</c:v>
                </c:pt>
                <c:pt idx="4027">
                  <c:v>0.62160493827164165</c:v>
                </c:pt>
                <c:pt idx="4028">
                  <c:v>0.62175925925929865</c:v>
                </c:pt>
                <c:pt idx="4029">
                  <c:v>0.62191358024694876</c:v>
                </c:pt>
                <c:pt idx="4030">
                  <c:v>0.62206790123460454</c:v>
                </c:pt>
                <c:pt idx="4031">
                  <c:v>0.62222222222225898</c:v>
                </c:pt>
                <c:pt idx="4032">
                  <c:v>0.62237654320991331</c:v>
                </c:pt>
                <c:pt idx="4033">
                  <c:v>0.62253086419756754</c:v>
                </c:pt>
                <c:pt idx="4034">
                  <c:v>0.62268518518522198</c:v>
                </c:pt>
                <c:pt idx="4035">
                  <c:v>0.62283950617287887</c:v>
                </c:pt>
                <c:pt idx="4036">
                  <c:v>0.62299382716053309</c:v>
                </c:pt>
                <c:pt idx="4037">
                  <c:v>0.62314814814818753</c:v>
                </c:pt>
                <c:pt idx="4038">
                  <c:v>0.62330246913583931</c:v>
                </c:pt>
                <c:pt idx="4039">
                  <c:v>0.62345679012349364</c:v>
                </c:pt>
                <c:pt idx="4040">
                  <c:v>0.62361111111114864</c:v>
                </c:pt>
                <c:pt idx="4041">
                  <c:v>0.62376543209880653</c:v>
                </c:pt>
                <c:pt idx="4042">
                  <c:v>0.62391975308645664</c:v>
                </c:pt>
                <c:pt idx="4043">
                  <c:v>0.62407407407411353</c:v>
                </c:pt>
                <c:pt idx="4044">
                  <c:v>0.62422839506176531</c:v>
                </c:pt>
                <c:pt idx="4045">
                  <c:v>0.62438271604941964</c:v>
                </c:pt>
                <c:pt idx="4046">
                  <c:v>0.62453703703707464</c:v>
                </c:pt>
                <c:pt idx="4047">
                  <c:v>0.62469135802473086</c:v>
                </c:pt>
                <c:pt idx="4048">
                  <c:v>0.62484567901238508</c:v>
                </c:pt>
                <c:pt idx="4049">
                  <c:v>0.62500000000003764</c:v>
                </c:pt>
                <c:pt idx="4050">
                  <c:v>0.6251543209876913</c:v>
                </c:pt>
                <c:pt idx="4051">
                  <c:v>0.62530864197534552</c:v>
                </c:pt>
                <c:pt idx="4052">
                  <c:v>0.6254629629629983</c:v>
                </c:pt>
                <c:pt idx="4053">
                  <c:v>0.6256172839506543</c:v>
                </c:pt>
                <c:pt idx="4054">
                  <c:v>0.62577160493831097</c:v>
                </c:pt>
                <c:pt idx="4055">
                  <c:v>0.62592592592596297</c:v>
                </c:pt>
                <c:pt idx="4056">
                  <c:v>0.62608024691361763</c:v>
                </c:pt>
                <c:pt idx="4057">
                  <c:v>0.62623456790127152</c:v>
                </c:pt>
                <c:pt idx="4058">
                  <c:v>0.62638888888892597</c:v>
                </c:pt>
                <c:pt idx="4059">
                  <c:v>0.62654320987658063</c:v>
                </c:pt>
                <c:pt idx="4060">
                  <c:v>0.62669753086423463</c:v>
                </c:pt>
                <c:pt idx="4061">
                  <c:v>0.62685185185189118</c:v>
                </c:pt>
                <c:pt idx="4062">
                  <c:v>0.62700617283954363</c:v>
                </c:pt>
                <c:pt idx="4063">
                  <c:v>0.62716049382719763</c:v>
                </c:pt>
                <c:pt idx="4064">
                  <c:v>0.62731481481485263</c:v>
                </c:pt>
                <c:pt idx="4065">
                  <c:v>0.62746913580250629</c:v>
                </c:pt>
                <c:pt idx="4066">
                  <c:v>0.62762345679016274</c:v>
                </c:pt>
                <c:pt idx="4067">
                  <c:v>0.62777777777781563</c:v>
                </c:pt>
                <c:pt idx="4068">
                  <c:v>0.62793209876546929</c:v>
                </c:pt>
                <c:pt idx="4069">
                  <c:v>0.62808641975312363</c:v>
                </c:pt>
                <c:pt idx="4070">
                  <c:v>0.62824074074077862</c:v>
                </c:pt>
                <c:pt idx="4071">
                  <c:v>0.62839506172843262</c:v>
                </c:pt>
                <c:pt idx="4072">
                  <c:v>0.62854938271608662</c:v>
                </c:pt>
                <c:pt idx="4073">
                  <c:v>0.62870370370374162</c:v>
                </c:pt>
                <c:pt idx="4074">
                  <c:v>0.62885802469139762</c:v>
                </c:pt>
                <c:pt idx="4075">
                  <c:v>0.62901234567904951</c:v>
                </c:pt>
                <c:pt idx="4076">
                  <c:v>0.62916666666670462</c:v>
                </c:pt>
                <c:pt idx="4077">
                  <c:v>0.62932098765435862</c:v>
                </c:pt>
                <c:pt idx="4078">
                  <c:v>0.62947530864201262</c:v>
                </c:pt>
                <c:pt idx="4079">
                  <c:v>0.62962962962966906</c:v>
                </c:pt>
                <c:pt idx="4080">
                  <c:v>0.62978395061732162</c:v>
                </c:pt>
                <c:pt idx="4081">
                  <c:v>0.62993827160497773</c:v>
                </c:pt>
                <c:pt idx="4082">
                  <c:v>0.63009259259262995</c:v>
                </c:pt>
                <c:pt idx="4083">
                  <c:v>0.63024691358028651</c:v>
                </c:pt>
                <c:pt idx="4084">
                  <c:v>0.63040123456793862</c:v>
                </c:pt>
                <c:pt idx="4085">
                  <c:v>0.63055555555559506</c:v>
                </c:pt>
                <c:pt idx="4086">
                  <c:v>0.63070987654325095</c:v>
                </c:pt>
                <c:pt idx="4087">
                  <c:v>0.63086419753090162</c:v>
                </c:pt>
                <c:pt idx="4088">
                  <c:v>0.63101851851855806</c:v>
                </c:pt>
                <c:pt idx="4089">
                  <c:v>0.63117283950621061</c:v>
                </c:pt>
                <c:pt idx="4090">
                  <c:v>0.63132716049386461</c:v>
                </c:pt>
                <c:pt idx="4091">
                  <c:v>0.63148148148151895</c:v>
                </c:pt>
                <c:pt idx="4092">
                  <c:v>0.63163580246917839</c:v>
                </c:pt>
                <c:pt idx="4093">
                  <c:v>0.63179012345682972</c:v>
                </c:pt>
                <c:pt idx="4094">
                  <c:v>0.63194444444448561</c:v>
                </c:pt>
                <c:pt idx="4095">
                  <c:v>0.63209876543213661</c:v>
                </c:pt>
                <c:pt idx="4096">
                  <c:v>0.63225308641979239</c:v>
                </c:pt>
                <c:pt idx="4097">
                  <c:v>0.63240740740744494</c:v>
                </c:pt>
                <c:pt idx="4098">
                  <c:v>0.63256172839509961</c:v>
                </c:pt>
                <c:pt idx="4099">
                  <c:v>0.6327160493827535</c:v>
                </c:pt>
                <c:pt idx="4100">
                  <c:v>0.63287037037040983</c:v>
                </c:pt>
                <c:pt idx="4101">
                  <c:v>0.63302469135806416</c:v>
                </c:pt>
                <c:pt idx="4102">
                  <c:v>0.63317901234571983</c:v>
                </c:pt>
                <c:pt idx="4103">
                  <c:v>0.63333333333337283</c:v>
                </c:pt>
                <c:pt idx="4104">
                  <c:v>0.63348765432102561</c:v>
                </c:pt>
                <c:pt idx="4105">
                  <c:v>0.63364197530868283</c:v>
                </c:pt>
                <c:pt idx="4106">
                  <c:v>0.63379629629633583</c:v>
                </c:pt>
                <c:pt idx="4107">
                  <c:v>0.6339506172839916</c:v>
                </c:pt>
                <c:pt idx="4108">
                  <c:v>0.6341049382716426</c:v>
                </c:pt>
                <c:pt idx="4109">
                  <c:v>0.63425925925929882</c:v>
                </c:pt>
                <c:pt idx="4110">
                  <c:v>0.63441358024694916</c:v>
                </c:pt>
                <c:pt idx="4111">
                  <c:v>0.63456790123460549</c:v>
                </c:pt>
                <c:pt idx="4112">
                  <c:v>0.63472222222225994</c:v>
                </c:pt>
                <c:pt idx="4113">
                  <c:v>0.6348765432099146</c:v>
                </c:pt>
                <c:pt idx="4114">
                  <c:v>0.6350308641975686</c:v>
                </c:pt>
                <c:pt idx="4115">
                  <c:v>0.63518518518522249</c:v>
                </c:pt>
                <c:pt idx="4116">
                  <c:v>0.63533950617287915</c:v>
                </c:pt>
                <c:pt idx="4117">
                  <c:v>0.63549382716053326</c:v>
                </c:pt>
                <c:pt idx="4118">
                  <c:v>0.63564814814818915</c:v>
                </c:pt>
                <c:pt idx="4119">
                  <c:v>0.6358024691358406</c:v>
                </c:pt>
                <c:pt idx="4120">
                  <c:v>0.63595679012349626</c:v>
                </c:pt>
                <c:pt idx="4121">
                  <c:v>0.63611111111114893</c:v>
                </c:pt>
                <c:pt idx="4122">
                  <c:v>0.6362654320988067</c:v>
                </c:pt>
                <c:pt idx="4123">
                  <c:v>0.6364197530864576</c:v>
                </c:pt>
                <c:pt idx="4124">
                  <c:v>0.63657407407411382</c:v>
                </c:pt>
                <c:pt idx="4125">
                  <c:v>0.63672839506176671</c:v>
                </c:pt>
                <c:pt idx="4126">
                  <c:v>0.63688271604942248</c:v>
                </c:pt>
                <c:pt idx="4127">
                  <c:v>0.63703703703707681</c:v>
                </c:pt>
                <c:pt idx="4128">
                  <c:v>0.63719135802473115</c:v>
                </c:pt>
                <c:pt idx="4129">
                  <c:v>0.63734567901238548</c:v>
                </c:pt>
                <c:pt idx="4130">
                  <c:v>0.63750000000003793</c:v>
                </c:pt>
                <c:pt idx="4131">
                  <c:v>0.6376543209876927</c:v>
                </c:pt>
                <c:pt idx="4132">
                  <c:v>0.6378086419753467</c:v>
                </c:pt>
                <c:pt idx="4133">
                  <c:v>0.63796296296300092</c:v>
                </c:pt>
                <c:pt idx="4134">
                  <c:v>0.63811728395065526</c:v>
                </c:pt>
                <c:pt idx="4135">
                  <c:v>0.63827160493831137</c:v>
                </c:pt>
                <c:pt idx="4136">
                  <c:v>0.63842592592596359</c:v>
                </c:pt>
                <c:pt idx="4137">
                  <c:v>0.63858024691361825</c:v>
                </c:pt>
                <c:pt idx="4138">
                  <c:v>0.6387345679012727</c:v>
                </c:pt>
                <c:pt idx="4139">
                  <c:v>0.63888888888892692</c:v>
                </c:pt>
                <c:pt idx="4140">
                  <c:v>0.63904320987658314</c:v>
                </c:pt>
                <c:pt idx="4141">
                  <c:v>0.6391975308642357</c:v>
                </c:pt>
                <c:pt idx="4142">
                  <c:v>0.63935185185189181</c:v>
                </c:pt>
                <c:pt idx="4143">
                  <c:v>0.63950617283954425</c:v>
                </c:pt>
                <c:pt idx="4144">
                  <c:v>0.63966049382720003</c:v>
                </c:pt>
                <c:pt idx="4145">
                  <c:v>0.6398148148148548</c:v>
                </c:pt>
                <c:pt idx="4146">
                  <c:v>0.63996913580250725</c:v>
                </c:pt>
                <c:pt idx="4147">
                  <c:v>0.64012345679016336</c:v>
                </c:pt>
                <c:pt idx="4148">
                  <c:v>0.64027777777781592</c:v>
                </c:pt>
                <c:pt idx="4149">
                  <c:v>0.64043209876547025</c:v>
                </c:pt>
                <c:pt idx="4150">
                  <c:v>0.64058641975312469</c:v>
                </c:pt>
                <c:pt idx="4151">
                  <c:v>0.6407407407407808</c:v>
                </c:pt>
                <c:pt idx="4152">
                  <c:v>0.64089506172843513</c:v>
                </c:pt>
                <c:pt idx="4153">
                  <c:v>0.64104938271608936</c:v>
                </c:pt>
                <c:pt idx="4154">
                  <c:v>0.64120370370374191</c:v>
                </c:pt>
                <c:pt idx="4155">
                  <c:v>0.64135802469139802</c:v>
                </c:pt>
                <c:pt idx="4156">
                  <c:v>0.64151234567905058</c:v>
                </c:pt>
                <c:pt idx="4157">
                  <c:v>0.64166666666670646</c:v>
                </c:pt>
                <c:pt idx="4158">
                  <c:v>0.64182098765436091</c:v>
                </c:pt>
                <c:pt idx="4159">
                  <c:v>0.64197530864201524</c:v>
                </c:pt>
                <c:pt idx="4160">
                  <c:v>0.64212962962966946</c:v>
                </c:pt>
                <c:pt idx="4161">
                  <c:v>0.64228395061732224</c:v>
                </c:pt>
                <c:pt idx="4162">
                  <c:v>0.64243827160497824</c:v>
                </c:pt>
                <c:pt idx="4163">
                  <c:v>0.64259259259263091</c:v>
                </c:pt>
                <c:pt idx="4164">
                  <c:v>0.64274691358028846</c:v>
                </c:pt>
                <c:pt idx="4165">
                  <c:v>0.64290123456794124</c:v>
                </c:pt>
                <c:pt idx="4166">
                  <c:v>0.64305555555559712</c:v>
                </c:pt>
                <c:pt idx="4167">
                  <c:v>0.64320987654325146</c:v>
                </c:pt>
                <c:pt idx="4168">
                  <c:v>0.64336419753090268</c:v>
                </c:pt>
                <c:pt idx="4169">
                  <c:v>0.64351851851855846</c:v>
                </c:pt>
                <c:pt idx="4170">
                  <c:v>0.6436728395062129</c:v>
                </c:pt>
                <c:pt idx="4171">
                  <c:v>0.64382716049386723</c:v>
                </c:pt>
                <c:pt idx="4172">
                  <c:v>0.64398148148152146</c:v>
                </c:pt>
                <c:pt idx="4173">
                  <c:v>0.64413580246917868</c:v>
                </c:pt>
                <c:pt idx="4174">
                  <c:v>0.64429012345683023</c:v>
                </c:pt>
                <c:pt idx="4175">
                  <c:v>0.64444444444448612</c:v>
                </c:pt>
                <c:pt idx="4176">
                  <c:v>0.64459876543213723</c:v>
                </c:pt>
                <c:pt idx="4177">
                  <c:v>0.6447530864197949</c:v>
                </c:pt>
                <c:pt idx="4178">
                  <c:v>0.64490740740744745</c:v>
                </c:pt>
                <c:pt idx="4179">
                  <c:v>0.6450617283951019</c:v>
                </c:pt>
                <c:pt idx="4180">
                  <c:v>0.64521604938275456</c:v>
                </c:pt>
                <c:pt idx="4181">
                  <c:v>0.64537037037041045</c:v>
                </c:pt>
                <c:pt idx="4182">
                  <c:v>0.64552469135806489</c:v>
                </c:pt>
                <c:pt idx="4183">
                  <c:v>0.645679012345722</c:v>
                </c:pt>
                <c:pt idx="4184">
                  <c:v>0.64583333333337511</c:v>
                </c:pt>
                <c:pt idx="4185">
                  <c:v>0.64598765432102789</c:v>
                </c:pt>
                <c:pt idx="4186">
                  <c:v>0.64614197530868389</c:v>
                </c:pt>
                <c:pt idx="4187">
                  <c:v>0.64629629629633645</c:v>
                </c:pt>
                <c:pt idx="4188">
                  <c:v>0.64645061728399233</c:v>
                </c:pt>
                <c:pt idx="4189">
                  <c:v>0.64660493827164522</c:v>
                </c:pt>
                <c:pt idx="4190">
                  <c:v>0.64675925925930111</c:v>
                </c:pt>
                <c:pt idx="4191">
                  <c:v>0.64691358024695156</c:v>
                </c:pt>
                <c:pt idx="4192">
                  <c:v>0.64706790123460667</c:v>
                </c:pt>
                <c:pt idx="4193">
                  <c:v>0.64722222222226089</c:v>
                </c:pt>
                <c:pt idx="4194">
                  <c:v>0.64737654320991522</c:v>
                </c:pt>
                <c:pt idx="4195">
                  <c:v>0.64753086419756967</c:v>
                </c:pt>
                <c:pt idx="4196">
                  <c:v>0.64768518518522389</c:v>
                </c:pt>
                <c:pt idx="4197">
                  <c:v>0.64783950617288111</c:v>
                </c:pt>
                <c:pt idx="4198">
                  <c:v>0.64799382716053544</c:v>
                </c:pt>
                <c:pt idx="4199">
                  <c:v>0.64814814814818977</c:v>
                </c:pt>
                <c:pt idx="4200">
                  <c:v>0.64830246913584122</c:v>
                </c:pt>
                <c:pt idx="4201">
                  <c:v>0.648456790123497</c:v>
                </c:pt>
                <c:pt idx="4202">
                  <c:v>0.64861111111115133</c:v>
                </c:pt>
                <c:pt idx="4203">
                  <c:v>0.64876543209880855</c:v>
                </c:pt>
                <c:pt idx="4204">
                  <c:v>0.64891975308645999</c:v>
                </c:pt>
                <c:pt idx="4205">
                  <c:v>0.64907407407411577</c:v>
                </c:pt>
                <c:pt idx="4206">
                  <c:v>0.64922839506176722</c:v>
                </c:pt>
                <c:pt idx="4207">
                  <c:v>0.64938271604942299</c:v>
                </c:pt>
                <c:pt idx="4208">
                  <c:v>0.64953703703707732</c:v>
                </c:pt>
                <c:pt idx="4209">
                  <c:v>0.6496913580247331</c:v>
                </c:pt>
                <c:pt idx="4210">
                  <c:v>0.64984567901238743</c:v>
                </c:pt>
                <c:pt idx="4211">
                  <c:v>0.65000000000004032</c:v>
                </c:pt>
                <c:pt idx="4212">
                  <c:v>0.65015432098769321</c:v>
                </c:pt>
                <c:pt idx="4213">
                  <c:v>0.65030864197534755</c:v>
                </c:pt>
                <c:pt idx="4214">
                  <c:v>0.65046296296300188</c:v>
                </c:pt>
                <c:pt idx="4215">
                  <c:v>0.65061728395065621</c:v>
                </c:pt>
                <c:pt idx="4216">
                  <c:v>0.65077160493831321</c:v>
                </c:pt>
                <c:pt idx="4217">
                  <c:v>0.65092592592596488</c:v>
                </c:pt>
                <c:pt idx="4218">
                  <c:v>0.65108024691361965</c:v>
                </c:pt>
                <c:pt idx="4219">
                  <c:v>0.65123456790127354</c:v>
                </c:pt>
                <c:pt idx="4220">
                  <c:v>0.65138888888892787</c:v>
                </c:pt>
                <c:pt idx="4221">
                  <c:v>0.65154320987658265</c:v>
                </c:pt>
                <c:pt idx="4222">
                  <c:v>0.65169753086423665</c:v>
                </c:pt>
                <c:pt idx="4223">
                  <c:v>0.65185185185189365</c:v>
                </c:pt>
                <c:pt idx="4224">
                  <c:v>0.65200617283954565</c:v>
                </c:pt>
                <c:pt idx="4225">
                  <c:v>0.65216049382719965</c:v>
                </c:pt>
                <c:pt idx="4226">
                  <c:v>0.65231481481485465</c:v>
                </c:pt>
                <c:pt idx="4227">
                  <c:v>0.6524691358025082</c:v>
                </c:pt>
                <c:pt idx="4228">
                  <c:v>0.6526234567901652</c:v>
                </c:pt>
                <c:pt idx="4229">
                  <c:v>0.65277777777781765</c:v>
                </c:pt>
                <c:pt idx="4230">
                  <c:v>0.65293209876547165</c:v>
                </c:pt>
                <c:pt idx="4231">
                  <c:v>0.65308641975312565</c:v>
                </c:pt>
                <c:pt idx="4232">
                  <c:v>0.65324074074078065</c:v>
                </c:pt>
                <c:pt idx="4233">
                  <c:v>0.65339506172843465</c:v>
                </c:pt>
                <c:pt idx="4234">
                  <c:v>0.65354938271608864</c:v>
                </c:pt>
                <c:pt idx="4235">
                  <c:v>0.65370370370374364</c:v>
                </c:pt>
                <c:pt idx="4236">
                  <c:v>0.65385802469139975</c:v>
                </c:pt>
                <c:pt idx="4237">
                  <c:v>0.65401234567905153</c:v>
                </c:pt>
                <c:pt idx="4238">
                  <c:v>0.65416666666670664</c:v>
                </c:pt>
                <c:pt idx="4239">
                  <c:v>0.65432098765436064</c:v>
                </c:pt>
                <c:pt idx="4240">
                  <c:v>0.65447530864201464</c:v>
                </c:pt>
                <c:pt idx="4241">
                  <c:v>0.65462962962967219</c:v>
                </c:pt>
                <c:pt idx="4242">
                  <c:v>0.65478395061732364</c:v>
                </c:pt>
                <c:pt idx="4243">
                  <c:v>0.65493827160498008</c:v>
                </c:pt>
                <c:pt idx="4244">
                  <c:v>0.65509259259263264</c:v>
                </c:pt>
                <c:pt idx="4245">
                  <c:v>0.65524691358028875</c:v>
                </c:pt>
                <c:pt idx="4246">
                  <c:v>0.65540123456794064</c:v>
                </c:pt>
                <c:pt idx="4247">
                  <c:v>0.65555555555559752</c:v>
                </c:pt>
                <c:pt idx="4248">
                  <c:v>0.65570987654325352</c:v>
                </c:pt>
                <c:pt idx="4249">
                  <c:v>0.65586419753090364</c:v>
                </c:pt>
                <c:pt idx="4250">
                  <c:v>0.65601851851856052</c:v>
                </c:pt>
                <c:pt idx="4251">
                  <c:v>0.65617283950621264</c:v>
                </c:pt>
                <c:pt idx="4252">
                  <c:v>0.65632716049386663</c:v>
                </c:pt>
                <c:pt idx="4253">
                  <c:v>0.65648148148152163</c:v>
                </c:pt>
                <c:pt idx="4254">
                  <c:v>0.65663580246918041</c:v>
                </c:pt>
                <c:pt idx="4255">
                  <c:v>0.65679012345683185</c:v>
                </c:pt>
                <c:pt idx="4256">
                  <c:v>0.65694444444448763</c:v>
                </c:pt>
                <c:pt idx="4257">
                  <c:v>0.65709876543213863</c:v>
                </c:pt>
                <c:pt idx="4258">
                  <c:v>0.65725308641979474</c:v>
                </c:pt>
                <c:pt idx="4259">
                  <c:v>0.65740740740744685</c:v>
                </c:pt>
                <c:pt idx="4260">
                  <c:v>0.65756172839510163</c:v>
                </c:pt>
                <c:pt idx="4261">
                  <c:v>0.65771604938275552</c:v>
                </c:pt>
                <c:pt idx="4262">
                  <c:v>0.65787037037041196</c:v>
                </c:pt>
                <c:pt idx="4263">
                  <c:v>0.6580246913580664</c:v>
                </c:pt>
                <c:pt idx="4264">
                  <c:v>0.65817901234572229</c:v>
                </c:pt>
                <c:pt idx="4265">
                  <c:v>0.65833333333337496</c:v>
                </c:pt>
                <c:pt idx="4266">
                  <c:v>0.65848765432102763</c:v>
                </c:pt>
                <c:pt idx="4267">
                  <c:v>0.65864197530868529</c:v>
                </c:pt>
                <c:pt idx="4268">
                  <c:v>0.65879629629633796</c:v>
                </c:pt>
                <c:pt idx="4269">
                  <c:v>0.65895061728399396</c:v>
                </c:pt>
                <c:pt idx="4270">
                  <c:v>0.65910493827164462</c:v>
                </c:pt>
                <c:pt idx="4271">
                  <c:v>0.65925925925930096</c:v>
                </c:pt>
                <c:pt idx="4272">
                  <c:v>0.65941358024695129</c:v>
                </c:pt>
                <c:pt idx="4273">
                  <c:v>0.65956790123460751</c:v>
                </c:pt>
                <c:pt idx="4274">
                  <c:v>0.65972222222226184</c:v>
                </c:pt>
                <c:pt idx="4275">
                  <c:v>0.65987654320991662</c:v>
                </c:pt>
                <c:pt idx="4276">
                  <c:v>0.66003086419757273</c:v>
                </c:pt>
                <c:pt idx="4277">
                  <c:v>0.66018518518522451</c:v>
                </c:pt>
                <c:pt idx="4278">
                  <c:v>0.66033950617288129</c:v>
                </c:pt>
                <c:pt idx="4279">
                  <c:v>0.66049382716053573</c:v>
                </c:pt>
                <c:pt idx="4280">
                  <c:v>0.66064814814819151</c:v>
                </c:pt>
                <c:pt idx="4281">
                  <c:v>0.66080246913584262</c:v>
                </c:pt>
                <c:pt idx="4282">
                  <c:v>0.66095679012349873</c:v>
                </c:pt>
                <c:pt idx="4283">
                  <c:v>0.66111111111115084</c:v>
                </c:pt>
                <c:pt idx="4284">
                  <c:v>0.66126543209880895</c:v>
                </c:pt>
                <c:pt idx="4285">
                  <c:v>0.66141975308645962</c:v>
                </c:pt>
                <c:pt idx="4286">
                  <c:v>0.66157407407411595</c:v>
                </c:pt>
                <c:pt idx="4287">
                  <c:v>0.66172839506176862</c:v>
                </c:pt>
                <c:pt idx="4288">
                  <c:v>0.66188271604942472</c:v>
                </c:pt>
                <c:pt idx="4289">
                  <c:v>0.66203703703707895</c:v>
                </c:pt>
                <c:pt idx="4290">
                  <c:v>0.66219135802473328</c:v>
                </c:pt>
                <c:pt idx="4291">
                  <c:v>0.66234567901238772</c:v>
                </c:pt>
                <c:pt idx="4292">
                  <c:v>0.66250000000003983</c:v>
                </c:pt>
                <c:pt idx="4293">
                  <c:v>0.66265432098769461</c:v>
                </c:pt>
                <c:pt idx="4294">
                  <c:v>0.66280864197534861</c:v>
                </c:pt>
                <c:pt idx="4295">
                  <c:v>0.66296296296300283</c:v>
                </c:pt>
                <c:pt idx="4296">
                  <c:v>0.66311728395065717</c:v>
                </c:pt>
                <c:pt idx="4297">
                  <c:v>0.66327160493831339</c:v>
                </c:pt>
                <c:pt idx="4298">
                  <c:v>0.6634259259259655</c:v>
                </c:pt>
                <c:pt idx="4299">
                  <c:v>0.66358024691362061</c:v>
                </c:pt>
                <c:pt idx="4300">
                  <c:v>0.66373456790127461</c:v>
                </c:pt>
                <c:pt idx="4301">
                  <c:v>0.66388888888892883</c:v>
                </c:pt>
                <c:pt idx="4302">
                  <c:v>0.66404320987658505</c:v>
                </c:pt>
                <c:pt idx="4303">
                  <c:v>0.66419753086423761</c:v>
                </c:pt>
                <c:pt idx="4304">
                  <c:v>0.66435185185189372</c:v>
                </c:pt>
                <c:pt idx="4305">
                  <c:v>0.6645061728395466</c:v>
                </c:pt>
                <c:pt idx="4306">
                  <c:v>0.6646604938272006</c:v>
                </c:pt>
                <c:pt idx="4307">
                  <c:v>0.66481481481485671</c:v>
                </c:pt>
                <c:pt idx="4308">
                  <c:v>0.6649691358025096</c:v>
                </c:pt>
                <c:pt idx="4309">
                  <c:v>0.66512345679016538</c:v>
                </c:pt>
                <c:pt idx="4310">
                  <c:v>0.66527777777781782</c:v>
                </c:pt>
                <c:pt idx="4311">
                  <c:v>0.6654320987654726</c:v>
                </c:pt>
                <c:pt idx="4312">
                  <c:v>0.6655864197531266</c:v>
                </c:pt>
                <c:pt idx="4313">
                  <c:v>0.66574074074078271</c:v>
                </c:pt>
                <c:pt idx="4314">
                  <c:v>0.66589506172843704</c:v>
                </c:pt>
                <c:pt idx="4315">
                  <c:v>0.66604938271609126</c:v>
                </c:pt>
                <c:pt idx="4316">
                  <c:v>0.66620370370374382</c:v>
                </c:pt>
                <c:pt idx="4317">
                  <c:v>0.66635802469140004</c:v>
                </c:pt>
                <c:pt idx="4318">
                  <c:v>0.66651234567905249</c:v>
                </c:pt>
                <c:pt idx="4319">
                  <c:v>0.66666666666670871</c:v>
                </c:pt>
                <c:pt idx="4320">
                  <c:v>0.66682098765436304</c:v>
                </c:pt>
                <c:pt idx="4321">
                  <c:v>0.66697530864201726</c:v>
                </c:pt>
                <c:pt idx="4322">
                  <c:v>0.66712962962967293</c:v>
                </c:pt>
                <c:pt idx="4323">
                  <c:v>0.66728395061732415</c:v>
                </c:pt>
                <c:pt idx="4324">
                  <c:v>0.66743827160498026</c:v>
                </c:pt>
                <c:pt idx="4325">
                  <c:v>0.66759259259263282</c:v>
                </c:pt>
                <c:pt idx="4326">
                  <c:v>0.66774691358029037</c:v>
                </c:pt>
                <c:pt idx="4327">
                  <c:v>0.66790123456794326</c:v>
                </c:pt>
                <c:pt idx="4328">
                  <c:v>0.66805555555559915</c:v>
                </c:pt>
                <c:pt idx="4329">
                  <c:v>0.66820987654325337</c:v>
                </c:pt>
                <c:pt idx="4330">
                  <c:v>0.6683641975309047</c:v>
                </c:pt>
                <c:pt idx="4331">
                  <c:v>0.6685185185185607</c:v>
                </c:pt>
                <c:pt idx="4332">
                  <c:v>0.66867283950621503</c:v>
                </c:pt>
                <c:pt idx="4333">
                  <c:v>0.66882716049386925</c:v>
                </c:pt>
                <c:pt idx="4334">
                  <c:v>0.66898148148152359</c:v>
                </c:pt>
                <c:pt idx="4335">
                  <c:v>0.66913580246918103</c:v>
                </c:pt>
                <c:pt idx="4336">
                  <c:v>0.66929012345683225</c:v>
                </c:pt>
                <c:pt idx="4337">
                  <c:v>0.66944444444448803</c:v>
                </c:pt>
                <c:pt idx="4338">
                  <c:v>0.66959876543213914</c:v>
                </c:pt>
                <c:pt idx="4339">
                  <c:v>0.66975308641979681</c:v>
                </c:pt>
                <c:pt idx="4340">
                  <c:v>0.66990740740744958</c:v>
                </c:pt>
                <c:pt idx="4341">
                  <c:v>0.67006172839510403</c:v>
                </c:pt>
                <c:pt idx="4342">
                  <c:v>0.67021604938275647</c:v>
                </c:pt>
                <c:pt idx="4343">
                  <c:v>0.67037037037041258</c:v>
                </c:pt>
                <c:pt idx="4344">
                  <c:v>0.67052469135806703</c:v>
                </c:pt>
                <c:pt idx="4345">
                  <c:v>0.67067901234572436</c:v>
                </c:pt>
                <c:pt idx="4346">
                  <c:v>0.67083333333337702</c:v>
                </c:pt>
                <c:pt idx="4347">
                  <c:v>0.67098765432103002</c:v>
                </c:pt>
                <c:pt idx="4348">
                  <c:v>0.6711419753086858</c:v>
                </c:pt>
                <c:pt idx="4349">
                  <c:v>0.67129629629633858</c:v>
                </c:pt>
                <c:pt idx="4350">
                  <c:v>0.67145061728399436</c:v>
                </c:pt>
                <c:pt idx="4351">
                  <c:v>0.67160493827164724</c:v>
                </c:pt>
                <c:pt idx="4352">
                  <c:v>0.67175925925930302</c:v>
                </c:pt>
                <c:pt idx="4353">
                  <c:v>0.67191358024695358</c:v>
                </c:pt>
                <c:pt idx="4354">
                  <c:v>0.67206790123460869</c:v>
                </c:pt>
                <c:pt idx="4355">
                  <c:v>0.6722222222222628</c:v>
                </c:pt>
                <c:pt idx="4356">
                  <c:v>0.67237654320991713</c:v>
                </c:pt>
                <c:pt idx="4357">
                  <c:v>0.67253086419757313</c:v>
                </c:pt>
                <c:pt idx="4358">
                  <c:v>0.6726851851852258</c:v>
                </c:pt>
                <c:pt idx="4359">
                  <c:v>0.67283950617288335</c:v>
                </c:pt>
                <c:pt idx="4360">
                  <c:v>0.67299382716053779</c:v>
                </c:pt>
                <c:pt idx="4361">
                  <c:v>0.67314814814819202</c:v>
                </c:pt>
                <c:pt idx="4362">
                  <c:v>0.67330246913584313</c:v>
                </c:pt>
                <c:pt idx="4363">
                  <c:v>0.67345679012349913</c:v>
                </c:pt>
                <c:pt idx="4364">
                  <c:v>0.67361111111115335</c:v>
                </c:pt>
                <c:pt idx="4365">
                  <c:v>0.67376543209881068</c:v>
                </c:pt>
                <c:pt idx="4366">
                  <c:v>0.67391975308646213</c:v>
                </c:pt>
                <c:pt idx="4367">
                  <c:v>0.67407407407411801</c:v>
                </c:pt>
                <c:pt idx="4368">
                  <c:v>0.67422839506176913</c:v>
                </c:pt>
                <c:pt idx="4369">
                  <c:v>0.67438271604942512</c:v>
                </c:pt>
                <c:pt idx="4370">
                  <c:v>0.67453703703707935</c:v>
                </c:pt>
                <c:pt idx="4371">
                  <c:v>0.67469135802473534</c:v>
                </c:pt>
                <c:pt idx="4372">
                  <c:v>0.67484567901238968</c:v>
                </c:pt>
                <c:pt idx="4373">
                  <c:v>0.67500000000004234</c:v>
                </c:pt>
                <c:pt idx="4374">
                  <c:v>0.67515432098769512</c:v>
                </c:pt>
                <c:pt idx="4375">
                  <c:v>0.67530864197534968</c:v>
                </c:pt>
                <c:pt idx="4376">
                  <c:v>0.67546296296300379</c:v>
                </c:pt>
                <c:pt idx="4377">
                  <c:v>0.67561728395065812</c:v>
                </c:pt>
                <c:pt idx="4378">
                  <c:v>0.67577160493831556</c:v>
                </c:pt>
                <c:pt idx="4379">
                  <c:v>0.67592592592596679</c:v>
                </c:pt>
                <c:pt idx="4380">
                  <c:v>0.67608024691362278</c:v>
                </c:pt>
                <c:pt idx="4381">
                  <c:v>0.67623456790127545</c:v>
                </c:pt>
                <c:pt idx="4382">
                  <c:v>0.67638888888892978</c:v>
                </c:pt>
                <c:pt idx="4383">
                  <c:v>0.67654320987658578</c:v>
                </c:pt>
                <c:pt idx="4384">
                  <c:v>0.67669753086424012</c:v>
                </c:pt>
                <c:pt idx="4385">
                  <c:v>0.67685185185189589</c:v>
                </c:pt>
                <c:pt idx="4386">
                  <c:v>0.67700617283954878</c:v>
                </c:pt>
                <c:pt idx="4387">
                  <c:v>0.67716049382720145</c:v>
                </c:pt>
                <c:pt idx="4388">
                  <c:v>0.67731481481485734</c:v>
                </c:pt>
                <c:pt idx="4389">
                  <c:v>0.67746913580251011</c:v>
                </c:pt>
                <c:pt idx="4390">
                  <c:v>0.67762345679016756</c:v>
                </c:pt>
                <c:pt idx="4391">
                  <c:v>0.67777777777782033</c:v>
                </c:pt>
                <c:pt idx="4392">
                  <c:v>0.67793209876547478</c:v>
                </c:pt>
                <c:pt idx="4393">
                  <c:v>0.67808641975312911</c:v>
                </c:pt>
                <c:pt idx="4394">
                  <c:v>0.67824074074078333</c:v>
                </c:pt>
                <c:pt idx="4395">
                  <c:v>0.67839506172843755</c:v>
                </c:pt>
                <c:pt idx="4396">
                  <c:v>0.67854938271609189</c:v>
                </c:pt>
                <c:pt idx="4397">
                  <c:v>0.67870370370374622</c:v>
                </c:pt>
                <c:pt idx="4398">
                  <c:v>0.678858024691402</c:v>
                </c:pt>
                <c:pt idx="4399">
                  <c:v>0.67901234567905344</c:v>
                </c:pt>
                <c:pt idx="4400">
                  <c:v>0.67916666666670922</c:v>
                </c:pt>
                <c:pt idx="4401">
                  <c:v>0.67932098765436355</c:v>
                </c:pt>
                <c:pt idx="4402">
                  <c:v>0.67947530864201788</c:v>
                </c:pt>
                <c:pt idx="4403">
                  <c:v>0.6796296296296751</c:v>
                </c:pt>
                <c:pt idx="4404">
                  <c:v>0.67978395061732655</c:v>
                </c:pt>
                <c:pt idx="4405">
                  <c:v>0.67993827160498232</c:v>
                </c:pt>
                <c:pt idx="4406">
                  <c:v>0.68009259259263377</c:v>
                </c:pt>
                <c:pt idx="4407">
                  <c:v>0.68024691358028955</c:v>
                </c:pt>
                <c:pt idx="4408">
                  <c:v>0.68040123456794244</c:v>
                </c:pt>
                <c:pt idx="4409">
                  <c:v>0.68055555555559821</c:v>
                </c:pt>
                <c:pt idx="4410">
                  <c:v>0.68070987654325399</c:v>
                </c:pt>
                <c:pt idx="4411">
                  <c:v>0.68086419753090544</c:v>
                </c:pt>
                <c:pt idx="4412">
                  <c:v>0.68101851851856121</c:v>
                </c:pt>
                <c:pt idx="4413">
                  <c:v>0.6811728395062141</c:v>
                </c:pt>
                <c:pt idx="4414">
                  <c:v>0.68132716049386843</c:v>
                </c:pt>
                <c:pt idx="4415">
                  <c:v>0.68148148148152277</c:v>
                </c:pt>
                <c:pt idx="4416">
                  <c:v>0.68163580246918143</c:v>
                </c:pt>
                <c:pt idx="4417">
                  <c:v>0.68179012345683165</c:v>
                </c:pt>
                <c:pt idx="4418">
                  <c:v>0.68194444444448843</c:v>
                </c:pt>
                <c:pt idx="4419">
                  <c:v>0.6820987654321401</c:v>
                </c:pt>
                <c:pt idx="4420">
                  <c:v>0.68225308641979465</c:v>
                </c:pt>
                <c:pt idx="4421">
                  <c:v>0.68240740740744876</c:v>
                </c:pt>
                <c:pt idx="4422">
                  <c:v>0.6825617283951031</c:v>
                </c:pt>
                <c:pt idx="4423">
                  <c:v>0.68271604938275587</c:v>
                </c:pt>
                <c:pt idx="4424">
                  <c:v>0.68287037037041265</c:v>
                </c:pt>
                <c:pt idx="4425">
                  <c:v>0.68302469135806665</c:v>
                </c:pt>
                <c:pt idx="4426">
                  <c:v>0.68317901234572298</c:v>
                </c:pt>
                <c:pt idx="4427">
                  <c:v>0.68333333333337565</c:v>
                </c:pt>
                <c:pt idx="4428">
                  <c:v>0.68348765432102909</c:v>
                </c:pt>
                <c:pt idx="4429">
                  <c:v>0.68364197530868598</c:v>
                </c:pt>
                <c:pt idx="4430">
                  <c:v>0.68379629629633865</c:v>
                </c:pt>
                <c:pt idx="4431">
                  <c:v>0.68395061728399476</c:v>
                </c:pt>
                <c:pt idx="4432">
                  <c:v>0.68410493827164642</c:v>
                </c:pt>
                <c:pt idx="4433">
                  <c:v>0.68425925925930164</c:v>
                </c:pt>
                <c:pt idx="4434">
                  <c:v>0.68441358024695187</c:v>
                </c:pt>
                <c:pt idx="4435">
                  <c:v>0.68456790123460787</c:v>
                </c:pt>
                <c:pt idx="4436">
                  <c:v>0.68472222222226353</c:v>
                </c:pt>
                <c:pt idx="4437">
                  <c:v>0.68487654320991809</c:v>
                </c:pt>
                <c:pt idx="4438">
                  <c:v>0.68503086419757264</c:v>
                </c:pt>
                <c:pt idx="4439">
                  <c:v>0.68518518518522509</c:v>
                </c:pt>
                <c:pt idx="4440">
                  <c:v>0.68533950617288164</c:v>
                </c:pt>
                <c:pt idx="4441">
                  <c:v>0.68549382716053564</c:v>
                </c:pt>
                <c:pt idx="4442">
                  <c:v>0.6856481481481923</c:v>
                </c:pt>
                <c:pt idx="4443">
                  <c:v>0.68580246913584408</c:v>
                </c:pt>
                <c:pt idx="4444">
                  <c:v>0.68595679012349864</c:v>
                </c:pt>
                <c:pt idx="4445">
                  <c:v>0.68611111111115253</c:v>
                </c:pt>
                <c:pt idx="4446">
                  <c:v>0.68626543209880975</c:v>
                </c:pt>
                <c:pt idx="4447">
                  <c:v>0.68641975308646141</c:v>
                </c:pt>
                <c:pt idx="4448">
                  <c:v>0.68657407407411575</c:v>
                </c:pt>
                <c:pt idx="4449">
                  <c:v>0.68672839506177064</c:v>
                </c:pt>
                <c:pt idx="4450">
                  <c:v>0.68688271604942464</c:v>
                </c:pt>
                <c:pt idx="4451">
                  <c:v>0.68703703703707875</c:v>
                </c:pt>
                <c:pt idx="4452">
                  <c:v>0.68719135802473363</c:v>
                </c:pt>
                <c:pt idx="4453">
                  <c:v>0.68734567901238763</c:v>
                </c:pt>
                <c:pt idx="4454">
                  <c:v>0.68750000000004152</c:v>
                </c:pt>
                <c:pt idx="4455">
                  <c:v>0.68765432098769608</c:v>
                </c:pt>
                <c:pt idx="4456">
                  <c:v>0.68780864197535041</c:v>
                </c:pt>
                <c:pt idx="4457">
                  <c:v>0.68796296296300452</c:v>
                </c:pt>
                <c:pt idx="4458">
                  <c:v>0.68811728395065719</c:v>
                </c:pt>
                <c:pt idx="4459">
                  <c:v>0.68827160493831363</c:v>
                </c:pt>
                <c:pt idx="4460">
                  <c:v>0.68842592592596596</c:v>
                </c:pt>
                <c:pt idx="4461">
                  <c:v>0.68858024691362207</c:v>
                </c:pt>
                <c:pt idx="4462">
                  <c:v>0.68873456790127641</c:v>
                </c:pt>
                <c:pt idx="4463">
                  <c:v>0.68888888888893052</c:v>
                </c:pt>
                <c:pt idx="4464">
                  <c:v>0.68904320987658563</c:v>
                </c:pt>
                <c:pt idx="4465">
                  <c:v>0.6891975308642394</c:v>
                </c:pt>
                <c:pt idx="4466">
                  <c:v>0.68935185185189374</c:v>
                </c:pt>
                <c:pt idx="4467">
                  <c:v>0.68950617283954807</c:v>
                </c:pt>
                <c:pt idx="4468">
                  <c:v>0.6896604938272024</c:v>
                </c:pt>
                <c:pt idx="4469">
                  <c:v>0.68981481481485674</c:v>
                </c:pt>
                <c:pt idx="4470">
                  <c:v>0.68996913580251107</c:v>
                </c:pt>
                <c:pt idx="4471">
                  <c:v>0.69012345679016562</c:v>
                </c:pt>
                <c:pt idx="4472">
                  <c:v>0.69027777777781951</c:v>
                </c:pt>
                <c:pt idx="4473">
                  <c:v>0.69043209876547407</c:v>
                </c:pt>
                <c:pt idx="4474">
                  <c:v>0.6905864197531284</c:v>
                </c:pt>
                <c:pt idx="4475">
                  <c:v>0.69074074074078273</c:v>
                </c:pt>
                <c:pt idx="4476">
                  <c:v>0.69089506172843762</c:v>
                </c:pt>
                <c:pt idx="4477">
                  <c:v>0.69104938271609162</c:v>
                </c:pt>
                <c:pt idx="4478">
                  <c:v>0.69120370370374551</c:v>
                </c:pt>
                <c:pt idx="4479">
                  <c:v>0.69135802469140062</c:v>
                </c:pt>
                <c:pt idx="4480">
                  <c:v>0.69151234567905251</c:v>
                </c:pt>
                <c:pt idx="4481">
                  <c:v>0.69166666666670873</c:v>
                </c:pt>
                <c:pt idx="4482">
                  <c:v>0.69182098765436362</c:v>
                </c:pt>
                <c:pt idx="4483">
                  <c:v>0.69197530864201762</c:v>
                </c:pt>
                <c:pt idx="4484">
                  <c:v>0.69212962962967384</c:v>
                </c:pt>
                <c:pt idx="4485">
                  <c:v>0.69228395061732606</c:v>
                </c:pt>
                <c:pt idx="4486">
                  <c:v>0.69243827160498062</c:v>
                </c:pt>
                <c:pt idx="4487">
                  <c:v>0.6925925925926345</c:v>
                </c:pt>
                <c:pt idx="4488">
                  <c:v>0.69274691358029128</c:v>
                </c:pt>
                <c:pt idx="4489">
                  <c:v>0.69290123456794361</c:v>
                </c:pt>
                <c:pt idx="4490">
                  <c:v>0.69305555555559983</c:v>
                </c:pt>
                <c:pt idx="4491">
                  <c:v>0.69320987654325428</c:v>
                </c:pt>
                <c:pt idx="4492">
                  <c:v>0.69336419753090639</c:v>
                </c:pt>
                <c:pt idx="4493">
                  <c:v>0.69351851851856072</c:v>
                </c:pt>
                <c:pt idx="4494">
                  <c:v>0.69367283950621561</c:v>
                </c:pt>
                <c:pt idx="4495">
                  <c:v>0.69382716049386961</c:v>
                </c:pt>
                <c:pt idx="4496">
                  <c:v>0.69398148148152372</c:v>
                </c:pt>
                <c:pt idx="4497">
                  <c:v>0.69413580246918127</c:v>
                </c:pt>
                <c:pt idx="4498">
                  <c:v>0.69429012345683261</c:v>
                </c:pt>
                <c:pt idx="4499">
                  <c:v>0.69444444444448861</c:v>
                </c:pt>
                <c:pt idx="4500">
                  <c:v>0.6945987654321405</c:v>
                </c:pt>
                <c:pt idx="4501">
                  <c:v>0.69475308641979716</c:v>
                </c:pt>
                <c:pt idx="4502">
                  <c:v>0.69490740740744972</c:v>
                </c:pt>
                <c:pt idx="4503">
                  <c:v>0.69506172839510405</c:v>
                </c:pt>
                <c:pt idx="4504">
                  <c:v>0.69521604938275627</c:v>
                </c:pt>
                <c:pt idx="4505">
                  <c:v>0.69537037037041272</c:v>
                </c:pt>
                <c:pt idx="4506">
                  <c:v>0.69552469135806705</c:v>
                </c:pt>
                <c:pt idx="4507">
                  <c:v>0.69567901234572482</c:v>
                </c:pt>
                <c:pt idx="4508">
                  <c:v>0.6958333333333776</c:v>
                </c:pt>
                <c:pt idx="4509">
                  <c:v>0.69598765432103005</c:v>
                </c:pt>
                <c:pt idx="4510">
                  <c:v>0.69614197530868616</c:v>
                </c:pt>
                <c:pt idx="4511">
                  <c:v>0.69629629629633871</c:v>
                </c:pt>
                <c:pt idx="4512">
                  <c:v>0.69645061728399493</c:v>
                </c:pt>
                <c:pt idx="4513">
                  <c:v>0.6966049382716476</c:v>
                </c:pt>
                <c:pt idx="4514">
                  <c:v>0.69675925925930349</c:v>
                </c:pt>
                <c:pt idx="4515">
                  <c:v>0.69691358024695382</c:v>
                </c:pt>
                <c:pt idx="4516">
                  <c:v>0.69706790123461038</c:v>
                </c:pt>
                <c:pt idx="4517">
                  <c:v>0.69722222222226449</c:v>
                </c:pt>
                <c:pt idx="4518">
                  <c:v>0.69737654320991849</c:v>
                </c:pt>
                <c:pt idx="4519">
                  <c:v>0.6975308641975736</c:v>
                </c:pt>
                <c:pt idx="4520">
                  <c:v>0.69768518518522749</c:v>
                </c:pt>
                <c:pt idx="4521">
                  <c:v>0.69783950617288393</c:v>
                </c:pt>
                <c:pt idx="4522">
                  <c:v>0.69799382716053815</c:v>
                </c:pt>
                <c:pt idx="4523">
                  <c:v>0.69814814814819248</c:v>
                </c:pt>
                <c:pt idx="4524">
                  <c:v>0.69830246913584459</c:v>
                </c:pt>
                <c:pt idx="4525">
                  <c:v>0.6984567901234997</c:v>
                </c:pt>
                <c:pt idx="4526">
                  <c:v>0.6986111111111537</c:v>
                </c:pt>
                <c:pt idx="4527">
                  <c:v>0.69876543209881137</c:v>
                </c:pt>
                <c:pt idx="4528">
                  <c:v>0.6989197530864627</c:v>
                </c:pt>
                <c:pt idx="4529">
                  <c:v>0.69907407407411848</c:v>
                </c:pt>
                <c:pt idx="4530">
                  <c:v>0.69922839506177104</c:v>
                </c:pt>
                <c:pt idx="4531">
                  <c:v>0.6993827160494257</c:v>
                </c:pt>
                <c:pt idx="4532">
                  <c:v>0.6995370370370797</c:v>
                </c:pt>
                <c:pt idx="4533">
                  <c:v>0.69969135802473592</c:v>
                </c:pt>
                <c:pt idx="4534">
                  <c:v>0.69984567901239025</c:v>
                </c:pt>
                <c:pt idx="4535">
                  <c:v>0.7000000000000427</c:v>
                </c:pt>
                <c:pt idx="4536">
                  <c:v>0.70015432098769659</c:v>
                </c:pt>
                <c:pt idx="4537">
                  <c:v>0.70030864197535136</c:v>
                </c:pt>
                <c:pt idx="4538">
                  <c:v>0.70046296296300559</c:v>
                </c:pt>
                <c:pt idx="4539">
                  <c:v>0.70061728395065959</c:v>
                </c:pt>
                <c:pt idx="4540">
                  <c:v>0.70077160493831625</c:v>
                </c:pt>
                <c:pt idx="4541">
                  <c:v>0.70092592592596858</c:v>
                </c:pt>
                <c:pt idx="4542">
                  <c:v>0.70108024691362303</c:v>
                </c:pt>
                <c:pt idx="4543">
                  <c:v>0.70123456790127736</c:v>
                </c:pt>
                <c:pt idx="4544">
                  <c:v>0.70138888888893158</c:v>
                </c:pt>
                <c:pt idx="4545">
                  <c:v>0.70154320987658603</c:v>
                </c:pt>
                <c:pt idx="4546">
                  <c:v>0.70169753086424069</c:v>
                </c:pt>
                <c:pt idx="4547">
                  <c:v>0.70185185185189636</c:v>
                </c:pt>
                <c:pt idx="4548">
                  <c:v>0.70200617283954903</c:v>
                </c:pt>
                <c:pt idx="4549">
                  <c:v>0.70216049382720336</c:v>
                </c:pt>
                <c:pt idx="4550">
                  <c:v>0.70231481481485769</c:v>
                </c:pt>
                <c:pt idx="4551">
                  <c:v>0.70246913580251158</c:v>
                </c:pt>
                <c:pt idx="4552">
                  <c:v>0.70262345679016824</c:v>
                </c:pt>
                <c:pt idx="4553">
                  <c:v>0.70277777777782069</c:v>
                </c:pt>
                <c:pt idx="4554">
                  <c:v>0.70293209876547502</c:v>
                </c:pt>
                <c:pt idx="4555">
                  <c:v>0.70308641975312935</c:v>
                </c:pt>
                <c:pt idx="4556">
                  <c:v>0.70324074074078369</c:v>
                </c:pt>
                <c:pt idx="4557">
                  <c:v>0.70339506172843802</c:v>
                </c:pt>
                <c:pt idx="4558">
                  <c:v>0.70354938271609235</c:v>
                </c:pt>
                <c:pt idx="4559">
                  <c:v>0.70370370370374669</c:v>
                </c:pt>
                <c:pt idx="4560">
                  <c:v>0.70385802469140268</c:v>
                </c:pt>
                <c:pt idx="4561">
                  <c:v>0.70401234567905457</c:v>
                </c:pt>
                <c:pt idx="4562">
                  <c:v>0.70416666666670968</c:v>
                </c:pt>
                <c:pt idx="4563">
                  <c:v>0.70432098765436402</c:v>
                </c:pt>
                <c:pt idx="4564">
                  <c:v>0.70447530864201835</c:v>
                </c:pt>
                <c:pt idx="4565">
                  <c:v>0.7046296296296759</c:v>
                </c:pt>
                <c:pt idx="4566">
                  <c:v>0.70478395061732702</c:v>
                </c:pt>
                <c:pt idx="4567">
                  <c:v>0.70493827160498301</c:v>
                </c:pt>
                <c:pt idx="4568">
                  <c:v>0.70509259259263568</c:v>
                </c:pt>
                <c:pt idx="4569">
                  <c:v>0.70524691358029168</c:v>
                </c:pt>
                <c:pt idx="4570">
                  <c:v>0.70540123456794435</c:v>
                </c:pt>
                <c:pt idx="4571">
                  <c:v>0.70555555555560001</c:v>
                </c:pt>
                <c:pt idx="4572">
                  <c:v>0.70570987654325612</c:v>
                </c:pt>
                <c:pt idx="4573">
                  <c:v>0.70586419753090734</c:v>
                </c:pt>
                <c:pt idx="4574">
                  <c:v>0.70601851851856323</c:v>
                </c:pt>
                <c:pt idx="4575">
                  <c:v>0.70617283950621601</c:v>
                </c:pt>
                <c:pt idx="4576">
                  <c:v>0.70632716049387201</c:v>
                </c:pt>
                <c:pt idx="4577">
                  <c:v>0.70648148148152468</c:v>
                </c:pt>
                <c:pt idx="4578">
                  <c:v>0.70663580246918334</c:v>
                </c:pt>
                <c:pt idx="4579">
                  <c:v>0.70679012345683501</c:v>
                </c:pt>
                <c:pt idx="4580">
                  <c:v>0.70694444444449089</c:v>
                </c:pt>
                <c:pt idx="4581">
                  <c:v>0.70709876543214201</c:v>
                </c:pt>
                <c:pt idx="4582">
                  <c:v>0.707253086419798</c:v>
                </c:pt>
                <c:pt idx="4583">
                  <c:v>0.70740740740745067</c:v>
                </c:pt>
                <c:pt idx="4584">
                  <c:v>0.70756172839510501</c:v>
                </c:pt>
                <c:pt idx="4585">
                  <c:v>0.70771604938275856</c:v>
                </c:pt>
                <c:pt idx="4586">
                  <c:v>0.70787037037041523</c:v>
                </c:pt>
                <c:pt idx="4587">
                  <c:v>0.70802469135806956</c:v>
                </c:pt>
                <c:pt idx="4588">
                  <c:v>0.70817901234572556</c:v>
                </c:pt>
                <c:pt idx="4589">
                  <c:v>0.70833333333337822</c:v>
                </c:pt>
                <c:pt idx="4590">
                  <c:v>0.708487654321031</c:v>
                </c:pt>
                <c:pt idx="4591">
                  <c:v>0.70864197530868855</c:v>
                </c:pt>
                <c:pt idx="4592">
                  <c:v>0.70879629629634122</c:v>
                </c:pt>
                <c:pt idx="4593">
                  <c:v>0.70895061728399689</c:v>
                </c:pt>
                <c:pt idx="4594">
                  <c:v>0.70910493827164833</c:v>
                </c:pt>
                <c:pt idx="4595">
                  <c:v>0.70925925925930411</c:v>
                </c:pt>
                <c:pt idx="4596">
                  <c:v>0.70941358024695422</c:v>
                </c:pt>
                <c:pt idx="4597">
                  <c:v>0.70956790123460989</c:v>
                </c:pt>
                <c:pt idx="4598">
                  <c:v>0.70972222222226566</c:v>
                </c:pt>
                <c:pt idx="4599">
                  <c:v>0.70987654320992</c:v>
                </c:pt>
                <c:pt idx="4600">
                  <c:v>0.71003086419757577</c:v>
                </c:pt>
                <c:pt idx="4601">
                  <c:v>0.71018518518522722</c:v>
                </c:pt>
                <c:pt idx="4602">
                  <c:v>0.71033950617288444</c:v>
                </c:pt>
                <c:pt idx="4603">
                  <c:v>0.71049382716053877</c:v>
                </c:pt>
                <c:pt idx="4604">
                  <c:v>0.71064814814819455</c:v>
                </c:pt>
                <c:pt idx="4605">
                  <c:v>0.71080246913584599</c:v>
                </c:pt>
                <c:pt idx="4606">
                  <c:v>0.71095679012350177</c:v>
                </c:pt>
                <c:pt idx="4607">
                  <c:v>0.71111111111115466</c:v>
                </c:pt>
                <c:pt idx="4608">
                  <c:v>0.71126543209881188</c:v>
                </c:pt>
                <c:pt idx="4609">
                  <c:v>0.71141975308646332</c:v>
                </c:pt>
                <c:pt idx="4610">
                  <c:v>0.7115740740741191</c:v>
                </c:pt>
                <c:pt idx="4611">
                  <c:v>0.71172839506177343</c:v>
                </c:pt>
                <c:pt idx="4612">
                  <c:v>0.71188271604942777</c:v>
                </c:pt>
                <c:pt idx="4613">
                  <c:v>0.71203703703708165</c:v>
                </c:pt>
                <c:pt idx="4614">
                  <c:v>0.71219135802473565</c:v>
                </c:pt>
                <c:pt idx="4615">
                  <c:v>0.71234567901238965</c:v>
                </c:pt>
                <c:pt idx="4616">
                  <c:v>0.71250000000004354</c:v>
                </c:pt>
                <c:pt idx="4617">
                  <c:v>0.71265432098769799</c:v>
                </c:pt>
                <c:pt idx="4618">
                  <c:v>0.71280864197535232</c:v>
                </c:pt>
                <c:pt idx="4619">
                  <c:v>0.71296296296300654</c:v>
                </c:pt>
                <c:pt idx="4620">
                  <c:v>0.71311728395065932</c:v>
                </c:pt>
                <c:pt idx="4621">
                  <c:v>0.71327160493831565</c:v>
                </c:pt>
                <c:pt idx="4622">
                  <c:v>0.71342592592596799</c:v>
                </c:pt>
                <c:pt idx="4623">
                  <c:v>0.71358024691362398</c:v>
                </c:pt>
                <c:pt idx="4624">
                  <c:v>0.71373456790127832</c:v>
                </c:pt>
                <c:pt idx="4625">
                  <c:v>0.71388888888893254</c:v>
                </c:pt>
                <c:pt idx="4626">
                  <c:v>0.71404320987658765</c:v>
                </c:pt>
                <c:pt idx="4627">
                  <c:v>0.71419753086424131</c:v>
                </c:pt>
                <c:pt idx="4628">
                  <c:v>0.71435185185189565</c:v>
                </c:pt>
                <c:pt idx="4629">
                  <c:v>0.71450617283954998</c:v>
                </c:pt>
                <c:pt idx="4630">
                  <c:v>0.71466049382720431</c:v>
                </c:pt>
                <c:pt idx="4631">
                  <c:v>0.71481481481485865</c:v>
                </c:pt>
                <c:pt idx="4632">
                  <c:v>0.71496913580251298</c:v>
                </c:pt>
                <c:pt idx="4633">
                  <c:v>0.71512345679016764</c:v>
                </c:pt>
                <c:pt idx="4634">
                  <c:v>0.71527777777782153</c:v>
                </c:pt>
                <c:pt idx="4635">
                  <c:v>0.71543209876547598</c:v>
                </c:pt>
                <c:pt idx="4636">
                  <c:v>0.71558641975313031</c:v>
                </c:pt>
                <c:pt idx="4637">
                  <c:v>0.71574074074078464</c:v>
                </c:pt>
                <c:pt idx="4638">
                  <c:v>0.71589506172843964</c:v>
                </c:pt>
                <c:pt idx="4639">
                  <c:v>0.71604938271609364</c:v>
                </c:pt>
                <c:pt idx="4640">
                  <c:v>0.71620370370374753</c:v>
                </c:pt>
                <c:pt idx="4641">
                  <c:v>0.71635802469140264</c:v>
                </c:pt>
                <c:pt idx="4642">
                  <c:v>0.71651234567905475</c:v>
                </c:pt>
                <c:pt idx="4643">
                  <c:v>0.71666666666671064</c:v>
                </c:pt>
                <c:pt idx="4644">
                  <c:v>0.71682098765436564</c:v>
                </c:pt>
                <c:pt idx="4645">
                  <c:v>0.71697530864201964</c:v>
                </c:pt>
                <c:pt idx="4646">
                  <c:v>0.71712962962967608</c:v>
                </c:pt>
                <c:pt idx="4647">
                  <c:v>0.71728395061732797</c:v>
                </c:pt>
                <c:pt idx="4648">
                  <c:v>0.71743827160498264</c:v>
                </c:pt>
                <c:pt idx="4649">
                  <c:v>0.71759259259263652</c:v>
                </c:pt>
                <c:pt idx="4650">
                  <c:v>0.71774691358029352</c:v>
                </c:pt>
                <c:pt idx="4651">
                  <c:v>0.71790123456794563</c:v>
                </c:pt>
                <c:pt idx="4652">
                  <c:v>0.71805555555560063</c:v>
                </c:pt>
                <c:pt idx="4653">
                  <c:v>0.71820987654325619</c:v>
                </c:pt>
                <c:pt idx="4654">
                  <c:v>0.7183641975309083</c:v>
                </c:pt>
                <c:pt idx="4655">
                  <c:v>0.71851851851856263</c:v>
                </c:pt>
                <c:pt idx="4656">
                  <c:v>0.71867283950621763</c:v>
                </c:pt>
                <c:pt idx="4657">
                  <c:v>0.71882716049387363</c:v>
                </c:pt>
                <c:pt idx="4658">
                  <c:v>0.71898148148152563</c:v>
                </c:pt>
                <c:pt idx="4659">
                  <c:v>0.71913580246918374</c:v>
                </c:pt>
                <c:pt idx="4660">
                  <c:v>0.71929012345683463</c:v>
                </c:pt>
                <c:pt idx="4661">
                  <c:v>0.71944444444449074</c:v>
                </c:pt>
                <c:pt idx="4662">
                  <c:v>0.71959876543214296</c:v>
                </c:pt>
                <c:pt idx="4663">
                  <c:v>0.71975308641979963</c:v>
                </c:pt>
                <c:pt idx="4664">
                  <c:v>0.71990740740745163</c:v>
                </c:pt>
                <c:pt idx="4665">
                  <c:v>0.72006172839510663</c:v>
                </c:pt>
                <c:pt idx="4666">
                  <c:v>0.72021604938275841</c:v>
                </c:pt>
                <c:pt idx="4667">
                  <c:v>0.72037037037041463</c:v>
                </c:pt>
                <c:pt idx="4668">
                  <c:v>0.72052469135806962</c:v>
                </c:pt>
                <c:pt idx="4669">
                  <c:v>0.72067901234572695</c:v>
                </c:pt>
                <c:pt idx="4670">
                  <c:v>0.72083333333337973</c:v>
                </c:pt>
                <c:pt idx="4671">
                  <c:v>0.72098765432103262</c:v>
                </c:pt>
                <c:pt idx="4672">
                  <c:v>0.72114197530868851</c:v>
                </c:pt>
                <c:pt idx="4673">
                  <c:v>0.72129629629634062</c:v>
                </c:pt>
                <c:pt idx="4674">
                  <c:v>0.72145061728399706</c:v>
                </c:pt>
                <c:pt idx="4675">
                  <c:v>0.72160493827164962</c:v>
                </c:pt>
                <c:pt idx="4676">
                  <c:v>0.72175925925930573</c:v>
                </c:pt>
                <c:pt idx="4677">
                  <c:v>0.72191358024695607</c:v>
                </c:pt>
                <c:pt idx="4678">
                  <c:v>0.72206790123461229</c:v>
                </c:pt>
                <c:pt idx="4679">
                  <c:v>0.72222222222226651</c:v>
                </c:pt>
                <c:pt idx="4680">
                  <c:v>0.72237654320992051</c:v>
                </c:pt>
                <c:pt idx="4681">
                  <c:v>0.72253086419757562</c:v>
                </c:pt>
                <c:pt idx="4682">
                  <c:v>0.72268518518522951</c:v>
                </c:pt>
                <c:pt idx="4683">
                  <c:v>0.72283950617288606</c:v>
                </c:pt>
                <c:pt idx="4684">
                  <c:v>0.7229938271605405</c:v>
                </c:pt>
                <c:pt idx="4685">
                  <c:v>0.72314814814819472</c:v>
                </c:pt>
                <c:pt idx="4686">
                  <c:v>0.7233024691358465</c:v>
                </c:pt>
                <c:pt idx="4687">
                  <c:v>0.72345679012350161</c:v>
                </c:pt>
                <c:pt idx="4688">
                  <c:v>0.72361111111115561</c:v>
                </c:pt>
                <c:pt idx="4689">
                  <c:v>0.72376543209881372</c:v>
                </c:pt>
                <c:pt idx="4690">
                  <c:v>0.72391975308646461</c:v>
                </c:pt>
                <c:pt idx="4691">
                  <c:v>0.72407407407412072</c:v>
                </c:pt>
                <c:pt idx="4692">
                  <c:v>0.72422839506177294</c:v>
                </c:pt>
                <c:pt idx="4693">
                  <c:v>0.72438271604942761</c:v>
                </c:pt>
                <c:pt idx="4694">
                  <c:v>0.72453703703708161</c:v>
                </c:pt>
                <c:pt idx="4695">
                  <c:v>0.72469135802473783</c:v>
                </c:pt>
                <c:pt idx="4696">
                  <c:v>0.72484567901239216</c:v>
                </c:pt>
                <c:pt idx="4697">
                  <c:v>0.72500000000004461</c:v>
                </c:pt>
                <c:pt idx="4698">
                  <c:v>0.7251543209876985</c:v>
                </c:pt>
                <c:pt idx="4699">
                  <c:v>0.72530864197535327</c:v>
                </c:pt>
                <c:pt idx="4700">
                  <c:v>0.7254629629630075</c:v>
                </c:pt>
                <c:pt idx="4701">
                  <c:v>0.7256172839506615</c:v>
                </c:pt>
                <c:pt idx="4702">
                  <c:v>0.72577160493831816</c:v>
                </c:pt>
                <c:pt idx="4703">
                  <c:v>0.72592592592597061</c:v>
                </c:pt>
                <c:pt idx="4704">
                  <c:v>0.72608024691362494</c:v>
                </c:pt>
                <c:pt idx="4705">
                  <c:v>0.72623456790127927</c:v>
                </c:pt>
                <c:pt idx="4706">
                  <c:v>0.72638888888893349</c:v>
                </c:pt>
                <c:pt idx="4707">
                  <c:v>0.72654320987658794</c:v>
                </c:pt>
                <c:pt idx="4708">
                  <c:v>0.7266975308642426</c:v>
                </c:pt>
                <c:pt idx="4709">
                  <c:v>0.72685185185189838</c:v>
                </c:pt>
                <c:pt idx="4710">
                  <c:v>0.72700617283955093</c:v>
                </c:pt>
                <c:pt idx="4711">
                  <c:v>0.72716049382720527</c:v>
                </c:pt>
                <c:pt idx="4712">
                  <c:v>0.7273148148148596</c:v>
                </c:pt>
                <c:pt idx="4713">
                  <c:v>0.72746913580251349</c:v>
                </c:pt>
                <c:pt idx="4714">
                  <c:v>0.72762345679017026</c:v>
                </c:pt>
                <c:pt idx="4715">
                  <c:v>0.7277777777778226</c:v>
                </c:pt>
                <c:pt idx="4716">
                  <c:v>0.72793209876547693</c:v>
                </c:pt>
                <c:pt idx="4717">
                  <c:v>0.7280864197531316</c:v>
                </c:pt>
                <c:pt idx="4718">
                  <c:v>0.7282407407407856</c:v>
                </c:pt>
                <c:pt idx="4719">
                  <c:v>0.72839506172843993</c:v>
                </c:pt>
                <c:pt idx="4720">
                  <c:v>0.7285493827160946</c:v>
                </c:pt>
                <c:pt idx="4721">
                  <c:v>0.7287037037037486</c:v>
                </c:pt>
                <c:pt idx="4722">
                  <c:v>0.72885802469140482</c:v>
                </c:pt>
                <c:pt idx="4723">
                  <c:v>0.72901234567905726</c:v>
                </c:pt>
                <c:pt idx="4724">
                  <c:v>0.7291666666667117</c:v>
                </c:pt>
                <c:pt idx="4725">
                  <c:v>0.72932098765436593</c:v>
                </c:pt>
                <c:pt idx="4726">
                  <c:v>0.7294753086420207</c:v>
                </c:pt>
                <c:pt idx="4727">
                  <c:v>0.72962962962967792</c:v>
                </c:pt>
                <c:pt idx="4728">
                  <c:v>0.72978395061732892</c:v>
                </c:pt>
                <c:pt idx="4729">
                  <c:v>0.72993827160498514</c:v>
                </c:pt>
                <c:pt idx="4730">
                  <c:v>0.7300925925926377</c:v>
                </c:pt>
                <c:pt idx="4731">
                  <c:v>0.73024691358029381</c:v>
                </c:pt>
                <c:pt idx="4732">
                  <c:v>0.7304012345679467</c:v>
                </c:pt>
                <c:pt idx="4733">
                  <c:v>0.7305555555556007</c:v>
                </c:pt>
                <c:pt idx="4734">
                  <c:v>0.73070987654325814</c:v>
                </c:pt>
                <c:pt idx="4735">
                  <c:v>0.73086419753090925</c:v>
                </c:pt>
                <c:pt idx="4736">
                  <c:v>0.73101851851856536</c:v>
                </c:pt>
                <c:pt idx="4737">
                  <c:v>0.73117283950621792</c:v>
                </c:pt>
                <c:pt idx="4738">
                  <c:v>0.73132716049387414</c:v>
                </c:pt>
                <c:pt idx="4739">
                  <c:v>0.7314814814815267</c:v>
                </c:pt>
                <c:pt idx="4740">
                  <c:v>0.7316358024691858</c:v>
                </c:pt>
                <c:pt idx="4741">
                  <c:v>0.73179012345683714</c:v>
                </c:pt>
                <c:pt idx="4742">
                  <c:v>0.73194444444449291</c:v>
                </c:pt>
                <c:pt idx="4743">
                  <c:v>0.73209876543214392</c:v>
                </c:pt>
                <c:pt idx="4744">
                  <c:v>0.73225308641980014</c:v>
                </c:pt>
                <c:pt idx="4745">
                  <c:v>0.73240740740745269</c:v>
                </c:pt>
                <c:pt idx="4746">
                  <c:v>0.73256172839510691</c:v>
                </c:pt>
                <c:pt idx="4747">
                  <c:v>0.73271604938276058</c:v>
                </c:pt>
                <c:pt idx="4748">
                  <c:v>0.73287037037041736</c:v>
                </c:pt>
                <c:pt idx="4749">
                  <c:v>0.73302469135807302</c:v>
                </c:pt>
                <c:pt idx="4750">
                  <c:v>0.73317901234572747</c:v>
                </c:pt>
                <c:pt idx="4751">
                  <c:v>0.73333333333338035</c:v>
                </c:pt>
                <c:pt idx="4752">
                  <c:v>0.73348765432103291</c:v>
                </c:pt>
                <c:pt idx="4753">
                  <c:v>0.73364197530869046</c:v>
                </c:pt>
                <c:pt idx="4754">
                  <c:v>0.73379629629634324</c:v>
                </c:pt>
                <c:pt idx="4755">
                  <c:v>0.73395061728399913</c:v>
                </c:pt>
                <c:pt idx="4756">
                  <c:v>0.73410493827165024</c:v>
                </c:pt>
                <c:pt idx="4757">
                  <c:v>0.73425925925930624</c:v>
                </c:pt>
                <c:pt idx="4758">
                  <c:v>0.73441358024695635</c:v>
                </c:pt>
                <c:pt idx="4759">
                  <c:v>0.73456790123461257</c:v>
                </c:pt>
                <c:pt idx="4760">
                  <c:v>0.73472222222226768</c:v>
                </c:pt>
                <c:pt idx="4761">
                  <c:v>0.73487654320992191</c:v>
                </c:pt>
                <c:pt idx="4762">
                  <c:v>0.7350308641975779</c:v>
                </c:pt>
                <c:pt idx="4763">
                  <c:v>0.73518518518523057</c:v>
                </c:pt>
                <c:pt idx="4764">
                  <c:v>0.73533950617288646</c:v>
                </c:pt>
                <c:pt idx="4765">
                  <c:v>0.7354938271605409</c:v>
                </c:pt>
                <c:pt idx="4766">
                  <c:v>0.7356481481481969</c:v>
                </c:pt>
                <c:pt idx="4767">
                  <c:v>0.7358024691358479</c:v>
                </c:pt>
                <c:pt idx="4768">
                  <c:v>0.7359567901235039</c:v>
                </c:pt>
                <c:pt idx="4769">
                  <c:v>0.73611111111115668</c:v>
                </c:pt>
                <c:pt idx="4770">
                  <c:v>0.73626543209881412</c:v>
                </c:pt>
                <c:pt idx="4771">
                  <c:v>0.73641975308646523</c:v>
                </c:pt>
                <c:pt idx="4772">
                  <c:v>0.73657407407412123</c:v>
                </c:pt>
                <c:pt idx="4773">
                  <c:v>0.73672839506177545</c:v>
                </c:pt>
                <c:pt idx="4774">
                  <c:v>0.7368827160494299</c:v>
                </c:pt>
                <c:pt idx="4775">
                  <c:v>0.73703703703708423</c:v>
                </c:pt>
                <c:pt idx="4776">
                  <c:v>0.73719135802473845</c:v>
                </c:pt>
                <c:pt idx="4777">
                  <c:v>0.7373456790123929</c:v>
                </c:pt>
                <c:pt idx="4778">
                  <c:v>0.73750000000004567</c:v>
                </c:pt>
                <c:pt idx="4779">
                  <c:v>0.7376543209876999</c:v>
                </c:pt>
                <c:pt idx="4780">
                  <c:v>0.73780864197535423</c:v>
                </c:pt>
                <c:pt idx="4781">
                  <c:v>0.73796296296300867</c:v>
                </c:pt>
                <c:pt idx="4782">
                  <c:v>0.73811728395066256</c:v>
                </c:pt>
                <c:pt idx="4783">
                  <c:v>0.73827160493831889</c:v>
                </c:pt>
                <c:pt idx="4784">
                  <c:v>0.73842592592597167</c:v>
                </c:pt>
                <c:pt idx="4785">
                  <c:v>0.73858024691362589</c:v>
                </c:pt>
                <c:pt idx="4786">
                  <c:v>0.73873456790128023</c:v>
                </c:pt>
                <c:pt idx="4787">
                  <c:v>0.73888888888893467</c:v>
                </c:pt>
                <c:pt idx="4788">
                  <c:v>0.73904320987659045</c:v>
                </c:pt>
                <c:pt idx="4789">
                  <c:v>0.73919753086424322</c:v>
                </c:pt>
                <c:pt idx="4790">
                  <c:v>0.73935185185189922</c:v>
                </c:pt>
                <c:pt idx="4791">
                  <c:v>0.73950617283955189</c:v>
                </c:pt>
                <c:pt idx="4792">
                  <c:v>0.73966049382720622</c:v>
                </c:pt>
                <c:pt idx="4793">
                  <c:v>0.73981481481486211</c:v>
                </c:pt>
                <c:pt idx="4794">
                  <c:v>0.73996913580251489</c:v>
                </c:pt>
                <c:pt idx="4795">
                  <c:v>0.74012345679017133</c:v>
                </c:pt>
                <c:pt idx="4796">
                  <c:v>0.74027777777782355</c:v>
                </c:pt>
                <c:pt idx="4797">
                  <c:v>0.74043209876547789</c:v>
                </c:pt>
                <c:pt idx="4798">
                  <c:v>0.74058641975313222</c:v>
                </c:pt>
                <c:pt idx="4799">
                  <c:v>0.740740740740788</c:v>
                </c:pt>
                <c:pt idx="4800">
                  <c:v>0.74089506172844233</c:v>
                </c:pt>
                <c:pt idx="4801">
                  <c:v>0.74104938271609666</c:v>
                </c:pt>
                <c:pt idx="4802">
                  <c:v>0.74120370370374955</c:v>
                </c:pt>
                <c:pt idx="4803">
                  <c:v>0.74135802469140533</c:v>
                </c:pt>
                <c:pt idx="4804">
                  <c:v>0.74151234567905677</c:v>
                </c:pt>
                <c:pt idx="4805">
                  <c:v>0.74166666666671399</c:v>
                </c:pt>
                <c:pt idx="4806">
                  <c:v>0.74182098765436832</c:v>
                </c:pt>
                <c:pt idx="4807">
                  <c:v>0.74197530864202266</c:v>
                </c:pt>
                <c:pt idx="4808">
                  <c:v>0.74212962962967843</c:v>
                </c:pt>
                <c:pt idx="4809">
                  <c:v>0.74228395061732988</c:v>
                </c:pt>
                <c:pt idx="4810">
                  <c:v>0.74243827160498566</c:v>
                </c:pt>
                <c:pt idx="4811">
                  <c:v>0.74259259259263855</c:v>
                </c:pt>
                <c:pt idx="4812">
                  <c:v>0.74274691358029565</c:v>
                </c:pt>
                <c:pt idx="4813">
                  <c:v>0.74290123456794765</c:v>
                </c:pt>
                <c:pt idx="4814">
                  <c:v>0.74305555555560165</c:v>
                </c:pt>
                <c:pt idx="4815">
                  <c:v>0.74320987654325865</c:v>
                </c:pt>
                <c:pt idx="4816">
                  <c:v>0.74336419753091021</c:v>
                </c:pt>
                <c:pt idx="4817">
                  <c:v>0.74351851851856465</c:v>
                </c:pt>
                <c:pt idx="4818">
                  <c:v>0.74367283950621965</c:v>
                </c:pt>
                <c:pt idx="4819">
                  <c:v>0.74382716049387576</c:v>
                </c:pt>
                <c:pt idx="4820">
                  <c:v>0.74398148148152765</c:v>
                </c:pt>
                <c:pt idx="4821">
                  <c:v>0.7441358024691862</c:v>
                </c:pt>
                <c:pt idx="4822">
                  <c:v>0.74429012345683665</c:v>
                </c:pt>
                <c:pt idx="4823">
                  <c:v>0.7444444444444932</c:v>
                </c:pt>
                <c:pt idx="4824">
                  <c:v>0.74459876543214487</c:v>
                </c:pt>
                <c:pt idx="4825">
                  <c:v>0.74475308641980176</c:v>
                </c:pt>
                <c:pt idx="4826">
                  <c:v>0.74490740740745365</c:v>
                </c:pt>
                <c:pt idx="4827">
                  <c:v>0.74506172839510865</c:v>
                </c:pt>
                <c:pt idx="4828">
                  <c:v>0.74521604938276065</c:v>
                </c:pt>
                <c:pt idx="4829">
                  <c:v>0.74537037037041665</c:v>
                </c:pt>
                <c:pt idx="4830">
                  <c:v>0.74552469135807364</c:v>
                </c:pt>
                <c:pt idx="4831">
                  <c:v>0.74567901234572953</c:v>
                </c:pt>
                <c:pt idx="4832">
                  <c:v>0.74583333333338209</c:v>
                </c:pt>
                <c:pt idx="4833">
                  <c:v>0.74598765432103464</c:v>
                </c:pt>
                <c:pt idx="4834">
                  <c:v>0.74614197530869075</c:v>
                </c:pt>
                <c:pt idx="4835">
                  <c:v>0.74629629629634264</c:v>
                </c:pt>
                <c:pt idx="4836">
                  <c:v>0.74645061728399953</c:v>
                </c:pt>
                <c:pt idx="4837">
                  <c:v>0.74660493827165164</c:v>
                </c:pt>
                <c:pt idx="4838">
                  <c:v>0.74675925925930808</c:v>
                </c:pt>
                <c:pt idx="4839">
                  <c:v>0.7469135802469582</c:v>
                </c:pt>
                <c:pt idx="4840">
                  <c:v>0.7470679012346142</c:v>
                </c:pt>
                <c:pt idx="4841">
                  <c:v>0.74722222222226853</c:v>
                </c:pt>
                <c:pt idx="4842">
                  <c:v>0.74737654320992286</c:v>
                </c:pt>
                <c:pt idx="4843">
                  <c:v>0.74753086419757764</c:v>
                </c:pt>
                <c:pt idx="4844">
                  <c:v>0.74768518518523153</c:v>
                </c:pt>
                <c:pt idx="4845">
                  <c:v>0.74783950617288852</c:v>
                </c:pt>
                <c:pt idx="4846">
                  <c:v>0.74799382716054275</c:v>
                </c:pt>
                <c:pt idx="4847">
                  <c:v>0.74814814814819708</c:v>
                </c:pt>
                <c:pt idx="4848">
                  <c:v>0.74830246913584886</c:v>
                </c:pt>
                <c:pt idx="4849">
                  <c:v>0.74845679012350363</c:v>
                </c:pt>
                <c:pt idx="4850">
                  <c:v>0.74861111111115763</c:v>
                </c:pt>
                <c:pt idx="4851">
                  <c:v>0.74876543209881585</c:v>
                </c:pt>
                <c:pt idx="4852">
                  <c:v>0.74891975308646663</c:v>
                </c:pt>
                <c:pt idx="4853">
                  <c:v>0.74907407407412274</c:v>
                </c:pt>
                <c:pt idx="4854">
                  <c:v>0.74922839506177485</c:v>
                </c:pt>
                <c:pt idx="4855">
                  <c:v>0.74938271604942963</c:v>
                </c:pt>
                <c:pt idx="4856">
                  <c:v>0.74953703703708363</c:v>
                </c:pt>
                <c:pt idx="4857">
                  <c:v>0.74969135802473996</c:v>
                </c:pt>
                <c:pt idx="4858">
                  <c:v>0.74984567901239441</c:v>
                </c:pt>
                <c:pt idx="4859">
                  <c:v>0.75000000000004663</c:v>
                </c:pt>
                <c:pt idx="4860">
                  <c:v>0.75015432098770052</c:v>
                </c:pt>
                <c:pt idx="4861">
                  <c:v>0.75030864197535518</c:v>
                </c:pt>
                <c:pt idx="4862">
                  <c:v>0.75046296296300952</c:v>
                </c:pt>
                <c:pt idx="4863">
                  <c:v>0.75061728395066352</c:v>
                </c:pt>
                <c:pt idx="4864">
                  <c:v>0.7507716049383204</c:v>
                </c:pt>
                <c:pt idx="4865">
                  <c:v>0.75092592592597263</c:v>
                </c:pt>
                <c:pt idx="4866">
                  <c:v>0.75108024691362685</c:v>
                </c:pt>
                <c:pt idx="4867">
                  <c:v>0.75123456790128118</c:v>
                </c:pt>
                <c:pt idx="4868">
                  <c:v>0.75138888888893551</c:v>
                </c:pt>
                <c:pt idx="4869">
                  <c:v>0.75154320987658985</c:v>
                </c:pt>
                <c:pt idx="4870">
                  <c:v>0.75169753086424462</c:v>
                </c:pt>
                <c:pt idx="4871">
                  <c:v>0.7518518518519004</c:v>
                </c:pt>
                <c:pt idx="4872">
                  <c:v>0.75200617283955284</c:v>
                </c:pt>
                <c:pt idx="4873">
                  <c:v>0.75216049382720718</c:v>
                </c:pt>
                <c:pt idx="4874">
                  <c:v>0.75231481481486162</c:v>
                </c:pt>
                <c:pt idx="4875">
                  <c:v>0.75246913580251551</c:v>
                </c:pt>
                <c:pt idx="4876">
                  <c:v>0.75262345679017395</c:v>
                </c:pt>
                <c:pt idx="4877">
                  <c:v>0.75277777777782462</c:v>
                </c:pt>
                <c:pt idx="4878">
                  <c:v>0.75293209876547884</c:v>
                </c:pt>
                <c:pt idx="4879">
                  <c:v>0.75308641975313362</c:v>
                </c:pt>
                <c:pt idx="4880">
                  <c:v>0.75324074074078762</c:v>
                </c:pt>
                <c:pt idx="4881">
                  <c:v>0.75339506172844184</c:v>
                </c:pt>
                <c:pt idx="4882">
                  <c:v>0.75354938271609662</c:v>
                </c:pt>
                <c:pt idx="4883">
                  <c:v>0.75370370370375062</c:v>
                </c:pt>
                <c:pt idx="4884">
                  <c:v>0.75385802469140695</c:v>
                </c:pt>
                <c:pt idx="4885">
                  <c:v>0.75401234567905917</c:v>
                </c:pt>
                <c:pt idx="4886">
                  <c:v>0.75416666666671361</c:v>
                </c:pt>
                <c:pt idx="4887">
                  <c:v>0.75432098765436784</c:v>
                </c:pt>
                <c:pt idx="4888">
                  <c:v>0.75447530864202261</c:v>
                </c:pt>
                <c:pt idx="4889">
                  <c:v>0.75462962962968017</c:v>
                </c:pt>
                <c:pt idx="4890">
                  <c:v>0.75478395061733083</c:v>
                </c:pt>
                <c:pt idx="4891">
                  <c:v>0.75493827160498717</c:v>
                </c:pt>
                <c:pt idx="4892">
                  <c:v>0.75509259259263961</c:v>
                </c:pt>
                <c:pt idx="4893">
                  <c:v>0.75524691358029572</c:v>
                </c:pt>
                <c:pt idx="4894">
                  <c:v>0.75540123456794861</c:v>
                </c:pt>
                <c:pt idx="4895">
                  <c:v>0.75555555555560261</c:v>
                </c:pt>
                <c:pt idx="4896">
                  <c:v>0.75570987654326005</c:v>
                </c:pt>
                <c:pt idx="4897">
                  <c:v>0.75586419753091161</c:v>
                </c:pt>
                <c:pt idx="4898">
                  <c:v>0.75601851851856738</c:v>
                </c:pt>
                <c:pt idx="4899">
                  <c:v>0.75617283950621983</c:v>
                </c:pt>
                <c:pt idx="4900">
                  <c:v>0.75632716049387605</c:v>
                </c:pt>
                <c:pt idx="4901">
                  <c:v>0.75648148148152861</c:v>
                </c:pt>
                <c:pt idx="4902">
                  <c:v>0.75663580246918771</c:v>
                </c:pt>
                <c:pt idx="4903">
                  <c:v>0.75679012345683905</c:v>
                </c:pt>
                <c:pt idx="4904">
                  <c:v>0.75694444444449482</c:v>
                </c:pt>
                <c:pt idx="4905">
                  <c:v>0.75709876543214583</c:v>
                </c:pt>
                <c:pt idx="4906">
                  <c:v>0.75725308641980205</c:v>
                </c:pt>
                <c:pt idx="4907">
                  <c:v>0.7574074074074546</c:v>
                </c:pt>
                <c:pt idx="4908">
                  <c:v>0.75756172839510882</c:v>
                </c:pt>
                <c:pt idx="4909">
                  <c:v>0.75771604938276316</c:v>
                </c:pt>
                <c:pt idx="4910">
                  <c:v>0.75787037037041938</c:v>
                </c:pt>
                <c:pt idx="4911">
                  <c:v>0.75802469135807504</c:v>
                </c:pt>
                <c:pt idx="4912">
                  <c:v>0.7581790123457296</c:v>
                </c:pt>
                <c:pt idx="4913">
                  <c:v>0.75833333333338226</c:v>
                </c:pt>
                <c:pt idx="4914">
                  <c:v>0.75848765432103482</c:v>
                </c:pt>
                <c:pt idx="4915">
                  <c:v>0.75864197530869237</c:v>
                </c:pt>
                <c:pt idx="4916">
                  <c:v>0.75879629629634526</c:v>
                </c:pt>
                <c:pt idx="4917">
                  <c:v>0.75895061728400115</c:v>
                </c:pt>
                <c:pt idx="4918">
                  <c:v>0.75910493827165215</c:v>
                </c:pt>
                <c:pt idx="4919">
                  <c:v>0.75925925925930826</c:v>
                </c:pt>
                <c:pt idx="4920">
                  <c:v>0.75941358024695849</c:v>
                </c:pt>
                <c:pt idx="4921">
                  <c:v>0.75956790123461448</c:v>
                </c:pt>
                <c:pt idx="4922">
                  <c:v>0.75972222222226971</c:v>
                </c:pt>
                <c:pt idx="4923">
                  <c:v>0.75987654320992382</c:v>
                </c:pt>
                <c:pt idx="4924">
                  <c:v>0.76003086419758004</c:v>
                </c:pt>
                <c:pt idx="4925">
                  <c:v>0.76018518518523248</c:v>
                </c:pt>
                <c:pt idx="4926">
                  <c:v>0.7603395061728887</c:v>
                </c:pt>
                <c:pt idx="4927">
                  <c:v>0.76049382716054303</c:v>
                </c:pt>
                <c:pt idx="4928">
                  <c:v>0.76064814814819892</c:v>
                </c:pt>
                <c:pt idx="4929">
                  <c:v>0.76080246913584981</c:v>
                </c:pt>
                <c:pt idx="4930">
                  <c:v>0.76095679012350603</c:v>
                </c:pt>
                <c:pt idx="4931">
                  <c:v>0.7611111111111587</c:v>
                </c:pt>
                <c:pt idx="4932">
                  <c:v>0.76126543209881614</c:v>
                </c:pt>
                <c:pt idx="4933">
                  <c:v>0.76141975308646714</c:v>
                </c:pt>
                <c:pt idx="4934">
                  <c:v>0.76157407407412325</c:v>
                </c:pt>
                <c:pt idx="4935">
                  <c:v>0.76172839506177759</c:v>
                </c:pt>
                <c:pt idx="4936">
                  <c:v>0.76188271604943203</c:v>
                </c:pt>
                <c:pt idx="4937">
                  <c:v>0.76203703703708625</c:v>
                </c:pt>
                <c:pt idx="4938">
                  <c:v>0.76219135802474058</c:v>
                </c:pt>
                <c:pt idx="4939">
                  <c:v>0.76234567901239503</c:v>
                </c:pt>
                <c:pt idx="4940">
                  <c:v>0.7625000000000477</c:v>
                </c:pt>
                <c:pt idx="4941">
                  <c:v>0.76265432098770181</c:v>
                </c:pt>
                <c:pt idx="4942">
                  <c:v>0.76280864197535614</c:v>
                </c:pt>
                <c:pt idx="4943">
                  <c:v>0.76296296296301069</c:v>
                </c:pt>
                <c:pt idx="4944">
                  <c:v>0.76311728395066458</c:v>
                </c:pt>
                <c:pt idx="4945">
                  <c:v>0.76327160493832102</c:v>
                </c:pt>
                <c:pt idx="4946">
                  <c:v>0.76342592592597369</c:v>
                </c:pt>
                <c:pt idx="4947">
                  <c:v>0.7635802469136278</c:v>
                </c:pt>
                <c:pt idx="4948">
                  <c:v>0.76373456790128214</c:v>
                </c:pt>
                <c:pt idx="4949">
                  <c:v>0.76388888888893669</c:v>
                </c:pt>
                <c:pt idx="4950">
                  <c:v>0.76404320987659258</c:v>
                </c:pt>
                <c:pt idx="4951">
                  <c:v>0.76419753086424513</c:v>
                </c:pt>
                <c:pt idx="4952">
                  <c:v>0.76435185185190002</c:v>
                </c:pt>
                <c:pt idx="4953">
                  <c:v>0.7645061728395538</c:v>
                </c:pt>
                <c:pt idx="4954">
                  <c:v>0.76466049382720813</c:v>
                </c:pt>
                <c:pt idx="4955">
                  <c:v>0.76481481481486413</c:v>
                </c:pt>
                <c:pt idx="4956">
                  <c:v>0.7649691358025168</c:v>
                </c:pt>
                <c:pt idx="4957">
                  <c:v>0.76512345679017435</c:v>
                </c:pt>
                <c:pt idx="4958">
                  <c:v>0.76527777777782569</c:v>
                </c:pt>
                <c:pt idx="4959">
                  <c:v>0.7654320987654798</c:v>
                </c:pt>
                <c:pt idx="4960">
                  <c:v>0.76558641975313413</c:v>
                </c:pt>
                <c:pt idx="4961">
                  <c:v>0.76574074074079013</c:v>
                </c:pt>
                <c:pt idx="4962">
                  <c:v>0.76589506172844435</c:v>
                </c:pt>
                <c:pt idx="4963">
                  <c:v>0.76604938271609879</c:v>
                </c:pt>
                <c:pt idx="4964">
                  <c:v>0.76620370370375168</c:v>
                </c:pt>
                <c:pt idx="4965">
                  <c:v>0.76635802469140735</c:v>
                </c:pt>
                <c:pt idx="4966">
                  <c:v>0.76651234567905957</c:v>
                </c:pt>
                <c:pt idx="4967">
                  <c:v>0.76666666666671612</c:v>
                </c:pt>
                <c:pt idx="4968">
                  <c:v>0.76682098765437079</c:v>
                </c:pt>
                <c:pt idx="4969">
                  <c:v>0.76697530864202479</c:v>
                </c:pt>
                <c:pt idx="4970">
                  <c:v>0.76712962962968057</c:v>
                </c:pt>
                <c:pt idx="4971">
                  <c:v>0.76728395061733179</c:v>
                </c:pt>
                <c:pt idx="4972">
                  <c:v>0.76743827160498779</c:v>
                </c:pt>
                <c:pt idx="4973">
                  <c:v>0.76759259259264045</c:v>
                </c:pt>
                <c:pt idx="4974">
                  <c:v>0.7677469135802979</c:v>
                </c:pt>
                <c:pt idx="4975">
                  <c:v>0.76790123456795079</c:v>
                </c:pt>
                <c:pt idx="4976">
                  <c:v>0.76805555555560512</c:v>
                </c:pt>
                <c:pt idx="4977">
                  <c:v>0.76820987654326089</c:v>
                </c:pt>
                <c:pt idx="4978">
                  <c:v>0.76836419753091212</c:v>
                </c:pt>
                <c:pt idx="4979">
                  <c:v>0.76851851851856812</c:v>
                </c:pt>
                <c:pt idx="4980">
                  <c:v>0.76867283950622234</c:v>
                </c:pt>
                <c:pt idx="4981">
                  <c:v>0.76882716049387834</c:v>
                </c:pt>
                <c:pt idx="4982">
                  <c:v>0.76898148148153112</c:v>
                </c:pt>
                <c:pt idx="4983">
                  <c:v>0.76913580246918811</c:v>
                </c:pt>
                <c:pt idx="4984">
                  <c:v>0.76929012345683978</c:v>
                </c:pt>
                <c:pt idx="4985">
                  <c:v>0.76944444444449556</c:v>
                </c:pt>
                <c:pt idx="4986">
                  <c:v>0.76959876543214678</c:v>
                </c:pt>
                <c:pt idx="4987">
                  <c:v>0.76975308641980433</c:v>
                </c:pt>
                <c:pt idx="4988">
                  <c:v>0.76990740740745711</c:v>
                </c:pt>
                <c:pt idx="4989">
                  <c:v>0.77006172839511133</c:v>
                </c:pt>
                <c:pt idx="4990">
                  <c:v>0.77021604938276356</c:v>
                </c:pt>
                <c:pt idx="4991">
                  <c:v>0.77037037037042</c:v>
                </c:pt>
                <c:pt idx="4992">
                  <c:v>0.77052469135807566</c:v>
                </c:pt>
                <c:pt idx="4993">
                  <c:v>0.77067901234573144</c:v>
                </c:pt>
                <c:pt idx="4994">
                  <c:v>0.77083333333338433</c:v>
                </c:pt>
                <c:pt idx="4995">
                  <c:v>0.77098765432103722</c:v>
                </c:pt>
                <c:pt idx="4996">
                  <c:v>0.771141975308693</c:v>
                </c:pt>
                <c:pt idx="4997">
                  <c:v>0.77129629629634588</c:v>
                </c:pt>
                <c:pt idx="4998">
                  <c:v>0.77145061728400166</c:v>
                </c:pt>
                <c:pt idx="4999">
                  <c:v>0.77160493827165455</c:v>
                </c:pt>
                <c:pt idx="5000">
                  <c:v>0.77175925925931033</c:v>
                </c:pt>
                <c:pt idx="5001">
                  <c:v>0.77191358024696033</c:v>
                </c:pt>
                <c:pt idx="5002">
                  <c:v>0.77206790123461611</c:v>
                </c:pt>
                <c:pt idx="5003">
                  <c:v>0.77222222222227188</c:v>
                </c:pt>
                <c:pt idx="5004">
                  <c:v>0.77237654320992477</c:v>
                </c:pt>
                <c:pt idx="5005">
                  <c:v>0.77253086419758055</c:v>
                </c:pt>
                <c:pt idx="5006">
                  <c:v>0.77268518518523344</c:v>
                </c:pt>
                <c:pt idx="5007">
                  <c:v>0.77283950617289066</c:v>
                </c:pt>
                <c:pt idx="5008">
                  <c:v>0.77299382716054499</c:v>
                </c:pt>
                <c:pt idx="5009">
                  <c:v>0.77314814814819932</c:v>
                </c:pt>
                <c:pt idx="5010">
                  <c:v>0.77330246913585077</c:v>
                </c:pt>
                <c:pt idx="5011">
                  <c:v>0.77345679012350654</c:v>
                </c:pt>
                <c:pt idx="5012">
                  <c:v>0.77361111111115965</c:v>
                </c:pt>
                <c:pt idx="5013">
                  <c:v>0.7737654320988181</c:v>
                </c:pt>
                <c:pt idx="5014">
                  <c:v>0.77391975308646865</c:v>
                </c:pt>
                <c:pt idx="5015">
                  <c:v>0.77407407407412498</c:v>
                </c:pt>
                <c:pt idx="5016">
                  <c:v>0.77422839506177765</c:v>
                </c:pt>
                <c:pt idx="5017">
                  <c:v>0.77438271604943165</c:v>
                </c:pt>
                <c:pt idx="5018">
                  <c:v>0.77453703703708565</c:v>
                </c:pt>
                <c:pt idx="5019">
                  <c:v>0.77469135802474243</c:v>
                </c:pt>
                <c:pt idx="5020">
                  <c:v>0.77484567901239676</c:v>
                </c:pt>
                <c:pt idx="5021">
                  <c:v>0.77500000000004865</c:v>
                </c:pt>
                <c:pt idx="5022">
                  <c:v>0.77515432098770276</c:v>
                </c:pt>
                <c:pt idx="5023">
                  <c:v>0.77530864197535709</c:v>
                </c:pt>
                <c:pt idx="5024">
                  <c:v>0.77546296296301143</c:v>
                </c:pt>
                <c:pt idx="5025">
                  <c:v>0.77561728395066576</c:v>
                </c:pt>
                <c:pt idx="5026">
                  <c:v>0.77577160493832276</c:v>
                </c:pt>
                <c:pt idx="5027">
                  <c:v>0.77592592592597465</c:v>
                </c:pt>
                <c:pt idx="5028">
                  <c:v>0.77608024691362965</c:v>
                </c:pt>
                <c:pt idx="5029">
                  <c:v>0.77623456790128309</c:v>
                </c:pt>
                <c:pt idx="5030">
                  <c:v>0.77638888888893742</c:v>
                </c:pt>
                <c:pt idx="5031">
                  <c:v>0.77654320987659264</c:v>
                </c:pt>
                <c:pt idx="5032">
                  <c:v>0.77669753086424664</c:v>
                </c:pt>
                <c:pt idx="5033">
                  <c:v>0.77685185185190064</c:v>
                </c:pt>
                <c:pt idx="5034">
                  <c:v>0.77700617283955475</c:v>
                </c:pt>
                <c:pt idx="5035">
                  <c:v>0.77716049382720909</c:v>
                </c:pt>
                <c:pt idx="5036">
                  <c:v>0.77731481481486364</c:v>
                </c:pt>
                <c:pt idx="5037">
                  <c:v>0.77746913580251753</c:v>
                </c:pt>
                <c:pt idx="5038">
                  <c:v>0.77762345679017619</c:v>
                </c:pt>
                <c:pt idx="5039">
                  <c:v>0.77777777777782664</c:v>
                </c:pt>
                <c:pt idx="5040">
                  <c:v>0.77793209876548075</c:v>
                </c:pt>
                <c:pt idx="5041">
                  <c:v>0.77808641975313564</c:v>
                </c:pt>
                <c:pt idx="5042">
                  <c:v>0.77824074074078964</c:v>
                </c:pt>
                <c:pt idx="5043">
                  <c:v>0.77839506172844375</c:v>
                </c:pt>
                <c:pt idx="5044">
                  <c:v>0.77854938271609864</c:v>
                </c:pt>
                <c:pt idx="5045">
                  <c:v>0.77870370370375264</c:v>
                </c:pt>
                <c:pt idx="5046">
                  <c:v>0.7788580246914093</c:v>
                </c:pt>
                <c:pt idx="5047">
                  <c:v>0.77901234567906108</c:v>
                </c:pt>
                <c:pt idx="5048">
                  <c:v>0.77916666666671563</c:v>
                </c:pt>
                <c:pt idx="5049">
                  <c:v>0.77932098765436975</c:v>
                </c:pt>
                <c:pt idx="5050">
                  <c:v>0.77947530864202463</c:v>
                </c:pt>
                <c:pt idx="5051">
                  <c:v>0.77962962962968207</c:v>
                </c:pt>
                <c:pt idx="5052">
                  <c:v>0.77978395061733274</c:v>
                </c:pt>
                <c:pt idx="5053">
                  <c:v>0.77993827160498941</c:v>
                </c:pt>
                <c:pt idx="5054">
                  <c:v>0.78009259259264141</c:v>
                </c:pt>
                <c:pt idx="5055">
                  <c:v>0.78024691358029574</c:v>
                </c:pt>
                <c:pt idx="5056">
                  <c:v>0.78040123456795008</c:v>
                </c:pt>
                <c:pt idx="5057">
                  <c:v>0.78055555555560441</c:v>
                </c:pt>
                <c:pt idx="5058">
                  <c:v>0.78070987654326085</c:v>
                </c:pt>
                <c:pt idx="5059">
                  <c:v>0.78086419753091307</c:v>
                </c:pt>
                <c:pt idx="5060">
                  <c:v>0.78101851851856763</c:v>
                </c:pt>
                <c:pt idx="5061">
                  <c:v>0.78117283950622152</c:v>
                </c:pt>
                <c:pt idx="5062">
                  <c:v>0.78132716049387663</c:v>
                </c:pt>
                <c:pt idx="5063">
                  <c:v>0.7814814814815304</c:v>
                </c:pt>
                <c:pt idx="5064">
                  <c:v>0.7816358024691884</c:v>
                </c:pt>
                <c:pt idx="5065">
                  <c:v>0.78179012345683963</c:v>
                </c:pt>
                <c:pt idx="5066">
                  <c:v>0.78194444444449562</c:v>
                </c:pt>
                <c:pt idx="5067">
                  <c:v>0.78209876543214751</c:v>
                </c:pt>
                <c:pt idx="5068">
                  <c:v>0.78225308641980262</c:v>
                </c:pt>
                <c:pt idx="5069">
                  <c:v>0.7824074074074564</c:v>
                </c:pt>
                <c:pt idx="5070">
                  <c:v>0.78256172839511051</c:v>
                </c:pt>
                <c:pt idx="5071">
                  <c:v>0.78271604938276318</c:v>
                </c:pt>
                <c:pt idx="5072">
                  <c:v>0.78287037037041962</c:v>
                </c:pt>
                <c:pt idx="5073">
                  <c:v>0.78302469135807584</c:v>
                </c:pt>
                <c:pt idx="5074">
                  <c:v>0.78317901234573029</c:v>
                </c:pt>
                <c:pt idx="5075">
                  <c:v>0.78333333333338262</c:v>
                </c:pt>
                <c:pt idx="5076">
                  <c:v>0.78348765432103651</c:v>
                </c:pt>
                <c:pt idx="5077">
                  <c:v>0.78364197530869328</c:v>
                </c:pt>
                <c:pt idx="5078">
                  <c:v>0.78379629629634562</c:v>
                </c:pt>
                <c:pt idx="5079">
                  <c:v>0.78395061728400184</c:v>
                </c:pt>
                <c:pt idx="5080">
                  <c:v>0.78410493827165406</c:v>
                </c:pt>
                <c:pt idx="5081">
                  <c:v>0.78425925925930862</c:v>
                </c:pt>
                <c:pt idx="5082">
                  <c:v>0.78441358024695929</c:v>
                </c:pt>
                <c:pt idx="5083">
                  <c:v>0.78456790123461517</c:v>
                </c:pt>
                <c:pt idx="5084">
                  <c:v>0.78472222222227161</c:v>
                </c:pt>
                <c:pt idx="5085">
                  <c:v>0.7848765432099255</c:v>
                </c:pt>
                <c:pt idx="5086">
                  <c:v>0.78503086419758061</c:v>
                </c:pt>
                <c:pt idx="5087">
                  <c:v>0.7851851851852325</c:v>
                </c:pt>
                <c:pt idx="5088">
                  <c:v>0.78533950617288872</c:v>
                </c:pt>
                <c:pt idx="5089">
                  <c:v>0.78549382716054361</c:v>
                </c:pt>
                <c:pt idx="5090">
                  <c:v>0.78564814814819939</c:v>
                </c:pt>
                <c:pt idx="5091">
                  <c:v>0.7858024691358515</c:v>
                </c:pt>
                <c:pt idx="5092">
                  <c:v>0.78595679012350605</c:v>
                </c:pt>
                <c:pt idx="5093">
                  <c:v>0.78611111111116039</c:v>
                </c:pt>
                <c:pt idx="5094">
                  <c:v>0.78626543209881661</c:v>
                </c:pt>
                <c:pt idx="5095">
                  <c:v>0.7864197530864685</c:v>
                </c:pt>
                <c:pt idx="5096">
                  <c:v>0.78657407407412361</c:v>
                </c:pt>
                <c:pt idx="5097">
                  <c:v>0.78672839506177772</c:v>
                </c:pt>
                <c:pt idx="5098">
                  <c:v>0.78688271604943205</c:v>
                </c:pt>
                <c:pt idx="5099">
                  <c:v>0.78703703703708661</c:v>
                </c:pt>
                <c:pt idx="5100">
                  <c:v>0.78719135802474072</c:v>
                </c:pt>
                <c:pt idx="5101">
                  <c:v>0.78734567901239505</c:v>
                </c:pt>
                <c:pt idx="5102">
                  <c:v>0.78750000000004938</c:v>
                </c:pt>
                <c:pt idx="5103">
                  <c:v>0.78765432098770349</c:v>
                </c:pt>
                <c:pt idx="5104">
                  <c:v>0.78780864197535749</c:v>
                </c:pt>
                <c:pt idx="5105">
                  <c:v>0.78796296296301238</c:v>
                </c:pt>
                <c:pt idx="5106">
                  <c:v>0.7881172839506646</c:v>
                </c:pt>
                <c:pt idx="5107">
                  <c:v>0.78827160493832105</c:v>
                </c:pt>
                <c:pt idx="5108">
                  <c:v>0.78842592592597538</c:v>
                </c:pt>
                <c:pt idx="5109">
                  <c:v>0.78858024691362949</c:v>
                </c:pt>
                <c:pt idx="5110">
                  <c:v>0.78873456790128349</c:v>
                </c:pt>
                <c:pt idx="5111">
                  <c:v>0.78888888888893838</c:v>
                </c:pt>
                <c:pt idx="5112">
                  <c:v>0.78904320987659271</c:v>
                </c:pt>
                <c:pt idx="5113">
                  <c:v>0.78919753086424649</c:v>
                </c:pt>
                <c:pt idx="5114">
                  <c:v>0.78935185185190138</c:v>
                </c:pt>
                <c:pt idx="5115">
                  <c:v>0.78950617283955549</c:v>
                </c:pt>
                <c:pt idx="5116">
                  <c:v>0.78966049382720949</c:v>
                </c:pt>
                <c:pt idx="5117">
                  <c:v>0.7898148148148646</c:v>
                </c:pt>
                <c:pt idx="5118">
                  <c:v>0.78996913580251849</c:v>
                </c:pt>
                <c:pt idx="5119">
                  <c:v>0.79012345679017493</c:v>
                </c:pt>
                <c:pt idx="5120">
                  <c:v>0.79027777777782737</c:v>
                </c:pt>
                <c:pt idx="5121">
                  <c:v>0.79043209876548159</c:v>
                </c:pt>
                <c:pt idx="5122">
                  <c:v>0.79058641975313559</c:v>
                </c:pt>
                <c:pt idx="5123">
                  <c:v>0.7907407407407907</c:v>
                </c:pt>
                <c:pt idx="5124">
                  <c:v>0.7908950617284447</c:v>
                </c:pt>
                <c:pt idx="5125">
                  <c:v>0.79104938271609904</c:v>
                </c:pt>
                <c:pt idx="5126">
                  <c:v>0.79120370370375337</c:v>
                </c:pt>
                <c:pt idx="5127">
                  <c:v>0.7913580246914077</c:v>
                </c:pt>
                <c:pt idx="5128">
                  <c:v>0.79151234567905993</c:v>
                </c:pt>
                <c:pt idx="5129">
                  <c:v>0.7916666666667167</c:v>
                </c:pt>
                <c:pt idx="5130">
                  <c:v>0.79182098765437237</c:v>
                </c:pt>
                <c:pt idx="5131">
                  <c:v>0.79197530864202503</c:v>
                </c:pt>
                <c:pt idx="5132">
                  <c:v>0.79212962962968125</c:v>
                </c:pt>
                <c:pt idx="5133">
                  <c:v>0.79228395061733359</c:v>
                </c:pt>
                <c:pt idx="5134">
                  <c:v>0.79243827160498803</c:v>
                </c:pt>
                <c:pt idx="5135">
                  <c:v>0.79259259259264236</c:v>
                </c:pt>
                <c:pt idx="5136">
                  <c:v>0.79274691358029836</c:v>
                </c:pt>
                <c:pt idx="5137">
                  <c:v>0.79290123456795103</c:v>
                </c:pt>
                <c:pt idx="5138">
                  <c:v>0.7930555555556057</c:v>
                </c:pt>
                <c:pt idx="5139">
                  <c:v>0.79320987654326136</c:v>
                </c:pt>
                <c:pt idx="5140">
                  <c:v>0.79336419753091358</c:v>
                </c:pt>
                <c:pt idx="5141">
                  <c:v>0.79351851851856869</c:v>
                </c:pt>
                <c:pt idx="5142">
                  <c:v>0.79367283950622269</c:v>
                </c:pt>
                <c:pt idx="5143">
                  <c:v>0.79382716049387891</c:v>
                </c:pt>
                <c:pt idx="5144">
                  <c:v>0.79398148148153169</c:v>
                </c:pt>
                <c:pt idx="5145">
                  <c:v>0.79413580246918891</c:v>
                </c:pt>
                <c:pt idx="5146">
                  <c:v>0.79429012345684002</c:v>
                </c:pt>
                <c:pt idx="5147">
                  <c:v>0.79444444444449624</c:v>
                </c:pt>
                <c:pt idx="5148">
                  <c:v>0.79459876543214858</c:v>
                </c:pt>
                <c:pt idx="5149">
                  <c:v>0.79475308641980491</c:v>
                </c:pt>
                <c:pt idx="5150">
                  <c:v>0.79490740740745769</c:v>
                </c:pt>
                <c:pt idx="5151">
                  <c:v>0.79506172839511169</c:v>
                </c:pt>
                <c:pt idx="5152">
                  <c:v>0.7952160493827638</c:v>
                </c:pt>
                <c:pt idx="5153">
                  <c:v>0.79537037037042035</c:v>
                </c:pt>
                <c:pt idx="5154">
                  <c:v>0.79552469135807624</c:v>
                </c:pt>
                <c:pt idx="5155">
                  <c:v>0.79567901234573224</c:v>
                </c:pt>
                <c:pt idx="5156">
                  <c:v>0.79583333333338502</c:v>
                </c:pt>
                <c:pt idx="5157">
                  <c:v>0.79598765432103769</c:v>
                </c:pt>
                <c:pt idx="5158">
                  <c:v>0.79614197530869368</c:v>
                </c:pt>
                <c:pt idx="5159">
                  <c:v>0.79629629629634635</c:v>
                </c:pt>
                <c:pt idx="5160">
                  <c:v>0.79645061728400224</c:v>
                </c:pt>
                <c:pt idx="5161">
                  <c:v>0.79660493827165502</c:v>
                </c:pt>
                <c:pt idx="5162">
                  <c:v>0.79675925925931101</c:v>
                </c:pt>
                <c:pt idx="5163">
                  <c:v>0.79691358024696113</c:v>
                </c:pt>
                <c:pt idx="5164">
                  <c:v>0.79706790123461757</c:v>
                </c:pt>
                <c:pt idx="5165">
                  <c:v>0.79722222222227235</c:v>
                </c:pt>
                <c:pt idx="5166">
                  <c:v>0.79737654320992657</c:v>
                </c:pt>
                <c:pt idx="5167">
                  <c:v>0.79753086419758101</c:v>
                </c:pt>
                <c:pt idx="5168">
                  <c:v>0.79768518518523457</c:v>
                </c:pt>
                <c:pt idx="5169">
                  <c:v>0.79783950617289123</c:v>
                </c:pt>
                <c:pt idx="5170">
                  <c:v>0.79799382716054557</c:v>
                </c:pt>
                <c:pt idx="5171">
                  <c:v>0.79814814814820001</c:v>
                </c:pt>
                <c:pt idx="5172">
                  <c:v>0.79830246913585257</c:v>
                </c:pt>
                <c:pt idx="5173">
                  <c:v>0.79845679012350701</c:v>
                </c:pt>
                <c:pt idx="5174">
                  <c:v>0.79861111111116134</c:v>
                </c:pt>
                <c:pt idx="5175">
                  <c:v>0.79876543209881889</c:v>
                </c:pt>
                <c:pt idx="5176">
                  <c:v>0.79891975308647156</c:v>
                </c:pt>
                <c:pt idx="5177">
                  <c:v>0.79907407407412601</c:v>
                </c:pt>
                <c:pt idx="5178">
                  <c:v>0.79922839506177867</c:v>
                </c:pt>
                <c:pt idx="5179">
                  <c:v>0.79938271604943301</c:v>
                </c:pt>
                <c:pt idx="5180">
                  <c:v>0.79953703703708734</c:v>
                </c:pt>
                <c:pt idx="5181">
                  <c:v>0.79969135802474323</c:v>
                </c:pt>
                <c:pt idx="5182">
                  <c:v>0.79984567901239756</c:v>
                </c:pt>
                <c:pt idx="5183">
                  <c:v>0.80000000000005034</c:v>
                </c:pt>
                <c:pt idx="5184">
                  <c:v>0.80015432098770456</c:v>
                </c:pt>
                <c:pt idx="5185">
                  <c:v>0.80030864197535856</c:v>
                </c:pt>
                <c:pt idx="5186">
                  <c:v>0.80046296296301256</c:v>
                </c:pt>
                <c:pt idx="5187">
                  <c:v>0.80061728395066756</c:v>
                </c:pt>
                <c:pt idx="5188">
                  <c:v>0.80077160493832356</c:v>
                </c:pt>
                <c:pt idx="5189">
                  <c:v>0.80092592592597633</c:v>
                </c:pt>
                <c:pt idx="5190">
                  <c:v>0.80108024691363067</c:v>
                </c:pt>
                <c:pt idx="5191">
                  <c:v>0.80123456790128456</c:v>
                </c:pt>
                <c:pt idx="5192">
                  <c:v>0.80138888888893856</c:v>
                </c:pt>
                <c:pt idx="5193">
                  <c:v>0.80154320987659367</c:v>
                </c:pt>
                <c:pt idx="5194">
                  <c:v>0.801697530864248</c:v>
                </c:pt>
                <c:pt idx="5195">
                  <c:v>0.80185185185190233</c:v>
                </c:pt>
                <c:pt idx="5196">
                  <c:v>0.80200617283955666</c:v>
                </c:pt>
                <c:pt idx="5197">
                  <c:v>0.80216049382720955</c:v>
                </c:pt>
                <c:pt idx="5198">
                  <c:v>0.80231481481486533</c:v>
                </c:pt>
                <c:pt idx="5199">
                  <c:v>0.80246913580251822</c:v>
                </c:pt>
                <c:pt idx="5200">
                  <c:v>0.80262345679017688</c:v>
                </c:pt>
                <c:pt idx="5201">
                  <c:v>0.80277777777782833</c:v>
                </c:pt>
                <c:pt idx="5202">
                  <c:v>0.80293209876548266</c:v>
                </c:pt>
                <c:pt idx="5203">
                  <c:v>0.80308641975313699</c:v>
                </c:pt>
                <c:pt idx="5204">
                  <c:v>0.80324074074079133</c:v>
                </c:pt>
                <c:pt idx="5205">
                  <c:v>0.80339506172844566</c:v>
                </c:pt>
                <c:pt idx="5206">
                  <c:v>0.80354938271609999</c:v>
                </c:pt>
                <c:pt idx="5207">
                  <c:v>0.80370370370375432</c:v>
                </c:pt>
                <c:pt idx="5208">
                  <c:v>0.8038580246914101</c:v>
                </c:pt>
                <c:pt idx="5209">
                  <c:v>0.80401234567906155</c:v>
                </c:pt>
                <c:pt idx="5210">
                  <c:v>0.80416666666671732</c:v>
                </c:pt>
                <c:pt idx="5211">
                  <c:v>0.80432098765437265</c:v>
                </c:pt>
                <c:pt idx="5212">
                  <c:v>0.80447530864202599</c:v>
                </c:pt>
                <c:pt idx="5213">
                  <c:v>0.80462962962968299</c:v>
                </c:pt>
                <c:pt idx="5214">
                  <c:v>0.80478395061733454</c:v>
                </c:pt>
                <c:pt idx="5215">
                  <c:v>0.80493827160498965</c:v>
                </c:pt>
                <c:pt idx="5216">
                  <c:v>0.80509259259264332</c:v>
                </c:pt>
                <c:pt idx="5217">
                  <c:v>0.80524691358029765</c:v>
                </c:pt>
                <c:pt idx="5218">
                  <c:v>0.80540123456795198</c:v>
                </c:pt>
                <c:pt idx="5219">
                  <c:v>0.80555555555560632</c:v>
                </c:pt>
                <c:pt idx="5220">
                  <c:v>0.8057098765432632</c:v>
                </c:pt>
                <c:pt idx="5221">
                  <c:v>0.80586419753091498</c:v>
                </c:pt>
                <c:pt idx="5222">
                  <c:v>0.80601851851856965</c:v>
                </c:pt>
                <c:pt idx="5223">
                  <c:v>0.80617283950622354</c:v>
                </c:pt>
                <c:pt idx="5224">
                  <c:v>0.80632716049387865</c:v>
                </c:pt>
                <c:pt idx="5225">
                  <c:v>0.80648148148153231</c:v>
                </c:pt>
                <c:pt idx="5226">
                  <c:v>0.80663580246919087</c:v>
                </c:pt>
                <c:pt idx="5227">
                  <c:v>0.80679012345684165</c:v>
                </c:pt>
                <c:pt idx="5228">
                  <c:v>0.80694444444449787</c:v>
                </c:pt>
                <c:pt idx="5229">
                  <c:v>0.80709876543214953</c:v>
                </c:pt>
                <c:pt idx="5230">
                  <c:v>0.80725308641980464</c:v>
                </c:pt>
                <c:pt idx="5231">
                  <c:v>0.80740740740745831</c:v>
                </c:pt>
                <c:pt idx="5232">
                  <c:v>0.80756172839511253</c:v>
                </c:pt>
                <c:pt idx="5233">
                  <c:v>0.80771604938276531</c:v>
                </c:pt>
                <c:pt idx="5234">
                  <c:v>0.80787037037042164</c:v>
                </c:pt>
                <c:pt idx="5235">
                  <c:v>0.80802469135807808</c:v>
                </c:pt>
                <c:pt idx="5236">
                  <c:v>0.80817901234573253</c:v>
                </c:pt>
                <c:pt idx="5237">
                  <c:v>0.80833333333338464</c:v>
                </c:pt>
                <c:pt idx="5238">
                  <c:v>0.80848765432103853</c:v>
                </c:pt>
                <c:pt idx="5239">
                  <c:v>0.80864197530869553</c:v>
                </c:pt>
                <c:pt idx="5240">
                  <c:v>0.80879629629634764</c:v>
                </c:pt>
                <c:pt idx="5241">
                  <c:v>0.80895061728400408</c:v>
                </c:pt>
                <c:pt idx="5242">
                  <c:v>0.80910493827165597</c:v>
                </c:pt>
                <c:pt idx="5243">
                  <c:v>0.80925925925931064</c:v>
                </c:pt>
                <c:pt idx="5244">
                  <c:v>0.80941358024696131</c:v>
                </c:pt>
                <c:pt idx="5245">
                  <c:v>0.8095679012346173</c:v>
                </c:pt>
                <c:pt idx="5246">
                  <c:v>0.80972222222227364</c:v>
                </c:pt>
                <c:pt idx="5247">
                  <c:v>0.80987654320992752</c:v>
                </c:pt>
                <c:pt idx="5248">
                  <c:v>0.81003086419758263</c:v>
                </c:pt>
                <c:pt idx="5249">
                  <c:v>0.81018518518523475</c:v>
                </c:pt>
                <c:pt idx="5250">
                  <c:v>0.81033950617289063</c:v>
                </c:pt>
                <c:pt idx="5251">
                  <c:v>0.81049382716054563</c:v>
                </c:pt>
                <c:pt idx="5252">
                  <c:v>0.81064814814820063</c:v>
                </c:pt>
                <c:pt idx="5253">
                  <c:v>0.81080246913585352</c:v>
                </c:pt>
                <c:pt idx="5254">
                  <c:v>0.81095679012350863</c:v>
                </c:pt>
                <c:pt idx="5255">
                  <c:v>0.8111111111111623</c:v>
                </c:pt>
                <c:pt idx="5256">
                  <c:v>0.81126543209881874</c:v>
                </c:pt>
                <c:pt idx="5257">
                  <c:v>0.81141975308647163</c:v>
                </c:pt>
                <c:pt idx="5258">
                  <c:v>0.81157407407412563</c:v>
                </c:pt>
                <c:pt idx="5259">
                  <c:v>0.81172839506177963</c:v>
                </c:pt>
                <c:pt idx="5260">
                  <c:v>0.81188271604943463</c:v>
                </c:pt>
                <c:pt idx="5261">
                  <c:v>0.81203703703708863</c:v>
                </c:pt>
                <c:pt idx="5262">
                  <c:v>0.81219135802474263</c:v>
                </c:pt>
                <c:pt idx="5263">
                  <c:v>0.81234567901239763</c:v>
                </c:pt>
                <c:pt idx="5264">
                  <c:v>0.81250000000005129</c:v>
                </c:pt>
                <c:pt idx="5265">
                  <c:v>0.81265432098770551</c:v>
                </c:pt>
                <c:pt idx="5266">
                  <c:v>0.81280864197535996</c:v>
                </c:pt>
                <c:pt idx="5267">
                  <c:v>0.81296296296301429</c:v>
                </c:pt>
                <c:pt idx="5268">
                  <c:v>0.81311728395066685</c:v>
                </c:pt>
                <c:pt idx="5269">
                  <c:v>0.81327160493832362</c:v>
                </c:pt>
                <c:pt idx="5270">
                  <c:v>0.81342592592597729</c:v>
                </c:pt>
                <c:pt idx="5271">
                  <c:v>0.81358024691363151</c:v>
                </c:pt>
                <c:pt idx="5272">
                  <c:v>0.81373456790128551</c:v>
                </c:pt>
                <c:pt idx="5273">
                  <c:v>0.81388888888894029</c:v>
                </c:pt>
                <c:pt idx="5274">
                  <c:v>0.81404320987659462</c:v>
                </c:pt>
                <c:pt idx="5275">
                  <c:v>0.81419753086424851</c:v>
                </c:pt>
                <c:pt idx="5276">
                  <c:v>0.81435185185190329</c:v>
                </c:pt>
                <c:pt idx="5277">
                  <c:v>0.81450617283955751</c:v>
                </c:pt>
                <c:pt idx="5278">
                  <c:v>0.81466049382721151</c:v>
                </c:pt>
                <c:pt idx="5279">
                  <c:v>0.81481481481486662</c:v>
                </c:pt>
                <c:pt idx="5280">
                  <c:v>0.81496913580252051</c:v>
                </c:pt>
                <c:pt idx="5281">
                  <c:v>0.81512345679017706</c:v>
                </c:pt>
                <c:pt idx="5282">
                  <c:v>0.81527777777782928</c:v>
                </c:pt>
                <c:pt idx="5283">
                  <c:v>0.8154320987654835</c:v>
                </c:pt>
                <c:pt idx="5284">
                  <c:v>0.8155864197531375</c:v>
                </c:pt>
                <c:pt idx="5285">
                  <c:v>0.81574074074079261</c:v>
                </c:pt>
                <c:pt idx="5286">
                  <c:v>0.81589506172844661</c:v>
                </c:pt>
                <c:pt idx="5287">
                  <c:v>0.81604938271610095</c:v>
                </c:pt>
                <c:pt idx="5288">
                  <c:v>0.81620370370375528</c:v>
                </c:pt>
                <c:pt idx="5289">
                  <c:v>0.81635802469140961</c:v>
                </c:pt>
                <c:pt idx="5290">
                  <c:v>0.81651234567906206</c:v>
                </c:pt>
                <c:pt idx="5291">
                  <c:v>0.81666666666671861</c:v>
                </c:pt>
                <c:pt idx="5292">
                  <c:v>0.81682098765437439</c:v>
                </c:pt>
                <c:pt idx="5293">
                  <c:v>0.81697530864202694</c:v>
                </c:pt>
                <c:pt idx="5294">
                  <c:v>0.81712962962968316</c:v>
                </c:pt>
                <c:pt idx="5295">
                  <c:v>0.8172839506173355</c:v>
                </c:pt>
                <c:pt idx="5296">
                  <c:v>0.81743827160498994</c:v>
                </c:pt>
                <c:pt idx="5297">
                  <c:v>0.81759259259264427</c:v>
                </c:pt>
                <c:pt idx="5298">
                  <c:v>0.81774691358030038</c:v>
                </c:pt>
                <c:pt idx="5299">
                  <c:v>0.81790123456795294</c:v>
                </c:pt>
                <c:pt idx="5300">
                  <c:v>0.81805555555560761</c:v>
                </c:pt>
                <c:pt idx="5301">
                  <c:v>0.81820987654326338</c:v>
                </c:pt>
                <c:pt idx="5302">
                  <c:v>0.81836419753091549</c:v>
                </c:pt>
                <c:pt idx="5303">
                  <c:v>0.81851851851857216</c:v>
                </c:pt>
                <c:pt idx="5304">
                  <c:v>0.8186728395062246</c:v>
                </c:pt>
                <c:pt idx="5305">
                  <c:v>0.81882716049388082</c:v>
                </c:pt>
                <c:pt idx="5306">
                  <c:v>0.8189814814815336</c:v>
                </c:pt>
                <c:pt idx="5307">
                  <c:v>0.81913580246919082</c:v>
                </c:pt>
                <c:pt idx="5308">
                  <c:v>0.81929012345684193</c:v>
                </c:pt>
                <c:pt idx="5309">
                  <c:v>0.81944444444449815</c:v>
                </c:pt>
                <c:pt idx="5310">
                  <c:v>0.81959876543215049</c:v>
                </c:pt>
                <c:pt idx="5311">
                  <c:v>0.81975308641980682</c:v>
                </c:pt>
                <c:pt idx="5312">
                  <c:v>0.8199074074074596</c:v>
                </c:pt>
                <c:pt idx="5313">
                  <c:v>0.8200617283951136</c:v>
                </c:pt>
                <c:pt idx="5314">
                  <c:v>0.82021604938276571</c:v>
                </c:pt>
                <c:pt idx="5315">
                  <c:v>0.8203703703704226</c:v>
                </c:pt>
                <c:pt idx="5316">
                  <c:v>0.82052469135807826</c:v>
                </c:pt>
                <c:pt idx="5317">
                  <c:v>0.82067901234573415</c:v>
                </c:pt>
                <c:pt idx="5318">
                  <c:v>0.82083333333338715</c:v>
                </c:pt>
                <c:pt idx="5319">
                  <c:v>0.82098765432103971</c:v>
                </c:pt>
                <c:pt idx="5320">
                  <c:v>0.82114197530869582</c:v>
                </c:pt>
                <c:pt idx="5321">
                  <c:v>0.8212962962963487</c:v>
                </c:pt>
                <c:pt idx="5322">
                  <c:v>0.82145061728400448</c:v>
                </c:pt>
                <c:pt idx="5323">
                  <c:v>0.82160493827165693</c:v>
                </c:pt>
                <c:pt idx="5324">
                  <c:v>0.82175925925931315</c:v>
                </c:pt>
                <c:pt idx="5325">
                  <c:v>0.82191358024696348</c:v>
                </c:pt>
                <c:pt idx="5326">
                  <c:v>0.82206790123461959</c:v>
                </c:pt>
                <c:pt idx="5327">
                  <c:v>0.8222222222222747</c:v>
                </c:pt>
                <c:pt idx="5328">
                  <c:v>0.82237654320992859</c:v>
                </c:pt>
                <c:pt idx="5329">
                  <c:v>0.82253086419758292</c:v>
                </c:pt>
                <c:pt idx="5330">
                  <c:v>0.82268518518523726</c:v>
                </c:pt>
                <c:pt idx="5331">
                  <c:v>0.82283950617289336</c:v>
                </c:pt>
                <c:pt idx="5332">
                  <c:v>0.82299382716054781</c:v>
                </c:pt>
                <c:pt idx="5333">
                  <c:v>0.82314814814820025</c:v>
                </c:pt>
                <c:pt idx="5334">
                  <c:v>0.82330246913585459</c:v>
                </c:pt>
                <c:pt idx="5335">
                  <c:v>0.82345679012350892</c:v>
                </c:pt>
                <c:pt idx="5336">
                  <c:v>0.82361111111116325</c:v>
                </c:pt>
                <c:pt idx="5337">
                  <c:v>0.82376543209882092</c:v>
                </c:pt>
                <c:pt idx="5338">
                  <c:v>0.82391975308647381</c:v>
                </c:pt>
                <c:pt idx="5339">
                  <c:v>0.82407407407412814</c:v>
                </c:pt>
                <c:pt idx="5340">
                  <c:v>0.82422839506178069</c:v>
                </c:pt>
                <c:pt idx="5341">
                  <c:v>0.82438271604943492</c:v>
                </c:pt>
                <c:pt idx="5342">
                  <c:v>0.82453703703708925</c:v>
                </c:pt>
                <c:pt idx="5343">
                  <c:v>0.82469135802474536</c:v>
                </c:pt>
                <c:pt idx="5344">
                  <c:v>0.8248456790123998</c:v>
                </c:pt>
                <c:pt idx="5345">
                  <c:v>0.82500000000005225</c:v>
                </c:pt>
                <c:pt idx="5346">
                  <c:v>0.82515432098770658</c:v>
                </c:pt>
                <c:pt idx="5347">
                  <c:v>0.82530864197536058</c:v>
                </c:pt>
                <c:pt idx="5348">
                  <c:v>0.82546296296301458</c:v>
                </c:pt>
                <c:pt idx="5349">
                  <c:v>0.82561728395066958</c:v>
                </c:pt>
                <c:pt idx="5350">
                  <c:v>0.82577160493832569</c:v>
                </c:pt>
                <c:pt idx="5351">
                  <c:v>0.82592592592597824</c:v>
                </c:pt>
                <c:pt idx="5352">
                  <c:v>0.82608024691363269</c:v>
                </c:pt>
                <c:pt idx="5353">
                  <c:v>0.82623456790128658</c:v>
                </c:pt>
                <c:pt idx="5354">
                  <c:v>0.82638888888894058</c:v>
                </c:pt>
                <c:pt idx="5355">
                  <c:v>0.82654320987659569</c:v>
                </c:pt>
                <c:pt idx="5356">
                  <c:v>0.82669753086424991</c:v>
                </c:pt>
                <c:pt idx="5357">
                  <c:v>0.82685185185190424</c:v>
                </c:pt>
                <c:pt idx="5358">
                  <c:v>0.82700617283955868</c:v>
                </c:pt>
                <c:pt idx="5359">
                  <c:v>0.82716049382721257</c:v>
                </c:pt>
                <c:pt idx="5360">
                  <c:v>0.82731481481486724</c:v>
                </c:pt>
                <c:pt idx="5361">
                  <c:v>0.82746913580252157</c:v>
                </c:pt>
                <c:pt idx="5362">
                  <c:v>0.82762345679017912</c:v>
                </c:pt>
                <c:pt idx="5363">
                  <c:v>0.82777777777783024</c:v>
                </c:pt>
                <c:pt idx="5364">
                  <c:v>0.82793209876548468</c:v>
                </c:pt>
                <c:pt idx="5365">
                  <c:v>0.8280864197531389</c:v>
                </c:pt>
                <c:pt idx="5366">
                  <c:v>0.82824074074079324</c:v>
                </c:pt>
                <c:pt idx="5367">
                  <c:v>0.82839506172844768</c:v>
                </c:pt>
                <c:pt idx="5368">
                  <c:v>0.8285493827161019</c:v>
                </c:pt>
                <c:pt idx="5369">
                  <c:v>0.82870370370375623</c:v>
                </c:pt>
                <c:pt idx="5370">
                  <c:v>0.82885802469141223</c:v>
                </c:pt>
                <c:pt idx="5371">
                  <c:v>0.82901234567906457</c:v>
                </c:pt>
                <c:pt idx="5372">
                  <c:v>0.82916666666671923</c:v>
                </c:pt>
                <c:pt idx="5373">
                  <c:v>0.82932098765437523</c:v>
                </c:pt>
                <c:pt idx="5374">
                  <c:v>0.8294753086420279</c:v>
                </c:pt>
                <c:pt idx="5375">
                  <c:v>0.82962962962968534</c:v>
                </c:pt>
                <c:pt idx="5376">
                  <c:v>0.82978395061733667</c:v>
                </c:pt>
                <c:pt idx="5377">
                  <c:v>0.82993827160499245</c:v>
                </c:pt>
                <c:pt idx="5378">
                  <c:v>0.83009259259264523</c:v>
                </c:pt>
                <c:pt idx="5379">
                  <c:v>0.83024691358030123</c:v>
                </c:pt>
                <c:pt idx="5380">
                  <c:v>0.83040123456795389</c:v>
                </c:pt>
                <c:pt idx="5381">
                  <c:v>0.83055555555560823</c:v>
                </c:pt>
                <c:pt idx="5382">
                  <c:v>0.83070987654326589</c:v>
                </c:pt>
                <c:pt idx="5383">
                  <c:v>0.83086419753091689</c:v>
                </c:pt>
                <c:pt idx="5384">
                  <c:v>0.83101851851857433</c:v>
                </c:pt>
                <c:pt idx="5385">
                  <c:v>0.83117283950622567</c:v>
                </c:pt>
                <c:pt idx="5386">
                  <c:v>0.83132716049388145</c:v>
                </c:pt>
                <c:pt idx="5387">
                  <c:v>0.83148148148153422</c:v>
                </c:pt>
                <c:pt idx="5388">
                  <c:v>0.831635802469193</c:v>
                </c:pt>
                <c:pt idx="5389">
                  <c:v>0.83179012345684444</c:v>
                </c:pt>
                <c:pt idx="5390">
                  <c:v>0.83194444444450011</c:v>
                </c:pt>
                <c:pt idx="5391">
                  <c:v>0.83209876543215155</c:v>
                </c:pt>
                <c:pt idx="5392">
                  <c:v>0.83225308641980733</c:v>
                </c:pt>
                <c:pt idx="5393">
                  <c:v>0.83240740740746022</c:v>
                </c:pt>
                <c:pt idx="5394">
                  <c:v>0.83256172839511455</c:v>
                </c:pt>
                <c:pt idx="5395">
                  <c:v>0.83271604938276744</c:v>
                </c:pt>
                <c:pt idx="5396">
                  <c:v>0.83287037037042466</c:v>
                </c:pt>
                <c:pt idx="5397">
                  <c:v>0.83302469135808044</c:v>
                </c:pt>
                <c:pt idx="5398">
                  <c:v>0.83317901234573477</c:v>
                </c:pt>
                <c:pt idx="5399">
                  <c:v>0.83333333333338766</c:v>
                </c:pt>
                <c:pt idx="5400">
                  <c:v>0.83348765432104055</c:v>
                </c:pt>
                <c:pt idx="5401">
                  <c:v>0.83364197530869777</c:v>
                </c:pt>
                <c:pt idx="5402">
                  <c:v>0.83379629629635066</c:v>
                </c:pt>
                <c:pt idx="5403">
                  <c:v>0.83395061728400643</c:v>
                </c:pt>
                <c:pt idx="5404">
                  <c:v>0.83410493827165788</c:v>
                </c:pt>
                <c:pt idx="5405">
                  <c:v>0.83425925925931366</c:v>
                </c:pt>
                <c:pt idx="5406">
                  <c:v>0.83441358024696366</c:v>
                </c:pt>
                <c:pt idx="5407">
                  <c:v>0.83456790123461944</c:v>
                </c:pt>
                <c:pt idx="5408">
                  <c:v>0.83472222222227666</c:v>
                </c:pt>
                <c:pt idx="5409">
                  <c:v>0.83487654320992954</c:v>
                </c:pt>
                <c:pt idx="5410">
                  <c:v>0.83503086419758465</c:v>
                </c:pt>
                <c:pt idx="5411">
                  <c:v>0.83518518518523677</c:v>
                </c:pt>
                <c:pt idx="5412">
                  <c:v>0.83533950617289265</c:v>
                </c:pt>
                <c:pt idx="5413">
                  <c:v>0.83549382716054765</c:v>
                </c:pt>
                <c:pt idx="5414">
                  <c:v>0.83564814814820165</c:v>
                </c:pt>
                <c:pt idx="5415">
                  <c:v>0.83580246913585554</c:v>
                </c:pt>
                <c:pt idx="5416">
                  <c:v>0.83595679012351065</c:v>
                </c:pt>
                <c:pt idx="5417">
                  <c:v>0.83611111111116421</c:v>
                </c:pt>
                <c:pt idx="5418">
                  <c:v>0.8362654320988212</c:v>
                </c:pt>
                <c:pt idx="5419">
                  <c:v>0.83641975308647365</c:v>
                </c:pt>
                <c:pt idx="5420">
                  <c:v>0.83657407407412765</c:v>
                </c:pt>
                <c:pt idx="5421">
                  <c:v>0.83672839506178165</c:v>
                </c:pt>
                <c:pt idx="5422">
                  <c:v>0.83688271604943665</c:v>
                </c:pt>
                <c:pt idx="5423">
                  <c:v>0.83703703703709065</c:v>
                </c:pt>
                <c:pt idx="5424">
                  <c:v>0.83719135802474465</c:v>
                </c:pt>
                <c:pt idx="5425">
                  <c:v>0.83734567901239965</c:v>
                </c:pt>
                <c:pt idx="5426">
                  <c:v>0.8375000000000532</c:v>
                </c:pt>
                <c:pt idx="5427">
                  <c:v>0.83765432098770753</c:v>
                </c:pt>
                <c:pt idx="5428">
                  <c:v>0.83780864197536187</c:v>
                </c:pt>
                <c:pt idx="5429">
                  <c:v>0.8379629629630162</c:v>
                </c:pt>
                <c:pt idx="5430">
                  <c:v>0.83811728395067053</c:v>
                </c:pt>
                <c:pt idx="5431">
                  <c:v>0.83827160493832564</c:v>
                </c:pt>
                <c:pt idx="5432">
                  <c:v>0.8384259259259792</c:v>
                </c:pt>
                <c:pt idx="5433">
                  <c:v>0.83858024691363353</c:v>
                </c:pt>
                <c:pt idx="5434">
                  <c:v>0.83873456790128786</c:v>
                </c:pt>
                <c:pt idx="5435">
                  <c:v>0.8388888888889422</c:v>
                </c:pt>
                <c:pt idx="5436">
                  <c:v>0.83904320987659664</c:v>
                </c:pt>
                <c:pt idx="5437">
                  <c:v>0.83919753086425086</c:v>
                </c:pt>
                <c:pt idx="5438">
                  <c:v>0.8393518518519052</c:v>
                </c:pt>
                <c:pt idx="5439">
                  <c:v>0.83950617283955953</c:v>
                </c:pt>
                <c:pt idx="5440">
                  <c:v>0.83966049382721386</c:v>
                </c:pt>
                <c:pt idx="5441">
                  <c:v>0.83981481481486864</c:v>
                </c:pt>
                <c:pt idx="5442">
                  <c:v>0.83996913580252253</c:v>
                </c:pt>
                <c:pt idx="5443">
                  <c:v>0.84012345679017952</c:v>
                </c:pt>
                <c:pt idx="5444">
                  <c:v>0.84027777777783119</c:v>
                </c:pt>
                <c:pt idx="5445">
                  <c:v>0.84043209876548552</c:v>
                </c:pt>
                <c:pt idx="5446">
                  <c:v>0.84058641975313986</c:v>
                </c:pt>
                <c:pt idx="5447">
                  <c:v>0.84074074074079463</c:v>
                </c:pt>
                <c:pt idx="5448">
                  <c:v>0.84089506172844863</c:v>
                </c:pt>
                <c:pt idx="5449">
                  <c:v>0.84104938271610363</c:v>
                </c:pt>
                <c:pt idx="5450">
                  <c:v>0.84120370370375719</c:v>
                </c:pt>
                <c:pt idx="5451">
                  <c:v>0.84135802469141163</c:v>
                </c:pt>
                <c:pt idx="5452">
                  <c:v>0.84151234567906397</c:v>
                </c:pt>
                <c:pt idx="5453">
                  <c:v>0.84166666666672063</c:v>
                </c:pt>
                <c:pt idx="5454">
                  <c:v>0.84182098765437674</c:v>
                </c:pt>
                <c:pt idx="5455">
                  <c:v>0.84197530864202885</c:v>
                </c:pt>
                <c:pt idx="5456">
                  <c:v>0.84212962962968541</c:v>
                </c:pt>
                <c:pt idx="5457">
                  <c:v>0.84228395061733752</c:v>
                </c:pt>
                <c:pt idx="5458">
                  <c:v>0.84243827160499185</c:v>
                </c:pt>
                <c:pt idx="5459">
                  <c:v>0.84259259259264618</c:v>
                </c:pt>
                <c:pt idx="5460">
                  <c:v>0.84274691358030274</c:v>
                </c:pt>
                <c:pt idx="5461">
                  <c:v>0.84290123456795485</c:v>
                </c:pt>
                <c:pt idx="5462">
                  <c:v>0.84305555555560963</c:v>
                </c:pt>
                <c:pt idx="5463">
                  <c:v>0.84320987654326574</c:v>
                </c:pt>
                <c:pt idx="5464">
                  <c:v>0.84336419753091751</c:v>
                </c:pt>
                <c:pt idx="5465">
                  <c:v>0.8435185185185744</c:v>
                </c:pt>
                <c:pt idx="5466">
                  <c:v>0.84367283950622662</c:v>
                </c:pt>
                <c:pt idx="5467">
                  <c:v>0.84382716049388296</c:v>
                </c:pt>
                <c:pt idx="5468">
                  <c:v>0.84398148148153562</c:v>
                </c:pt>
                <c:pt idx="5469">
                  <c:v>0.84413580246919317</c:v>
                </c:pt>
                <c:pt idx="5470">
                  <c:v>0.84429012345684384</c:v>
                </c:pt>
                <c:pt idx="5471">
                  <c:v>0.84444444444450029</c:v>
                </c:pt>
                <c:pt idx="5472">
                  <c:v>0.84459876543215251</c:v>
                </c:pt>
                <c:pt idx="5473">
                  <c:v>0.84475308641980895</c:v>
                </c:pt>
                <c:pt idx="5474">
                  <c:v>0.84490740740746162</c:v>
                </c:pt>
                <c:pt idx="5475">
                  <c:v>0.84506172839511562</c:v>
                </c:pt>
                <c:pt idx="5476">
                  <c:v>0.84521604938276795</c:v>
                </c:pt>
                <c:pt idx="5477">
                  <c:v>0.84537037037042462</c:v>
                </c:pt>
                <c:pt idx="5478">
                  <c:v>0.84552469135808073</c:v>
                </c:pt>
                <c:pt idx="5479">
                  <c:v>0.8456790123457365</c:v>
                </c:pt>
                <c:pt idx="5480">
                  <c:v>0.84583333333338928</c:v>
                </c:pt>
                <c:pt idx="5481">
                  <c:v>0.84598765432104162</c:v>
                </c:pt>
                <c:pt idx="5482">
                  <c:v>0.84614197530869795</c:v>
                </c:pt>
                <c:pt idx="5483">
                  <c:v>0.84629629629635061</c:v>
                </c:pt>
                <c:pt idx="5484">
                  <c:v>0.84645061728400672</c:v>
                </c:pt>
                <c:pt idx="5485">
                  <c:v>0.84660493827165884</c:v>
                </c:pt>
                <c:pt idx="5486">
                  <c:v>0.84675925925931528</c:v>
                </c:pt>
                <c:pt idx="5487">
                  <c:v>0.84691358024696572</c:v>
                </c:pt>
                <c:pt idx="5488">
                  <c:v>0.8470679012346215</c:v>
                </c:pt>
                <c:pt idx="5489">
                  <c:v>0.84722222222227661</c:v>
                </c:pt>
                <c:pt idx="5490">
                  <c:v>0.8473765432099305</c:v>
                </c:pt>
                <c:pt idx="5491">
                  <c:v>0.84753086419758483</c:v>
                </c:pt>
                <c:pt idx="5492">
                  <c:v>0.84768518518523917</c:v>
                </c:pt>
                <c:pt idx="5493">
                  <c:v>0.84783950617289539</c:v>
                </c:pt>
                <c:pt idx="5494">
                  <c:v>0.84799382716054972</c:v>
                </c:pt>
                <c:pt idx="5495">
                  <c:v>0.84814814814820261</c:v>
                </c:pt>
                <c:pt idx="5496">
                  <c:v>0.8483024691358565</c:v>
                </c:pt>
                <c:pt idx="5497">
                  <c:v>0.84845679012351083</c:v>
                </c:pt>
                <c:pt idx="5498">
                  <c:v>0.84861111111116561</c:v>
                </c:pt>
                <c:pt idx="5499">
                  <c:v>0.84876543209882283</c:v>
                </c:pt>
                <c:pt idx="5500">
                  <c:v>0.84891975308647571</c:v>
                </c:pt>
                <c:pt idx="5501">
                  <c:v>0.84907407407413005</c:v>
                </c:pt>
                <c:pt idx="5502">
                  <c:v>0.8492283950617826</c:v>
                </c:pt>
                <c:pt idx="5503">
                  <c:v>0.84938271604943683</c:v>
                </c:pt>
                <c:pt idx="5504">
                  <c:v>0.8495370370370916</c:v>
                </c:pt>
                <c:pt idx="5505">
                  <c:v>0.84969135802474738</c:v>
                </c:pt>
                <c:pt idx="5506">
                  <c:v>0.84984567901240171</c:v>
                </c:pt>
                <c:pt idx="5507">
                  <c:v>0.8500000000000546</c:v>
                </c:pt>
                <c:pt idx="5508">
                  <c:v>0.85015432098770849</c:v>
                </c:pt>
                <c:pt idx="5509">
                  <c:v>0.85030864197536249</c:v>
                </c:pt>
                <c:pt idx="5510">
                  <c:v>0.85046296296301716</c:v>
                </c:pt>
                <c:pt idx="5511">
                  <c:v>0.8506172839506716</c:v>
                </c:pt>
                <c:pt idx="5512">
                  <c:v>0.85077160493832771</c:v>
                </c:pt>
                <c:pt idx="5513">
                  <c:v>0.85092592592598015</c:v>
                </c:pt>
                <c:pt idx="5514">
                  <c:v>0.8510802469136346</c:v>
                </c:pt>
                <c:pt idx="5515">
                  <c:v>0.85123456790128849</c:v>
                </c:pt>
                <c:pt idx="5516">
                  <c:v>0.85138888888894249</c:v>
                </c:pt>
                <c:pt idx="5517">
                  <c:v>0.8515432098765976</c:v>
                </c:pt>
                <c:pt idx="5518">
                  <c:v>0.85169753086425182</c:v>
                </c:pt>
                <c:pt idx="5519">
                  <c:v>0.85185185185190615</c:v>
                </c:pt>
                <c:pt idx="5520">
                  <c:v>0.8520061728395607</c:v>
                </c:pt>
                <c:pt idx="5521">
                  <c:v>0.85216049382721459</c:v>
                </c:pt>
                <c:pt idx="5522">
                  <c:v>0.85231481481486915</c:v>
                </c:pt>
                <c:pt idx="5523">
                  <c:v>0.85246913580252348</c:v>
                </c:pt>
                <c:pt idx="5524">
                  <c:v>0.85262345679018114</c:v>
                </c:pt>
                <c:pt idx="5525">
                  <c:v>0.85277777777783215</c:v>
                </c:pt>
                <c:pt idx="5526">
                  <c:v>0.8529320987654867</c:v>
                </c:pt>
                <c:pt idx="5527">
                  <c:v>0.85308641975314081</c:v>
                </c:pt>
                <c:pt idx="5528">
                  <c:v>0.85324074074079514</c:v>
                </c:pt>
                <c:pt idx="5529">
                  <c:v>0.8533950617284497</c:v>
                </c:pt>
                <c:pt idx="5530">
                  <c:v>0.85354938271610381</c:v>
                </c:pt>
                <c:pt idx="5531">
                  <c:v>0.85370370370375814</c:v>
                </c:pt>
                <c:pt idx="5532">
                  <c:v>0.85385802469141425</c:v>
                </c:pt>
                <c:pt idx="5533">
                  <c:v>0.85401234567906659</c:v>
                </c:pt>
                <c:pt idx="5534">
                  <c:v>0.85416666666672114</c:v>
                </c:pt>
                <c:pt idx="5535">
                  <c:v>0.85432098765437725</c:v>
                </c:pt>
                <c:pt idx="5536">
                  <c:v>0.85447530864202981</c:v>
                </c:pt>
                <c:pt idx="5537">
                  <c:v>0.85462962962968736</c:v>
                </c:pt>
                <c:pt idx="5538">
                  <c:v>0.85478395061733869</c:v>
                </c:pt>
                <c:pt idx="5539">
                  <c:v>0.85493827160499458</c:v>
                </c:pt>
                <c:pt idx="5540">
                  <c:v>0.85509259259264714</c:v>
                </c:pt>
                <c:pt idx="5541">
                  <c:v>0.85524691358030325</c:v>
                </c:pt>
                <c:pt idx="5542">
                  <c:v>0.8554012345679558</c:v>
                </c:pt>
                <c:pt idx="5543">
                  <c:v>0.85555555555561014</c:v>
                </c:pt>
                <c:pt idx="5544">
                  <c:v>0.8557098765432678</c:v>
                </c:pt>
                <c:pt idx="5545">
                  <c:v>0.8558641975309188</c:v>
                </c:pt>
                <c:pt idx="5546">
                  <c:v>0.85601851851857635</c:v>
                </c:pt>
                <c:pt idx="5547">
                  <c:v>0.85617283950622769</c:v>
                </c:pt>
                <c:pt idx="5548">
                  <c:v>0.85632716049388347</c:v>
                </c:pt>
                <c:pt idx="5549">
                  <c:v>0.85648148148153613</c:v>
                </c:pt>
                <c:pt idx="5550">
                  <c:v>0.85663580246919502</c:v>
                </c:pt>
                <c:pt idx="5551">
                  <c:v>0.85679012345684635</c:v>
                </c:pt>
                <c:pt idx="5552">
                  <c:v>0.85694444444450235</c:v>
                </c:pt>
                <c:pt idx="5553">
                  <c:v>0.85709876543215369</c:v>
                </c:pt>
                <c:pt idx="5554">
                  <c:v>0.85725308641980935</c:v>
                </c:pt>
                <c:pt idx="5555">
                  <c:v>0.85740740740746213</c:v>
                </c:pt>
                <c:pt idx="5556">
                  <c:v>0.85756172839511668</c:v>
                </c:pt>
                <c:pt idx="5557">
                  <c:v>0.8577160493827708</c:v>
                </c:pt>
                <c:pt idx="5558">
                  <c:v>0.85787037037042679</c:v>
                </c:pt>
                <c:pt idx="5559">
                  <c:v>0.85802469135808279</c:v>
                </c:pt>
                <c:pt idx="5560">
                  <c:v>0.85817901234573701</c:v>
                </c:pt>
                <c:pt idx="5561">
                  <c:v>0.85833333333338979</c:v>
                </c:pt>
                <c:pt idx="5562">
                  <c:v>0.85848765432104268</c:v>
                </c:pt>
                <c:pt idx="5563">
                  <c:v>0.85864197530870001</c:v>
                </c:pt>
                <c:pt idx="5564">
                  <c:v>0.85879629629635279</c:v>
                </c:pt>
                <c:pt idx="5565">
                  <c:v>0.85895061728400879</c:v>
                </c:pt>
                <c:pt idx="5566">
                  <c:v>0.85910493827165979</c:v>
                </c:pt>
                <c:pt idx="5567">
                  <c:v>0.85925925925931579</c:v>
                </c:pt>
                <c:pt idx="5568">
                  <c:v>0.8594135802469659</c:v>
                </c:pt>
                <c:pt idx="5569">
                  <c:v>0.85956790123462257</c:v>
                </c:pt>
                <c:pt idx="5570">
                  <c:v>0.85972222222227879</c:v>
                </c:pt>
                <c:pt idx="5571">
                  <c:v>0.85987654320993145</c:v>
                </c:pt>
                <c:pt idx="5572">
                  <c:v>0.86003086419758734</c:v>
                </c:pt>
                <c:pt idx="5573">
                  <c:v>0.86018518518523956</c:v>
                </c:pt>
                <c:pt idx="5574">
                  <c:v>0.86033950617289612</c:v>
                </c:pt>
                <c:pt idx="5575">
                  <c:v>0.86049382716055034</c:v>
                </c:pt>
                <c:pt idx="5576">
                  <c:v>0.86064814814820478</c:v>
                </c:pt>
                <c:pt idx="5577">
                  <c:v>0.86080246913585745</c:v>
                </c:pt>
                <c:pt idx="5578">
                  <c:v>0.86095679012351334</c:v>
                </c:pt>
                <c:pt idx="5579">
                  <c:v>0.86111111111116612</c:v>
                </c:pt>
                <c:pt idx="5580">
                  <c:v>0.86126543209882356</c:v>
                </c:pt>
                <c:pt idx="5581">
                  <c:v>0.86141975308647634</c:v>
                </c:pt>
                <c:pt idx="5582">
                  <c:v>0.86157407407413078</c:v>
                </c:pt>
                <c:pt idx="5583">
                  <c:v>0.86172839506178511</c:v>
                </c:pt>
                <c:pt idx="5584">
                  <c:v>0.86188271604943933</c:v>
                </c:pt>
                <c:pt idx="5585">
                  <c:v>0.86203703703709378</c:v>
                </c:pt>
                <c:pt idx="5586">
                  <c:v>0.86219135802474811</c:v>
                </c:pt>
                <c:pt idx="5587">
                  <c:v>0.86234567901240233</c:v>
                </c:pt>
                <c:pt idx="5588">
                  <c:v>0.86250000000005511</c:v>
                </c:pt>
                <c:pt idx="5589">
                  <c:v>0.86265432098770944</c:v>
                </c:pt>
                <c:pt idx="5590">
                  <c:v>0.86280864197536378</c:v>
                </c:pt>
                <c:pt idx="5591">
                  <c:v>0.86296296296301811</c:v>
                </c:pt>
                <c:pt idx="5592">
                  <c:v>0.86311728395067244</c:v>
                </c:pt>
                <c:pt idx="5593">
                  <c:v>0.86327160493832822</c:v>
                </c:pt>
                <c:pt idx="5594">
                  <c:v>0.86342592592598111</c:v>
                </c:pt>
                <c:pt idx="5595">
                  <c:v>0.86358024691363544</c:v>
                </c:pt>
                <c:pt idx="5596">
                  <c:v>0.86373456790128977</c:v>
                </c:pt>
                <c:pt idx="5597">
                  <c:v>0.86388888888894411</c:v>
                </c:pt>
                <c:pt idx="5598">
                  <c:v>0.86404320987659988</c:v>
                </c:pt>
                <c:pt idx="5599">
                  <c:v>0.86419753086425277</c:v>
                </c:pt>
                <c:pt idx="5600">
                  <c:v>0.8643518518519071</c:v>
                </c:pt>
                <c:pt idx="5601">
                  <c:v>0.86450617283956144</c:v>
                </c:pt>
                <c:pt idx="5602">
                  <c:v>0.86466049382721577</c:v>
                </c:pt>
                <c:pt idx="5603">
                  <c:v>0.86481481481487299</c:v>
                </c:pt>
                <c:pt idx="5604">
                  <c:v>0.86496913580252444</c:v>
                </c:pt>
                <c:pt idx="5605">
                  <c:v>0.86512345679018166</c:v>
                </c:pt>
                <c:pt idx="5606">
                  <c:v>0.8652777777778331</c:v>
                </c:pt>
                <c:pt idx="5607">
                  <c:v>0.86543209876548743</c:v>
                </c:pt>
                <c:pt idx="5608">
                  <c:v>0.86558641975314177</c:v>
                </c:pt>
                <c:pt idx="5609">
                  <c:v>0.86574074074079665</c:v>
                </c:pt>
                <c:pt idx="5610">
                  <c:v>0.86589506172845065</c:v>
                </c:pt>
                <c:pt idx="5611">
                  <c:v>0.86604938271610565</c:v>
                </c:pt>
                <c:pt idx="5612">
                  <c:v>0.8662037037037591</c:v>
                </c:pt>
                <c:pt idx="5613">
                  <c:v>0.86635802469141365</c:v>
                </c:pt>
                <c:pt idx="5614">
                  <c:v>0.8665123456790661</c:v>
                </c:pt>
                <c:pt idx="5615">
                  <c:v>0.86666666666672265</c:v>
                </c:pt>
                <c:pt idx="5616">
                  <c:v>0.86682098765437898</c:v>
                </c:pt>
                <c:pt idx="5617">
                  <c:v>0.86697530864203165</c:v>
                </c:pt>
                <c:pt idx="5618">
                  <c:v>0.86712962962968776</c:v>
                </c:pt>
                <c:pt idx="5619">
                  <c:v>0.86728395061733943</c:v>
                </c:pt>
                <c:pt idx="5620">
                  <c:v>0.86743827160499465</c:v>
                </c:pt>
                <c:pt idx="5621">
                  <c:v>0.86759259259264809</c:v>
                </c:pt>
                <c:pt idx="5622">
                  <c:v>0.86774691358030498</c:v>
                </c:pt>
                <c:pt idx="5623">
                  <c:v>0.86790123456795765</c:v>
                </c:pt>
                <c:pt idx="5624">
                  <c:v>0.86805555555561165</c:v>
                </c:pt>
                <c:pt idx="5625">
                  <c:v>0.86820987654326798</c:v>
                </c:pt>
                <c:pt idx="5626">
                  <c:v>0.86836419753091976</c:v>
                </c:pt>
                <c:pt idx="5627">
                  <c:v>0.86851851851857675</c:v>
                </c:pt>
                <c:pt idx="5628">
                  <c:v>0.86867283950622864</c:v>
                </c:pt>
                <c:pt idx="5629">
                  <c:v>0.86882716049388531</c:v>
                </c:pt>
                <c:pt idx="5630">
                  <c:v>0.86898148148153764</c:v>
                </c:pt>
                <c:pt idx="5631">
                  <c:v>0.86913580246919553</c:v>
                </c:pt>
                <c:pt idx="5632">
                  <c:v>0.86929012345684575</c:v>
                </c:pt>
                <c:pt idx="5633">
                  <c:v>0.86944444444450275</c:v>
                </c:pt>
                <c:pt idx="5634">
                  <c:v>0.86959876543215442</c:v>
                </c:pt>
                <c:pt idx="5635">
                  <c:v>0.86975308641981131</c:v>
                </c:pt>
                <c:pt idx="5636">
                  <c:v>0.86990740740746364</c:v>
                </c:pt>
                <c:pt idx="5637">
                  <c:v>0.87006172839511764</c:v>
                </c:pt>
                <c:pt idx="5638">
                  <c:v>0.87021604938277153</c:v>
                </c:pt>
                <c:pt idx="5639">
                  <c:v>0.87037037037042664</c:v>
                </c:pt>
                <c:pt idx="5640">
                  <c:v>0.87052469135808286</c:v>
                </c:pt>
                <c:pt idx="5641">
                  <c:v>0.87067901234573886</c:v>
                </c:pt>
                <c:pt idx="5642">
                  <c:v>0.87083333333339175</c:v>
                </c:pt>
                <c:pt idx="5643">
                  <c:v>0.87098765432104364</c:v>
                </c:pt>
                <c:pt idx="5644">
                  <c:v>0.8711419753087003</c:v>
                </c:pt>
                <c:pt idx="5645">
                  <c:v>0.87129629629635263</c:v>
                </c:pt>
                <c:pt idx="5646">
                  <c:v>0.87145061728400885</c:v>
                </c:pt>
                <c:pt idx="5647">
                  <c:v>0.87160493827166075</c:v>
                </c:pt>
                <c:pt idx="5648">
                  <c:v>0.87175925925931763</c:v>
                </c:pt>
                <c:pt idx="5649">
                  <c:v>0.87191358024696786</c:v>
                </c:pt>
                <c:pt idx="5650">
                  <c:v>0.87206790123462352</c:v>
                </c:pt>
                <c:pt idx="5651">
                  <c:v>0.87222222222227863</c:v>
                </c:pt>
                <c:pt idx="5652">
                  <c:v>0.87237654320993241</c:v>
                </c:pt>
                <c:pt idx="5653">
                  <c:v>0.87253086419758674</c:v>
                </c:pt>
                <c:pt idx="5654">
                  <c:v>0.87268518518524107</c:v>
                </c:pt>
                <c:pt idx="5655">
                  <c:v>0.87283950617289763</c:v>
                </c:pt>
                <c:pt idx="5656">
                  <c:v>0.87299382716055185</c:v>
                </c:pt>
                <c:pt idx="5657">
                  <c:v>0.87314814814820463</c:v>
                </c:pt>
                <c:pt idx="5658">
                  <c:v>0.87330246913585841</c:v>
                </c:pt>
                <c:pt idx="5659">
                  <c:v>0.87345679012351274</c:v>
                </c:pt>
                <c:pt idx="5660">
                  <c:v>0.87361111111116763</c:v>
                </c:pt>
                <c:pt idx="5661">
                  <c:v>0.87376543209882507</c:v>
                </c:pt>
                <c:pt idx="5662">
                  <c:v>0.87391975308647785</c:v>
                </c:pt>
                <c:pt idx="5663">
                  <c:v>0.8740740740741324</c:v>
                </c:pt>
                <c:pt idx="5664">
                  <c:v>0.87422839506178462</c:v>
                </c:pt>
                <c:pt idx="5665">
                  <c:v>0.87438271604943874</c:v>
                </c:pt>
                <c:pt idx="5666">
                  <c:v>0.87453703703709362</c:v>
                </c:pt>
                <c:pt idx="5667">
                  <c:v>0.87469135802474962</c:v>
                </c:pt>
                <c:pt idx="5668">
                  <c:v>0.87484567901240384</c:v>
                </c:pt>
                <c:pt idx="5669">
                  <c:v>0.87500000000005662</c:v>
                </c:pt>
                <c:pt idx="5670">
                  <c:v>0.8751543209877104</c:v>
                </c:pt>
                <c:pt idx="5671">
                  <c:v>0.87530864197536451</c:v>
                </c:pt>
                <c:pt idx="5672">
                  <c:v>0.87546296296301906</c:v>
                </c:pt>
                <c:pt idx="5673">
                  <c:v>0.87561728395067362</c:v>
                </c:pt>
                <c:pt idx="5674">
                  <c:v>0.87577160493832984</c:v>
                </c:pt>
                <c:pt idx="5675">
                  <c:v>0.87592592592598262</c:v>
                </c:pt>
                <c:pt idx="5676">
                  <c:v>0.87608024691363662</c:v>
                </c:pt>
                <c:pt idx="5677">
                  <c:v>0.87623456790129051</c:v>
                </c:pt>
                <c:pt idx="5678">
                  <c:v>0.87638888888894506</c:v>
                </c:pt>
                <c:pt idx="5679">
                  <c:v>0.87654320987659962</c:v>
                </c:pt>
                <c:pt idx="5680">
                  <c:v>0.87669753086425373</c:v>
                </c:pt>
                <c:pt idx="5681">
                  <c:v>0.87685185185190861</c:v>
                </c:pt>
                <c:pt idx="5682">
                  <c:v>0.87700617283956261</c:v>
                </c:pt>
                <c:pt idx="5683">
                  <c:v>0.8771604938272165</c:v>
                </c:pt>
                <c:pt idx="5684">
                  <c:v>0.87731481481487328</c:v>
                </c:pt>
                <c:pt idx="5685">
                  <c:v>0.87746913580252539</c:v>
                </c:pt>
                <c:pt idx="5686">
                  <c:v>0.87762345679018328</c:v>
                </c:pt>
                <c:pt idx="5687">
                  <c:v>0.87777777777783461</c:v>
                </c:pt>
                <c:pt idx="5688">
                  <c:v>0.87793209876548861</c:v>
                </c:pt>
                <c:pt idx="5689">
                  <c:v>0.87808641975314272</c:v>
                </c:pt>
                <c:pt idx="5690">
                  <c:v>0.87824074074079705</c:v>
                </c:pt>
                <c:pt idx="5691">
                  <c:v>0.87839506172845161</c:v>
                </c:pt>
                <c:pt idx="5692">
                  <c:v>0.87854938271610572</c:v>
                </c:pt>
                <c:pt idx="5693">
                  <c:v>0.87870370370376005</c:v>
                </c:pt>
                <c:pt idx="5694">
                  <c:v>0.87885802469141616</c:v>
                </c:pt>
                <c:pt idx="5695">
                  <c:v>0.8790123456790685</c:v>
                </c:pt>
                <c:pt idx="5696">
                  <c:v>0.87916666666672305</c:v>
                </c:pt>
                <c:pt idx="5697">
                  <c:v>0.87932098765437916</c:v>
                </c:pt>
                <c:pt idx="5698">
                  <c:v>0.87947530864203172</c:v>
                </c:pt>
                <c:pt idx="5699">
                  <c:v>0.87962962962968927</c:v>
                </c:pt>
                <c:pt idx="5700">
                  <c:v>0.8797839506173406</c:v>
                </c:pt>
                <c:pt idx="5701">
                  <c:v>0.8799382716049966</c:v>
                </c:pt>
                <c:pt idx="5702">
                  <c:v>0.88009259259264849</c:v>
                </c:pt>
                <c:pt idx="5703">
                  <c:v>0.8802469135803036</c:v>
                </c:pt>
                <c:pt idx="5704">
                  <c:v>0.88040123456795749</c:v>
                </c:pt>
                <c:pt idx="5705">
                  <c:v>0.88055555555561149</c:v>
                </c:pt>
                <c:pt idx="5706">
                  <c:v>0.88070987654326816</c:v>
                </c:pt>
                <c:pt idx="5707">
                  <c:v>0.88086419753092049</c:v>
                </c:pt>
                <c:pt idx="5708">
                  <c:v>0.88101851851857693</c:v>
                </c:pt>
                <c:pt idx="5709">
                  <c:v>0.88117283950622938</c:v>
                </c:pt>
                <c:pt idx="5710">
                  <c:v>0.88132716049388371</c:v>
                </c:pt>
                <c:pt idx="5711">
                  <c:v>0.88148148148153749</c:v>
                </c:pt>
                <c:pt idx="5712">
                  <c:v>0.88163580246919571</c:v>
                </c:pt>
                <c:pt idx="5713">
                  <c:v>0.88179012345684671</c:v>
                </c:pt>
                <c:pt idx="5714">
                  <c:v>0.88194444444450293</c:v>
                </c:pt>
                <c:pt idx="5715">
                  <c:v>0.88209876543215537</c:v>
                </c:pt>
                <c:pt idx="5716">
                  <c:v>0.88225308641980971</c:v>
                </c:pt>
                <c:pt idx="5717">
                  <c:v>0.88240740740746348</c:v>
                </c:pt>
                <c:pt idx="5718">
                  <c:v>0.88256172839511837</c:v>
                </c:pt>
                <c:pt idx="5719">
                  <c:v>0.88271604938277259</c:v>
                </c:pt>
                <c:pt idx="5720">
                  <c:v>0.88287037037042704</c:v>
                </c:pt>
                <c:pt idx="5721">
                  <c:v>0.88302469135808326</c:v>
                </c:pt>
                <c:pt idx="5722">
                  <c:v>0.88317901234573748</c:v>
                </c:pt>
                <c:pt idx="5723">
                  <c:v>0.88333333333339004</c:v>
                </c:pt>
                <c:pt idx="5724">
                  <c:v>0.88348765432104437</c:v>
                </c:pt>
                <c:pt idx="5725">
                  <c:v>0.88364197530870048</c:v>
                </c:pt>
                <c:pt idx="5726">
                  <c:v>0.88379629629635303</c:v>
                </c:pt>
                <c:pt idx="5727">
                  <c:v>0.88395061728400925</c:v>
                </c:pt>
                <c:pt idx="5728">
                  <c:v>0.88410493827166159</c:v>
                </c:pt>
                <c:pt idx="5729">
                  <c:v>0.88425925925931603</c:v>
                </c:pt>
                <c:pt idx="5730">
                  <c:v>0.88441358024696703</c:v>
                </c:pt>
                <c:pt idx="5731">
                  <c:v>0.88456790123462248</c:v>
                </c:pt>
                <c:pt idx="5732">
                  <c:v>0.88472222222227903</c:v>
                </c:pt>
                <c:pt idx="5733">
                  <c:v>0.88487654320993336</c:v>
                </c:pt>
                <c:pt idx="5734">
                  <c:v>0.8850308641975877</c:v>
                </c:pt>
                <c:pt idx="5735">
                  <c:v>0.88518518518523981</c:v>
                </c:pt>
                <c:pt idx="5736">
                  <c:v>0.8853395061728967</c:v>
                </c:pt>
                <c:pt idx="5737">
                  <c:v>0.88549382716055069</c:v>
                </c:pt>
                <c:pt idx="5738">
                  <c:v>0.88564814814820503</c:v>
                </c:pt>
                <c:pt idx="5739">
                  <c:v>0.88580246913585936</c:v>
                </c:pt>
                <c:pt idx="5740">
                  <c:v>0.88595679012351369</c:v>
                </c:pt>
                <c:pt idx="5741">
                  <c:v>0.88611111111116758</c:v>
                </c:pt>
                <c:pt idx="5742">
                  <c:v>0.88626543209882425</c:v>
                </c:pt>
                <c:pt idx="5743">
                  <c:v>0.88641975308647669</c:v>
                </c:pt>
                <c:pt idx="5744">
                  <c:v>0.88657407407413102</c:v>
                </c:pt>
                <c:pt idx="5745">
                  <c:v>0.88672839506178569</c:v>
                </c:pt>
                <c:pt idx="5746">
                  <c:v>0.88688271604943969</c:v>
                </c:pt>
                <c:pt idx="5747">
                  <c:v>0.88703703703709402</c:v>
                </c:pt>
                <c:pt idx="5748">
                  <c:v>0.88719135802474869</c:v>
                </c:pt>
                <c:pt idx="5749">
                  <c:v>0.88734567901240269</c:v>
                </c:pt>
                <c:pt idx="5750">
                  <c:v>0.88750000000005658</c:v>
                </c:pt>
                <c:pt idx="5751">
                  <c:v>0.88765432098771058</c:v>
                </c:pt>
                <c:pt idx="5752">
                  <c:v>0.88780864197536558</c:v>
                </c:pt>
                <c:pt idx="5753">
                  <c:v>0.88796296296301958</c:v>
                </c:pt>
                <c:pt idx="5754">
                  <c:v>0.88811728395067357</c:v>
                </c:pt>
                <c:pt idx="5755">
                  <c:v>0.88827160493832868</c:v>
                </c:pt>
                <c:pt idx="5756">
                  <c:v>0.88842592592598257</c:v>
                </c:pt>
                <c:pt idx="5757">
                  <c:v>0.88858024691363657</c:v>
                </c:pt>
                <c:pt idx="5758">
                  <c:v>0.88873456790129157</c:v>
                </c:pt>
                <c:pt idx="5759">
                  <c:v>0.88888888888894557</c:v>
                </c:pt>
                <c:pt idx="5760">
                  <c:v>0.8890432098765999</c:v>
                </c:pt>
                <c:pt idx="5761">
                  <c:v>0.88919753086425457</c:v>
                </c:pt>
                <c:pt idx="5762">
                  <c:v>0.88935185185190857</c:v>
                </c:pt>
                <c:pt idx="5763">
                  <c:v>0.88950617283956257</c:v>
                </c:pt>
                <c:pt idx="5764">
                  <c:v>0.88966049382721757</c:v>
                </c:pt>
                <c:pt idx="5765">
                  <c:v>0.88981481481487368</c:v>
                </c:pt>
                <c:pt idx="5766">
                  <c:v>0.88996913580252557</c:v>
                </c:pt>
                <c:pt idx="5767">
                  <c:v>0.89012345679018223</c:v>
                </c:pt>
                <c:pt idx="5768">
                  <c:v>0.89027777777783457</c:v>
                </c:pt>
                <c:pt idx="5769">
                  <c:v>0.89043209876548857</c:v>
                </c:pt>
                <c:pt idx="5770">
                  <c:v>0.89058641975314357</c:v>
                </c:pt>
                <c:pt idx="5771">
                  <c:v>0.89074074074079801</c:v>
                </c:pt>
                <c:pt idx="5772">
                  <c:v>0.89089506172845234</c:v>
                </c:pt>
                <c:pt idx="5773">
                  <c:v>0.89104938271610667</c:v>
                </c:pt>
                <c:pt idx="5774">
                  <c:v>0.89120370370376056</c:v>
                </c:pt>
                <c:pt idx="5775">
                  <c:v>0.89135802469141534</c:v>
                </c:pt>
                <c:pt idx="5776">
                  <c:v>0.89151234567906701</c:v>
                </c:pt>
                <c:pt idx="5777">
                  <c:v>0.89166666666672401</c:v>
                </c:pt>
                <c:pt idx="5778">
                  <c:v>0.89182098765438</c:v>
                </c:pt>
                <c:pt idx="5779">
                  <c:v>0.89197530864203267</c:v>
                </c:pt>
                <c:pt idx="5780">
                  <c:v>0.89212962962968856</c:v>
                </c:pt>
                <c:pt idx="5781">
                  <c:v>0.89228395061734056</c:v>
                </c:pt>
                <c:pt idx="5782">
                  <c:v>0.89243827160499567</c:v>
                </c:pt>
                <c:pt idx="5783">
                  <c:v>0.89259259259264956</c:v>
                </c:pt>
                <c:pt idx="5784">
                  <c:v>0.892746913580306</c:v>
                </c:pt>
                <c:pt idx="5785">
                  <c:v>0.89290123456795867</c:v>
                </c:pt>
                <c:pt idx="5786">
                  <c:v>0.893055555555613</c:v>
                </c:pt>
                <c:pt idx="5787">
                  <c:v>0.89320987654326889</c:v>
                </c:pt>
                <c:pt idx="5788">
                  <c:v>0.89336419753092156</c:v>
                </c:pt>
                <c:pt idx="5789">
                  <c:v>0.89351851851857744</c:v>
                </c:pt>
                <c:pt idx="5790">
                  <c:v>0.89367283950623033</c:v>
                </c:pt>
                <c:pt idx="5791">
                  <c:v>0.89382716049388611</c:v>
                </c:pt>
                <c:pt idx="5792">
                  <c:v>0.893981481481539</c:v>
                </c:pt>
                <c:pt idx="5793">
                  <c:v>0.89413580246919622</c:v>
                </c:pt>
                <c:pt idx="5794">
                  <c:v>0.89429012345684766</c:v>
                </c:pt>
                <c:pt idx="5795">
                  <c:v>0.89444444444450344</c:v>
                </c:pt>
                <c:pt idx="5796">
                  <c:v>0.89459876543215489</c:v>
                </c:pt>
                <c:pt idx="5797">
                  <c:v>0.8947530864198121</c:v>
                </c:pt>
                <c:pt idx="5798">
                  <c:v>0.89490740740746499</c:v>
                </c:pt>
                <c:pt idx="5799">
                  <c:v>0.89506172839511933</c:v>
                </c:pt>
                <c:pt idx="5800">
                  <c:v>0.89521604938277222</c:v>
                </c:pt>
                <c:pt idx="5801">
                  <c:v>0.89537037037042799</c:v>
                </c:pt>
                <c:pt idx="5802">
                  <c:v>0.89552469135808377</c:v>
                </c:pt>
                <c:pt idx="5803">
                  <c:v>0.89567901234573954</c:v>
                </c:pt>
                <c:pt idx="5804">
                  <c:v>0.89583333333339243</c:v>
                </c:pt>
                <c:pt idx="5805">
                  <c:v>0.89598765432104532</c:v>
                </c:pt>
                <c:pt idx="5806">
                  <c:v>0.8961419753087011</c:v>
                </c:pt>
                <c:pt idx="5807">
                  <c:v>0.89629629629635399</c:v>
                </c:pt>
                <c:pt idx="5808">
                  <c:v>0.89645061728400965</c:v>
                </c:pt>
                <c:pt idx="5809">
                  <c:v>0.89660493827166254</c:v>
                </c:pt>
                <c:pt idx="5810">
                  <c:v>0.89675925925931765</c:v>
                </c:pt>
                <c:pt idx="5811">
                  <c:v>0.89691358024696954</c:v>
                </c:pt>
                <c:pt idx="5812">
                  <c:v>0.89706790123462399</c:v>
                </c:pt>
                <c:pt idx="5813">
                  <c:v>0.89722222222227999</c:v>
                </c:pt>
                <c:pt idx="5814">
                  <c:v>0.89737654320993276</c:v>
                </c:pt>
                <c:pt idx="5815">
                  <c:v>0.89753086419758854</c:v>
                </c:pt>
                <c:pt idx="5816">
                  <c:v>0.89768518518524132</c:v>
                </c:pt>
                <c:pt idx="5817">
                  <c:v>0.89783950617289765</c:v>
                </c:pt>
                <c:pt idx="5818">
                  <c:v>0.89799382716055165</c:v>
                </c:pt>
                <c:pt idx="5819">
                  <c:v>0.89814814814820598</c:v>
                </c:pt>
                <c:pt idx="5820">
                  <c:v>0.89830246913585876</c:v>
                </c:pt>
                <c:pt idx="5821">
                  <c:v>0.89845679012351454</c:v>
                </c:pt>
                <c:pt idx="5822">
                  <c:v>0.89861111111116898</c:v>
                </c:pt>
                <c:pt idx="5823">
                  <c:v>0.89876543209882598</c:v>
                </c:pt>
                <c:pt idx="5824">
                  <c:v>0.89891975308647765</c:v>
                </c:pt>
                <c:pt idx="5825">
                  <c:v>0.89907407407413265</c:v>
                </c:pt>
                <c:pt idx="5826">
                  <c:v>0.89922839506178631</c:v>
                </c:pt>
                <c:pt idx="5827">
                  <c:v>0.89938271604944053</c:v>
                </c:pt>
                <c:pt idx="5828">
                  <c:v>0.89953703703709498</c:v>
                </c:pt>
                <c:pt idx="5829">
                  <c:v>0.89969135802474964</c:v>
                </c:pt>
                <c:pt idx="5830">
                  <c:v>0.89984567901240364</c:v>
                </c:pt>
                <c:pt idx="5831">
                  <c:v>0.90000000000005798</c:v>
                </c:pt>
                <c:pt idx="5832">
                  <c:v>0.90015432098771075</c:v>
                </c:pt>
                <c:pt idx="5833">
                  <c:v>0.90030864197536498</c:v>
                </c:pt>
                <c:pt idx="5834">
                  <c:v>0.90046296296301931</c:v>
                </c:pt>
                <c:pt idx="5835">
                  <c:v>0.90061728395067531</c:v>
                </c:pt>
                <c:pt idx="5836">
                  <c:v>0.90077160493832964</c:v>
                </c:pt>
                <c:pt idx="5837">
                  <c:v>0.90092592592598397</c:v>
                </c:pt>
                <c:pt idx="5838">
                  <c:v>0.90108024691363831</c:v>
                </c:pt>
                <c:pt idx="5839">
                  <c:v>0.90123456790129097</c:v>
                </c:pt>
                <c:pt idx="5840">
                  <c:v>0.90138888888894531</c:v>
                </c:pt>
                <c:pt idx="5841">
                  <c:v>0.90154320987659997</c:v>
                </c:pt>
                <c:pt idx="5842">
                  <c:v>0.90169753086425553</c:v>
                </c:pt>
                <c:pt idx="5843">
                  <c:v>0.90185185185190997</c:v>
                </c:pt>
                <c:pt idx="5844">
                  <c:v>0.9020061728395643</c:v>
                </c:pt>
                <c:pt idx="5845">
                  <c:v>0.90216049382721697</c:v>
                </c:pt>
                <c:pt idx="5846">
                  <c:v>0.90231481481487363</c:v>
                </c:pt>
                <c:pt idx="5847">
                  <c:v>0.90246913580252575</c:v>
                </c:pt>
                <c:pt idx="5848">
                  <c:v>0.90262345679018385</c:v>
                </c:pt>
                <c:pt idx="5849">
                  <c:v>0.90277777777783597</c:v>
                </c:pt>
                <c:pt idx="5850">
                  <c:v>0.9029320987654903</c:v>
                </c:pt>
                <c:pt idx="5851">
                  <c:v>0.90308641975314452</c:v>
                </c:pt>
                <c:pt idx="5852">
                  <c:v>0.90324074074079896</c:v>
                </c:pt>
                <c:pt idx="5853">
                  <c:v>0.9033950617284533</c:v>
                </c:pt>
                <c:pt idx="5854">
                  <c:v>0.90354938271610752</c:v>
                </c:pt>
                <c:pt idx="5855">
                  <c:v>0.90370370370376196</c:v>
                </c:pt>
                <c:pt idx="5856">
                  <c:v>0.90385802469141663</c:v>
                </c:pt>
                <c:pt idx="5857">
                  <c:v>0.90401234567907052</c:v>
                </c:pt>
                <c:pt idx="5858">
                  <c:v>0.90416666666672496</c:v>
                </c:pt>
                <c:pt idx="5859">
                  <c:v>0.90432098765437963</c:v>
                </c:pt>
                <c:pt idx="5860">
                  <c:v>0.90447530864203352</c:v>
                </c:pt>
                <c:pt idx="5861">
                  <c:v>0.90462962962969018</c:v>
                </c:pt>
                <c:pt idx="5862">
                  <c:v>0.90478395061734229</c:v>
                </c:pt>
                <c:pt idx="5863">
                  <c:v>0.90493827160499662</c:v>
                </c:pt>
                <c:pt idx="5864">
                  <c:v>0.90509259259265096</c:v>
                </c:pt>
                <c:pt idx="5865">
                  <c:v>0.90524691358030562</c:v>
                </c:pt>
                <c:pt idx="5866">
                  <c:v>0.90540123456795951</c:v>
                </c:pt>
                <c:pt idx="5867">
                  <c:v>0.90555555555561396</c:v>
                </c:pt>
                <c:pt idx="5868">
                  <c:v>0.90570987654327073</c:v>
                </c:pt>
                <c:pt idx="5869">
                  <c:v>0.90586419753092251</c:v>
                </c:pt>
                <c:pt idx="5870">
                  <c:v>0.90601851851857906</c:v>
                </c:pt>
                <c:pt idx="5871">
                  <c:v>0.90617283950623129</c:v>
                </c:pt>
                <c:pt idx="5872">
                  <c:v>0.90632716049388562</c:v>
                </c:pt>
                <c:pt idx="5873">
                  <c:v>0.90648148148153951</c:v>
                </c:pt>
                <c:pt idx="5874">
                  <c:v>0.90663580246919795</c:v>
                </c:pt>
                <c:pt idx="5875">
                  <c:v>0.90679012345684862</c:v>
                </c:pt>
                <c:pt idx="5876">
                  <c:v>0.90694444444450506</c:v>
                </c:pt>
                <c:pt idx="5877">
                  <c:v>0.90709876543215728</c:v>
                </c:pt>
                <c:pt idx="5878">
                  <c:v>0.90725308641981162</c:v>
                </c:pt>
                <c:pt idx="5879">
                  <c:v>0.9074074074074655</c:v>
                </c:pt>
                <c:pt idx="5880">
                  <c:v>0.90756172839512028</c:v>
                </c:pt>
                <c:pt idx="5881">
                  <c:v>0.9077160493827745</c:v>
                </c:pt>
                <c:pt idx="5882">
                  <c:v>0.90787037037042895</c:v>
                </c:pt>
                <c:pt idx="5883">
                  <c:v>0.9080246913580855</c:v>
                </c:pt>
                <c:pt idx="5884">
                  <c:v>0.90817901234573972</c:v>
                </c:pt>
                <c:pt idx="5885">
                  <c:v>0.90833333333339195</c:v>
                </c:pt>
                <c:pt idx="5886">
                  <c:v>0.90848765432104628</c:v>
                </c:pt>
                <c:pt idx="5887">
                  <c:v>0.90864197530870261</c:v>
                </c:pt>
                <c:pt idx="5888">
                  <c:v>0.90879629629635494</c:v>
                </c:pt>
                <c:pt idx="5889">
                  <c:v>0.90895061728401116</c:v>
                </c:pt>
                <c:pt idx="5890">
                  <c:v>0.9091049382716635</c:v>
                </c:pt>
                <c:pt idx="5891">
                  <c:v>0.90925925925931794</c:v>
                </c:pt>
                <c:pt idx="5892">
                  <c:v>0.90941358024697017</c:v>
                </c:pt>
                <c:pt idx="5893">
                  <c:v>0.90956790123462439</c:v>
                </c:pt>
                <c:pt idx="5894">
                  <c:v>0.90972222222228094</c:v>
                </c:pt>
                <c:pt idx="5895">
                  <c:v>0.90987654320993527</c:v>
                </c:pt>
                <c:pt idx="5896">
                  <c:v>0.91003086419758961</c:v>
                </c:pt>
                <c:pt idx="5897">
                  <c:v>0.91018518518524183</c:v>
                </c:pt>
                <c:pt idx="5898">
                  <c:v>0.9103395061728986</c:v>
                </c:pt>
                <c:pt idx="5899">
                  <c:v>0.9104938271605526</c:v>
                </c:pt>
                <c:pt idx="5900">
                  <c:v>0.91064814814820694</c:v>
                </c:pt>
                <c:pt idx="5901">
                  <c:v>0.91080246913586127</c:v>
                </c:pt>
                <c:pt idx="5902">
                  <c:v>0.9109567901235156</c:v>
                </c:pt>
                <c:pt idx="5903">
                  <c:v>0.91111111111116949</c:v>
                </c:pt>
                <c:pt idx="5904">
                  <c:v>0.91126543209882616</c:v>
                </c:pt>
                <c:pt idx="5905">
                  <c:v>0.9114197530864786</c:v>
                </c:pt>
                <c:pt idx="5906">
                  <c:v>0.91157407407413293</c:v>
                </c:pt>
                <c:pt idx="5907">
                  <c:v>0.9117283950617876</c:v>
                </c:pt>
                <c:pt idx="5908">
                  <c:v>0.9118827160494416</c:v>
                </c:pt>
                <c:pt idx="5909">
                  <c:v>0.91203703703709593</c:v>
                </c:pt>
                <c:pt idx="5910">
                  <c:v>0.9121913580247506</c:v>
                </c:pt>
                <c:pt idx="5911">
                  <c:v>0.9123456790124046</c:v>
                </c:pt>
                <c:pt idx="5912">
                  <c:v>0.91250000000005849</c:v>
                </c:pt>
                <c:pt idx="5913">
                  <c:v>0.91265432098771326</c:v>
                </c:pt>
                <c:pt idx="5914">
                  <c:v>0.91280864197536749</c:v>
                </c:pt>
                <c:pt idx="5915">
                  <c:v>0.91296296296302148</c:v>
                </c:pt>
                <c:pt idx="5916">
                  <c:v>0.91311728395067626</c:v>
                </c:pt>
                <c:pt idx="5917">
                  <c:v>0.91327160493833071</c:v>
                </c:pt>
                <c:pt idx="5918">
                  <c:v>0.91342592592598459</c:v>
                </c:pt>
                <c:pt idx="5919">
                  <c:v>0.91358024691363926</c:v>
                </c:pt>
                <c:pt idx="5920">
                  <c:v>0.91373456790129359</c:v>
                </c:pt>
                <c:pt idx="5921">
                  <c:v>0.91388888888894759</c:v>
                </c:pt>
                <c:pt idx="5922">
                  <c:v>0.91404320987660226</c:v>
                </c:pt>
                <c:pt idx="5923">
                  <c:v>0.91419753086425659</c:v>
                </c:pt>
                <c:pt idx="5924">
                  <c:v>0.91435185185191059</c:v>
                </c:pt>
                <c:pt idx="5925">
                  <c:v>0.91450617283956526</c:v>
                </c:pt>
                <c:pt idx="5926">
                  <c:v>0.91466049382721959</c:v>
                </c:pt>
                <c:pt idx="5927">
                  <c:v>0.91481481481487581</c:v>
                </c:pt>
                <c:pt idx="5928">
                  <c:v>0.91496913580252826</c:v>
                </c:pt>
                <c:pt idx="5929">
                  <c:v>0.91512345679018436</c:v>
                </c:pt>
                <c:pt idx="5930">
                  <c:v>0.91527777777783659</c:v>
                </c:pt>
                <c:pt idx="5931">
                  <c:v>0.91543209876549059</c:v>
                </c:pt>
                <c:pt idx="5932">
                  <c:v>0.91558641975314559</c:v>
                </c:pt>
                <c:pt idx="5933">
                  <c:v>0.91574074074079992</c:v>
                </c:pt>
                <c:pt idx="5934">
                  <c:v>0.91589506172845425</c:v>
                </c:pt>
                <c:pt idx="5935">
                  <c:v>0.9160493827161087</c:v>
                </c:pt>
                <c:pt idx="5936">
                  <c:v>0.91620370370376258</c:v>
                </c:pt>
                <c:pt idx="5937">
                  <c:v>0.91635802469141725</c:v>
                </c:pt>
                <c:pt idx="5938">
                  <c:v>0.91651234567907158</c:v>
                </c:pt>
                <c:pt idx="5939">
                  <c:v>0.91666666666672592</c:v>
                </c:pt>
                <c:pt idx="5940">
                  <c:v>0.91682098765438214</c:v>
                </c:pt>
                <c:pt idx="5941">
                  <c:v>0.91697530864203469</c:v>
                </c:pt>
                <c:pt idx="5942">
                  <c:v>0.9171296296296908</c:v>
                </c:pt>
                <c:pt idx="5943">
                  <c:v>0.91728395061734258</c:v>
                </c:pt>
                <c:pt idx="5944">
                  <c:v>0.91743827160499769</c:v>
                </c:pt>
                <c:pt idx="5945">
                  <c:v>0.91759259259265158</c:v>
                </c:pt>
                <c:pt idx="5946">
                  <c:v>0.91774691358030813</c:v>
                </c:pt>
                <c:pt idx="5947">
                  <c:v>0.91790123456796069</c:v>
                </c:pt>
                <c:pt idx="5948">
                  <c:v>0.91805555555561491</c:v>
                </c:pt>
                <c:pt idx="5949">
                  <c:v>0.9182098765432718</c:v>
                </c:pt>
                <c:pt idx="5950">
                  <c:v>0.91836419753092358</c:v>
                </c:pt>
                <c:pt idx="5951">
                  <c:v>0.91851851851857946</c:v>
                </c:pt>
                <c:pt idx="5952">
                  <c:v>0.91867283950623224</c:v>
                </c:pt>
                <c:pt idx="5953">
                  <c:v>0.91882716049388824</c:v>
                </c:pt>
                <c:pt idx="5954">
                  <c:v>0.91898148148154091</c:v>
                </c:pt>
                <c:pt idx="5955">
                  <c:v>0.91913580246919846</c:v>
                </c:pt>
                <c:pt idx="5956">
                  <c:v>0.91929012345684968</c:v>
                </c:pt>
                <c:pt idx="5957">
                  <c:v>0.91944444444450546</c:v>
                </c:pt>
                <c:pt idx="5958">
                  <c:v>0.91959876543215757</c:v>
                </c:pt>
                <c:pt idx="5959">
                  <c:v>0.91975308641981424</c:v>
                </c:pt>
                <c:pt idx="5960">
                  <c:v>0.9199074074074669</c:v>
                </c:pt>
                <c:pt idx="5961">
                  <c:v>0.92006172839512124</c:v>
                </c:pt>
                <c:pt idx="5962">
                  <c:v>0.92021604938277557</c:v>
                </c:pt>
                <c:pt idx="5963">
                  <c:v>0.9203703703704299</c:v>
                </c:pt>
                <c:pt idx="5964">
                  <c:v>0.9205246913580859</c:v>
                </c:pt>
                <c:pt idx="5965">
                  <c:v>0.9206790123457419</c:v>
                </c:pt>
                <c:pt idx="5966">
                  <c:v>0.92083333333339445</c:v>
                </c:pt>
                <c:pt idx="5967">
                  <c:v>0.92098765432104723</c:v>
                </c:pt>
                <c:pt idx="5968">
                  <c:v>0.92114197530870323</c:v>
                </c:pt>
                <c:pt idx="5969">
                  <c:v>0.9212962962963559</c:v>
                </c:pt>
                <c:pt idx="5970">
                  <c:v>0.9214506172840119</c:v>
                </c:pt>
                <c:pt idx="5971">
                  <c:v>0.92160493827166468</c:v>
                </c:pt>
                <c:pt idx="5972">
                  <c:v>0.92175925925932045</c:v>
                </c:pt>
                <c:pt idx="5973">
                  <c:v>0.92191358024697256</c:v>
                </c:pt>
                <c:pt idx="5974">
                  <c:v>0.92206790123462756</c:v>
                </c:pt>
                <c:pt idx="5975">
                  <c:v>0.9222222222222819</c:v>
                </c:pt>
                <c:pt idx="5976">
                  <c:v>0.92237654320993556</c:v>
                </c:pt>
                <c:pt idx="5977">
                  <c:v>0.92253086419759067</c:v>
                </c:pt>
                <c:pt idx="5978">
                  <c:v>0.92268518518524456</c:v>
                </c:pt>
                <c:pt idx="5979">
                  <c:v>0.9228395061729</c:v>
                </c:pt>
                <c:pt idx="5980">
                  <c:v>0.92299382716055522</c:v>
                </c:pt>
                <c:pt idx="5981">
                  <c:v>0.92314814814820789</c:v>
                </c:pt>
                <c:pt idx="5982">
                  <c:v>0.92330246913586156</c:v>
                </c:pt>
                <c:pt idx="5983">
                  <c:v>0.92345679012351667</c:v>
                </c:pt>
                <c:pt idx="5984">
                  <c:v>0.92361111111117244</c:v>
                </c:pt>
                <c:pt idx="5985">
                  <c:v>0.92376543209882822</c:v>
                </c:pt>
                <c:pt idx="5986">
                  <c:v>0.92391975308648122</c:v>
                </c:pt>
                <c:pt idx="5987">
                  <c:v>0.92407407407413533</c:v>
                </c:pt>
                <c:pt idx="5988">
                  <c:v>0.92422839506178822</c:v>
                </c:pt>
                <c:pt idx="5989">
                  <c:v>0.92438271604944255</c:v>
                </c:pt>
                <c:pt idx="5990">
                  <c:v>0.92453703703709689</c:v>
                </c:pt>
                <c:pt idx="5991">
                  <c:v>0.92469135802475266</c:v>
                </c:pt>
                <c:pt idx="5992">
                  <c:v>0.924845679012407</c:v>
                </c:pt>
                <c:pt idx="5993">
                  <c:v>0.92500000000005989</c:v>
                </c:pt>
                <c:pt idx="5994">
                  <c:v>0.92515432098771277</c:v>
                </c:pt>
                <c:pt idx="5995">
                  <c:v>0.92530864197536711</c:v>
                </c:pt>
                <c:pt idx="5996">
                  <c:v>0.92546296296302144</c:v>
                </c:pt>
                <c:pt idx="5997">
                  <c:v>0.92561728395067722</c:v>
                </c:pt>
                <c:pt idx="5998">
                  <c:v>0.92577160493833299</c:v>
                </c:pt>
                <c:pt idx="5999">
                  <c:v>0.92592592592598588</c:v>
                </c:pt>
                <c:pt idx="6000">
                  <c:v>0.92608024691364021</c:v>
                </c:pt>
                <c:pt idx="6001">
                  <c:v>0.9262345679012931</c:v>
                </c:pt>
                <c:pt idx="6002">
                  <c:v>0.92638888888894744</c:v>
                </c:pt>
                <c:pt idx="6003">
                  <c:v>0.92654320987660177</c:v>
                </c:pt>
                <c:pt idx="6004">
                  <c:v>0.92669753086425755</c:v>
                </c:pt>
                <c:pt idx="6005">
                  <c:v>0.92685185185191188</c:v>
                </c:pt>
                <c:pt idx="6006">
                  <c:v>0.92700617283956621</c:v>
                </c:pt>
                <c:pt idx="6007">
                  <c:v>0.9271604938272191</c:v>
                </c:pt>
                <c:pt idx="6008">
                  <c:v>0.92731481481487565</c:v>
                </c:pt>
                <c:pt idx="6009">
                  <c:v>0.92746913580252766</c:v>
                </c:pt>
                <c:pt idx="6010">
                  <c:v>0.92762345679018621</c:v>
                </c:pt>
                <c:pt idx="6011">
                  <c:v>0.92777777777783788</c:v>
                </c:pt>
                <c:pt idx="6012">
                  <c:v>0.92793209876549221</c:v>
                </c:pt>
                <c:pt idx="6013">
                  <c:v>0.92808641975314654</c:v>
                </c:pt>
                <c:pt idx="6014">
                  <c:v>0.92824074074080087</c:v>
                </c:pt>
                <c:pt idx="6015">
                  <c:v>0.92839506172845521</c:v>
                </c:pt>
                <c:pt idx="6016">
                  <c:v>0.92854938271610954</c:v>
                </c:pt>
                <c:pt idx="6017">
                  <c:v>0.92870370370376387</c:v>
                </c:pt>
                <c:pt idx="6018">
                  <c:v>0.92885802469141865</c:v>
                </c:pt>
                <c:pt idx="6019">
                  <c:v>0.92901234567907254</c:v>
                </c:pt>
                <c:pt idx="6020">
                  <c:v>0.92916666666672687</c:v>
                </c:pt>
                <c:pt idx="6021">
                  <c:v>0.92932098765438165</c:v>
                </c:pt>
                <c:pt idx="6022">
                  <c:v>0.92947530864203554</c:v>
                </c:pt>
                <c:pt idx="6023">
                  <c:v>0.92962962962969264</c:v>
                </c:pt>
                <c:pt idx="6024">
                  <c:v>0.9297839506173442</c:v>
                </c:pt>
                <c:pt idx="6025">
                  <c:v>0.92993827160499865</c:v>
                </c:pt>
                <c:pt idx="6026">
                  <c:v>0.93009259259265287</c:v>
                </c:pt>
                <c:pt idx="6027">
                  <c:v>0.93024691358030764</c:v>
                </c:pt>
                <c:pt idx="6028">
                  <c:v>0.93040123456796153</c:v>
                </c:pt>
                <c:pt idx="6029">
                  <c:v>0.93055555555561587</c:v>
                </c:pt>
                <c:pt idx="6030">
                  <c:v>0.93070987654327453</c:v>
                </c:pt>
                <c:pt idx="6031">
                  <c:v>0.93086419753092453</c:v>
                </c:pt>
                <c:pt idx="6032">
                  <c:v>0.93101851851858153</c:v>
                </c:pt>
                <c:pt idx="6033">
                  <c:v>0.9311728395062332</c:v>
                </c:pt>
                <c:pt idx="6034">
                  <c:v>0.93132716049388764</c:v>
                </c:pt>
                <c:pt idx="6035">
                  <c:v>0.93148148148154186</c:v>
                </c:pt>
                <c:pt idx="6036">
                  <c:v>0.93163580246920041</c:v>
                </c:pt>
                <c:pt idx="6037">
                  <c:v>0.93179012345685064</c:v>
                </c:pt>
                <c:pt idx="6038">
                  <c:v>0.93194444444450752</c:v>
                </c:pt>
                <c:pt idx="6039">
                  <c:v>0.93209876543215919</c:v>
                </c:pt>
                <c:pt idx="6040">
                  <c:v>0.93225308641981364</c:v>
                </c:pt>
                <c:pt idx="6041">
                  <c:v>0.93240740740746786</c:v>
                </c:pt>
                <c:pt idx="6042">
                  <c:v>0.93256172839512219</c:v>
                </c:pt>
                <c:pt idx="6043">
                  <c:v>0.93271604938277652</c:v>
                </c:pt>
                <c:pt idx="6044">
                  <c:v>0.93287037037043163</c:v>
                </c:pt>
                <c:pt idx="6045">
                  <c:v>0.93302469135808774</c:v>
                </c:pt>
                <c:pt idx="6046">
                  <c:v>0.93317901234574185</c:v>
                </c:pt>
                <c:pt idx="6047">
                  <c:v>0.93333333333339463</c:v>
                </c:pt>
                <c:pt idx="6048">
                  <c:v>0.93348765432104819</c:v>
                </c:pt>
                <c:pt idx="6049">
                  <c:v>0.93364197530870474</c:v>
                </c:pt>
                <c:pt idx="6050">
                  <c:v>0.93379629629635685</c:v>
                </c:pt>
                <c:pt idx="6051">
                  <c:v>0.93395061728401341</c:v>
                </c:pt>
                <c:pt idx="6052">
                  <c:v>0.93410493827166552</c:v>
                </c:pt>
                <c:pt idx="6053">
                  <c:v>0.93425925925931985</c:v>
                </c:pt>
                <c:pt idx="6054">
                  <c:v>0.9344135802469723</c:v>
                </c:pt>
                <c:pt idx="6055">
                  <c:v>0.93456790123462685</c:v>
                </c:pt>
                <c:pt idx="6056">
                  <c:v>0.93472222222228285</c:v>
                </c:pt>
                <c:pt idx="6057">
                  <c:v>0.93487654320993718</c:v>
                </c:pt>
                <c:pt idx="6058">
                  <c:v>0.93503086419759163</c:v>
                </c:pt>
                <c:pt idx="6059">
                  <c:v>0.93518518518524396</c:v>
                </c:pt>
                <c:pt idx="6060">
                  <c:v>0.93533950617290018</c:v>
                </c:pt>
                <c:pt idx="6061">
                  <c:v>0.93549382716055463</c:v>
                </c:pt>
                <c:pt idx="6062">
                  <c:v>0.93564814814820885</c:v>
                </c:pt>
                <c:pt idx="6063">
                  <c:v>0.93580246913586318</c:v>
                </c:pt>
                <c:pt idx="6064">
                  <c:v>0.93595679012351762</c:v>
                </c:pt>
                <c:pt idx="6065">
                  <c:v>0.93611111111117185</c:v>
                </c:pt>
                <c:pt idx="6066">
                  <c:v>0.93626543209882829</c:v>
                </c:pt>
                <c:pt idx="6067">
                  <c:v>0.93641975308648062</c:v>
                </c:pt>
                <c:pt idx="6068">
                  <c:v>0.93657407407413484</c:v>
                </c:pt>
                <c:pt idx="6069">
                  <c:v>0.93672839506178962</c:v>
                </c:pt>
                <c:pt idx="6070">
                  <c:v>0.93688271604944362</c:v>
                </c:pt>
                <c:pt idx="6071">
                  <c:v>0.93703703703709784</c:v>
                </c:pt>
                <c:pt idx="6072">
                  <c:v>0.93719135802475262</c:v>
                </c:pt>
                <c:pt idx="6073">
                  <c:v>0.93734567901240662</c:v>
                </c:pt>
                <c:pt idx="6074">
                  <c:v>0.93750000000006051</c:v>
                </c:pt>
                <c:pt idx="6075">
                  <c:v>0.93765432098771517</c:v>
                </c:pt>
                <c:pt idx="6076">
                  <c:v>0.93780864197536951</c:v>
                </c:pt>
                <c:pt idx="6077">
                  <c:v>0.93796296296302351</c:v>
                </c:pt>
                <c:pt idx="6078">
                  <c:v>0.93811728395067817</c:v>
                </c:pt>
                <c:pt idx="6079">
                  <c:v>0.93827160493833262</c:v>
                </c:pt>
                <c:pt idx="6080">
                  <c:v>0.9384259259259865</c:v>
                </c:pt>
                <c:pt idx="6081">
                  <c:v>0.93858024691364117</c:v>
                </c:pt>
                <c:pt idx="6082">
                  <c:v>0.9387345679012955</c:v>
                </c:pt>
                <c:pt idx="6083">
                  <c:v>0.9388888888889495</c:v>
                </c:pt>
                <c:pt idx="6084">
                  <c:v>0.93904320987660417</c:v>
                </c:pt>
                <c:pt idx="6085">
                  <c:v>0.9391975308642585</c:v>
                </c:pt>
                <c:pt idx="6086">
                  <c:v>0.9393518518519125</c:v>
                </c:pt>
                <c:pt idx="6087">
                  <c:v>0.93950617283956717</c:v>
                </c:pt>
                <c:pt idx="6088">
                  <c:v>0.9396604938272215</c:v>
                </c:pt>
                <c:pt idx="6089">
                  <c:v>0.93981481481487772</c:v>
                </c:pt>
                <c:pt idx="6090">
                  <c:v>0.93996913580253016</c:v>
                </c:pt>
                <c:pt idx="6091">
                  <c:v>0.94012345679018638</c:v>
                </c:pt>
                <c:pt idx="6092">
                  <c:v>0.9402777777778385</c:v>
                </c:pt>
                <c:pt idx="6093">
                  <c:v>0.94043209876549316</c:v>
                </c:pt>
                <c:pt idx="6094">
                  <c:v>0.9405864197531475</c:v>
                </c:pt>
                <c:pt idx="6095">
                  <c:v>0.94074074074080183</c:v>
                </c:pt>
                <c:pt idx="6096">
                  <c:v>0.94089506172845661</c:v>
                </c:pt>
                <c:pt idx="6097">
                  <c:v>0.94104938271611061</c:v>
                </c:pt>
                <c:pt idx="6098">
                  <c:v>0.94120370370376449</c:v>
                </c:pt>
                <c:pt idx="6099">
                  <c:v>0.9413580246914196</c:v>
                </c:pt>
                <c:pt idx="6100">
                  <c:v>0.94151234567907349</c:v>
                </c:pt>
                <c:pt idx="6101">
                  <c:v>0.94166666666672783</c:v>
                </c:pt>
                <c:pt idx="6102">
                  <c:v>0.94182098765438405</c:v>
                </c:pt>
                <c:pt idx="6103">
                  <c:v>0.9419753086420366</c:v>
                </c:pt>
                <c:pt idx="6104">
                  <c:v>0.94212962962969271</c:v>
                </c:pt>
                <c:pt idx="6105">
                  <c:v>0.94228395061734516</c:v>
                </c:pt>
                <c:pt idx="6106">
                  <c:v>0.9424382716049996</c:v>
                </c:pt>
                <c:pt idx="6107">
                  <c:v>0.94259259259265349</c:v>
                </c:pt>
                <c:pt idx="6108">
                  <c:v>0.94274691358031004</c:v>
                </c:pt>
                <c:pt idx="6109">
                  <c:v>0.9429012345679626</c:v>
                </c:pt>
                <c:pt idx="6110">
                  <c:v>0.94305555555561682</c:v>
                </c:pt>
                <c:pt idx="6111">
                  <c:v>0.94320987654327437</c:v>
                </c:pt>
                <c:pt idx="6112">
                  <c:v>0.94336419753092549</c:v>
                </c:pt>
                <c:pt idx="6113">
                  <c:v>0.94351851851858171</c:v>
                </c:pt>
                <c:pt idx="6114">
                  <c:v>0.94367283950623415</c:v>
                </c:pt>
                <c:pt idx="6115">
                  <c:v>0.94382716049389026</c:v>
                </c:pt>
                <c:pt idx="6116">
                  <c:v>0.94398148148154282</c:v>
                </c:pt>
                <c:pt idx="6117">
                  <c:v>0.94413580246920026</c:v>
                </c:pt>
                <c:pt idx="6118">
                  <c:v>0.9442901234568517</c:v>
                </c:pt>
                <c:pt idx="6119">
                  <c:v>0.9444444444445077</c:v>
                </c:pt>
                <c:pt idx="6120">
                  <c:v>0.94459876543215959</c:v>
                </c:pt>
                <c:pt idx="6121">
                  <c:v>0.94475308641981626</c:v>
                </c:pt>
                <c:pt idx="6122">
                  <c:v>0.94490740740746881</c:v>
                </c:pt>
                <c:pt idx="6123">
                  <c:v>0.94506172839512315</c:v>
                </c:pt>
                <c:pt idx="6124">
                  <c:v>0.94521604938277748</c:v>
                </c:pt>
                <c:pt idx="6125">
                  <c:v>0.94537037037043181</c:v>
                </c:pt>
                <c:pt idx="6126">
                  <c:v>0.94552469135808803</c:v>
                </c:pt>
                <c:pt idx="6127">
                  <c:v>0.94567901234574381</c:v>
                </c:pt>
                <c:pt idx="6128">
                  <c:v>0.94583333333339659</c:v>
                </c:pt>
                <c:pt idx="6129">
                  <c:v>0.94598765432104914</c:v>
                </c:pt>
                <c:pt idx="6130">
                  <c:v>0.94614197530870525</c:v>
                </c:pt>
                <c:pt idx="6131">
                  <c:v>0.94629629629635781</c:v>
                </c:pt>
                <c:pt idx="6132">
                  <c:v>0.94645061728401403</c:v>
                </c:pt>
                <c:pt idx="6133">
                  <c:v>0.9466049382716667</c:v>
                </c:pt>
                <c:pt idx="6134">
                  <c:v>0.94675925925932258</c:v>
                </c:pt>
                <c:pt idx="6135">
                  <c:v>0.94691358024697458</c:v>
                </c:pt>
                <c:pt idx="6136">
                  <c:v>0.94706790123462947</c:v>
                </c:pt>
                <c:pt idx="6137">
                  <c:v>0.94722222222228381</c:v>
                </c:pt>
                <c:pt idx="6138">
                  <c:v>0.94737654320993758</c:v>
                </c:pt>
                <c:pt idx="6139">
                  <c:v>0.94753086419759269</c:v>
                </c:pt>
                <c:pt idx="6140">
                  <c:v>0.94768518518524658</c:v>
                </c:pt>
                <c:pt idx="6141">
                  <c:v>0.94783950617290114</c:v>
                </c:pt>
                <c:pt idx="6142">
                  <c:v>0.94799382716055725</c:v>
                </c:pt>
                <c:pt idx="6143">
                  <c:v>0.9481481481482098</c:v>
                </c:pt>
                <c:pt idx="6144">
                  <c:v>0.94830246913586358</c:v>
                </c:pt>
                <c:pt idx="6145">
                  <c:v>0.94845679012351869</c:v>
                </c:pt>
                <c:pt idx="6146">
                  <c:v>0.94861111111117447</c:v>
                </c:pt>
                <c:pt idx="6147">
                  <c:v>0.94876543209883035</c:v>
                </c:pt>
                <c:pt idx="6148">
                  <c:v>0.94891975308648313</c:v>
                </c:pt>
                <c:pt idx="6149">
                  <c:v>0.94907407407413735</c:v>
                </c:pt>
                <c:pt idx="6150">
                  <c:v>0.94922839506179013</c:v>
                </c:pt>
                <c:pt idx="6151">
                  <c:v>0.94938271604944469</c:v>
                </c:pt>
                <c:pt idx="6152">
                  <c:v>0.9495370370370988</c:v>
                </c:pt>
                <c:pt idx="6153">
                  <c:v>0.94969135802475479</c:v>
                </c:pt>
                <c:pt idx="6154">
                  <c:v>0.94984567901240913</c:v>
                </c:pt>
                <c:pt idx="6155">
                  <c:v>0.9500000000000618</c:v>
                </c:pt>
                <c:pt idx="6156">
                  <c:v>0.95015432098771557</c:v>
                </c:pt>
                <c:pt idx="6157">
                  <c:v>0.95030864197537068</c:v>
                </c:pt>
                <c:pt idx="6158">
                  <c:v>0.95046296296302457</c:v>
                </c:pt>
                <c:pt idx="6159">
                  <c:v>0.95061728395067913</c:v>
                </c:pt>
                <c:pt idx="6160">
                  <c:v>0.95077160493833512</c:v>
                </c:pt>
                <c:pt idx="6161">
                  <c:v>0.95092592592598779</c:v>
                </c:pt>
                <c:pt idx="6162">
                  <c:v>0.95108024691364212</c:v>
                </c:pt>
                <c:pt idx="6163">
                  <c:v>0.95123456790129646</c:v>
                </c:pt>
                <c:pt idx="6164">
                  <c:v>0.95138888888895057</c:v>
                </c:pt>
                <c:pt idx="6165">
                  <c:v>0.95154320987660457</c:v>
                </c:pt>
                <c:pt idx="6166">
                  <c:v>0.95169753086425968</c:v>
                </c:pt>
                <c:pt idx="6167">
                  <c:v>0.95185185185191379</c:v>
                </c:pt>
                <c:pt idx="6168">
                  <c:v>0.95200617283956812</c:v>
                </c:pt>
                <c:pt idx="6169">
                  <c:v>0.95216049382722157</c:v>
                </c:pt>
                <c:pt idx="6170">
                  <c:v>0.95231481481487834</c:v>
                </c:pt>
                <c:pt idx="6171">
                  <c:v>0.95246913580253056</c:v>
                </c:pt>
                <c:pt idx="6172">
                  <c:v>0.95262345679018856</c:v>
                </c:pt>
                <c:pt idx="6173">
                  <c:v>0.95277777777783978</c:v>
                </c:pt>
                <c:pt idx="6174">
                  <c:v>0.95293209876549412</c:v>
                </c:pt>
                <c:pt idx="6175">
                  <c:v>0.95308641975314845</c:v>
                </c:pt>
                <c:pt idx="6176">
                  <c:v>0.95324074074080278</c:v>
                </c:pt>
                <c:pt idx="6177">
                  <c:v>0.95339506172845712</c:v>
                </c:pt>
                <c:pt idx="6178">
                  <c:v>0.95354938271611145</c:v>
                </c:pt>
                <c:pt idx="6179">
                  <c:v>0.95370370370376578</c:v>
                </c:pt>
                <c:pt idx="6180">
                  <c:v>0.95385802469142178</c:v>
                </c:pt>
                <c:pt idx="6181">
                  <c:v>0.95401234567907445</c:v>
                </c:pt>
                <c:pt idx="6182">
                  <c:v>0.95416666666672878</c:v>
                </c:pt>
                <c:pt idx="6183">
                  <c:v>0.95432098765438478</c:v>
                </c:pt>
                <c:pt idx="6184">
                  <c:v>0.95447530864203745</c:v>
                </c:pt>
                <c:pt idx="6185">
                  <c:v>0.95462962962969466</c:v>
                </c:pt>
                <c:pt idx="6186">
                  <c:v>0.95478395061734611</c:v>
                </c:pt>
                <c:pt idx="6187">
                  <c:v>0.95493827160500189</c:v>
                </c:pt>
                <c:pt idx="6188">
                  <c:v>0.95509259259265478</c:v>
                </c:pt>
                <c:pt idx="6189">
                  <c:v>0.95524691358031055</c:v>
                </c:pt>
                <c:pt idx="6190">
                  <c:v>0.95540123456796344</c:v>
                </c:pt>
                <c:pt idx="6191">
                  <c:v>0.95555555555561777</c:v>
                </c:pt>
                <c:pt idx="6192">
                  <c:v>0.95570987654327644</c:v>
                </c:pt>
                <c:pt idx="6193">
                  <c:v>0.95586419753092644</c:v>
                </c:pt>
                <c:pt idx="6194">
                  <c:v>0.95601851851858366</c:v>
                </c:pt>
                <c:pt idx="6195">
                  <c:v>0.95617283950623511</c:v>
                </c:pt>
                <c:pt idx="6196">
                  <c:v>0.95632716049389088</c:v>
                </c:pt>
                <c:pt idx="6197">
                  <c:v>0.95648148148154377</c:v>
                </c:pt>
                <c:pt idx="6198">
                  <c:v>0.95663580246920166</c:v>
                </c:pt>
                <c:pt idx="6199">
                  <c:v>0.95679012345685388</c:v>
                </c:pt>
                <c:pt idx="6200">
                  <c:v>0.95694444444450966</c:v>
                </c:pt>
                <c:pt idx="6201">
                  <c:v>0.9570987654321611</c:v>
                </c:pt>
                <c:pt idx="6202">
                  <c:v>0.95725308641981688</c:v>
                </c:pt>
                <c:pt idx="6203">
                  <c:v>0.95740740740746977</c:v>
                </c:pt>
                <c:pt idx="6204">
                  <c:v>0.9575617283951241</c:v>
                </c:pt>
                <c:pt idx="6205">
                  <c:v>0.95771604938277843</c:v>
                </c:pt>
                <c:pt idx="6206">
                  <c:v>0.95787037037043365</c:v>
                </c:pt>
                <c:pt idx="6207">
                  <c:v>0.95802469135808976</c:v>
                </c:pt>
                <c:pt idx="6208">
                  <c:v>0.95817901234574399</c:v>
                </c:pt>
                <c:pt idx="6209">
                  <c:v>0.95833333333339665</c:v>
                </c:pt>
                <c:pt idx="6210">
                  <c:v>0.9584876543210501</c:v>
                </c:pt>
                <c:pt idx="6211">
                  <c:v>0.95864197530870698</c:v>
                </c:pt>
                <c:pt idx="6212">
                  <c:v>0.95879629629635965</c:v>
                </c:pt>
                <c:pt idx="6213">
                  <c:v>0.95895061728401576</c:v>
                </c:pt>
                <c:pt idx="6214">
                  <c:v>0.95910493827166743</c:v>
                </c:pt>
                <c:pt idx="6215">
                  <c:v>0.95925925925932265</c:v>
                </c:pt>
                <c:pt idx="6216">
                  <c:v>0.95941358024697443</c:v>
                </c:pt>
                <c:pt idx="6217">
                  <c:v>0.95956790123462887</c:v>
                </c:pt>
                <c:pt idx="6218">
                  <c:v>0.95972222222228565</c:v>
                </c:pt>
                <c:pt idx="6219">
                  <c:v>0.95987654320993909</c:v>
                </c:pt>
                <c:pt idx="6220">
                  <c:v>0.96003086419759365</c:v>
                </c:pt>
                <c:pt idx="6221">
                  <c:v>0.96018518518524609</c:v>
                </c:pt>
                <c:pt idx="6222">
                  <c:v>0.96033950617290209</c:v>
                </c:pt>
                <c:pt idx="6223">
                  <c:v>0.96049382716055665</c:v>
                </c:pt>
                <c:pt idx="6224">
                  <c:v>0.96064814814821164</c:v>
                </c:pt>
                <c:pt idx="6225">
                  <c:v>0.96080246913586509</c:v>
                </c:pt>
                <c:pt idx="6226">
                  <c:v>0.96095679012351964</c:v>
                </c:pt>
                <c:pt idx="6227">
                  <c:v>0.96111111111117375</c:v>
                </c:pt>
                <c:pt idx="6228">
                  <c:v>0.96126543209883075</c:v>
                </c:pt>
                <c:pt idx="6229">
                  <c:v>0.96141975308648264</c:v>
                </c:pt>
                <c:pt idx="6230">
                  <c:v>0.96157407407413675</c:v>
                </c:pt>
                <c:pt idx="6231">
                  <c:v>0.96172839506179164</c:v>
                </c:pt>
                <c:pt idx="6232">
                  <c:v>0.96188271604944564</c:v>
                </c:pt>
                <c:pt idx="6233">
                  <c:v>0.96203703703709975</c:v>
                </c:pt>
                <c:pt idx="6234">
                  <c:v>0.96219135802475464</c:v>
                </c:pt>
                <c:pt idx="6235">
                  <c:v>0.96234567901240864</c:v>
                </c:pt>
                <c:pt idx="6236">
                  <c:v>0.96250000000006253</c:v>
                </c:pt>
                <c:pt idx="6237">
                  <c:v>0.96265432098771708</c:v>
                </c:pt>
                <c:pt idx="6238">
                  <c:v>0.96280864197537164</c:v>
                </c:pt>
                <c:pt idx="6239">
                  <c:v>0.96296296296302553</c:v>
                </c:pt>
                <c:pt idx="6240">
                  <c:v>0.96311728395068008</c:v>
                </c:pt>
                <c:pt idx="6241">
                  <c:v>0.96327160493833464</c:v>
                </c:pt>
                <c:pt idx="6242">
                  <c:v>0.96342592592598852</c:v>
                </c:pt>
                <c:pt idx="6243">
                  <c:v>0.96358024691364308</c:v>
                </c:pt>
                <c:pt idx="6244">
                  <c:v>0.96373456790129741</c:v>
                </c:pt>
                <c:pt idx="6245">
                  <c:v>0.96388888888895152</c:v>
                </c:pt>
                <c:pt idx="6246">
                  <c:v>0.96404320987660608</c:v>
                </c:pt>
                <c:pt idx="6247">
                  <c:v>0.96419753086426041</c:v>
                </c:pt>
                <c:pt idx="6248">
                  <c:v>0.96435185185191452</c:v>
                </c:pt>
                <c:pt idx="6249">
                  <c:v>0.96450617283956908</c:v>
                </c:pt>
                <c:pt idx="6250">
                  <c:v>0.96466049382722341</c:v>
                </c:pt>
                <c:pt idx="6251">
                  <c:v>0.96481481481487985</c:v>
                </c:pt>
                <c:pt idx="6252">
                  <c:v>0.96496913580253207</c:v>
                </c:pt>
                <c:pt idx="6253">
                  <c:v>0.96512345679018863</c:v>
                </c:pt>
                <c:pt idx="6254">
                  <c:v>0.96527777777784052</c:v>
                </c:pt>
                <c:pt idx="6255">
                  <c:v>0.96543209876549507</c:v>
                </c:pt>
                <c:pt idx="6256">
                  <c:v>0.96558641975314941</c:v>
                </c:pt>
                <c:pt idx="6257">
                  <c:v>0.96574074074080374</c:v>
                </c:pt>
                <c:pt idx="6258">
                  <c:v>0.96589506172845863</c:v>
                </c:pt>
                <c:pt idx="6259">
                  <c:v>0.96604938271611263</c:v>
                </c:pt>
                <c:pt idx="6260">
                  <c:v>0.96620370370376651</c:v>
                </c:pt>
                <c:pt idx="6261">
                  <c:v>0.96635802469142162</c:v>
                </c:pt>
                <c:pt idx="6262">
                  <c:v>0.9665123456790754</c:v>
                </c:pt>
                <c:pt idx="6263">
                  <c:v>0.96666666666672973</c:v>
                </c:pt>
                <c:pt idx="6264">
                  <c:v>0.96682098765438629</c:v>
                </c:pt>
                <c:pt idx="6265">
                  <c:v>0.96697530864203862</c:v>
                </c:pt>
                <c:pt idx="6266">
                  <c:v>0.96712962962969484</c:v>
                </c:pt>
                <c:pt idx="6267">
                  <c:v>0.96728395061734707</c:v>
                </c:pt>
                <c:pt idx="6268">
                  <c:v>0.96743827160500162</c:v>
                </c:pt>
                <c:pt idx="6269">
                  <c:v>0.96759259259265551</c:v>
                </c:pt>
                <c:pt idx="6270">
                  <c:v>0.96774691358031228</c:v>
                </c:pt>
                <c:pt idx="6271">
                  <c:v>0.96790123456796462</c:v>
                </c:pt>
                <c:pt idx="6272">
                  <c:v>0.96805555555561873</c:v>
                </c:pt>
                <c:pt idx="6273">
                  <c:v>0.96820987654327684</c:v>
                </c:pt>
                <c:pt idx="6274">
                  <c:v>0.9683641975309274</c:v>
                </c:pt>
                <c:pt idx="6275">
                  <c:v>0.96851851851858384</c:v>
                </c:pt>
                <c:pt idx="6276">
                  <c:v>0.96867283950623662</c:v>
                </c:pt>
                <c:pt idx="6277">
                  <c:v>0.9688271604938925</c:v>
                </c:pt>
                <c:pt idx="6278">
                  <c:v>0.96898148148154473</c:v>
                </c:pt>
                <c:pt idx="6279">
                  <c:v>0.96913580246920172</c:v>
                </c:pt>
                <c:pt idx="6280">
                  <c:v>0.96929012345685361</c:v>
                </c:pt>
                <c:pt idx="6281">
                  <c:v>0.96944444444450983</c:v>
                </c:pt>
                <c:pt idx="6282">
                  <c:v>0.96959876543216206</c:v>
                </c:pt>
                <c:pt idx="6283">
                  <c:v>0.9697530864198185</c:v>
                </c:pt>
                <c:pt idx="6284">
                  <c:v>0.96990740740747283</c:v>
                </c:pt>
                <c:pt idx="6285">
                  <c:v>0.97006172839512561</c:v>
                </c:pt>
                <c:pt idx="6286">
                  <c:v>0.97021604938277939</c:v>
                </c:pt>
                <c:pt idx="6287">
                  <c:v>0.97037037037043372</c:v>
                </c:pt>
                <c:pt idx="6288">
                  <c:v>0.97052469135808994</c:v>
                </c:pt>
                <c:pt idx="6289">
                  <c:v>0.97067901234574583</c:v>
                </c:pt>
                <c:pt idx="6290">
                  <c:v>0.97083333333339861</c:v>
                </c:pt>
                <c:pt idx="6291">
                  <c:v>0.97098765432105105</c:v>
                </c:pt>
                <c:pt idx="6292">
                  <c:v>0.97114197530870716</c:v>
                </c:pt>
                <c:pt idx="6293">
                  <c:v>0.97129629629635972</c:v>
                </c:pt>
                <c:pt idx="6294">
                  <c:v>0.97145061728401594</c:v>
                </c:pt>
                <c:pt idx="6295">
                  <c:v>0.97160493827166861</c:v>
                </c:pt>
                <c:pt idx="6296">
                  <c:v>0.9717592592593246</c:v>
                </c:pt>
                <c:pt idx="6297">
                  <c:v>0.97191358024697649</c:v>
                </c:pt>
                <c:pt idx="6298">
                  <c:v>0.97206790123463138</c:v>
                </c:pt>
                <c:pt idx="6299">
                  <c:v>0.97222222222228571</c:v>
                </c:pt>
                <c:pt idx="6300">
                  <c:v>0.97237654320993949</c:v>
                </c:pt>
                <c:pt idx="6301">
                  <c:v>0.9725308641975946</c:v>
                </c:pt>
                <c:pt idx="6302">
                  <c:v>0.97268518518524849</c:v>
                </c:pt>
                <c:pt idx="6303">
                  <c:v>0.97283950617290305</c:v>
                </c:pt>
                <c:pt idx="6304">
                  <c:v>0.97299382716055915</c:v>
                </c:pt>
                <c:pt idx="6305">
                  <c:v>0.97314814814821171</c:v>
                </c:pt>
                <c:pt idx="6306">
                  <c:v>0.97330246913586549</c:v>
                </c:pt>
                <c:pt idx="6307">
                  <c:v>0.9734567901235206</c:v>
                </c:pt>
                <c:pt idx="6308">
                  <c:v>0.97361111111117649</c:v>
                </c:pt>
                <c:pt idx="6309">
                  <c:v>0.97376543209883226</c:v>
                </c:pt>
                <c:pt idx="6310">
                  <c:v>0.97391975308648515</c:v>
                </c:pt>
                <c:pt idx="6311">
                  <c:v>0.97407407407413948</c:v>
                </c:pt>
                <c:pt idx="6312">
                  <c:v>0.97422839506179204</c:v>
                </c:pt>
                <c:pt idx="6313">
                  <c:v>0.9743827160494466</c:v>
                </c:pt>
                <c:pt idx="6314">
                  <c:v>0.97453703703710071</c:v>
                </c:pt>
                <c:pt idx="6315">
                  <c:v>0.97469135802475693</c:v>
                </c:pt>
                <c:pt idx="6316">
                  <c:v>0.97484567901241126</c:v>
                </c:pt>
                <c:pt idx="6317">
                  <c:v>0.9750000000000637</c:v>
                </c:pt>
                <c:pt idx="6318">
                  <c:v>0.97515432098771759</c:v>
                </c:pt>
                <c:pt idx="6319">
                  <c:v>0.9753086419753727</c:v>
                </c:pt>
                <c:pt idx="6320">
                  <c:v>0.97546296296302659</c:v>
                </c:pt>
                <c:pt idx="6321">
                  <c:v>0.97561728395068104</c:v>
                </c:pt>
                <c:pt idx="6322">
                  <c:v>0.97577160493833726</c:v>
                </c:pt>
                <c:pt idx="6323">
                  <c:v>0.9759259259259897</c:v>
                </c:pt>
                <c:pt idx="6324">
                  <c:v>0.97608024691364403</c:v>
                </c:pt>
                <c:pt idx="6325">
                  <c:v>0.97623456790129837</c:v>
                </c:pt>
                <c:pt idx="6326">
                  <c:v>0.97638888888895259</c:v>
                </c:pt>
                <c:pt idx="6327">
                  <c:v>0.97654320987660659</c:v>
                </c:pt>
                <c:pt idx="6328">
                  <c:v>0.9766975308642617</c:v>
                </c:pt>
                <c:pt idx="6329">
                  <c:v>0.9768518518519157</c:v>
                </c:pt>
                <c:pt idx="6330">
                  <c:v>0.97700617283957192</c:v>
                </c:pt>
                <c:pt idx="6331">
                  <c:v>0.97716049382722436</c:v>
                </c:pt>
                <c:pt idx="6332">
                  <c:v>0.97731481481488036</c:v>
                </c:pt>
                <c:pt idx="6333">
                  <c:v>0.97746913580253258</c:v>
                </c:pt>
                <c:pt idx="6334">
                  <c:v>0.97762345679019069</c:v>
                </c:pt>
                <c:pt idx="6335">
                  <c:v>0.97777777777784169</c:v>
                </c:pt>
                <c:pt idx="6336">
                  <c:v>0.97793209876549603</c:v>
                </c:pt>
                <c:pt idx="6337">
                  <c:v>0.97808641975315069</c:v>
                </c:pt>
                <c:pt idx="6338">
                  <c:v>0.97824074074080469</c:v>
                </c:pt>
                <c:pt idx="6339">
                  <c:v>0.97839506172845903</c:v>
                </c:pt>
                <c:pt idx="6340">
                  <c:v>0.97854938271611369</c:v>
                </c:pt>
                <c:pt idx="6341">
                  <c:v>0.97870370370376769</c:v>
                </c:pt>
                <c:pt idx="6342">
                  <c:v>0.97885802469142391</c:v>
                </c:pt>
                <c:pt idx="6343">
                  <c:v>0.97901234567907669</c:v>
                </c:pt>
                <c:pt idx="6344">
                  <c:v>0.97916666666673069</c:v>
                </c:pt>
                <c:pt idx="6345">
                  <c:v>0.9793209876543868</c:v>
                </c:pt>
                <c:pt idx="6346">
                  <c:v>0.97947530864203969</c:v>
                </c:pt>
                <c:pt idx="6347">
                  <c:v>0.97962962962969691</c:v>
                </c:pt>
                <c:pt idx="6348">
                  <c:v>0.97978395061734802</c:v>
                </c:pt>
                <c:pt idx="6349">
                  <c:v>0.97993827160500402</c:v>
                </c:pt>
                <c:pt idx="6350">
                  <c:v>0.98009259259265658</c:v>
                </c:pt>
                <c:pt idx="6351">
                  <c:v>0.98024691358031102</c:v>
                </c:pt>
                <c:pt idx="6352">
                  <c:v>0.98040123456796457</c:v>
                </c:pt>
                <c:pt idx="6353">
                  <c:v>0.98055555555561957</c:v>
                </c:pt>
                <c:pt idx="6354">
                  <c:v>0.98070987654327724</c:v>
                </c:pt>
                <c:pt idx="6355">
                  <c:v>0.98086419753092757</c:v>
                </c:pt>
                <c:pt idx="6356">
                  <c:v>0.98101851851858424</c:v>
                </c:pt>
                <c:pt idx="6357">
                  <c:v>0.98117283950623657</c:v>
                </c:pt>
                <c:pt idx="6358">
                  <c:v>0.98132716049389135</c:v>
                </c:pt>
                <c:pt idx="6359">
                  <c:v>0.98148148148154557</c:v>
                </c:pt>
                <c:pt idx="6360">
                  <c:v>0.98163580246920168</c:v>
                </c:pt>
                <c:pt idx="6361">
                  <c:v>0.98179012345685435</c:v>
                </c:pt>
                <c:pt idx="6362">
                  <c:v>0.98194444444451023</c:v>
                </c:pt>
                <c:pt idx="6363">
                  <c:v>0.98209876543216257</c:v>
                </c:pt>
                <c:pt idx="6364">
                  <c:v>0.98225308641981735</c:v>
                </c:pt>
                <c:pt idx="6365">
                  <c:v>0.98240740740747168</c:v>
                </c:pt>
                <c:pt idx="6366">
                  <c:v>0.98256172839512557</c:v>
                </c:pt>
                <c:pt idx="6367">
                  <c:v>0.98271604938277957</c:v>
                </c:pt>
                <c:pt idx="6368">
                  <c:v>0.98287037037043468</c:v>
                </c:pt>
                <c:pt idx="6369">
                  <c:v>0.98302469135809056</c:v>
                </c:pt>
                <c:pt idx="6370">
                  <c:v>0.98317901234574501</c:v>
                </c:pt>
                <c:pt idx="6371">
                  <c:v>0.98333333333339767</c:v>
                </c:pt>
                <c:pt idx="6372">
                  <c:v>0.98348765432105156</c:v>
                </c:pt>
                <c:pt idx="6373">
                  <c:v>0.98364197530870801</c:v>
                </c:pt>
                <c:pt idx="6374">
                  <c:v>0.98379629629636067</c:v>
                </c:pt>
                <c:pt idx="6375">
                  <c:v>0.98395061728401656</c:v>
                </c:pt>
                <c:pt idx="6376">
                  <c:v>0.98410493827166856</c:v>
                </c:pt>
                <c:pt idx="6377">
                  <c:v>0.98425925925932367</c:v>
                </c:pt>
                <c:pt idx="6378">
                  <c:v>0.98441358024697545</c:v>
                </c:pt>
                <c:pt idx="6379">
                  <c:v>0.98456790123462956</c:v>
                </c:pt>
                <c:pt idx="6380">
                  <c:v>0.98472222222228667</c:v>
                </c:pt>
                <c:pt idx="6381">
                  <c:v>0.98487654320994056</c:v>
                </c:pt>
                <c:pt idx="6382">
                  <c:v>0.98503086419759533</c:v>
                </c:pt>
                <c:pt idx="6383">
                  <c:v>0.985185185185247</c:v>
                </c:pt>
                <c:pt idx="6384">
                  <c:v>0.98533950617290356</c:v>
                </c:pt>
                <c:pt idx="6385">
                  <c:v>0.98549382716055833</c:v>
                </c:pt>
                <c:pt idx="6386">
                  <c:v>0.98564814814821267</c:v>
                </c:pt>
                <c:pt idx="6387">
                  <c:v>0.98580246913586556</c:v>
                </c:pt>
                <c:pt idx="6388">
                  <c:v>0.98595679012352133</c:v>
                </c:pt>
                <c:pt idx="6389">
                  <c:v>0.98611111111117566</c:v>
                </c:pt>
                <c:pt idx="6390">
                  <c:v>0.98626543209883144</c:v>
                </c:pt>
                <c:pt idx="6391">
                  <c:v>0.98641975308648433</c:v>
                </c:pt>
                <c:pt idx="6392">
                  <c:v>0.98657407407413866</c:v>
                </c:pt>
                <c:pt idx="6393">
                  <c:v>0.986728395061793</c:v>
                </c:pt>
                <c:pt idx="6394">
                  <c:v>0.98688271604944733</c:v>
                </c:pt>
                <c:pt idx="6395">
                  <c:v>0.98703703703710166</c:v>
                </c:pt>
                <c:pt idx="6396">
                  <c:v>0.98719135802475599</c:v>
                </c:pt>
                <c:pt idx="6397">
                  <c:v>0.98734567901241033</c:v>
                </c:pt>
                <c:pt idx="6398">
                  <c:v>0.98750000000006322</c:v>
                </c:pt>
                <c:pt idx="6399">
                  <c:v>0.98765432098771755</c:v>
                </c:pt>
                <c:pt idx="6400">
                  <c:v>0.98780864197537332</c:v>
                </c:pt>
                <c:pt idx="6401">
                  <c:v>0.98796296296302621</c:v>
                </c:pt>
                <c:pt idx="6402">
                  <c:v>0.98811728395068055</c:v>
                </c:pt>
                <c:pt idx="6403">
                  <c:v>0.98827160493833632</c:v>
                </c:pt>
                <c:pt idx="6404">
                  <c:v>0.98842592592598921</c:v>
                </c:pt>
                <c:pt idx="6405">
                  <c:v>0.98858024691364355</c:v>
                </c:pt>
                <c:pt idx="6406">
                  <c:v>0.98873456790129788</c:v>
                </c:pt>
                <c:pt idx="6407">
                  <c:v>0.9888888888889521</c:v>
                </c:pt>
                <c:pt idx="6408">
                  <c:v>0.98904320987660632</c:v>
                </c:pt>
                <c:pt idx="6409">
                  <c:v>0.98919753086426077</c:v>
                </c:pt>
                <c:pt idx="6410">
                  <c:v>0.98935185185191499</c:v>
                </c:pt>
                <c:pt idx="6411">
                  <c:v>0.98950617283957099</c:v>
                </c:pt>
                <c:pt idx="6412">
                  <c:v>0.98966049382722376</c:v>
                </c:pt>
                <c:pt idx="6413">
                  <c:v>0.98981481481487965</c:v>
                </c:pt>
                <c:pt idx="6414">
                  <c:v>0.98996913580253232</c:v>
                </c:pt>
                <c:pt idx="6415">
                  <c:v>0.99012345679018865</c:v>
                </c:pt>
                <c:pt idx="6416">
                  <c:v>0.99027777777784098</c:v>
                </c:pt>
                <c:pt idx="6417">
                  <c:v>0.99043209876549532</c:v>
                </c:pt>
                <c:pt idx="6418">
                  <c:v>0.99058641975314976</c:v>
                </c:pt>
                <c:pt idx="6419">
                  <c:v>0.99074074074080554</c:v>
                </c:pt>
                <c:pt idx="6420">
                  <c:v>0.99089506172845998</c:v>
                </c:pt>
                <c:pt idx="6421">
                  <c:v>0.99104938271611431</c:v>
                </c:pt>
                <c:pt idx="6422">
                  <c:v>0.99120370370376698</c:v>
                </c:pt>
                <c:pt idx="6423">
                  <c:v>0.99135802469142298</c:v>
                </c:pt>
                <c:pt idx="6424">
                  <c:v>0.99151234567907576</c:v>
                </c:pt>
                <c:pt idx="6425">
                  <c:v>0.99166666666673153</c:v>
                </c:pt>
                <c:pt idx="6426">
                  <c:v>0.99182098765438664</c:v>
                </c:pt>
                <c:pt idx="6427">
                  <c:v>0.99197530864204031</c:v>
                </c:pt>
                <c:pt idx="6428">
                  <c:v>0.99212962962969464</c:v>
                </c:pt>
                <c:pt idx="6429">
                  <c:v>0.99228395061734731</c:v>
                </c:pt>
                <c:pt idx="6430">
                  <c:v>0.99243827160500331</c:v>
                </c:pt>
                <c:pt idx="6431">
                  <c:v>0.99259259259265598</c:v>
                </c:pt>
                <c:pt idx="6432">
                  <c:v>0.99274691358031264</c:v>
                </c:pt>
                <c:pt idx="6433">
                  <c:v>0.99290123456796631</c:v>
                </c:pt>
                <c:pt idx="6434">
                  <c:v>0.99305555555562053</c:v>
                </c:pt>
                <c:pt idx="6435">
                  <c:v>0.99320987654327753</c:v>
                </c:pt>
                <c:pt idx="6436">
                  <c:v>0.99336419753092775</c:v>
                </c:pt>
                <c:pt idx="6437">
                  <c:v>0.99351851851858364</c:v>
                </c:pt>
                <c:pt idx="6438">
                  <c:v>0.99367283950623797</c:v>
                </c:pt>
                <c:pt idx="6439">
                  <c:v>0.99382716049389264</c:v>
                </c:pt>
                <c:pt idx="6440">
                  <c:v>0.99398148148154652</c:v>
                </c:pt>
                <c:pt idx="6441">
                  <c:v>0.99413580246920163</c:v>
                </c:pt>
                <c:pt idx="6442">
                  <c:v>0.9942901234568553</c:v>
                </c:pt>
                <c:pt idx="6443">
                  <c:v>0.99444444444450963</c:v>
                </c:pt>
                <c:pt idx="6444">
                  <c:v>0.9945987654321623</c:v>
                </c:pt>
                <c:pt idx="6445">
                  <c:v>0.99475308641981863</c:v>
                </c:pt>
                <c:pt idx="6446">
                  <c:v>0.99490740740747263</c:v>
                </c:pt>
                <c:pt idx="6447">
                  <c:v>0.99506172839512697</c:v>
                </c:pt>
                <c:pt idx="6448">
                  <c:v>0.99521604938277941</c:v>
                </c:pt>
                <c:pt idx="6449">
                  <c:v>0.99537037037043552</c:v>
                </c:pt>
                <c:pt idx="6450">
                  <c:v>0.99552469135809063</c:v>
                </c:pt>
                <c:pt idx="6451">
                  <c:v>0.99567901234574663</c:v>
                </c:pt>
                <c:pt idx="6452">
                  <c:v>0.99583333333339863</c:v>
                </c:pt>
                <c:pt idx="6453">
                  <c:v>0.99598765432105296</c:v>
                </c:pt>
                <c:pt idx="6454">
                  <c:v>0.99614197530870763</c:v>
                </c:pt>
                <c:pt idx="6455">
                  <c:v>0.99629629629636152</c:v>
                </c:pt>
                <c:pt idx="6456">
                  <c:v>0.99645061728401663</c:v>
                </c:pt>
                <c:pt idx="6457">
                  <c:v>0.99660493827167063</c:v>
                </c:pt>
                <c:pt idx="6458">
                  <c:v>0.99675925925932463</c:v>
                </c:pt>
                <c:pt idx="6459">
                  <c:v>0.99691358024697707</c:v>
                </c:pt>
                <c:pt idx="6460">
                  <c:v>0.9970679012346314</c:v>
                </c:pt>
                <c:pt idx="6461">
                  <c:v>0.99722222222228751</c:v>
                </c:pt>
                <c:pt idx="6462">
                  <c:v>0.99737654320994007</c:v>
                </c:pt>
                <c:pt idx="6463">
                  <c:v>0.99753086419759629</c:v>
                </c:pt>
                <c:pt idx="6464">
                  <c:v>0.99768518518524885</c:v>
                </c:pt>
                <c:pt idx="6465">
                  <c:v>0.99783950617290496</c:v>
                </c:pt>
                <c:pt idx="6466">
                  <c:v>0.99799382716055962</c:v>
                </c:pt>
                <c:pt idx="6467">
                  <c:v>0.99814814814821351</c:v>
                </c:pt>
                <c:pt idx="6468">
                  <c:v>0.99830246913586607</c:v>
                </c:pt>
                <c:pt idx="6469">
                  <c:v>0.99845679012352229</c:v>
                </c:pt>
                <c:pt idx="6470">
                  <c:v>0.99861111111117662</c:v>
                </c:pt>
                <c:pt idx="6471">
                  <c:v>0.99876543209883306</c:v>
                </c:pt>
                <c:pt idx="6472">
                  <c:v>0.99891975308648562</c:v>
                </c:pt>
                <c:pt idx="6473">
                  <c:v>0.99907407407413962</c:v>
                </c:pt>
                <c:pt idx="6474">
                  <c:v>0.99922839506179351</c:v>
                </c:pt>
              </c:numCache>
            </c:numRef>
          </c:xVal>
          <c:yVal>
            <c:numRef>
              <c:f>'\\stl.umsl.edu\steamboat\c\campbelljf\my documents\Hub\data\TurkishNetwork\[Turkish networkGini.xlsx]Flow'!$F$92:$F$6656</c:f>
              <c:numCache>
                <c:formatCode>General</c:formatCode>
                <c:ptCount val="6565"/>
                <c:pt idx="0">
                  <c:v>1.0248351767569667E-2</c:v>
                </c:pt>
                <c:pt idx="1">
                  <c:v>1.9531102294691481E-2</c:v>
                </c:pt>
                <c:pt idx="2">
                  <c:v>2.8150620074589069E-2</c:v>
                </c:pt>
                <c:pt idx="3">
                  <c:v>3.5880820722030006E-2</c:v>
                </c:pt>
                <c:pt idx="4">
                  <c:v>4.1486327975503424E-2</c:v>
                </c:pt>
                <c:pt idx="5">
                  <c:v>4.6920445503394255E-2</c:v>
                </c:pt>
                <c:pt idx="6">
                  <c:v>5.185729383610959E-2</c:v>
                </c:pt>
                <c:pt idx="7">
                  <c:v>5.6638312777578803E-2</c:v>
                </c:pt>
                <c:pt idx="8">
                  <c:v>6.1367545118624099E-2</c:v>
                </c:pt>
                <c:pt idx="9">
                  <c:v>6.5765057307330885E-2</c:v>
                </c:pt>
                <c:pt idx="10">
                  <c:v>6.998779166156581E-2</c:v>
                </c:pt>
                <c:pt idx="11">
                  <c:v>7.4131251321730832E-2</c:v>
                </c:pt>
                <c:pt idx="12">
                  <c:v>7.797651506757429E-2</c:v>
                </c:pt>
                <c:pt idx="13">
                  <c:v>8.1667436508205668E-2</c:v>
                </c:pt>
                <c:pt idx="14">
                  <c:v>8.5356056225249735E-2</c:v>
                </c:pt>
                <c:pt idx="15">
                  <c:v>8.8840586857677026E-2</c:v>
                </c:pt>
                <c:pt idx="16">
                  <c:v>9.2127049922983067E-2</c:v>
                </c:pt>
                <c:pt idx="17">
                  <c:v>9.5349381840411682E-2</c:v>
                </c:pt>
                <c:pt idx="18">
                  <c:v>9.8563350813430081E-2</c:v>
                </c:pt>
                <c:pt idx="19">
                  <c:v>0.10176920757193664</c:v>
                </c:pt>
                <c:pt idx="20">
                  <c:v>0.10489244699670991</c:v>
                </c:pt>
                <c:pt idx="21">
                  <c:v>0.10798480965196028</c:v>
                </c:pt>
                <c:pt idx="22">
                  <c:v>0.1110766495144265</c:v>
                </c:pt>
                <c:pt idx="23">
                  <c:v>0.11416068521966302</c:v>
                </c:pt>
                <c:pt idx="24">
                  <c:v>0.11719124779294619</c:v>
                </c:pt>
                <c:pt idx="25">
                  <c:v>0.12004621883175152</c:v>
                </c:pt>
                <c:pt idx="26">
                  <c:v>0.12284442371426432</c:v>
                </c:pt>
                <c:pt idx="27">
                  <c:v>0.12562805239653968</c:v>
                </c:pt>
                <c:pt idx="28">
                  <c:v>0.12838033982174141</c:v>
                </c:pt>
                <c:pt idx="29">
                  <c:v>0.13109193158432542</c:v>
                </c:pt>
                <c:pt idx="30">
                  <c:v>0.13377476247974238</c:v>
                </c:pt>
                <c:pt idx="31">
                  <c:v>0.13645069896672291</c:v>
                </c:pt>
                <c:pt idx="32">
                  <c:v>0.1390138583181432</c:v>
                </c:pt>
                <c:pt idx="33">
                  <c:v>0.14150734536548873</c:v>
                </c:pt>
                <c:pt idx="34">
                  <c:v>0.14393849120927563</c:v>
                </c:pt>
                <c:pt idx="35">
                  <c:v>0.14633545423070071</c:v>
                </c:pt>
                <c:pt idx="36">
                  <c:v>0.14871889833738777</c:v>
                </c:pt>
                <c:pt idx="37">
                  <c:v>0.15106654061513294</c:v>
                </c:pt>
                <c:pt idx="38">
                  <c:v>0.15333661192673947</c:v>
                </c:pt>
                <c:pt idx="39">
                  <c:v>0.15558049635296395</c:v>
                </c:pt>
                <c:pt idx="40">
                  <c:v>0.15779770045629468</c:v>
                </c:pt>
                <c:pt idx="41">
                  <c:v>0.15998055800950173</c:v>
                </c:pt>
                <c:pt idx="42">
                  <c:v>0.16215413597994865</c:v>
                </c:pt>
                <c:pt idx="43">
                  <c:v>0.16431019219135659</c:v>
                </c:pt>
                <c:pt idx="44">
                  <c:v>0.16642750965480188</c:v>
                </c:pt>
                <c:pt idx="45">
                  <c:v>0.16852889436645024</c:v>
                </c:pt>
                <c:pt idx="46">
                  <c:v>0.17060629351452491</c:v>
                </c:pt>
                <c:pt idx="47">
                  <c:v>0.17267771776576918</c:v>
                </c:pt>
                <c:pt idx="48">
                  <c:v>0.17470884545724377</c:v>
                </c:pt>
                <c:pt idx="49">
                  <c:v>0.17668376514109121</c:v>
                </c:pt>
                <c:pt idx="50">
                  <c:v>0.17865279061738196</c:v>
                </c:pt>
                <c:pt idx="51">
                  <c:v>0.180613101888595</c:v>
                </c:pt>
                <c:pt idx="52">
                  <c:v>0.18255050307232731</c:v>
                </c:pt>
                <c:pt idx="53">
                  <c:v>0.18448407252320126</c:v>
                </c:pt>
                <c:pt idx="54">
                  <c:v>0.18641488801688777</c:v>
                </c:pt>
                <c:pt idx="55">
                  <c:v>0.18832747025154639</c:v>
                </c:pt>
                <c:pt idx="56">
                  <c:v>0.19021150813077836</c:v>
                </c:pt>
                <c:pt idx="57">
                  <c:v>0.19208743506111589</c:v>
                </c:pt>
                <c:pt idx="58">
                  <c:v>0.19391657404630774</c:v>
                </c:pt>
                <c:pt idx="59">
                  <c:v>0.19574334451374717</c:v>
                </c:pt>
                <c:pt idx="60">
                  <c:v>0.1975486542259299</c:v>
                </c:pt>
                <c:pt idx="61">
                  <c:v>0.19935163445343529</c:v>
                </c:pt>
                <c:pt idx="62">
                  <c:v>0.20114354669485518</c:v>
                </c:pt>
                <c:pt idx="63">
                  <c:v>0.20288981381515309</c:v>
                </c:pt>
                <c:pt idx="64">
                  <c:v>0.20460342764757805</c:v>
                </c:pt>
                <c:pt idx="65">
                  <c:v>0.20629484707652818</c:v>
                </c:pt>
                <c:pt idx="66">
                  <c:v>0.20797458963768797</c:v>
                </c:pt>
                <c:pt idx="67">
                  <c:v>0.20964103880214294</c:v>
                </c:pt>
                <c:pt idx="68">
                  <c:v>0.21130508773535941</c:v>
                </c:pt>
                <c:pt idx="69">
                  <c:v>0.21296612120833841</c:v>
                </c:pt>
                <c:pt idx="70">
                  <c:v>0.2146236564394417</c:v>
                </c:pt>
                <c:pt idx="71">
                  <c:v>0.21626336031462226</c:v>
                </c:pt>
                <c:pt idx="72">
                  <c:v>0.21787196401510447</c:v>
                </c:pt>
                <c:pt idx="73">
                  <c:v>0.21946708823712899</c:v>
                </c:pt>
                <c:pt idx="74">
                  <c:v>0.2210616499052229</c:v>
                </c:pt>
                <c:pt idx="75">
                  <c:v>0.2226550665892422</c:v>
                </c:pt>
                <c:pt idx="76">
                  <c:v>0.22423055257388783</c:v>
                </c:pt>
                <c:pt idx="77">
                  <c:v>0.22580467819198927</c:v>
                </c:pt>
                <c:pt idx="78">
                  <c:v>0.22735942342772059</c:v>
                </c:pt>
                <c:pt idx="79">
                  <c:v>0.22891214141358271</c:v>
                </c:pt>
                <c:pt idx="80">
                  <c:v>0.23045038738539686</c:v>
                </c:pt>
                <c:pt idx="81">
                  <c:v>0.23198047418981693</c:v>
                </c:pt>
                <c:pt idx="82">
                  <c:v>0.23350720719648543</c:v>
                </c:pt>
                <c:pt idx="83">
                  <c:v>0.23501058719384271</c:v>
                </c:pt>
                <c:pt idx="84">
                  <c:v>0.23648616983168591</c:v>
                </c:pt>
                <c:pt idx="85">
                  <c:v>0.23794271400748976</c:v>
                </c:pt>
                <c:pt idx="86">
                  <c:v>0.23938826200984334</c:v>
                </c:pt>
                <c:pt idx="87">
                  <c:v>0.24081527210972442</c:v>
                </c:pt>
                <c:pt idx="88">
                  <c:v>0.24220936500576581</c:v>
                </c:pt>
                <c:pt idx="89">
                  <c:v>0.24358141621558288</c:v>
                </c:pt>
                <c:pt idx="90">
                  <c:v>0.24495297905127228</c:v>
                </c:pt>
                <c:pt idx="91">
                  <c:v>0.24630680275520644</c:v>
                </c:pt>
                <c:pt idx="92">
                  <c:v>0.24765883463930191</c:v>
                </c:pt>
                <c:pt idx="93">
                  <c:v>0.248998272986584</c:v>
                </c:pt>
                <c:pt idx="94">
                  <c:v>0.25033566002510277</c:v>
                </c:pt>
                <c:pt idx="95">
                  <c:v>0.25166257607724385</c:v>
                </c:pt>
                <c:pt idx="96">
                  <c:v>0.25297609091666351</c:v>
                </c:pt>
                <c:pt idx="97">
                  <c:v>0.2542887925857728</c:v>
                </c:pt>
                <c:pt idx="98">
                  <c:v>0.25558255560295051</c:v>
                </c:pt>
                <c:pt idx="99">
                  <c:v>0.25686826060345225</c:v>
                </c:pt>
                <c:pt idx="100">
                  <c:v>0.25814243876558279</c:v>
                </c:pt>
                <c:pt idx="101">
                  <c:v>0.25940504112060231</c:v>
                </c:pt>
                <c:pt idx="102">
                  <c:v>0.26065688238443757</c:v>
                </c:pt>
                <c:pt idx="103">
                  <c:v>0.26189794153922136</c:v>
                </c:pt>
                <c:pt idx="104">
                  <c:v>0.26311027727970876</c:v>
                </c:pt>
                <c:pt idx="105">
                  <c:v>0.26430111083626251</c:v>
                </c:pt>
                <c:pt idx="106">
                  <c:v>0.26549008134998553</c:v>
                </c:pt>
                <c:pt idx="107">
                  <c:v>0.26666321597061232</c:v>
                </c:pt>
                <c:pt idx="108">
                  <c:v>0.267831113725576</c:v>
                </c:pt>
                <c:pt idx="109">
                  <c:v>0.26899870967945894</c:v>
                </c:pt>
                <c:pt idx="110">
                  <c:v>0.27016033594139255</c:v>
                </c:pt>
                <c:pt idx="111">
                  <c:v>0.27132164711928503</c:v>
                </c:pt>
                <c:pt idx="112">
                  <c:v>0.27248166911924743</c:v>
                </c:pt>
                <c:pt idx="113">
                  <c:v>0.27363207901558256</c:v>
                </c:pt>
                <c:pt idx="114">
                  <c:v>0.27477417172764673</c:v>
                </c:pt>
                <c:pt idx="115">
                  <c:v>0.27590214660814594</c:v>
                </c:pt>
                <c:pt idx="116">
                  <c:v>0.27702245941451448</c:v>
                </c:pt>
                <c:pt idx="117">
                  <c:v>0.27814184359030375</c:v>
                </c:pt>
                <c:pt idx="118">
                  <c:v>0.27925932859909025</c:v>
                </c:pt>
                <c:pt idx="119">
                  <c:v>0.28037303623572618</c:v>
                </c:pt>
                <c:pt idx="120">
                  <c:v>0.28148658939893095</c:v>
                </c:pt>
                <c:pt idx="121">
                  <c:v>0.28256794934469237</c:v>
                </c:pt>
                <c:pt idx="122">
                  <c:v>0.28364117971085173</c:v>
                </c:pt>
                <c:pt idx="123">
                  <c:v>0.28471165206177229</c:v>
                </c:pt>
                <c:pt idx="124">
                  <c:v>0.28576308283261082</c:v>
                </c:pt>
                <c:pt idx="125">
                  <c:v>0.28681027031344547</c:v>
                </c:pt>
                <c:pt idx="126">
                  <c:v>0.2878563891267325</c:v>
                </c:pt>
                <c:pt idx="127">
                  <c:v>0.28888587815871825</c:v>
                </c:pt>
                <c:pt idx="128">
                  <c:v>0.28990616266533936</c:v>
                </c:pt>
                <c:pt idx="129">
                  <c:v>0.29092581438176474</c:v>
                </c:pt>
                <c:pt idx="130">
                  <c:v>0.29193862624682582</c:v>
                </c:pt>
                <c:pt idx="131">
                  <c:v>0.2929452290137336</c:v>
                </c:pt>
                <c:pt idx="132">
                  <c:v>0.29394730783841388</c:v>
                </c:pt>
                <c:pt idx="133">
                  <c:v>0.29494458550686464</c:v>
                </c:pt>
                <c:pt idx="134">
                  <c:v>0.29593986126457411</c:v>
                </c:pt>
                <c:pt idx="135">
                  <c:v>0.29693373551874208</c:v>
                </c:pt>
                <c:pt idx="136">
                  <c:v>0.29792540089884639</c:v>
                </c:pt>
                <c:pt idx="137">
                  <c:v>0.29890793269622001</c:v>
                </c:pt>
                <c:pt idx="138">
                  <c:v>0.29988858693306547</c:v>
                </c:pt>
                <c:pt idx="139">
                  <c:v>0.30086090122421005</c:v>
                </c:pt>
                <c:pt idx="140">
                  <c:v>0.30182824426072113</c:v>
                </c:pt>
                <c:pt idx="141">
                  <c:v>0.30278881710806144</c:v>
                </c:pt>
                <c:pt idx="142">
                  <c:v>0.30374893301237832</c:v>
                </c:pt>
                <c:pt idx="143">
                  <c:v>0.30470239772598051</c:v>
                </c:pt>
                <c:pt idx="144">
                  <c:v>0.30564387124529185</c:v>
                </c:pt>
                <c:pt idx="145">
                  <c:v>0.30658301391942089</c:v>
                </c:pt>
                <c:pt idx="146">
                  <c:v>0.30751958318507239</c:v>
                </c:pt>
                <c:pt idx="147">
                  <c:v>0.30845530981951541</c:v>
                </c:pt>
                <c:pt idx="148">
                  <c:v>0.30938922861019608</c:v>
                </c:pt>
                <c:pt idx="149">
                  <c:v>0.31032216791044415</c:v>
                </c:pt>
                <c:pt idx="150">
                  <c:v>0.31125275236525324</c:v>
                </c:pt>
                <c:pt idx="151">
                  <c:v>0.31218150041621667</c:v>
                </c:pt>
                <c:pt idx="152">
                  <c:v>0.31309285223665118</c:v>
                </c:pt>
                <c:pt idx="153">
                  <c:v>0.31399946882940366</c:v>
                </c:pt>
                <c:pt idx="154">
                  <c:v>0.31490297146728852</c:v>
                </c:pt>
                <c:pt idx="155">
                  <c:v>0.31580611855806695</c:v>
                </c:pt>
                <c:pt idx="156">
                  <c:v>0.31670877377842344</c:v>
                </c:pt>
                <c:pt idx="157">
                  <c:v>0.31760910933197556</c:v>
                </c:pt>
                <c:pt idx="158">
                  <c:v>0.318499174486848</c:v>
                </c:pt>
                <c:pt idx="159">
                  <c:v>0.31938613712610114</c:v>
                </c:pt>
                <c:pt idx="160">
                  <c:v>0.3202687492246864</c:v>
                </c:pt>
                <c:pt idx="161">
                  <c:v>0.32115133463589995</c:v>
                </c:pt>
                <c:pt idx="162">
                  <c:v>0.32203224824853816</c:v>
                </c:pt>
                <c:pt idx="163">
                  <c:v>0.32291114482202798</c:v>
                </c:pt>
                <c:pt idx="164">
                  <c:v>0.32377967245888789</c:v>
                </c:pt>
                <c:pt idx="165">
                  <c:v>0.32464790270447641</c:v>
                </c:pt>
                <c:pt idx="166">
                  <c:v>0.32551040395313213</c:v>
                </c:pt>
                <c:pt idx="167">
                  <c:v>0.32636230638548969</c:v>
                </c:pt>
                <c:pt idx="168">
                  <c:v>0.3272097337160878</c:v>
                </c:pt>
                <c:pt idx="169">
                  <c:v>0.32805110305509838</c:v>
                </c:pt>
                <c:pt idx="170">
                  <c:v>0.32889173370661606</c:v>
                </c:pt>
                <c:pt idx="171">
                  <c:v>0.3297322401021871</c:v>
                </c:pt>
                <c:pt idx="172">
                  <c:v>0.33057213567487076</c:v>
                </c:pt>
                <c:pt idx="173">
                  <c:v>0.33140322216443974</c:v>
                </c:pt>
                <c:pt idx="174">
                  <c:v>0.33223370408418934</c:v>
                </c:pt>
                <c:pt idx="175">
                  <c:v>0.33306234945704388</c:v>
                </c:pt>
                <c:pt idx="176">
                  <c:v>0.33388652420448117</c:v>
                </c:pt>
                <c:pt idx="177">
                  <c:v>0.33470932943061832</c:v>
                </c:pt>
                <c:pt idx="178">
                  <c:v>0.33553187848713184</c:v>
                </c:pt>
                <c:pt idx="179">
                  <c:v>0.33635255715620777</c:v>
                </c:pt>
                <c:pt idx="180">
                  <c:v>0.33717075946747427</c:v>
                </c:pt>
                <c:pt idx="181">
                  <c:v>0.33798640373761935</c:v>
                </c:pt>
                <c:pt idx="182">
                  <c:v>0.33880015031706662</c:v>
                </c:pt>
                <c:pt idx="183">
                  <c:v>0.33961321068582118</c:v>
                </c:pt>
                <c:pt idx="184">
                  <c:v>0.34042339318281251</c:v>
                </c:pt>
                <c:pt idx="185">
                  <c:v>0.34123048776417608</c:v>
                </c:pt>
                <c:pt idx="186">
                  <c:v>0.34203408582313699</c:v>
                </c:pt>
                <c:pt idx="187">
                  <c:v>0.34283601048749135</c:v>
                </c:pt>
                <c:pt idx="188">
                  <c:v>0.34363780105142461</c:v>
                </c:pt>
                <c:pt idx="189">
                  <c:v>0.34443803414952534</c:v>
                </c:pt>
                <c:pt idx="190">
                  <c:v>0.34523050386895032</c:v>
                </c:pt>
                <c:pt idx="191">
                  <c:v>0.34602145145359853</c:v>
                </c:pt>
                <c:pt idx="192">
                  <c:v>0.34681133036887313</c:v>
                </c:pt>
                <c:pt idx="193">
                  <c:v>0.34759939140451634</c:v>
                </c:pt>
                <c:pt idx="194">
                  <c:v>0.34838697657847639</c:v>
                </c:pt>
                <c:pt idx="195">
                  <c:v>0.34917117270018494</c:v>
                </c:pt>
                <c:pt idx="196">
                  <c:v>0.34995359017160038</c:v>
                </c:pt>
                <c:pt idx="197">
                  <c:v>0.35072862142137695</c:v>
                </c:pt>
                <c:pt idx="198">
                  <c:v>0.35150234956405207</c:v>
                </c:pt>
                <c:pt idx="199">
                  <c:v>0.35227576351758788</c:v>
                </c:pt>
                <c:pt idx="200">
                  <c:v>0.35304296297647453</c:v>
                </c:pt>
                <c:pt idx="201">
                  <c:v>0.35380542596399378</c:v>
                </c:pt>
                <c:pt idx="202">
                  <c:v>0.35455910994252532</c:v>
                </c:pt>
                <c:pt idx="203">
                  <c:v>0.35531184519824893</c:v>
                </c:pt>
                <c:pt idx="204">
                  <c:v>0.35606423606084203</c:v>
                </c:pt>
                <c:pt idx="205">
                  <c:v>0.35681467536351119</c:v>
                </c:pt>
                <c:pt idx="206">
                  <c:v>0.35756066753986709</c:v>
                </c:pt>
                <c:pt idx="207">
                  <c:v>0.35829424741566351</c:v>
                </c:pt>
                <c:pt idx="208">
                  <c:v>0.35902502233741157</c:v>
                </c:pt>
                <c:pt idx="209">
                  <c:v>0.35975044092340208</c:v>
                </c:pt>
                <c:pt idx="210">
                  <c:v>0.36047370639101961</c:v>
                </c:pt>
                <c:pt idx="211">
                  <c:v>0.36119298303784447</c:v>
                </c:pt>
                <c:pt idx="212">
                  <c:v>0.36190981339575851</c:v>
                </c:pt>
                <c:pt idx="213">
                  <c:v>0.36262150971178692</c:v>
                </c:pt>
                <c:pt idx="214">
                  <c:v>0.36333277270997172</c:v>
                </c:pt>
                <c:pt idx="215">
                  <c:v>0.36404401209239012</c:v>
                </c:pt>
                <c:pt idx="216">
                  <c:v>0.3647538552714078</c:v>
                </c:pt>
                <c:pt idx="217">
                  <c:v>0.36546087928965376</c:v>
                </c:pt>
                <c:pt idx="218">
                  <c:v>0.36616662850338755</c:v>
                </c:pt>
                <c:pt idx="219">
                  <c:v>0.36686986633807617</c:v>
                </c:pt>
                <c:pt idx="220">
                  <c:v>0.36757048561791467</c:v>
                </c:pt>
                <c:pt idx="221">
                  <c:v>0.36827010701505425</c:v>
                </c:pt>
                <c:pt idx="222">
                  <c:v>0.3689670506491643</c:v>
                </c:pt>
                <c:pt idx="223">
                  <c:v>0.36966076190443709</c:v>
                </c:pt>
                <c:pt idx="224">
                  <c:v>0.37035284131821355</c:v>
                </c:pt>
                <c:pt idx="225">
                  <c:v>0.37104415617005881</c:v>
                </c:pt>
                <c:pt idx="226">
                  <c:v>0.37173296847246412</c:v>
                </c:pt>
                <c:pt idx="227">
                  <c:v>0.37242101561094237</c:v>
                </c:pt>
                <c:pt idx="228">
                  <c:v>0.37310599246458331</c:v>
                </c:pt>
                <c:pt idx="229">
                  <c:v>0.37378896384598193</c:v>
                </c:pt>
                <c:pt idx="230">
                  <c:v>0.37447070001559885</c:v>
                </c:pt>
                <c:pt idx="231">
                  <c:v>0.37515162640171729</c:v>
                </c:pt>
                <c:pt idx="232">
                  <c:v>0.37583010161538088</c:v>
                </c:pt>
                <c:pt idx="233">
                  <c:v>0.37650717677436563</c:v>
                </c:pt>
                <c:pt idx="234">
                  <c:v>0.37718141300034808</c:v>
                </c:pt>
                <c:pt idx="235">
                  <c:v>0.37785290323517157</c:v>
                </c:pt>
                <c:pt idx="236">
                  <c:v>0.37851954377893632</c:v>
                </c:pt>
                <c:pt idx="237">
                  <c:v>0.37918522414252331</c:v>
                </c:pt>
                <c:pt idx="238">
                  <c:v>0.37984833143441554</c:v>
                </c:pt>
                <c:pt idx="239">
                  <c:v>0.38051111085407902</c:v>
                </c:pt>
                <c:pt idx="240">
                  <c:v>0.38117066983168996</c:v>
                </c:pt>
                <c:pt idx="241">
                  <c:v>0.38182933059318092</c:v>
                </c:pt>
                <c:pt idx="242">
                  <c:v>0.38248599212301787</c:v>
                </c:pt>
                <c:pt idx="243">
                  <c:v>0.38314185284057661</c:v>
                </c:pt>
                <c:pt idx="244">
                  <c:v>0.38379599784160823</c:v>
                </c:pt>
                <c:pt idx="245">
                  <c:v>0.38444929876544504</c:v>
                </c:pt>
                <c:pt idx="246">
                  <c:v>0.38510114950095131</c:v>
                </c:pt>
                <c:pt idx="247">
                  <c:v>0.38575144444933429</c:v>
                </c:pt>
                <c:pt idx="248">
                  <c:v>0.3864002711371825</c:v>
                </c:pt>
                <c:pt idx="249">
                  <c:v>0.38704781929337168</c:v>
                </c:pt>
                <c:pt idx="250">
                  <c:v>0.38769065192114188</c:v>
                </c:pt>
                <c:pt idx="251">
                  <c:v>0.38832953645611507</c:v>
                </c:pt>
                <c:pt idx="252">
                  <c:v>0.38896343277434542</c:v>
                </c:pt>
                <c:pt idx="253">
                  <c:v>0.38959725216869767</c:v>
                </c:pt>
                <c:pt idx="254">
                  <c:v>0.39023057357931312</c:v>
                </c:pt>
                <c:pt idx="255">
                  <c:v>0.39086373809030234</c:v>
                </c:pt>
                <c:pt idx="256">
                  <c:v>0.39149648930163167</c:v>
                </c:pt>
                <c:pt idx="257">
                  <c:v>0.39212765664041682</c:v>
                </c:pt>
                <c:pt idx="258">
                  <c:v>0.39275790858923282</c:v>
                </c:pt>
                <c:pt idx="259">
                  <c:v>0.39338474807437812</c:v>
                </c:pt>
                <c:pt idx="260">
                  <c:v>0.39400943476808131</c:v>
                </c:pt>
                <c:pt idx="261">
                  <c:v>0.39463138965964062</c:v>
                </c:pt>
                <c:pt idx="262">
                  <c:v>0.39525329302786988</c:v>
                </c:pt>
                <c:pt idx="263">
                  <c:v>0.39587443694542257</c:v>
                </c:pt>
                <c:pt idx="264">
                  <c:v>0.39649539989399657</c:v>
                </c:pt>
                <c:pt idx="265">
                  <c:v>0.39711318797929762</c:v>
                </c:pt>
                <c:pt idx="266">
                  <c:v>0.39772781631895243</c:v>
                </c:pt>
                <c:pt idx="267">
                  <c:v>0.39834114722485126</c:v>
                </c:pt>
                <c:pt idx="268">
                  <c:v>0.39895341310517146</c:v>
                </c:pt>
                <c:pt idx="269">
                  <c:v>0.39956248961572038</c:v>
                </c:pt>
                <c:pt idx="270">
                  <c:v>0.4001711359837003</c:v>
                </c:pt>
                <c:pt idx="271">
                  <c:v>0.40077672273226822</c:v>
                </c:pt>
                <c:pt idx="272">
                  <c:v>0.40138167532779973</c:v>
                </c:pt>
                <c:pt idx="273">
                  <c:v>0.40198457539947491</c:v>
                </c:pt>
                <c:pt idx="274">
                  <c:v>0.40258598231923065</c:v>
                </c:pt>
                <c:pt idx="275">
                  <c:v>0.40318734485236885</c:v>
                </c:pt>
                <c:pt idx="276">
                  <c:v>0.40378563273536128</c:v>
                </c:pt>
                <c:pt idx="277">
                  <c:v>0.40438259041810232</c:v>
                </c:pt>
                <c:pt idx="278">
                  <c:v>0.40497840675444496</c:v>
                </c:pt>
                <c:pt idx="279">
                  <c:v>0.4055727191822478</c:v>
                </c:pt>
                <c:pt idx="280">
                  <c:v>0.40616626488677132</c:v>
                </c:pt>
                <c:pt idx="281">
                  <c:v>0.40675956982080602</c:v>
                </c:pt>
                <c:pt idx="282">
                  <c:v>0.40735175112681632</c:v>
                </c:pt>
                <c:pt idx="283">
                  <c:v>0.4079432756125409</c:v>
                </c:pt>
                <c:pt idx="284">
                  <c:v>0.40853372946303623</c:v>
                </c:pt>
                <c:pt idx="285">
                  <c:v>0.40912075074593118</c:v>
                </c:pt>
                <c:pt idx="286">
                  <c:v>0.40970626348630385</c:v>
                </c:pt>
                <c:pt idx="287">
                  <c:v>0.41028970344785454</c:v>
                </c:pt>
                <c:pt idx="288">
                  <c:v>0.41087231242364586</c:v>
                </c:pt>
                <c:pt idx="289">
                  <c:v>0.41145058443270732</c:v>
                </c:pt>
                <c:pt idx="290">
                  <c:v>0.41202856976609376</c:v>
                </c:pt>
                <c:pt idx="291">
                  <c:v>0.41260635126085937</c:v>
                </c:pt>
                <c:pt idx="292">
                  <c:v>0.41318336092323882</c:v>
                </c:pt>
                <c:pt idx="293">
                  <c:v>0.41376021500943089</c:v>
                </c:pt>
                <c:pt idx="294">
                  <c:v>0.41433702200908035</c:v>
                </c:pt>
                <c:pt idx="295">
                  <c:v>0.41491262207484858</c:v>
                </c:pt>
                <c:pt idx="296">
                  <c:v>0.4154881752988861</c:v>
                </c:pt>
                <c:pt idx="297">
                  <c:v>0.41605855189251112</c:v>
                </c:pt>
                <c:pt idx="298">
                  <c:v>0.41662762485921689</c:v>
                </c:pt>
                <c:pt idx="299">
                  <c:v>0.41719523540744807</c:v>
                </c:pt>
                <c:pt idx="300">
                  <c:v>0.41775881210915655</c:v>
                </c:pt>
                <c:pt idx="301">
                  <c:v>0.41832057270433165</c:v>
                </c:pt>
                <c:pt idx="302">
                  <c:v>0.41888125993971476</c:v>
                </c:pt>
                <c:pt idx="303">
                  <c:v>0.41944113960229756</c:v>
                </c:pt>
                <c:pt idx="304">
                  <c:v>0.42000058735762069</c:v>
                </c:pt>
                <c:pt idx="305">
                  <c:v>0.42055562022787513</c:v>
                </c:pt>
                <c:pt idx="306">
                  <c:v>0.4211096161451785</c:v>
                </c:pt>
                <c:pt idx="307">
                  <c:v>0.42166355120701982</c:v>
                </c:pt>
                <c:pt idx="308">
                  <c:v>0.42221675532345626</c:v>
                </c:pt>
                <c:pt idx="309">
                  <c:v>0.42276868418161334</c:v>
                </c:pt>
                <c:pt idx="310">
                  <c:v>0.42332037322771843</c:v>
                </c:pt>
                <c:pt idx="311">
                  <c:v>0.42386924383481339</c:v>
                </c:pt>
                <c:pt idx="312">
                  <c:v>0.42441791907441639</c:v>
                </c:pt>
                <c:pt idx="313">
                  <c:v>0.42496265762962288</c:v>
                </c:pt>
                <c:pt idx="314">
                  <c:v>0.42550669328044283</c:v>
                </c:pt>
                <c:pt idx="315">
                  <c:v>0.42604827221930464</c:v>
                </c:pt>
                <c:pt idx="316">
                  <c:v>0.42658019087165688</c:v>
                </c:pt>
                <c:pt idx="317">
                  <c:v>0.42711173276639225</c:v>
                </c:pt>
                <c:pt idx="318">
                  <c:v>0.42764316062122776</c:v>
                </c:pt>
                <c:pt idx="319">
                  <c:v>0.42817354313881922</c:v>
                </c:pt>
                <c:pt idx="320">
                  <c:v>0.42870362524390648</c:v>
                </c:pt>
                <c:pt idx="321">
                  <c:v>0.42923338757039176</c:v>
                </c:pt>
                <c:pt idx="322">
                  <c:v>0.42976115911283291</c:v>
                </c:pt>
                <c:pt idx="323">
                  <c:v>0.43028819232879439</c:v>
                </c:pt>
                <c:pt idx="324">
                  <c:v>0.43081511522833632</c:v>
                </c:pt>
                <c:pt idx="325">
                  <c:v>0.43134024385101782</c:v>
                </c:pt>
                <c:pt idx="326">
                  <c:v>0.43186334760151968</c:v>
                </c:pt>
                <c:pt idx="327">
                  <c:v>0.43238636489547866</c:v>
                </c:pt>
                <c:pt idx="328">
                  <c:v>0.43290890511149888</c:v>
                </c:pt>
                <c:pt idx="329">
                  <c:v>0.43343132678111279</c:v>
                </c:pt>
                <c:pt idx="330">
                  <c:v>0.43395284023900854</c:v>
                </c:pt>
                <c:pt idx="331">
                  <c:v>0.43447400976954287</c:v>
                </c:pt>
                <c:pt idx="332">
                  <c:v>0.4349942164638958</c:v>
                </c:pt>
                <c:pt idx="333">
                  <c:v>0.43551272135557273</c:v>
                </c:pt>
                <c:pt idx="334">
                  <c:v>0.43603009112000862</c:v>
                </c:pt>
                <c:pt idx="335">
                  <c:v>0.43654664519292313</c:v>
                </c:pt>
                <c:pt idx="336">
                  <c:v>0.43706050847087563</c:v>
                </c:pt>
                <c:pt idx="337">
                  <c:v>0.43757418824995409</c:v>
                </c:pt>
                <c:pt idx="338">
                  <c:v>0.43808782948256342</c:v>
                </c:pt>
                <c:pt idx="339">
                  <c:v>0.43859467909939687</c:v>
                </c:pt>
                <c:pt idx="340">
                  <c:v>0.43910072556914986</c:v>
                </c:pt>
                <c:pt idx="341">
                  <c:v>0.43960654716420905</c:v>
                </c:pt>
                <c:pt idx="342">
                  <c:v>0.44011211522333726</c:v>
                </c:pt>
                <c:pt idx="343">
                  <c:v>0.44061382642713348</c:v>
                </c:pt>
                <c:pt idx="344">
                  <c:v>0.44111460866438018</c:v>
                </c:pt>
                <c:pt idx="345">
                  <c:v>0.44161467283247341</c:v>
                </c:pt>
                <c:pt idx="346">
                  <c:v>0.44211420406406232</c:v>
                </c:pt>
                <c:pt idx="347">
                  <c:v>0.44261300601303288</c:v>
                </c:pt>
                <c:pt idx="348">
                  <c:v>0.4431109799099523</c:v>
                </c:pt>
                <c:pt idx="349">
                  <c:v>0.44360788379521232</c:v>
                </c:pt>
                <c:pt idx="350">
                  <c:v>0.44410313960533071</c:v>
                </c:pt>
                <c:pt idx="351">
                  <c:v>0.44459712269422125</c:v>
                </c:pt>
                <c:pt idx="352">
                  <c:v>0.44509105908231145</c:v>
                </c:pt>
                <c:pt idx="353">
                  <c:v>0.44558434704572092</c:v>
                </c:pt>
                <c:pt idx="354">
                  <c:v>0.44607756568367424</c:v>
                </c:pt>
                <c:pt idx="355">
                  <c:v>0.44656974885370526</c:v>
                </c:pt>
                <c:pt idx="356">
                  <c:v>0.44706053624352349</c:v>
                </c:pt>
                <c:pt idx="357">
                  <c:v>0.44755060203515851</c:v>
                </c:pt>
                <c:pt idx="358">
                  <c:v>0.44804050406817075</c:v>
                </c:pt>
                <c:pt idx="359">
                  <c:v>0.44852686772710743</c:v>
                </c:pt>
                <c:pt idx="360">
                  <c:v>0.44901220655465041</c:v>
                </c:pt>
                <c:pt idx="361">
                  <c:v>0.44949734559170174</c:v>
                </c:pt>
                <c:pt idx="362">
                  <c:v>0.44998100766773591</c:v>
                </c:pt>
                <c:pt idx="363">
                  <c:v>0.45046232434055788</c:v>
                </c:pt>
                <c:pt idx="364">
                  <c:v>0.45094351354608303</c:v>
                </c:pt>
                <c:pt idx="365">
                  <c:v>0.45142466047251101</c:v>
                </c:pt>
                <c:pt idx="366">
                  <c:v>0.45190517058407831</c:v>
                </c:pt>
                <c:pt idx="367">
                  <c:v>0.45238549226589886</c:v>
                </c:pt>
                <c:pt idx="368">
                  <c:v>0.45286383777465122</c:v>
                </c:pt>
                <c:pt idx="369">
                  <c:v>0.45334188843210849</c:v>
                </c:pt>
                <c:pt idx="370">
                  <c:v>0.45381970805803651</c:v>
                </c:pt>
                <c:pt idx="371">
                  <c:v>0.45429565363135638</c:v>
                </c:pt>
                <c:pt idx="372">
                  <c:v>0.45477063413422142</c:v>
                </c:pt>
                <c:pt idx="373">
                  <c:v>0.45524382708749456</c:v>
                </c:pt>
                <c:pt idx="374">
                  <c:v>0.45571558655819905</c:v>
                </c:pt>
                <c:pt idx="375">
                  <c:v>0.45618654136496783</c:v>
                </c:pt>
                <c:pt idx="376">
                  <c:v>0.45665712963519023</c:v>
                </c:pt>
                <c:pt idx="377">
                  <c:v>0.45712743543009893</c:v>
                </c:pt>
                <c:pt idx="378">
                  <c:v>0.45759593201277793</c:v>
                </c:pt>
                <c:pt idx="379">
                  <c:v>0.45806127503937116</c:v>
                </c:pt>
                <c:pt idx="380">
                  <c:v>0.45852584193503382</c:v>
                </c:pt>
                <c:pt idx="381">
                  <c:v>0.45898991755634383</c:v>
                </c:pt>
                <c:pt idx="382">
                  <c:v>0.45945387675081384</c:v>
                </c:pt>
                <c:pt idx="383">
                  <c:v>0.4599167809922089</c:v>
                </c:pt>
                <c:pt idx="384">
                  <c:v>0.46037869033722661</c:v>
                </c:pt>
                <c:pt idx="385">
                  <c:v>0.46084032554101401</c:v>
                </c:pt>
                <c:pt idx="386">
                  <c:v>0.46130191260199233</c:v>
                </c:pt>
                <c:pt idx="387">
                  <c:v>0.4617633834892545</c:v>
                </c:pt>
                <c:pt idx="388">
                  <c:v>0.46222461492645506</c:v>
                </c:pt>
                <c:pt idx="389">
                  <c:v>0.46268529506716732</c:v>
                </c:pt>
                <c:pt idx="390">
                  <c:v>0.4631458123994685</c:v>
                </c:pt>
                <c:pt idx="391">
                  <c:v>0.46360601838426951</c:v>
                </c:pt>
                <c:pt idx="392">
                  <c:v>0.4640658153664029</c:v>
                </c:pt>
                <c:pt idx="393">
                  <c:v>0.46452514924931482</c:v>
                </c:pt>
                <c:pt idx="394">
                  <c:v>0.46498397807410313</c:v>
                </c:pt>
                <c:pt idx="395">
                  <c:v>0.46544131338610628</c:v>
                </c:pt>
                <c:pt idx="396">
                  <c:v>0.46589681583163406</c:v>
                </c:pt>
                <c:pt idx="397">
                  <c:v>0.46635052453095882</c:v>
                </c:pt>
                <c:pt idx="398">
                  <c:v>0.46680376596465001</c:v>
                </c:pt>
                <c:pt idx="399">
                  <c:v>0.46725499712352808</c:v>
                </c:pt>
                <c:pt idx="400">
                  <c:v>0.46770232650837779</c:v>
                </c:pt>
                <c:pt idx="401">
                  <c:v>0.46814806508776163</c:v>
                </c:pt>
                <c:pt idx="402">
                  <c:v>0.4685932357184649</c:v>
                </c:pt>
                <c:pt idx="403">
                  <c:v>0.46903838177481366</c:v>
                </c:pt>
                <c:pt idx="404">
                  <c:v>0.46948242874395946</c:v>
                </c:pt>
                <c:pt idx="405">
                  <c:v>0.46992464294971448</c:v>
                </c:pt>
                <c:pt idx="406">
                  <c:v>0.47036630962964526</c:v>
                </c:pt>
                <c:pt idx="407">
                  <c:v>0.47080738742186012</c:v>
                </c:pt>
                <c:pt idx="408">
                  <c:v>0.47124737584749882</c:v>
                </c:pt>
                <c:pt idx="409">
                  <c:v>0.4716868770392168</c:v>
                </c:pt>
                <c:pt idx="410">
                  <c:v>0.47212626050761702</c:v>
                </c:pt>
                <c:pt idx="411">
                  <c:v>0.47256482457926358</c:v>
                </c:pt>
                <c:pt idx="412">
                  <c:v>0.47300228112044368</c:v>
                </c:pt>
                <c:pt idx="413">
                  <c:v>0.47343943224094631</c:v>
                </c:pt>
                <c:pt idx="414">
                  <c:v>0.47387605230232682</c:v>
                </c:pt>
                <c:pt idx="415">
                  <c:v>0.4743094316405923</c:v>
                </c:pt>
                <c:pt idx="416">
                  <c:v>0.47474184180977197</c:v>
                </c:pt>
                <c:pt idx="417">
                  <c:v>0.47517304962440932</c:v>
                </c:pt>
                <c:pt idx="418">
                  <c:v>0.47560415259945082</c:v>
                </c:pt>
                <c:pt idx="419">
                  <c:v>0.47603497015539481</c:v>
                </c:pt>
                <c:pt idx="420">
                  <c:v>0.47646389932840716</c:v>
                </c:pt>
                <c:pt idx="421">
                  <c:v>0.47688897882719955</c:v>
                </c:pt>
                <c:pt idx="422">
                  <c:v>0.47731367718350814</c:v>
                </c:pt>
                <c:pt idx="423">
                  <c:v>0.47773759347666556</c:v>
                </c:pt>
                <c:pt idx="424">
                  <c:v>0.47816124189940368</c:v>
                </c:pt>
                <c:pt idx="425">
                  <c:v>0.47858442384595312</c:v>
                </c:pt>
                <c:pt idx="426">
                  <c:v>0.47900561366219646</c:v>
                </c:pt>
                <c:pt idx="427">
                  <c:v>0.47942626358197393</c:v>
                </c:pt>
                <c:pt idx="428">
                  <c:v>0.47984659178784422</c:v>
                </c:pt>
                <c:pt idx="429">
                  <c:v>0.48026604760172126</c:v>
                </c:pt>
                <c:pt idx="430">
                  <c:v>0.4806849092894922</c:v>
                </c:pt>
                <c:pt idx="431">
                  <c:v>0.48110367062668452</c:v>
                </c:pt>
                <c:pt idx="432">
                  <c:v>0.48151948518759607</c:v>
                </c:pt>
                <c:pt idx="433">
                  <c:v>0.48193404228167885</c:v>
                </c:pt>
                <c:pt idx="434">
                  <c:v>0.48234715213008261</c:v>
                </c:pt>
                <c:pt idx="435">
                  <c:v>0.48275945472203674</c:v>
                </c:pt>
                <c:pt idx="436">
                  <c:v>0.483171694768467</c:v>
                </c:pt>
                <c:pt idx="437">
                  <c:v>0.48358301695702388</c:v>
                </c:pt>
                <c:pt idx="438">
                  <c:v>0.48399397190808313</c:v>
                </c:pt>
                <c:pt idx="439">
                  <c:v>0.48440443722482995</c:v>
                </c:pt>
                <c:pt idx="440">
                  <c:v>0.48481373742197098</c:v>
                </c:pt>
                <c:pt idx="441">
                  <c:v>0.48522286396199138</c:v>
                </c:pt>
                <c:pt idx="442">
                  <c:v>0.48563140411681827</c:v>
                </c:pt>
                <c:pt idx="443">
                  <c:v>0.48603955519205061</c:v>
                </c:pt>
                <c:pt idx="444">
                  <c:v>0.48644757513812031</c:v>
                </c:pt>
                <c:pt idx="445">
                  <c:v>0.48685554053606028</c:v>
                </c:pt>
                <c:pt idx="446">
                  <c:v>0.48726291283082063</c:v>
                </c:pt>
                <c:pt idx="447">
                  <c:v>0.48766991438586094</c:v>
                </c:pt>
                <c:pt idx="448">
                  <c:v>0.48807555489334881</c:v>
                </c:pt>
                <c:pt idx="449">
                  <c:v>0.48847981192447859</c:v>
                </c:pt>
                <c:pt idx="450">
                  <c:v>0.48888397731790845</c:v>
                </c:pt>
                <c:pt idx="451">
                  <c:v>0.48928726583912607</c:v>
                </c:pt>
                <c:pt idx="452">
                  <c:v>0.48969040959808541</c:v>
                </c:pt>
                <c:pt idx="453">
                  <c:v>0.4900933906286043</c:v>
                </c:pt>
                <c:pt idx="454">
                  <c:v>0.49049606850813493</c:v>
                </c:pt>
                <c:pt idx="455">
                  <c:v>0.49089852806077738</c:v>
                </c:pt>
                <c:pt idx="456">
                  <c:v>0.49130071820401194</c:v>
                </c:pt>
                <c:pt idx="457">
                  <c:v>0.49170176193656112</c:v>
                </c:pt>
                <c:pt idx="458">
                  <c:v>0.49210263007393318</c:v>
                </c:pt>
                <c:pt idx="459">
                  <c:v>0.49250295751797485</c:v>
                </c:pt>
                <c:pt idx="460">
                  <c:v>0.49290266707297692</c:v>
                </c:pt>
                <c:pt idx="461">
                  <c:v>0.49330230278134346</c:v>
                </c:pt>
                <c:pt idx="462">
                  <c:v>0.49370044944340036</c:v>
                </c:pt>
                <c:pt idx="463">
                  <c:v>0.49409846162056364</c:v>
                </c:pt>
                <c:pt idx="464">
                  <c:v>0.49449637686203224</c:v>
                </c:pt>
                <c:pt idx="465">
                  <c:v>0.49489272003297935</c:v>
                </c:pt>
                <c:pt idx="466">
                  <c:v>0.49528900107710105</c:v>
                </c:pt>
                <c:pt idx="467">
                  <c:v>0.49568414205757838</c:v>
                </c:pt>
                <c:pt idx="468">
                  <c:v>0.49607734771439232</c:v>
                </c:pt>
                <c:pt idx="469">
                  <c:v>0.4964702136398611</c:v>
                </c:pt>
                <c:pt idx="470">
                  <c:v>0.49686229598265463</c:v>
                </c:pt>
                <c:pt idx="471">
                  <c:v>0.49725302638573943</c:v>
                </c:pt>
                <c:pt idx="472">
                  <c:v>0.49764344796928189</c:v>
                </c:pt>
                <c:pt idx="473">
                  <c:v>0.49803222235215044</c:v>
                </c:pt>
                <c:pt idx="474">
                  <c:v>0.49842054401894287</c:v>
                </c:pt>
                <c:pt idx="475">
                  <c:v>0.4988084637307364</c:v>
                </c:pt>
                <c:pt idx="476">
                  <c:v>0.49919634990619777</c:v>
                </c:pt>
                <c:pt idx="477">
                  <c:v>0.49958404119500488</c:v>
                </c:pt>
                <c:pt idx="478">
                  <c:v>0.49997171823281289</c:v>
                </c:pt>
                <c:pt idx="479">
                  <c:v>0.50035920657252464</c:v>
                </c:pt>
                <c:pt idx="480">
                  <c:v>0.50074626917130827</c:v>
                </c:pt>
                <c:pt idx="481">
                  <c:v>0.50113323383875052</c:v>
                </c:pt>
                <c:pt idx="482">
                  <c:v>0.50152014094516717</c:v>
                </c:pt>
                <c:pt idx="483">
                  <c:v>0.50190666251068861</c:v>
                </c:pt>
                <c:pt idx="484">
                  <c:v>0.50229219078305976</c:v>
                </c:pt>
                <c:pt idx="485">
                  <c:v>0.5026769130912786</c:v>
                </c:pt>
                <c:pt idx="486">
                  <c:v>0.50305930204371063</c:v>
                </c:pt>
                <c:pt idx="487">
                  <c:v>0.50344048998883617</c:v>
                </c:pt>
                <c:pt idx="488">
                  <c:v>0.5038210905515883</c:v>
                </c:pt>
                <c:pt idx="489">
                  <c:v>0.5042016814119995</c:v>
                </c:pt>
                <c:pt idx="490">
                  <c:v>0.50458177574334095</c:v>
                </c:pt>
                <c:pt idx="491">
                  <c:v>0.50496128994084577</c:v>
                </c:pt>
                <c:pt idx="492">
                  <c:v>0.50534052894584658</c:v>
                </c:pt>
                <c:pt idx="493">
                  <c:v>0.50571914691252251</c:v>
                </c:pt>
                <c:pt idx="494">
                  <c:v>0.50609341162292076</c:v>
                </c:pt>
                <c:pt idx="495">
                  <c:v>0.50646644185664602</c:v>
                </c:pt>
                <c:pt idx="496">
                  <c:v>0.50683905244372274</c:v>
                </c:pt>
                <c:pt idx="497">
                  <c:v>0.50721113232649995</c:v>
                </c:pt>
                <c:pt idx="498">
                  <c:v>0.50758122693680996</c:v>
                </c:pt>
                <c:pt idx="499">
                  <c:v>0.50795027686042293</c:v>
                </c:pt>
                <c:pt idx="500">
                  <c:v>0.50831868550117087</c:v>
                </c:pt>
                <c:pt idx="501">
                  <c:v>0.50868700434741987</c:v>
                </c:pt>
                <c:pt idx="502">
                  <c:v>0.50905415833095236</c:v>
                </c:pt>
                <c:pt idx="503">
                  <c:v>0.5094211456761395</c:v>
                </c:pt>
                <c:pt idx="504">
                  <c:v>0.50978689697489865</c:v>
                </c:pt>
                <c:pt idx="505">
                  <c:v>0.51015236136298936</c:v>
                </c:pt>
                <c:pt idx="506">
                  <c:v>0.51051726922050356</c:v>
                </c:pt>
                <c:pt idx="507">
                  <c:v>0.510882176708644</c:v>
                </c:pt>
                <c:pt idx="508">
                  <c:v>0.51124700480931851</c:v>
                </c:pt>
                <c:pt idx="509">
                  <c:v>0.51161163499457341</c:v>
                </c:pt>
                <c:pt idx="510">
                  <c:v>0.51197573999322954</c:v>
                </c:pt>
                <c:pt idx="511">
                  <c:v>0.5123397101010625</c:v>
                </c:pt>
                <c:pt idx="512">
                  <c:v>0.51270262870254457</c:v>
                </c:pt>
                <c:pt idx="513">
                  <c:v>0.51306450598238551</c:v>
                </c:pt>
                <c:pt idx="514">
                  <c:v>0.51342535528431354</c:v>
                </c:pt>
                <c:pt idx="515">
                  <c:v>0.51378606533994697</c:v>
                </c:pt>
                <c:pt idx="516">
                  <c:v>0.51414640068902562</c:v>
                </c:pt>
                <c:pt idx="517">
                  <c:v>0.51450652608503356</c:v>
                </c:pt>
                <c:pt idx="518">
                  <c:v>0.51486630283703227</c:v>
                </c:pt>
                <c:pt idx="519">
                  <c:v>0.51522540465966971</c:v>
                </c:pt>
                <c:pt idx="520">
                  <c:v>0.51558442299531959</c:v>
                </c:pt>
                <c:pt idx="521">
                  <c:v>0.5159433894743255</c:v>
                </c:pt>
                <c:pt idx="522">
                  <c:v>0.5163021523367074</c:v>
                </c:pt>
                <c:pt idx="523">
                  <c:v>0.51665980036976755</c:v>
                </c:pt>
                <c:pt idx="524">
                  <c:v>0.51701706617434096</c:v>
                </c:pt>
                <c:pt idx="525">
                  <c:v>0.51737416275192727</c:v>
                </c:pt>
                <c:pt idx="526">
                  <c:v>0.5177297299894601</c:v>
                </c:pt>
                <c:pt idx="527">
                  <c:v>0.51808511529783652</c:v>
                </c:pt>
                <c:pt idx="528">
                  <c:v>0.51844045048627674</c:v>
                </c:pt>
                <c:pt idx="529">
                  <c:v>0.51879443498765687</c:v>
                </c:pt>
                <c:pt idx="530">
                  <c:v>0.51914791651774561</c:v>
                </c:pt>
                <c:pt idx="531">
                  <c:v>0.51950099360037405</c:v>
                </c:pt>
                <c:pt idx="532">
                  <c:v>0.51985404191301798</c:v>
                </c:pt>
                <c:pt idx="533">
                  <c:v>0.52020701431421801</c:v>
                </c:pt>
                <c:pt idx="534">
                  <c:v>0.52055950051573396</c:v>
                </c:pt>
                <c:pt idx="535">
                  <c:v>0.52091190483249739</c:v>
                </c:pt>
                <c:pt idx="536">
                  <c:v>0.52126345229547399</c:v>
                </c:pt>
                <c:pt idx="537">
                  <c:v>0.52161361448805865</c:v>
                </c:pt>
                <c:pt idx="538">
                  <c:v>0.52196374277999458</c:v>
                </c:pt>
                <c:pt idx="539">
                  <c:v>0.52231378507737947</c:v>
                </c:pt>
                <c:pt idx="540">
                  <c:v>0.52266381294462461</c:v>
                </c:pt>
                <c:pt idx="541">
                  <c:v>0.5230117071003767</c:v>
                </c:pt>
                <c:pt idx="542">
                  <c:v>0.52335960032611062</c:v>
                </c:pt>
                <c:pt idx="543">
                  <c:v>0.52370739738919525</c:v>
                </c:pt>
                <c:pt idx="544">
                  <c:v>0.5240548426390903</c:v>
                </c:pt>
                <c:pt idx="545">
                  <c:v>0.52440216645512649</c:v>
                </c:pt>
                <c:pt idx="546">
                  <c:v>0.52474854019520623</c:v>
                </c:pt>
                <c:pt idx="547">
                  <c:v>0.525094839961321</c:v>
                </c:pt>
                <c:pt idx="548">
                  <c:v>0.52544012765105441</c:v>
                </c:pt>
                <c:pt idx="549">
                  <c:v>0.52578524822245787</c:v>
                </c:pt>
                <c:pt idx="550">
                  <c:v>0.52612997505763359</c:v>
                </c:pt>
                <c:pt idx="551">
                  <c:v>0.52647453463695659</c:v>
                </c:pt>
                <c:pt idx="552">
                  <c:v>0.52681870041492218</c:v>
                </c:pt>
                <c:pt idx="553">
                  <c:v>0.52716239028648149</c:v>
                </c:pt>
                <c:pt idx="554">
                  <c:v>0.52750577851457425</c:v>
                </c:pt>
                <c:pt idx="555">
                  <c:v>0.52784905984639285</c:v>
                </c:pt>
                <c:pt idx="556">
                  <c:v>0.52819234094462353</c:v>
                </c:pt>
                <c:pt idx="557">
                  <c:v>0.52853478901536455</c:v>
                </c:pt>
                <c:pt idx="558">
                  <c:v>0.5288768115757938</c:v>
                </c:pt>
                <c:pt idx="559">
                  <c:v>0.52921824689756658</c:v>
                </c:pt>
                <c:pt idx="560">
                  <c:v>0.52955960703109362</c:v>
                </c:pt>
                <c:pt idx="561">
                  <c:v>0.52990039912535858</c:v>
                </c:pt>
                <c:pt idx="562">
                  <c:v>0.53024112982332949</c:v>
                </c:pt>
                <c:pt idx="563">
                  <c:v>0.53058131844439105</c:v>
                </c:pt>
                <c:pt idx="564">
                  <c:v>0.53092150066759725</c:v>
                </c:pt>
                <c:pt idx="565">
                  <c:v>0.53126124571287259</c:v>
                </c:pt>
                <c:pt idx="566">
                  <c:v>0.53160030160789262</c:v>
                </c:pt>
                <c:pt idx="567">
                  <c:v>0.53193897939929802</c:v>
                </c:pt>
                <c:pt idx="568">
                  <c:v>0.53227738023111659</c:v>
                </c:pt>
                <c:pt idx="569">
                  <c:v>0.53261561040806493</c:v>
                </c:pt>
                <c:pt idx="570">
                  <c:v>0.53295331901668752</c:v>
                </c:pt>
                <c:pt idx="571">
                  <c:v>0.53329076883711357</c:v>
                </c:pt>
                <c:pt idx="572">
                  <c:v>0.53362799422440865</c:v>
                </c:pt>
                <c:pt idx="573">
                  <c:v>0.53396514990717958</c:v>
                </c:pt>
                <c:pt idx="574">
                  <c:v>0.53430206294079652</c:v>
                </c:pt>
                <c:pt idx="575">
                  <c:v>0.53463891913429062</c:v>
                </c:pt>
                <c:pt idx="576">
                  <c:v>0.53497571926158471</c:v>
                </c:pt>
                <c:pt idx="577">
                  <c:v>0.53531230189470358</c:v>
                </c:pt>
                <c:pt idx="578">
                  <c:v>0.53564881818409382</c:v>
                </c:pt>
                <c:pt idx="579">
                  <c:v>0.53598531248891013</c:v>
                </c:pt>
                <c:pt idx="580">
                  <c:v>0.53632179078617781</c:v>
                </c:pt>
                <c:pt idx="581">
                  <c:v>0.53665802404941565</c:v>
                </c:pt>
                <c:pt idx="582">
                  <c:v>0.53699401586108364</c:v>
                </c:pt>
                <c:pt idx="583">
                  <c:v>0.53732996530320309</c:v>
                </c:pt>
                <c:pt idx="584">
                  <c:v>0.53766568980806206</c:v>
                </c:pt>
                <c:pt idx="585">
                  <c:v>0.53800079127538925</c:v>
                </c:pt>
                <c:pt idx="586">
                  <c:v>0.53833565802376471</c:v>
                </c:pt>
                <c:pt idx="587">
                  <c:v>0.53867051977508162</c:v>
                </c:pt>
                <c:pt idx="588">
                  <c:v>0.53900470650478594</c:v>
                </c:pt>
                <c:pt idx="589">
                  <c:v>0.53933726821273498</c:v>
                </c:pt>
                <c:pt idx="590">
                  <c:v>0.53966805870359724</c:v>
                </c:pt>
                <c:pt idx="591">
                  <c:v>0.53999784597616651</c:v>
                </c:pt>
                <c:pt idx="592">
                  <c:v>0.54032720323538963</c:v>
                </c:pt>
                <c:pt idx="593">
                  <c:v>0.54065635538420154</c:v>
                </c:pt>
                <c:pt idx="594">
                  <c:v>0.54098530494872132</c:v>
                </c:pt>
                <c:pt idx="595">
                  <c:v>0.54131294513071315</c:v>
                </c:pt>
                <c:pt idx="596">
                  <c:v>0.54164019599002311</c:v>
                </c:pt>
                <c:pt idx="597">
                  <c:v>0.54196704638411985</c:v>
                </c:pt>
                <c:pt idx="598">
                  <c:v>0.54229329372938062</c:v>
                </c:pt>
                <c:pt idx="599">
                  <c:v>0.54261918803384968</c:v>
                </c:pt>
                <c:pt idx="600">
                  <c:v>0.54294477174617162</c:v>
                </c:pt>
                <c:pt idx="601">
                  <c:v>0.54326895821798959</c:v>
                </c:pt>
                <c:pt idx="602">
                  <c:v>0.54359265482043551</c:v>
                </c:pt>
                <c:pt idx="603">
                  <c:v>0.54391605653001762</c:v>
                </c:pt>
                <c:pt idx="604">
                  <c:v>0.54423917696720558</c:v>
                </c:pt>
                <c:pt idx="605">
                  <c:v>0.54456225690979176</c:v>
                </c:pt>
                <c:pt idx="606">
                  <c:v>0.54488522404092155</c:v>
                </c:pt>
                <c:pt idx="607">
                  <c:v>0.54520817637133634</c:v>
                </c:pt>
                <c:pt idx="608">
                  <c:v>0.54553068705619134</c:v>
                </c:pt>
                <c:pt idx="609">
                  <c:v>0.54585269649294899</c:v>
                </c:pt>
                <c:pt idx="610">
                  <c:v>0.5461742571565521</c:v>
                </c:pt>
                <c:pt idx="611">
                  <c:v>0.5464950267477926</c:v>
                </c:pt>
                <c:pt idx="612">
                  <c:v>0.54681577226402611</c:v>
                </c:pt>
                <c:pt idx="613">
                  <c:v>0.54713589473702651</c:v>
                </c:pt>
                <c:pt idx="614">
                  <c:v>0.5474553323887118</c:v>
                </c:pt>
                <c:pt idx="615">
                  <c:v>0.54777467652894685</c:v>
                </c:pt>
                <c:pt idx="616">
                  <c:v>0.54809399338012665</c:v>
                </c:pt>
                <c:pt idx="617">
                  <c:v>0.54841288523299625</c:v>
                </c:pt>
                <c:pt idx="618">
                  <c:v>0.54873068804978964</c:v>
                </c:pt>
                <c:pt idx="619">
                  <c:v>0.54904698358831061</c:v>
                </c:pt>
                <c:pt idx="620">
                  <c:v>0.54936127673314483</c:v>
                </c:pt>
                <c:pt idx="621">
                  <c:v>0.54967484829064672</c:v>
                </c:pt>
                <c:pt idx="622">
                  <c:v>0.54998832755581462</c:v>
                </c:pt>
                <c:pt idx="623">
                  <c:v>0.55030128460373162</c:v>
                </c:pt>
                <c:pt idx="624">
                  <c:v>0.55061410454182114</c:v>
                </c:pt>
                <c:pt idx="625">
                  <c:v>0.55092683380398066</c:v>
                </c:pt>
                <c:pt idx="626">
                  <c:v>0.55123911765001965</c:v>
                </c:pt>
                <c:pt idx="627">
                  <c:v>0.55155092885086698</c:v>
                </c:pt>
                <c:pt idx="628">
                  <c:v>0.55186156938201958</c:v>
                </c:pt>
                <c:pt idx="629">
                  <c:v>0.55217219731746059</c:v>
                </c:pt>
                <c:pt idx="630">
                  <c:v>0.55248274552077847</c:v>
                </c:pt>
                <c:pt idx="631">
                  <c:v>0.55279226504334278</c:v>
                </c:pt>
                <c:pt idx="632">
                  <c:v>0.55310147630931394</c:v>
                </c:pt>
                <c:pt idx="633">
                  <c:v>0.55340910607172966</c:v>
                </c:pt>
                <c:pt idx="634">
                  <c:v>0.55371669409248225</c:v>
                </c:pt>
                <c:pt idx="635">
                  <c:v>0.55402408422659533</c:v>
                </c:pt>
                <c:pt idx="636">
                  <c:v>0.55433136595314358</c:v>
                </c:pt>
                <c:pt idx="637">
                  <c:v>0.55463855262820139</c:v>
                </c:pt>
                <c:pt idx="638">
                  <c:v>0.55494527194083765</c:v>
                </c:pt>
                <c:pt idx="639">
                  <c:v>0.55525189666758712</c:v>
                </c:pt>
                <c:pt idx="640">
                  <c:v>0.55555765574342253</c:v>
                </c:pt>
                <c:pt idx="641">
                  <c:v>0.55586326406555531</c:v>
                </c:pt>
                <c:pt idx="642">
                  <c:v>0.55616827711452554</c:v>
                </c:pt>
                <c:pt idx="643">
                  <c:v>0.55647327604890862</c:v>
                </c:pt>
                <c:pt idx="644">
                  <c:v>0.55677813257205833</c:v>
                </c:pt>
                <c:pt idx="645">
                  <c:v>0.55708246455816979</c:v>
                </c:pt>
                <c:pt idx="646">
                  <c:v>0.55738580813365823</c:v>
                </c:pt>
                <c:pt idx="647">
                  <c:v>0.55768901881190003</c:v>
                </c:pt>
                <c:pt idx="648">
                  <c:v>0.55799177009968826</c:v>
                </c:pt>
                <c:pt idx="649">
                  <c:v>0.55829395422259465</c:v>
                </c:pt>
                <c:pt idx="650">
                  <c:v>0.5585955293984266</c:v>
                </c:pt>
                <c:pt idx="651">
                  <c:v>0.55889669565243261</c:v>
                </c:pt>
                <c:pt idx="652">
                  <c:v>0.55919783571106507</c:v>
                </c:pt>
                <c:pt idx="653">
                  <c:v>0.55949894445881965</c:v>
                </c:pt>
                <c:pt idx="654">
                  <c:v>0.55979965499379991</c:v>
                </c:pt>
                <c:pt idx="655">
                  <c:v>0.56010027572392651</c:v>
                </c:pt>
                <c:pt idx="656">
                  <c:v>0.56040048967433254</c:v>
                </c:pt>
                <c:pt idx="657">
                  <c:v>0.56070059676522399</c:v>
                </c:pt>
                <c:pt idx="658">
                  <c:v>0.5610004908064623</c:v>
                </c:pt>
                <c:pt idx="659">
                  <c:v>0.56130028338271853</c:v>
                </c:pt>
                <c:pt idx="660">
                  <c:v>0.56159939236963585</c:v>
                </c:pt>
                <c:pt idx="661">
                  <c:v>0.56189844712867565</c:v>
                </c:pt>
                <c:pt idx="662">
                  <c:v>0.56219708275189761</c:v>
                </c:pt>
                <c:pt idx="663">
                  <c:v>0.56249551756782956</c:v>
                </c:pt>
                <c:pt idx="664">
                  <c:v>0.56279377736271263</c:v>
                </c:pt>
                <c:pt idx="665">
                  <c:v>0.56309146486586481</c:v>
                </c:pt>
                <c:pt idx="666">
                  <c:v>0.56338904738329165</c:v>
                </c:pt>
                <c:pt idx="667">
                  <c:v>0.56368600773949484</c:v>
                </c:pt>
                <c:pt idx="668">
                  <c:v>0.56398223339011577</c:v>
                </c:pt>
                <c:pt idx="669">
                  <c:v>0.56427840910490989</c:v>
                </c:pt>
                <c:pt idx="670">
                  <c:v>0.56457431410588188</c:v>
                </c:pt>
                <c:pt idx="671">
                  <c:v>0.56487015312266109</c:v>
                </c:pt>
                <c:pt idx="672">
                  <c:v>0.56516551614758392</c:v>
                </c:pt>
                <c:pt idx="673">
                  <c:v>0.56546080552508371</c:v>
                </c:pt>
                <c:pt idx="674">
                  <c:v>0.56575577427074164</c:v>
                </c:pt>
                <c:pt idx="675">
                  <c:v>0.56605040716908839</c:v>
                </c:pt>
                <c:pt idx="676">
                  <c:v>0.5663446179002587</c:v>
                </c:pt>
                <c:pt idx="677">
                  <c:v>0.56663839752037315</c:v>
                </c:pt>
                <c:pt idx="678">
                  <c:v>0.56693216619269859</c:v>
                </c:pt>
                <c:pt idx="679">
                  <c:v>0.56722573179352265</c:v>
                </c:pt>
                <c:pt idx="680">
                  <c:v>0.56751908832498321</c:v>
                </c:pt>
                <c:pt idx="681">
                  <c:v>0.56781234641073308</c:v>
                </c:pt>
                <c:pt idx="682">
                  <c:v>0.56810446790262059</c:v>
                </c:pt>
                <c:pt idx="683">
                  <c:v>0.56839652922048634</c:v>
                </c:pt>
                <c:pt idx="684">
                  <c:v>0.56868851416780963</c:v>
                </c:pt>
                <c:pt idx="685">
                  <c:v>0.5689801223518226</c:v>
                </c:pt>
                <c:pt idx="686">
                  <c:v>0.56927130211425314</c:v>
                </c:pt>
                <c:pt idx="687">
                  <c:v>0.56956233695128766</c:v>
                </c:pt>
                <c:pt idx="688">
                  <c:v>0.56985326819606552</c:v>
                </c:pt>
                <c:pt idx="689">
                  <c:v>0.5701441059782717</c:v>
                </c:pt>
                <c:pt idx="690">
                  <c:v>0.57043432878545752</c:v>
                </c:pt>
                <c:pt idx="691">
                  <c:v>0.57072413823217394</c:v>
                </c:pt>
                <c:pt idx="692">
                  <c:v>0.57101384594659887</c:v>
                </c:pt>
                <c:pt idx="693">
                  <c:v>0.57130207165431468</c:v>
                </c:pt>
                <c:pt idx="694">
                  <c:v>0.57158980858934061</c:v>
                </c:pt>
                <c:pt idx="695">
                  <c:v>0.57187746071875878</c:v>
                </c:pt>
                <c:pt idx="696">
                  <c:v>0.57216505476935353</c:v>
                </c:pt>
                <c:pt idx="697">
                  <c:v>0.5724525397871657</c:v>
                </c:pt>
                <c:pt idx="698">
                  <c:v>0.57273976766246015</c:v>
                </c:pt>
                <c:pt idx="699">
                  <c:v>0.57302693614292988</c:v>
                </c:pt>
                <c:pt idx="700">
                  <c:v>0.57331408360684244</c:v>
                </c:pt>
                <c:pt idx="701">
                  <c:v>0.57360109260639391</c:v>
                </c:pt>
                <c:pt idx="702">
                  <c:v>0.57388801866895534</c:v>
                </c:pt>
                <c:pt idx="703">
                  <c:v>0.57417465343422835</c:v>
                </c:pt>
                <c:pt idx="704">
                  <c:v>0.57446128133131558</c:v>
                </c:pt>
                <c:pt idx="705">
                  <c:v>0.57474733317489257</c:v>
                </c:pt>
                <c:pt idx="706">
                  <c:v>0.5750331550633454</c:v>
                </c:pt>
                <c:pt idx="707">
                  <c:v>0.5753187976409524</c:v>
                </c:pt>
                <c:pt idx="708">
                  <c:v>0.57560443747641821</c:v>
                </c:pt>
                <c:pt idx="709">
                  <c:v>0.57588936157853965</c:v>
                </c:pt>
                <c:pt idx="710">
                  <c:v>0.57617415293845964</c:v>
                </c:pt>
                <c:pt idx="711">
                  <c:v>0.57645885746424674</c:v>
                </c:pt>
                <c:pt idx="712">
                  <c:v>0.57674329051459083</c:v>
                </c:pt>
                <c:pt idx="713">
                  <c:v>0.57702725448130465</c:v>
                </c:pt>
                <c:pt idx="714">
                  <c:v>0.57731080485168629</c:v>
                </c:pt>
                <c:pt idx="715">
                  <c:v>0.57759413614459043</c:v>
                </c:pt>
                <c:pt idx="716">
                  <c:v>0.57787737037333664</c:v>
                </c:pt>
                <c:pt idx="717">
                  <c:v>0.57816016400263115</c:v>
                </c:pt>
                <c:pt idx="718">
                  <c:v>0.5784427801349632</c:v>
                </c:pt>
                <c:pt idx="719">
                  <c:v>0.57872521572465363</c:v>
                </c:pt>
                <c:pt idx="720">
                  <c:v>0.57900764224015011</c:v>
                </c:pt>
                <c:pt idx="721">
                  <c:v>0.57928999067680464</c:v>
                </c:pt>
                <c:pt idx="722">
                  <c:v>0.57957231614441762</c:v>
                </c:pt>
                <c:pt idx="723">
                  <c:v>0.57985411907788864</c:v>
                </c:pt>
                <c:pt idx="724">
                  <c:v>0.58013586586513743</c:v>
                </c:pt>
                <c:pt idx="725">
                  <c:v>0.58041737195438636</c:v>
                </c:pt>
                <c:pt idx="726">
                  <c:v>0.58069805687118736</c:v>
                </c:pt>
                <c:pt idx="727">
                  <c:v>0.58097801994067022</c:v>
                </c:pt>
                <c:pt idx="728">
                  <c:v>0.58125714574760912</c:v>
                </c:pt>
                <c:pt idx="729">
                  <c:v>0.58153602844863983</c:v>
                </c:pt>
                <c:pt idx="730">
                  <c:v>0.58181453315537934</c:v>
                </c:pt>
                <c:pt idx="731">
                  <c:v>0.58209297896965373</c:v>
                </c:pt>
                <c:pt idx="732">
                  <c:v>0.58237137900660418</c:v>
                </c:pt>
                <c:pt idx="733">
                  <c:v>0.58264938252209664</c:v>
                </c:pt>
                <c:pt idx="734">
                  <c:v>0.58292726070670231</c:v>
                </c:pt>
                <c:pt idx="735">
                  <c:v>0.58320478758317662</c:v>
                </c:pt>
                <c:pt idx="736">
                  <c:v>0.58348229742763513</c:v>
                </c:pt>
                <c:pt idx="737">
                  <c:v>0.58375975425543603</c:v>
                </c:pt>
                <c:pt idx="738">
                  <c:v>0.58403659221565718</c:v>
                </c:pt>
                <c:pt idx="739">
                  <c:v>0.58431318093565321</c:v>
                </c:pt>
                <c:pt idx="740">
                  <c:v>0.58458842492648133</c:v>
                </c:pt>
                <c:pt idx="741">
                  <c:v>0.58486310772327932</c:v>
                </c:pt>
                <c:pt idx="742">
                  <c:v>0.58513765583986177</c:v>
                </c:pt>
                <c:pt idx="743">
                  <c:v>0.58541194300369326</c:v>
                </c:pt>
                <c:pt idx="744">
                  <c:v>0.58568585421663333</c:v>
                </c:pt>
                <c:pt idx="745">
                  <c:v>0.58595970419126109</c:v>
                </c:pt>
                <c:pt idx="746">
                  <c:v>0.58623238999761618</c:v>
                </c:pt>
                <c:pt idx="747">
                  <c:v>0.58650490780331799</c:v>
                </c:pt>
                <c:pt idx="748">
                  <c:v>0.58677726086131576</c:v>
                </c:pt>
                <c:pt idx="749">
                  <c:v>0.5870490860852966</c:v>
                </c:pt>
                <c:pt idx="750">
                  <c:v>0.58732076220819462</c:v>
                </c:pt>
                <c:pt idx="751">
                  <c:v>0.58759219984215516</c:v>
                </c:pt>
                <c:pt idx="752">
                  <c:v>0.58786361471338089</c:v>
                </c:pt>
                <c:pt idx="753">
                  <c:v>0.58813480615620006</c:v>
                </c:pt>
                <c:pt idx="754">
                  <c:v>0.5884057775724455</c:v>
                </c:pt>
                <c:pt idx="755">
                  <c:v>0.58867671190920046</c:v>
                </c:pt>
                <c:pt idx="756">
                  <c:v>0.58894764269037791</c:v>
                </c:pt>
                <c:pt idx="757">
                  <c:v>0.5892182644581605</c:v>
                </c:pt>
                <c:pt idx="758">
                  <c:v>0.5894887021528975</c:v>
                </c:pt>
                <c:pt idx="759">
                  <c:v>0.58975897122395649</c:v>
                </c:pt>
                <c:pt idx="760">
                  <c:v>0.59002877611745941</c:v>
                </c:pt>
                <c:pt idx="761">
                  <c:v>0.59029854356325806</c:v>
                </c:pt>
                <c:pt idx="762">
                  <c:v>0.59056811877402449</c:v>
                </c:pt>
                <c:pt idx="763">
                  <c:v>0.59083736220071259</c:v>
                </c:pt>
                <c:pt idx="764">
                  <c:v>0.59110593263116784</c:v>
                </c:pt>
                <c:pt idx="765">
                  <c:v>0.59137447226045969</c:v>
                </c:pt>
                <c:pt idx="766">
                  <c:v>0.59164289205240661</c:v>
                </c:pt>
                <c:pt idx="767">
                  <c:v>0.59191062205220757</c:v>
                </c:pt>
                <c:pt idx="768">
                  <c:v>0.59217821107596058</c:v>
                </c:pt>
                <c:pt idx="769">
                  <c:v>0.59244533246874165</c:v>
                </c:pt>
                <c:pt idx="770">
                  <c:v>0.59271224606720929</c:v>
                </c:pt>
                <c:pt idx="771">
                  <c:v>0.59297912353965587</c:v>
                </c:pt>
                <c:pt idx="772">
                  <c:v>0.59324597451717964</c:v>
                </c:pt>
                <c:pt idx="773">
                  <c:v>0.59351260816421647</c:v>
                </c:pt>
                <c:pt idx="774">
                  <c:v>0.59377913765211365</c:v>
                </c:pt>
                <c:pt idx="775">
                  <c:v>0.5940448693984357</c:v>
                </c:pt>
                <c:pt idx="776">
                  <c:v>0.59431049705370553</c:v>
                </c:pt>
                <c:pt idx="777">
                  <c:v>0.59457604084535709</c:v>
                </c:pt>
                <c:pt idx="778">
                  <c:v>0.59484157715742225</c:v>
                </c:pt>
                <c:pt idx="779">
                  <c:v>0.59510701899130158</c:v>
                </c:pt>
                <c:pt idx="780">
                  <c:v>0.59537133378460627</c:v>
                </c:pt>
                <c:pt idx="781">
                  <c:v>0.59563549432534069</c:v>
                </c:pt>
                <c:pt idx="782">
                  <c:v>0.59589901183451677</c:v>
                </c:pt>
                <c:pt idx="783">
                  <c:v>0.59616237571877173</c:v>
                </c:pt>
                <c:pt idx="784">
                  <c:v>0.59642556270611757</c:v>
                </c:pt>
                <c:pt idx="785">
                  <c:v>0.59668852610908263</c:v>
                </c:pt>
                <c:pt idx="786">
                  <c:v>0.59695063541450455</c:v>
                </c:pt>
                <c:pt idx="787">
                  <c:v>0.5972124455608534</c:v>
                </c:pt>
                <c:pt idx="788">
                  <c:v>0.59747356911296268</c:v>
                </c:pt>
                <c:pt idx="789">
                  <c:v>0.59773418882365503</c:v>
                </c:pt>
                <c:pt idx="790">
                  <c:v>0.59799473515283619</c:v>
                </c:pt>
                <c:pt idx="791">
                  <c:v>0.59825527991570626</c:v>
                </c:pt>
                <c:pt idx="792">
                  <c:v>0.59851573242573919</c:v>
                </c:pt>
                <c:pt idx="793">
                  <c:v>0.59877617877019751</c:v>
                </c:pt>
                <c:pt idx="794">
                  <c:v>0.59903650443899559</c:v>
                </c:pt>
                <c:pt idx="795">
                  <c:v>0.59929671367092896</c:v>
                </c:pt>
                <c:pt idx="796">
                  <c:v>0.59955664655844521</c:v>
                </c:pt>
                <c:pt idx="797">
                  <c:v>0.59981633578617988</c:v>
                </c:pt>
                <c:pt idx="798">
                  <c:v>0.6000759332688258</c:v>
                </c:pt>
                <c:pt idx="799">
                  <c:v>0.60033548570290896</c:v>
                </c:pt>
                <c:pt idx="800">
                  <c:v>0.60059469990917846</c:v>
                </c:pt>
                <c:pt idx="801">
                  <c:v>0.60085292252761968</c:v>
                </c:pt>
                <c:pt idx="802">
                  <c:v>0.60111108741084462</c:v>
                </c:pt>
                <c:pt idx="803">
                  <c:v>0.60136920532261617</c:v>
                </c:pt>
                <c:pt idx="804">
                  <c:v>0.6016272657717483</c:v>
                </c:pt>
                <c:pt idx="805">
                  <c:v>0.60188525599846565</c:v>
                </c:pt>
                <c:pt idx="806">
                  <c:v>0.60214315523953266</c:v>
                </c:pt>
                <c:pt idx="807">
                  <c:v>0.60240028012342173</c:v>
                </c:pt>
                <c:pt idx="808">
                  <c:v>0.60265681556036965</c:v>
                </c:pt>
                <c:pt idx="809">
                  <c:v>0.60291308606580662</c:v>
                </c:pt>
                <c:pt idx="810">
                  <c:v>0.6031693453131397</c:v>
                </c:pt>
                <c:pt idx="811">
                  <c:v>0.60342528166457321</c:v>
                </c:pt>
                <c:pt idx="812">
                  <c:v>0.6036804376932926</c:v>
                </c:pt>
                <c:pt idx="813">
                  <c:v>0.6039350327348445</c:v>
                </c:pt>
                <c:pt idx="814">
                  <c:v>0.6041896267153537</c:v>
                </c:pt>
                <c:pt idx="815">
                  <c:v>0.60444372934204149</c:v>
                </c:pt>
                <c:pt idx="816">
                  <c:v>0.60469767011865394</c:v>
                </c:pt>
                <c:pt idx="817">
                  <c:v>0.6049512811789397</c:v>
                </c:pt>
                <c:pt idx="818">
                  <c:v>0.60520471331731462</c:v>
                </c:pt>
                <c:pt idx="819">
                  <c:v>0.60545799664374667</c:v>
                </c:pt>
                <c:pt idx="820">
                  <c:v>0.60571118981535899</c:v>
                </c:pt>
                <c:pt idx="821">
                  <c:v>0.60596431210958523</c:v>
                </c:pt>
                <c:pt idx="822">
                  <c:v>0.60621729248727163</c:v>
                </c:pt>
                <c:pt idx="823">
                  <c:v>0.60647026340425281</c:v>
                </c:pt>
                <c:pt idx="824">
                  <c:v>0.60672258418918279</c:v>
                </c:pt>
                <c:pt idx="825">
                  <c:v>0.60697485959131126</c:v>
                </c:pt>
                <c:pt idx="826">
                  <c:v>0.60722707483831662</c:v>
                </c:pt>
                <c:pt idx="827">
                  <c:v>0.60747919901271941</c:v>
                </c:pt>
                <c:pt idx="828">
                  <c:v>0.60773091636634058</c:v>
                </c:pt>
                <c:pt idx="829">
                  <c:v>0.60798239403303178</c:v>
                </c:pt>
                <c:pt idx="830">
                  <c:v>0.60823382582442498</c:v>
                </c:pt>
                <c:pt idx="831">
                  <c:v>0.60848484116420842</c:v>
                </c:pt>
                <c:pt idx="832">
                  <c:v>0.60873561522836428</c:v>
                </c:pt>
                <c:pt idx="833">
                  <c:v>0.60898638676400652</c:v>
                </c:pt>
                <c:pt idx="834">
                  <c:v>0.6092368812644362</c:v>
                </c:pt>
                <c:pt idx="835">
                  <c:v>0.609487350773398</c:v>
                </c:pt>
                <c:pt idx="836">
                  <c:v>0.60973778456111671</c:v>
                </c:pt>
                <c:pt idx="837">
                  <c:v>0.60998815483516766</c:v>
                </c:pt>
                <c:pt idx="838">
                  <c:v>0.61023821690446811</c:v>
                </c:pt>
                <c:pt idx="839">
                  <c:v>0.61048821210894</c:v>
                </c:pt>
                <c:pt idx="840">
                  <c:v>0.61073818264522894</c:v>
                </c:pt>
                <c:pt idx="841">
                  <c:v>0.61098810113856261</c:v>
                </c:pt>
                <c:pt idx="842">
                  <c:v>0.6112374653265622</c:v>
                </c:pt>
                <c:pt idx="843">
                  <c:v>0.61148641589653896</c:v>
                </c:pt>
                <c:pt idx="844">
                  <c:v>0.61173510439476564</c:v>
                </c:pt>
                <c:pt idx="845">
                  <c:v>0.61198364305099262</c:v>
                </c:pt>
                <c:pt idx="846">
                  <c:v>0.61223211301552782</c:v>
                </c:pt>
                <c:pt idx="847">
                  <c:v>0.61248024639989396</c:v>
                </c:pt>
                <c:pt idx="848">
                  <c:v>0.61272819670075562</c:v>
                </c:pt>
                <c:pt idx="849">
                  <c:v>0.61297600061289181</c:v>
                </c:pt>
                <c:pt idx="850">
                  <c:v>0.61322292946588364</c:v>
                </c:pt>
                <c:pt idx="851">
                  <c:v>0.61346973788849424</c:v>
                </c:pt>
                <c:pt idx="852">
                  <c:v>0.61371639658513788</c:v>
                </c:pt>
                <c:pt idx="853">
                  <c:v>0.61396296698492558</c:v>
                </c:pt>
                <c:pt idx="854">
                  <c:v>0.61420930036300214</c:v>
                </c:pt>
                <c:pt idx="855">
                  <c:v>0.61445504770770354</c:v>
                </c:pt>
                <c:pt idx="856">
                  <c:v>0.61470035744080265</c:v>
                </c:pt>
                <c:pt idx="857">
                  <c:v>0.61494549004395704</c:v>
                </c:pt>
                <c:pt idx="858">
                  <c:v>0.6151905800619385</c:v>
                </c:pt>
                <c:pt idx="859">
                  <c:v>0.61543504650439462</c:v>
                </c:pt>
                <c:pt idx="860">
                  <c:v>0.61567935264963147</c:v>
                </c:pt>
                <c:pt idx="861">
                  <c:v>0.61592337368493022</c:v>
                </c:pt>
                <c:pt idx="862">
                  <c:v>0.61616718699826456</c:v>
                </c:pt>
                <c:pt idx="863">
                  <c:v>0.6164109156872335</c:v>
                </c:pt>
                <c:pt idx="864">
                  <c:v>0.61665460442761066</c:v>
                </c:pt>
                <c:pt idx="865">
                  <c:v>0.61689786556457682</c:v>
                </c:pt>
                <c:pt idx="866">
                  <c:v>0.61714044114825661</c:v>
                </c:pt>
                <c:pt idx="867">
                  <c:v>0.61738292078631962</c:v>
                </c:pt>
                <c:pt idx="868">
                  <c:v>0.6176253635933735</c:v>
                </c:pt>
                <c:pt idx="869">
                  <c:v>0.61786769087895854</c:v>
                </c:pt>
                <c:pt idx="870">
                  <c:v>0.61810992096547379</c:v>
                </c:pt>
                <c:pt idx="871">
                  <c:v>0.61835214797089189</c:v>
                </c:pt>
                <c:pt idx="872">
                  <c:v>0.61859415309363164</c:v>
                </c:pt>
                <c:pt idx="873">
                  <c:v>0.61883600651704163</c:v>
                </c:pt>
                <c:pt idx="874">
                  <c:v>0.61907769948529145</c:v>
                </c:pt>
                <c:pt idx="875">
                  <c:v>0.61931835194403728</c:v>
                </c:pt>
                <c:pt idx="876">
                  <c:v>0.61955844107563451</c:v>
                </c:pt>
                <c:pt idx="877">
                  <c:v>0.61979818440044465</c:v>
                </c:pt>
                <c:pt idx="878">
                  <c:v>0.62003763907351894</c:v>
                </c:pt>
                <c:pt idx="879">
                  <c:v>0.62027706229636481</c:v>
                </c:pt>
                <c:pt idx="880">
                  <c:v>0.62051640108160266</c:v>
                </c:pt>
                <c:pt idx="881">
                  <c:v>0.62075570129463964</c:v>
                </c:pt>
                <c:pt idx="882">
                  <c:v>0.6209949634906724</c:v>
                </c:pt>
                <c:pt idx="883">
                  <c:v>0.62123408523642454</c:v>
                </c:pt>
                <c:pt idx="884">
                  <c:v>0.6214725510943836</c:v>
                </c:pt>
                <c:pt idx="885">
                  <c:v>0.62171097540479925</c:v>
                </c:pt>
                <c:pt idx="886">
                  <c:v>0.62194924680044839</c:v>
                </c:pt>
                <c:pt idx="887">
                  <c:v>0.62218744862782371</c:v>
                </c:pt>
                <c:pt idx="888">
                  <c:v>0.62242538666926472</c:v>
                </c:pt>
                <c:pt idx="889">
                  <c:v>0.6226631136248032</c:v>
                </c:pt>
                <c:pt idx="890">
                  <c:v>0.62290056735814425</c:v>
                </c:pt>
                <c:pt idx="891">
                  <c:v>0.62313797809892724</c:v>
                </c:pt>
                <c:pt idx="892">
                  <c:v>0.62337516042720054</c:v>
                </c:pt>
                <c:pt idx="893">
                  <c:v>0.62361227646584039</c:v>
                </c:pt>
                <c:pt idx="894">
                  <c:v>0.62384925310313633</c:v>
                </c:pt>
                <c:pt idx="895">
                  <c:v>0.62408614725884271</c:v>
                </c:pt>
                <c:pt idx="896">
                  <c:v>0.6243227786624429</c:v>
                </c:pt>
                <c:pt idx="897">
                  <c:v>0.62455936390893751</c:v>
                </c:pt>
                <c:pt idx="898">
                  <c:v>0.6247956353061459</c:v>
                </c:pt>
                <c:pt idx="899">
                  <c:v>0.62503180934460079</c:v>
                </c:pt>
                <c:pt idx="900">
                  <c:v>0.62526779742288763</c:v>
                </c:pt>
                <c:pt idx="901">
                  <c:v>0.62550375466742492</c:v>
                </c:pt>
                <c:pt idx="902">
                  <c:v>0.62573971109943904</c:v>
                </c:pt>
                <c:pt idx="903">
                  <c:v>0.62597547612109072</c:v>
                </c:pt>
                <c:pt idx="904">
                  <c:v>0.62621105285984702</c:v>
                </c:pt>
                <c:pt idx="905">
                  <c:v>0.6264465702620059</c:v>
                </c:pt>
                <c:pt idx="906">
                  <c:v>0.62668200383303463</c:v>
                </c:pt>
                <c:pt idx="907">
                  <c:v>0.62691710295842362</c:v>
                </c:pt>
                <c:pt idx="908">
                  <c:v>0.6271520875646307</c:v>
                </c:pt>
                <c:pt idx="909">
                  <c:v>0.62738697141542954</c:v>
                </c:pt>
                <c:pt idx="910">
                  <c:v>0.62762172144791062</c:v>
                </c:pt>
                <c:pt idx="911">
                  <c:v>0.62785640119357988</c:v>
                </c:pt>
                <c:pt idx="912">
                  <c:v>0.62809103704937885</c:v>
                </c:pt>
                <c:pt idx="913">
                  <c:v>0.62832541778604645</c:v>
                </c:pt>
                <c:pt idx="914">
                  <c:v>0.62855976422963344</c:v>
                </c:pt>
                <c:pt idx="915">
                  <c:v>0.62879358451284262</c:v>
                </c:pt>
                <c:pt idx="916">
                  <c:v>0.6290269879998307</c:v>
                </c:pt>
                <c:pt idx="917">
                  <c:v>0.62926021809391763</c:v>
                </c:pt>
                <c:pt idx="918">
                  <c:v>0.62949260668076812</c:v>
                </c:pt>
                <c:pt idx="919">
                  <c:v>0.62972459051264362</c:v>
                </c:pt>
                <c:pt idx="920">
                  <c:v>0.62995622301265286</c:v>
                </c:pt>
                <c:pt idx="921">
                  <c:v>0.63018773169628062</c:v>
                </c:pt>
                <c:pt idx="922">
                  <c:v>0.63041922945577855</c:v>
                </c:pt>
                <c:pt idx="923">
                  <c:v>0.6306504950990216</c:v>
                </c:pt>
                <c:pt idx="924">
                  <c:v>0.6308815874352236</c:v>
                </c:pt>
                <c:pt idx="925">
                  <c:v>0.63111235014307865</c:v>
                </c:pt>
                <c:pt idx="926">
                  <c:v>0.63134241109457889</c:v>
                </c:pt>
                <c:pt idx="927">
                  <c:v>0.63157228576601432</c:v>
                </c:pt>
                <c:pt idx="928">
                  <c:v>0.63180205923673682</c:v>
                </c:pt>
                <c:pt idx="929">
                  <c:v>0.63203172910566829</c:v>
                </c:pt>
                <c:pt idx="930">
                  <c:v>0.6322613179767157</c:v>
                </c:pt>
                <c:pt idx="931">
                  <c:v>0.63249079225640736</c:v>
                </c:pt>
                <c:pt idx="932">
                  <c:v>0.6327199501689007</c:v>
                </c:pt>
                <c:pt idx="933">
                  <c:v>0.63294907201447537</c:v>
                </c:pt>
                <c:pt idx="934">
                  <c:v>0.63317780492734954</c:v>
                </c:pt>
                <c:pt idx="935">
                  <c:v>0.6334064036108239</c:v>
                </c:pt>
                <c:pt idx="936">
                  <c:v>0.6336349973461135</c:v>
                </c:pt>
                <c:pt idx="937">
                  <c:v>0.63386349653765561</c:v>
                </c:pt>
                <c:pt idx="938">
                  <c:v>0.63409190366929979</c:v>
                </c:pt>
                <c:pt idx="939">
                  <c:v>0.63432018089487263</c:v>
                </c:pt>
                <c:pt idx="940">
                  <c:v>0.63454838844805894</c:v>
                </c:pt>
                <c:pt idx="941">
                  <c:v>0.63477639473723646</c:v>
                </c:pt>
                <c:pt idx="942">
                  <c:v>0.63500401669382533</c:v>
                </c:pt>
                <c:pt idx="943">
                  <c:v>0.63523139668832163</c:v>
                </c:pt>
                <c:pt idx="944">
                  <c:v>0.63545843369609756</c:v>
                </c:pt>
                <c:pt idx="945">
                  <c:v>0.63568541755493091</c:v>
                </c:pt>
                <c:pt idx="946">
                  <c:v>0.63591232308919265</c:v>
                </c:pt>
                <c:pt idx="947">
                  <c:v>0.63613912915059534</c:v>
                </c:pt>
                <c:pt idx="948">
                  <c:v>0.63636579285693951</c:v>
                </c:pt>
                <c:pt idx="949">
                  <c:v>0.6365924392957556</c:v>
                </c:pt>
                <c:pt idx="950">
                  <c:v>0.63681892407858476</c:v>
                </c:pt>
                <c:pt idx="951">
                  <c:v>0.63704532518219303</c:v>
                </c:pt>
                <c:pt idx="952">
                  <c:v>0.63727166241875</c:v>
                </c:pt>
                <c:pt idx="953">
                  <c:v>0.637497854956523</c:v>
                </c:pt>
                <c:pt idx="954">
                  <c:v>0.63772403881791162</c:v>
                </c:pt>
                <c:pt idx="955">
                  <c:v>0.63795019564987843</c:v>
                </c:pt>
                <c:pt idx="956">
                  <c:v>0.63817627198255222</c:v>
                </c:pt>
                <c:pt idx="957">
                  <c:v>0.63840234215526159</c:v>
                </c:pt>
                <c:pt idx="958">
                  <c:v>0.63862817179660614</c:v>
                </c:pt>
                <c:pt idx="959">
                  <c:v>0.63885393075022934</c:v>
                </c:pt>
                <c:pt idx="960">
                  <c:v>0.6390796543051066</c:v>
                </c:pt>
                <c:pt idx="961">
                  <c:v>0.63930504326462512</c:v>
                </c:pt>
                <c:pt idx="962">
                  <c:v>0.63953038685896957</c:v>
                </c:pt>
                <c:pt idx="963">
                  <c:v>0.63975571670432174</c:v>
                </c:pt>
                <c:pt idx="964">
                  <c:v>0.63998077770118311</c:v>
                </c:pt>
                <c:pt idx="965">
                  <c:v>0.64020550246124164</c:v>
                </c:pt>
                <c:pt idx="966">
                  <c:v>0.64042973905066969</c:v>
                </c:pt>
                <c:pt idx="967">
                  <c:v>0.64065373474250575</c:v>
                </c:pt>
                <c:pt idx="968">
                  <c:v>0.64087743836383337</c:v>
                </c:pt>
                <c:pt idx="969">
                  <c:v>0.64110098165482765</c:v>
                </c:pt>
                <c:pt idx="970">
                  <c:v>0.64132422670580058</c:v>
                </c:pt>
                <c:pt idx="971">
                  <c:v>0.64154737907630033</c:v>
                </c:pt>
                <c:pt idx="972">
                  <c:v>0.64177038270776909</c:v>
                </c:pt>
                <c:pt idx="973">
                  <c:v>0.64199316905046233</c:v>
                </c:pt>
                <c:pt idx="974">
                  <c:v>0.64221570924925531</c:v>
                </c:pt>
                <c:pt idx="975">
                  <c:v>0.64243813010304063</c:v>
                </c:pt>
                <c:pt idx="976">
                  <c:v>0.64266016352735755</c:v>
                </c:pt>
                <c:pt idx="977">
                  <c:v>0.64288205324520264</c:v>
                </c:pt>
                <c:pt idx="978">
                  <c:v>0.64310378347540065</c:v>
                </c:pt>
                <c:pt idx="979">
                  <c:v>0.64332537773624732</c:v>
                </c:pt>
                <c:pt idx="980">
                  <c:v>0.64354653815834695</c:v>
                </c:pt>
                <c:pt idx="981">
                  <c:v>0.64376700668682973</c:v>
                </c:pt>
                <c:pt idx="982">
                  <c:v>0.64398725808195101</c:v>
                </c:pt>
                <c:pt idx="983">
                  <c:v>0.64420717012266449</c:v>
                </c:pt>
                <c:pt idx="984">
                  <c:v>0.64442699285790606</c:v>
                </c:pt>
                <c:pt idx="985">
                  <c:v>0.64464664674106564</c:v>
                </c:pt>
                <c:pt idx="986">
                  <c:v>0.64486590826747581</c:v>
                </c:pt>
                <c:pt idx="987">
                  <c:v>0.64508515795933585</c:v>
                </c:pt>
                <c:pt idx="988">
                  <c:v>0.64530435952544762</c:v>
                </c:pt>
                <c:pt idx="989">
                  <c:v>0.6455234371312617</c:v>
                </c:pt>
                <c:pt idx="990">
                  <c:v>0.64574237150092062</c:v>
                </c:pt>
                <c:pt idx="991">
                  <c:v>0.64596104476002481</c:v>
                </c:pt>
                <c:pt idx="992">
                  <c:v>0.6461796675456235</c:v>
                </c:pt>
                <c:pt idx="993">
                  <c:v>0.64639762459361505</c:v>
                </c:pt>
                <c:pt idx="994">
                  <c:v>0.64661539756362363</c:v>
                </c:pt>
                <c:pt idx="995">
                  <c:v>0.64683294745836672</c:v>
                </c:pt>
                <c:pt idx="996">
                  <c:v>0.64704993828775026</c:v>
                </c:pt>
                <c:pt idx="997">
                  <c:v>0.64726657470898608</c:v>
                </c:pt>
                <c:pt idx="998">
                  <c:v>0.64748317009378764</c:v>
                </c:pt>
                <c:pt idx="999">
                  <c:v>0.64769965734161905</c:v>
                </c:pt>
                <c:pt idx="1000">
                  <c:v>0.64791607662173634</c:v>
                </c:pt>
                <c:pt idx="1001">
                  <c:v>0.6481324558616709</c:v>
                </c:pt>
                <c:pt idx="1002">
                  <c:v>0.64834883003829102</c:v>
                </c:pt>
                <c:pt idx="1003">
                  <c:v>0.64856509161141662</c:v>
                </c:pt>
                <c:pt idx="1004">
                  <c:v>0.64878089507939174</c:v>
                </c:pt>
                <c:pt idx="1005">
                  <c:v>0.64899661078359094</c:v>
                </c:pt>
                <c:pt idx="1006">
                  <c:v>0.6492123262655749</c:v>
                </c:pt>
                <c:pt idx="1007">
                  <c:v>0.64942780633770714</c:v>
                </c:pt>
                <c:pt idx="1008">
                  <c:v>0.64964297950444538</c:v>
                </c:pt>
                <c:pt idx="1009">
                  <c:v>0.64985786244778398</c:v>
                </c:pt>
                <c:pt idx="1010">
                  <c:v>0.65007224275374464</c:v>
                </c:pt>
                <c:pt idx="1011">
                  <c:v>0.65028653401458558</c:v>
                </c:pt>
                <c:pt idx="1012">
                  <c:v>0.65050031371054062</c:v>
                </c:pt>
                <c:pt idx="1013">
                  <c:v>0.65071387405042513</c:v>
                </c:pt>
                <c:pt idx="1014">
                  <c:v>0.65092739120643861</c:v>
                </c:pt>
                <c:pt idx="1015">
                  <c:v>0.65114086298979212</c:v>
                </c:pt>
                <c:pt idx="1016">
                  <c:v>0.65135414776169842</c:v>
                </c:pt>
                <c:pt idx="1017">
                  <c:v>0.6515669346544567</c:v>
                </c:pt>
                <c:pt idx="1018">
                  <c:v>0.65177949220723186</c:v>
                </c:pt>
                <c:pt idx="1019">
                  <c:v>0.65199196282414629</c:v>
                </c:pt>
                <c:pt idx="1020">
                  <c:v>0.65220440646116173</c:v>
                </c:pt>
                <c:pt idx="1021">
                  <c:v>0.65241677436930934</c:v>
                </c:pt>
                <c:pt idx="1022">
                  <c:v>0.65262824455698465</c:v>
                </c:pt>
                <c:pt idx="1023">
                  <c:v>0.6528394427029941</c:v>
                </c:pt>
                <c:pt idx="1024">
                  <c:v>0.65305063832695165</c:v>
                </c:pt>
                <c:pt idx="1025">
                  <c:v>0.6532618327762586</c:v>
                </c:pt>
                <c:pt idx="1026">
                  <c:v>0.65347294728560001</c:v>
                </c:pt>
                <c:pt idx="1027">
                  <c:v>0.65368384210644792</c:v>
                </c:pt>
                <c:pt idx="1028">
                  <c:v>0.65389457388648686</c:v>
                </c:pt>
                <c:pt idx="1029">
                  <c:v>0.65410517683743963</c:v>
                </c:pt>
                <c:pt idx="1030">
                  <c:v>0.65431558487015717</c:v>
                </c:pt>
                <c:pt idx="1031">
                  <c:v>0.65452583041640922</c:v>
                </c:pt>
                <c:pt idx="1032">
                  <c:v>0.6547359258958676</c:v>
                </c:pt>
                <c:pt idx="1033">
                  <c:v>0.65494572213914182</c:v>
                </c:pt>
                <c:pt idx="1034">
                  <c:v>0.65515543891563355</c:v>
                </c:pt>
                <c:pt idx="1035">
                  <c:v>0.65536504697264941</c:v>
                </c:pt>
                <c:pt idx="1036">
                  <c:v>0.65557435312558676</c:v>
                </c:pt>
                <c:pt idx="1037">
                  <c:v>0.65578335627492612</c:v>
                </c:pt>
                <c:pt idx="1038">
                  <c:v>0.65599218600502862</c:v>
                </c:pt>
                <c:pt idx="1039">
                  <c:v>0.65620094783037664</c:v>
                </c:pt>
                <c:pt idx="1040">
                  <c:v>0.6564095468597001</c:v>
                </c:pt>
                <c:pt idx="1041">
                  <c:v>0.65661811268254811</c:v>
                </c:pt>
                <c:pt idx="1042">
                  <c:v>0.65682664905416865</c:v>
                </c:pt>
                <c:pt idx="1043">
                  <c:v>0.65703491245156143</c:v>
                </c:pt>
                <c:pt idx="1044">
                  <c:v>0.65724314846267662</c:v>
                </c:pt>
                <c:pt idx="1045">
                  <c:v>0.65745137482319593</c:v>
                </c:pt>
                <c:pt idx="1046">
                  <c:v>0.65765951646502263</c:v>
                </c:pt>
                <c:pt idx="1047">
                  <c:v>0.65786754219348931</c:v>
                </c:pt>
                <c:pt idx="1048">
                  <c:v>0.65807503114313837</c:v>
                </c:pt>
                <c:pt idx="1049">
                  <c:v>0.65828248075999951</c:v>
                </c:pt>
                <c:pt idx="1050">
                  <c:v>0.65848972873358846</c:v>
                </c:pt>
                <c:pt idx="1051">
                  <c:v>0.65869669553968846</c:v>
                </c:pt>
                <c:pt idx="1052">
                  <c:v>0.65890327139601834</c:v>
                </c:pt>
                <c:pt idx="1053">
                  <c:v>0.65910961387968647</c:v>
                </c:pt>
                <c:pt idx="1054">
                  <c:v>0.65931523988358121</c:v>
                </c:pt>
                <c:pt idx="1055">
                  <c:v>0.65952030391731808</c:v>
                </c:pt>
                <c:pt idx="1056">
                  <c:v>0.65972490914296678</c:v>
                </c:pt>
                <c:pt idx="1057">
                  <c:v>0.65992943975322649</c:v>
                </c:pt>
                <c:pt idx="1058">
                  <c:v>0.66013392344796651</c:v>
                </c:pt>
                <c:pt idx="1059">
                  <c:v>0.66033814643877409</c:v>
                </c:pt>
                <c:pt idx="1060">
                  <c:v>0.6605419886127849</c:v>
                </c:pt>
                <c:pt idx="1061">
                  <c:v>0.66074543429589239</c:v>
                </c:pt>
                <c:pt idx="1062">
                  <c:v>0.6609485184306868</c:v>
                </c:pt>
                <c:pt idx="1063">
                  <c:v>0.66115145424384403</c:v>
                </c:pt>
                <c:pt idx="1064">
                  <c:v>0.66135394197033759</c:v>
                </c:pt>
                <c:pt idx="1065">
                  <c:v>0.66155635060967322</c:v>
                </c:pt>
                <c:pt idx="1066">
                  <c:v>0.66175857141006023</c:v>
                </c:pt>
                <c:pt idx="1067">
                  <c:v>0.66196077073598669</c:v>
                </c:pt>
                <c:pt idx="1068">
                  <c:v>0.66216288126054679</c:v>
                </c:pt>
                <c:pt idx="1069">
                  <c:v>0.66236484862883294</c:v>
                </c:pt>
                <c:pt idx="1070">
                  <c:v>0.6625665770282706</c:v>
                </c:pt>
                <c:pt idx="1071">
                  <c:v>0.66276825673712658</c:v>
                </c:pt>
                <c:pt idx="1072">
                  <c:v>0.66296987125533524</c:v>
                </c:pt>
                <c:pt idx="1073">
                  <c:v>0.66317140850766065</c:v>
                </c:pt>
                <c:pt idx="1074">
                  <c:v>0.66337259510937563</c:v>
                </c:pt>
                <c:pt idx="1075">
                  <c:v>0.66357371484588679</c:v>
                </c:pt>
                <c:pt idx="1076">
                  <c:v>0.66377476040803496</c:v>
                </c:pt>
                <c:pt idx="1077">
                  <c:v>0.66397568740825252</c:v>
                </c:pt>
                <c:pt idx="1078">
                  <c:v>0.66417651746663264</c:v>
                </c:pt>
                <c:pt idx="1079">
                  <c:v>0.66437712955393724</c:v>
                </c:pt>
                <c:pt idx="1080">
                  <c:v>0.66457745269429891</c:v>
                </c:pt>
                <c:pt idx="1081">
                  <c:v>0.66477756869686899</c:v>
                </c:pt>
                <c:pt idx="1082">
                  <c:v>0.66497761412434708</c:v>
                </c:pt>
                <c:pt idx="1083">
                  <c:v>0.66517764772255183</c:v>
                </c:pt>
                <c:pt idx="1084">
                  <c:v>0.66537743684784711</c:v>
                </c:pt>
                <c:pt idx="1085">
                  <c:v>0.6655768866545837</c:v>
                </c:pt>
                <c:pt idx="1086">
                  <c:v>0.66577630245471631</c:v>
                </c:pt>
                <c:pt idx="1087">
                  <c:v>0.66597564559129863</c:v>
                </c:pt>
                <c:pt idx="1088">
                  <c:v>0.66617488869237562</c:v>
                </c:pt>
                <c:pt idx="1089">
                  <c:v>0.66637407843425478</c:v>
                </c:pt>
                <c:pt idx="1090">
                  <c:v>0.66657326166623898</c:v>
                </c:pt>
                <c:pt idx="1091">
                  <c:v>0.66677228377602571</c:v>
                </c:pt>
                <c:pt idx="1092">
                  <c:v>0.66697103217470854</c:v>
                </c:pt>
                <c:pt idx="1093">
                  <c:v>0.66716973846308392</c:v>
                </c:pt>
                <c:pt idx="1094">
                  <c:v>0.66736829576064249</c:v>
                </c:pt>
                <c:pt idx="1095">
                  <c:v>0.66756668455522028</c:v>
                </c:pt>
                <c:pt idx="1096">
                  <c:v>0.66776485114988693</c:v>
                </c:pt>
                <c:pt idx="1097">
                  <c:v>0.66796299380131252</c:v>
                </c:pt>
                <c:pt idx="1098">
                  <c:v>0.66816066834818977</c:v>
                </c:pt>
                <c:pt idx="1099">
                  <c:v>0.66835827253389102</c:v>
                </c:pt>
                <c:pt idx="1100">
                  <c:v>0.66855575416064095</c:v>
                </c:pt>
                <c:pt idx="1101">
                  <c:v>0.66875322605401522</c:v>
                </c:pt>
                <c:pt idx="1102">
                  <c:v>0.6689505315272386</c:v>
                </c:pt>
                <c:pt idx="1103">
                  <c:v>0.66914771788169525</c:v>
                </c:pt>
                <c:pt idx="1104">
                  <c:v>0.6693448724053197</c:v>
                </c:pt>
                <c:pt idx="1105">
                  <c:v>0.66954202581256639</c:v>
                </c:pt>
                <c:pt idx="1106">
                  <c:v>0.66973901236559763</c:v>
                </c:pt>
                <c:pt idx="1107">
                  <c:v>0.66993594428027681</c:v>
                </c:pt>
                <c:pt idx="1108">
                  <c:v>0.67013283552850866</c:v>
                </c:pt>
                <c:pt idx="1109">
                  <c:v>0.67032945314811887</c:v>
                </c:pt>
                <c:pt idx="1110">
                  <c:v>0.67052606628475064</c:v>
                </c:pt>
                <c:pt idx="1111">
                  <c:v>0.67072264011436555</c:v>
                </c:pt>
                <c:pt idx="1112">
                  <c:v>0.67091910765251284</c:v>
                </c:pt>
                <c:pt idx="1113">
                  <c:v>0.67111536385774151</c:v>
                </c:pt>
                <c:pt idx="1114">
                  <c:v>0.67131152304374164</c:v>
                </c:pt>
                <c:pt idx="1115">
                  <c:v>0.6715076540576157</c:v>
                </c:pt>
                <c:pt idx="1116">
                  <c:v>0.6717035601292517</c:v>
                </c:pt>
                <c:pt idx="1117">
                  <c:v>0.67189933867635421</c:v>
                </c:pt>
                <c:pt idx="1118">
                  <c:v>0.67209489647371934</c:v>
                </c:pt>
                <c:pt idx="1119">
                  <c:v>0.67229028923355694</c:v>
                </c:pt>
                <c:pt idx="1120">
                  <c:v>0.67248559204090042</c:v>
                </c:pt>
                <c:pt idx="1121">
                  <c:v>0.6726807670440329</c:v>
                </c:pt>
                <c:pt idx="1122">
                  <c:v>0.67287581551256692</c:v>
                </c:pt>
                <c:pt idx="1123">
                  <c:v>0.6730704843548565</c:v>
                </c:pt>
                <c:pt idx="1124">
                  <c:v>0.67326509115569932</c:v>
                </c:pt>
                <c:pt idx="1125">
                  <c:v>0.67345964910392364</c:v>
                </c:pt>
                <c:pt idx="1126">
                  <c:v>0.67365395336584555</c:v>
                </c:pt>
                <c:pt idx="1127">
                  <c:v>0.6738481545113556</c:v>
                </c:pt>
                <c:pt idx="1128">
                  <c:v>0.67404224067354246</c:v>
                </c:pt>
                <c:pt idx="1129">
                  <c:v>0.67423626828204619</c:v>
                </c:pt>
                <c:pt idx="1130">
                  <c:v>0.67443010711980078</c:v>
                </c:pt>
                <c:pt idx="1131">
                  <c:v>0.67462372796402093</c:v>
                </c:pt>
                <c:pt idx="1132">
                  <c:v>0.67481708230070392</c:v>
                </c:pt>
                <c:pt idx="1133">
                  <c:v>0.67501035501700579</c:v>
                </c:pt>
                <c:pt idx="1134">
                  <c:v>0.67520347642741618</c:v>
                </c:pt>
                <c:pt idx="1135">
                  <c:v>0.67539633686720268</c:v>
                </c:pt>
                <c:pt idx="1136">
                  <c:v>0.67558919246140481</c:v>
                </c:pt>
                <c:pt idx="1137">
                  <c:v>0.67578170372807922</c:v>
                </c:pt>
                <c:pt idx="1138">
                  <c:v>0.6759740039691261</c:v>
                </c:pt>
                <c:pt idx="1139">
                  <c:v>0.67616613071086751</c:v>
                </c:pt>
                <c:pt idx="1140">
                  <c:v>0.67635768224494464</c:v>
                </c:pt>
                <c:pt idx="1141">
                  <c:v>0.67654921824074621</c:v>
                </c:pt>
                <c:pt idx="1142">
                  <c:v>0.67674074385114058</c:v>
                </c:pt>
                <c:pt idx="1143">
                  <c:v>0.67693216415312063</c:v>
                </c:pt>
                <c:pt idx="1144">
                  <c:v>0.67712322343309861</c:v>
                </c:pt>
                <c:pt idx="1145">
                  <c:v>0.67731427262668531</c:v>
                </c:pt>
                <c:pt idx="1146">
                  <c:v>0.67750507236857882</c:v>
                </c:pt>
                <c:pt idx="1147">
                  <c:v>0.6776958097501089</c:v>
                </c:pt>
                <c:pt idx="1148">
                  <c:v>0.67788617930761141</c:v>
                </c:pt>
                <c:pt idx="1149">
                  <c:v>0.67807632091700787</c:v>
                </c:pt>
                <c:pt idx="1150">
                  <c:v>0.67826629548211514</c:v>
                </c:pt>
                <c:pt idx="1151">
                  <c:v>0.67845603928870224</c:v>
                </c:pt>
                <c:pt idx="1152">
                  <c:v>0.67864577828367878</c:v>
                </c:pt>
                <c:pt idx="1153">
                  <c:v>0.67883544305492671</c:v>
                </c:pt>
                <c:pt idx="1154">
                  <c:v>0.67902510472516475</c:v>
                </c:pt>
                <c:pt idx="1155">
                  <c:v>0.6792147281559483</c:v>
                </c:pt>
                <c:pt idx="1156">
                  <c:v>0.67940385207914433</c:v>
                </c:pt>
                <c:pt idx="1157">
                  <c:v>0.67959297514356765</c:v>
                </c:pt>
                <c:pt idx="1158">
                  <c:v>0.67978207215710362</c:v>
                </c:pt>
                <c:pt idx="1159">
                  <c:v>0.6799711282363029</c:v>
                </c:pt>
                <c:pt idx="1160">
                  <c:v>0.68016014262848035</c:v>
                </c:pt>
                <c:pt idx="1161">
                  <c:v>0.68034915049128963</c:v>
                </c:pt>
                <c:pt idx="1162">
                  <c:v>0.68053812852398321</c:v>
                </c:pt>
                <c:pt idx="1163">
                  <c:v>0.68072704798541661</c:v>
                </c:pt>
                <c:pt idx="1164">
                  <c:v>0.68091593998669442</c:v>
                </c:pt>
                <c:pt idx="1165">
                  <c:v>0.6811047852921005</c:v>
                </c:pt>
                <c:pt idx="1166">
                  <c:v>0.68129359742244411</c:v>
                </c:pt>
                <c:pt idx="1167">
                  <c:v>0.68148229372685631</c:v>
                </c:pt>
                <c:pt idx="1168">
                  <c:v>0.68167092348357583</c:v>
                </c:pt>
                <c:pt idx="1169">
                  <c:v>0.68185949372155563</c:v>
                </c:pt>
                <c:pt idx="1170">
                  <c:v>0.68204806359371195</c:v>
                </c:pt>
                <c:pt idx="1171">
                  <c:v>0.68223656338190874</c:v>
                </c:pt>
                <c:pt idx="1172">
                  <c:v>0.68242490988960158</c:v>
                </c:pt>
                <c:pt idx="1173">
                  <c:v>0.68261323680563468</c:v>
                </c:pt>
                <c:pt idx="1174">
                  <c:v>0.6828013670027665</c:v>
                </c:pt>
                <c:pt idx="1175">
                  <c:v>0.68298948334547571</c:v>
                </c:pt>
                <c:pt idx="1176">
                  <c:v>0.68317717162549563</c:v>
                </c:pt>
                <c:pt idx="1177">
                  <c:v>0.68336482626447725</c:v>
                </c:pt>
                <c:pt idx="1178">
                  <c:v>0.68355246472283115</c:v>
                </c:pt>
                <c:pt idx="1179">
                  <c:v>0.68374008292500021</c:v>
                </c:pt>
                <c:pt idx="1180">
                  <c:v>0.68392747671945264</c:v>
                </c:pt>
                <c:pt idx="1181">
                  <c:v>0.68411469339652664</c:v>
                </c:pt>
                <c:pt idx="1182">
                  <c:v>0.68430188659410296</c:v>
                </c:pt>
                <c:pt idx="1183">
                  <c:v>0.6844890514315416</c:v>
                </c:pt>
                <c:pt idx="1184">
                  <c:v>0.68467597222263765</c:v>
                </c:pt>
                <c:pt idx="1185">
                  <c:v>0.68486271650035568</c:v>
                </c:pt>
                <c:pt idx="1186">
                  <c:v>0.68504933738213825</c:v>
                </c:pt>
                <c:pt idx="1187">
                  <c:v>0.68523589183723288</c:v>
                </c:pt>
                <c:pt idx="1188">
                  <c:v>0.68542229376796793</c:v>
                </c:pt>
                <c:pt idx="1189">
                  <c:v>0.68560866868118953</c:v>
                </c:pt>
                <c:pt idx="1190">
                  <c:v>0.68579488094147389</c:v>
                </c:pt>
                <c:pt idx="1191">
                  <c:v>0.68598108566677363</c:v>
                </c:pt>
                <c:pt idx="1192">
                  <c:v>0.6861671151069435</c:v>
                </c:pt>
                <c:pt idx="1193">
                  <c:v>0.68635304054739854</c:v>
                </c:pt>
                <c:pt idx="1194">
                  <c:v>0.68653886137928366</c:v>
                </c:pt>
                <c:pt idx="1195">
                  <c:v>0.6867243415701596</c:v>
                </c:pt>
                <c:pt idx="1196">
                  <c:v>0.68690978305797967</c:v>
                </c:pt>
                <c:pt idx="1197">
                  <c:v>0.68709480322914851</c:v>
                </c:pt>
                <c:pt idx="1198">
                  <c:v>0.68727978893248232</c:v>
                </c:pt>
                <c:pt idx="1199">
                  <c:v>0.6874639549798035</c:v>
                </c:pt>
                <c:pt idx="1200">
                  <c:v>0.6876480966296199</c:v>
                </c:pt>
                <c:pt idx="1201">
                  <c:v>0.68783215335111969</c:v>
                </c:pt>
                <c:pt idx="1202">
                  <c:v>0.68801606175304231</c:v>
                </c:pt>
                <c:pt idx="1203">
                  <c:v>0.68819991707382755</c:v>
                </c:pt>
                <c:pt idx="1204">
                  <c:v>0.68838364691774356</c:v>
                </c:pt>
                <c:pt idx="1205">
                  <c:v>0.68856735620173148</c:v>
                </c:pt>
                <c:pt idx="1206">
                  <c:v>0.68875090611600864</c:v>
                </c:pt>
                <c:pt idx="1207">
                  <c:v>0.68893437730093698</c:v>
                </c:pt>
                <c:pt idx="1208">
                  <c:v>0.68911779109740956</c:v>
                </c:pt>
                <c:pt idx="1209">
                  <c:v>0.68930116704711253</c:v>
                </c:pt>
                <c:pt idx="1210">
                  <c:v>0.6894844142197416</c:v>
                </c:pt>
                <c:pt idx="1211">
                  <c:v>0.68966742724605734</c:v>
                </c:pt>
                <c:pt idx="1212">
                  <c:v>0.68985035556039365</c:v>
                </c:pt>
                <c:pt idx="1213">
                  <c:v>0.69003322856704197</c:v>
                </c:pt>
                <c:pt idx="1214">
                  <c:v>0.69021599869602868</c:v>
                </c:pt>
                <c:pt idx="1215">
                  <c:v>0.69039872916554745</c:v>
                </c:pt>
                <c:pt idx="1216">
                  <c:v>0.69058131566564629</c:v>
                </c:pt>
                <c:pt idx="1217">
                  <c:v>0.6907638555371346</c:v>
                </c:pt>
                <c:pt idx="1218">
                  <c:v>0.69094637099764478</c:v>
                </c:pt>
                <c:pt idx="1219">
                  <c:v>0.69112877405249862</c:v>
                </c:pt>
                <c:pt idx="1220">
                  <c:v>0.69131059688547869</c:v>
                </c:pt>
                <c:pt idx="1221">
                  <c:v>0.69149203619691502</c:v>
                </c:pt>
                <c:pt idx="1222">
                  <c:v>0.69167346873252444</c:v>
                </c:pt>
                <c:pt idx="1223">
                  <c:v>0.69185473897854177</c:v>
                </c:pt>
                <c:pt idx="1224">
                  <c:v>0.69203572031641514</c:v>
                </c:pt>
                <c:pt idx="1225">
                  <c:v>0.69221661352446973</c:v>
                </c:pt>
                <c:pt idx="1226">
                  <c:v>0.69239731617157263</c:v>
                </c:pt>
                <c:pt idx="1227">
                  <c:v>0.69257792209066249</c:v>
                </c:pt>
                <c:pt idx="1228">
                  <c:v>0.69275827771647225</c:v>
                </c:pt>
                <c:pt idx="1229">
                  <c:v>0.69293859792707369</c:v>
                </c:pt>
                <c:pt idx="1230">
                  <c:v>0.69311864858006844</c:v>
                </c:pt>
                <c:pt idx="1231">
                  <c:v>0.69329868384813065</c:v>
                </c:pt>
                <c:pt idx="1232">
                  <c:v>0.69347865567625078</c:v>
                </c:pt>
                <c:pt idx="1233">
                  <c:v>0.69365854706605845</c:v>
                </c:pt>
                <c:pt idx="1234">
                  <c:v>0.69383833943393869</c:v>
                </c:pt>
                <c:pt idx="1235">
                  <c:v>0.69401797460683812</c:v>
                </c:pt>
                <c:pt idx="1236">
                  <c:v>0.69419725713703861</c:v>
                </c:pt>
                <c:pt idx="1237">
                  <c:v>0.6943764372299408</c:v>
                </c:pt>
                <c:pt idx="1238">
                  <c:v>0.69455548816503154</c:v>
                </c:pt>
                <c:pt idx="1239">
                  <c:v>0.69473452050382778</c:v>
                </c:pt>
                <c:pt idx="1240">
                  <c:v>0.69491348785848561</c:v>
                </c:pt>
                <c:pt idx="1241">
                  <c:v>0.69509227911326377</c:v>
                </c:pt>
                <c:pt idx="1242">
                  <c:v>0.69527105358700125</c:v>
                </c:pt>
                <c:pt idx="1243">
                  <c:v>0.69544960198319228</c:v>
                </c:pt>
                <c:pt idx="1244">
                  <c:v>0.69562806278789635</c:v>
                </c:pt>
                <c:pt idx="1245">
                  <c:v>0.69580635255652068</c:v>
                </c:pt>
                <c:pt idx="1246">
                  <c:v>0.69598463791504861</c:v>
                </c:pt>
                <c:pt idx="1247">
                  <c:v>0.69616283134531309</c:v>
                </c:pt>
                <c:pt idx="1248">
                  <c:v>0.69634085288800573</c:v>
                </c:pt>
                <c:pt idx="1249">
                  <c:v>0.69651868725927624</c:v>
                </c:pt>
                <c:pt idx="1250">
                  <c:v>0.69669648929449568</c:v>
                </c:pt>
                <c:pt idx="1251">
                  <c:v>0.69687425248902113</c:v>
                </c:pt>
                <c:pt idx="1252">
                  <c:v>0.69705195299163225</c:v>
                </c:pt>
                <c:pt idx="1253">
                  <c:v>0.69722914222419496</c:v>
                </c:pt>
                <c:pt idx="1254">
                  <c:v>0.69740607908849261</c:v>
                </c:pt>
                <c:pt idx="1255">
                  <c:v>0.69758257720761097</c:v>
                </c:pt>
                <c:pt idx="1256">
                  <c:v>0.69775896235208223</c:v>
                </c:pt>
                <c:pt idx="1257">
                  <c:v>0.69793523973476179</c:v>
                </c:pt>
                <c:pt idx="1258">
                  <c:v>0.69811137082699537</c:v>
                </c:pt>
                <c:pt idx="1259">
                  <c:v>0.69828745471301945</c:v>
                </c:pt>
                <c:pt idx="1260">
                  <c:v>0.69846346769722956</c:v>
                </c:pt>
                <c:pt idx="1261">
                  <c:v>0.69863941803058482</c:v>
                </c:pt>
                <c:pt idx="1262">
                  <c:v>0.69881532443629968</c:v>
                </c:pt>
                <c:pt idx="1263">
                  <c:v>0.69899107224127599</c:v>
                </c:pt>
                <c:pt idx="1264">
                  <c:v>0.69916659073430498</c:v>
                </c:pt>
                <c:pt idx="1265">
                  <c:v>0.6993420450911797</c:v>
                </c:pt>
                <c:pt idx="1266">
                  <c:v>0.69951748221107302</c:v>
                </c:pt>
                <c:pt idx="1267">
                  <c:v>0.69969290528759165</c:v>
                </c:pt>
                <c:pt idx="1268">
                  <c:v>0.69986820313624087</c:v>
                </c:pt>
                <c:pt idx="1269">
                  <c:v>0.7000433385500997</c:v>
                </c:pt>
                <c:pt idx="1270">
                  <c:v>0.70021843488608571</c:v>
                </c:pt>
                <c:pt idx="1271">
                  <c:v>0.70039326879106856</c:v>
                </c:pt>
                <c:pt idx="1272">
                  <c:v>0.7005678972755438</c:v>
                </c:pt>
                <c:pt idx="1273">
                  <c:v>0.70074242792220498</c:v>
                </c:pt>
                <c:pt idx="1274">
                  <c:v>0.70091688762943571</c:v>
                </c:pt>
                <c:pt idx="1275">
                  <c:v>0.70109129686646665</c:v>
                </c:pt>
                <c:pt idx="1276">
                  <c:v>0.70126558796499439</c:v>
                </c:pt>
                <c:pt idx="1277">
                  <c:v>0.70143981664615884</c:v>
                </c:pt>
                <c:pt idx="1278">
                  <c:v>0.70161398388192797</c:v>
                </c:pt>
                <c:pt idx="1279">
                  <c:v>0.70178809960406063</c:v>
                </c:pt>
                <c:pt idx="1280">
                  <c:v>0.70196217189445897</c:v>
                </c:pt>
                <c:pt idx="1281">
                  <c:v>0.70213621904520829</c:v>
                </c:pt>
                <c:pt idx="1282">
                  <c:v>0.70231026097970106</c:v>
                </c:pt>
                <c:pt idx="1283">
                  <c:v>0.70248428033068888</c:v>
                </c:pt>
                <c:pt idx="1284">
                  <c:v>0.70265796329826313</c:v>
                </c:pt>
                <c:pt idx="1285">
                  <c:v>0.70283163824611372</c:v>
                </c:pt>
                <c:pt idx="1286">
                  <c:v>0.70300531292277224</c:v>
                </c:pt>
                <c:pt idx="1287">
                  <c:v>0.7031786696199297</c:v>
                </c:pt>
                <c:pt idx="1288">
                  <c:v>0.70335199072203658</c:v>
                </c:pt>
                <c:pt idx="1289">
                  <c:v>0.70352525069883376</c:v>
                </c:pt>
                <c:pt idx="1290">
                  <c:v>0.70369846997844065</c:v>
                </c:pt>
                <c:pt idx="1291">
                  <c:v>0.70387125687369456</c:v>
                </c:pt>
                <c:pt idx="1292">
                  <c:v>0.70404383518832325</c:v>
                </c:pt>
                <c:pt idx="1293">
                  <c:v>0.7042163520746435</c:v>
                </c:pt>
                <c:pt idx="1294">
                  <c:v>0.70438865495826553</c:v>
                </c:pt>
                <c:pt idx="1295">
                  <c:v>0.70456066530296446</c:v>
                </c:pt>
                <c:pt idx="1296">
                  <c:v>0.7047326003953186</c:v>
                </c:pt>
                <c:pt idx="1297">
                  <c:v>0.70490430073353094</c:v>
                </c:pt>
                <c:pt idx="1298">
                  <c:v>0.70507599668866883</c:v>
                </c:pt>
                <c:pt idx="1299">
                  <c:v>0.70524767075349604</c:v>
                </c:pt>
                <c:pt idx="1300">
                  <c:v>0.7054193055943937</c:v>
                </c:pt>
                <c:pt idx="1301">
                  <c:v>0.70559082656031535</c:v>
                </c:pt>
                <c:pt idx="1302">
                  <c:v>0.70576202534024757</c:v>
                </c:pt>
                <c:pt idx="1303">
                  <c:v>0.70593321620944982</c:v>
                </c:pt>
                <c:pt idx="1304">
                  <c:v>0.70610425567033663</c:v>
                </c:pt>
                <c:pt idx="1305">
                  <c:v>0.70627517490731551</c:v>
                </c:pt>
                <c:pt idx="1306">
                  <c:v>0.70644601748171265</c:v>
                </c:pt>
                <c:pt idx="1307">
                  <c:v>0.70661666561509273</c:v>
                </c:pt>
                <c:pt idx="1308">
                  <c:v>0.70678706622573861</c:v>
                </c:pt>
                <c:pt idx="1309">
                  <c:v>0.706957351861914</c:v>
                </c:pt>
                <c:pt idx="1310">
                  <c:v>0.70712762227080228</c:v>
                </c:pt>
                <c:pt idx="1311">
                  <c:v>0.707297797877396</c:v>
                </c:pt>
                <c:pt idx="1312">
                  <c:v>0.70746793944549669</c:v>
                </c:pt>
                <c:pt idx="1313">
                  <c:v>0.70763801253347458</c:v>
                </c:pt>
                <c:pt idx="1314">
                  <c:v>0.70780806125787665</c:v>
                </c:pt>
                <c:pt idx="1315">
                  <c:v>0.70797795611529413</c:v>
                </c:pt>
                <c:pt idx="1316">
                  <c:v>0.7081476988389096</c:v>
                </c:pt>
                <c:pt idx="1317">
                  <c:v>0.70831731773896656</c:v>
                </c:pt>
                <c:pt idx="1318">
                  <c:v>0.70848673273767049</c:v>
                </c:pt>
                <c:pt idx="1319">
                  <c:v>0.70865602961273699</c:v>
                </c:pt>
                <c:pt idx="1320">
                  <c:v>0.70882528946571544</c:v>
                </c:pt>
                <c:pt idx="1321">
                  <c:v>0.70899420024447579</c:v>
                </c:pt>
                <c:pt idx="1322">
                  <c:v>0.70916274862379081</c:v>
                </c:pt>
                <c:pt idx="1323">
                  <c:v>0.70933114797835217</c:v>
                </c:pt>
                <c:pt idx="1324">
                  <c:v>0.70949932268646065</c:v>
                </c:pt>
                <c:pt idx="1325">
                  <c:v>0.70966747944855235</c:v>
                </c:pt>
                <c:pt idx="1326">
                  <c:v>0.70983551842887127</c:v>
                </c:pt>
                <c:pt idx="1327">
                  <c:v>0.7100034895554137</c:v>
                </c:pt>
                <c:pt idx="1328">
                  <c:v>0.71017144818395461</c:v>
                </c:pt>
                <c:pt idx="1329">
                  <c:v>0.71033924583288066</c:v>
                </c:pt>
                <c:pt idx="1330">
                  <c:v>0.71050698773569787</c:v>
                </c:pt>
                <c:pt idx="1331">
                  <c:v>0.71067464551126414</c:v>
                </c:pt>
                <c:pt idx="1332">
                  <c:v>0.71084226490186142</c:v>
                </c:pt>
                <c:pt idx="1333">
                  <c:v>0.71100960926144463</c:v>
                </c:pt>
                <c:pt idx="1334">
                  <c:v>0.71117692201130911</c:v>
                </c:pt>
                <c:pt idx="1335">
                  <c:v>0.71134402802455265</c:v>
                </c:pt>
                <c:pt idx="1336">
                  <c:v>0.71151107300814564</c:v>
                </c:pt>
                <c:pt idx="1337">
                  <c:v>0.71167810461146164</c:v>
                </c:pt>
                <c:pt idx="1338">
                  <c:v>0.71184513521953519</c:v>
                </c:pt>
                <c:pt idx="1339">
                  <c:v>0.7120121580112424</c:v>
                </c:pt>
                <c:pt idx="1340">
                  <c:v>0.71217914408292948</c:v>
                </c:pt>
                <c:pt idx="1341">
                  <c:v>0.71234608959929024</c:v>
                </c:pt>
                <c:pt idx="1342">
                  <c:v>0.71251292158331758</c:v>
                </c:pt>
                <c:pt idx="1343">
                  <c:v>0.71267973539223994</c:v>
                </c:pt>
                <c:pt idx="1344">
                  <c:v>0.71284649398982702</c:v>
                </c:pt>
                <c:pt idx="1345">
                  <c:v>0.7130132511456605</c:v>
                </c:pt>
                <c:pt idx="1346">
                  <c:v>0.71317998097525059</c:v>
                </c:pt>
                <c:pt idx="1347">
                  <c:v>0.71334659668231193</c:v>
                </c:pt>
                <c:pt idx="1348">
                  <c:v>0.71351315362885781</c:v>
                </c:pt>
                <c:pt idx="1349">
                  <c:v>0.71367965985144532</c:v>
                </c:pt>
                <c:pt idx="1350">
                  <c:v>0.71384614953560799</c:v>
                </c:pt>
                <c:pt idx="1351">
                  <c:v>0.71401247007702939</c:v>
                </c:pt>
                <c:pt idx="1352">
                  <c:v>0.71417869687824864</c:v>
                </c:pt>
                <c:pt idx="1353">
                  <c:v>0.71434480386223054</c:v>
                </c:pt>
                <c:pt idx="1354">
                  <c:v>0.71451075035519995</c:v>
                </c:pt>
                <c:pt idx="1355">
                  <c:v>0.71467666988588663</c:v>
                </c:pt>
                <c:pt idx="1356">
                  <c:v>0.7148425598170185</c:v>
                </c:pt>
                <c:pt idx="1357">
                  <c:v>0.7150083019943887</c:v>
                </c:pt>
                <c:pt idx="1358">
                  <c:v>0.71517390009770521</c:v>
                </c:pt>
                <c:pt idx="1359">
                  <c:v>0.71533948965403993</c:v>
                </c:pt>
                <c:pt idx="1360">
                  <c:v>0.71550502026967866</c:v>
                </c:pt>
                <c:pt idx="1361">
                  <c:v>0.71567045598355605</c:v>
                </c:pt>
                <c:pt idx="1362">
                  <c:v>0.71583567822715766</c:v>
                </c:pt>
                <c:pt idx="1363">
                  <c:v>0.716000852071069</c:v>
                </c:pt>
                <c:pt idx="1364">
                  <c:v>0.71616602366043391</c:v>
                </c:pt>
                <c:pt idx="1365">
                  <c:v>0.71633113691571615</c:v>
                </c:pt>
                <c:pt idx="1366">
                  <c:v>0.71649624971315828</c:v>
                </c:pt>
                <c:pt idx="1367">
                  <c:v>0.71666132824050865</c:v>
                </c:pt>
                <c:pt idx="1368">
                  <c:v>0.71682634792172828</c:v>
                </c:pt>
                <c:pt idx="1369">
                  <c:v>0.71699119388445665</c:v>
                </c:pt>
                <c:pt idx="1370">
                  <c:v>0.7171559806360811</c:v>
                </c:pt>
                <c:pt idx="1371">
                  <c:v>0.71732054248943078</c:v>
                </c:pt>
                <c:pt idx="1372">
                  <c:v>0.71748496482672341</c:v>
                </c:pt>
                <c:pt idx="1373">
                  <c:v>0.71764934158594762</c:v>
                </c:pt>
                <c:pt idx="1374">
                  <c:v>0.71781368886523655</c:v>
                </c:pt>
                <c:pt idx="1375">
                  <c:v>0.71797799812220653</c:v>
                </c:pt>
                <c:pt idx="1376">
                  <c:v>0.71814226718539764</c:v>
                </c:pt>
                <c:pt idx="1377">
                  <c:v>0.71830638776799616</c:v>
                </c:pt>
                <c:pt idx="1378">
                  <c:v>0.71847044025429363</c:v>
                </c:pt>
                <c:pt idx="1379">
                  <c:v>0.71863424916590113</c:v>
                </c:pt>
                <c:pt idx="1380">
                  <c:v>0.71879768015244083</c:v>
                </c:pt>
                <c:pt idx="1381">
                  <c:v>0.71896106987498609</c:v>
                </c:pt>
                <c:pt idx="1382">
                  <c:v>0.71912404718319833</c:v>
                </c:pt>
                <c:pt idx="1383">
                  <c:v>0.71928697909614259</c:v>
                </c:pt>
                <c:pt idx="1384">
                  <c:v>0.71944970829431765</c:v>
                </c:pt>
                <c:pt idx="1385">
                  <c:v>0.71961221820779064</c:v>
                </c:pt>
                <c:pt idx="1386">
                  <c:v>0.71977471563293682</c:v>
                </c:pt>
                <c:pt idx="1387">
                  <c:v>0.71993718118032257</c:v>
                </c:pt>
                <c:pt idx="1388">
                  <c:v>0.72009950079285312</c:v>
                </c:pt>
                <c:pt idx="1389">
                  <c:v>0.72026169853926303</c:v>
                </c:pt>
                <c:pt idx="1390">
                  <c:v>0.72042371406926442</c:v>
                </c:pt>
                <c:pt idx="1391">
                  <c:v>0.7205856781979284</c:v>
                </c:pt>
                <c:pt idx="1392">
                  <c:v>0.7207475492209694</c:v>
                </c:pt>
                <c:pt idx="1393">
                  <c:v>0.72090940220343114</c:v>
                </c:pt>
                <c:pt idx="1394">
                  <c:v>0.72107113325962546</c:v>
                </c:pt>
                <c:pt idx="1395">
                  <c:v>0.72123264651953478</c:v>
                </c:pt>
                <c:pt idx="1396">
                  <c:v>0.72139364504306469</c:v>
                </c:pt>
                <c:pt idx="1397">
                  <c:v>0.72155439104680597</c:v>
                </c:pt>
                <c:pt idx="1398">
                  <c:v>0.72171498295112368</c:v>
                </c:pt>
                <c:pt idx="1399">
                  <c:v>0.72187525994599022</c:v>
                </c:pt>
                <c:pt idx="1400">
                  <c:v>0.72203541536458582</c:v>
                </c:pt>
                <c:pt idx="1401">
                  <c:v>0.72219553742490128</c:v>
                </c:pt>
                <c:pt idx="1402">
                  <c:v>0.72235556256945865</c:v>
                </c:pt>
                <c:pt idx="1403">
                  <c:v>0.72251556629524449</c:v>
                </c:pt>
                <c:pt idx="1404">
                  <c:v>0.7226755058262575</c:v>
                </c:pt>
                <c:pt idx="1405">
                  <c:v>0.72283538872849784</c:v>
                </c:pt>
                <c:pt idx="1406">
                  <c:v>0.72299523793445775</c:v>
                </c:pt>
                <c:pt idx="1407">
                  <c:v>0.72315507847634963</c:v>
                </c:pt>
                <c:pt idx="1408">
                  <c:v>0.72331455050735938</c:v>
                </c:pt>
                <c:pt idx="1409">
                  <c:v>0.72347367561221121</c:v>
                </c:pt>
                <c:pt idx="1410">
                  <c:v>0.72363276778027008</c:v>
                </c:pt>
                <c:pt idx="1411">
                  <c:v>0.72379172879098785</c:v>
                </c:pt>
                <c:pt idx="1412">
                  <c:v>0.72395055227485894</c:v>
                </c:pt>
                <c:pt idx="1413">
                  <c:v>0.72410933449347414</c:v>
                </c:pt>
                <c:pt idx="1414">
                  <c:v>0.72426794233441594</c:v>
                </c:pt>
                <c:pt idx="1415">
                  <c:v>0.72442654517944949</c:v>
                </c:pt>
                <c:pt idx="1416">
                  <c:v>0.72458499494946249</c:v>
                </c:pt>
                <c:pt idx="1417">
                  <c:v>0.72474342175265527</c:v>
                </c:pt>
                <c:pt idx="1418">
                  <c:v>0.72490179870177163</c:v>
                </c:pt>
                <c:pt idx="1419">
                  <c:v>0.72506010493272888</c:v>
                </c:pt>
                <c:pt idx="1420">
                  <c:v>0.72521836836972953</c:v>
                </c:pt>
                <c:pt idx="1421">
                  <c:v>0.7253765109105047</c:v>
                </c:pt>
                <c:pt idx="1422">
                  <c:v>0.72553453782633626</c:v>
                </c:pt>
                <c:pt idx="1423">
                  <c:v>0.72569249469740038</c:v>
                </c:pt>
                <c:pt idx="1424">
                  <c:v>0.72585040946124824</c:v>
                </c:pt>
                <c:pt idx="1425">
                  <c:v>0.72600803833787375</c:v>
                </c:pt>
                <c:pt idx="1426">
                  <c:v>0.72616549649537621</c:v>
                </c:pt>
                <c:pt idx="1427">
                  <c:v>0.72632287902019099</c:v>
                </c:pt>
                <c:pt idx="1428">
                  <c:v>0.72648014186891985</c:v>
                </c:pt>
                <c:pt idx="1429">
                  <c:v>0.72663724510801164</c:v>
                </c:pt>
                <c:pt idx="1430">
                  <c:v>0.72679419566092462</c:v>
                </c:pt>
                <c:pt idx="1431">
                  <c:v>0.72695093982698278</c:v>
                </c:pt>
                <c:pt idx="1432">
                  <c:v>0.72710759293142579</c:v>
                </c:pt>
                <c:pt idx="1433">
                  <c:v>0.72726406705405888</c:v>
                </c:pt>
                <c:pt idx="1434">
                  <c:v>0.72742040862145385</c:v>
                </c:pt>
                <c:pt idx="1435">
                  <c:v>0.72757668499606598</c:v>
                </c:pt>
                <c:pt idx="1436">
                  <c:v>0.72773293100440994</c:v>
                </c:pt>
                <c:pt idx="1437">
                  <c:v>0.7278891748866757</c:v>
                </c:pt>
                <c:pt idx="1438">
                  <c:v>0.72804538290691134</c:v>
                </c:pt>
                <c:pt idx="1439">
                  <c:v>0.72820150999906252</c:v>
                </c:pt>
                <c:pt idx="1440">
                  <c:v>0.72835762889124656</c:v>
                </c:pt>
                <c:pt idx="1441">
                  <c:v>0.72851367116393506</c:v>
                </c:pt>
                <c:pt idx="1442">
                  <c:v>0.72866959016127564</c:v>
                </c:pt>
                <c:pt idx="1443">
                  <c:v>0.7288253140591886</c:v>
                </c:pt>
                <c:pt idx="1444">
                  <c:v>0.72898102575662249</c:v>
                </c:pt>
                <c:pt idx="1445">
                  <c:v>0.72913672017966658</c:v>
                </c:pt>
                <c:pt idx="1446">
                  <c:v>0.72929237228781263</c:v>
                </c:pt>
                <c:pt idx="1447">
                  <c:v>0.72944792603270814</c:v>
                </c:pt>
                <c:pt idx="1448">
                  <c:v>0.72960330916373284</c:v>
                </c:pt>
                <c:pt idx="1449">
                  <c:v>0.72975866008034462</c:v>
                </c:pt>
                <c:pt idx="1450">
                  <c:v>0.72991396025104349</c:v>
                </c:pt>
                <c:pt idx="1451">
                  <c:v>0.73006924628859182</c:v>
                </c:pt>
                <c:pt idx="1452">
                  <c:v>0.73022440540672762</c:v>
                </c:pt>
                <c:pt idx="1453">
                  <c:v>0.73037950559175902</c:v>
                </c:pt>
                <c:pt idx="1454">
                  <c:v>0.73053454693663356</c:v>
                </c:pt>
                <c:pt idx="1455">
                  <c:v>0.73068953734946462</c:v>
                </c:pt>
                <c:pt idx="1456">
                  <c:v>0.73084439558038172</c:v>
                </c:pt>
                <c:pt idx="1457">
                  <c:v>0.73099891870686862</c:v>
                </c:pt>
                <c:pt idx="1458">
                  <c:v>0.73115334133915444</c:v>
                </c:pt>
                <c:pt idx="1459">
                  <c:v>0.7313072816697046</c:v>
                </c:pt>
                <c:pt idx="1460">
                  <c:v>0.73146121060935465</c:v>
                </c:pt>
                <c:pt idx="1461">
                  <c:v>0.73161502090158148</c:v>
                </c:pt>
                <c:pt idx="1462">
                  <c:v>0.73176844350368286</c:v>
                </c:pt>
                <c:pt idx="1463">
                  <c:v>0.73192178768102656</c:v>
                </c:pt>
                <c:pt idx="1464">
                  <c:v>0.73207479156417576</c:v>
                </c:pt>
                <c:pt idx="1465">
                  <c:v>0.73222756759005803</c:v>
                </c:pt>
                <c:pt idx="1466">
                  <c:v>0.73238028132229849</c:v>
                </c:pt>
                <c:pt idx="1467">
                  <c:v>0.73253296329464257</c:v>
                </c:pt>
                <c:pt idx="1468">
                  <c:v>0.73268553381110479</c:v>
                </c:pt>
                <c:pt idx="1469">
                  <c:v>0.7328380663816646</c:v>
                </c:pt>
                <c:pt idx="1470">
                  <c:v>0.73299020697007111</c:v>
                </c:pt>
                <c:pt idx="1471">
                  <c:v>0.73314232528171586</c:v>
                </c:pt>
                <c:pt idx="1472">
                  <c:v>0.73329435818513888</c:v>
                </c:pt>
                <c:pt idx="1473">
                  <c:v>0.73344637812033953</c:v>
                </c:pt>
                <c:pt idx="1474">
                  <c:v>0.73359831297935763</c:v>
                </c:pt>
                <c:pt idx="1475">
                  <c:v>0.73375020442713434</c:v>
                </c:pt>
                <c:pt idx="1476">
                  <c:v>0.73390199307386716</c:v>
                </c:pt>
                <c:pt idx="1477">
                  <c:v>0.73405373188346068</c:v>
                </c:pt>
                <c:pt idx="1478">
                  <c:v>0.73420523534563964</c:v>
                </c:pt>
                <c:pt idx="1479">
                  <c:v>0.73435657674164556</c:v>
                </c:pt>
                <c:pt idx="1480">
                  <c:v>0.73450790219390505</c:v>
                </c:pt>
                <c:pt idx="1481">
                  <c:v>0.73465910120480338</c:v>
                </c:pt>
                <c:pt idx="1482">
                  <c:v>0.73481023513628563</c:v>
                </c:pt>
                <c:pt idx="1483">
                  <c:v>0.73496136327358053</c:v>
                </c:pt>
                <c:pt idx="1484">
                  <c:v>0.73511244498102157</c:v>
                </c:pt>
                <c:pt idx="1485">
                  <c:v>0.73526349398223156</c:v>
                </c:pt>
                <c:pt idx="1486">
                  <c:v>0.73541445658470372</c:v>
                </c:pt>
                <c:pt idx="1487">
                  <c:v>0.7355651569446463</c:v>
                </c:pt>
                <c:pt idx="1488">
                  <c:v>0.73571582954023262</c:v>
                </c:pt>
                <c:pt idx="1489">
                  <c:v>0.73586637884045547</c:v>
                </c:pt>
                <c:pt idx="1490">
                  <c:v>0.73601679344422244</c:v>
                </c:pt>
                <c:pt idx="1491">
                  <c:v>0.73616683028250762</c:v>
                </c:pt>
                <c:pt idx="1492">
                  <c:v>0.73631680048320225</c:v>
                </c:pt>
                <c:pt idx="1493">
                  <c:v>0.73646673747335267</c:v>
                </c:pt>
                <c:pt idx="1494">
                  <c:v>0.73661643859670778</c:v>
                </c:pt>
                <c:pt idx="1495">
                  <c:v>0.73676594892194158</c:v>
                </c:pt>
                <c:pt idx="1496">
                  <c:v>0.73691521807364568</c:v>
                </c:pt>
                <c:pt idx="1497">
                  <c:v>0.73706439553189673</c:v>
                </c:pt>
                <c:pt idx="1498">
                  <c:v>0.73721355759908835</c:v>
                </c:pt>
                <c:pt idx="1499">
                  <c:v>0.73736259236575952</c:v>
                </c:pt>
                <c:pt idx="1500">
                  <c:v>0.73751157065793649</c:v>
                </c:pt>
                <c:pt idx="1501">
                  <c:v>0.73766002555720622</c:v>
                </c:pt>
                <c:pt idx="1502">
                  <c:v>0.7378084293877949</c:v>
                </c:pt>
                <c:pt idx="1503">
                  <c:v>0.73795678088066285</c:v>
                </c:pt>
                <c:pt idx="1504">
                  <c:v>0.73810500921785493</c:v>
                </c:pt>
                <c:pt idx="1505">
                  <c:v>0.73825314144772958</c:v>
                </c:pt>
                <c:pt idx="1506">
                  <c:v>0.73840123915842326</c:v>
                </c:pt>
                <c:pt idx="1507">
                  <c:v>0.73854933054232064</c:v>
                </c:pt>
                <c:pt idx="1508">
                  <c:v>0.73869741276217327</c:v>
                </c:pt>
                <c:pt idx="1509">
                  <c:v>0.7388454248623606</c:v>
                </c:pt>
                <c:pt idx="1510">
                  <c:v>0.73899338013349503</c:v>
                </c:pt>
                <c:pt idx="1511">
                  <c:v>0.73914127782385208</c:v>
                </c:pt>
                <c:pt idx="1512">
                  <c:v>0.73928917121600213</c:v>
                </c:pt>
                <c:pt idx="1513">
                  <c:v>0.73943706235768969</c:v>
                </c:pt>
                <c:pt idx="1514">
                  <c:v>0.73958480689810391</c:v>
                </c:pt>
                <c:pt idx="1515">
                  <c:v>0.73973253148706553</c:v>
                </c:pt>
                <c:pt idx="1516">
                  <c:v>0.73988020821894862</c:v>
                </c:pt>
                <c:pt idx="1517">
                  <c:v>0.74002787309305729</c:v>
                </c:pt>
                <c:pt idx="1518">
                  <c:v>0.74017545291913966</c:v>
                </c:pt>
                <c:pt idx="1519">
                  <c:v>0.74032299499067444</c:v>
                </c:pt>
                <c:pt idx="1520">
                  <c:v>0.74047044717912103</c:v>
                </c:pt>
                <c:pt idx="1521">
                  <c:v>0.74061785533311131</c:v>
                </c:pt>
                <c:pt idx="1522">
                  <c:v>0.74076525949177319</c:v>
                </c:pt>
                <c:pt idx="1523">
                  <c:v>0.74091263640661165</c:v>
                </c:pt>
                <c:pt idx="1524">
                  <c:v>0.74105998809756912</c:v>
                </c:pt>
                <c:pt idx="1525">
                  <c:v>0.7412073377873335</c:v>
                </c:pt>
                <c:pt idx="1526">
                  <c:v>0.74135467878109473</c:v>
                </c:pt>
                <c:pt idx="1527">
                  <c:v>0.74150187195554662</c:v>
                </c:pt>
                <c:pt idx="1528">
                  <c:v>0.74164904733381753</c:v>
                </c:pt>
                <c:pt idx="1529">
                  <c:v>0.7417961950063513</c:v>
                </c:pt>
                <c:pt idx="1530">
                  <c:v>0.74194318972206152</c:v>
                </c:pt>
                <c:pt idx="1531">
                  <c:v>0.74209015555675573</c:v>
                </c:pt>
                <c:pt idx="1532">
                  <c:v>0.74223706302201753</c:v>
                </c:pt>
                <c:pt idx="1533">
                  <c:v>0.74238358141030947</c:v>
                </c:pt>
                <c:pt idx="1534">
                  <c:v>0.74253003161671094</c:v>
                </c:pt>
                <c:pt idx="1535">
                  <c:v>0.742676411811235</c:v>
                </c:pt>
                <c:pt idx="1536">
                  <c:v>0.74282273781551589</c:v>
                </c:pt>
                <c:pt idx="1537">
                  <c:v>0.74296903900856626</c:v>
                </c:pt>
                <c:pt idx="1538">
                  <c:v>0.74311527104883335</c:v>
                </c:pt>
                <c:pt idx="1539">
                  <c:v>0.74326149717202061</c:v>
                </c:pt>
                <c:pt idx="1540">
                  <c:v>0.74340767182150669</c:v>
                </c:pt>
                <c:pt idx="1541">
                  <c:v>0.74355379491944451</c:v>
                </c:pt>
                <c:pt idx="1542">
                  <c:v>0.74369986700555379</c:v>
                </c:pt>
                <c:pt idx="1543">
                  <c:v>0.7438459381757897</c:v>
                </c:pt>
                <c:pt idx="1544">
                  <c:v>0.74399195603105894</c:v>
                </c:pt>
                <c:pt idx="1545">
                  <c:v>0.74413792697092052</c:v>
                </c:pt>
                <c:pt idx="1546">
                  <c:v>0.74428388842579463</c:v>
                </c:pt>
                <c:pt idx="1547">
                  <c:v>0.74442983464514156</c:v>
                </c:pt>
                <c:pt idx="1548">
                  <c:v>0.74457566176323331</c:v>
                </c:pt>
                <c:pt idx="1549">
                  <c:v>0.74472144434923071</c:v>
                </c:pt>
                <c:pt idx="1550">
                  <c:v>0.74486719557192038</c:v>
                </c:pt>
                <c:pt idx="1551">
                  <c:v>0.74501273466370543</c:v>
                </c:pt>
                <c:pt idx="1552">
                  <c:v>0.74515826500066629</c:v>
                </c:pt>
                <c:pt idx="1553">
                  <c:v>0.74530374700209689</c:v>
                </c:pt>
                <c:pt idx="1554">
                  <c:v>0.74544921457677682</c:v>
                </c:pt>
                <c:pt idx="1555">
                  <c:v>0.74559466049207845</c:v>
                </c:pt>
                <c:pt idx="1556">
                  <c:v>0.74574003693202784</c:v>
                </c:pt>
                <c:pt idx="1557">
                  <c:v>0.74588536126866234</c:v>
                </c:pt>
                <c:pt idx="1558">
                  <c:v>0.74603063916652723</c:v>
                </c:pt>
                <c:pt idx="1559">
                  <c:v>0.74617586378904865</c:v>
                </c:pt>
                <c:pt idx="1560">
                  <c:v>0.74632103671966177</c:v>
                </c:pt>
                <c:pt idx="1561">
                  <c:v>0.74646606027592777</c:v>
                </c:pt>
                <c:pt idx="1562">
                  <c:v>0.74661076203590082</c:v>
                </c:pt>
                <c:pt idx="1563">
                  <c:v>0.74675546202933096</c:v>
                </c:pt>
                <c:pt idx="1564">
                  <c:v>0.74690009048679507</c:v>
                </c:pt>
                <c:pt idx="1565">
                  <c:v>0.74704446226839127</c:v>
                </c:pt>
                <c:pt idx="1566">
                  <c:v>0.74718873813897513</c:v>
                </c:pt>
                <c:pt idx="1567">
                  <c:v>0.74733298850975749</c:v>
                </c:pt>
                <c:pt idx="1568">
                  <c:v>0.74747723668097565</c:v>
                </c:pt>
                <c:pt idx="1569">
                  <c:v>0.74762134711510053</c:v>
                </c:pt>
                <c:pt idx="1570">
                  <c:v>0.74776530728549062</c:v>
                </c:pt>
                <c:pt idx="1571">
                  <c:v>0.747909263541641</c:v>
                </c:pt>
                <c:pt idx="1572">
                  <c:v>0.74805317939684102</c:v>
                </c:pt>
                <c:pt idx="1573">
                  <c:v>0.74819664907462513</c:v>
                </c:pt>
                <c:pt idx="1574">
                  <c:v>0.74834004072284654</c:v>
                </c:pt>
                <c:pt idx="1575">
                  <c:v>0.7484833360568397</c:v>
                </c:pt>
                <c:pt idx="1576">
                  <c:v>0.74862657525279563</c:v>
                </c:pt>
                <c:pt idx="1577">
                  <c:v>0.74876968667630184</c:v>
                </c:pt>
                <c:pt idx="1578">
                  <c:v>0.74891278711107334</c:v>
                </c:pt>
                <c:pt idx="1579">
                  <c:v>0.74905567952708774</c:v>
                </c:pt>
                <c:pt idx="1580">
                  <c:v>0.74919851124963965</c:v>
                </c:pt>
                <c:pt idx="1581">
                  <c:v>0.74934123357587934</c:v>
                </c:pt>
                <c:pt idx="1582">
                  <c:v>0.74948390119370767</c:v>
                </c:pt>
                <c:pt idx="1583">
                  <c:v>0.74962609970031191</c:v>
                </c:pt>
                <c:pt idx="1584">
                  <c:v>0.74976820675223455</c:v>
                </c:pt>
                <c:pt idx="1585">
                  <c:v>0.74991024774399262</c:v>
                </c:pt>
                <c:pt idx="1586">
                  <c:v>0.75005224371915968</c:v>
                </c:pt>
                <c:pt idx="1587">
                  <c:v>0.75019423546371233</c:v>
                </c:pt>
                <c:pt idx="1588">
                  <c:v>0.75033611355282781</c:v>
                </c:pt>
                <c:pt idx="1589">
                  <c:v>0.75047790078287568</c:v>
                </c:pt>
                <c:pt idx="1590">
                  <c:v>0.75061948859201333</c:v>
                </c:pt>
                <c:pt idx="1591">
                  <c:v>0.75076107492153088</c:v>
                </c:pt>
                <c:pt idx="1592">
                  <c:v>0.75090246304256592</c:v>
                </c:pt>
                <c:pt idx="1593">
                  <c:v>0.75104384771256261</c:v>
                </c:pt>
                <c:pt idx="1594">
                  <c:v>0.75118521484059453</c:v>
                </c:pt>
                <c:pt idx="1595">
                  <c:v>0.75132645224336536</c:v>
                </c:pt>
                <c:pt idx="1596">
                  <c:v>0.75146767619647636</c:v>
                </c:pt>
                <c:pt idx="1597">
                  <c:v>0.7516088731809708</c:v>
                </c:pt>
                <c:pt idx="1598">
                  <c:v>0.7517500701462797</c:v>
                </c:pt>
                <c:pt idx="1599">
                  <c:v>0.75189125462222961</c:v>
                </c:pt>
                <c:pt idx="1600">
                  <c:v>0.75203240731615861</c:v>
                </c:pt>
                <c:pt idx="1601">
                  <c:v>0.75217353584600866</c:v>
                </c:pt>
                <c:pt idx="1602">
                  <c:v>0.75231456388033047</c:v>
                </c:pt>
                <c:pt idx="1603">
                  <c:v>0.75245531603329741</c:v>
                </c:pt>
                <c:pt idx="1604">
                  <c:v>0.75259601317144464</c:v>
                </c:pt>
                <c:pt idx="1605">
                  <c:v>0.7527366748290627</c:v>
                </c:pt>
                <c:pt idx="1606">
                  <c:v>0.75287732490439785</c:v>
                </c:pt>
                <c:pt idx="1607">
                  <c:v>0.75301777458438668</c:v>
                </c:pt>
                <c:pt idx="1608">
                  <c:v>0.75315819467502465</c:v>
                </c:pt>
                <c:pt idx="1609">
                  <c:v>0.75329846366076236</c:v>
                </c:pt>
                <c:pt idx="1610">
                  <c:v>0.7534386419889787</c:v>
                </c:pt>
                <c:pt idx="1611">
                  <c:v>0.7535787978383649</c:v>
                </c:pt>
                <c:pt idx="1612">
                  <c:v>0.75371876216929401</c:v>
                </c:pt>
                <c:pt idx="1613">
                  <c:v>0.75385867068815282</c:v>
                </c:pt>
                <c:pt idx="1614">
                  <c:v>0.75399857807531756</c:v>
                </c:pt>
                <c:pt idx="1615">
                  <c:v>0.75413838015531787</c:v>
                </c:pt>
                <c:pt idx="1616">
                  <c:v>0.75427798473764696</c:v>
                </c:pt>
                <c:pt idx="1617">
                  <c:v>0.75441692751399503</c:v>
                </c:pt>
                <c:pt idx="1618">
                  <c:v>0.75455576771396249</c:v>
                </c:pt>
                <c:pt idx="1619">
                  <c:v>0.75469454447155926</c:v>
                </c:pt>
                <c:pt idx="1620">
                  <c:v>0.75483331946255672</c:v>
                </c:pt>
                <c:pt idx="1621">
                  <c:v>0.75497186113090664</c:v>
                </c:pt>
                <c:pt idx="1622">
                  <c:v>0.75511035088233858</c:v>
                </c:pt>
                <c:pt idx="1623">
                  <c:v>0.7552486794551555</c:v>
                </c:pt>
                <c:pt idx="1624">
                  <c:v>0.7553869192805287</c:v>
                </c:pt>
                <c:pt idx="1625">
                  <c:v>0.75552507653954126</c:v>
                </c:pt>
                <c:pt idx="1626">
                  <c:v>0.75566321747252996</c:v>
                </c:pt>
                <c:pt idx="1627">
                  <c:v>0.75580127046114665</c:v>
                </c:pt>
                <c:pt idx="1628">
                  <c:v>0.75593927476248712</c:v>
                </c:pt>
                <c:pt idx="1629">
                  <c:v>0.75607726890677562</c:v>
                </c:pt>
                <c:pt idx="1630">
                  <c:v>0.75621523158936177</c:v>
                </c:pt>
                <c:pt idx="1631">
                  <c:v>0.75635310781533327</c:v>
                </c:pt>
                <c:pt idx="1632">
                  <c:v>0.75649089027202465</c:v>
                </c:pt>
                <c:pt idx="1633">
                  <c:v>0.75662865700646975</c:v>
                </c:pt>
                <c:pt idx="1634">
                  <c:v>0.75676638546243358</c:v>
                </c:pt>
                <c:pt idx="1635">
                  <c:v>0.75690406531313892</c:v>
                </c:pt>
                <c:pt idx="1636">
                  <c:v>0.75704169547544198</c:v>
                </c:pt>
                <c:pt idx="1637">
                  <c:v>0.75717928257428491</c:v>
                </c:pt>
                <c:pt idx="1638">
                  <c:v>0.75731683679217365</c:v>
                </c:pt>
                <c:pt idx="1639">
                  <c:v>0.75745436687416734</c:v>
                </c:pt>
                <c:pt idx="1640">
                  <c:v>0.75759182276231563</c:v>
                </c:pt>
                <c:pt idx="1641">
                  <c:v>0.75772918558014701</c:v>
                </c:pt>
                <c:pt idx="1642">
                  <c:v>0.75786646061336083</c:v>
                </c:pt>
                <c:pt idx="1643">
                  <c:v>0.75800368678427865</c:v>
                </c:pt>
                <c:pt idx="1644">
                  <c:v>0.75814091237549941</c:v>
                </c:pt>
                <c:pt idx="1645">
                  <c:v>0.75827811310298965</c:v>
                </c:pt>
                <c:pt idx="1646">
                  <c:v>0.75841529258543816</c:v>
                </c:pt>
                <c:pt idx="1647">
                  <c:v>0.75855220664128165</c:v>
                </c:pt>
                <c:pt idx="1648">
                  <c:v>0.75868873312614649</c:v>
                </c:pt>
                <c:pt idx="1649">
                  <c:v>0.75882508344381283</c:v>
                </c:pt>
                <c:pt idx="1650">
                  <c:v>0.75896138217124554</c:v>
                </c:pt>
                <c:pt idx="1651">
                  <c:v>0.75909761779668417</c:v>
                </c:pt>
                <c:pt idx="1652">
                  <c:v>0.75923379529396451</c:v>
                </c:pt>
                <c:pt idx="1653">
                  <c:v>0.75936992786589974</c:v>
                </c:pt>
                <c:pt idx="1654">
                  <c:v>0.75950592779980663</c:v>
                </c:pt>
                <c:pt idx="1655">
                  <c:v>0.75964176979018283</c:v>
                </c:pt>
                <c:pt idx="1656">
                  <c:v>0.7597775878156019</c:v>
                </c:pt>
                <c:pt idx="1657">
                  <c:v>0.75991337677336468</c:v>
                </c:pt>
                <c:pt idx="1658">
                  <c:v>0.76004900073691362</c:v>
                </c:pt>
                <c:pt idx="1659">
                  <c:v>0.76018456032794357</c:v>
                </c:pt>
                <c:pt idx="1660">
                  <c:v>0.76032007123808365</c:v>
                </c:pt>
                <c:pt idx="1661">
                  <c:v>0.76045552259193394</c:v>
                </c:pt>
                <c:pt idx="1662">
                  <c:v>0.76059093262348187</c:v>
                </c:pt>
                <c:pt idx="1663">
                  <c:v>0.76072630602513502</c:v>
                </c:pt>
                <c:pt idx="1664">
                  <c:v>0.76086155671260802</c:v>
                </c:pt>
                <c:pt idx="1665">
                  <c:v>0.76099680200014153</c:v>
                </c:pt>
                <c:pt idx="1666">
                  <c:v>0.76113193382710065</c:v>
                </c:pt>
                <c:pt idx="1667">
                  <c:v>0.76126698648657165</c:v>
                </c:pt>
                <c:pt idx="1668">
                  <c:v>0.76140192367955495</c:v>
                </c:pt>
                <c:pt idx="1669">
                  <c:v>0.76153665187847375</c:v>
                </c:pt>
                <c:pt idx="1670">
                  <c:v>0.76167117036290211</c:v>
                </c:pt>
                <c:pt idx="1671">
                  <c:v>0.76180565995553162</c:v>
                </c:pt>
                <c:pt idx="1672">
                  <c:v>0.76194012785670395</c:v>
                </c:pt>
                <c:pt idx="1673">
                  <c:v>0.76207454509450134</c:v>
                </c:pt>
                <c:pt idx="1674">
                  <c:v>0.76220879074340664</c:v>
                </c:pt>
                <c:pt idx="1675">
                  <c:v>0.76234303186413577</c:v>
                </c:pt>
                <c:pt idx="1676">
                  <c:v>0.76247723016850677</c:v>
                </c:pt>
                <c:pt idx="1677">
                  <c:v>0.76261116953901564</c:v>
                </c:pt>
                <c:pt idx="1678">
                  <c:v>0.7627448399850415</c:v>
                </c:pt>
                <c:pt idx="1679">
                  <c:v>0.7628784630235832</c:v>
                </c:pt>
                <c:pt idx="1680">
                  <c:v>0.76301205905640335</c:v>
                </c:pt>
                <c:pt idx="1681">
                  <c:v>0.76314560265253839</c:v>
                </c:pt>
                <c:pt idx="1682">
                  <c:v>0.76327909871455468</c:v>
                </c:pt>
                <c:pt idx="1683">
                  <c:v>0.7634125741087695</c:v>
                </c:pt>
                <c:pt idx="1684">
                  <c:v>0.76354594201885673</c:v>
                </c:pt>
                <c:pt idx="1685">
                  <c:v>0.7636792413738609</c:v>
                </c:pt>
                <c:pt idx="1686">
                  <c:v>0.76381246194821051</c:v>
                </c:pt>
                <c:pt idx="1687">
                  <c:v>0.76394567718380668</c:v>
                </c:pt>
                <c:pt idx="1688">
                  <c:v>0.76407849033307995</c:v>
                </c:pt>
                <c:pt idx="1689">
                  <c:v>0.76421127020341273</c:v>
                </c:pt>
                <c:pt idx="1690">
                  <c:v>0.76434403623615876</c:v>
                </c:pt>
                <c:pt idx="1691">
                  <c:v>0.76447663095400964</c:v>
                </c:pt>
                <c:pt idx="1692">
                  <c:v>0.7646091319668733</c:v>
                </c:pt>
                <c:pt idx="1693">
                  <c:v>0.76474163274254769</c:v>
                </c:pt>
                <c:pt idx="1694">
                  <c:v>0.76487411114902026</c:v>
                </c:pt>
                <c:pt idx="1695">
                  <c:v>0.76500658503004659</c:v>
                </c:pt>
                <c:pt idx="1696">
                  <c:v>0.76513888617688808</c:v>
                </c:pt>
                <c:pt idx="1697">
                  <c:v>0.7652710806401779</c:v>
                </c:pt>
                <c:pt idx="1698">
                  <c:v>0.76540324073197052</c:v>
                </c:pt>
                <c:pt idx="1699">
                  <c:v>0.76553537467582389</c:v>
                </c:pt>
                <c:pt idx="1700">
                  <c:v>0.76566743606670795</c:v>
                </c:pt>
                <c:pt idx="1701">
                  <c:v>0.76579945995262966</c:v>
                </c:pt>
                <c:pt idx="1702">
                  <c:v>0.76593137067169625</c:v>
                </c:pt>
                <c:pt idx="1703">
                  <c:v>0.7660632740445471</c:v>
                </c:pt>
                <c:pt idx="1704">
                  <c:v>0.76619504353292911</c:v>
                </c:pt>
                <c:pt idx="1705">
                  <c:v>0.7663267822521177</c:v>
                </c:pt>
                <c:pt idx="1706">
                  <c:v>0.76645846075532198</c:v>
                </c:pt>
                <c:pt idx="1707">
                  <c:v>0.76658984128182361</c:v>
                </c:pt>
                <c:pt idx="1708">
                  <c:v>0.76672117833684184</c:v>
                </c:pt>
                <c:pt idx="1709">
                  <c:v>0.76685221463056474</c:v>
                </c:pt>
                <c:pt idx="1710">
                  <c:v>0.76698310137842562</c:v>
                </c:pt>
                <c:pt idx="1711">
                  <c:v>0.76711398082430748</c:v>
                </c:pt>
                <c:pt idx="1712">
                  <c:v>0.76724482238248792</c:v>
                </c:pt>
                <c:pt idx="1713">
                  <c:v>0.76737561779664865</c:v>
                </c:pt>
                <c:pt idx="1714">
                  <c:v>0.76750635379506749</c:v>
                </c:pt>
                <c:pt idx="1715">
                  <c:v>0.76763678344161834</c:v>
                </c:pt>
                <c:pt idx="1716">
                  <c:v>0.76776706612145063</c:v>
                </c:pt>
                <c:pt idx="1717">
                  <c:v>0.76789727666534002</c:v>
                </c:pt>
                <c:pt idx="1718">
                  <c:v>0.76802748145587318</c:v>
                </c:pt>
                <c:pt idx="1719">
                  <c:v>0.76815763990072161</c:v>
                </c:pt>
                <c:pt idx="1720">
                  <c:v>0.76828779229445665</c:v>
                </c:pt>
                <c:pt idx="1721">
                  <c:v>0.76841790599203963</c:v>
                </c:pt>
                <c:pt idx="1722">
                  <c:v>0.76854798805507174</c:v>
                </c:pt>
                <c:pt idx="1723">
                  <c:v>0.76867802537198038</c:v>
                </c:pt>
                <c:pt idx="1724">
                  <c:v>0.76880799672001465</c:v>
                </c:pt>
                <c:pt idx="1725">
                  <c:v>0.76893792613934475</c:v>
                </c:pt>
                <c:pt idx="1726">
                  <c:v>0.76906779236649458</c:v>
                </c:pt>
                <c:pt idx="1727">
                  <c:v>0.76919736558355956</c:v>
                </c:pt>
                <c:pt idx="1728">
                  <c:v>0.76932679508396618</c:v>
                </c:pt>
                <c:pt idx="1729">
                  <c:v>0.76945606979096437</c:v>
                </c:pt>
                <c:pt idx="1730">
                  <c:v>0.76958525952864765</c:v>
                </c:pt>
                <c:pt idx="1731">
                  <c:v>0.76971441774079741</c:v>
                </c:pt>
                <c:pt idx="1732">
                  <c:v>0.76984357208936005</c:v>
                </c:pt>
                <c:pt idx="1733">
                  <c:v>0.7699727036812789</c:v>
                </c:pt>
                <c:pt idx="1734">
                  <c:v>0.77010182280930373</c:v>
                </c:pt>
                <c:pt idx="1735">
                  <c:v>0.77023083833630535</c:v>
                </c:pt>
                <c:pt idx="1736">
                  <c:v>0.77035981442296475</c:v>
                </c:pt>
                <c:pt idx="1737">
                  <c:v>0.77048874502351061</c:v>
                </c:pt>
                <c:pt idx="1738">
                  <c:v>0.7706174754860855</c:v>
                </c:pt>
                <c:pt idx="1739">
                  <c:v>0.7707460398410696</c:v>
                </c:pt>
                <c:pt idx="1740">
                  <c:v>0.7708745910810556</c:v>
                </c:pt>
                <c:pt idx="1741">
                  <c:v>0.77100312371067314</c:v>
                </c:pt>
                <c:pt idx="1742">
                  <c:v>0.77113162007606362</c:v>
                </c:pt>
                <c:pt idx="1743">
                  <c:v>0.77126010992052607</c:v>
                </c:pt>
                <c:pt idx="1744">
                  <c:v>0.77138858495886986</c:v>
                </c:pt>
                <c:pt idx="1745">
                  <c:v>0.7715170088830926</c:v>
                </c:pt>
                <c:pt idx="1746">
                  <c:v>0.77164538294544061</c:v>
                </c:pt>
                <c:pt idx="1747">
                  <c:v>0.77177371560484664</c:v>
                </c:pt>
                <c:pt idx="1748">
                  <c:v>0.77190204442237265</c:v>
                </c:pt>
                <c:pt idx="1749">
                  <c:v>0.77203037279067399</c:v>
                </c:pt>
                <c:pt idx="1750">
                  <c:v>0.77215854427710473</c:v>
                </c:pt>
                <c:pt idx="1751">
                  <c:v>0.7722866980250308</c:v>
                </c:pt>
                <c:pt idx="1752">
                  <c:v>0.77241483456446691</c:v>
                </c:pt>
                <c:pt idx="1753">
                  <c:v>0.77254293181045308</c:v>
                </c:pt>
                <c:pt idx="1754">
                  <c:v>0.77267102252473463</c:v>
                </c:pt>
                <c:pt idx="1755">
                  <c:v>0.77279908297398014</c:v>
                </c:pt>
                <c:pt idx="1756">
                  <c:v>0.77292702377686562</c:v>
                </c:pt>
                <c:pt idx="1757">
                  <c:v>0.77305489482479328</c:v>
                </c:pt>
                <c:pt idx="1758">
                  <c:v>0.77318266185002049</c:v>
                </c:pt>
                <c:pt idx="1759">
                  <c:v>0.77331041750197849</c:v>
                </c:pt>
                <c:pt idx="1760">
                  <c:v>0.77343809601351998</c:v>
                </c:pt>
                <c:pt idx="1761">
                  <c:v>0.77356577253289505</c:v>
                </c:pt>
                <c:pt idx="1762">
                  <c:v>0.77369333707161259</c:v>
                </c:pt>
                <c:pt idx="1763">
                  <c:v>0.77382088976122421</c:v>
                </c:pt>
                <c:pt idx="1764">
                  <c:v>0.77394842429076616</c:v>
                </c:pt>
                <c:pt idx="1765">
                  <c:v>0.77407589335089577</c:v>
                </c:pt>
                <c:pt idx="1766">
                  <c:v>0.77420317156492169</c:v>
                </c:pt>
                <c:pt idx="1767">
                  <c:v>0.7743303315028347</c:v>
                </c:pt>
                <c:pt idx="1768">
                  <c:v>0.7744573936206276</c:v>
                </c:pt>
                <c:pt idx="1769">
                  <c:v>0.77458442409401562</c:v>
                </c:pt>
                <c:pt idx="1770">
                  <c:v>0.77471143893626615</c:v>
                </c:pt>
                <c:pt idx="1771">
                  <c:v>0.77483833897530063</c:v>
                </c:pt>
                <c:pt idx="1772">
                  <c:v>0.77496504327856774</c:v>
                </c:pt>
                <c:pt idx="1773">
                  <c:v>0.77509171190968751</c:v>
                </c:pt>
                <c:pt idx="1774">
                  <c:v>0.77521832500657062</c:v>
                </c:pt>
                <c:pt idx="1775">
                  <c:v>0.77534493675966865</c:v>
                </c:pt>
                <c:pt idx="1776">
                  <c:v>0.77547147942821881</c:v>
                </c:pt>
                <c:pt idx="1777">
                  <c:v>0.77559775347076365</c:v>
                </c:pt>
                <c:pt idx="1778">
                  <c:v>0.77572397298996565</c:v>
                </c:pt>
                <c:pt idx="1779">
                  <c:v>0.77585008409457401</c:v>
                </c:pt>
                <c:pt idx="1780">
                  <c:v>0.77597615788586594</c:v>
                </c:pt>
                <c:pt idx="1781">
                  <c:v>0.77610222361923764</c:v>
                </c:pt>
                <c:pt idx="1782">
                  <c:v>0.77622828294035162</c:v>
                </c:pt>
                <c:pt idx="1783">
                  <c:v>0.77635432722500664</c:v>
                </c:pt>
                <c:pt idx="1784">
                  <c:v>0.77648036995100056</c:v>
                </c:pt>
                <c:pt idx="1785">
                  <c:v>0.77660633436273063</c:v>
                </c:pt>
                <c:pt idx="1786">
                  <c:v>0.77673224376498562</c:v>
                </c:pt>
                <c:pt idx="1787">
                  <c:v>0.77685807202079282</c:v>
                </c:pt>
                <c:pt idx="1788">
                  <c:v>0.77698385953495663</c:v>
                </c:pt>
                <c:pt idx="1789">
                  <c:v>0.77710953721558429</c:v>
                </c:pt>
                <c:pt idx="1790">
                  <c:v>0.77723514870052912</c:v>
                </c:pt>
                <c:pt idx="1791">
                  <c:v>0.77736074547158263</c:v>
                </c:pt>
                <c:pt idx="1792">
                  <c:v>0.7774863402251847</c:v>
                </c:pt>
                <c:pt idx="1793">
                  <c:v>0.77761181238764998</c:v>
                </c:pt>
                <c:pt idx="1794">
                  <c:v>0.77773721068160173</c:v>
                </c:pt>
                <c:pt idx="1795">
                  <c:v>0.77786245859497583</c:v>
                </c:pt>
                <c:pt idx="1796">
                  <c:v>0.7779877064412557</c:v>
                </c:pt>
                <c:pt idx="1797">
                  <c:v>0.77811293814594251</c:v>
                </c:pt>
                <c:pt idx="1798">
                  <c:v>0.77823812517367863</c:v>
                </c:pt>
                <c:pt idx="1799">
                  <c:v>0.7783632130852306</c:v>
                </c:pt>
                <c:pt idx="1800">
                  <c:v>0.7784882459321012</c:v>
                </c:pt>
                <c:pt idx="1801">
                  <c:v>0.77861303239815327</c:v>
                </c:pt>
                <c:pt idx="1802">
                  <c:v>0.77873779603371984</c:v>
                </c:pt>
                <c:pt idx="1803">
                  <c:v>0.77886253955090023</c:v>
                </c:pt>
                <c:pt idx="1804">
                  <c:v>0.7789872258543602</c:v>
                </c:pt>
                <c:pt idx="1805">
                  <c:v>0.77911184171739289</c:v>
                </c:pt>
                <c:pt idx="1806">
                  <c:v>0.77923641436062763</c:v>
                </c:pt>
                <c:pt idx="1807">
                  <c:v>0.77936096133133859</c:v>
                </c:pt>
                <c:pt idx="1808">
                  <c:v>0.77948548166857556</c:v>
                </c:pt>
                <c:pt idx="1809">
                  <c:v>0.77960999332554615</c:v>
                </c:pt>
                <c:pt idx="1810">
                  <c:v>0.7797342444639439</c:v>
                </c:pt>
                <c:pt idx="1811">
                  <c:v>0.77985843614762829</c:v>
                </c:pt>
                <c:pt idx="1812">
                  <c:v>0.77998238953707144</c:v>
                </c:pt>
                <c:pt idx="1813">
                  <c:v>0.78010631971183797</c:v>
                </c:pt>
                <c:pt idx="1814">
                  <c:v>0.78023024288936449</c:v>
                </c:pt>
                <c:pt idx="1815">
                  <c:v>0.78035414094320932</c:v>
                </c:pt>
                <c:pt idx="1816">
                  <c:v>0.78047784702923029</c:v>
                </c:pt>
                <c:pt idx="1817">
                  <c:v>0.78060143950280225</c:v>
                </c:pt>
                <c:pt idx="1818">
                  <c:v>0.78072497107989058</c:v>
                </c:pt>
                <c:pt idx="1819">
                  <c:v>0.78084843743893251</c:v>
                </c:pt>
                <c:pt idx="1820">
                  <c:v>0.78097188365450498</c:v>
                </c:pt>
                <c:pt idx="1821">
                  <c:v>0.78109505325790973</c:v>
                </c:pt>
                <c:pt idx="1822">
                  <c:v>0.7812181889379578</c:v>
                </c:pt>
                <c:pt idx="1823">
                  <c:v>0.7813412167266911</c:v>
                </c:pt>
                <c:pt idx="1824">
                  <c:v>0.78146421648946662</c:v>
                </c:pt>
                <c:pt idx="1825">
                  <c:v>0.78158713535447188</c:v>
                </c:pt>
                <c:pt idx="1826">
                  <c:v>0.78171005231723034</c:v>
                </c:pt>
                <c:pt idx="1827">
                  <c:v>0.78183290560398377</c:v>
                </c:pt>
                <c:pt idx="1828">
                  <c:v>0.78195573047550582</c:v>
                </c:pt>
                <c:pt idx="1829">
                  <c:v>0.78207855158065398</c:v>
                </c:pt>
                <c:pt idx="1830">
                  <c:v>0.78220129558279461</c:v>
                </c:pt>
                <c:pt idx="1831">
                  <c:v>0.7823240311090579</c:v>
                </c:pt>
                <c:pt idx="1832">
                  <c:v>0.78244667710407723</c:v>
                </c:pt>
                <c:pt idx="1833">
                  <c:v>0.7825692598567795</c:v>
                </c:pt>
                <c:pt idx="1834">
                  <c:v>0.78269180826306572</c:v>
                </c:pt>
                <c:pt idx="1835">
                  <c:v>0.78281434583825127</c:v>
                </c:pt>
                <c:pt idx="1836">
                  <c:v>0.7829367061654533</c:v>
                </c:pt>
                <c:pt idx="1837">
                  <c:v>0.78305901103589914</c:v>
                </c:pt>
                <c:pt idx="1838">
                  <c:v>0.78318121508183391</c:v>
                </c:pt>
                <c:pt idx="1839">
                  <c:v>0.78330338025050927</c:v>
                </c:pt>
                <c:pt idx="1840">
                  <c:v>0.7834255245048487</c:v>
                </c:pt>
                <c:pt idx="1841">
                  <c:v>0.78354758220319165</c:v>
                </c:pt>
                <c:pt idx="1842">
                  <c:v>0.78366959685533333</c:v>
                </c:pt>
                <c:pt idx="1843">
                  <c:v>0.78379158742355015</c:v>
                </c:pt>
                <c:pt idx="1844">
                  <c:v>0.78391349602418026</c:v>
                </c:pt>
                <c:pt idx="1845">
                  <c:v>0.78403533942401793</c:v>
                </c:pt>
                <c:pt idx="1846">
                  <c:v>0.7841571235290351</c:v>
                </c:pt>
                <c:pt idx="1847">
                  <c:v>0.78427888854898964</c:v>
                </c:pt>
                <c:pt idx="1848">
                  <c:v>0.78440049444139981</c:v>
                </c:pt>
                <c:pt idx="1849">
                  <c:v>0.78452207256900663</c:v>
                </c:pt>
                <c:pt idx="1850">
                  <c:v>0.78464360742154415</c:v>
                </c:pt>
                <c:pt idx="1851">
                  <c:v>0.78476509188537669</c:v>
                </c:pt>
                <c:pt idx="1852">
                  <c:v>0.78488657198910516</c:v>
                </c:pt>
                <c:pt idx="1853">
                  <c:v>0.78500801688080779</c:v>
                </c:pt>
                <c:pt idx="1854">
                  <c:v>0.78512922156470988</c:v>
                </c:pt>
                <c:pt idx="1855">
                  <c:v>0.78525040376772137</c:v>
                </c:pt>
                <c:pt idx="1856">
                  <c:v>0.78537158159088261</c:v>
                </c:pt>
                <c:pt idx="1857">
                  <c:v>0.78549274951188852</c:v>
                </c:pt>
                <c:pt idx="1858">
                  <c:v>0.78561389383959956</c:v>
                </c:pt>
                <c:pt idx="1859">
                  <c:v>0.78573498751285209</c:v>
                </c:pt>
                <c:pt idx="1860">
                  <c:v>0.78585607375429767</c:v>
                </c:pt>
                <c:pt idx="1861">
                  <c:v>0.78597701223444072</c:v>
                </c:pt>
                <c:pt idx="1862">
                  <c:v>0.78609794244378173</c:v>
                </c:pt>
                <c:pt idx="1863">
                  <c:v>0.78621879008130258</c:v>
                </c:pt>
                <c:pt idx="1864">
                  <c:v>0.78633942329889794</c:v>
                </c:pt>
                <c:pt idx="1865">
                  <c:v>0.78646005451329815</c:v>
                </c:pt>
                <c:pt idx="1866">
                  <c:v>0.78658067210188165</c:v>
                </c:pt>
                <c:pt idx="1867">
                  <c:v>0.78670126077316194</c:v>
                </c:pt>
                <c:pt idx="1868">
                  <c:v>0.78682171192933215</c:v>
                </c:pt>
                <c:pt idx="1869">
                  <c:v>0.78694216283039353</c:v>
                </c:pt>
                <c:pt idx="1870">
                  <c:v>0.78706253124345937</c:v>
                </c:pt>
                <c:pt idx="1871">
                  <c:v>0.78718270688098657</c:v>
                </c:pt>
                <c:pt idx="1872">
                  <c:v>0.78730283974265081</c:v>
                </c:pt>
                <c:pt idx="1873">
                  <c:v>0.78742295717702449</c:v>
                </c:pt>
                <c:pt idx="1874">
                  <c:v>0.7875430065213419</c:v>
                </c:pt>
                <c:pt idx="1875">
                  <c:v>0.78766296950075076</c:v>
                </c:pt>
                <c:pt idx="1876">
                  <c:v>0.78778281406027062</c:v>
                </c:pt>
                <c:pt idx="1877">
                  <c:v>0.78790262830450764</c:v>
                </c:pt>
                <c:pt idx="1878">
                  <c:v>0.78802243957272378</c:v>
                </c:pt>
                <c:pt idx="1879">
                  <c:v>0.78814221627111836</c:v>
                </c:pt>
                <c:pt idx="1880">
                  <c:v>0.78826187812722459</c:v>
                </c:pt>
                <c:pt idx="1881">
                  <c:v>0.788381352527327</c:v>
                </c:pt>
                <c:pt idx="1882">
                  <c:v>0.78850082397514398</c:v>
                </c:pt>
                <c:pt idx="1883">
                  <c:v>0.78862021436310337</c:v>
                </c:pt>
                <c:pt idx="1884">
                  <c:v>0.78873937311031062</c:v>
                </c:pt>
                <c:pt idx="1885">
                  <c:v>0.78885845108022978</c:v>
                </c:pt>
                <c:pt idx="1886">
                  <c:v>0.78897749427593311</c:v>
                </c:pt>
                <c:pt idx="1887">
                  <c:v>0.78909647713633524</c:v>
                </c:pt>
                <c:pt idx="1888">
                  <c:v>0.78921542439549863</c:v>
                </c:pt>
                <c:pt idx="1889">
                  <c:v>0.78933433482541149</c:v>
                </c:pt>
                <c:pt idx="1890">
                  <c:v>0.78945314631162156</c:v>
                </c:pt>
                <c:pt idx="1891">
                  <c:v>0.78957194342966941</c:v>
                </c:pt>
                <c:pt idx="1892">
                  <c:v>0.78969068449704294</c:v>
                </c:pt>
                <c:pt idx="1893">
                  <c:v>0.78980935118369289</c:v>
                </c:pt>
                <c:pt idx="1894">
                  <c:v>0.78992793030490493</c:v>
                </c:pt>
                <c:pt idx="1895">
                  <c:v>0.79004648952965351</c:v>
                </c:pt>
                <c:pt idx="1896">
                  <c:v>0.7901650329550588</c:v>
                </c:pt>
                <c:pt idx="1897">
                  <c:v>0.79028313865946598</c:v>
                </c:pt>
                <c:pt idx="1898">
                  <c:v>0.79040123184203859</c:v>
                </c:pt>
                <c:pt idx="1899">
                  <c:v>0.79051900283770826</c:v>
                </c:pt>
                <c:pt idx="1900">
                  <c:v>0.79063673452278571</c:v>
                </c:pt>
                <c:pt idx="1901">
                  <c:v>0.79075430555344561</c:v>
                </c:pt>
                <c:pt idx="1902">
                  <c:v>0.79087180437513716</c:v>
                </c:pt>
                <c:pt idx="1903">
                  <c:v>0.79098929550821062</c:v>
                </c:pt>
                <c:pt idx="1904">
                  <c:v>0.79110672830867301</c:v>
                </c:pt>
                <c:pt idx="1905">
                  <c:v>0.79122411971368067</c:v>
                </c:pt>
                <c:pt idx="1906">
                  <c:v>0.79134146472733857</c:v>
                </c:pt>
                <c:pt idx="1907">
                  <c:v>0.79145877447715152</c:v>
                </c:pt>
                <c:pt idx="1908">
                  <c:v>0.7915760830548797</c:v>
                </c:pt>
                <c:pt idx="1909">
                  <c:v>0.79169336432571424</c:v>
                </c:pt>
                <c:pt idx="1910">
                  <c:v>0.79181063153211784</c:v>
                </c:pt>
                <c:pt idx="1911">
                  <c:v>0.79192789519098261</c:v>
                </c:pt>
                <c:pt idx="1912">
                  <c:v>0.79204511421373303</c:v>
                </c:pt>
                <c:pt idx="1913">
                  <c:v>0.79216230621990058</c:v>
                </c:pt>
                <c:pt idx="1914">
                  <c:v>0.79227948410062077</c:v>
                </c:pt>
                <c:pt idx="1915">
                  <c:v>0.79239664870293458</c:v>
                </c:pt>
                <c:pt idx="1916">
                  <c:v>0.79251377548894797</c:v>
                </c:pt>
                <c:pt idx="1917">
                  <c:v>0.79263088783643798</c:v>
                </c:pt>
                <c:pt idx="1918">
                  <c:v>0.79274791292759783</c:v>
                </c:pt>
                <c:pt idx="1919">
                  <c:v>0.79286492703830069</c:v>
                </c:pt>
                <c:pt idx="1920">
                  <c:v>0.79298183426178648</c:v>
                </c:pt>
                <c:pt idx="1921">
                  <c:v>0.79309869987278125</c:v>
                </c:pt>
                <c:pt idx="1922">
                  <c:v>0.79321553506938269</c:v>
                </c:pt>
                <c:pt idx="1923">
                  <c:v>0.79333235952368208</c:v>
                </c:pt>
                <c:pt idx="1924">
                  <c:v>0.79344916307765756</c:v>
                </c:pt>
                <c:pt idx="1925">
                  <c:v>0.79356592543841653</c:v>
                </c:pt>
                <c:pt idx="1926">
                  <c:v>0.79368257748678073</c:v>
                </c:pt>
                <c:pt idx="1927">
                  <c:v>0.79379915552935865</c:v>
                </c:pt>
                <c:pt idx="1928">
                  <c:v>0.79391561817930234</c:v>
                </c:pt>
                <c:pt idx="1929">
                  <c:v>0.79403202841650433</c:v>
                </c:pt>
                <c:pt idx="1930">
                  <c:v>0.79414841576325534</c:v>
                </c:pt>
                <c:pt idx="1931">
                  <c:v>0.7942647845648716</c:v>
                </c:pt>
                <c:pt idx="1932">
                  <c:v>0.79438111404674339</c:v>
                </c:pt>
                <c:pt idx="1933">
                  <c:v>0.79449743318257204</c:v>
                </c:pt>
                <c:pt idx="1934">
                  <c:v>0.79461362347443265</c:v>
                </c:pt>
                <c:pt idx="1935">
                  <c:v>0.79472968519447751</c:v>
                </c:pt>
                <c:pt idx="1936">
                  <c:v>0.79484569235420088</c:v>
                </c:pt>
                <c:pt idx="1937">
                  <c:v>0.79496161653386943</c:v>
                </c:pt>
                <c:pt idx="1938">
                  <c:v>0.79507748887301843</c:v>
                </c:pt>
                <c:pt idx="1939">
                  <c:v>0.79519325317204592</c:v>
                </c:pt>
                <c:pt idx="1940">
                  <c:v>0.79530895717699235</c:v>
                </c:pt>
                <c:pt idx="1941">
                  <c:v>0.79542447297208763</c:v>
                </c:pt>
                <c:pt idx="1942">
                  <c:v>0.79553993210318474</c:v>
                </c:pt>
                <c:pt idx="1943">
                  <c:v>0.79565528623076964</c:v>
                </c:pt>
                <c:pt idx="1944">
                  <c:v>0.7957705776382118</c:v>
                </c:pt>
                <c:pt idx="1945">
                  <c:v>0.79588584356174163</c:v>
                </c:pt>
                <c:pt idx="1946">
                  <c:v>0.7960009431699786</c:v>
                </c:pt>
                <c:pt idx="1947">
                  <c:v>0.79611592048193258</c:v>
                </c:pt>
                <c:pt idx="1948">
                  <c:v>0.79623078422563032</c:v>
                </c:pt>
                <c:pt idx="1949">
                  <c:v>0.79634551212990989</c:v>
                </c:pt>
                <c:pt idx="1950">
                  <c:v>0.7964598573807784</c:v>
                </c:pt>
                <c:pt idx="1951">
                  <c:v>0.79657417967688415</c:v>
                </c:pt>
                <c:pt idx="1952">
                  <c:v>0.79668828139641168</c:v>
                </c:pt>
                <c:pt idx="1953">
                  <c:v>0.796802068395014</c:v>
                </c:pt>
                <c:pt idx="1954">
                  <c:v>0.79691581124898525</c:v>
                </c:pt>
                <c:pt idx="1955">
                  <c:v>0.79702951398915745</c:v>
                </c:pt>
                <c:pt idx="1956">
                  <c:v>0.79714319457068672</c:v>
                </c:pt>
                <c:pt idx="1957">
                  <c:v>0.79725678673545819</c:v>
                </c:pt>
                <c:pt idx="1958">
                  <c:v>0.79737036429917163</c:v>
                </c:pt>
                <c:pt idx="1959">
                  <c:v>0.79748383250108046</c:v>
                </c:pt>
                <c:pt idx="1960">
                  <c:v>0.79759726105602358</c:v>
                </c:pt>
                <c:pt idx="1961">
                  <c:v>0.79771067268379037</c:v>
                </c:pt>
                <c:pt idx="1962">
                  <c:v>0.7978240697790403</c:v>
                </c:pt>
                <c:pt idx="1963">
                  <c:v>0.79793742651121724</c:v>
                </c:pt>
                <c:pt idx="1964">
                  <c:v>0.79805073310187979</c:v>
                </c:pt>
                <c:pt idx="1965">
                  <c:v>0.79816403724649965</c:v>
                </c:pt>
                <c:pt idx="1966">
                  <c:v>0.79827726275022759</c:v>
                </c:pt>
                <c:pt idx="1967">
                  <c:v>0.79839046670332425</c:v>
                </c:pt>
                <c:pt idx="1968">
                  <c:v>0.79850349868770909</c:v>
                </c:pt>
                <c:pt idx="1969">
                  <c:v>0.7986163969969442</c:v>
                </c:pt>
                <c:pt idx="1970">
                  <c:v>0.79872926637106845</c:v>
                </c:pt>
                <c:pt idx="1971">
                  <c:v>0.79884212133455434</c:v>
                </c:pt>
                <c:pt idx="1972">
                  <c:v>0.7989549501103288</c:v>
                </c:pt>
                <c:pt idx="1973">
                  <c:v>0.79906767723691752</c:v>
                </c:pt>
                <c:pt idx="1974">
                  <c:v>0.79918012397544558</c:v>
                </c:pt>
                <c:pt idx="1975">
                  <c:v>0.79929240292846371</c:v>
                </c:pt>
                <c:pt idx="1976">
                  <c:v>0.79940464844379089</c:v>
                </c:pt>
                <c:pt idx="1977">
                  <c:v>0.79951661939172658</c:v>
                </c:pt>
                <c:pt idx="1978">
                  <c:v>0.79962855407518563</c:v>
                </c:pt>
                <c:pt idx="1979">
                  <c:v>0.79974046872949034</c:v>
                </c:pt>
                <c:pt idx="1980">
                  <c:v>0.79985235936040155</c:v>
                </c:pt>
                <c:pt idx="1981">
                  <c:v>0.79996422034976367</c:v>
                </c:pt>
                <c:pt idx="1982">
                  <c:v>0.80007607062641561</c:v>
                </c:pt>
                <c:pt idx="1983">
                  <c:v>0.80018790450243249</c:v>
                </c:pt>
                <c:pt idx="1984">
                  <c:v>0.80029971552812074</c:v>
                </c:pt>
                <c:pt idx="1985">
                  <c:v>0.80041151111036146</c:v>
                </c:pt>
                <c:pt idx="1986">
                  <c:v>0.80052317406322859</c:v>
                </c:pt>
                <c:pt idx="1987">
                  <c:v>0.80063474648901412</c:v>
                </c:pt>
                <c:pt idx="1988">
                  <c:v>0.80074627956644584</c:v>
                </c:pt>
                <c:pt idx="1989">
                  <c:v>0.80085775234451373</c:v>
                </c:pt>
                <c:pt idx="1990">
                  <c:v>0.80096920600259125</c:v>
                </c:pt>
                <c:pt idx="1991">
                  <c:v>0.80108058653664949</c:v>
                </c:pt>
                <c:pt idx="1992">
                  <c:v>0.80119196132469395</c:v>
                </c:pt>
                <c:pt idx="1993">
                  <c:v>0.8013032205161662</c:v>
                </c:pt>
                <c:pt idx="1994">
                  <c:v>0.80141444010553742</c:v>
                </c:pt>
                <c:pt idx="1995">
                  <c:v>0.8015255943206957</c:v>
                </c:pt>
                <c:pt idx="1996">
                  <c:v>0.80163661704807143</c:v>
                </c:pt>
                <c:pt idx="1997">
                  <c:v>0.80174763310006392</c:v>
                </c:pt>
                <c:pt idx="1998">
                  <c:v>0.80185864040786969</c:v>
                </c:pt>
                <c:pt idx="1999">
                  <c:v>0.80196956667346964</c:v>
                </c:pt>
                <c:pt idx="2000">
                  <c:v>0.80208048830513168</c:v>
                </c:pt>
                <c:pt idx="2001">
                  <c:v>0.80219138998662731</c:v>
                </c:pt>
                <c:pt idx="2002">
                  <c:v>0.80230226945562255</c:v>
                </c:pt>
                <c:pt idx="2003">
                  <c:v>0.80241313201974918</c:v>
                </c:pt>
                <c:pt idx="2004">
                  <c:v>0.80252389095622356</c:v>
                </c:pt>
                <c:pt idx="2005">
                  <c:v>0.80263458337467264</c:v>
                </c:pt>
                <c:pt idx="2006">
                  <c:v>0.80274520853670173</c:v>
                </c:pt>
                <c:pt idx="2007">
                  <c:v>0.8028558254881949</c:v>
                </c:pt>
                <c:pt idx="2008">
                  <c:v>0.80296637089244782</c:v>
                </c:pt>
                <c:pt idx="2009">
                  <c:v>0.80307684945079161</c:v>
                </c:pt>
                <c:pt idx="2010">
                  <c:v>0.80318729789921406</c:v>
                </c:pt>
                <c:pt idx="2011">
                  <c:v>0.80329750390142451</c:v>
                </c:pt>
                <c:pt idx="2012">
                  <c:v>0.80340765500460021</c:v>
                </c:pt>
                <c:pt idx="2013">
                  <c:v>0.80351775866378561</c:v>
                </c:pt>
                <c:pt idx="2014">
                  <c:v>0.80362780756546892</c:v>
                </c:pt>
                <c:pt idx="2015">
                  <c:v>0.80373767625031478</c:v>
                </c:pt>
                <c:pt idx="2016">
                  <c:v>0.80384752603178611</c:v>
                </c:pt>
                <c:pt idx="2017">
                  <c:v>0.80395731334934994</c:v>
                </c:pt>
                <c:pt idx="2018">
                  <c:v>0.80406709447823055</c:v>
                </c:pt>
                <c:pt idx="2019">
                  <c:v>0.8041768371933754</c:v>
                </c:pt>
                <c:pt idx="2020">
                  <c:v>0.80428648384569057</c:v>
                </c:pt>
                <c:pt idx="2021">
                  <c:v>0.80439609650316324</c:v>
                </c:pt>
                <c:pt idx="2022">
                  <c:v>0.80450551628083222</c:v>
                </c:pt>
                <c:pt idx="2023">
                  <c:v>0.80461493457290845</c:v>
                </c:pt>
                <c:pt idx="2024">
                  <c:v>0.80472425507537892</c:v>
                </c:pt>
                <c:pt idx="2025">
                  <c:v>0.8048335728981858</c:v>
                </c:pt>
                <c:pt idx="2026">
                  <c:v>0.80494285882592653</c:v>
                </c:pt>
                <c:pt idx="2027">
                  <c:v>0.80505214450252649</c:v>
                </c:pt>
                <c:pt idx="2028">
                  <c:v>0.8051614093404007</c:v>
                </c:pt>
                <c:pt idx="2029">
                  <c:v>0.80527061642496445</c:v>
                </c:pt>
                <c:pt idx="2030">
                  <c:v>0.80537981299746564</c:v>
                </c:pt>
                <c:pt idx="2031">
                  <c:v>0.80548898449085338</c:v>
                </c:pt>
                <c:pt idx="2032">
                  <c:v>0.80559812813564957</c:v>
                </c:pt>
                <c:pt idx="2033">
                  <c:v>0.80570723559646062</c:v>
                </c:pt>
                <c:pt idx="2034">
                  <c:v>0.80581633890559479</c:v>
                </c:pt>
                <c:pt idx="2035">
                  <c:v>0.80592539523015061</c:v>
                </c:pt>
                <c:pt idx="2036">
                  <c:v>0.80603444401419044</c:v>
                </c:pt>
                <c:pt idx="2037">
                  <c:v>0.80614339938311463</c:v>
                </c:pt>
                <c:pt idx="2038">
                  <c:v>0.80625234729785944</c:v>
                </c:pt>
                <c:pt idx="2039">
                  <c:v>0.80636121340811973</c:v>
                </c:pt>
                <c:pt idx="2040">
                  <c:v>0.80647005789244053</c:v>
                </c:pt>
                <c:pt idx="2041">
                  <c:v>0.80657871435692752</c:v>
                </c:pt>
                <c:pt idx="2042">
                  <c:v>0.80668737078517172</c:v>
                </c:pt>
                <c:pt idx="2043">
                  <c:v>0.80679601951506463</c:v>
                </c:pt>
                <c:pt idx="2044">
                  <c:v>0.80690457620184464</c:v>
                </c:pt>
                <c:pt idx="2045">
                  <c:v>0.80701306818461127</c:v>
                </c:pt>
                <c:pt idx="2046">
                  <c:v>0.80712137041836263</c:v>
                </c:pt>
                <c:pt idx="2047">
                  <c:v>0.80722951319969904</c:v>
                </c:pt>
                <c:pt idx="2048">
                  <c:v>0.80733750511084357</c:v>
                </c:pt>
                <c:pt idx="2049">
                  <c:v>0.80744549631222562</c:v>
                </c:pt>
                <c:pt idx="2050">
                  <c:v>0.80755342001244956</c:v>
                </c:pt>
                <c:pt idx="2051">
                  <c:v>0.80766133953808961</c:v>
                </c:pt>
                <c:pt idx="2052">
                  <c:v>0.80776916353027861</c:v>
                </c:pt>
                <c:pt idx="2053">
                  <c:v>0.80787697392904467</c:v>
                </c:pt>
                <c:pt idx="2054">
                  <c:v>0.80798471621388357</c:v>
                </c:pt>
                <c:pt idx="2055">
                  <c:v>0.80809240917223446</c:v>
                </c:pt>
                <c:pt idx="2056">
                  <c:v>0.80820006593096561</c:v>
                </c:pt>
                <c:pt idx="2057">
                  <c:v>0.80830771161345205</c:v>
                </c:pt>
                <c:pt idx="2058">
                  <c:v>0.80841534811469851</c:v>
                </c:pt>
                <c:pt idx="2059">
                  <c:v>0.80852288145950491</c:v>
                </c:pt>
                <c:pt idx="2060">
                  <c:v>0.80863038565234646</c:v>
                </c:pt>
                <c:pt idx="2061">
                  <c:v>0.80873780609272772</c:v>
                </c:pt>
                <c:pt idx="2062">
                  <c:v>0.80884519782563091</c:v>
                </c:pt>
                <c:pt idx="2063">
                  <c:v>0.8089525377050415</c:v>
                </c:pt>
                <c:pt idx="2064">
                  <c:v>0.8090596910568657</c:v>
                </c:pt>
                <c:pt idx="2065">
                  <c:v>0.80916680818498743</c:v>
                </c:pt>
                <c:pt idx="2066">
                  <c:v>0.80927392090511452</c:v>
                </c:pt>
                <c:pt idx="2067">
                  <c:v>0.80938096336241649</c:v>
                </c:pt>
                <c:pt idx="2068">
                  <c:v>0.8094879876572072</c:v>
                </c:pt>
                <c:pt idx="2069">
                  <c:v>0.80959498450918477</c:v>
                </c:pt>
                <c:pt idx="2070">
                  <c:v>0.80970191039114359</c:v>
                </c:pt>
                <c:pt idx="2071">
                  <c:v>0.8098087487903205</c:v>
                </c:pt>
                <c:pt idx="2072">
                  <c:v>0.80991553752986101</c:v>
                </c:pt>
                <c:pt idx="2073">
                  <c:v>0.81002220212470255</c:v>
                </c:pt>
                <c:pt idx="2074">
                  <c:v>0.81012885810416035</c:v>
                </c:pt>
                <c:pt idx="2075">
                  <c:v>0.81023546360165</c:v>
                </c:pt>
                <c:pt idx="2076">
                  <c:v>0.81034201835818465</c:v>
                </c:pt>
                <c:pt idx="2077">
                  <c:v>0.81044856212696259</c:v>
                </c:pt>
                <c:pt idx="2078">
                  <c:v>0.81055508245563168</c:v>
                </c:pt>
                <c:pt idx="2079">
                  <c:v>0.81066157084379864</c:v>
                </c:pt>
                <c:pt idx="2080">
                  <c:v>0.81076801740009874</c:v>
                </c:pt>
                <c:pt idx="2081">
                  <c:v>0.81087431997321269</c:v>
                </c:pt>
                <c:pt idx="2082">
                  <c:v>0.81098061625427986</c:v>
                </c:pt>
                <c:pt idx="2083">
                  <c:v>0.8110868677134605</c:v>
                </c:pt>
                <c:pt idx="2084">
                  <c:v>0.81119307886463454</c:v>
                </c:pt>
                <c:pt idx="2085">
                  <c:v>0.81129928517422467</c:v>
                </c:pt>
                <c:pt idx="2086">
                  <c:v>0.81140549132508277</c:v>
                </c:pt>
                <c:pt idx="2087">
                  <c:v>0.81151155625765148</c:v>
                </c:pt>
                <c:pt idx="2088">
                  <c:v>0.8116176201861196</c:v>
                </c:pt>
                <c:pt idx="2089">
                  <c:v>0.81172359814258366</c:v>
                </c:pt>
                <c:pt idx="2090">
                  <c:v>0.81182953964203863</c:v>
                </c:pt>
                <c:pt idx="2091">
                  <c:v>0.81193537941264649</c:v>
                </c:pt>
                <c:pt idx="2092">
                  <c:v>0.81204118421029625</c:v>
                </c:pt>
                <c:pt idx="2093">
                  <c:v>0.81214697557292859</c:v>
                </c:pt>
                <c:pt idx="2094">
                  <c:v>0.81225269551701418</c:v>
                </c:pt>
                <c:pt idx="2095">
                  <c:v>0.81235824872249252</c:v>
                </c:pt>
                <c:pt idx="2096">
                  <c:v>0.81246378612269765</c:v>
                </c:pt>
                <c:pt idx="2097">
                  <c:v>0.81256915506027927</c:v>
                </c:pt>
                <c:pt idx="2098">
                  <c:v>0.81267449992290908</c:v>
                </c:pt>
                <c:pt idx="2099">
                  <c:v>0.81277979078558682</c:v>
                </c:pt>
                <c:pt idx="2100">
                  <c:v>0.8128850301725804</c:v>
                </c:pt>
                <c:pt idx="2101">
                  <c:v>0.81299020959106705</c:v>
                </c:pt>
                <c:pt idx="2102">
                  <c:v>0.8130951487186826</c:v>
                </c:pt>
                <c:pt idx="2103">
                  <c:v>0.8132000181235014</c:v>
                </c:pt>
                <c:pt idx="2104">
                  <c:v>0.81330480274096439</c:v>
                </c:pt>
                <c:pt idx="2105">
                  <c:v>0.81340953508300962</c:v>
                </c:pt>
                <c:pt idx="2106">
                  <c:v>0.81351415494332657</c:v>
                </c:pt>
                <c:pt idx="2107">
                  <c:v>0.81361867507244023</c:v>
                </c:pt>
                <c:pt idx="2108">
                  <c:v>0.81372307529282362</c:v>
                </c:pt>
                <c:pt idx="2109">
                  <c:v>0.81382739841975582</c:v>
                </c:pt>
                <c:pt idx="2110">
                  <c:v>0.81393167729248939</c:v>
                </c:pt>
                <c:pt idx="2111">
                  <c:v>0.81403594108823951</c:v>
                </c:pt>
                <c:pt idx="2112">
                  <c:v>0.81414002182764988</c:v>
                </c:pt>
                <c:pt idx="2113">
                  <c:v>0.81424409923138363</c:v>
                </c:pt>
                <c:pt idx="2114">
                  <c:v>0.81434797821549365</c:v>
                </c:pt>
                <c:pt idx="2115">
                  <c:v>0.8144518394002217</c:v>
                </c:pt>
                <c:pt idx="2116">
                  <c:v>0.81455565267024865</c:v>
                </c:pt>
                <c:pt idx="2117">
                  <c:v>0.81465941689597521</c:v>
                </c:pt>
                <c:pt idx="2118">
                  <c:v>0.81476317743258064</c:v>
                </c:pt>
                <c:pt idx="2119">
                  <c:v>0.81486690137586337</c:v>
                </c:pt>
                <c:pt idx="2120">
                  <c:v>0.81497060852180703</c:v>
                </c:pt>
                <c:pt idx="2121">
                  <c:v>0.81507431062212465</c:v>
                </c:pt>
                <c:pt idx="2122">
                  <c:v>0.81517793844900344</c:v>
                </c:pt>
                <c:pt idx="2123">
                  <c:v>0.81528154953653742</c:v>
                </c:pt>
                <c:pt idx="2124">
                  <c:v>0.81538512408345509</c:v>
                </c:pt>
                <c:pt idx="2125">
                  <c:v>0.81548868019300635</c:v>
                </c:pt>
                <c:pt idx="2126">
                  <c:v>0.81559219944232497</c:v>
                </c:pt>
                <c:pt idx="2127">
                  <c:v>0.81569569291121613</c:v>
                </c:pt>
                <c:pt idx="2128">
                  <c:v>0.81579915491177502</c:v>
                </c:pt>
                <c:pt idx="2129">
                  <c:v>0.81590261136838238</c:v>
                </c:pt>
                <c:pt idx="2130">
                  <c:v>0.81600601998434552</c:v>
                </c:pt>
                <c:pt idx="2131">
                  <c:v>0.81610941666882153</c:v>
                </c:pt>
                <c:pt idx="2132">
                  <c:v>0.81621278847704892</c:v>
                </c:pt>
                <c:pt idx="2133">
                  <c:v>0.81631608909032716</c:v>
                </c:pt>
                <c:pt idx="2134">
                  <c:v>0.81641929982116757</c:v>
                </c:pt>
                <c:pt idx="2135">
                  <c:v>0.81652250254264858</c:v>
                </c:pt>
                <c:pt idx="2136">
                  <c:v>0.81662546686948057</c:v>
                </c:pt>
                <c:pt idx="2137">
                  <c:v>0.81672837121996078</c:v>
                </c:pt>
                <c:pt idx="2138">
                  <c:v>0.81683127288149426</c:v>
                </c:pt>
                <c:pt idx="2139">
                  <c:v>0.81693413023029993</c:v>
                </c:pt>
                <c:pt idx="2140">
                  <c:v>0.81703694428330687</c:v>
                </c:pt>
                <c:pt idx="2141">
                  <c:v>0.8171396405928768</c:v>
                </c:pt>
                <c:pt idx="2142">
                  <c:v>0.81724229814286509</c:v>
                </c:pt>
                <c:pt idx="2143">
                  <c:v>0.81734485268145218</c:v>
                </c:pt>
                <c:pt idx="2144">
                  <c:v>0.81744738839278241</c:v>
                </c:pt>
                <c:pt idx="2145">
                  <c:v>0.81754988120148364</c:v>
                </c:pt>
                <c:pt idx="2146">
                  <c:v>0.81765234135067477</c:v>
                </c:pt>
                <c:pt idx="2147">
                  <c:v>0.81775477374860261</c:v>
                </c:pt>
                <c:pt idx="2148">
                  <c:v>0.81785716835622357</c:v>
                </c:pt>
                <c:pt idx="2149">
                  <c:v>0.81795942584784354</c:v>
                </c:pt>
                <c:pt idx="2150">
                  <c:v>0.81806167321255485</c:v>
                </c:pt>
                <c:pt idx="2151">
                  <c:v>0.81816392033848861</c:v>
                </c:pt>
                <c:pt idx="2152">
                  <c:v>0.81826612580637192</c:v>
                </c:pt>
                <c:pt idx="2153">
                  <c:v>0.8183683061876853</c:v>
                </c:pt>
                <c:pt idx="2154">
                  <c:v>0.81847038662647265</c:v>
                </c:pt>
                <c:pt idx="2155">
                  <c:v>0.81857242147362841</c:v>
                </c:pt>
                <c:pt idx="2156">
                  <c:v>0.81867442947837865</c:v>
                </c:pt>
                <c:pt idx="2157">
                  <c:v>0.81877637017344262</c:v>
                </c:pt>
                <c:pt idx="2158">
                  <c:v>0.81887830855604493</c:v>
                </c:pt>
                <c:pt idx="2159">
                  <c:v>0.8189801878734746</c:v>
                </c:pt>
                <c:pt idx="2160">
                  <c:v>0.81908205401721357</c:v>
                </c:pt>
                <c:pt idx="2161">
                  <c:v>0.81918386179065461</c:v>
                </c:pt>
                <c:pt idx="2162">
                  <c:v>0.81928559649123167</c:v>
                </c:pt>
                <c:pt idx="2163">
                  <c:v>0.81938731376692087</c:v>
                </c:pt>
                <c:pt idx="2164">
                  <c:v>0.81948899266566466</c:v>
                </c:pt>
                <c:pt idx="2165">
                  <c:v>0.81959066573244599</c:v>
                </c:pt>
                <c:pt idx="2166">
                  <c:v>0.81969231573049561</c:v>
                </c:pt>
                <c:pt idx="2167">
                  <c:v>0.81979395701988111</c:v>
                </c:pt>
                <c:pt idx="2168">
                  <c:v>0.81989549427242203</c:v>
                </c:pt>
                <c:pt idx="2169">
                  <c:v>0.81999702538717179</c:v>
                </c:pt>
                <c:pt idx="2170">
                  <c:v>0.82009853679277323</c:v>
                </c:pt>
                <c:pt idx="2171">
                  <c:v>0.82020001342502835</c:v>
                </c:pt>
                <c:pt idx="2172">
                  <c:v>0.82030145211780003</c:v>
                </c:pt>
                <c:pt idx="2173">
                  <c:v>0.82040274709672056</c:v>
                </c:pt>
                <c:pt idx="2174">
                  <c:v>0.82050394787341097</c:v>
                </c:pt>
                <c:pt idx="2175">
                  <c:v>0.82060513052332884</c:v>
                </c:pt>
                <c:pt idx="2176">
                  <c:v>0.82070620840381237</c:v>
                </c:pt>
                <c:pt idx="2177">
                  <c:v>0.82080705862224268</c:v>
                </c:pt>
                <c:pt idx="2178">
                  <c:v>0.82090787386221797</c:v>
                </c:pt>
                <c:pt idx="2179">
                  <c:v>0.82100863631315679</c:v>
                </c:pt>
                <c:pt idx="2180">
                  <c:v>0.8211093478808219</c:v>
                </c:pt>
                <c:pt idx="2181">
                  <c:v>0.82121000219925633</c:v>
                </c:pt>
                <c:pt idx="2182">
                  <c:v>0.82131065035553485</c:v>
                </c:pt>
                <c:pt idx="2183">
                  <c:v>0.82141123499261159</c:v>
                </c:pt>
                <c:pt idx="2184">
                  <c:v>0.82151178048196438</c:v>
                </c:pt>
                <c:pt idx="2185">
                  <c:v>0.82161228964346333</c:v>
                </c:pt>
                <c:pt idx="2186">
                  <c:v>0.82171268590210156</c:v>
                </c:pt>
                <c:pt idx="2187">
                  <c:v>0.8218130204929015</c:v>
                </c:pt>
                <c:pt idx="2188">
                  <c:v>0.82191330759784942</c:v>
                </c:pt>
                <c:pt idx="2189">
                  <c:v>0.82201356654077962</c:v>
                </c:pt>
                <c:pt idx="2190">
                  <c:v>0.82211374920460356</c:v>
                </c:pt>
                <c:pt idx="2191">
                  <c:v>0.82221388889700309</c:v>
                </c:pt>
                <c:pt idx="2192">
                  <c:v>0.82231395265125107</c:v>
                </c:pt>
                <c:pt idx="2193">
                  <c:v>0.82241390305614626</c:v>
                </c:pt>
                <c:pt idx="2194">
                  <c:v>0.82251384761875879</c:v>
                </c:pt>
                <c:pt idx="2195">
                  <c:v>0.82261349489767144</c:v>
                </c:pt>
                <c:pt idx="2196">
                  <c:v>0.82271307318725739</c:v>
                </c:pt>
                <c:pt idx="2197">
                  <c:v>0.82281261038268194</c:v>
                </c:pt>
                <c:pt idx="2198">
                  <c:v>0.82291204147097952</c:v>
                </c:pt>
                <c:pt idx="2199">
                  <c:v>0.82301146060725816</c:v>
                </c:pt>
                <c:pt idx="2200">
                  <c:v>0.82311081662509999</c:v>
                </c:pt>
                <c:pt idx="2201">
                  <c:v>0.82321015113962959</c:v>
                </c:pt>
                <c:pt idx="2202">
                  <c:v>0.82330946292603591</c:v>
                </c:pt>
                <c:pt idx="2203">
                  <c:v>0.82340876859416001</c:v>
                </c:pt>
                <c:pt idx="2204">
                  <c:v>0.82350807097542067</c:v>
                </c:pt>
                <c:pt idx="2205">
                  <c:v>0.8236073283488976</c:v>
                </c:pt>
                <c:pt idx="2206">
                  <c:v>0.82370651863331523</c:v>
                </c:pt>
                <c:pt idx="2207">
                  <c:v>0.82380568737830329</c:v>
                </c:pt>
                <c:pt idx="2208">
                  <c:v>0.82390481589869136</c:v>
                </c:pt>
                <c:pt idx="2209">
                  <c:v>0.82400389257810691</c:v>
                </c:pt>
                <c:pt idx="2210">
                  <c:v>0.82410294430880293</c:v>
                </c:pt>
                <c:pt idx="2211">
                  <c:v>0.82420196333581464</c:v>
                </c:pt>
                <c:pt idx="2212">
                  <c:v>0.82430096636452654</c:v>
                </c:pt>
                <c:pt idx="2213">
                  <c:v>0.82439991723781536</c:v>
                </c:pt>
                <c:pt idx="2214">
                  <c:v>0.82449885280363555</c:v>
                </c:pt>
                <c:pt idx="2215">
                  <c:v>0.82459765020959985</c:v>
                </c:pt>
                <c:pt idx="2216">
                  <c:v>0.82469638121513711</c:v>
                </c:pt>
                <c:pt idx="2217">
                  <c:v>0.8247950281570825</c:v>
                </c:pt>
                <c:pt idx="2218">
                  <c:v>0.82489360096396702</c:v>
                </c:pt>
                <c:pt idx="2219">
                  <c:v>0.82499216383300422</c:v>
                </c:pt>
                <c:pt idx="2220">
                  <c:v>0.82509069844802718</c:v>
                </c:pt>
                <c:pt idx="2221">
                  <c:v>0.82518922866958122</c:v>
                </c:pt>
                <c:pt idx="2222">
                  <c:v>0.82528773360436891</c:v>
                </c:pt>
                <c:pt idx="2223">
                  <c:v>0.82538604754573153</c:v>
                </c:pt>
                <c:pt idx="2224">
                  <c:v>0.82548433781667507</c:v>
                </c:pt>
                <c:pt idx="2225">
                  <c:v>0.82558260367222558</c:v>
                </c:pt>
                <c:pt idx="2226">
                  <c:v>0.82568079689176022</c:v>
                </c:pt>
                <c:pt idx="2227">
                  <c:v>0.8257789299694086</c:v>
                </c:pt>
                <c:pt idx="2228">
                  <c:v>0.82587702673387975</c:v>
                </c:pt>
                <c:pt idx="2229">
                  <c:v>0.82597510759625381</c:v>
                </c:pt>
                <c:pt idx="2230">
                  <c:v>0.82607316976484557</c:v>
                </c:pt>
                <c:pt idx="2231">
                  <c:v>0.82617119178172616</c:v>
                </c:pt>
                <c:pt idx="2232">
                  <c:v>0.82626918317207709</c:v>
                </c:pt>
                <c:pt idx="2233">
                  <c:v>0.82636715717800868</c:v>
                </c:pt>
                <c:pt idx="2234">
                  <c:v>0.82646512030886443</c:v>
                </c:pt>
                <c:pt idx="2235">
                  <c:v>0.8265630485702794</c:v>
                </c:pt>
                <c:pt idx="2236">
                  <c:v>0.8266608916442667</c:v>
                </c:pt>
                <c:pt idx="2237">
                  <c:v>0.82675872475801193</c:v>
                </c:pt>
                <c:pt idx="2238">
                  <c:v>0.82685653698602735</c:v>
                </c:pt>
                <c:pt idx="2239">
                  <c:v>0.82695433905492766</c:v>
                </c:pt>
                <c:pt idx="2240">
                  <c:v>0.82705208852627854</c:v>
                </c:pt>
                <c:pt idx="2241">
                  <c:v>0.82714982809581439</c:v>
                </c:pt>
                <c:pt idx="2242">
                  <c:v>0.82724745554324264</c:v>
                </c:pt>
                <c:pt idx="2243">
                  <c:v>0.82734506549188036</c:v>
                </c:pt>
                <c:pt idx="2244">
                  <c:v>0.82744267080570055</c:v>
                </c:pt>
                <c:pt idx="2245">
                  <c:v>0.82754022154030693</c:v>
                </c:pt>
                <c:pt idx="2246">
                  <c:v>0.82763775522483563</c:v>
                </c:pt>
                <c:pt idx="2247">
                  <c:v>0.82773528164471888</c:v>
                </c:pt>
                <c:pt idx="2248">
                  <c:v>0.82783278332888599</c:v>
                </c:pt>
                <c:pt idx="2249">
                  <c:v>0.82793027964101262</c:v>
                </c:pt>
                <c:pt idx="2250">
                  <c:v>0.82802766652444848</c:v>
                </c:pt>
                <c:pt idx="2251">
                  <c:v>0.82812498701648762</c:v>
                </c:pt>
                <c:pt idx="2252">
                  <c:v>0.82822220507382782</c:v>
                </c:pt>
                <c:pt idx="2253">
                  <c:v>0.8283194000536066</c:v>
                </c:pt>
                <c:pt idx="2254">
                  <c:v>0.8284164782268999</c:v>
                </c:pt>
                <c:pt idx="2255">
                  <c:v>0.82851334975973523</c:v>
                </c:pt>
                <c:pt idx="2256">
                  <c:v>0.82861017267095383</c:v>
                </c:pt>
                <c:pt idx="2257">
                  <c:v>0.82870699553698068</c:v>
                </c:pt>
                <c:pt idx="2258">
                  <c:v>0.82880380093173966</c:v>
                </c:pt>
                <c:pt idx="2259">
                  <c:v>0.82890060628493678</c:v>
                </c:pt>
                <c:pt idx="2260">
                  <c:v>0.82899740835260383</c:v>
                </c:pt>
                <c:pt idx="2261">
                  <c:v>0.82909417956536613</c:v>
                </c:pt>
                <c:pt idx="2262">
                  <c:v>0.82919094573765073</c:v>
                </c:pt>
                <c:pt idx="2263">
                  <c:v>0.82928765737393761</c:v>
                </c:pt>
                <c:pt idx="2264">
                  <c:v>0.8293843442812755</c:v>
                </c:pt>
                <c:pt idx="2265">
                  <c:v>0.82948102340888075</c:v>
                </c:pt>
                <c:pt idx="2266">
                  <c:v>0.82957768511342367</c:v>
                </c:pt>
                <c:pt idx="2267">
                  <c:v>0.8296743376055894</c:v>
                </c:pt>
                <c:pt idx="2268">
                  <c:v>0.82977098263727278</c:v>
                </c:pt>
                <c:pt idx="2269">
                  <c:v>0.82986758110622161</c:v>
                </c:pt>
                <c:pt idx="2270">
                  <c:v>0.82996415931170953</c:v>
                </c:pt>
                <c:pt idx="2271">
                  <c:v>0.83006072145892051</c:v>
                </c:pt>
                <c:pt idx="2272">
                  <c:v>0.83015724923536338</c:v>
                </c:pt>
                <c:pt idx="2273">
                  <c:v>0.83025377115876997</c:v>
                </c:pt>
                <c:pt idx="2274">
                  <c:v>0.83035019933511278</c:v>
                </c:pt>
                <c:pt idx="2275">
                  <c:v>0.83044660810568471</c:v>
                </c:pt>
                <c:pt idx="2276">
                  <c:v>0.83054294253674044</c:v>
                </c:pt>
                <c:pt idx="2277">
                  <c:v>0.83063917000266096</c:v>
                </c:pt>
                <c:pt idx="2278">
                  <c:v>0.83073535260670472</c:v>
                </c:pt>
                <c:pt idx="2279">
                  <c:v>0.83083148854514555</c:v>
                </c:pt>
                <c:pt idx="2280">
                  <c:v>0.83092759896033508</c:v>
                </c:pt>
                <c:pt idx="2281">
                  <c:v>0.83102359212709265</c:v>
                </c:pt>
                <c:pt idx="2282">
                  <c:v>0.83111957200985165</c:v>
                </c:pt>
                <c:pt idx="2283">
                  <c:v>0.8312154755566088</c:v>
                </c:pt>
                <c:pt idx="2284">
                  <c:v>0.83131131664595603</c:v>
                </c:pt>
                <c:pt idx="2285">
                  <c:v>0.83140711455306604</c:v>
                </c:pt>
                <c:pt idx="2286">
                  <c:v>0.83150289400007371</c:v>
                </c:pt>
                <c:pt idx="2287">
                  <c:v>0.83159865039937253</c:v>
                </c:pt>
                <c:pt idx="2288">
                  <c:v>0.83169435223794563</c:v>
                </c:pt>
                <c:pt idx="2289">
                  <c:v>0.83178988322188585</c:v>
                </c:pt>
                <c:pt idx="2290">
                  <c:v>0.83188540771942365</c:v>
                </c:pt>
                <c:pt idx="2291">
                  <c:v>0.83198091848794686</c:v>
                </c:pt>
                <c:pt idx="2292">
                  <c:v>0.83207642595442755</c:v>
                </c:pt>
                <c:pt idx="2293">
                  <c:v>0.83217188745464465</c:v>
                </c:pt>
                <c:pt idx="2294">
                  <c:v>0.83226730066514387</c:v>
                </c:pt>
                <c:pt idx="2295">
                  <c:v>0.83236270708515359</c:v>
                </c:pt>
                <c:pt idx="2296">
                  <c:v>0.83245810952062949</c:v>
                </c:pt>
                <c:pt idx="2297">
                  <c:v>0.83255338885339958</c:v>
                </c:pt>
                <c:pt idx="2298">
                  <c:v>0.83264866219216704</c:v>
                </c:pt>
                <c:pt idx="2299">
                  <c:v>0.83274381408309894</c:v>
                </c:pt>
                <c:pt idx="2300">
                  <c:v>0.8328389092679781</c:v>
                </c:pt>
                <c:pt idx="2301">
                  <c:v>0.83293399416407965</c:v>
                </c:pt>
                <c:pt idx="2302">
                  <c:v>0.83302907770885315</c:v>
                </c:pt>
                <c:pt idx="2303">
                  <c:v>0.8331241566240295</c:v>
                </c:pt>
                <c:pt idx="2304">
                  <c:v>0.83321921880280092</c:v>
                </c:pt>
                <c:pt idx="2305">
                  <c:v>0.83331407430709703</c:v>
                </c:pt>
                <c:pt idx="2306">
                  <c:v>0.83340889634645465</c:v>
                </c:pt>
                <c:pt idx="2307">
                  <c:v>0.83350364245035424</c:v>
                </c:pt>
                <c:pt idx="2308">
                  <c:v>0.83359825208891236</c:v>
                </c:pt>
                <c:pt idx="2309">
                  <c:v>0.83369283167643216</c:v>
                </c:pt>
                <c:pt idx="2310">
                  <c:v>0.8337874093898755</c:v>
                </c:pt>
                <c:pt idx="2311">
                  <c:v>0.83388197849926471</c:v>
                </c:pt>
                <c:pt idx="2312">
                  <c:v>0.83397652622502005</c:v>
                </c:pt>
                <c:pt idx="2313">
                  <c:v>0.83407100944119572</c:v>
                </c:pt>
                <c:pt idx="2314">
                  <c:v>0.83416545902924777</c:v>
                </c:pt>
                <c:pt idx="2315">
                  <c:v>0.83425989109916165</c:v>
                </c:pt>
                <c:pt idx="2316">
                  <c:v>0.83435424691127269</c:v>
                </c:pt>
                <c:pt idx="2317">
                  <c:v>0.8344485955562605</c:v>
                </c:pt>
                <c:pt idx="2318">
                  <c:v>0.83454293629557574</c:v>
                </c:pt>
                <c:pt idx="2319">
                  <c:v>0.83463727283001565</c:v>
                </c:pt>
                <c:pt idx="2320">
                  <c:v>0.83473150070165258</c:v>
                </c:pt>
                <c:pt idx="2321">
                  <c:v>0.83482568208893271</c:v>
                </c:pt>
                <c:pt idx="2322">
                  <c:v>0.83491985243897282</c:v>
                </c:pt>
                <c:pt idx="2323">
                  <c:v>0.83501374328840561</c:v>
                </c:pt>
                <c:pt idx="2324">
                  <c:v>0.8351075385527057</c:v>
                </c:pt>
                <c:pt idx="2325">
                  <c:v>0.83520129666362586</c:v>
                </c:pt>
                <c:pt idx="2326">
                  <c:v>0.83529504240790564</c:v>
                </c:pt>
                <c:pt idx="2327">
                  <c:v>0.83538876803889162</c:v>
                </c:pt>
                <c:pt idx="2328">
                  <c:v>0.83548245628180762</c:v>
                </c:pt>
                <c:pt idx="2329">
                  <c:v>0.83557611853362712</c:v>
                </c:pt>
                <c:pt idx="2330">
                  <c:v>0.83566972565863162</c:v>
                </c:pt>
                <c:pt idx="2331">
                  <c:v>0.83576332496456951</c:v>
                </c:pt>
                <c:pt idx="2332">
                  <c:v>0.8358569103663176</c:v>
                </c:pt>
                <c:pt idx="2333">
                  <c:v>0.83595048447881282</c:v>
                </c:pt>
                <c:pt idx="2334">
                  <c:v>0.83604400924418143</c:v>
                </c:pt>
                <c:pt idx="2335">
                  <c:v>0.8361375007199161</c:v>
                </c:pt>
                <c:pt idx="2336">
                  <c:v>0.83623092070886051</c:v>
                </c:pt>
                <c:pt idx="2337">
                  <c:v>0.83632434035499215</c:v>
                </c:pt>
                <c:pt idx="2338">
                  <c:v>0.83641771974123436</c:v>
                </c:pt>
                <c:pt idx="2339">
                  <c:v>0.83651106551748777</c:v>
                </c:pt>
                <c:pt idx="2340">
                  <c:v>0.83660435641393338</c:v>
                </c:pt>
                <c:pt idx="2341">
                  <c:v>0.83669764278255465</c:v>
                </c:pt>
                <c:pt idx="2342">
                  <c:v>0.83679091973020769</c:v>
                </c:pt>
                <c:pt idx="2343">
                  <c:v>0.83688415529023819</c:v>
                </c:pt>
                <c:pt idx="2344">
                  <c:v>0.8369773799993836</c:v>
                </c:pt>
                <c:pt idx="2345">
                  <c:v>0.83707058961725456</c:v>
                </c:pt>
                <c:pt idx="2346">
                  <c:v>0.837163733303255</c:v>
                </c:pt>
                <c:pt idx="2347">
                  <c:v>0.83725685489467783</c:v>
                </c:pt>
                <c:pt idx="2348">
                  <c:v>0.8373499505855454</c:v>
                </c:pt>
                <c:pt idx="2349">
                  <c:v>0.83744292067092052</c:v>
                </c:pt>
                <c:pt idx="2350">
                  <c:v>0.83753584750219934</c:v>
                </c:pt>
                <c:pt idx="2351">
                  <c:v>0.83762865997242864</c:v>
                </c:pt>
                <c:pt idx="2352">
                  <c:v>0.83772139386416589</c:v>
                </c:pt>
                <c:pt idx="2353">
                  <c:v>0.83781404867179965</c:v>
                </c:pt>
                <c:pt idx="2354">
                  <c:v>0.83790666627942811</c:v>
                </c:pt>
                <c:pt idx="2355">
                  <c:v>0.83799926194613195</c:v>
                </c:pt>
                <c:pt idx="2356">
                  <c:v>0.83809179594011762</c:v>
                </c:pt>
                <c:pt idx="2357">
                  <c:v>0.83818430055199733</c:v>
                </c:pt>
                <c:pt idx="2358">
                  <c:v>0.83827676654580785</c:v>
                </c:pt>
                <c:pt idx="2359">
                  <c:v>0.83836915179419369</c:v>
                </c:pt>
                <c:pt idx="2360">
                  <c:v>0.83846152665219664</c:v>
                </c:pt>
                <c:pt idx="2361">
                  <c:v>0.83855381011926688</c:v>
                </c:pt>
                <c:pt idx="2362">
                  <c:v>0.83864609242138344</c:v>
                </c:pt>
                <c:pt idx="2363">
                  <c:v>0.83873836450873063</c:v>
                </c:pt>
                <c:pt idx="2364">
                  <c:v>0.83883048777642288</c:v>
                </c:pt>
                <c:pt idx="2365">
                  <c:v>0.83892250759822073</c:v>
                </c:pt>
                <c:pt idx="2366">
                  <c:v>0.83901440534137794</c:v>
                </c:pt>
                <c:pt idx="2367">
                  <c:v>0.83910628034077561</c:v>
                </c:pt>
                <c:pt idx="2368">
                  <c:v>0.83919812769280555</c:v>
                </c:pt>
                <c:pt idx="2369">
                  <c:v>0.83928991524605334</c:v>
                </c:pt>
                <c:pt idx="2370">
                  <c:v>0.83938169497410264</c:v>
                </c:pt>
                <c:pt idx="2371">
                  <c:v>0.83947343321989243</c:v>
                </c:pt>
                <c:pt idx="2372">
                  <c:v>0.83956502563045976</c:v>
                </c:pt>
                <c:pt idx="2373">
                  <c:v>0.83965654842523951</c:v>
                </c:pt>
                <c:pt idx="2374">
                  <c:v>0.83974803515305141</c:v>
                </c:pt>
                <c:pt idx="2375">
                  <c:v>0.83983950227345272</c:v>
                </c:pt>
                <c:pt idx="2376">
                  <c:v>0.83993080804819675</c:v>
                </c:pt>
                <c:pt idx="2377">
                  <c:v>0.84002211375039115</c:v>
                </c:pt>
                <c:pt idx="2378">
                  <c:v>0.84011341339835022</c:v>
                </c:pt>
                <c:pt idx="2379">
                  <c:v>0.84020467376810881</c:v>
                </c:pt>
                <c:pt idx="2380">
                  <c:v>0.8402959098256001</c:v>
                </c:pt>
                <c:pt idx="2381">
                  <c:v>0.84038698688325375</c:v>
                </c:pt>
                <c:pt idx="2382">
                  <c:v>0.84047803600473625</c:v>
                </c:pt>
                <c:pt idx="2383">
                  <c:v>0.84056901512867965</c:v>
                </c:pt>
                <c:pt idx="2384">
                  <c:v>0.84065987310076484</c:v>
                </c:pt>
                <c:pt idx="2385">
                  <c:v>0.8407506746183474</c:v>
                </c:pt>
                <c:pt idx="2386">
                  <c:v>0.84084145068519767</c:v>
                </c:pt>
                <c:pt idx="2387">
                  <c:v>0.84093220653932432</c:v>
                </c:pt>
                <c:pt idx="2388">
                  <c:v>0.84102274326588766</c:v>
                </c:pt>
                <c:pt idx="2389">
                  <c:v>0.84111321478077861</c:v>
                </c:pt>
                <c:pt idx="2390">
                  <c:v>0.84120362268906579</c:v>
                </c:pt>
                <c:pt idx="2391">
                  <c:v>0.84129392589199326</c:v>
                </c:pt>
                <c:pt idx="2392">
                  <c:v>0.8413842243715276</c:v>
                </c:pt>
                <c:pt idx="2393">
                  <c:v>0.84147451240479021</c:v>
                </c:pt>
                <c:pt idx="2394">
                  <c:v>0.84156471840642544</c:v>
                </c:pt>
                <c:pt idx="2395">
                  <c:v>0.84165488793383236</c:v>
                </c:pt>
                <c:pt idx="2396">
                  <c:v>0.84174497350500843</c:v>
                </c:pt>
                <c:pt idx="2397">
                  <c:v>0.84183499463145495</c:v>
                </c:pt>
                <c:pt idx="2398">
                  <c:v>0.84192500358301903</c:v>
                </c:pt>
                <c:pt idx="2399">
                  <c:v>0.84201500983080024</c:v>
                </c:pt>
                <c:pt idx="2400">
                  <c:v>0.84210498433599834</c:v>
                </c:pt>
                <c:pt idx="2401">
                  <c:v>0.84219494624794455</c:v>
                </c:pt>
                <c:pt idx="2402">
                  <c:v>0.84228487613844183</c:v>
                </c:pt>
                <c:pt idx="2403">
                  <c:v>0.84237479199262622</c:v>
                </c:pt>
                <c:pt idx="2404">
                  <c:v>0.84246465758890077</c:v>
                </c:pt>
                <c:pt idx="2405">
                  <c:v>0.84255442496228738</c:v>
                </c:pt>
                <c:pt idx="2406">
                  <c:v>0.84264401866629834</c:v>
                </c:pt>
                <c:pt idx="2407">
                  <c:v>0.84273359305114814</c:v>
                </c:pt>
                <c:pt idx="2408">
                  <c:v>0.84282314730410501</c:v>
                </c:pt>
                <c:pt idx="2409">
                  <c:v>0.84291269949921288</c:v>
                </c:pt>
                <c:pt idx="2410">
                  <c:v>0.84300224266023893</c:v>
                </c:pt>
                <c:pt idx="2411">
                  <c:v>0.84309176071165659</c:v>
                </c:pt>
                <c:pt idx="2412">
                  <c:v>0.84318123996339722</c:v>
                </c:pt>
                <c:pt idx="2413">
                  <c:v>0.84327063127248492</c:v>
                </c:pt>
                <c:pt idx="2414">
                  <c:v>0.8433600115293296</c:v>
                </c:pt>
                <c:pt idx="2415">
                  <c:v>0.84344937818172083</c:v>
                </c:pt>
                <c:pt idx="2416">
                  <c:v>0.84353874317055311</c:v>
                </c:pt>
                <c:pt idx="2417">
                  <c:v>0.84362806842562865</c:v>
                </c:pt>
                <c:pt idx="2418">
                  <c:v>0.84371728386392053</c:v>
                </c:pt>
                <c:pt idx="2419">
                  <c:v>0.84380647942657239</c:v>
                </c:pt>
                <c:pt idx="2420">
                  <c:v>0.84389557846704222</c:v>
                </c:pt>
                <c:pt idx="2421">
                  <c:v>0.84398463883000185</c:v>
                </c:pt>
                <c:pt idx="2422">
                  <c:v>0.84407363127237522</c:v>
                </c:pt>
                <c:pt idx="2423">
                  <c:v>0.84416260481327554</c:v>
                </c:pt>
                <c:pt idx="2424">
                  <c:v>0.8442515681283117</c:v>
                </c:pt>
                <c:pt idx="2425">
                  <c:v>0.84434038951191959</c:v>
                </c:pt>
                <c:pt idx="2426">
                  <c:v>0.84442919784648074</c:v>
                </c:pt>
                <c:pt idx="2427">
                  <c:v>0.84451799254040094</c:v>
                </c:pt>
                <c:pt idx="2428">
                  <c:v>0.84460676255786571</c:v>
                </c:pt>
                <c:pt idx="2429">
                  <c:v>0.84469552933856273</c:v>
                </c:pt>
                <c:pt idx="2430">
                  <c:v>0.84478429334414162</c:v>
                </c:pt>
                <c:pt idx="2431">
                  <c:v>0.8448730116094586</c:v>
                </c:pt>
                <c:pt idx="2432">
                  <c:v>0.84496152972467553</c:v>
                </c:pt>
                <c:pt idx="2433">
                  <c:v>0.84505002253671191</c:v>
                </c:pt>
                <c:pt idx="2434">
                  <c:v>0.84513841931901423</c:v>
                </c:pt>
                <c:pt idx="2435">
                  <c:v>0.84522681448688775</c:v>
                </c:pt>
                <c:pt idx="2436">
                  <c:v>0.84531513671441694</c:v>
                </c:pt>
                <c:pt idx="2437">
                  <c:v>0.84540345286797769</c:v>
                </c:pt>
                <c:pt idx="2438">
                  <c:v>0.84549176696097661</c:v>
                </c:pt>
                <c:pt idx="2439">
                  <c:v>0.84558007314392514</c:v>
                </c:pt>
                <c:pt idx="2440">
                  <c:v>0.84566835305234023</c:v>
                </c:pt>
                <c:pt idx="2441">
                  <c:v>0.84575661887598774</c:v>
                </c:pt>
                <c:pt idx="2442">
                  <c:v>0.84584483472348471</c:v>
                </c:pt>
                <c:pt idx="2443">
                  <c:v>0.84593302659431724</c:v>
                </c:pt>
                <c:pt idx="2444">
                  <c:v>0.84602119322278169</c:v>
                </c:pt>
                <c:pt idx="2445">
                  <c:v>0.84610929524079592</c:v>
                </c:pt>
                <c:pt idx="2446">
                  <c:v>0.84619735607359492</c:v>
                </c:pt>
                <c:pt idx="2447">
                  <c:v>0.84628538791546759</c:v>
                </c:pt>
                <c:pt idx="2448">
                  <c:v>0.84637337141157665</c:v>
                </c:pt>
                <c:pt idx="2449">
                  <c:v>0.84646132715835831</c:v>
                </c:pt>
                <c:pt idx="2450">
                  <c:v>0.84654927488798792</c:v>
                </c:pt>
                <c:pt idx="2451">
                  <c:v>0.84663716607451178</c:v>
                </c:pt>
                <c:pt idx="2452">
                  <c:v>0.84672498713067745</c:v>
                </c:pt>
                <c:pt idx="2453">
                  <c:v>0.84681276075235379</c:v>
                </c:pt>
                <c:pt idx="2454">
                  <c:v>0.84690053113639685</c:v>
                </c:pt>
                <c:pt idx="2455">
                  <c:v>0.84698826085221857</c:v>
                </c:pt>
                <c:pt idx="2456">
                  <c:v>0.84707598747604995</c:v>
                </c:pt>
                <c:pt idx="2457">
                  <c:v>0.84716366425984491</c:v>
                </c:pt>
                <c:pt idx="2458">
                  <c:v>0.84725131994392711</c:v>
                </c:pt>
                <c:pt idx="2459">
                  <c:v>0.84733897036593786</c:v>
                </c:pt>
                <c:pt idx="2460">
                  <c:v>0.84742649594862118</c:v>
                </c:pt>
                <c:pt idx="2461">
                  <c:v>0.84751393518250606</c:v>
                </c:pt>
                <c:pt idx="2462">
                  <c:v>0.84760125158038424</c:v>
                </c:pt>
                <c:pt idx="2463">
                  <c:v>0.84768850744839885</c:v>
                </c:pt>
                <c:pt idx="2464">
                  <c:v>0.84777568196334363</c:v>
                </c:pt>
                <c:pt idx="2465">
                  <c:v>0.84786281050151646</c:v>
                </c:pt>
                <c:pt idx="2466">
                  <c:v>0.84794991304902312</c:v>
                </c:pt>
                <c:pt idx="2467">
                  <c:v>0.84803700278555505</c:v>
                </c:pt>
                <c:pt idx="2468">
                  <c:v>0.84812406558584263</c:v>
                </c:pt>
                <c:pt idx="2469">
                  <c:v>0.84821112176304536</c:v>
                </c:pt>
                <c:pt idx="2470">
                  <c:v>0.84829815965654065</c:v>
                </c:pt>
                <c:pt idx="2471">
                  <c:v>0.84838519289639602</c:v>
                </c:pt>
                <c:pt idx="2472">
                  <c:v>0.8484721959410052</c:v>
                </c:pt>
                <c:pt idx="2473">
                  <c:v>0.84855913047229792</c:v>
                </c:pt>
                <c:pt idx="2474">
                  <c:v>0.84864601845511811</c:v>
                </c:pt>
                <c:pt idx="2475">
                  <c:v>0.8487328857199421</c:v>
                </c:pt>
                <c:pt idx="2476">
                  <c:v>0.84881971336340634</c:v>
                </c:pt>
                <c:pt idx="2477">
                  <c:v>0.84890653805319105</c:v>
                </c:pt>
                <c:pt idx="2478">
                  <c:v>0.8489933477988536</c:v>
                </c:pt>
                <c:pt idx="2479">
                  <c:v>0.84908015737843279</c:v>
                </c:pt>
                <c:pt idx="2480">
                  <c:v>0.84916696514477197</c:v>
                </c:pt>
                <c:pt idx="2481">
                  <c:v>0.84925369391658956</c:v>
                </c:pt>
                <c:pt idx="2482">
                  <c:v>0.84934040315935611</c:v>
                </c:pt>
                <c:pt idx="2483">
                  <c:v>0.84942710713535918</c:v>
                </c:pt>
                <c:pt idx="2484">
                  <c:v>0.84951376528378131</c:v>
                </c:pt>
                <c:pt idx="2485">
                  <c:v>0.84960040707708873</c:v>
                </c:pt>
                <c:pt idx="2486">
                  <c:v>0.84968699573070239</c:v>
                </c:pt>
                <c:pt idx="2487">
                  <c:v>0.84977357268120779</c:v>
                </c:pt>
                <c:pt idx="2488">
                  <c:v>0.84986013764363844</c:v>
                </c:pt>
                <c:pt idx="2489">
                  <c:v>0.84994669576379633</c:v>
                </c:pt>
                <c:pt idx="2490">
                  <c:v>0.8500332391921267</c:v>
                </c:pt>
                <c:pt idx="2491">
                  <c:v>0.85011963498558163</c:v>
                </c:pt>
                <c:pt idx="2492">
                  <c:v>0.85020594441230779</c:v>
                </c:pt>
                <c:pt idx="2493">
                  <c:v>0.85029221904341901</c:v>
                </c:pt>
                <c:pt idx="2494">
                  <c:v>0.85037836625841423</c:v>
                </c:pt>
                <c:pt idx="2495">
                  <c:v>0.85046450536361051</c:v>
                </c:pt>
                <c:pt idx="2496">
                  <c:v>0.85055061259166365</c:v>
                </c:pt>
                <c:pt idx="2497">
                  <c:v>0.85063671354020964</c:v>
                </c:pt>
                <c:pt idx="2498">
                  <c:v>0.85072280116673382</c:v>
                </c:pt>
                <c:pt idx="2499">
                  <c:v>0.85080887168008457</c:v>
                </c:pt>
                <c:pt idx="2500">
                  <c:v>0.85089488837345584</c:v>
                </c:pt>
                <c:pt idx="2501">
                  <c:v>0.85098086015476571</c:v>
                </c:pt>
                <c:pt idx="2502">
                  <c:v>0.85106676598159658</c:v>
                </c:pt>
                <c:pt idx="2503">
                  <c:v>0.85115266919282551</c:v>
                </c:pt>
                <c:pt idx="2504">
                  <c:v>0.8512385621072982</c:v>
                </c:pt>
                <c:pt idx="2505">
                  <c:v>0.85132445160899228</c:v>
                </c:pt>
                <c:pt idx="2506">
                  <c:v>0.85141022037169245</c:v>
                </c:pt>
                <c:pt idx="2507">
                  <c:v>0.85149596887385703</c:v>
                </c:pt>
                <c:pt idx="2508">
                  <c:v>0.85158164498479505</c:v>
                </c:pt>
                <c:pt idx="2509">
                  <c:v>0.8516672278190297</c:v>
                </c:pt>
                <c:pt idx="2510">
                  <c:v>0.85175274755885844</c:v>
                </c:pt>
                <c:pt idx="2511">
                  <c:v>0.85183822235189266</c:v>
                </c:pt>
                <c:pt idx="2512">
                  <c:v>0.85192366460315838</c:v>
                </c:pt>
                <c:pt idx="2513">
                  <c:v>0.85200906875281768</c:v>
                </c:pt>
                <c:pt idx="2514">
                  <c:v>0.8520944686347387</c:v>
                </c:pt>
                <c:pt idx="2515">
                  <c:v>0.85217986823699265</c:v>
                </c:pt>
                <c:pt idx="2516">
                  <c:v>0.85226525153192023</c:v>
                </c:pt>
                <c:pt idx="2517">
                  <c:v>0.85235061988368488</c:v>
                </c:pt>
                <c:pt idx="2518">
                  <c:v>0.8524359593433587</c:v>
                </c:pt>
                <c:pt idx="2519">
                  <c:v>0.85252129009460165</c:v>
                </c:pt>
                <c:pt idx="2520">
                  <c:v>0.85260660928111265</c:v>
                </c:pt>
                <c:pt idx="2521">
                  <c:v>0.85269192619238976</c:v>
                </c:pt>
                <c:pt idx="2522">
                  <c:v>0.85277723649554404</c:v>
                </c:pt>
                <c:pt idx="2523">
                  <c:v>0.8528625151688457</c:v>
                </c:pt>
                <c:pt idx="2524">
                  <c:v>0.85294775341184292</c:v>
                </c:pt>
                <c:pt idx="2525">
                  <c:v>0.85303298706337061</c:v>
                </c:pt>
                <c:pt idx="2526">
                  <c:v>0.85311820934504901</c:v>
                </c:pt>
                <c:pt idx="2527">
                  <c:v>0.85320338451806732</c:v>
                </c:pt>
                <c:pt idx="2528">
                  <c:v>0.85328851886980361</c:v>
                </c:pt>
                <c:pt idx="2529">
                  <c:v>0.85337353919035897</c:v>
                </c:pt>
                <c:pt idx="2530">
                  <c:v>0.85345855228637435</c:v>
                </c:pt>
                <c:pt idx="2531">
                  <c:v>0.85354354829502144</c:v>
                </c:pt>
                <c:pt idx="2532">
                  <c:v>0.85362850847616856</c:v>
                </c:pt>
                <c:pt idx="2533">
                  <c:v>0.85371345151095679</c:v>
                </c:pt>
                <c:pt idx="2534">
                  <c:v>0.85379835464650777</c:v>
                </c:pt>
                <c:pt idx="2535">
                  <c:v>0.85388322718892273</c:v>
                </c:pt>
                <c:pt idx="2536">
                  <c:v>0.85396809263064843</c:v>
                </c:pt>
                <c:pt idx="2537">
                  <c:v>0.85405293675754879</c:v>
                </c:pt>
                <c:pt idx="2538">
                  <c:v>0.8541377403892223</c:v>
                </c:pt>
                <c:pt idx="2539">
                  <c:v>0.85422252181103675</c:v>
                </c:pt>
                <c:pt idx="2540">
                  <c:v>0.85430722240294787</c:v>
                </c:pt>
                <c:pt idx="2541">
                  <c:v>0.8543918851119463</c:v>
                </c:pt>
                <c:pt idx="2542">
                  <c:v>0.85447651120420953</c:v>
                </c:pt>
                <c:pt idx="2543">
                  <c:v>0.85456109738030162</c:v>
                </c:pt>
                <c:pt idx="2544">
                  <c:v>0.85464560340197204</c:v>
                </c:pt>
                <c:pt idx="2545">
                  <c:v>0.85473008836926767</c:v>
                </c:pt>
                <c:pt idx="2546">
                  <c:v>0.85481453317125278</c:v>
                </c:pt>
                <c:pt idx="2547">
                  <c:v>0.85489897629277234</c:v>
                </c:pt>
                <c:pt idx="2548">
                  <c:v>0.85498330062305361</c:v>
                </c:pt>
                <c:pt idx="2549">
                  <c:v>0.85506760601217968</c:v>
                </c:pt>
                <c:pt idx="2550">
                  <c:v>0.85515190109719375</c:v>
                </c:pt>
                <c:pt idx="2551">
                  <c:v>0.85523617647827743</c:v>
                </c:pt>
                <c:pt idx="2552">
                  <c:v>0.85532044183486644</c:v>
                </c:pt>
                <c:pt idx="2553">
                  <c:v>0.85540470184775785</c:v>
                </c:pt>
                <c:pt idx="2554">
                  <c:v>0.85548885643755512</c:v>
                </c:pt>
                <c:pt idx="2555">
                  <c:v>0.85557294990472321</c:v>
                </c:pt>
                <c:pt idx="2556">
                  <c:v>0.85565697501449811</c:v>
                </c:pt>
                <c:pt idx="2557">
                  <c:v>0.85574091334164415</c:v>
                </c:pt>
                <c:pt idx="2558">
                  <c:v>0.85582467138405305</c:v>
                </c:pt>
                <c:pt idx="2559">
                  <c:v>0.85590839372485261</c:v>
                </c:pt>
                <c:pt idx="2560">
                  <c:v>0.8559920459432806</c:v>
                </c:pt>
                <c:pt idx="2561">
                  <c:v>0.85607569039701181</c:v>
                </c:pt>
                <c:pt idx="2562">
                  <c:v>0.85615920141305424</c:v>
                </c:pt>
                <c:pt idx="2563">
                  <c:v>0.8562424802084988</c:v>
                </c:pt>
                <c:pt idx="2564">
                  <c:v>0.8563257210400087</c:v>
                </c:pt>
                <c:pt idx="2565">
                  <c:v>0.85640891460379698</c:v>
                </c:pt>
                <c:pt idx="2566">
                  <c:v>0.85649207823617624</c:v>
                </c:pt>
                <c:pt idx="2567">
                  <c:v>0.85657522533622921</c:v>
                </c:pt>
                <c:pt idx="2568">
                  <c:v>0.85665834959944065</c:v>
                </c:pt>
                <c:pt idx="2569">
                  <c:v>0.85674145828320447</c:v>
                </c:pt>
                <c:pt idx="2570">
                  <c:v>0.85682455465033325</c:v>
                </c:pt>
                <c:pt idx="2571">
                  <c:v>0.85690764966461264</c:v>
                </c:pt>
                <c:pt idx="2572">
                  <c:v>0.85699072650636265</c:v>
                </c:pt>
                <c:pt idx="2573">
                  <c:v>0.85707380267026634</c:v>
                </c:pt>
                <c:pt idx="2574">
                  <c:v>0.85715685274635245</c:v>
                </c:pt>
                <c:pt idx="2575">
                  <c:v>0.85723989149854019</c:v>
                </c:pt>
                <c:pt idx="2576">
                  <c:v>0.85732288070367435</c:v>
                </c:pt>
                <c:pt idx="2577">
                  <c:v>0.85740579751724222</c:v>
                </c:pt>
                <c:pt idx="2578">
                  <c:v>0.85748871401341265</c:v>
                </c:pt>
                <c:pt idx="2579">
                  <c:v>0.8575715903122213</c:v>
                </c:pt>
                <c:pt idx="2580">
                  <c:v>0.85765441946510756</c:v>
                </c:pt>
                <c:pt idx="2581">
                  <c:v>0.85773723913474975</c:v>
                </c:pt>
                <c:pt idx="2582">
                  <c:v>0.85782004715473614</c:v>
                </c:pt>
                <c:pt idx="2583">
                  <c:v>0.85790282309205823</c:v>
                </c:pt>
                <c:pt idx="2584">
                  <c:v>0.85798558605660169</c:v>
                </c:pt>
                <c:pt idx="2585">
                  <c:v>0.85806832059920912</c:v>
                </c:pt>
                <c:pt idx="2586">
                  <c:v>0.85815103780149604</c:v>
                </c:pt>
                <c:pt idx="2587">
                  <c:v>0.85823361817441512</c:v>
                </c:pt>
                <c:pt idx="2588">
                  <c:v>0.8583161500315315</c:v>
                </c:pt>
                <c:pt idx="2589">
                  <c:v>0.85839854326616705</c:v>
                </c:pt>
                <c:pt idx="2590">
                  <c:v>0.85848092461213321</c:v>
                </c:pt>
                <c:pt idx="2591">
                  <c:v>0.85856329723632052</c:v>
                </c:pt>
                <c:pt idx="2592">
                  <c:v>0.85864561968459896</c:v>
                </c:pt>
                <c:pt idx="2593">
                  <c:v>0.85872787709531984</c:v>
                </c:pt>
                <c:pt idx="2594">
                  <c:v>0.85881006384553205</c:v>
                </c:pt>
                <c:pt idx="2595">
                  <c:v>0.85889220200073269</c:v>
                </c:pt>
                <c:pt idx="2596">
                  <c:v>0.85897428205192883</c:v>
                </c:pt>
                <c:pt idx="2597">
                  <c:v>0.85905633802825154</c:v>
                </c:pt>
                <c:pt idx="2598">
                  <c:v>0.85913839052439378</c:v>
                </c:pt>
                <c:pt idx="2599">
                  <c:v>0.85922033603135661</c:v>
                </c:pt>
                <c:pt idx="2600">
                  <c:v>0.85930225004038363</c:v>
                </c:pt>
                <c:pt idx="2601">
                  <c:v>0.85938414521794537</c:v>
                </c:pt>
                <c:pt idx="2602">
                  <c:v>0.85946603759289664</c:v>
                </c:pt>
                <c:pt idx="2603">
                  <c:v>0.85954792113252676</c:v>
                </c:pt>
                <c:pt idx="2604">
                  <c:v>0.85962979113734372</c:v>
                </c:pt>
                <c:pt idx="2605">
                  <c:v>0.8597116274313884</c:v>
                </c:pt>
                <c:pt idx="2606">
                  <c:v>0.85979343505331463</c:v>
                </c:pt>
                <c:pt idx="2607">
                  <c:v>0.85987521461375904</c:v>
                </c:pt>
                <c:pt idx="2608">
                  <c:v>0.85995698179849422</c:v>
                </c:pt>
                <c:pt idx="2609">
                  <c:v>0.8600387198786501</c:v>
                </c:pt>
                <c:pt idx="2610">
                  <c:v>0.86012045452288788</c:v>
                </c:pt>
                <c:pt idx="2611">
                  <c:v>0.86020218521931557</c:v>
                </c:pt>
                <c:pt idx="2612">
                  <c:v>0.86028389103811875</c:v>
                </c:pt>
                <c:pt idx="2613">
                  <c:v>0.8603655876950248</c:v>
                </c:pt>
                <c:pt idx="2614">
                  <c:v>0.86044727737398108</c:v>
                </c:pt>
                <c:pt idx="2615">
                  <c:v>0.86052895423019726</c:v>
                </c:pt>
                <c:pt idx="2616">
                  <c:v>0.86061057932492868</c:v>
                </c:pt>
                <c:pt idx="2617">
                  <c:v>0.86069214348164891</c:v>
                </c:pt>
                <c:pt idx="2618">
                  <c:v>0.86077366694813195</c:v>
                </c:pt>
                <c:pt idx="2619">
                  <c:v>0.86085506537550238</c:v>
                </c:pt>
                <c:pt idx="2620">
                  <c:v>0.86093636318991651</c:v>
                </c:pt>
                <c:pt idx="2621">
                  <c:v>0.86101765140590769</c:v>
                </c:pt>
                <c:pt idx="2622">
                  <c:v>0.86109890965562064</c:v>
                </c:pt>
                <c:pt idx="2623">
                  <c:v>0.86118014768504769</c:v>
                </c:pt>
                <c:pt idx="2624">
                  <c:v>0.86126138243990269</c:v>
                </c:pt>
                <c:pt idx="2625">
                  <c:v>0.86134256466327075</c:v>
                </c:pt>
                <c:pt idx="2626">
                  <c:v>0.86142370346532204</c:v>
                </c:pt>
                <c:pt idx="2627">
                  <c:v>0.86150483060233063</c:v>
                </c:pt>
                <c:pt idx="2628">
                  <c:v>0.86158589869530955</c:v>
                </c:pt>
                <c:pt idx="2629">
                  <c:v>0.86166688289492654</c:v>
                </c:pt>
                <c:pt idx="2630">
                  <c:v>0.86174784638154633</c:v>
                </c:pt>
                <c:pt idx="2631">
                  <c:v>0.86182878051163114</c:v>
                </c:pt>
                <c:pt idx="2632">
                  <c:v>0.86190962427093665</c:v>
                </c:pt>
                <c:pt idx="2633">
                  <c:v>0.86199045200735991</c:v>
                </c:pt>
                <c:pt idx="2634">
                  <c:v>0.86207125535848705</c:v>
                </c:pt>
                <c:pt idx="2635">
                  <c:v>0.86215203374179061</c:v>
                </c:pt>
                <c:pt idx="2636">
                  <c:v>0.86223274033298858</c:v>
                </c:pt>
                <c:pt idx="2637">
                  <c:v>0.86231344315133696</c:v>
                </c:pt>
                <c:pt idx="2638">
                  <c:v>0.86239412407061367</c:v>
                </c:pt>
                <c:pt idx="2639">
                  <c:v>0.86247478274007672</c:v>
                </c:pt>
                <c:pt idx="2640">
                  <c:v>0.86255539300637862</c:v>
                </c:pt>
                <c:pt idx="2641">
                  <c:v>0.86263598362504623</c:v>
                </c:pt>
                <c:pt idx="2642">
                  <c:v>0.86271652974220725</c:v>
                </c:pt>
                <c:pt idx="2643">
                  <c:v>0.86279706605895334</c:v>
                </c:pt>
                <c:pt idx="2644">
                  <c:v>0.86287753952672763</c:v>
                </c:pt>
                <c:pt idx="2645">
                  <c:v>0.86295799630584291</c:v>
                </c:pt>
                <c:pt idx="2646">
                  <c:v>0.863038450208098</c:v>
                </c:pt>
                <c:pt idx="2647">
                  <c:v>0.86311888929027414</c:v>
                </c:pt>
                <c:pt idx="2648">
                  <c:v>0.86319925691572252</c:v>
                </c:pt>
                <c:pt idx="2649">
                  <c:v>0.86327961806262465</c:v>
                </c:pt>
                <c:pt idx="2650">
                  <c:v>0.86335983797388705</c:v>
                </c:pt>
                <c:pt idx="2651">
                  <c:v>0.86343992271709769</c:v>
                </c:pt>
                <c:pt idx="2652">
                  <c:v>0.86351998680241437</c:v>
                </c:pt>
                <c:pt idx="2653">
                  <c:v>0.86359995165383263</c:v>
                </c:pt>
                <c:pt idx="2654">
                  <c:v>0.86367975834148736</c:v>
                </c:pt>
                <c:pt idx="2655">
                  <c:v>0.86375952064073191</c:v>
                </c:pt>
                <c:pt idx="2656">
                  <c:v>0.86383927987351661</c:v>
                </c:pt>
                <c:pt idx="2657">
                  <c:v>0.86391899483627554</c:v>
                </c:pt>
                <c:pt idx="2658">
                  <c:v>0.86399870190200434</c:v>
                </c:pt>
                <c:pt idx="2659">
                  <c:v>0.86407831292352799</c:v>
                </c:pt>
                <c:pt idx="2660">
                  <c:v>0.86415780004614162</c:v>
                </c:pt>
                <c:pt idx="2661">
                  <c:v>0.86423718460240451</c:v>
                </c:pt>
                <c:pt idx="2662">
                  <c:v>0.86431656296568238</c:v>
                </c:pt>
                <c:pt idx="2663">
                  <c:v>0.86439590463440086</c:v>
                </c:pt>
                <c:pt idx="2664">
                  <c:v>0.86447519685759422</c:v>
                </c:pt>
                <c:pt idx="2665">
                  <c:v>0.86455435669846226</c:v>
                </c:pt>
                <c:pt idx="2666">
                  <c:v>0.86463313242011408</c:v>
                </c:pt>
                <c:pt idx="2667">
                  <c:v>0.86471188682633071</c:v>
                </c:pt>
                <c:pt idx="2668">
                  <c:v>0.86479063757659402</c:v>
                </c:pt>
                <c:pt idx="2669">
                  <c:v>0.86486927838799432</c:v>
                </c:pt>
                <c:pt idx="2670">
                  <c:v>0.864947881026633</c:v>
                </c:pt>
                <c:pt idx="2671">
                  <c:v>0.86502647962876822</c:v>
                </c:pt>
                <c:pt idx="2672">
                  <c:v>0.86510494099919932</c:v>
                </c:pt>
                <c:pt idx="2673">
                  <c:v>0.86518335776299049</c:v>
                </c:pt>
                <c:pt idx="2674">
                  <c:v>0.86526175790698379</c:v>
                </c:pt>
                <c:pt idx="2675">
                  <c:v>0.86533996659597656</c:v>
                </c:pt>
                <c:pt idx="2676">
                  <c:v>0.86541813113847443</c:v>
                </c:pt>
                <c:pt idx="2677">
                  <c:v>0.86549627672659524</c:v>
                </c:pt>
                <c:pt idx="2678">
                  <c:v>0.86557441717393979</c:v>
                </c:pt>
                <c:pt idx="2679">
                  <c:v>0.86565254371515488</c:v>
                </c:pt>
                <c:pt idx="2680">
                  <c:v>0.86573062621044095</c:v>
                </c:pt>
                <c:pt idx="2681">
                  <c:v>0.86580866556821789</c:v>
                </c:pt>
                <c:pt idx="2682">
                  <c:v>0.86588668633570165</c:v>
                </c:pt>
                <c:pt idx="2683">
                  <c:v>0.86596469441975021</c:v>
                </c:pt>
                <c:pt idx="2684">
                  <c:v>0.86604267473724528</c:v>
                </c:pt>
                <c:pt idx="2685">
                  <c:v>0.86612061994196754</c:v>
                </c:pt>
                <c:pt idx="2686">
                  <c:v>0.86619853765768495</c:v>
                </c:pt>
                <c:pt idx="2687">
                  <c:v>0.86627642542520866</c:v>
                </c:pt>
                <c:pt idx="2688">
                  <c:v>0.86635428049782792</c:v>
                </c:pt>
                <c:pt idx="2689">
                  <c:v>0.86643196071998241</c:v>
                </c:pt>
                <c:pt idx="2690">
                  <c:v>0.86650959228645863</c:v>
                </c:pt>
                <c:pt idx="2691">
                  <c:v>0.86658709188391747</c:v>
                </c:pt>
                <c:pt idx="2692">
                  <c:v>0.86666452424436435</c:v>
                </c:pt>
                <c:pt idx="2693">
                  <c:v>0.86674193648359643</c:v>
                </c:pt>
                <c:pt idx="2694">
                  <c:v>0.86681927730558861</c:v>
                </c:pt>
                <c:pt idx="2695">
                  <c:v>0.86689659819188425</c:v>
                </c:pt>
                <c:pt idx="2696">
                  <c:v>0.86697391655731115</c:v>
                </c:pt>
                <c:pt idx="2697">
                  <c:v>0.8670512230535119</c:v>
                </c:pt>
                <c:pt idx="2698">
                  <c:v>0.86712849740610964</c:v>
                </c:pt>
                <c:pt idx="2699">
                  <c:v>0.86720572683204966</c:v>
                </c:pt>
                <c:pt idx="2700">
                  <c:v>0.86728285326882593</c:v>
                </c:pt>
                <c:pt idx="2701">
                  <c:v>0.86735993463093464</c:v>
                </c:pt>
                <c:pt idx="2702">
                  <c:v>0.86743697586370438</c:v>
                </c:pt>
                <c:pt idx="2703">
                  <c:v>0.86751400820576052</c:v>
                </c:pt>
                <c:pt idx="2704">
                  <c:v>0.86759101458379539</c:v>
                </c:pt>
                <c:pt idx="2705">
                  <c:v>0.86766799920990723</c:v>
                </c:pt>
                <c:pt idx="2706">
                  <c:v>0.8677449709676136</c:v>
                </c:pt>
                <c:pt idx="2707">
                  <c:v>0.86782193766353177</c:v>
                </c:pt>
                <c:pt idx="2708">
                  <c:v>0.86789887196950555</c:v>
                </c:pt>
                <c:pt idx="2709">
                  <c:v>0.86797579108456002</c:v>
                </c:pt>
                <c:pt idx="2710">
                  <c:v>0.86805268778343181</c:v>
                </c:pt>
                <c:pt idx="2711">
                  <c:v>0.86812957528244405</c:v>
                </c:pt>
                <c:pt idx="2712">
                  <c:v>0.86820632913595885</c:v>
                </c:pt>
                <c:pt idx="2713">
                  <c:v>0.86828308253015485</c:v>
                </c:pt>
                <c:pt idx="2714">
                  <c:v>0.86835976037624607</c:v>
                </c:pt>
                <c:pt idx="2715">
                  <c:v>0.86843639510957471</c:v>
                </c:pt>
                <c:pt idx="2716">
                  <c:v>0.86851300067301362</c:v>
                </c:pt>
                <c:pt idx="2717">
                  <c:v>0.86858960282243625</c:v>
                </c:pt>
                <c:pt idx="2718">
                  <c:v>0.86866619668488321</c:v>
                </c:pt>
                <c:pt idx="2719">
                  <c:v>0.868742656656595</c:v>
                </c:pt>
                <c:pt idx="2720">
                  <c:v>0.86881906507113893</c:v>
                </c:pt>
                <c:pt idx="2721">
                  <c:v>0.8688953757910618</c:v>
                </c:pt>
                <c:pt idx="2722">
                  <c:v>0.86897166534587944</c:v>
                </c:pt>
                <c:pt idx="2723">
                  <c:v>0.86904795049558015</c:v>
                </c:pt>
                <c:pt idx="2724">
                  <c:v>0.86912415130313359</c:v>
                </c:pt>
                <c:pt idx="2725">
                  <c:v>0.86920032200864461</c:v>
                </c:pt>
                <c:pt idx="2726">
                  <c:v>0.86927648145417891</c:v>
                </c:pt>
                <c:pt idx="2727">
                  <c:v>0.86935262567764349</c:v>
                </c:pt>
                <c:pt idx="2728">
                  <c:v>0.86942875744209913</c:v>
                </c:pt>
                <c:pt idx="2729">
                  <c:v>0.86950484568988673</c:v>
                </c:pt>
                <c:pt idx="2730">
                  <c:v>0.86958089619569079</c:v>
                </c:pt>
                <c:pt idx="2731">
                  <c:v>0.86965694300978746</c:v>
                </c:pt>
                <c:pt idx="2732">
                  <c:v>0.86973295186576427</c:v>
                </c:pt>
                <c:pt idx="2733">
                  <c:v>0.86980892560906165</c:v>
                </c:pt>
                <c:pt idx="2734">
                  <c:v>0.86988489567840677</c:v>
                </c:pt>
                <c:pt idx="2735">
                  <c:v>0.86996086339602263</c:v>
                </c:pt>
                <c:pt idx="2736">
                  <c:v>0.87003680384355864</c:v>
                </c:pt>
                <c:pt idx="2737">
                  <c:v>0.87011269805511371</c:v>
                </c:pt>
                <c:pt idx="2738">
                  <c:v>0.87018858151283052</c:v>
                </c:pt>
                <c:pt idx="2739">
                  <c:v>0.87026444704773798</c:v>
                </c:pt>
                <c:pt idx="2740">
                  <c:v>0.87034030769536164</c:v>
                </c:pt>
                <c:pt idx="2741">
                  <c:v>0.87041612874951158</c:v>
                </c:pt>
                <c:pt idx="2742">
                  <c:v>0.87049183940104846</c:v>
                </c:pt>
                <c:pt idx="2743">
                  <c:v>0.87056749893767027</c:v>
                </c:pt>
                <c:pt idx="2744">
                  <c:v>0.87064313123463344</c:v>
                </c:pt>
                <c:pt idx="2745">
                  <c:v>0.87071872414574025</c:v>
                </c:pt>
                <c:pt idx="2746">
                  <c:v>0.87079430309947814</c:v>
                </c:pt>
                <c:pt idx="2747">
                  <c:v>0.87086982916393985</c:v>
                </c:pt>
                <c:pt idx="2748">
                  <c:v>0.87094535373883186</c:v>
                </c:pt>
                <c:pt idx="2749">
                  <c:v>0.87102086709962023</c:v>
                </c:pt>
                <c:pt idx="2750">
                  <c:v>0.87109637650085825</c:v>
                </c:pt>
                <c:pt idx="2751">
                  <c:v>0.87117186983734651</c:v>
                </c:pt>
                <c:pt idx="2752">
                  <c:v>0.87124735732782066</c:v>
                </c:pt>
                <c:pt idx="2753">
                  <c:v>0.8713228150906257</c:v>
                </c:pt>
                <c:pt idx="2754">
                  <c:v>0.87139824454475834</c:v>
                </c:pt>
                <c:pt idx="2755">
                  <c:v>0.87147366185327668</c:v>
                </c:pt>
                <c:pt idx="2756">
                  <c:v>0.8715490465637965</c:v>
                </c:pt>
                <c:pt idx="2757">
                  <c:v>0.8716244226281612</c:v>
                </c:pt>
                <c:pt idx="2758">
                  <c:v>0.87169977170713264</c:v>
                </c:pt>
                <c:pt idx="2759">
                  <c:v>0.87177511572414323</c:v>
                </c:pt>
                <c:pt idx="2760">
                  <c:v>0.87185044514924381</c:v>
                </c:pt>
                <c:pt idx="2761">
                  <c:v>0.87192575315368714</c:v>
                </c:pt>
                <c:pt idx="2762">
                  <c:v>0.87200095714689041</c:v>
                </c:pt>
                <c:pt idx="2763">
                  <c:v>0.87207615628504065</c:v>
                </c:pt>
                <c:pt idx="2764">
                  <c:v>0.87215131799131262</c:v>
                </c:pt>
                <c:pt idx="2765">
                  <c:v>0.87222645595470061</c:v>
                </c:pt>
                <c:pt idx="2766">
                  <c:v>0.87230157490680715</c:v>
                </c:pt>
                <c:pt idx="2767">
                  <c:v>0.87237669373959126</c:v>
                </c:pt>
                <c:pt idx="2768">
                  <c:v>0.87245180980288461</c:v>
                </c:pt>
                <c:pt idx="2769">
                  <c:v>0.87252684872296549</c:v>
                </c:pt>
                <c:pt idx="2770">
                  <c:v>0.87260186714145604</c:v>
                </c:pt>
                <c:pt idx="2771">
                  <c:v>0.87267687898348789</c:v>
                </c:pt>
                <c:pt idx="2772">
                  <c:v>0.87275178686378541</c:v>
                </c:pt>
                <c:pt idx="2773">
                  <c:v>0.87282667115601664</c:v>
                </c:pt>
                <c:pt idx="2774">
                  <c:v>0.87290154385237961</c:v>
                </c:pt>
                <c:pt idx="2775">
                  <c:v>0.87297630732757336</c:v>
                </c:pt>
                <c:pt idx="2776">
                  <c:v>0.87305100728222862</c:v>
                </c:pt>
                <c:pt idx="2777">
                  <c:v>0.87312564104327473</c:v>
                </c:pt>
                <c:pt idx="2778">
                  <c:v>0.87320025773191168</c:v>
                </c:pt>
                <c:pt idx="2779">
                  <c:v>0.87327486102306462</c:v>
                </c:pt>
                <c:pt idx="2780">
                  <c:v>0.87334944476269594</c:v>
                </c:pt>
                <c:pt idx="2781">
                  <c:v>0.87342398340456273</c:v>
                </c:pt>
                <c:pt idx="2782">
                  <c:v>0.87349851117962385</c:v>
                </c:pt>
                <c:pt idx="2783">
                  <c:v>0.8735729964838298</c:v>
                </c:pt>
                <c:pt idx="2784">
                  <c:v>0.87364748066365472</c:v>
                </c:pt>
                <c:pt idx="2785">
                  <c:v>0.87372195834574407</c:v>
                </c:pt>
                <c:pt idx="2786">
                  <c:v>0.87379636103427005</c:v>
                </c:pt>
                <c:pt idx="2787">
                  <c:v>0.87387065585178136</c:v>
                </c:pt>
                <c:pt idx="2788">
                  <c:v>0.87394489968864608</c:v>
                </c:pt>
                <c:pt idx="2789">
                  <c:v>0.87401911124032761</c:v>
                </c:pt>
                <c:pt idx="2790">
                  <c:v>0.87409327475920262</c:v>
                </c:pt>
                <c:pt idx="2791">
                  <c:v>0.8741674367021196</c:v>
                </c:pt>
                <c:pt idx="2792">
                  <c:v>0.87424155289976435</c:v>
                </c:pt>
                <c:pt idx="2793">
                  <c:v>0.87431565737503625</c:v>
                </c:pt>
                <c:pt idx="2794">
                  <c:v>0.8743897388609706</c:v>
                </c:pt>
                <c:pt idx="2795">
                  <c:v>0.87446376114296087</c:v>
                </c:pt>
                <c:pt idx="2796">
                  <c:v>0.87453776261494853</c:v>
                </c:pt>
                <c:pt idx="2797">
                  <c:v>0.87461174118559726</c:v>
                </c:pt>
                <c:pt idx="2798">
                  <c:v>0.8746856996327389</c:v>
                </c:pt>
                <c:pt idx="2799">
                  <c:v>0.87475961889234177</c:v>
                </c:pt>
                <c:pt idx="2800">
                  <c:v>0.87483334703235749</c:v>
                </c:pt>
                <c:pt idx="2801">
                  <c:v>0.87490701270490157</c:v>
                </c:pt>
                <c:pt idx="2802">
                  <c:v>0.87498067678399216</c:v>
                </c:pt>
                <c:pt idx="2803">
                  <c:v>0.8750543207590632</c:v>
                </c:pt>
                <c:pt idx="2804">
                  <c:v>0.87512796120848868</c:v>
                </c:pt>
                <c:pt idx="2805">
                  <c:v>0.8752015797375996</c:v>
                </c:pt>
                <c:pt idx="2806">
                  <c:v>0.87527514821939523</c:v>
                </c:pt>
                <c:pt idx="2807">
                  <c:v>0.8753486155618172</c:v>
                </c:pt>
                <c:pt idx="2808">
                  <c:v>0.87542204135996649</c:v>
                </c:pt>
                <c:pt idx="2809">
                  <c:v>0.87549546654266164</c:v>
                </c:pt>
                <c:pt idx="2810">
                  <c:v>0.87556887588533927</c:v>
                </c:pt>
                <c:pt idx="2811">
                  <c:v>0.87564213623971099</c:v>
                </c:pt>
                <c:pt idx="2812">
                  <c:v>0.87571531565085103</c:v>
                </c:pt>
                <c:pt idx="2813">
                  <c:v>0.87578843482165369</c:v>
                </c:pt>
                <c:pt idx="2814">
                  <c:v>0.87586152629226588</c:v>
                </c:pt>
                <c:pt idx="2815">
                  <c:v>0.87593455156254874</c:v>
                </c:pt>
                <c:pt idx="2816">
                  <c:v>0.87600755999044055</c:v>
                </c:pt>
                <c:pt idx="2817">
                  <c:v>0.87608050599092357</c:v>
                </c:pt>
                <c:pt idx="2818">
                  <c:v>0.87615341516374889</c:v>
                </c:pt>
                <c:pt idx="2819">
                  <c:v>0.87622631612609225</c:v>
                </c:pt>
                <c:pt idx="2820">
                  <c:v>0.87629920704104314</c:v>
                </c:pt>
                <c:pt idx="2821">
                  <c:v>0.87637205436912902</c:v>
                </c:pt>
                <c:pt idx="2822">
                  <c:v>0.87644488064940851</c:v>
                </c:pt>
                <c:pt idx="2823">
                  <c:v>0.87651765745480625</c:v>
                </c:pt>
                <c:pt idx="2824">
                  <c:v>0.87659034777718381</c:v>
                </c:pt>
                <c:pt idx="2825">
                  <c:v>0.87666296844325242</c:v>
                </c:pt>
                <c:pt idx="2826">
                  <c:v>0.87673557717548212</c:v>
                </c:pt>
                <c:pt idx="2827">
                  <c:v>0.87680816451575694</c:v>
                </c:pt>
                <c:pt idx="2828">
                  <c:v>0.87688072194311095</c:v>
                </c:pt>
                <c:pt idx="2829">
                  <c:v>0.8769531980504407</c:v>
                </c:pt>
                <c:pt idx="2830">
                  <c:v>0.87702560877344138</c:v>
                </c:pt>
                <c:pt idx="2831">
                  <c:v>0.87709800481413225</c:v>
                </c:pt>
                <c:pt idx="2832">
                  <c:v>0.87717039761121862</c:v>
                </c:pt>
                <c:pt idx="2833">
                  <c:v>0.87724278256001664</c:v>
                </c:pt>
                <c:pt idx="2834">
                  <c:v>0.87731514577124958</c:v>
                </c:pt>
                <c:pt idx="2835">
                  <c:v>0.87738750191428039</c:v>
                </c:pt>
                <c:pt idx="2836">
                  <c:v>0.8774598513479076</c:v>
                </c:pt>
                <c:pt idx="2837">
                  <c:v>0.87753215974683929</c:v>
                </c:pt>
                <c:pt idx="2838">
                  <c:v>0.87760446603066156</c:v>
                </c:pt>
                <c:pt idx="2839">
                  <c:v>0.87767675588700889</c:v>
                </c:pt>
                <c:pt idx="2840">
                  <c:v>0.8777490387848772</c:v>
                </c:pt>
                <c:pt idx="2841">
                  <c:v>0.87782131754788151</c:v>
                </c:pt>
                <c:pt idx="2842">
                  <c:v>0.87789353769881129</c:v>
                </c:pt>
                <c:pt idx="2843">
                  <c:v>0.87796574949438644</c:v>
                </c:pt>
                <c:pt idx="2844">
                  <c:v>0.87803795948985264</c:v>
                </c:pt>
                <c:pt idx="2845">
                  <c:v>0.87811016651972074</c:v>
                </c:pt>
                <c:pt idx="2846">
                  <c:v>0.87818235297500324</c:v>
                </c:pt>
                <c:pt idx="2847">
                  <c:v>0.87825451677720945</c:v>
                </c:pt>
                <c:pt idx="2848">
                  <c:v>0.87832667335845482</c:v>
                </c:pt>
                <c:pt idx="2849">
                  <c:v>0.87839881865534253</c:v>
                </c:pt>
                <c:pt idx="2850">
                  <c:v>0.87847093789983566</c:v>
                </c:pt>
                <c:pt idx="2851">
                  <c:v>0.87854300601355151</c:v>
                </c:pt>
                <c:pt idx="2852">
                  <c:v>0.87861507122369953</c:v>
                </c:pt>
                <c:pt idx="2853">
                  <c:v>0.87868713371915963</c:v>
                </c:pt>
                <c:pt idx="2854">
                  <c:v>0.87875914227312379</c:v>
                </c:pt>
                <c:pt idx="2855">
                  <c:v>0.87883114333466961</c:v>
                </c:pt>
                <c:pt idx="2856">
                  <c:v>0.87890311084601669</c:v>
                </c:pt>
                <c:pt idx="2857">
                  <c:v>0.87897507516110929</c:v>
                </c:pt>
                <c:pt idx="2858">
                  <c:v>0.87904700308502826</c:v>
                </c:pt>
                <c:pt idx="2859">
                  <c:v>0.87911890138797932</c:v>
                </c:pt>
                <c:pt idx="2860">
                  <c:v>0.87919077185306771</c:v>
                </c:pt>
                <c:pt idx="2861">
                  <c:v>0.87926259509379734</c:v>
                </c:pt>
                <c:pt idx="2862">
                  <c:v>0.8793344082346557</c:v>
                </c:pt>
                <c:pt idx="2863">
                  <c:v>0.87940621699945465</c:v>
                </c:pt>
                <c:pt idx="2864">
                  <c:v>0.87947802252830398</c:v>
                </c:pt>
                <c:pt idx="2865">
                  <c:v>0.87954977989942285</c:v>
                </c:pt>
                <c:pt idx="2866">
                  <c:v>0.87962153382774722</c:v>
                </c:pt>
                <c:pt idx="2867">
                  <c:v>0.87969327007914921</c:v>
                </c:pt>
                <c:pt idx="2868">
                  <c:v>0.87976499444439427</c:v>
                </c:pt>
                <c:pt idx="2869">
                  <c:v>0.87983670516166557</c:v>
                </c:pt>
                <c:pt idx="2870">
                  <c:v>0.87990833479832664</c:v>
                </c:pt>
                <c:pt idx="2871">
                  <c:v>0.87997995112600136</c:v>
                </c:pt>
                <c:pt idx="2872">
                  <c:v>0.88005155550096958</c:v>
                </c:pt>
                <c:pt idx="2873">
                  <c:v>0.88012315659491691</c:v>
                </c:pt>
                <c:pt idx="2874">
                  <c:v>0.88019472732622017</c:v>
                </c:pt>
                <c:pt idx="2875">
                  <c:v>0.88026629060483252</c:v>
                </c:pt>
                <c:pt idx="2876">
                  <c:v>0.88033783806481669</c:v>
                </c:pt>
                <c:pt idx="2877">
                  <c:v>0.88040938349596298</c:v>
                </c:pt>
                <c:pt idx="2878">
                  <c:v>0.88048087056280067</c:v>
                </c:pt>
                <c:pt idx="2879">
                  <c:v>0.88055233949853018</c:v>
                </c:pt>
                <c:pt idx="2880">
                  <c:v>0.8806238022576407</c:v>
                </c:pt>
                <c:pt idx="2881">
                  <c:v>0.88069525101444768</c:v>
                </c:pt>
                <c:pt idx="2882">
                  <c:v>0.8807666406801169</c:v>
                </c:pt>
                <c:pt idx="2883">
                  <c:v>0.88083799719366851</c:v>
                </c:pt>
                <c:pt idx="2884">
                  <c:v>0.88090934793769859</c:v>
                </c:pt>
                <c:pt idx="2885">
                  <c:v>0.88098068683616049</c:v>
                </c:pt>
                <c:pt idx="2886">
                  <c:v>0.88105202562468121</c:v>
                </c:pt>
                <c:pt idx="2887">
                  <c:v>0.88112335535903952</c:v>
                </c:pt>
                <c:pt idx="2888">
                  <c:v>0.88119466723732787</c:v>
                </c:pt>
                <c:pt idx="2889">
                  <c:v>0.88126595577729216</c:v>
                </c:pt>
                <c:pt idx="2890">
                  <c:v>0.881337165247286</c:v>
                </c:pt>
                <c:pt idx="2891">
                  <c:v>0.88140837114304749</c:v>
                </c:pt>
                <c:pt idx="2892">
                  <c:v>0.88147957328997173</c:v>
                </c:pt>
                <c:pt idx="2893">
                  <c:v>0.88155076881802219</c:v>
                </c:pt>
                <c:pt idx="2894">
                  <c:v>0.88162187151342553</c:v>
                </c:pt>
                <c:pt idx="2895">
                  <c:v>0.88169293324099762</c:v>
                </c:pt>
                <c:pt idx="2896">
                  <c:v>0.88176399455605259</c:v>
                </c:pt>
                <c:pt idx="2897">
                  <c:v>0.88183505369005022</c:v>
                </c:pt>
                <c:pt idx="2898">
                  <c:v>0.88190610074339337</c:v>
                </c:pt>
                <c:pt idx="2899">
                  <c:v>0.88197703490951962</c:v>
                </c:pt>
                <c:pt idx="2900">
                  <c:v>0.88204794486128957</c:v>
                </c:pt>
                <c:pt idx="2901">
                  <c:v>0.88211885390682676</c:v>
                </c:pt>
                <c:pt idx="2902">
                  <c:v>0.88218973161848524</c:v>
                </c:pt>
                <c:pt idx="2903">
                  <c:v>0.88226060139313511</c:v>
                </c:pt>
                <c:pt idx="2904">
                  <c:v>0.88233146999168266</c:v>
                </c:pt>
                <c:pt idx="2905">
                  <c:v>0.88240231262777968</c:v>
                </c:pt>
                <c:pt idx="2906">
                  <c:v>0.88247315468201359</c:v>
                </c:pt>
                <c:pt idx="2907">
                  <c:v>0.88254393997542158</c:v>
                </c:pt>
                <c:pt idx="2908">
                  <c:v>0.88261472322088963</c:v>
                </c:pt>
                <c:pt idx="2909">
                  <c:v>0.88268548751542064</c:v>
                </c:pt>
                <c:pt idx="2910">
                  <c:v>0.88275621646535762</c:v>
                </c:pt>
                <c:pt idx="2911">
                  <c:v>0.88282690532839025</c:v>
                </c:pt>
                <c:pt idx="2912">
                  <c:v>0.88289759201506035</c:v>
                </c:pt>
                <c:pt idx="2913">
                  <c:v>0.88296827762350039</c:v>
                </c:pt>
                <c:pt idx="2914">
                  <c:v>0.88303894238674152</c:v>
                </c:pt>
                <c:pt idx="2915">
                  <c:v>0.88310960133594629</c:v>
                </c:pt>
                <c:pt idx="2916">
                  <c:v>0.88318022891235337</c:v>
                </c:pt>
                <c:pt idx="2917">
                  <c:v>0.88325084428135459</c:v>
                </c:pt>
                <c:pt idx="2918">
                  <c:v>0.88332145516385285</c:v>
                </c:pt>
                <c:pt idx="2919">
                  <c:v>0.88339206397891157</c:v>
                </c:pt>
                <c:pt idx="2920">
                  <c:v>0.88346267150762281</c:v>
                </c:pt>
                <c:pt idx="2921">
                  <c:v>0.8835331957579502</c:v>
                </c:pt>
                <c:pt idx="2922">
                  <c:v>0.88360369519308579</c:v>
                </c:pt>
                <c:pt idx="2923">
                  <c:v>0.88367412127273759</c:v>
                </c:pt>
                <c:pt idx="2924">
                  <c:v>0.88374452918504998</c:v>
                </c:pt>
                <c:pt idx="2925">
                  <c:v>0.88381493369651865</c:v>
                </c:pt>
                <c:pt idx="2926">
                  <c:v>0.88388533344211162</c:v>
                </c:pt>
                <c:pt idx="2927">
                  <c:v>0.88395570399457868</c:v>
                </c:pt>
                <c:pt idx="2928">
                  <c:v>0.88402606450854115</c:v>
                </c:pt>
                <c:pt idx="2929">
                  <c:v>0.88409641237556524</c:v>
                </c:pt>
                <c:pt idx="2930">
                  <c:v>0.88416673520264388</c:v>
                </c:pt>
                <c:pt idx="2931">
                  <c:v>0.88423704315321716</c:v>
                </c:pt>
                <c:pt idx="2932">
                  <c:v>0.88430734799111144</c:v>
                </c:pt>
                <c:pt idx="2933">
                  <c:v>0.88437764567479704</c:v>
                </c:pt>
                <c:pt idx="2934">
                  <c:v>0.88444787840759065</c:v>
                </c:pt>
                <c:pt idx="2935">
                  <c:v>0.88451810588269486</c:v>
                </c:pt>
                <c:pt idx="2936">
                  <c:v>0.88458831384644698</c:v>
                </c:pt>
                <c:pt idx="2937">
                  <c:v>0.88465844981095998</c:v>
                </c:pt>
                <c:pt idx="2938">
                  <c:v>0.88472857716135123</c:v>
                </c:pt>
                <c:pt idx="2939">
                  <c:v>0.88479869591040561</c:v>
                </c:pt>
                <c:pt idx="2940">
                  <c:v>0.88486880398929291</c:v>
                </c:pt>
                <c:pt idx="2941">
                  <c:v>0.88493889504861101</c:v>
                </c:pt>
                <c:pt idx="2942">
                  <c:v>0.88500894051305434</c:v>
                </c:pt>
                <c:pt idx="2943">
                  <c:v>0.88507894867990911</c:v>
                </c:pt>
                <c:pt idx="2944">
                  <c:v>0.88514895221484891</c:v>
                </c:pt>
                <c:pt idx="2945">
                  <c:v>0.88521889645088336</c:v>
                </c:pt>
                <c:pt idx="2946">
                  <c:v>0.88528882355130167</c:v>
                </c:pt>
                <c:pt idx="2947">
                  <c:v>0.88535863627886591</c:v>
                </c:pt>
                <c:pt idx="2948">
                  <c:v>0.88542844632010964</c:v>
                </c:pt>
                <c:pt idx="2949">
                  <c:v>0.88549821901239711</c:v>
                </c:pt>
                <c:pt idx="2950">
                  <c:v>0.88556796116810022</c:v>
                </c:pt>
                <c:pt idx="2951">
                  <c:v>0.8856376863673896</c:v>
                </c:pt>
                <c:pt idx="2952">
                  <c:v>0.88570736101123648</c:v>
                </c:pt>
                <c:pt idx="2953">
                  <c:v>0.88577698014171857</c:v>
                </c:pt>
                <c:pt idx="2954">
                  <c:v>0.88584652902835359</c:v>
                </c:pt>
                <c:pt idx="2955">
                  <c:v>0.88591607589978749</c:v>
                </c:pt>
                <c:pt idx="2956">
                  <c:v>0.88598559334547211</c:v>
                </c:pt>
                <c:pt idx="2957">
                  <c:v>0.88605505939973861</c:v>
                </c:pt>
                <c:pt idx="2958">
                  <c:v>0.88612451518834778</c:v>
                </c:pt>
                <c:pt idx="2959">
                  <c:v>0.88619395859218564</c:v>
                </c:pt>
                <c:pt idx="2960">
                  <c:v>0.88626337189775939</c:v>
                </c:pt>
                <c:pt idx="2961">
                  <c:v>0.8863327783710242</c:v>
                </c:pt>
                <c:pt idx="2962">
                  <c:v>0.88640214091486436</c:v>
                </c:pt>
                <c:pt idx="2963">
                  <c:v>0.8864714593257581</c:v>
                </c:pt>
                <c:pt idx="2964">
                  <c:v>0.88654076749774358</c:v>
                </c:pt>
                <c:pt idx="2965">
                  <c:v>0.88661007340376385</c:v>
                </c:pt>
                <c:pt idx="2966">
                  <c:v>0.88667935192359204</c:v>
                </c:pt>
                <c:pt idx="2967">
                  <c:v>0.88674862228661888</c:v>
                </c:pt>
                <c:pt idx="2968">
                  <c:v>0.8868178304509643</c:v>
                </c:pt>
                <c:pt idx="2969">
                  <c:v>0.88688696985139948</c:v>
                </c:pt>
                <c:pt idx="2970">
                  <c:v>0.88695607798332232</c:v>
                </c:pt>
                <c:pt idx="2971">
                  <c:v>0.88702516157702116</c:v>
                </c:pt>
                <c:pt idx="2972">
                  <c:v>0.88709424207136367</c:v>
                </c:pt>
                <c:pt idx="2973">
                  <c:v>0.88716313529228963</c:v>
                </c:pt>
                <c:pt idx="2974">
                  <c:v>0.88723197868239478</c:v>
                </c:pt>
                <c:pt idx="2975">
                  <c:v>0.88730081845536568</c:v>
                </c:pt>
                <c:pt idx="2976">
                  <c:v>0.88736964935287521</c:v>
                </c:pt>
                <c:pt idx="2977">
                  <c:v>0.88743846453298036</c:v>
                </c:pt>
                <c:pt idx="2978">
                  <c:v>0.88750723160012368</c:v>
                </c:pt>
                <c:pt idx="2979">
                  <c:v>0.88757594370161219</c:v>
                </c:pt>
                <c:pt idx="2980">
                  <c:v>0.88764463522514991</c:v>
                </c:pt>
                <c:pt idx="2981">
                  <c:v>0.88771331745286142</c:v>
                </c:pt>
                <c:pt idx="2982">
                  <c:v>0.88778195067608046</c:v>
                </c:pt>
                <c:pt idx="2983">
                  <c:v>0.88785056494274595</c:v>
                </c:pt>
                <c:pt idx="2984">
                  <c:v>0.88791915770219998</c:v>
                </c:pt>
                <c:pt idx="2985">
                  <c:v>0.88798774804994929</c:v>
                </c:pt>
                <c:pt idx="2986">
                  <c:v>0.88805633381377069</c:v>
                </c:pt>
                <c:pt idx="2987">
                  <c:v>0.88812489424226559</c:v>
                </c:pt>
                <c:pt idx="2988">
                  <c:v>0.88819345274638462</c:v>
                </c:pt>
                <c:pt idx="2989">
                  <c:v>0.88826198882001939</c:v>
                </c:pt>
                <c:pt idx="2990">
                  <c:v>0.88833050774471856</c:v>
                </c:pt>
                <c:pt idx="2991">
                  <c:v>0.88839897032687565</c:v>
                </c:pt>
                <c:pt idx="2992">
                  <c:v>0.88846735687155121</c:v>
                </c:pt>
                <c:pt idx="2993">
                  <c:v>0.8885356743716385</c:v>
                </c:pt>
                <c:pt idx="2994">
                  <c:v>0.88860398026743048</c:v>
                </c:pt>
                <c:pt idx="2995">
                  <c:v>0.88867228073509341</c:v>
                </c:pt>
                <c:pt idx="2996">
                  <c:v>0.88874053858470436</c:v>
                </c:pt>
                <c:pt idx="2997">
                  <c:v>0.88880877553437965</c:v>
                </c:pt>
                <c:pt idx="2998">
                  <c:v>0.88887700931059133</c:v>
                </c:pt>
                <c:pt idx="2999">
                  <c:v>0.88894519426668261</c:v>
                </c:pt>
                <c:pt idx="3000">
                  <c:v>0.88901337906107558</c:v>
                </c:pt>
                <c:pt idx="3001">
                  <c:v>0.88908154970871156</c:v>
                </c:pt>
                <c:pt idx="3002">
                  <c:v>0.88914970610209565</c:v>
                </c:pt>
                <c:pt idx="3003">
                  <c:v>0.88921781321418225</c:v>
                </c:pt>
                <c:pt idx="3004">
                  <c:v>0.88928590421532649</c:v>
                </c:pt>
                <c:pt idx="3005">
                  <c:v>0.88935397811381012</c:v>
                </c:pt>
                <c:pt idx="3006">
                  <c:v>0.88942200518821257</c:v>
                </c:pt>
                <c:pt idx="3007">
                  <c:v>0.88949001414104745</c:v>
                </c:pt>
                <c:pt idx="3008">
                  <c:v>0.88955801723155581</c:v>
                </c:pt>
                <c:pt idx="3009">
                  <c:v>0.88962600960815064</c:v>
                </c:pt>
                <c:pt idx="3010">
                  <c:v>0.88969395619308411</c:v>
                </c:pt>
                <c:pt idx="3011">
                  <c:v>0.88976188407114898</c:v>
                </c:pt>
                <c:pt idx="3012">
                  <c:v>0.88982979504803261</c:v>
                </c:pt>
                <c:pt idx="3013">
                  <c:v>0.88989768998089069</c:v>
                </c:pt>
                <c:pt idx="3014">
                  <c:v>0.8899655720736469</c:v>
                </c:pt>
                <c:pt idx="3015">
                  <c:v>0.89003341424385962</c:v>
                </c:pt>
                <c:pt idx="3016">
                  <c:v>0.89010122693809035</c:v>
                </c:pt>
                <c:pt idx="3017">
                  <c:v>0.89016903615774035</c:v>
                </c:pt>
                <c:pt idx="3018">
                  <c:v>0.8902368336911386</c:v>
                </c:pt>
                <c:pt idx="3019">
                  <c:v>0.89030460566517333</c:v>
                </c:pt>
                <c:pt idx="3020">
                  <c:v>0.89037237520041457</c:v>
                </c:pt>
                <c:pt idx="3021">
                  <c:v>0.8904400136278251</c:v>
                </c:pt>
                <c:pt idx="3022">
                  <c:v>0.89050764443763319</c:v>
                </c:pt>
                <c:pt idx="3023">
                  <c:v>0.89057527084230859</c:v>
                </c:pt>
                <c:pt idx="3024">
                  <c:v>0.89064287454782365</c:v>
                </c:pt>
                <c:pt idx="3025">
                  <c:v>0.89071044858105342</c:v>
                </c:pt>
                <c:pt idx="3026">
                  <c:v>0.8907780107986506</c:v>
                </c:pt>
                <c:pt idx="3027">
                  <c:v>0.89084554929071935</c:v>
                </c:pt>
                <c:pt idx="3028">
                  <c:v>0.89091306914350832</c:v>
                </c:pt>
                <c:pt idx="3029">
                  <c:v>0.89098048602830782</c:v>
                </c:pt>
                <c:pt idx="3030">
                  <c:v>0.89104782618768763</c:v>
                </c:pt>
                <c:pt idx="3031">
                  <c:v>0.89111513733439762</c:v>
                </c:pt>
                <c:pt idx="3032">
                  <c:v>0.89118244222928611</c:v>
                </c:pt>
                <c:pt idx="3033">
                  <c:v>0.89124974034792959</c:v>
                </c:pt>
                <c:pt idx="3034">
                  <c:v>0.89131696184066145</c:v>
                </c:pt>
                <c:pt idx="3035">
                  <c:v>0.89138416054633307</c:v>
                </c:pt>
                <c:pt idx="3036">
                  <c:v>0.8914513167332947</c:v>
                </c:pt>
                <c:pt idx="3037">
                  <c:v>0.89151840541089655</c:v>
                </c:pt>
                <c:pt idx="3038">
                  <c:v>0.89158549102436757</c:v>
                </c:pt>
                <c:pt idx="3039">
                  <c:v>0.89165247660484925</c:v>
                </c:pt>
                <c:pt idx="3040">
                  <c:v>0.89171945072934566</c:v>
                </c:pt>
                <c:pt idx="3041">
                  <c:v>0.89178641928600211</c:v>
                </c:pt>
                <c:pt idx="3042">
                  <c:v>0.89185338606696662</c:v>
                </c:pt>
                <c:pt idx="3043">
                  <c:v>0.89192033084026157</c:v>
                </c:pt>
                <c:pt idx="3044">
                  <c:v>0.89198723623263143</c:v>
                </c:pt>
                <c:pt idx="3045">
                  <c:v>0.89205413369556064</c:v>
                </c:pt>
                <c:pt idx="3046">
                  <c:v>0.89212100402248362</c:v>
                </c:pt>
                <c:pt idx="3047">
                  <c:v>0.8921878571111086</c:v>
                </c:pt>
                <c:pt idx="3048">
                  <c:v>0.89225467361232569</c:v>
                </c:pt>
                <c:pt idx="3049">
                  <c:v>0.89232145645174354</c:v>
                </c:pt>
                <c:pt idx="3050">
                  <c:v>0.89238817991845698</c:v>
                </c:pt>
                <c:pt idx="3051">
                  <c:v>0.89245490092970359</c:v>
                </c:pt>
                <c:pt idx="3052">
                  <c:v>0.89252159517849905</c:v>
                </c:pt>
                <c:pt idx="3053">
                  <c:v>0.89258827952228659</c:v>
                </c:pt>
                <c:pt idx="3054">
                  <c:v>0.89265491936900365</c:v>
                </c:pt>
                <c:pt idx="3055">
                  <c:v>0.89272153486740335</c:v>
                </c:pt>
                <c:pt idx="3056">
                  <c:v>0.89278812942296049</c:v>
                </c:pt>
                <c:pt idx="3057">
                  <c:v>0.89285471829850505</c:v>
                </c:pt>
                <c:pt idx="3058">
                  <c:v>0.8929212816165607</c:v>
                </c:pt>
                <c:pt idx="3059">
                  <c:v>0.89298780223539465</c:v>
                </c:pt>
                <c:pt idx="3060">
                  <c:v>0.89305425821346185</c:v>
                </c:pt>
                <c:pt idx="3061">
                  <c:v>0.89312067742974466</c:v>
                </c:pt>
                <c:pt idx="3062">
                  <c:v>0.89318704798174975</c:v>
                </c:pt>
                <c:pt idx="3063">
                  <c:v>0.89325338586824132</c:v>
                </c:pt>
                <c:pt idx="3064">
                  <c:v>0.89331965214190878</c:v>
                </c:pt>
                <c:pt idx="3065">
                  <c:v>0.89338584726570591</c:v>
                </c:pt>
                <c:pt idx="3066">
                  <c:v>0.89345198481815347</c:v>
                </c:pt>
                <c:pt idx="3067">
                  <c:v>0.8935181180938625</c:v>
                </c:pt>
                <c:pt idx="3068">
                  <c:v>0.89358419451062532</c:v>
                </c:pt>
                <c:pt idx="3069">
                  <c:v>0.89365026109060952</c:v>
                </c:pt>
                <c:pt idx="3070">
                  <c:v>0.89371629799890451</c:v>
                </c:pt>
                <c:pt idx="3071">
                  <c:v>0.89378233044209399</c:v>
                </c:pt>
                <c:pt idx="3072">
                  <c:v>0.89384835688434505</c:v>
                </c:pt>
                <c:pt idx="3073">
                  <c:v>0.8939143572703605</c:v>
                </c:pt>
                <c:pt idx="3074">
                  <c:v>0.89398028367911664</c:v>
                </c:pt>
                <c:pt idx="3075">
                  <c:v>0.89404619956248754</c:v>
                </c:pt>
                <c:pt idx="3076">
                  <c:v>0.89411210938898522</c:v>
                </c:pt>
                <c:pt idx="3077">
                  <c:v>0.89417800901816213</c:v>
                </c:pt>
                <c:pt idx="3078">
                  <c:v>0.89424389097340462</c:v>
                </c:pt>
                <c:pt idx="3079">
                  <c:v>0.89430972272081843</c:v>
                </c:pt>
                <c:pt idx="3080">
                  <c:v>0.89437550978452107</c:v>
                </c:pt>
                <c:pt idx="3081">
                  <c:v>0.89444124200094177</c:v>
                </c:pt>
                <c:pt idx="3082">
                  <c:v>0.89450694576355727</c:v>
                </c:pt>
                <c:pt idx="3083">
                  <c:v>0.89457259191143756</c:v>
                </c:pt>
                <c:pt idx="3084">
                  <c:v>0.89463812193377801</c:v>
                </c:pt>
                <c:pt idx="3085">
                  <c:v>0.89470363041675405</c:v>
                </c:pt>
                <c:pt idx="3086">
                  <c:v>0.89476908756169704</c:v>
                </c:pt>
                <c:pt idx="3087">
                  <c:v>0.89483454279466357</c:v>
                </c:pt>
                <c:pt idx="3088">
                  <c:v>0.89489999399573694</c:v>
                </c:pt>
                <c:pt idx="3089">
                  <c:v>0.89496544425286029</c:v>
                </c:pt>
                <c:pt idx="3090">
                  <c:v>0.89503088094165906</c:v>
                </c:pt>
                <c:pt idx="3091">
                  <c:v>0.89509628759065529</c:v>
                </c:pt>
                <c:pt idx="3092">
                  <c:v>0.89516161139648964</c:v>
                </c:pt>
                <c:pt idx="3093">
                  <c:v>0.89522690563106344</c:v>
                </c:pt>
                <c:pt idx="3094">
                  <c:v>0.8952921633338653</c:v>
                </c:pt>
                <c:pt idx="3095">
                  <c:v>0.89535733868003808</c:v>
                </c:pt>
                <c:pt idx="3096">
                  <c:v>0.89542246579459639</c:v>
                </c:pt>
                <c:pt idx="3097">
                  <c:v>0.89548754120967289</c:v>
                </c:pt>
                <c:pt idx="3098">
                  <c:v>0.89555255814871759</c:v>
                </c:pt>
                <c:pt idx="3099">
                  <c:v>0.89561756121961578</c:v>
                </c:pt>
                <c:pt idx="3100">
                  <c:v>0.89568253730828962</c:v>
                </c:pt>
                <c:pt idx="3101">
                  <c:v>0.89574750385636148</c:v>
                </c:pt>
                <c:pt idx="3102">
                  <c:v>0.89581246360557165</c:v>
                </c:pt>
                <c:pt idx="3103">
                  <c:v>0.89587736973392462</c:v>
                </c:pt>
                <c:pt idx="3104">
                  <c:v>0.89594226037856661</c:v>
                </c:pt>
                <c:pt idx="3105">
                  <c:v>0.89600700307565206</c:v>
                </c:pt>
                <c:pt idx="3106">
                  <c:v>0.89607172603783403</c:v>
                </c:pt>
                <c:pt idx="3107">
                  <c:v>0.89613643326391623</c:v>
                </c:pt>
                <c:pt idx="3108">
                  <c:v>0.89620112363159465</c:v>
                </c:pt>
                <c:pt idx="3109">
                  <c:v>0.89626577372248306</c:v>
                </c:pt>
                <c:pt idx="3110">
                  <c:v>0.89633033069611945</c:v>
                </c:pt>
                <c:pt idx="3111">
                  <c:v>0.89639473102697842</c:v>
                </c:pt>
                <c:pt idx="3112">
                  <c:v>0.896459119263742</c:v>
                </c:pt>
                <c:pt idx="3113">
                  <c:v>0.89652350514266632</c:v>
                </c:pt>
                <c:pt idx="3114">
                  <c:v>0.89658788131581757</c:v>
                </c:pt>
                <c:pt idx="3115">
                  <c:v>0.8966521984208683</c:v>
                </c:pt>
                <c:pt idx="3116">
                  <c:v>0.8967164960950228</c:v>
                </c:pt>
                <c:pt idx="3117">
                  <c:v>0.89678077638960163</c:v>
                </c:pt>
                <c:pt idx="3118">
                  <c:v>0.89684504456322534</c:v>
                </c:pt>
                <c:pt idx="3119">
                  <c:v>0.89690925065906002</c:v>
                </c:pt>
                <c:pt idx="3120">
                  <c:v>0.8969734466402427</c:v>
                </c:pt>
                <c:pt idx="3121">
                  <c:v>0.89703763109788581</c:v>
                </c:pt>
                <c:pt idx="3122">
                  <c:v>0.89710177688982262</c:v>
                </c:pt>
                <c:pt idx="3123">
                  <c:v>0.89716590799415141</c:v>
                </c:pt>
                <c:pt idx="3124">
                  <c:v>0.89722998428476097</c:v>
                </c:pt>
                <c:pt idx="3125">
                  <c:v>0.89729401822795052</c:v>
                </c:pt>
                <c:pt idx="3126">
                  <c:v>0.89735796520257249</c:v>
                </c:pt>
                <c:pt idx="3127">
                  <c:v>0.89742187016571862</c:v>
                </c:pt>
                <c:pt idx="3128">
                  <c:v>0.89748569957826752</c:v>
                </c:pt>
                <c:pt idx="3129">
                  <c:v>0.89754948972604032</c:v>
                </c:pt>
                <c:pt idx="3130">
                  <c:v>0.89761322518090358</c:v>
                </c:pt>
                <c:pt idx="3131">
                  <c:v>0.89767692345002481</c:v>
                </c:pt>
                <c:pt idx="3132">
                  <c:v>0.89774060110107556</c:v>
                </c:pt>
                <c:pt idx="3133">
                  <c:v>0.89780425608641312</c:v>
                </c:pt>
                <c:pt idx="3134">
                  <c:v>0.8978678761514377</c:v>
                </c:pt>
                <c:pt idx="3135">
                  <c:v>0.89793147026068665</c:v>
                </c:pt>
                <c:pt idx="3136">
                  <c:v>0.8979950197612605</c:v>
                </c:pt>
                <c:pt idx="3137">
                  <c:v>0.89805854721241696</c:v>
                </c:pt>
                <c:pt idx="3138">
                  <c:v>0.89812206428619989</c:v>
                </c:pt>
                <c:pt idx="3139">
                  <c:v>0.89818556933307181</c:v>
                </c:pt>
                <c:pt idx="3140">
                  <c:v>0.89824904992239352</c:v>
                </c:pt>
                <c:pt idx="3141">
                  <c:v>0.89831251742513507</c:v>
                </c:pt>
                <c:pt idx="3142">
                  <c:v>0.89837595497889233</c:v>
                </c:pt>
                <c:pt idx="3143">
                  <c:v>0.89843937603684276</c:v>
                </c:pt>
                <c:pt idx="3144">
                  <c:v>0.89850272802849329</c:v>
                </c:pt>
                <c:pt idx="3145">
                  <c:v>0.89856607902320296</c:v>
                </c:pt>
                <c:pt idx="3146">
                  <c:v>0.89862942622370179</c:v>
                </c:pt>
                <c:pt idx="3147">
                  <c:v>0.89869273762083102</c:v>
                </c:pt>
                <c:pt idx="3148">
                  <c:v>0.89875600995622806</c:v>
                </c:pt>
                <c:pt idx="3149">
                  <c:v>0.89881924859148177</c:v>
                </c:pt>
                <c:pt idx="3150">
                  <c:v>0.89888247181319003</c:v>
                </c:pt>
                <c:pt idx="3151">
                  <c:v>0.89894566100124851</c:v>
                </c:pt>
                <c:pt idx="3152">
                  <c:v>0.89900883245232865</c:v>
                </c:pt>
                <c:pt idx="3153">
                  <c:v>0.89907197195318533</c:v>
                </c:pt>
                <c:pt idx="3154">
                  <c:v>0.89913503718115562</c:v>
                </c:pt>
                <c:pt idx="3155">
                  <c:v>0.89919810093920438</c:v>
                </c:pt>
                <c:pt idx="3156">
                  <c:v>0.89926111859036051</c:v>
                </c:pt>
                <c:pt idx="3157">
                  <c:v>0.8993241345240256</c:v>
                </c:pt>
                <c:pt idx="3158">
                  <c:v>0.89938713671623316</c:v>
                </c:pt>
                <c:pt idx="3159">
                  <c:v>0.89945013693734233</c:v>
                </c:pt>
                <c:pt idx="3160">
                  <c:v>0.89951300730126116</c:v>
                </c:pt>
                <c:pt idx="3161">
                  <c:v>0.89957585818844077</c:v>
                </c:pt>
                <c:pt idx="3162">
                  <c:v>0.899638689890917</c:v>
                </c:pt>
                <c:pt idx="3163">
                  <c:v>0.89970151941961074</c:v>
                </c:pt>
                <c:pt idx="3164">
                  <c:v>0.89976432658447736</c:v>
                </c:pt>
                <c:pt idx="3165">
                  <c:v>0.89982706795080181</c:v>
                </c:pt>
                <c:pt idx="3166">
                  <c:v>0.89988979613038633</c:v>
                </c:pt>
                <c:pt idx="3167">
                  <c:v>0.8999524872906951</c:v>
                </c:pt>
                <c:pt idx="3168">
                  <c:v>0.90001516666156334</c:v>
                </c:pt>
                <c:pt idx="3169">
                  <c:v>0.90007784222675469</c:v>
                </c:pt>
                <c:pt idx="3170">
                  <c:v>0.90014051623264224</c:v>
                </c:pt>
                <c:pt idx="3171">
                  <c:v>0.90020316969398428</c:v>
                </c:pt>
                <c:pt idx="3172">
                  <c:v>0.90026577954377562</c:v>
                </c:pt>
                <c:pt idx="3173">
                  <c:v>0.90032832860184142</c:v>
                </c:pt>
                <c:pt idx="3174">
                  <c:v>0.90039087146614893</c:v>
                </c:pt>
                <c:pt idx="3175">
                  <c:v>0.90045340824856035</c:v>
                </c:pt>
                <c:pt idx="3176">
                  <c:v>0.90051593504262917</c:v>
                </c:pt>
                <c:pt idx="3177">
                  <c:v>0.90057841296627883</c:v>
                </c:pt>
                <c:pt idx="3178">
                  <c:v>0.90064086712505964</c:v>
                </c:pt>
                <c:pt idx="3179">
                  <c:v>0.90070330723599801</c:v>
                </c:pt>
                <c:pt idx="3180">
                  <c:v>0.90076570369397724</c:v>
                </c:pt>
                <c:pt idx="3181">
                  <c:v>0.90082809757840598</c:v>
                </c:pt>
                <c:pt idx="3182">
                  <c:v>0.90089046945832263</c:v>
                </c:pt>
                <c:pt idx="3183">
                  <c:v>0.90095283366271062</c:v>
                </c:pt>
                <c:pt idx="3184">
                  <c:v>0.90101517264409559</c:v>
                </c:pt>
                <c:pt idx="3185">
                  <c:v>0.90107750891688954</c:v>
                </c:pt>
                <c:pt idx="3186">
                  <c:v>0.90113983710380674</c:v>
                </c:pt>
                <c:pt idx="3187">
                  <c:v>0.90120212289045598</c:v>
                </c:pt>
                <c:pt idx="3188">
                  <c:v>0.90126440539541852</c:v>
                </c:pt>
                <c:pt idx="3189">
                  <c:v>0.90132666181850041</c:v>
                </c:pt>
                <c:pt idx="3190">
                  <c:v>0.90138885850152572</c:v>
                </c:pt>
                <c:pt idx="3191">
                  <c:v>0.90145098575806237</c:v>
                </c:pt>
                <c:pt idx="3192">
                  <c:v>0.90151310218548653</c:v>
                </c:pt>
                <c:pt idx="3193">
                  <c:v>0.90157520732816865</c:v>
                </c:pt>
                <c:pt idx="3194">
                  <c:v>0.90163730887913607</c:v>
                </c:pt>
                <c:pt idx="3195">
                  <c:v>0.90169939523009546</c:v>
                </c:pt>
                <c:pt idx="3196">
                  <c:v>0.90176146648599165</c:v>
                </c:pt>
                <c:pt idx="3197">
                  <c:v>0.90182350414221957</c:v>
                </c:pt>
                <c:pt idx="3198">
                  <c:v>0.90188551724277821</c:v>
                </c:pt>
                <c:pt idx="3199">
                  <c:v>0.90194751209008628</c:v>
                </c:pt>
                <c:pt idx="3200">
                  <c:v>0.90200950664164004</c:v>
                </c:pt>
                <c:pt idx="3201">
                  <c:v>0.90207149744238813</c:v>
                </c:pt>
                <c:pt idx="3202">
                  <c:v>0.90213347085171458</c:v>
                </c:pt>
                <c:pt idx="3203">
                  <c:v>0.90219544114693617</c:v>
                </c:pt>
                <c:pt idx="3204">
                  <c:v>0.90225739220054213</c:v>
                </c:pt>
                <c:pt idx="3205">
                  <c:v>0.90231934064064157</c:v>
                </c:pt>
                <c:pt idx="3206">
                  <c:v>0.90238124805442199</c:v>
                </c:pt>
                <c:pt idx="3207">
                  <c:v>0.90244309854320182</c:v>
                </c:pt>
                <c:pt idx="3208">
                  <c:v>0.90250492642171831</c:v>
                </c:pt>
                <c:pt idx="3209">
                  <c:v>0.90256674179790974</c:v>
                </c:pt>
                <c:pt idx="3210">
                  <c:v>0.90262852773448565</c:v>
                </c:pt>
                <c:pt idx="3211">
                  <c:v>0.90269029530952005</c:v>
                </c:pt>
                <c:pt idx="3212">
                  <c:v>0.90275201577922659</c:v>
                </c:pt>
                <c:pt idx="3213">
                  <c:v>0.9028137338819191</c:v>
                </c:pt>
                <c:pt idx="3214">
                  <c:v>0.9028753247750857</c:v>
                </c:pt>
                <c:pt idx="3215">
                  <c:v>0.90293689729121551</c:v>
                </c:pt>
                <c:pt idx="3216">
                  <c:v>0.90299846892883961</c:v>
                </c:pt>
                <c:pt idx="3217">
                  <c:v>0.90305997058902565</c:v>
                </c:pt>
                <c:pt idx="3218">
                  <c:v>0.90312146130436632</c:v>
                </c:pt>
                <c:pt idx="3219">
                  <c:v>0.90318293139740058</c:v>
                </c:pt>
                <c:pt idx="3220">
                  <c:v>0.90324439721239114</c:v>
                </c:pt>
                <c:pt idx="3221">
                  <c:v>0.9033057828814115</c:v>
                </c:pt>
                <c:pt idx="3222">
                  <c:v>0.90336708478614891</c:v>
                </c:pt>
                <c:pt idx="3223">
                  <c:v>0.90342837159169853</c:v>
                </c:pt>
                <c:pt idx="3224">
                  <c:v>0.90348964161515533</c:v>
                </c:pt>
                <c:pt idx="3225">
                  <c:v>0.90355082887590676</c:v>
                </c:pt>
                <c:pt idx="3226">
                  <c:v>0.90361201208591013</c:v>
                </c:pt>
                <c:pt idx="3227">
                  <c:v>0.9036731665890656</c:v>
                </c:pt>
                <c:pt idx="3228">
                  <c:v>0.90373428775271936</c:v>
                </c:pt>
                <c:pt idx="3229">
                  <c:v>0.90379540749042886</c:v>
                </c:pt>
                <c:pt idx="3230">
                  <c:v>0.90385651175255999</c:v>
                </c:pt>
                <c:pt idx="3231">
                  <c:v>0.90391760485432848</c:v>
                </c:pt>
                <c:pt idx="3232">
                  <c:v>0.90397866191715359</c:v>
                </c:pt>
                <c:pt idx="3233">
                  <c:v>0.90403968818532299</c:v>
                </c:pt>
                <c:pt idx="3234">
                  <c:v>0.90410065637820436</c:v>
                </c:pt>
                <c:pt idx="3235">
                  <c:v>0.90416157958443522</c:v>
                </c:pt>
                <c:pt idx="3236">
                  <c:v>0.9042224472562862</c:v>
                </c:pt>
                <c:pt idx="3237">
                  <c:v>0.90428330386814249</c:v>
                </c:pt>
                <c:pt idx="3238">
                  <c:v>0.90434412887879878</c:v>
                </c:pt>
                <c:pt idx="3239">
                  <c:v>0.90440493257995924</c:v>
                </c:pt>
                <c:pt idx="3240">
                  <c:v>0.90446571258247765</c:v>
                </c:pt>
                <c:pt idx="3241">
                  <c:v>0.90452648465803398</c:v>
                </c:pt>
                <c:pt idx="3242">
                  <c:v>0.90458724564987281</c:v>
                </c:pt>
                <c:pt idx="3243">
                  <c:v>0.90464799572408705</c:v>
                </c:pt>
                <c:pt idx="3244">
                  <c:v>0.90470872095829391</c:v>
                </c:pt>
                <c:pt idx="3245">
                  <c:v>0.90476943888923944</c:v>
                </c:pt>
                <c:pt idx="3246">
                  <c:v>0.90483015237554665</c:v>
                </c:pt>
                <c:pt idx="3247">
                  <c:v>0.90489086280882036</c:v>
                </c:pt>
                <c:pt idx="3248">
                  <c:v>0.90495152538307988</c:v>
                </c:pt>
                <c:pt idx="3249">
                  <c:v>0.90501216629769821</c:v>
                </c:pt>
                <c:pt idx="3250">
                  <c:v>0.90507280548092051</c:v>
                </c:pt>
                <c:pt idx="3251">
                  <c:v>0.90513341691549565</c:v>
                </c:pt>
                <c:pt idx="3252">
                  <c:v>0.90519393237649548</c:v>
                </c:pt>
                <c:pt idx="3253">
                  <c:v>0.90525436433220108</c:v>
                </c:pt>
                <c:pt idx="3254">
                  <c:v>0.9053147936018372</c:v>
                </c:pt>
                <c:pt idx="3255">
                  <c:v>0.90537520739731303</c:v>
                </c:pt>
                <c:pt idx="3256">
                  <c:v>0.90543561191908184</c:v>
                </c:pt>
                <c:pt idx="3257">
                  <c:v>0.90549600982972756</c:v>
                </c:pt>
                <c:pt idx="3258">
                  <c:v>0.90555639295272738</c:v>
                </c:pt>
                <c:pt idx="3259">
                  <c:v>0.9056167571328565</c:v>
                </c:pt>
                <c:pt idx="3260">
                  <c:v>0.90567710899677323</c:v>
                </c:pt>
                <c:pt idx="3261">
                  <c:v>0.9057374594937887</c:v>
                </c:pt>
                <c:pt idx="3262">
                  <c:v>0.90579777601765266</c:v>
                </c:pt>
                <c:pt idx="3263">
                  <c:v>0.90585808790436051</c:v>
                </c:pt>
                <c:pt idx="3264">
                  <c:v>0.90591839606492186</c:v>
                </c:pt>
                <c:pt idx="3265">
                  <c:v>0.90597867419387201</c:v>
                </c:pt>
                <c:pt idx="3266">
                  <c:v>0.90603893907532851</c:v>
                </c:pt>
                <c:pt idx="3267">
                  <c:v>0.90609918836799008</c:v>
                </c:pt>
                <c:pt idx="3268">
                  <c:v>0.90615943359876538</c:v>
                </c:pt>
                <c:pt idx="3269">
                  <c:v>0.90621967147523286</c:v>
                </c:pt>
                <c:pt idx="3270">
                  <c:v>0.90627984689457253</c:v>
                </c:pt>
                <c:pt idx="3271">
                  <c:v>0.90634000943722159</c:v>
                </c:pt>
                <c:pt idx="3272">
                  <c:v>0.90640014362205557</c:v>
                </c:pt>
                <c:pt idx="3273">
                  <c:v>0.90646026684670356</c:v>
                </c:pt>
                <c:pt idx="3274">
                  <c:v>0.90652038686665048</c:v>
                </c:pt>
                <c:pt idx="3275">
                  <c:v>0.90658049863696522</c:v>
                </c:pt>
                <c:pt idx="3276">
                  <c:v>0.90664053124431365</c:v>
                </c:pt>
                <c:pt idx="3277">
                  <c:v>0.90670054258895261</c:v>
                </c:pt>
                <c:pt idx="3278">
                  <c:v>0.90676053092889974</c:v>
                </c:pt>
                <c:pt idx="3279">
                  <c:v>0.9068205046822142</c:v>
                </c:pt>
                <c:pt idx="3280">
                  <c:v>0.90688045982637655</c:v>
                </c:pt>
                <c:pt idx="3281">
                  <c:v>0.9069403903216392</c:v>
                </c:pt>
                <c:pt idx="3282">
                  <c:v>0.90700028761998963</c:v>
                </c:pt>
                <c:pt idx="3283">
                  <c:v>0.90706017770137159</c:v>
                </c:pt>
                <c:pt idx="3284">
                  <c:v>0.9071200562487558</c:v>
                </c:pt>
                <c:pt idx="3285">
                  <c:v>0.90717989968050072</c:v>
                </c:pt>
                <c:pt idx="3286">
                  <c:v>0.90723973080841591</c:v>
                </c:pt>
                <c:pt idx="3287">
                  <c:v>0.90729944954470965</c:v>
                </c:pt>
                <c:pt idx="3288">
                  <c:v>0.90735907862610565</c:v>
                </c:pt>
                <c:pt idx="3289">
                  <c:v>0.90741866104301649</c:v>
                </c:pt>
                <c:pt idx="3290">
                  <c:v>0.90747820383830669</c:v>
                </c:pt>
                <c:pt idx="3291">
                  <c:v>0.90753773330487264</c:v>
                </c:pt>
                <c:pt idx="3292">
                  <c:v>0.9075972586745179</c:v>
                </c:pt>
                <c:pt idx="3293">
                  <c:v>0.90765677289820468</c:v>
                </c:pt>
                <c:pt idx="3294">
                  <c:v>0.90771628403828453</c:v>
                </c:pt>
                <c:pt idx="3295">
                  <c:v>0.90777574353206913</c:v>
                </c:pt>
                <c:pt idx="3296">
                  <c:v>0.90783520097893378</c:v>
                </c:pt>
                <c:pt idx="3297">
                  <c:v>0.90789464765399452</c:v>
                </c:pt>
                <c:pt idx="3298">
                  <c:v>0.90795408752968465</c:v>
                </c:pt>
                <c:pt idx="3299">
                  <c:v>0.90801352415210457</c:v>
                </c:pt>
                <c:pt idx="3300">
                  <c:v>0.90807295927668619</c:v>
                </c:pt>
                <c:pt idx="3301">
                  <c:v>0.90813238576948963</c:v>
                </c:pt>
                <c:pt idx="3302">
                  <c:v>0.9081917861710056</c:v>
                </c:pt>
                <c:pt idx="3303">
                  <c:v>0.90825116129181216</c:v>
                </c:pt>
                <c:pt idx="3304">
                  <c:v>0.90831050157606508</c:v>
                </c:pt>
                <c:pt idx="3305">
                  <c:v>0.9083698274854296</c:v>
                </c:pt>
                <c:pt idx="3306">
                  <c:v>0.90842914079397341</c:v>
                </c:pt>
                <c:pt idx="3307">
                  <c:v>0.90848840272976128</c:v>
                </c:pt>
                <c:pt idx="3308">
                  <c:v>0.90854765319787378</c:v>
                </c:pt>
                <c:pt idx="3309">
                  <c:v>0.90860690150279733</c:v>
                </c:pt>
                <c:pt idx="3310">
                  <c:v>0.90866613104423311</c:v>
                </c:pt>
                <c:pt idx="3311">
                  <c:v>0.90872531363366493</c:v>
                </c:pt>
                <c:pt idx="3312">
                  <c:v>0.90878449584889165</c:v>
                </c:pt>
                <c:pt idx="3313">
                  <c:v>0.90884364896338343</c:v>
                </c:pt>
                <c:pt idx="3314">
                  <c:v>0.90890275743992643</c:v>
                </c:pt>
                <c:pt idx="3315">
                  <c:v>0.90896185562429499</c:v>
                </c:pt>
                <c:pt idx="3316">
                  <c:v>0.90902093916902371</c:v>
                </c:pt>
                <c:pt idx="3317">
                  <c:v>0.90907998426559389</c:v>
                </c:pt>
                <c:pt idx="3318">
                  <c:v>0.90913896812991857</c:v>
                </c:pt>
                <c:pt idx="3319">
                  <c:v>0.90919794310769053</c:v>
                </c:pt>
                <c:pt idx="3320">
                  <c:v>0.9092568024195079</c:v>
                </c:pt>
                <c:pt idx="3321">
                  <c:v>0.90931565961900362</c:v>
                </c:pt>
                <c:pt idx="3322">
                  <c:v>0.90937450338048564</c:v>
                </c:pt>
                <c:pt idx="3323">
                  <c:v>0.90943332355743056</c:v>
                </c:pt>
                <c:pt idx="3324">
                  <c:v>0.90949210514039658</c:v>
                </c:pt>
                <c:pt idx="3325">
                  <c:v>0.90955087422348879</c:v>
                </c:pt>
                <c:pt idx="3326">
                  <c:v>0.90960962264288037</c:v>
                </c:pt>
                <c:pt idx="3327">
                  <c:v>0.90966837014111968</c:v>
                </c:pt>
                <c:pt idx="3328">
                  <c:v>0.90972711753953783</c:v>
                </c:pt>
                <c:pt idx="3329">
                  <c:v>0.9097858648052064</c:v>
                </c:pt>
                <c:pt idx="3330">
                  <c:v>0.90984452860767961</c:v>
                </c:pt>
                <c:pt idx="3331">
                  <c:v>0.90990315980867387</c:v>
                </c:pt>
                <c:pt idx="3332">
                  <c:v>0.90996178566754116</c:v>
                </c:pt>
                <c:pt idx="3333">
                  <c:v>0.91002018310615851</c:v>
                </c:pt>
                <c:pt idx="3334">
                  <c:v>0.91007855973964336</c:v>
                </c:pt>
                <c:pt idx="3335">
                  <c:v>0.91013691276616249</c:v>
                </c:pt>
                <c:pt idx="3336">
                  <c:v>0.91019524142783581</c:v>
                </c:pt>
                <c:pt idx="3337">
                  <c:v>0.91025356733987062</c:v>
                </c:pt>
                <c:pt idx="3338">
                  <c:v>0.91031189114328581</c:v>
                </c:pt>
                <c:pt idx="3339">
                  <c:v>0.91037020540721036</c:v>
                </c:pt>
                <c:pt idx="3340">
                  <c:v>0.9104284851915645</c:v>
                </c:pt>
                <c:pt idx="3341">
                  <c:v>0.91048675297907811</c:v>
                </c:pt>
                <c:pt idx="3342">
                  <c:v>0.91054499838010361</c:v>
                </c:pt>
                <c:pt idx="3343">
                  <c:v>0.91060319019159064</c:v>
                </c:pt>
                <c:pt idx="3344">
                  <c:v>0.91066137124708668</c:v>
                </c:pt>
                <c:pt idx="3345">
                  <c:v>0.91071950235336485</c:v>
                </c:pt>
                <c:pt idx="3346">
                  <c:v>0.9107776009947256</c:v>
                </c:pt>
                <c:pt idx="3347">
                  <c:v>0.91083569079339255</c:v>
                </c:pt>
                <c:pt idx="3348">
                  <c:v>0.91089376003638467</c:v>
                </c:pt>
                <c:pt idx="3349">
                  <c:v>0.91095181806436365</c:v>
                </c:pt>
                <c:pt idx="3350">
                  <c:v>0.91100984694911824</c:v>
                </c:pt>
                <c:pt idx="3351">
                  <c:v>0.91106785530840784</c:v>
                </c:pt>
                <c:pt idx="3352">
                  <c:v>0.91112583857400176</c:v>
                </c:pt>
                <c:pt idx="3353">
                  <c:v>0.91118382073391258</c:v>
                </c:pt>
                <c:pt idx="3354">
                  <c:v>0.91124172807644044</c:v>
                </c:pt>
                <c:pt idx="3355">
                  <c:v>0.911299625534715</c:v>
                </c:pt>
                <c:pt idx="3356">
                  <c:v>0.91135749616762241</c:v>
                </c:pt>
                <c:pt idx="3357">
                  <c:v>0.91141535551225683</c:v>
                </c:pt>
                <c:pt idx="3358">
                  <c:v>0.91147316957927649</c:v>
                </c:pt>
                <c:pt idx="3359">
                  <c:v>0.91153097985112519</c:v>
                </c:pt>
                <c:pt idx="3360">
                  <c:v>0.91158875119468219</c:v>
                </c:pt>
                <c:pt idx="3361">
                  <c:v>0.91164651695530263</c:v>
                </c:pt>
                <c:pt idx="3362">
                  <c:v>0.91170423175725357</c:v>
                </c:pt>
                <c:pt idx="3363">
                  <c:v>0.91176194298270186</c:v>
                </c:pt>
                <c:pt idx="3364">
                  <c:v>0.91181959064084162</c:v>
                </c:pt>
                <c:pt idx="3365">
                  <c:v>0.91187722844663199</c:v>
                </c:pt>
                <c:pt idx="3366">
                  <c:v>0.91193480232321922</c:v>
                </c:pt>
                <c:pt idx="3367">
                  <c:v>0.91199236683684048</c:v>
                </c:pt>
                <c:pt idx="3368">
                  <c:v>0.91204991484624809</c:v>
                </c:pt>
                <c:pt idx="3369">
                  <c:v>0.91210746204281001</c:v>
                </c:pt>
                <c:pt idx="3370">
                  <c:v>0.91216500725088923</c:v>
                </c:pt>
                <c:pt idx="3371">
                  <c:v>0.91222247248374611</c:v>
                </c:pt>
                <c:pt idx="3372">
                  <c:v>0.91227990651325663</c:v>
                </c:pt>
                <c:pt idx="3373">
                  <c:v>0.9123372402634321</c:v>
                </c:pt>
                <c:pt idx="3374">
                  <c:v>0.91239456508924</c:v>
                </c:pt>
                <c:pt idx="3375">
                  <c:v>0.91245186691903535</c:v>
                </c:pt>
                <c:pt idx="3376">
                  <c:v>0.91250915936036159</c:v>
                </c:pt>
                <c:pt idx="3377">
                  <c:v>0.91256640643202458</c:v>
                </c:pt>
                <c:pt idx="3378">
                  <c:v>0.91262363691488635</c:v>
                </c:pt>
                <c:pt idx="3379">
                  <c:v>0.91268086589171749</c:v>
                </c:pt>
                <c:pt idx="3380">
                  <c:v>0.91273801466698523</c:v>
                </c:pt>
                <c:pt idx="3381">
                  <c:v>0.91279516050882115</c:v>
                </c:pt>
                <c:pt idx="3382">
                  <c:v>0.91285229637892662</c:v>
                </c:pt>
                <c:pt idx="3383">
                  <c:v>0.91290936530706857</c:v>
                </c:pt>
                <c:pt idx="3384">
                  <c:v>0.91296641799817602</c:v>
                </c:pt>
                <c:pt idx="3385">
                  <c:v>0.91302340823480455</c:v>
                </c:pt>
                <c:pt idx="3386">
                  <c:v>0.91308038150855453</c:v>
                </c:pt>
                <c:pt idx="3387">
                  <c:v>0.91313730915990021</c:v>
                </c:pt>
                <c:pt idx="3388">
                  <c:v>0.91319417478294818</c:v>
                </c:pt>
                <c:pt idx="3389">
                  <c:v>0.91325100677474824</c:v>
                </c:pt>
                <c:pt idx="3390">
                  <c:v>0.91330779441930343</c:v>
                </c:pt>
                <c:pt idx="3391">
                  <c:v>0.91336456288136225</c:v>
                </c:pt>
                <c:pt idx="3392">
                  <c:v>0.91342130659976783</c:v>
                </c:pt>
                <c:pt idx="3393">
                  <c:v>0.91347802019827262</c:v>
                </c:pt>
                <c:pt idx="3394">
                  <c:v>0.91353472594642249</c:v>
                </c:pt>
                <c:pt idx="3395">
                  <c:v>0.91359141002846878</c:v>
                </c:pt>
                <c:pt idx="3396">
                  <c:v>0.91364808795808716</c:v>
                </c:pt>
                <c:pt idx="3397">
                  <c:v>0.91370475691544262</c:v>
                </c:pt>
                <c:pt idx="3398">
                  <c:v>0.91376136094206573</c:v>
                </c:pt>
                <c:pt idx="3399">
                  <c:v>0.9138179474268886</c:v>
                </c:pt>
                <c:pt idx="3400">
                  <c:v>0.9138744987544527</c:v>
                </c:pt>
                <c:pt idx="3401">
                  <c:v>0.91393103034133694</c:v>
                </c:pt>
                <c:pt idx="3402">
                  <c:v>0.91398753864729032</c:v>
                </c:pt>
                <c:pt idx="3403">
                  <c:v>0.91404403992756689</c:v>
                </c:pt>
                <c:pt idx="3404">
                  <c:v>0.91410046830131353</c:v>
                </c:pt>
                <c:pt idx="3405">
                  <c:v>0.91415685982872252</c:v>
                </c:pt>
                <c:pt idx="3406">
                  <c:v>0.9142132025813644</c:v>
                </c:pt>
                <c:pt idx="3407">
                  <c:v>0.9142695213438633</c:v>
                </c:pt>
                <c:pt idx="3408">
                  <c:v>0.91432582222020664</c:v>
                </c:pt>
                <c:pt idx="3409">
                  <c:v>0.91438210453431146</c:v>
                </c:pt>
                <c:pt idx="3410">
                  <c:v>0.91443835735696299</c:v>
                </c:pt>
                <c:pt idx="3411">
                  <c:v>0.91449456575976606</c:v>
                </c:pt>
                <c:pt idx="3412">
                  <c:v>0.91455077044353661</c:v>
                </c:pt>
                <c:pt idx="3413">
                  <c:v>0.91460696721108814</c:v>
                </c:pt>
                <c:pt idx="3414">
                  <c:v>0.91466312112193149</c:v>
                </c:pt>
                <c:pt idx="3415">
                  <c:v>0.91471926710873264</c:v>
                </c:pt>
                <c:pt idx="3416">
                  <c:v>0.91477540154541415</c:v>
                </c:pt>
                <c:pt idx="3417">
                  <c:v>0.9148314874007869</c:v>
                </c:pt>
                <c:pt idx="3418">
                  <c:v>0.91488756760516821</c:v>
                </c:pt>
                <c:pt idx="3419">
                  <c:v>0.91494364212912382</c:v>
                </c:pt>
                <c:pt idx="3420">
                  <c:v>0.91499968538707199</c:v>
                </c:pt>
                <c:pt idx="3421">
                  <c:v>0.91505564447365162</c:v>
                </c:pt>
                <c:pt idx="3422">
                  <c:v>0.91511154174046438</c:v>
                </c:pt>
                <c:pt idx="3423">
                  <c:v>0.915167398818583</c:v>
                </c:pt>
                <c:pt idx="3424">
                  <c:v>0.91522319233982663</c:v>
                </c:pt>
                <c:pt idx="3425">
                  <c:v>0.91527890425890812</c:v>
                </c:pt>
                <c:pt idx="3426">
                  <c:v>0.91533448706390719</c:v>
                </c:pt>
                <c:pt idx="3427">
                  <c:v>0.9153900550510139</c:v>
                </c:pt>
                <c:pt idx="3428">
                  <c:v>0.91544559668609427</c:v>
                </c:pt>
                <c:pt idx="3429">
                  <c:v>0.91550112825456076</c:v>
                </c:pt>
                <c:pt idx="3430">
                  <c:v>0.91555656514930739</c:v>
                </c:pt>
                <c:pt idx="3431">
                  <c:v>0.9156119951702042</c:v>
                </c:pt>
                <c:pt idx="3432">
                  <c:v>0.91566741690189424</c:v>
                </c:pt>
                <c:pt idx="3433">
                  <c:v>0.91572282352181777</c:v>
                </c:pt>
                <c:pt idx="3434">
                  <c:v>0.91577819928553172</c:v>
                </c:pt>
                <c:pt idx="3435">
                  <c:v>0.91583354445097909</c:v>
                </c:pt>
                <c:pt idx="3436">
                  <c:v>0.91588887870458524</c:v>
                </c:pt>
                <c:pt idx="3437">
                  <c:v>0.91594419632605062</c:v>
                </c:pt>
                <c:pt idx="3438">
                  <c:v>0.91599950118392204</c:v>
                </c:pt>
                <c:pt idx="3439">
                  <c:v>0.91605476581595713</c:v>
                </c:pt>
                <c:pt idx="3440">
                  <c:v>0.91611000925785557</c:v>
                </c:pt>
                <c:pt idx="3441">
                  <c:v>0.91616514556492157</c:v>
                </c:pt>
                <c:pt idx="3442">
                  <c:v>0.91622026224652175</c:v>
                </c:pt>
                <c:pt idx="3443">
                  <c:v>0.91627537211545962</c:v>
                </c:pt>
                <c:pt idx="3444">
                  <c:v>0.9163303894523952</c:v>
                </c:pt>
                <c:pt idx="3445">
                  <c:v>0.91638534480712119</c:v>
                </c:pt>
                <c:pt idx="3446">
                  <c:v>0.91644028078069317</c:v>
                </c:pt>
                <c:pt idx="3447">
                  <c:v>0.91649519229092602</c:v>
                </c:pt>
                <c:pt idx="3448">
                  <c:v>0.91655000273885423</c:v>
                </c:pt>
                <c:pt idx="3449">
                  <c:v>0.91660480815888457</c:v>
                </c:pt>
                <c:pt idx="3450">
                  <c:v>0.91665960474095354</c:v>
                </c:pt>
                <c:pt idx="3451">
                  <c:v>0.91671436569171649</c:v>
                </c:pt>
                <c:pt idx="3452">
                  <c:v>0.91676911288455565</c:v>
                </c:pt>
                <c:pt idx="3453">
                  <c:v>0.91682385513099862</c:v>
                </c:pt>
                <c:pt idx="3454">
                  <c:v>0.91687859605907829</c:v>
                </c:pt>
                <c:pt idx="3455">
                  <c:v>0.9169333350390424</c:v>
                </c:pt>
                <c:pt idx="3456">
                  <c:v>0.91698807216274325</c:v>
                </c:pt>
                <c:pt idx="3457">
                  <c:v>0.91704276629442372</c:v>
                </c:pt>
                <c:pt idx="3458">
                  <c:v>0.91709744321136943</c:v>
                </c:pt>
                <c:pt idx="3459">
                  <c:v>0.91715209661922292</c:v>
                </c:pt>
                <c:pt idx="3460">
                  <c:v>0.91720673061832614</c:v>
                </c:pt>
                <c:pt idx="3461">
                  <c:v>0.91726133587008951</c:v>
                </c:pt>
                <c:pt idx="3462">
                  <c:v>0.91731589117838563</c:v>
                </c:pt>
                <c:pt idx="3463">
                  <c:v>0.91737043842283461</c:v>
                </c:pt>
                <c:pt idx="3464">
                  <c:v>0.9174249621758116</c:v>
                </c:pt>
                <c:pt idx="3465">
                  <c:v>0.91747947852551925</c:v>
                </c:pt>
                <c:pt idx="3466">
                  <c:v>0.91753397617606058</c:v>
                </c:pt>
                <c:pt idx="3467">
                  <c:v>0.91758845841735659</c:v>
                </c:pt>
                <c:pt idx="3468">
                  <c:v>0.91764291181550983</c:v>
                </c:pt>
                <c:pt idx="3469">
                  <c:v>0.91769735093621052</c:v>
                </c:pt>
                <c:pt idx="3470">
                  <c:v>0.9177517547652515</c:v>
                </c:pt>
                <c:pt idx="3471">
                  <c:v>0.9178060424556117</c:v>
                </c:pt>
                <c:pt idx="3472">
                  <c:v>0.91786031716813765</c:v>
                </c:pt>
                <c:pt idx="3473">
                  <c:v>0.91791456029677476</c:v>
                </c:pt>
                <c:pt idx="3474">
                  <c:v>0.91796879220582084</c:v>
                </c:pt>
                <c:pt idx="3475">
                  <c:v>0.91802301602691361</c:v>
                </c:pt>
                <c:pt idx="3476">
                  <c:v>0.91807722639603961</c:v>
                </c:pt>
                <c:pt idx="3477">
                  <c:v>0.91813140175667429</c:v>
                </c:pt>
                <c:pt idx="3478">
                  <c:v>0.91818549885014922</c:v>
                </c:pt>
                <c:pt idx="3479">
                  <c:v>0.91823958279099249</c:v>
                </c:pt>
                <c:pt idx="3480">
                  <c:v>0.91829364377190847</c:v>
                </c:pt>
                <c:pt idx="3481">
                  <c:v>0.91834770364850449</c:v>
                </c:pt>
                <c:pt idx="3482">
                  <c:v>0.91840174445975054</c:v>
                </c:pt>
                <c:pt idx="3483">
                  <c:v>0.91845576655814964</c:v>
                </c:pt>
                <c:pt idx="3484">
                  <c:v>0.91850978308582454</c:v>
                </c:pt>
                <c:pt idx="3485">
                  <c:v>0.91856377507456344</c:v>
                </c:pt>
                <c:pt idx="3486">
                  <c:v>0.91861775819000591</c:v>
                </c:pt>
                <c:pt idx="3487">
                  <c:v>0.91867173073993369</c:v>
                </c:pt>
                <c:pt idx="3488">
                  <c:v>0.91872567998816534</c:v>
                </c:pt>
                <c:pt idx="3489">
                  <c:v>0.91877962608308217</c:v>
                </c:pt>
                <c:pt idx="3490">
                  <c:v>0.91883354133030259</c:v>
                </c:pt>
                <c:pt idx="3491">
                  <c:v>0.9188874564185926</c:v>
                </c:pt>
                <c:pt idx="3492">
                  <c:v>0.91894135350888817</c:v>
                </c:pt>
                <c:pt idx="3493">
                  <c:v>0.91899521678584783</c:v>
                </c:pt>
                <c:pt idx="3494">
                  <c:v>0.91904906283638765</c:v>
                </c:pt>
                <c:pt idx="3495">
                  <c:v>0.9191028866185299</c:v>
                </c:pt>
                <c:pt idx="3496">
                  <c:v>0.91915669632258268</c:v>
                </c:pt>
                <c:pt idx="3497">
                  <c:v>0.91921042623272997</c:v>
                </c:pt>
                <c:pt idx="3498">
                  <c:v>0.91926414179461235</c:v>
                </c:pt>
                <c:pt idx="3499">
                  <c:v>0.91931780555764531</c:v>
                </c:pt>
                <c:pt idx="3500">
                  <c:v>0.91937146613730869</c:v>
                </c:pt>
                <c:pt idx="3501">
                  <c:v>0.91942510519283449</c:v>
                </c:pt>
                <c:pt idx="3502">
                  <c:v>0.91947871657486624</c:v>
                </c:pt>
                <c:pt idx="3503">
                  <c:v>0.91953232320842859</c:v>
                </c:pt>
                <c:pt idx="3504">
                  <c:v>0.91958587468327246</c:v>
                </c:pt>
                <c:pt idx="3505">
                  <c:v>0.9196394088473957</c:v>
                </c:pt>
                <c:pt idx="3506">
                  <c:v>0.91969293136375663</c:v>
                </c:pt>
                <c:pt idx="3507">
                  <c:v>0.9197463504533907</c:v>
                </c:pt>
                <c:pt idx="3508">
                  <c:v>0.91979974160921363</c:v>
                </c:pt>
                <c:pt idx="3509">
                  <c:v>0.91985308982841996</c:v>
                </c:pt>
                <c:pt idx="3510">
                  <c:v>0.91990643432849872</c:v>
                </c:pt>
                <c:pt idx="3511">
                  <c:v>0.9199597617183819</c:v>
                </c:pt>
                <c:pt idx="3512">
                  <c:v>0.92001307162409263</c:v>
                </c:pt>
                <c:pt idx="3513">
                  <c:v>0.92006634635394757</c:v>
                </c:pt>
                <c:pt idx="3514">
                  <c:v>0.92011961305592671</c:v>
                </c:pt>
                <c:pt idx="3515">
                  <c:v>0.92017284194361859</c:v>
                </c:pt>
                <c:pt idx="3516">
                  <c:v>0.92022606256032813</c:v>
                </c:pt>
                <c:pt idx="3517">
                  <c:v>0.92027928152923177</c:v>
                </c:pt>
                <c:pt idx="3518">
                  <c:v>0.92033249147039198</c:v>
                </c:pt>
                <c:pt idx="3519">
                  <c:v>0.9203856823053177</c:v>
                </c:pt>
                <c:pt idx="3520">
                  <c:v>0.92043886154050214</c:v>
                </c:pt>
                <c:pt idx="3521">
                  <c:v>0.92049200750867832</c:v>
                </c:pt>
                <c:pt idx="3522">
                  <c:v>0.92054513149822104</c:v>
                </c:pt>
                <c:pt idx="3523">
                  <c:v>0.92059825266168638</c:v>
                </c:pt>
                <c:pt idx="3524">
                  <c:v>0.92065136840563755</c:v>
                </c:pt>
                <c:pt idx="3525">
                  <c:v>0.9207044637277505</c:v>
                </c:pt>
                <c:pt idx="3526">
                  <c:v>0.92075754120080966</c:v>
                </c:pt>
                <c:pt idx="3527">
                  <c:v>0.92081060573697016</c:v>
                </c:pt>
                <c:pt idx="3528">
                  <c:v>0.92086364897129358</c:v>
                </c:pt>
                <c:pt idx="3529">
                  <c:v>0.92091667349881257</c:v>
                </c:pt>
                <c:pt idx="3530">
                  <c:v>0.92096967313448863</c:v>
                </c:pt>
                <c:pt idx="3531">
                  <c:v>0.92102266130128618</c:v>
                </c:pt>
                <c:pt idx="3532">
                  <c:v>0.92107561869429311</c:v>
                </c:pt>
                <c:pt idx="3533">
                  <c:v>0.92112856053769887</c:v>
                </c:pt>
                <c:pt idx="3534">
                  <c:v>0.92118145942700269</c:v>
                </c:pt>
                <c:pt idx="3535">
                  <c:v>0.9212343446631206</c:v>
                </c:pt>
                <c:pt idx="3536">
                  <c:v>0.92128722158605658</c:v>
                </c:pt>
                <c:pt idx="3537">
                  <c:v>0.92134007926311634</c:v>
                </c:pt>
                <c:pt idx="3538">
                  <c:v>0.92139287843834861</c:v>
                </c:pt>
                <c:pt idx="3539">
                  <c:v>0.92144563811444902</c:v>
                </c:pt>
                <c:pt idx="3540">
                  <c:v>0.9214983894416533</c:v>
                </c:pt>
                <c:pt idx="3541">
                  <c:v>0.92155113651720966</c:v>
                </c:pt>
                <c:pt idx="3542">
                  <c:v>0.92160387707272562</c:v>
                </c:pt>
                <c:pt idx="3543">
                  <c:v>0.92165657827898761</c:v>
                </c:pt>
                <c:pt idx="3544">
                  <c:v>0.92170927544509362</c:v>
                </c:pt>
                <c:pt idx="3545">
                  <c:v>0.92176195548434392</c:v>
                </c:pt>
                <c:pt idx="3546">
                  <c:v>0.92181462694302863</c:v>
                </c:pt>
                <c:pt idx="3547">
                  <c:v>0.92186725610776443</c:v>
                </c:pt>
                <c:pt idx="3548">
                  <c:v>0.92191988140707115</c:v>
                </c:pt>
                <c:pt idx="3549">
                  <c:v>0.92197248054185632</c:v>
                </c:pt>
                <c:pt idx="3550">
                  <c:v>0.92202506537028972</c:v>
                </c:pt>
                <c:pt idx="3551">
                  <c:v>0.92207763674051124</c:v>
                </c:pt>
                <c:pt idx="3552">
                  <c:v>0.92213020401947265</c:v>
                </c:pt>
                <c:pt idx="3553">
                  <c:v>0.92218276436791147</c:v>
                </c:pt>
                <c:pt idx="3554">
                  <c:v>0.92223529056860065</c:v>
                </c:pt>
                <c:pt idx="3555">
                  <c:v>0.922287812318064</c:v>
                </c:pt>
                <c:pt idx="3556">
                  <c:v>0.92234033318176167</c:v>
                </c:pt>
                <c:pt idx="3557">
                  <c:v>0.92239283535094652</c:v>
                </c:pt>
                <c:pt idx="3558">
                  <c:v>0.92244532527704126</c:v>
                </c:pt>
                <c:pt idx="3559">
                  <c:v>0.92249780923394653</c:v>
                </c:pt>
                <c:pt idx="3560">
                  <c:v>0.92255028270860451</c:v>
                </c:pt>
                <c:pt idx="3561">
                  <c:v>0.9226027519597465</c:v>
                </c:pt>
                <c:pt idx="3562">
                  <c:v>0.92265521378432891</c:v>
                </c:pt>
                <c:pt idx="3563">
                  <c:v>0.92270765866021165</c:v>
                </c:pt>
                <c:pt idx="3564">
                  <c:v>0.92276007393370363</c:v>
                </c:pt>
                <c:pt idx="3565">
                  <c:v>0.92281248332724841</c:v>
                </c:pt>
                <c:pt idx="3566">
                  <c:v>0.92286487596243449</c:v>
                </c:pt>
                <c:pt idx="3567">
                  <c:v>0.92291723440948203</c:v>
                </c:pt>
                <c:pt idx="3568">
                  <c:v>0.92296959254176691</c:v>
                </c:pt>
                <c:pt idx="3569">
                  <c:v>0.92302194928780024</c:v>
                </c:pt>
                <c:pt idx="3570">
                  <c:v>0.92307429922220419</c:v>
                </c:pt>
                <c:pt idx="3571">
                  <c:v>0.92312664418246659</c:v>
                </c:pt>
                <c:pt idx="3572">
                  <c:v>0.92317898356774619</c:v>
                </c:pt>
                <c:pt idx="3573">
                  <c:v>0.92323132204960001</c:v>
                </c:pt>
                <c:pt idx="3574">
                  <c:v>0.92328365571598747</c:v>
                </c:pt>
                <c:pt idx="3575">
                  <c:v>0.92333597092581399</c:v>
                </c:pt>
                <c:pt idx="3576">
                  <c:v>0.92338828299571551</c:v>
                </c:pt>
                <c:pt idx="3577">
                  <c:v>0.92344056655501261</c:v>
                </c:pt>
                <c:pt idx="3578">
                  <c:v>0.92349284721689562</c:v>
                </c:pt>
                <c:pt idx="3579">
                  <c:v>0.92354512011493251</c:v>
                </c:pt>
                <c:pt idx="3580">
                  <c:v>0.92359735205967064</c:v>
                </c:pt>
                <c:pt idx="3581">
                  <c:v>0.92364956751375893</c:v>
                </c:pt>
                <c:pt idx="3582">
                  <c:v>0.92370177219096261</c:v>
                </c:pt>
                <c:pt idx="3583">
                  <c:v>0.92375396979894686</c:v>
                </c:pt>
                <c:pt idx="3584">
                  <c:v>0.92380606487715433</c:v>
                </c:pt>
                <c:pt idx="3585">
                  <c:v>0.92385815608938282</c:v>
                </c:pt>
                <c:pt idx="3586">
                  <c:v>0.92391019303337962</c:v>
                </c:pt>
                <c:pt idx="3587">
                  <c:v>0.92396222992192401</c:v>
                </c:pt>
                <c:pt idx="3588">
                  <c:v>0.92401420259721689</c:v>
                </c:pt>
                <c:pt idx="3589">
                  <c:v>0.92406614605445347</c:v>
                </c:pt>
                <c:pt idx="3590">
                  <c:v>0.92411807693267467</c:v>
                </c:pt>
                <c:pt idx="3591">
                  <c:v>0.92417000756350121</c:v>
                </c:pt>
                <c:pt idx="3592">
                  <c:v>0.9242219107263</c:v>
                </c:pt>
                <c:pt idx="3593">
                  <c:v>0.92427380751046562</c:v>
                </c:pt>
                <c:pt idx="3594">
                  <c:v>0.92432567566631363</c:v>
                </c:pt>
                <c:pt idx="3595">
                  <c:v>0.92437753233303366</c:v>
                </c:pt>
                <c:pt idx="3596">
                  <c:v>0.92442936049633651</c:v>
                </c:pt>
                <c:pt idx="3597">
                  <c:v>0.92448118362780451</c:v>
                </c:pt>
                <c:pt idx="3598">
                  <c:v>0.9245329942538778</c:v>
                </c:pt>
                <c:pt idx="3599">
                  <c:v>0.92458476661425049</c:v>
                </c:pt>
                <c:pt idx="3600">
                  <c:v>0.92463652995303058</c:v>
                </c:pt>
                <c:pt idx="3601">
                  <c:v>0.92468827200345938</c:v>
                </c:pt>
                <c:pt idx="3602">
                  <c:v>0.92473992468931365</c:v>
                </c:pt>
                <c:pt idx="3603">
                  <c:v>0.92479157648986776</c:v>
                </c:pt>
                <c:pt idx="3604">
                  <c:v>0.92484322122311979</c:v>
                </c:pt>
                <c:pt idx="3605">
                  <c:v>0.92489485056929832</c:v>
                </c:pt>
                <c:pt idx="3606">
                  <c:v>0.92494646114846613</c:v>
                </c:pt>
                <c:pt idx="3607">
                  <c:v>0.92499805319424466</c:v>
                </c:pt>
                <c:pt idx="3608">
                  <c:v>0.92504960220980115</c:v>
                </c:pt>
                <c:pt idx="3609">
                  <c:v>0.92510107697792854</c:v>
                </c:pt>
                <c:pt idx="3610">
                  <c:v>0.92515251738221638</c:v>
                </c:pt>
                <c:pt idx="3611">
                  <c:v>0.92520393949080304</c:v>
                </c:pt>
                <c:pt idx="3612">
                  <c:v>0.92525536038376577</c:v>
                </c:pt>
                <c:pt idx="3613">
                  <c:v>0.92530676297374259</c:v>
                </c:pt>
                <c:pt idx="3614">
                  <c:v>0.92535815932917964</c:v>
                </c:pt>
                <c:pt idx="3615">
                  <c:v>0.92540954602005066</c:v>
                </c:pt>
                <c:pt idx="3616">
                  <c:v>0.92546092464746466</c:v>
                </c:pt>
                <c:pt idx="3617">
                  <c:v>0.92551228030516186</c:v>
                </c:pt>
                <c:pt idx="3618">
                  <c:v>0.92556361683593158</c:v>
                </c:pt>
                <c:pt idx="3619">
                  <c:v>0.92561488111168055</c:v>
                </c:pt>
                <c:pt idx="3620">
                  <c:v>0.9256661369335436</c:v>
                </c:pt>
                <c:pt idx="3621">
                  <c:v>0.92571736844639652</c:v>
                </c:pt>
                <c:pt idx="3622">
                  <c:v>0.92576858189138456</c:v>
                </c:pt>
                <c:pt idx="3623">
                  <c:v>0.92581979007738469</c:v>
                </c:pt>
                <c:pt idx="3624">
                  <c:v>0.92587096252215384</c:v>
                </c:pt>
                <c:pt idx="3625">
                  <c:v>0.9259220977730177</c:v>
                </c:pt>
                <c:pt idx="3626">
                  <c:v>0.92597322421932704</c:v>
                </c:pt>
                <c:pt idx="3627">
                  <c:v>0.9260243481800019</c:v>
                </c:pt>
                <c:pt idx="3628">
                  <c:v>0.92607546350222869</c:v>
                </c:pt>
                <c:pt idx="3629">
                  <c:v>0.9261265735628087</c:v>
                </c:pt>
                <c:pt idx="3630">
                  <c:v>0.9261776489047997</c:v>
                </c:pt>
                <c:pt idx="3631">
                  <c:v>0.92622867872508063</c:v>
                </c:pt>
                <c:pt idx="3632">
                  <c:v>0.92627969093128415</c:v>
                </c:pt>
                <c:pt idx="3633">
                  <c:v>0.92633070095290471</c:v>
                </c:pt>
                <c:pt idx="3634">
                  <c:v>0.92638169857245845</c:v>
                </c:pt>
                <c:pt idx="3635">
                  <c:v>0.9264326876638479</c:v>
                </c:pt>
                <c:pt idx="3636">
                  <c:v>0.92648365948562716</c:v>
                </c:pt>
                <c:pt idx="3637">
                  <c:v>0.92653462033225809</c:v>
                </c:pt>
                <c:pt idx="3638">
                  <c:v>0.92658554674755456</c:v>
                </c:pt>
                <c:pt idx="3639">
                  <c:v>0.92663645955586404</c:v>
                </c:pt>
                <c:pt idx="3640">
                  <c:v>0.92668736491490789</c:v>
                </c:pt>
                <c:pt idx="3641">
                  <c:v>0.92673826179841468</c:v>
                </c:pt>
                <c:pt idx="3642">
                  <c:v>0.9267891024545315</c:v>
                </c:pt>
                <c:pt idx="3643">
                  <c:v>0.92683991688393164</c:v>
                </c:pt>
                <c:pt idx="3644">
                  <c:v>0.92689068588079304</c:v>
                </c:pt>
                <c:pt idx="3645">
                  <c:v>0.92694142365448351</c:v>
                </c:pt>
                <c:pt idx="3646">
                  <c:v>0.92699215504303412</c:v>
                </c:pt>
                <c:pt idx="3647">
                  <c:v>0.92704284166027162</c:v>
                </c:pt>
                <c:pt idx="3648">
                  <c:v>0.92709352666333666</c:v>
                </c:pt>
                <c:pt idx="3649">
                  <c:v>0.92714420443127765</c:v>
                </c:pt>
                <c:pt idx="3650">
                  <c:v>0.92719482754332139</c:v>
                </c:pt>
                <c:pt idx="3651">
                  <c:v>0.9272454494084561</c:v>
                </c:pt>
                <c:pt idx="3652">
                  <c:v>0.92729607119107005</c:v>
                </c:pt>
                <c:pt idx="3653">
                  <c:v>0.92734669240473988</c:v>
                </c:pt>
                <c:pt idx="3654">
                  <c:v>0.92739724949347502</c:v>
                </c:pt>
                <c:pt idx="3655">
                  <c:v>0.92744777516414245</c:v>
                </c:pt>
                <c:pt idx="3656">
                  <c:v>0.92749827049766342</c:v>
                </c:pt>
                <c:pt idx="3657">
                  <c:v>0.92754874846540625</c:v>
                </c:pt>
                <c:pt idx="3658">
                  <c:v>0.92759920596421486</c:v>
                </c:pt>
                <c:pt idx="3659">
                  <c:v>0.92764964317785048</c:v>
                </c:pt>
                <c:pt idx="3660">
                  <c:v>0.92770004471151879</c:v>
                </c:pt>
                <c:pt idx="3661">
                  <c:v>0.92775043452356498</c:v>
                </c:pt>
                <c:pt idx="3662">
                  <c:v>0.9278008059715438</c:v>
                </c:pt>
                <c:pt idx="3663">
                  <c:v>0.92785116901688791</c:v>
                </c:pt>
                <c:pt idx="3664">
                  <c:v>0.92790152531436298</c:v>
                </c:pt>
                <c:pt idx="3665">
                  <c:v>0.92795183094714673</c:v>
                </c:pt>
                <c:pt idx="3666">
                  <c:v>0.92800211584759951</c:v>
                </c:pt>
                <c:pt idx="3667">
                  <c:v>0.9280523648652349</c:v>
                </c:pt>
                <c:pt idx="3668">
                  <c:v>0.92810261210856704</c:v>
                </c:pt>
                <c:pt idx="3669">
                  <c:v>0.92815285510664458</c:v>
                </c:pt>
                <c:pt idx="3670">
                  <c:v>0.92820307779386124</c:v>
                </c:pt>
                <c:pt idx="3671">
                  <c:v>0.9282532650647165</c:v>
                </c:pt>
                <c:pt idx="3672">
                  <c:v>0.92830344604795856</c:v>
                </c:pt>
                <c:pt idx="3673">
                  <c:v>0.92835359848780186</c:v>
                </c:pt>
                <c:pt idx="3674">
                  <c:v>0.92840373183731573</c:v>
                </c:pt>
                <c:pt idx="3675">
                  <c:v>0.92845384651503071</c:v>
                </c:pt>
                <c:pt idx="3676">
                  <c:v>0.92850395597515856</c:v>
                </c:pt>
                <c:pt idx="3677">
                  <c:v>0.92855405322180062</c:v>
                </c:pt>
                <c:pt idx="3678">
                  <c:v>0.92860415006146813</c:v>
                </c:pt>
                <c:pt idx="3679">
                  <c:v>0.92865423991323803</c:v>
                </c:pt>
                <c:pt idx="3680">
                  <c:v>0.92870432763879041</c:v>
                </c:pt>
                <c:pt idx="3681">
                  <c:v>0.92875439017506567</c:v>
                </c:pt>
                <c:pt idx="3682">
                  <c:v>0.92880440803015563</c:v>
                </c:pt>
                <c:pt idx="3683">
                  <c:v>0.92885442578201349</c:v>
                </c:pt>
                <c:pt idx="3684">
                  <c:v>0.92890442583352162</c:v>
                </c:pt>
                <c:pt idx="3685">
                  <c:v>0.92895441859447592</c:v>
                </c:pt>
                <c:pt idx="3686">
                  <c:v>0.92900437112761958</c:v>
                </c:pt>
                <c:pt idx="3687">
                  <c:v>0.92905430501189268</c:v>
                </c:pt>
                <c:pt idx="3688">
                  <c:v>0.92910422805841264</c:v>
                </c:pt>
                <c:pt idx="3689">
                  <c:v>0.92915414889157211</c:v>
                </c:pt>
                <c:pt idx="3690">
                  <c:v>0.92920405433168562</c:v>
                </c:pt>
                <c:pt idx="3691">
                  <c:v>0.92925388040345591</c:v>
                </c:pt>
                <c:pt idx="3692">
                  <c:v>0.92930370491272207</c:v>
                </c:pt>
                <c:pt idx="3693">
                  <c:v>0.92935352128954851</c:v>
                </c:pt>
                <c:pt idx="3694">
                  <c:v>0.92940332978911111</c:v>
                </c:pt>
                <c:pt idx="3695">
                  <c:v>0.92945310766973077</c:v>
                </c:pt>
                <c:pt idx="3696">
                  <c:v>0.92950287589831548</c:v>
                </c:pt>
                <c:pt idx="3697">
                  <c:v>0.92955260925254046</c:v>
                </c:pt>
                <c:pt idx="3698">
                  <c:v>0.92960227843324161</c:v>
                </c:pt>
                <c:pt idx="3699">
                  <c:v>0.92965193843884186</c:v>
                </c:pt>
                <c:pt idx="3700">
                  <c:v>0.92970158616598764</c:v>
                </c:pt>
                <c:pt idx="3701">
                  <c:v>0.92975120796918787</c:v>
                </c:pt>
                <c:pt idx="3702">
                  <c:v>0.92980079262951143</c:v>
                </c:pt>
                <c:pt idx="3703">
                  <c:v>0.9298503425243837</c:v>
                </c:pt>
                <c:pt idx="3704">
                  <c:v>0.92989987283782238</c:v>
                </c:pt>
                <c:pt idx="3705">
                  <c:v>0.92994936354649416</c:v>
                </c:pt>
                <c:pt idx="3706">
                  <c:v>0.92999881245781724</c:v>
                </c:pt>
                <c:pt idx="3707">
                  <c:v>0.93004823203807907</c:v>
                </c:pt>
                <c:pt idx="3708">
                  <c:v>0.93009760323207358</c:v>
                </c:pt>
                <c:pt idx="3709">
                  <c:v>0.93014696653388518</c:v>
                </c:pt>
                <c:pt idx="3710">
                  <c:v>0.9301963199088561</c:v>
                </c:pt>
                <c:pt idx="3711">
                  <c:v>0.93024566972538425</c:v>
                </c:pt>
                <c:pt idx="3712">
                  <c:v>0.93029501672090664</c:v>
                </c:pt>
                <c:pt idx="3713">
                  <c:v>0.93034433616379852</c:v>
                </c:pt>
                <c:pt idx="3714">
                  <c:v>0.93039364189123297</c:v>
                </c:pt>
                <c:pt idx="3715">
                  <c:v>0.93044293718946569</c:v>
                </c:pt>
                <c:pt idx="3716">
                  <c:v>0.9304922250184493</c:v>
                </c:pt>
                <c:pt idx="3717">
                  <c:v>0.93054149086582094</c:v>
                </c:pt>
                <c:pt idx="3718">
                  <c:v>0.93059073610674969</c:v>
                </c:pt>
                <c:pt idx="3719">
                  <c:v>0.93063997950271793</c:v>
                </c:pt>
                <c:pt idx="3720">
                  <c:v>0.93068918316011784</c:v>
                </c:pt>
                <c:pt idx="3721">
                  <c:v>0.93073837978742757</c:v>
                </c:pt>
                <c:pt idx="3722">
                  <c:v>0.9307875724879332</c:v>
                </c:pt>
                <c:pt idx="3723">
                  <c:v>0.93083675422156142</c:v>
                </c:pt>
                <c:pt idx="3724">
                  <c:v>0.93088593549570864</c:v>
                </c:pt>
                <c:pt idx="3725">
                  <c:v>0.9309351056449291</c:v>
                </c:pt>
                <c:pt idx="3726">
                  <c:v>0.93098427423110663</c:v>
                </c:pt>
                <c:pt idx="3727">
                  <c:v>0.93103342575627457</c:v>
                </c:pt>
                <c:pt idx="3728">
                  <c:v>0.93108255165724496</c:v>
                </c:pt>
                <c:pt idx="3729">
                  <c:v>0.9311316561319497</c:v>
                </c:pt>
                <c:pt idx="3730">
                  <c:v>0.9311807534406541</c:v>
                </c:pt>
                <c:pt idx="3731">
                  <c:v>0.9312298378969428</c:v>
                </c:pt>
                <c:pt idx="3732">
                  <c:v>0.93127890539288505</c:v>
                </c:pt>
                <c:pt idx="3733">
                  <c:v>0.93132794034613453</c:v>
                </c:pt>
                <c:pt idx="3734">
                  <c:v>0.93137696925930258</c:v>
                </c:pt>
                <c:pt idx="3735">
                  <c:v>0.9314259400663325</c:v>
                </c:pt>
                <c:pt idx="3736">
                  <c:v>0.93147488264261913</c:v>
                </c:pt>
                <c:pt idx="3737">
                  <c:v>0.93152382515984034</c:v>
                </c:pt>
                <c:pt idx="3738">
                  <c:v>0.93157273948093666</c:v>
                </c:pt>
                <c:pt idx="3739">
                  <c:v>0.93162162771336865</c:v>
                </c:pt>
                <c:pt idx="3740">
                  <c:v>0.93167051276618673</c:v>
                </c:pt>
                <c:pt idx="3741">
                  <c:v>0.93171933474008362</c:v>
                </c:pt>
                <c:pt idx="3742">
                  <c:v>0.93176810562315593</c:v>
                </c:pt>
                <c:pt idx="3743">
                  <c:v>0.93181687461108265</c:v>
                </c:pt>
                <c:pt idx="3744">
                  <c:v>0.93186560982200917</c:v>
                </c:pt>
                <c:pt idx="3745">
                  <c:v>0.93191431521950163</c:v>
                </c:pt>
                <c:pt idx="3746">
                  <c:v>0.93196292960689053</c:v>
                </c:pt>
                <c:pt idx="3747">
                  <c:v>0.93201150148109468</c:v>
                </c:pt>
                <c:pt idx="3748">
                  <c:v>0.93206006680982567</c:v>
                </c:pt>
                <c:pt idx="3749">
                  <c:v>0.9321086108848865</c:v>
                </c:pt>
                <c:pt idx="3750">
                  <c:v>0.93215712911709658</c:v>
                </c:pt>
                <c:pt idx="3751">
                  <c:v>0.93220564132312522</c:v>
                </c:pt>
                <c:pt idx="3752">
                  <c:v>0.93225412723199219</c:v>
                </c:pt>
                <c:pt idx="3753">
                  <c:v>0.93230257650523352</c:v>
                </c:pt>
                <c:pt idx="3754">
                  <c:v>0.93235101900474082</c:v>
                </c:pt>
                <c:pt idx="3755">
                  <c:v>0.9323994614795299</c:v>
                </c:pt>
                <c:pt idx="3756">
                  <c:v>0.9324478964621814</c:v>
                </c:pt>
                <c:pt idx="3757">
                  <c:v>0.93249631980716507</c:v>
                </c:pt>
                <c:pt idx="3758">
                  <c:v>0.93254472793611631</c:v>
                </c:pt>
                <c:pt idx="3759">
                  <c:v>0.93259313491824658</c:v>
                </c:pt>
                <c:pt idx="3760">
                  <c:v>0.93264150473451313</c:v>
                </c:pt>
                <c:pt idx="3761">
                  <c:v>0.93268987001387205</c:v>
                </c:pt>
                <c:pt idx="3762">
                  <c:v>0.93273822466483536</c:v>
                </c:pt>
                <c:pt idx="3763">
                  <c:v>0.93278657726412662</c:v>
                </c:pt>
                <c:pt idx="3764">
                  <c:v>0.93283486944667271</c:v>
                </c:pt>
                <c:pt idx="3765">
                  <c:v>0.93288304520203558</c:v>
                </c:pt>
                <c:pt idx="3766">
                  <c:v>0.9329312039672113</c:v>
                </c:pt>
                <c:pt idx="3767">
                  <c:v>0.93297934478142819</c:v>
                </c:pt>
                <c:pt idx="3768">
                  <c:v>0.93302745160802003</c:v>
                </c:pt>
                <c:pt idx="3769">
                  <c:v>0.9330755452361047</c:v>
                </c:pt>
                <c:pt idx="3770">
                  <c:v>0.93312362951655425</c:v>
                </c:pt>
                <c:pt idx="3771">
                  <c:v>0.93317170699637364</c:v>
                </c:pt>
                <c:pt idx="3772">
                  <c:v>0.93321976148490449</c:v>
                </c:pt>
                <c:pt idx="3773">
                  <c:v>0.93326780428994349</c:v>
                </c:pt>
                <c:pt idx="3774">
                  <c:v>0.9333158352082056</c:v>
                </c:pt>
                <c:pt idx="3775">
                  <c:v>0.93336385499991559</c:v>
                </c:pt>
                <c:pt idx="3776">
                  <c:v>0.9334118606356534</c:v>
                </c:pt>
                <c:pt idx="3777">
                  <c:v>0.93345983492382378</c:v>
                </c:pt>
                <c:pt idx="3778">
                  <c:v>0.93350780145418832</c:v>
                </c:pt>
                <c:pt idx="3779">
                  <c:v>0.9335557483679825</c:v>
                </c:pt>
                <c:pt idx="3780">
                  <c:v>0.93360366770504599</c:v>
                </c:pt>
                <c:pt idx="3781">
                  <c:v>0.93365157255729458</c:v>
                </c:pt>
                <c:pt idx="3782">
                  <c:v>0.93369943802395838</c:v>
                </c:pt>
                <c:pt idx="3783">
                  <c:v>0.93374729230329856</c:v>
                </c:pt>
                <c:pt idx="3784">
                  <c:v>0.93379510368937901</c:v>
                </c:pt>
                <c:pt idx="3785">
                  <c:v>0.93384289074942084</c:v>
                </c:pt>
                <c:pt idx="3786">
                  <c:v>0.93389067333705011</c:v>
                </c:pt>
                <c:pt idx="3787">
                  <c:v>0.93393842302961971</c:v>
                </c:pt>
                <c:pt idx="3788">
                  <c:v>0.93398615025972997</c:v>
                </c:pt>
                <c:pt idx="3789">
                  <c:v>0.93403386625256124</c:v>
                </c:pt>
                <c:pt idx="3790">
                  <c:v>0.93408155602324761</c:v>
                </c:pt>
                <c:pt idx="3791">
                  <c:v>0.93412923177856411</c:v>
                </c:pt>
                <c:pt idx="3792">
                  <c:v>0.93417690096605488</c:v>
                </c:pt>
                <c:pt idx="3793">
                  <c:v>0.93422456295102307</c:v>
                </c:pt>
                <c:pt idx="3794">
                  <c:v>0.93427221517093006</c:v>
                </c:pt>
                <c:pt idx="3795">
                  <c:v>0.93431983713802635</c:v>
                </c:pt>
                <c:pt idx="3796">
                  <c:v>0.9343674247131295</c:v>
                </c:pt>
                <c:pt idx="3797">
                  <c:v>0.93441496888130271</c:v>
                </c:pt>
                <c:pt idx="3798">
                  <c:v>0.93446251043928641</c:v>
                </c:pt>
                <c:pt idx="3799">
                  <c:v>0.93451002101056857</c:v>
                </c:pt>
                <c:pt idx="3800">
                  <c:v>0.93455749534726795</c:v>
                </c:pt>
                <c:pt idx="3801">
                  <c:v>0.93460495294115264</c:v>
                </c:pt>
                <c:pt idx="3802">
                  <c:v>0.93465239947667367</c:v>
                </c:pt>
                <c:pt idx="3803">
                  <c:v>0.93469981642701205</c:v>
                </c:pt>
                <c:pt idx="3804">
                  <c:v>0.93474720825266311</c:v>
                </c:pt>
                <c:pt idx="3805">
                  <c:v>0.9347945213870007</c:v>
                </c:pt>
                <c:pt idx="3806">
                  <c:v>0.93484181361001994</c:v>
                </c:pt>
                <c:pt idx="3807">
                  <c:v>0.9348890998788657</c:v>
                </c:pt>
                <c:pt idx="3808">
                  <c:v>0.93493636101883049</c:v>
                </c:pt>
                <c:pt idx="3809">
                  <c:v>0.93498361063955082</c:v>
                </c:pt>
                <c:pt idx="3810">
                  <c:v>0.93503082477400412</c:v>
                </c:pt>
                <c:pt idx="3811">
                  <c:v>0.9350780234569751</c:v>
                </c:pt>
                <c:pt idx="3812">
                  <c:v>0.93512518459928662</c:v>
                </c:pt>
                <c:pt idx="3813">
                  <c:v>0.93517234467011068</c:v>
                </c:pt>
                <c:pt idx="3814">
                  <c:v>0.93521950244185015</c:v>
                </c:pt>
                <c:pt idx="3815">
                  <c:v>0.9352666360133447</c:v>
                </c:pt>
                <c:pt idx="3816">
                  <c:v>0.93531373502156756</c:v>
                </c:pt>
                <c:pt idx="3817">
                  <c:v>0.93536082619981364</c:v>
                </c:pt>
                <c:pt idx="3818">
                  <c:v>0.93540791375685051</c:v>
                </c:pt>
                <c:pt idx="3819">
                  <c:v>0.93545494966594356</c:v>
                </c:pt>
                <c:pt idx="3820">
                  <c:v>0.93550198108676474</c:v>
                </c:pt>
                <c:pt idx="3821">
                  <c:v>0.93554897912261437</c:v>
                </c:pt>
                <c:pt idx="3822">
                  <c:v>0.93559589486101669</c:v>
                </c:pt>
                <c:pt idx="3823">
                  <c:v>0.93564279503990755</c:v>
                </c:pt>
                <c:pt idx="3824">
                  <c:v>0.9356896898055177</c:v>
                </c:pt>
                <c:pt idx="3825">
                  <c:v>0.93573654346909962</c:v>
                </c:pt>
                <c:pt idx="3826">
                  <c:v>0.93578339284206458</c:v>
                </c:pt>
                <c:pt idx="3827">
                  <c:v>0.93583023511411256</c:v>
                </c:pt>
                <c:pt idx="3828">
                  <c:v>0.93587705940244181</c:v>
                </c:pt>
                <c:pt idx="3829">
                  <c:v>0.93592386481974887</c:v>
                </c:pt>
                <c:pt idx="3830">
                  <c:v>0.93597064547835462</c:v>
                </c:pt>
                <c:pt idx="3831">
                  <c:v>0.9360174223907376</c:v>
                </c:pt>
                <c:pt idx="3832">
                  <c:v>0.93606414367506308</c:v>
                </c:pt>
                <c:pt idx="3833">
                  <c:v>0.93611086066294058</c:v>
                </c:pt>
                <c:pt idx="3834">
                  <c:v>0.93615756781650739</c:v>
                </c:pt>
                <c:pt idx="3835">
                  <c:v>0.93620423546946863</c:v>
                </c:pt>
                <c:pt idx="3836">
                  <c:v>0.93625089958874963</c:v>
                </c:pt>
                <c:pt idx="3837">
                  <c:v>0.93629753815679762</c:v>
                </c:pt>
                <c:pt idx="3838">
                  <c:v>0.93634412800905786</c:v>
                </c:pt>
                <c:pt idx="3839">
                  <c:v>0.9363907083259797</c:v>
                </c:pt>
                <c:pt idx="3840">
                  <c:v>0.93643724930563299</c:v>
                </c:pt>
                <c:pt idx="3841">
                  <c:v>0.93648376202643657</c:v>
                </c:pt>
                <c:pt idx="3842">
                  <c:v>0.93653026905566583</c:v>
                </c:pt>
                <c:pt idx="3843">
                  <c:v>0.93657677382031956</c:v>
                </c:pt>
                <c:pt idx="3844">
                  <c:v>0.93662327854457206</c:v>
                </c:pt>
                <c:pt idx="3845">
                  <c:v>0.93666976853181794</c:v>
                </c:pt>
                <c:pt idx="3846">
                  <c:v>0.93671622853321568</c:v>
                </c:pt>
                <c:pt idx="3847">
                  <c:v>0.93676265684381133</c:v>
                </c:pt>
                <c:pt idx="3848">
                  <c:v>0.93680899574272258</c:v>
                </c:pt>
                <c:pt idx="3849">
                  <c:v>0.93685532334717381</c:v>
                </c:pt>
                <c:pt idx="3850">
                  <c:v>0.93690161386197945</c:v>
                </c:pt>
                <c:pt idx="3851">
                  <c:v>0.93694789139017398</c:v>
                </c:pt>
                <c:pt idx="3852">
                  <c:v>0.93699416557306481</c:v>
                </c:pt>
                <c:pt idx="3853">
                  <c:v>0.93704043118560365</c:v>
                </c:pt>
                <c:pt idx="3854">
                  <c:v>0.93708667890194897</c:v>
                </c:pt>
                <c:pt idx="3855">
                  <c:v>0.93713290946707128</c:v>
                </c:pt>
                <c:pt idx="3856">
                  <c:v>0.9371791393712936</c:v>
                </c:pt>
                <c:pt idx="3857">
                  <c:v>0.93722536895284458</c:v>
                </c:pt>
                <c:pt idx="3858">
                  <c:v>0.93727156801366096</c:v>
                </c:pt>
                <c:pt idx="3859">
                  <c:v>0.93731775930881367</c:v>
                </c:pt>
                <c:pt idx="3860">
                  <c:v>0.93736393375363158</c:v>
                </c:pt>
                <c:pt idx="3861">
                  <c:v>0.93741008106921531</c:v>
                </c:pt>
                <c:pt idx="3862">
                  <c:v>0.93745622751254221</c:v>
                </c:pt>
                <c:pt idx="3863">
                  <c:v>0.93750234211826378</c:v>
                </c:pt>
                <c:pt idx="3864">
                  <c:v>0.93754845233013595</c:v>
                </c:pt>
                <c:pt idx="3865">
                  <c:v>0.93759455430723249</c:v>
                </c:pt>
                <c:pt idx="3866">
                  <c:v>0.93764064504761391</c:v>
                </c:pt>
                <c:pt idx="3867">
                  <c:v>0.93768669548108463</c:v>
                </c:pt>
                <c:pt idx="3868">
                  <c:v>0.93773262627367926</c:v>
                </c:pt>
                <c:pt idx="3869">
                  <c:v>0.93777853793583765</c:v>
                </c:pt>
                <c:pt idx="3870">
                  <c:v>0.93782442693361523</c:v>
                </c:pt>
                <c:pt idx="3871">
                  <c:v>0.93787031453592562</c:v>
                </c:pt>
                <c:pt idx="3872">
                  <c:v>0.93791618681445565</c:v>
                </c:pt>
                <c:pt idx="3873">
                  <c:v>0.93796203120188992</c:v>
                </c:pt>
                <c:pt idx="3874">
                  <c:v>0.93800785250897023</c:v>
                </c:pt>
                <c:pt idx="3875">
                  <c:v>0.93805363405598563</c:v>
                </c:pt>
                <c:pt idx="3876">
                  <c:v>0.93809938357520584</c:v>
                </c:pt>
                <c:pt idx="3877">
                  <c:v>0.93814511957407543</c:v>
                </c:pt>
                <c:pt idx="3878">
                  <c:v>0.93819084353906645</c:v>
                </c:pt>
                <c:pt idx="3879">
                  <c:v>0.93823655877902357</c:v>
                </c:pt>
                <c:pt idx="3880">
                  <c:v>0.93828221962953862</c:v>
                </c:pt>
                <c:pt idx="3881">
                  <c:v>0.93832785525485762</c:v>
                </c:pt>
                <c:pt idx="3882">
                  <c:v>0.93837348205322224</c:v>
                </c:pt>
                <c:pt idx="3883">
                  <c:v>0.93841908925909068</c:v>
                </c:pt>
                <c:pt idx="3884">
                  <c:v>0.93846467512735132</c:v>
                </c:pt>
                <c:pt idx="3885">
                  <c:v>0.93851025467123927</c:v>
                </c:pt>
                <c:pt idx="3886">
                  <c:v>0.93855583074473292</c:v>
                </c:pt>
                <c:pt idx="3887">
                  <c:v>0.93860138373078261</c:v>
                </c:pt>
                <c:pt idx="3888">
                  <c:v>0.93864692283214879</c:v>
                </c:pt>
                <c:pt idx="3889">
                  <c:v>0.93869245831475023</c:v>
                </c:pt>
                <c:pt idx="3890">
                  <c:v>0.93873795563316365</c:v>
                </c:pt>
                <c:pt idx="3891">
                  <c:v>0.93878344051770435</c:v>
                </c:pt>
                <c:pt idx="3892">
                  <c:v>0.93882892120497485</c:v>
                </c:pt>
                <c:pt idx="3893">
                  <c:v>0.9388743600716225</c:v>
                </c:pt>
                <c:pt idx="3894">
                  <c:v>0.93891975457492194</c:v>
                </c:pt>
                <c:pt idx="3895">
                  <c:v>0.93896513735231102</c:v>
                </c:pt>
                <c:pt idx="3896">
                  <c:v>0.93901051204953045</c:v>
                </c:pt>
                <c:pt idx="3897">
                  <c:v>0.93905588467171364</c:v>
                </c:pt>
                <c:pt idx="3898">
                  <c:v>0.93910122837913002</c:v>
                </c:pt>
                <c:pt idx="3899">
                  <c:v>0.93914655640255063</c:v>
                </c:pt>
                <c:pt idx="3900">
                  <c:v>0.93919187915167446</c:v>
                </c:pt>
                <c:pt idx="3901">
                  <c:v>0.93923719469152578</c:v>
                </c:pt>
                <c:pt idx="3902">
                  <c:v>0.93928248804084558</c:v>
                </c:pt>
                <c:pt idx="3903">
                  <c:v>0.9393277413652843</c:v>
                </c:pt>
                <c:pt idx="3904">
                  <c:v>0.9393728984140769</c:v>
                </c:pt>
                <c:pt idx="3905">
                  <c:v>0.93941804448382871</c:v>
                </c:pt>
                <c:pt idx="3906">
                  <c:v>0.93946317456064221</c:v>
                </c:pt>
                <c:pt idx="3907">
                  <c:v>0.939508288063437</c:v>
                </c:pt>
                <c:pt idx="3908">
                  <c:v>0.93955335660820161</c:v>
                </c:pt>
                <c:pt idx="3909">
                  <c:v>0.93959842018228545</c:v>
                </c:pt>
                <c:pt idx="3910">
                  <c:v>0.93964347338571153</c:v>
                </c:pt>
                <c:pt idx="3911">
                  <c:v>0.9396885143887459</c:v>
                </c:pt>
                <c:pt idx="3912">
                  <c:v>0.93973354444095636</c:v>
                </c:pt>
                <c:pt idx="3913">
                  <c:v>0.93977856321150677</c:v>
                </c:pt>
                <c:pt idx="3914">
                  <c:v>0.93982357064850675</c:v>
                </c:pt>
                <c:pt idx="3915">
                  <c:v>0.93986855290548865</c:v>
                </c:pt>
                <c:pt idx="3916">
                  <c:v>0.93991352788216187</c:v>
                </c:pt>
                <c:pt idx="3917">
                  <c:v>0.93995849691905864</c:v>
                </c:pt>
                <c:pt idx="3918">
                  <c:v>0.94000346316485461</c:v>
                </c:pt>
                <c:pt idx="3919">
                  <c:v>0.94004842276301825</c:v>
                </c:pt>
                <c:pt idx="3920">
                  <c:v>0.94009337669182946</c:v>
                </c:pt>
                <c:pt idx="3921">
                  <c:v>0.94013832884670256</c:v>
                </c:pt>
                <c:pt idx="3922">
                  <c:v>0.94018324726277103</c:v>
                </c:pt>
                <c:pt idx="3923">
                  <c:v>0.94022815152956163</c:v>
                </c:pt>
                <c:pt idx="3924">
                  <c:v>0.94027293689261648</c:v>
                </c:pt>
                <c:pt idx="3925">
                  <c:v>0.94031770646117763</c:v>
                </c:pt>
                <c:pt idx="3926">
                  <c:v>0.94036242224252076</c:v>
                </c:pt>
                <c:pt idx="3927">
                  <c:v>0.94040711736159699</c:v>
                </c:pt>
                <c:pt idx="3928">
                  <c:v>0.94045180271327677</c:v>
                </c:pt>
                <c:pt idx="3929">
                  <c:v>0.94049646173226187</c:v>
                </c:pt>
                <c:pt idx="3930">
                  <c:v>0.94054110727756801</c:v>
                </c:pt>
                <c:pt idx="3931">
                  <c:v>0.94058573873798057</c:v>
                </c:pt>
                <c:pt idx="3932">
                  <c:v>0.94063036902490649</c:v>
                </c:pt>
                <c:pt idx="3933">
                  <c:v>0.94067496275880524</c:v>
                </c:pt>
                <c:pt idx="3934">
                  <c:v>0.94071954471605146</c:v>
                </c:pt>
                <c:pt idx="3935">
                  <c:v>0.94076408553684521</c:v>
                </c:pt>
                <c:pt idx="3936">
                  <c:v>0.94080860147431622</c:v>
                </c:pt>
                <c:pt idx="3937">
                  <c:v>0.9408531119435517</c:v>
                </c:pt>
                <c:pt idx="3938">
                  <c:v>0.9408976065695337</c:v>
                </c:pt>
                <c:pt idx="3939">
                  <c:v>0.94094209597517964</c:v>
                </c:pt>
                <c:pt idx="3940">
                  <c:v>0.94098658187118056</c:v>
                </c:pt>
                <c:pt idx="3941">
                  <c:v>0.9410310577482337</c:v>
                </c:pt>
                <c:pt idx="3942">
                  <c:v>0.94107552009988438</c:v>
                </c:pt>
                <c:pt idx="3943">
                  <c:v>0.94111997402816894</c:v>
                </c:pt>
                <c:pt idx="3944">
                  <c:v>0.94116442554273549</c:v>
                </c:pt>
                <c:pt idx="3945">
                  <c:v>0.94120882280123452</c:v>
                </c:pt>
                <c:pt idx="3946">
                  <c:v>0.94125320747530961</c:v>
                </c:pt>
                <c:pt idx="3947">
                  <c:v>0.94129756564164657</c:v>
                </c:pt>
                <c:pt idx="3948">
                  <c:v>0.94134191576523807</c:v>
                </c:pt>
                <c:pt idx="3949">
                  <c:v>0.94138626156791327</c:v>
                </c:pt>
                <c:pt idx="3950">
                  <c:v>0.94143060088177866</c:v>
                </c:pt>
                <c:pt idx="3951">
                  <c:v>0.94147491425972563</c:v>
                </c:pt>
                <c:pt idx="3952">
                  <c:v>0.94151921213456868</c:v>
                </c:pt>
                <c:pt idx="3953">
                  <c:v>0.94156350988447346</c:v>
                </c:pt>
                <c:pt idx="3954">
                  <c:v>0.94160770568209762</c:v>
                </c:pt>
                <c:pt idx="3955">
                  <c:v>0.94165184597940965</c:v>
                </c:pt>
                <c:pt idx="3956">
                  <c:v>0.94169598281451983</c:v>
                </c:pt>
                <c:pt idx="3957">
                  <c:v>0.94174011479114594</c:v>
                </c:pt>
                <c:pt idx="3958">
                  <c:v>0.94178423937696032</c:v>
                </c:pt>
                <c:pt idx="3959">
                  <c:v>0.94182832247112225</c:v>
                </c:pt>
                <c:pt idx="3960">
                  <c:v>0.94187236695256149</c:v>
                </c:pt>
                <c:pt idx="3961">
                  <c:v>0.94191640358977591</c:v>
                </c:pt>
                <c:pt idx="3962">
                  <c:v>0.94196043549979036</c:v>
                </c:pt>
                <c:pt idx="3963">
                  <c:v>0.94200442587678912</c:v>
                </c:pt>
                <c:pt idx="3964">
                  <c:v>0.94204838781469369</c:v>
                </c:pt>
                <c:pt idx="3965">
                  <c:v>0.94209233280571514</c:v>
                </c:pt>
                <c:pt idx="3966">
                  <c:v>0.9421362758906211</c:v>
                </c:pt>
                <c:pt idx="3967">
                  <c:v>0.94218020347808384</c:v>
                </c:pt>
                <c:pt idx="3968">
                  <c:v>0.94222412263204269</c:v>
                </c:pt>
                <c:pt idx="3969">
                  <c:v>0.94226801832381513</c:v>
                </c:pt>
                <c:pt idx="3970">
                  <c:v>0.94231190919127616</c:v>
                </c:pt>
                <c:pt idx="3971">
                  <c:v>0.94235576728812065</c:v>
                </c:pt>
                <c:pt idx="3972">
                  <c:v>0.94239958299625937</c:v>
                </c:pt>
                <c:pt idx="3973">
                  <c:v>0.94244339079901607</c:v>
                </c:pt>
                <c:pt idx="3974">
                  <c:v>0.94248718572587042</c:v>
                </c:pt>
                <c:pt idx="3975">
                  <c:v>0.9425309456437263</c:v>
                </c:pt>
                <c:pt idx="3976">
                  <c:v>0.94257467566956865</c:v>
                </c:pt>
                <c:pt idx="3977">
                  <c:v>0.94261838001389164</c:v>
                </c:pt>
                <c:pt idx="3978">
                  <c:v>0.94266205879103759</c:v>
                </c:pt>
                <c:pt idx="3979">
                  <c:v>0.94270567980053865</c:v>
                </c:pt>
                <c:pt idx="3980">
                  <c:v>0.94274929239154692</c:v>
                </c:pt>
                <c:pt idx="3981">
                  <c:v>0.94279284629126092</c:v>
                </c:pt>
                <c:pt idx="3982">
                  <c:v>0.94283638458233576</c:v>
                </c:pt>
                <c:pt idx="3983">
                  <c:v>0.94287991431750673</c:v>
                </c:pt>
                <c:pt idx="3984">
                  <c:v>0.94292343722492211</c:v>
                </c:pt>
                <c:pt idx="3985">
                  <c:v>0.94296693682604127</c:v>
                </c:pt>
                <c:pt idx="3986">
                  <c:v>0.94301042955830305</c:v>
                </c:pt>
                <c:pt idx="3987">
                  <c:v>0.94305390583837201</c:v>
                </c:pt>
                <c:pt idx="3988">
                  <c:v>0.94309732981619854</c:v>
                </c:pt>
                <c:pt idx="3989">
                  <c:v>0.94314072073105648</c:v>
                </c:pt>
                <c:pt idx="3990">
                  <c:v>0.94318409620115562</c:v>
                </c:pt>
                <c:pt idx="3991">
                  <c:v>0.94322746080858766</c:v>
                </c:pt>
                <c:pt idx="3992">
                  <c:v>0.94327081070426655</c:v>
                </c:pt>
                <c:pt idx="3993">
                  <c:v>0.94331412979062368</c:v>
                </c:pt>
                <c:pt idx="3994">
                  <c:v>0.9433573716822885</c:v>
                </c:pt>
                <c:pt idx="3995">
                  <c:v>0.94340060928984182</c:v>
                </c:pt>
                <c:pt idx="3996">
                  <c:v>0.9434438094735047</c:v>
                </c:pt>
                <c:pt idx="3997">
                  <c:v>0.94348700302157673</c:v>
                </c:pt>
                <c:pt idx="3998">
                  <c:v>0.94353018133654065</c:v>
                </c:pt>
                <c:pt idx="3999">
                  <c:v>0.943573359181896</c:v>
                </c:pt>
                <c:pt idx="4000">
                  <c:v>0.94361651673216851</c:v>
                </c:pt>
                <c:pt idx="4001">
                  <c:v>0.94365965383320738</c:v>
                </c:pt>
                <c:pt idx="4002">
                  <c:v>0.9437027869457062</c:v>
                </c:pt>
                <c:pt idx="4003">
                  <c:v>0.94374590130158675</c:v>
                </c:pt>
                <c:pt idx="4004">
                  <c:v>0.94378901079036692</c:v>
                </c:pt>
                <c:pt idx="4005">
                  <c:v>0.9438321052694385</c:v>
                </c:pt>
                <c:pt idx="4006">
                  <c:v>0.94387514354178781</c:v>
                </c:pt>
                <c:pt idx="4007">
                  <c:v>0.94391818004319461</c:v>
                </c:pt>
                <c:pt idx="4008">
                  <c:v>0.94396120299630371</c:v>
                </c:pt>
                <c:pt idx="4009">
                  <c:v>0.94400422250033944</c:v>
                </c:pt>
                <c:pt idx="4010">
                  <c:v>0.94404722797004892</c:v>
                </c:pt>
                <c:pt idx="4011">
                  <c:v>0.94409021580802222</c:v>
                </c:pt>
                <c:pt idx="4012">
                  <c:v>0.94413312418257667</c:v>
                </c:pt>
                <c:pt idx="4013">
                  <c:v>0.94417598936576941</c:v>
                </c:pt>
                <c:pt idx="4014">
                  <c:v>0.9442188302407406</c:v>
                </c:pt>
                <c:pt idx="4015">
                  <c:v>0.94426165600698064</c:v>
                </c:pt>
                <c:pt idx="4016">
                  <c:v>0.94430447047968524</c:v>
                </c:pt>
                <c:pt idx="4017">
                  <c:v>0.94434722998314768</c:v>
                </c:pt>
                <c:pt idx="4018">
                  <c:v>0.94438994487128258</c:v>
                </c:pt>
                <c:pt idx="4019">
                  <c:v>0.94443259823602199</c:v>
                </c:pt>
                <c:pt idx="4020">
                  <c:v>0.94447522317370791</c:v>
                </c:pt>
                <c:pt idx="4021">
                  <c:v>0.94451782146464058</c:v>
                </c:pt>
                <c:pt idx="4022">
                  <c:v>0.94456040658598461</c:v>
                </c:pt>
                <c:pt idx="4023">
                  <c:v>0.94460296800553389</c:v>
                </c:pt>
                <c:pt idx="4024">
                  <c:v>0.94464548240614499</c:v>
                </c:pt>
                <c:pt idx="4025">
                  <c:v>0.94468797388208103</c:v>
                </c:pt>
                <c:pt idx="4026">
                  <c:v>0.94473044998833289</c:v>
                </c:pt>
                <c:pt idx="4027">
                  <c:v>0.94477291650333328</c:v>
                </c:pt>
                <c:pt idx="4028">
                  <c:v>0.94481535877559863</c:v>
                </c:pt>
                <c:pt idx="4029">
                  <c:v>0.94485778594076819</c:v>
                </c:pt>
                <c:pt idx="4030">
                  <c:v>0.94490020546385201</c:v>
                </c:pt>
                <c:pt idx="4031">
                  <c:v>0.94494262278398411</c:v>
                </c:pt>
                <c:pt idx="4032">
                  <c:v>0.94498503621850927</c:v>
                </c:pt>
                <c:pt idx="4033">
                  <c:v>0.94502743532235822</c:v>
                </c:pt>
                <c:pt idx="4034">
                  <c:v>0.94506977403773207</c:v>
                </c:pt>
                <c:pt idx="4035">
                  <c:v>0.94511210940669799</c:v>
                </c:pt>
                <c:pt idx="4036">
                  <c:v>0.94515444016948624</c:v>
                </c:pt>
                <c:pt idx="4037">
                  <c:v>0.94519675508747969</c:v>
                </c:pt>
                <c:pt idx="4038">
                  <c:v>0.94523906905126531</c:v>
                </c:pt>
                <c:pt idx="4039">
                  <c:v>0.94528135022441573</c:v>
                </c:pt>
                <c:pt idx="4040">
                  <c:v>0.94532362713166951</c:v>
                </c:pt>
                <c:pt idx="4041">
                  <c:v>0.94536590068179693</c:v>
                </c:pt>
                <c:pt idx="4042">
                  <c:v>0.94540814556615649</c:v>
                </c:pt>
                <c:pt idx="4043">
                  <c:v>0.94545038375375356</c:v>
                </c:pt>
                <c:pt idx="4044">
                  <c:v>0.94549262065705453</c:v>
                </c:pt>
                <c:pt idx="4045">
                  <c:v>0.94553485493386935</c:v>
                </c:pt>
                <c:pt idx="4046">
                  <c:v>0.94557708765578763</c:v>
                </c:pt>
                <c:pt idx="4047">
                  <c:v>0.94561931861738979</c:v>
                </c:pt>
                <c:pt idx="4048">
                  <c:v>0.94566154860320661</c:v>
                </c:pt>
                <c:pt idx="4049">
                  <c:v>0.9457037538461377</c:v>
                </c:pt>
                <c:pt idx="4050">
                  <c:v>0.94574594075010965</c:v>
                </c:pt>
                <c:pt idx="4051">
                  <c:v>0.94578808927523506</c:v>
                </c:pt>
                <c:pt idx="4052">
                  <c:v>0.94583023372882935</c:v>
                </c:pt>
                <c:pt idx="4053">
                  <c:v>0.94587235580511353</c:v>
                </c:pt>
                <c:pt idx="4054">
                  <c:v>0.94591443374524842</c:v>
                </c:pt>
                <c:pt idx="4055">
                  <c:v>0.94595649515198277</c:v>
                </c:pt>
                <c:pt idx="4056">
                  <c:v>0.94599855416984435</c:v>
                </c:pt>
                <c:pt idx="4057">
                  <c:v>0.94604057943910635</c:v>
                </c:pt>
                <c:pt idx="4058">
                  <c:v>0.94608259858589761</c:v>
                </c:pt>
                <c:pt idx="4059">
                  <c:v>0.94612459969851814</c:v>
                </c:pt>
                <c:pt idx="4060">
                  <c:v>0.94616656665308085</c:v>
                </c:pt>
                <c:pt idx="4061">
                  <c:v>0.94620852136574729</c:v>
                </c:pt>
                <c:pt idx="4062">
                  <c:v>0.94625047471360468</c:v>
                </c:pt>
                <c:pt idx="4063">
                  <c:v>0.9462924210604986</c:v>
                </c:pt>
                <c:pt idx="4064">
                  <c:v>0.94633435902540597</c:v>
                </c:pt>
                <c:pt idx="4065">
                  <c:v>0.94637629606641593</c:v>
                </c:pt>
                <c:pt idx="4066">
                  <c:v>0.9464182168409857</c:v>
                </c:pt>
                <c:pt idx="4067">
                  <c:v>0.94646011684842868</c:v>
                </c:pt>
                <c:pt idx="4068">
                  <c:v>0.94650200817457264</c:v>
                </c:pt>
                <c:pt idx="4069">
                  <c:v>0.94654388660726696</c:v>
                </c:pt>
                <c:pt idx="4070">
                  <c:v>0.94658573322219464</c:v>
                </c:pt>
                <c:pt idx="4071">
                  <c:v>0.94662757256630592</c:v>
                </c:pt>
                <c:pt idx="4072">
                  <c:v>0.94666940422719248</c:v>
                </c:pt>
                <c:pt idx="4073">
                  <c:v>0.94671122365642535</c:v>
                </c:pt>
                <c:pt idx="4074">
                  <c:v>0.94675303212504391</c:v>
                </c:pt>
                <c:pt idx="4075">
                  <c:v>0.94679479088678664</c:v>
                </c:pt>
                <c:pt idx="4076">
                  <c:v>0.94683653980815952</c:v>
                </c:pt>
                <c:pt idx="4077">
                  <c:v>0.94687827015951676</c:v>
                </c:pt>
                <c:pt idx="4078">
                  <c:v>0.94691995892192327</c:v>
                </c:pt>
                <c:pt idx="4079">
                  <c:v>0.94696164298789065</c:v>
                </c:pt>
                <c:pt idx="4080">
                  <c:v>0.94700331949240923</c:v>
                </c:pt>
                <c:pt idx="4081">
                  <c:v>0.94704494977126352</c:v>
                </c:pt>
                <c:pt idx="4082">
                  <c:v>0.94708646376575056</c:v>
                </c:pt>
                <c:pt idx="4083">
                  <c:v>0.9471279278670055</c:v>
                </c:pt>
                <c:pt idx="4084">
                  <c:v>0.94716930164909863</c:v>
                </c:pt>
                <c:pt idx="4085">
                  <c:v>0.94721064326664051</c:v>
                </c:pt>
                <c:pt idx="4086">
                  <c:v>0.9472519797308826</c:v>
                </c:pt>
                <c:pt idx="4087">
                  <c:v>0.94729328439588223</c:v>
                </c:pt>
                <c:pt idx="4088">
                  <c:v>0.94733456369481783</c:v>
                </c:pt>
                <c:pt idx="4089">
                  <c:v>0.9473757633943628</c:v>
                </c:pt>
                <c:pt idx="4090">
                  <c:v>0.94741695021882388</c:v>
                </c:pt>
                <c:pt idx="4091">
                  <c:v>0.94745812682472719</c:v>
                </c:pt>
                <c:pt idx="4092">
                  <c:v>0.94749925695956372</c:v>
                </c:pt>
                <c:pt idx="4093">
                  <c:v>0.94754037706041094</c:v>
                </c:pt>
                <c:pt idx="4094">
                  <c:v>0.94758148649974361</c:v>
                </c:pt>
                <c:pt idx="4095">
                  <c:v>0.94762253057224977</c:v>
                </c:pt>
                <c:pt idx="4096">
                  <c:v>0.94766357178487393</c:v>
                </c:pt>
                <c:pt idx="4097">
                  <c:v>0.94770460136975365</c:v>
                </c:pt>
                <c:pt idx="4098">
                  <c:v>0.94774560543511321</c:v>
                </c:pt>
                <c:pt idx="4099">
                  <c:v>0.94778660588717067</c:v>
                </c:pt>
                <c:pt idx="4100">
                  <c:v>0.94782756839995652</c:v>
                </c:pt>
                <c:pt idx="4101">
                  <c:v>0.94786850886041396</c:v>
                </c:pt>
                <c:pt idx="4102">
                  <c:v>0.9479094271005708</c:v>
                </c:pt>
                <c:pt idx="4103">
                  <c:v>0.94795032163330761</c:v>
                </c:pt>
                <c:pt idx="4104">
                  <c:v>0.94799119646576602</c:v>
                </c:pt>
                <c:pt idx="4105">
                  <c:v>0.94803206135216356</c:v>
                </c:pt>
                <c:pt idx="4106">
                  <c:v>0.94807289526114225</c:v>
                </c:pt>
                <c:pt idx="4107">
                  <c:v>0.94811372146165185</c:v>
                </c:pt>
                <c:pt idx="4108">
                  <c:v>0.94815448492621546</c:v>
                </c:pt>
                <c:pt idx="4109">
                  <c:v>0.94819524458473148</c:v>
                </c:pt>
                <c:pt idx="4110">
                  <c:v>0.94823600359127835</c:v>
                </c:pt>
                <c:pt idx="4111">
                  <c:v>0.94827668147663258</c:v>
                </c:pt>
                <c:pt idx="4112">
                  <c:v>0.94831733173602428</c:v>
                </c:pt>
                <c:pt idx="4113">
                  <c:v>0.94835794522762829</c:v>
                </c:pt>
                <c:pt idx="4114">
                  <c:v>0.94839855598739242</c:v>
                </c:pt>
                <c:pt idx="4115">
                  <c:v>0.94843916237383563</c:v>
                </c:pt>
                <c:pt idx="4116">
                  <c:v>0.94847976018009261</c:v>
                </c:pt>
                <c:pt idx="4117">
                  <c:v>0.94852032880469239</c:v>
                </c:pt>
                <c:pt idx="4118">
                  <c:v>0.94856088495515956</c:v>
                </c:pt>
                <c:pt idx="4119">
                  <c:v>0.94860134850756983</c:v>
                </c:pt>
                <c:pt idx="4120">
                  <c:v>0.94864180829890865</c:v>
                </c:pt>
                <c:pt idx="4121">
                  <c:v>0.94868226221861662</c:v>
                </c:pt>
                <c:pt idx="4122">
                  <c:v>0.9487227157790673</c:v>
                </c:pt>
                <c:pt idx="4123">
                  <c:v>0.94876316642613745</c:v>
                </c:pt>
                <c:pt idx="4124">
                  <c:v>0.94880360005408193</c:v>
                </c:pt>
                <c:pt idx="4125">
                  <c:v>0.94884401698733845</c:v>
                </c:pt>
                <c:pt idx="4126">
                  <c:v>0.94888441264019019</c:v>
                </c:pt>
                <c:pt idx="4127">
                  <c:v>0.94892479593481505</c:v>
                </c:pt>
                <c:pt idx="4128">
                  <c:v>0.94896516149646726</c:v>
                </c:pt>
                <c:pt idx="4129">
                  <c:v>0.94900550894114077</c:v>
                </c:pt>
                <c:pt idx="4130">
                  <c:v>0.94904585423542909</c:v>
                </c:pt>
                <c:pt idx="4131">
                  <c:v>0.94908619050228249</c:v>
                </c:pt>
                <c:pt idx="4132">
                  <c:v>0.94912651129230918</c:v>
                </c:pt>
                <c:pt idx="4133">
                  <c:v>0.94916681427818228</c:v>
                </c:pt>
                <c:pt idx="4134">
                  <c:v>0.94920710932125918</c:v>
                </c:pt>
                <c:pt idx="4135">
                  <c:v>0.94924738234108563</c:v>
                </c:pt>
                <c:pt idx="4136">
                  <c:v>0.94928765119212188</c:v>
                </c:pt>
                <c:pt idx="4137">
                  <c:v>0.94932791765452829</c:v>
                </c:pt>
                <c:pt idx="4138">
                  <c:v>0.94936818211362151</c:v>
                </c:pt>
                <c:pt idx="4139">
                  <c:v>0.94940844298781069</c:v>
                </c:pt>
                <c:pt idx="4140">
                  <c:v>0.94944870028309425</c:v>
                </c:pt>
                <c:pt idx="4141">
                  <c:v>0.94948893966759285</c:v>
                </c:pt>
                <c:pt idx="4142">
                  <c:v>0.94952917617991062</c:v>
                </c:pt>
                <c:pt idx="4143">
                  <c:v>0.94956940892155817</c:v>
                </c:pt>
                <c:pt idx="4144">
                  <c:v>0.94960958680719465</c:v>
                </c:pt>
                <c:pt idx="4145">
                  <c:v>0.94964973357857418</c:v>
                </c:pt>
                <c:pt idx="4146">
                  <c:v>0.94968985900799063</c:v>
                </c:pt>
                <c:pt idx="4147">
                  <c:v>0.9497299768186227</c:v>
                </c:pt>
                <c:pt idx="4148">
                  <c:v>0.94977008598240498</c:v>
                </c:pt>
                <c:pt idx="4149">
                  <c:v>0.94981019403918865</c:v>
                </c:pt>
                <c:pt idx="4150">
                  <c:v>0.94985028363005264</c:v>
                </c:pt>
                <c:pt idx="4151">
                  <c:v>0.94989027909771462</c:v>
                </c:pt>
                <c:pt idx="4152">
                  <c:v>0.94993027403849206</c:v>
                </c:pt>
                <c:pt idx="4153">
                  <c:v>0.94997024273984065</c:v>
                </c:pt>
                <c:pt idx="4154">
                  <c:v>0.95001020791598034</c:v>
                </c:pt>
                <c:pt idx="4155">
                  <c:v>0.95005011889099511</c:v>
                </c:pt>
                <c:pt idx="4156">
                  <c:v>0.95009002035942158</c:v>
                </c:pt>
                <c:pt idx="4157">
                  <c:v>0.95012988493310846</c:v>
                </c:pt>
                <c:pt idx="4158">
                  <c:v>0.95016973659509762</c:v>
                </c:pt>
                <c:pt idx="4159">
                  <c:v>0.95020955943652863</c:v>
                </c:pt>
                <c:pt idx="4160">
                  <c:v>0.95024936491608614</c:v>
                </c:pt>
                <c:pt idx="4161">
                  <c:v>0.95028916461504254</c:v>
                </c:pt>
                <c:pt idx="4162">
                  <c:v>0.95032895998345268</c:v>
                </c:pt>
                <c:pt idx="4163">
                  <c:v>0.95036872521767257</c:v>
                </c:pt>
                <c:pt idx="4164">
                  <c:v>0.95040848898235419</c:v>
                </c:pt>
                <c:pt idx="4165">
                  <c:v>0.95044824733593369</c:v>
                </c:pt>
                <c:pt idx="4166">
                  <c:v>0.9504879836467075</c:v>
                </c:pt>
                <c:pt idx="4167">
                  <c:v>0.9505277086513455</c:v>
                </c:pt>
                <c:pt idx="4168">
                  <c:v>0.95056739197885398</c:v>
                </c:pt>
                <c:pt idx="4169">
                  <c:v>0.95060706260055361</c:v>
                </c:pt>
                <c:pt idx="4170">
                  <c:v>0.95064669815543168</c:v>
                </c:pt>
                <c:pt idx="4171">
                  <c:v>0.95068632696615452</c:v>
                </c:pt>
                <c:pt idx="4172">
                  <c:v>0.9507259434835319</c:v>
                </c:pt>
                <c:pt idx="4173">
                  <c:v>0.95076553277677689</c:v>
                </c:pt>
                <c:pt idx="4174">
                  <c:v>0.9508051194148146</c:v>
                </c:pt>
                <c:pt idx="4175">
                  <c:v>0.95084470147197564</c:v>
                </c:pt>
                <c:pt idx="4176">
                  <c:v>0.9508842823445115</c:v>
                </c:pt>
                <c:pt idx="4177">
                  <c:v>0.9509238617460245</c:v>
                </c:pt>
                <c:pt idx="4178">
                  <c:v>0.95096343150061002</c:v>
                </c:pt>
                <c:pt idx="4179">
                  <c:v>0.95100299789538778</c:v>
                </c:pt>
                <c:pt idx="4180">
                  <c:v>0.95104254832365209</c:v>
                </c:pt>
                <c:pt idx="4181">
                  <c:v>0.95108208558394347</c:v>
                </c:pt>
                <c:pt idx="4182">
                  <c:v>0.95112162114129062</c:v>
                </c:pt>
                <c:pt idx="4183">
                  <c:v>0.9511611363403516</c:v>
                </c:pt>
                <c:pt idx="4184">
                  <c:v>0.95120064193207854</c:v>
                </c:pt>
                <c:pt idx="4185">
                  <c:v>0.95124008294238394</c:v>
                </c:pt>
                <c:pt idx="4186">
                  <c:v>0.95127945912124978</c:v>
                </c:pt>
                <c:pt idx="4187">
                  <c:v>0.9513188104175756</c:v>
                </c:pt>
                <c:pt idx="4188">
                  <c:v>0.95135815798023649</c:v>
                </c:pt>
                <c:pt idx="4189">
                  <c:v>0.95139748281605829</c:v>
                </c:pt>
                <c:pt idx="4190">
                  <c:v>0.95143680361011962</c:v>
                </c:pt>
                <c:pt idx="4191">
                  <c:v>0.95147611756780293</c:v>
                </c:pt>
                <c:pt idx="4192">
                  <c:v>0.95151541615477786</c:v>
                </c:pt>
                <c:pt idx="4193">
                  <c:v>0.95155471077237619</c:v>
                </c:pt>
                <c:pt idx="4194">
                  <c:v>0.95159397831928905</c:v>
                </c:pt>
                <c:pt idx="4195">
                  <c:v>0.95163322566439179</c:v>
                </c:pt>
                <c:pt idx="4196">
                  <c:v>0.95167247146397815</c:v>
                </c:pt>
                <c:pt idx="4197">
                  <c:v>0.95171169395380673</c:v>
                </c:pt>
                <c:pt idx="4198">
                  <c:v>0.95175090650668825</c:v>
                </c:pt>
                <c:pt idx="4199">
                  <c:v>0.95179009574808249</c:v>
                </c:pt>
                <c:pt idx="4200">
                  <c:v>0.9518292676795489</c:v>
                </c:pt>
                <c:pt idx="4201">
                  <c:v>0.95186838665602624</c:v>
                </c:pt>
                <c:pt idx="4202">
                  <c:v>0.95190749919884765</c:v>
                </c:pt>
                <c:pt idx="4203">
                  <c:v>0.95194659223303824</c:v>
                </c:pt>
                <c:pt idx="4204">
                  <c:v>0.95198565430691662</c:v>
                </c:pt>
                <c:pt idx="4205">
                  <c:v>0.95202470986338783</c:v>
                </c:pt>
                <c:pt idx="4206">
                  <c:v>0.95206376113585156</c:v>
                </c:pt>
                <c:pt idx="4207">
                  <c:v>0.95210281230838689</c:v>
                </c:pt>
                <c:pt idx="4208">
                  <c:v>0.95214186099666953</c:v>
                </c:pt>
                <c:pt idx="4209">
                  <c:v>0.95218089617816648</c:v>
                </c:pt>
                <c:pt idx="4210">
                  <c:v>0.95221990684185831</c:v>
                </c:pt>
                <c:pt idx="4211">
                  <c:v>0.95225891520581663</c:v>
                </c:pt>
                <c:pt idx="4212">
                  <c:v>0.95229792323728724</c:v>
                </c:pt>
                <c:pt idx="4213">
                  <c:v>0.95233691741287185</c:v>
                </c:pt>
                <c:pt idx="4214">
                  <c:v>0.95237591048463321</c:v>
                </c:pt>
                <c:pt idx="4215">
                  <c:v>0.95241489529700918</c:v>
                </c:pt>
                <c:pt idx="4216">
                  <c:v>0.95245387996830411</c:v>
                </c:pt>
                <c:pt idx="4217">
                  <c:v>0.95249275573389913</c:v>
                </c:pt>
                <c:pt idx="4218">
                  <c:v>0.95253159225423234</c:v>
                </c:pt>
                <c:pt idx="4219">
                  <c:v>0.95257042007795056</c:v>
                </c:pt>
                <c:pt idx="4220">
                  <c:v>0.95260920483563194</c:v>
                </c:pt>
                <c:pt idx="4221">
                  <c:v>0.95264797444197469</c:v>
                </c:pt>
                <c:pt idx="4222">
                  <c:v>0.95268669820634433</c:v>
                </c:pt>
                <c:pt idx="4223">
                  <c:v>0.95272540184795551</c:v>
                </c:pt>
                <c:pt idx="4224">
                  <c:v>0.95276405532846464</c:v>
                </c:pt>
                <c:pt idx="4225">
                  <c:v>0.95280268583754757</c:v>
                </c:pt>
                <c:pt idx="4226">
                  <c:v>0.95284129767736303</c:v>
                </c:pt>
                <c:pt idx="4227">
                  <c:v>0.95287987244127492</c:v>
                </c:pt>
                <c:pt idx="4228">
                  <c:v>0.95291844706631645</c:v>
                </c:pt>
                <c:pt idx="4229">
                  <c:v>0.95295698212023849</c:v>
                </c:pt>
                <c:pt idx="4230">
                  <c:v>0.95299551395224491</c:v>
                </c:pt>
                <c:pt idx="4231">
                  <c:v>0.95303400276397365</c:v>
                </c:pt>
                <c:pt idx="4232">
                  <c:v>0.95307236142361418</c:v>
                </c:pt>
                <c:pt idx="4233">
                  <c:v>0.95311067842152664</c:v>
                </c:pt>
                <c:pt idx="4234">
                  <c:v>0.95314897037993163</c:v>
                </c:pt>
                <c:pt idx="4235">
                  <c:v>0.95318721612116863</c:v>
                </c:pt>
                <c:pt idx="4236">
                  <c:v>0.95322545371757406</c:v>
                </c:pt>
                <c:pt idx="4237">
                  <c:v>0.95326367820870761</c:v>
                </c:pt>
                <c:pt idx="4238">
                  <c:v>0.95330187077861672</c:v>
                </c:pt>
                <c:pt idx="4239">
                  <c:v>0.95334005762157115</c:v>
                </c:pt>
                <c:pt idx="4240">
                  <c:v>0.9533781731627291</c:v>
                </c:pt>
                <c:pt idx="4241">
                  <c:v>0.95341627140719687</c:v>
                </c:pt>
                <c:pt idx="4242">
                  <c:v>0.95345435114238752</c:v>
                </c:pt>
                <c:pt idx="4243">
                  <c:v>0.953492426422066</c:v>
                </c:pt>
                <c:pt idx="4244">
                  <c:v>0.95353049963498171</c:v>
                </c:pt>
                <c:pt idx="4245">
                  <c:v>0.95356855824102049</c:v>
                </c:pt>
                <c:pt idx="4246">
                  <c:v>0.95360660259642982</c:v>
                </c:pt>
                <c:pt idx="4247">
                  <c:v>0.95364462530569294</c:v>
                </c:pt>
                <c:pt idx="4248">
                  <c:v>0.95368262555693539</c:v>
                </c:pt>
                <c:pt idx="4249">
                  <c:v>0.95372060403483394</c:v>
                </c:pt>
                <c:pt idx="4250">
                  <c:v>0.95375856423752714</c:v>
                </c:pt>
                <c:pt idx="4251">
                  <c:v>0.95379639760598522</c:v>
                </c:pt>
                <c:pt idx="4252">
                  <c:v>0.95383422046283961</c:v>
                </c:pt>
                <c:pt idx="4253">
                  <c:v>0.9538719790000697</c:v>
                </c:pt>
                <c:pt idx="4254">
                  <c:v>0.95390972124884565</c:v>
                </c:pt>
                <c:pt idx="4255">
                  <c:v>0.95394744608940885</c:v>
                </c:pt>
                <c:pt idx="4256">
                  <c:v>0.9539851619073163</c:v>
                </c:pt>
                <c:pt idx="4257">
                  <c:v>0.95402286186929797</c:v>
                </c:pt>
                <c:pt idx="4258">
                  <c:v>0.95406055490552877</c:v>
                </c:pt>
                <c:pt idx="4259">
                  <c:v>0.95409823313808972</c:v>
                </c:pt>
                <c:pt idx="4260">
                  <c:v>0.95413590702743367</c:v>
                </c:pt>
                <c:pt idx="4261">
                  <c:v>0.95417356259548791</c:v>
                </c:pt>
                <c:pt idx="4262">
                  <c:v>0.95421119532419763</c:v>
                </c:pt>
                <c:pt idx="4263">
                  <c:v>0.95424880194558048</c:v>
                </c:pt>
                <c:pt idx="4264">
                  <c:v>0.95428638028480317</c:v>
                </c:pt>
                <c:pt idx="4265">
                  <c:v>0.95432394043156055</c:v>
                </c:pt>
                <c:pt idx="4266">
                  <c:v>0.9543614957265929</c:v>
                </c:pt>
                <c:pt idx="4267">
                  <c:v>0.95439905040625361</c:v>
                </c:pt>
                <c:pt idx="4268">
                  <c:v>0.95443657087204092</c:v>
                </c:pt>
                <c:pt idx="4269">
                  <c:v>0.95447408090920349</c:v>
                </c:pt>
                <c:pt idx="4270">
                  <c:v>0.95451156461905651</c:v>
                </c:pt>
                <c:pt idx="4271">
                  <c:v>0.95454903157638626</c:v>
                </c:pt>
                <c:pt idx="4272">
                  <c:v>0.95458649800044459</c:v>
                </c:pt>
                <c:pt idx="4273">
                  <c:v>0.95462393995692141</c:v>
                </c:pt>
                <c:pt idx="4274">
                  <c:v>0.9546613752996006</c:v>
                </c:pt>
                <c:pt idx="4275">
                  <c:v>0.95469876332742765</c:v>
                </c:pt>
                <c:pt idx="4276">
                  <c:v>0.95473613003966828</c:v>
                </c:pt>
                <c:pt idx="4277">
                  <c:v>0.95477349061360306</c:v>
                </c:pt>
                <c:pt idx="4278">
                  <c:v>0.95481084829321472</c:v>
                </c:pt>
                <c:pt idx="4279">
                  <c:v>0.95484816853602661</c:v>
                </c:pt>
                <c:pt idx="4280">
                  <c:v>0.95488548821727992</c:v>
                </c:pt>
                <c:pt idx="4281">
                  <c:v>0.95492279882499553</c:v>
                </c:pt>
                <c:pt idx="4282">
                  <c:v>0.9549600991588606</c:v>
                </c:pt>
                <c:pt idx="4283">
                  <c:v>0.9549973654276841</c:v>
                </c:pt>
                <c:pt idx="4284">
                  <c:v>0.95503462251473925</c:v>
                </c:pt>
                <c:pt idx="4285">
                  <c:v>0.95507186880004868</c:v>
                </c:pt>
                <c:pt idx="4286">
                  <c:v>0.95510909467248095</c:v>
                </c:pt>
                <c:pt idx="4287">
                  <c:v>0.95514630621340502</c:v>
                </c:pt>
                <c:pt idx="4288">
                  <c:v>0.95518351650518063</c:v>
                </c:pt>
                <c:pt idx="4289">
                  <c:v>0.95522071980976053</c:v>
                </c:pt>
                <c:pt idx="4290">
                  <c:v>0.95525791841820984</c:v>
                </c:pt>
                <c:pt idx="4291">
                  <c:v>0.95529511268781209</c:v>
                </c:pt>
                <c:pt idx="4292">
                  <c:v>0.95533228553992466</c:v>
                </c:pt>
                <c:pt idx="4293">
                  <c:v>0.95536945372439364</c:v>
                </c:pt>
                <c:pt idx="4294">
                  <c:v>0.95540661680316863</c:v>
                </c:pt>
                <c:pt idx="4295">
                  <c:v>0.95544376452324609</c:v>
                </c:pt>
                <c:pt idx="4296">
                  <c:v>0.95548090378132355</c:v>
                </c:pt>
                <c:pt idx="4297">
                  <c:v>0.95551801956079263</c:v>
                </c:pt>
                <c:pt idx="4298">
                  <c:v>0.95555511437186769</c:v>
                </c:pt>
                <c:pt idx="4299">
                  <c:v>0.95559218004414459</c:v>
                </c:pt>
                <c:pt idx="4300">
                  <c:v>0.95562923273230038</c:v>
                </c:pt>
                <c:pt idx="4301">
                  <c:v>0.9556662852112503</c:v>
                </c:pt>
                <c:pt idx="4302">
                  <c:v>0.95570330993591357</c:v>
                </c:pt>
                <c:pt idx="4303">
                  <c:v>0.95574032148182664</c:v>
                </c:pt>
                <c:pt idx="4304">
                  <c:v>0.95577733135032972</c:v>
                </c:pt>
                <c:pt idx="4305">
                  <c:v>0.95581431164347552</c:v>
                </c:pt>
                <c:pt idx="4306">
                  <c:v>0.95585125134483018</c:v>
                </c:pt>
                <c:pt idx="4307">
                  <c:v>0.95588815069862765</c:v>
                </c:pt>
                <c:pt idx="4308">
                  <c:v>0.95592502948095071</c:v>
                </c:pt>
                <c:pt idx="4309">
                  <c:v>0.95596190132282333</c:v>
                </c:pt>
                <c:pt idx="4310">
                  <c:v>0.95599876095898972</c:v>
                </c:pt>
                <c:pt idx="4311">
                  <c:v>0.9560356197972355</c:v>
                </c:pt>
                <c:pt idx="4312">
                  <c:v>0.95607247044937893</c:v>
                </c:pt>
                <c:pt idx="4313">
                  <c:v>0.95610930366437619</c:v>
                </c:pt>
                <c:pt idx="4314">
                  <c:v>0.95614613460969577</c:v>
                </c:pt>
                <c:pt idx="4315">
                  <c:v>0.95618295256581165</c:v>
                </c:pt>
                <c:pt idx="4316">
                  <c:v>0.9562197555530606</c:v>
                </c:pt>
                <c:pt idx="4317">
                  <c:v>0.95625652209128287</c:v>
                </c:pt>
                <c:pt idx="4318">
                  <c:v>0.95629326151433569</c:v>
                </c:pt>
                <c:pt idx="4319">
                  <c:v>0.95632999735163182</c:v>
                </c:pt>
                <c:pt idx="4320">
                  <c:v>0.95636672364441377</c:v>
                </c:pt>
                <c:pt idx="4321">
                  <c:v>0.95640343956498763</c:v>
                </c:pt>
                <c:pt idx="4322">
                  <c:v>0.95644015310043962</c:v>
                </c:pt>
                <c:pt idx="4323">
                  <c:v>0.95647684860492799</c:v>
                </c:pt>
                <c:pt idx="4324">
                  <c:v>0.95651351426918763</c:v>
                </c:pt>
                <c:pt idx="4325">
                  <c:v>0.95655015886964956</c:v>
                </c:pt>
                <c:pt idx="4326">
                  <c:v>0.95658676984538016</c:v>
                </c:pt>
                <c:pt idx="4327">
                  <c:v>0.95662338044588102</c:v>
                </c:pt>
                <c:pt idx="4328">
                  <c:v>0.95665998174543898</c:v>
                </c:pt>
                <c:pt idx="4329">
                  <c:v>0.95669657417789444</c:v>
                </c:pt>
                <c:pt idx="4330">
                  <c:v>0.95673315425243199</c:v>
                </c:pt>
                <c:pt idx="4331">
                  <c:v>0.95676972751250711</c:v>
                </c:pt>
                <c:pt idx="4332">
                  <c:v>0.95680627953343866</c:v>
                </c:pt>
                <c:pt idx="4333">
                  <c:v>0.95684282754751504</c:v>
                </c:pt>
                <c:pt idx="4334">
                  <c:v>0.95687937083815178</c:v>
                </c:pt>
                <c:pt idx="4335">
                  <c:v>0.95691590929640535</c:v>
                </c:pt>
                <c:pt idx="4336">
                  <c:v>0.95695244215284669</c:v>
                </c:pt>
                <c:pt idx="4337">
                  <c:v>0.9569889727379165</c:v>
                </c:pt>
                <c:pt idx="4338">
                  <c:v>0.95702546806883215</c:v>
                </c:pt>
                <c:pt idx="4339">
                  <c:v>0.95706195819211581</c:v>
                </c:pt>
                <c:pt idx="4340">
                  <c:v>0.95709843921131055</c:v>
                </c:pt>
                <c:pt idx="4341">
                  <c:v>0.95713491053786981</c:v>
                </c:pt>
                <c:pt idx="4342">
                  <c:v>0.95717136900393551</c:v>
                </c:pt>
                <c:pt idx="4343">
                  <c:v>0.9572077968182886</c:v>
                </c:pt>
                <c:pt idx="4344">
                  <c:v>0.95724420824010825</c:v>
                </c:pt>
                <c:pt idx="4345">
                  <c:v>0.95728060033527362</c:v>
                </c:pt>
                <c:pt idx="4346">
                  <c:v>0.95731698678723187</c:v>
                </c:pt>
                <c:pt idx="4347">
                  <c:v>0.95735337275578969</c:v>
                </c:pt>
                <c:pt idx="4348">
                  <c:v>0.95738975429716822</c:v>
                </c:pt>
                <c:pt idx="4349">
                  <c:v>0.95742610711219167</c:v>
                </c:pt>
                <c:pt idx="4350">
                  <c:v>0.95746245320597367</c:v>
                </c:pt>
                <c:pt idx="4351">
                  <c:v>0.95749877332063171</c:v>
                </c:pt>
                <c:pt idx="4352">
                  <c:v>0.9575350853696265</c:v>
                </c:pt>
                <c:pt idx="4353">
                  <c:v>0.95757139090086252</c:v>
                </c:pt>
                <c:pt idx="4354">
                  <c:v>0.95760768134902363</c:v>
                </c:pt>
                <c:pt idx="4355">
                  <c:v>0.95764396946001362</c:v>
                </c:pt>
                <c:pt idx="4356">
                  <c:v>0.9576802520406269</c:v>
                </c:pt>
                <c:pt idx="4357">
                  <c:v>0.95771653366548792</c:v>
                </c:pt>
                <c:pt idx="4358">
                  <c:v>0.95775280362731563</c:v>
                </c:pt>
                <c:pt idx="4359">
                  <c:v>0.95778906143373077</c:v>
                </c:pt>
                <c:pt idx="4360">
                  <c:v>0.95782529644203196</c:v>
                </c:pt>
                <c:pt idx="4361">
                  <c:v>0.95786149738462056</c:v>
                </c:pt>
                <c:pt idx="4362">
                  <c:v>0.95789768430337385</c:v>
                </c:pt>
                <c:pt idx="4363">
                  <c:v>0.9579338695065811</c:v>
                </c:pt>
                <c:pt idx="4364">
                  <c:v>0.95797002207110216</c:v>
                </c:pt>
                <c:pt idx="4365">
                  <c:v>0.95800613211641061</c:v>
                </c:pt>
                <c:pt idx="4366">
                  <c:v>0.95804222930854765</c:v>
                </c:pt>
                <c:pt idx="4367">
                  <c:v>0.95807832278005955</c:v>
                </c:pt>
                <c:pt idx="4368">
                  <c:v>0.95811440864484065</c:v>
                </c:pt>
                <c:pt idx="4369">
                  <c:v>0.95815048921177171</c:v>
                </c:pt>
                <c:pt idx="4370">
                  <c:v>0.95818652631718571</c:v>
                </c:pt>
                <c:pt idx="4371">
                  <c:v>0.95822255940111434</c:v>
                </c:pt>
                <c:pt idx="4372">
                  <c:v>0.95825853322056664</c:v>
                </c:pt>
                <c:pt idx="4373">
                  <c:v>0.95829450197579225</c:v>
                </c:pt>
                <c:pt idx="4374">
                  <c:v>0.95833044006173296</c:v>
                </c:pt>
                <c:pt idx="4375">
                  <c:v>0.95836636341856241</c:v>
                </c:pt>
                <c:pt idx="4376">
                  <c:v>0.95840228164200958</c:v>
                </c:pt>
                <c:pt idx="4377">
                  <c:v>0.95843819914300787</c:v>
                </c:pt>
                <c:pt idx="4378">
                  <c:v>0.95847410829153212</c:v>
                </c:pt>
                <c:pt idx="4379">
                  <c:v>0.95851001312547346</c:v>
                </c:pt>
                <c:pt idx="4380">
                  <c:v>0.95854587083572362</c:v>
                </c:pt>
                <c:pt idx="4381">
                  <c:v>0.95858171980615448</c:v>
                </c:pt>
                <c:pt idx="4382">
                  <c:v>0.95861756431530776</c:v>
                </c:pt>
                <c:pt idx="4383">
                  <c:v>0.95865338168439163</c:v>
                </c:pt>
                <c:pt idx="4384">
                  <c:v>0.95868918857002861</c:v>
                </c:pt>
                <c:pt idx="4385">
                  <c:v>0.95872497190902561</c:v>
                </c:pt>
                <c:pt idx="4386">
                  <c:v>0.95876071213083824</c:v>
                </c:pt>
                <c:pt idx="4387">
                  <c:v>0.95879643745551901</c:v>
                </c:pt>
                <c:pt idx="4388">
                  <c:v>0.95883210949286457</c:v>
                </c:pt>
                <c:pt idx="4389">
                  <c:v>0.95886777163032577</c:v>
                </c:pt>
                <c:pt idx="4390">
                  <c:v>0.95890340195880164</c:v>
                </c:pt>
                <c:pt idx="4391">
                  <c:v>0.95893901789985925</c:v>
                </c:pt>
                <c:pt idx="4392">
                  <c:v>0.95897460618580799</c:v>
                </c:pt>
                <c:pt idx="4393">
                  <c:v>0.95901019232842977</c:v>
                </c:pt>
                <c:pt idx="4394">
                  <c:v>0.95904576032092625</c:v>
                </c:pt>
                <c:pt idx="4395">
                  <c:v>0.95908126092486023</c:v>
                </c:pt>
                <c:pt idx="4396">
                  <c:v>0.9591167473487916</c:v>
                </c:pt>
                <c:pt idx="4397">
                  <c:v>0.95915222071024175</c:v>
                </c:pt>
                <c:pt idx="4398">
                  <c:v>0.95918769312023322</c:v>
                </c:pt>
                <c:pt idx="4399">
                  <c:v>0.95922315547726156</c:v>
                </c:pt>
                <c:pt idx="4400">
                  <c:v>0.95925860323103074</c:v>
                </c:pt>
                <c:pt idx="4401">
                  <c:v>0.95929404790529405</c:v>
                </c:pt>
                <c:pt idx="4402">
                  <c:v>0.95932948042225907</c:v>
                </c:pt>
                <c:pt idx="4403">
                  <c:v>0.95936491129699053</c:v>
                </c:pt>
                <c:pt idx="4404">
                  <c:v>0.95940033447763651</c:v>
                </c:pt>
                <c:pt idx="4405">
                  <c:v>0.95943573266374849</c:v>
                </c:pt>
                <c:pt idx="4406">
                  <c:v>0.95947111899022619</c:v>
                </c:pt>
                <c:pt idx="4407">
                  <c:v>0.95950650111719049</c:v>
                </c:pt>
                <c:pt idx="4408">
                  <c:v>0.95954187134202162</c:v>
                </c:pt>
                <c:pt idx="4409">
                  <c:v>0.95957723296728525</c:v>
                </c:pt>
                <c:pt idx="4410">
                  <c:v>0.95961255990572958</c:v>
                </c:pt>
                <c:pt idx="4411">
                  <c:v>0.95964785086127402</c:v>
                </c:pt>
                <c:pt idx="4412">
                  <c:v>0.95968312844293657</c:v>
                </c:pt>
                <c:pt idx="4413">
                  <c:v>0.95971840115446361</c:v>
                </c:pt>
                <c:pt idx="4414">
                  <c:v>0.95975366724765399</c:v>
                </c:pt>
                <c:pt idx="4415">
                  <c:v>0.95978891906009189</c:v>
                </c:pt>
                <c:pt idx="4416">
                  <c:v>0.95982416980945851</c:v>
                </c:pt>
                <c:pt idx="4417">
                  <c:v>0.95985941798657104</c:v>
                </c:pt>
                <c:pt idx="4418">
                  <c:v>0.95989463332082825</c:v>
                </c:pt>
                <c:pt idx="4419">
                  <c:v>0.95992980211876844</c:v>
                </c:pt>
                <c:pt idx="4420">
                  <c:v>0.95996496132544751</c:v>
                </c:pt>
                <c:pt idx="4421">
                  <c:v>0.96000011811257224</c:v>
                </c:pt>
                <c:pt idx="4422">
                  <c:v>0.96003527439236969</c:v>
                </c:pt>
                <c:pt idx="4423">
                  <c:v>0.96007041579521668</c:v>
                </c:pt>
                <c:pt idx="4424">
                  <c:v>0.96010551620518991</c:v>
                </c:pt>
                <c:pt idx="4425">
                  <c:v>0.96014060763436115</c:v>
                </c:pt>
                <c:pt idx="4426">
                  <c:v>0.96017569473984665</c:v>
                </c:pt>
                <c:pt idx="4427">
                  <c:v>0.96021075033245951</c:v>
                </c:pt>
                <c:pt idx="4428">
                  <c:v>0.96024578518135406</c:v>
                </c:pt>
                <c:pt idx="4429">
                  <c:v>0.9602808069657186</c:v>
                </c:pt>
                <c:pt idx="4430">
                  <c:v>0.9603158123997817</c:v>
                </c:pt>
                <c:pt idx="4431">
                  <c:v>0.9603508178272907</c:v>
                </c:pt>
                <c:pt idx="4432">
                  <c:v>0.96038581419788172</c:v>
                </c:pt>
                <c:pt idx="4433">
                  <c:v>0.9604207919109975</c:v>
                </c:pt>
                <c:pt idx="4434">
                  <c:v>0.96045576431996049</c:v>
                </c:pt>
                <c:pt idx="4435">
                  <c:v>0.96049072969745641</c:v>
                </c:pt>
                <c:pt idx="4436">
                  <c:v>0.96052569090703543</c:v>
                </c:pt>
                <c:pt idx="4437">
                  <c:v>0.9605606506905775</c:v>
                </c:pt>
                <c:pt idx="4438">
                  <c:v>0.96059560337884675</c:v>
                </c:pt>
                <c:pt idx="4439">
                  <c:v>0.96063053555960964</c:v>
                </c:pt>
                <c:pt idx="4440">
                  <c:v>0.96066545057576191</c:v>
                </c:pt>
                <c:pt idx="4441">
                  <c:v>0.96070034405587224</c:v>
                </c:pt>
                <c:pt idx="4442">
                  <c:v>0.96073523620614121</c:v>
                </c:pt>
                <c:pt idx="4443">
                  <c:v>0.9607701263101559</c:v>
                </c:pt>
                <c:pt idx="4444">
                  <c:v>0.96080501294245568</c:v>
                </c:pt>
                <c:pt idx="4445">
                  <c:v>0.96083988949707899</c:v>
                </c:pt>
                <c:pt idx="4446">
                  <c:v>0.96087475543146794</c:v>
                </c:pt>
                <c:pt idx="4447">
                  <c:v>0.96090961288890286</c:v>
                </c:pt>
                <c:pt idx="4448">
                  <c:v>0.96094442812249936</c:v>
                </c:pt>
                <c:pt idx="4449">
                  <c:v>0.96097923826285037</c:v>
                </c:pt>
                <c:pt idx="4450">
                  <c:v>0.96101402507238398</c:v>
                </c:pt>
                <c:pt idx="4451">
                  <c:v>0.96104878422812146</c:v>
                </c:pt>
                <c:pt idx="4452">
                  <c:v>0.9610835407914331</c:v>
                </c:pt>
                <c:pt idx="4453">
                  <c:v>0.96111829718914665</c:v>
                </c:pt>
                <c:pt idx="4454">
                  <c:v>0.96115304637673615</c:v>
                </c:pt>
                <c:pt idx="4455">
                  <c:v>0.96118778319554266</c:v>
                </c:pt>
                <c:pt idx="4456">
                  <c:v>0.96122249491066258</c:v>
                </c:pt>
                <c:pt idx="4457">
                  <c:v>0.96125719772101326</c:v>
                </c:pt>
                <c:pt idx="4458">
                  <c:v>0.96129189930645764</c:v>
                </c:pt>
                <c:pt idx="4459">
                  <c:v>0.96132658290151052</c:v>
                </c:pt>
                <c:pt idx="4460">
                  <c:v>0.96136126361482765</c:v>
                </c:pt>
                <c:pt idx="4461">
                  <c:v>0.96139593198373263</c:v>
                </c:pt>
                <c:pt idx="4462">
                  <c:v>0.96143059910879369</c:v>
                </c:pt>
                <c:pt idx="4463">
                  <c:v>0.96146526126716647</c:v>
                </c:pt>
                <c:pt idx="4464">
                  <c:v>0.96149990010818276</c:v>
                </c:pt>
                <c:pt idx="4465">
                  <c:v>0.96153453505246356</c:v>
                </c:pt>
                <c:pt idx="4466">
                  <c:v>0.96156911392704458</c:v>
                </c:pt>
                <c:pt idx="4467">
                  <c:v>0.96160367274208913</c:v>
                </c:pt>
                <c:pt idx="4468">
                  <c:v>0.96163822080881622</c:v>
                </c:pt>
                <c:pt idx="4469">
                  <c:v>0.96167276743596819</c:v>
                </c:pt>
                <c:pt idx="4470">
                  <c:v>0.96170729219225171</c:v>
                </c:pt>
                <c:pt idx="4471">
                  <c:v>0.96174180945023313</c:v>
                </c:pt>
                <c:pt idx="4472">
                  <c:v>0.96177629991083968</c:v>
                </c:pt>
                <c:pt idx="4473">
                  <c:v>0.96181078574863832</c:v>
                </c:pt>
                <c:pt idx="4474">
                  <c:v>0.96184526404546722</c:v>
                </c:pt>
                <c:pt idx="4475">
                  <c:v>0.96187973368732782</c:v>
                </c:pt>
                <c:pt idx="4476">
                  <c:v>0.96191419492768859</c:v>
                </c:pt>
                <c:pt idx="4477">
                  <c:v>0.96194864995495521</c:v>
                </c:pt>
                <c:pt idx="4478">
                  <c:v>0.96198308860812265</c:v>
                </c:pt>
                <c:pt idx="4479">
                  <c:v>0.96201746614031303</c:v>
                </c:pt>
                <c:pt idx="4480">
                  <c:v>0.9620517947141447</c:v>
                </c:pt>
                <c:pt idx="4481">
                  <c:v>0.96208608674969476</c:v>
                </c:pt>
                <c:pt idx="4482">
                  <c:v>0.9621203742992519</c:v>
                </c:pt>
                <c:pt idx="4483">
                  <c:v>0.962154615339192</c:v>
                </c:pt>
                <c:pt idx="4484">
                  <c:v>0.96218884930492232</c:v>
                </c:pt>
                <c:pt idx="4485">
                  <c:v>0.962223069289878</c:v>
                </c:pt>
                <c:pt idx="4486">
                  <c:v>0.96225721554597365</c:v>
                </c:pt>
                <c:pt idx="4487">
                  <c:v>0.96229135051330816</c:v>
                </c:pt>
                <c:pt idx="4488">
                  <c:v>0.96232545438768891</c:v>
                </c:pt>
                <c:pt idx="4489">
                  <c:v>0.96235954254544365</c:v>
                </c:pt>
                <c:pt idx="4490">
                  <c:v>0.96239360554102094</c:v>
                </c:pt>
                <c:pt idx="4491">
                  <c:v>0.96242764196080188</c:v>
                </c:pt>
                <c:pt idx="4492">
                  <c:v>0.96246165549788965</c:v>
                </c:pt>
                <c:pt idx="4493">
                  <c:v>0.96249557811889785</c:v>
                </c:pt>
                <c:pt idx="4494">
                  <c:v>0.96252942704688305</c:v>
                </c:pt>
                <c:pt idx="4495">
                  <c:v>0.9625632452729751</c:v>
                </c:pt>
                <c:pt idx="4496">
                  <c:v>0.96259703085575787</c:v>
                </c:pt>
                <c:pt idx="4497">
                  <c:v>0.96263081172179465</c:v>
                </c:pt>
                <c:pt idx="4498">
                  <c:v>0.96266458982293535</c:v>
                </c:pt>
                <c:pt idx="4499">
                  <c:v>0.9626983658353675</c:v>
                </c:pt>
                <c:pt idx="4500">
                  <c:v>0.96273213080457665</c:v>
                </c:pt>
                <c:pt idx="4501">
                  <c:v>0.96276581389884131</c:v>
                </c:pt>
                <c:pt idx="4502">
                  <c:v>0.96279949329279912</c:v>
                </c:pt>
                <c:pt idx="4503">
                  <c:v>0.96283316180951029</c:v>
                </c:pt>
                <c:pt idx="4504">
                  <c:v>0.9628668241278584</c:v>
                </c:pt>
                <c:pt idx="4505">
                  <c:v>0.96290047166187909</c:v>
                </c:pt>
                <c:pt idx="4506">
                  <c:v>0.96293410283501979</c:v>
                </c:pt>
                <c:pt idx="4507">
                  <c:v>0.96296772268613062</c:v>
                </c:pt>
                <c:pt idx="4508">
                  <c:v>0.9630013048630367</c:v>
                </c:pt>
                <c:pt idx="4509">
                  <c:v>0.9630348541323106</c:v>
                </c:pt>
                <c:pt idx="4510">
                  <c:v>0.96306833217018428</c:v>
                </c:pt>
                <c:pt idx="4511">
                  <c:v>0.96310178186910411</c:v>
                </c:pt>
                <c:pt idx="4512">
                  <c:v>0.96313521956051851</c:v>
                </c:pt>
                <c:pt idx="4513">
                  <c:v>0.96316860158518058</c:v>
                </c:pt>
                <c:pt idx="4514">
                  <c:v>0.96320190884150803</c:v>
                </c:pt>
                <c:pt idx="4515">
                  <c:v>0.96323520424230169</c:v>
                </c:pt>
                <c:pt idx="4516">
                  <c:v>0.96326846666275634</c:v>
                </c:pt>
                <c:pt idx="4517">
                  <c:v>0.96330171273711784</c:v>
                </c:pt>
                <c:pt idx="4518">
                  <c:v>0.96333494779573758</c:v>
                </c:pt>
                <c:pt idx="4519">
                  <c:v>0.96336817665498864</c:v>
                </c:pt>
                <c:pt idx="4520">
                  <c:v>0.96340135721700404</c:v>
                </c:pt>
                <c:pt idx="4521">
                  <c:v>0.96343448560680822</c:v>
                </c:pt>
                <c:pt idx="4522">
                  <c:v>0.96346760522784247</c:v>
                </c:pt>
                <c:pt idx="4523">
                  <c:v>0.96350071316855113</c:v>
                </c:pt>
                <c:pt idx="4524">
                  <c:v>0.9635338120367406</c:v>
                </c:pt>
                <c:pt idx="4525">
                  <c:v>0.96356689003115059</c:v>
                </c:pt>
                <c:pt idx="4526">
                  <c:v>0.96359996713127161</c:v>
                </c:pt>
                <c:pt idx="4527">
                  <c:v>0.96363303181667093</c:v>
                </c:pt>
                <c:pt idx="4528">
                  <c:v>0.96366606203401362</c:v>
                </c:pt>
                <c:pt idx="4529">
                  <c:v>0.96369907371041008</c:v>
                </c:pt>
                <c:pt idx="4530">
                  <c:v>0.9637320748578998</c:v>
                </c:pt>
                <c:pt idx="4531">
                  <c:v>0.96376507055355765</c:v>
                </c:pt>
                <c:pt idx="4532">
                  <c:v>0.96379805822696363</c:v>
                </c:pt>
                <c:pt idx="4533">
                  <c:v>0.96383100455173265</c:v>
                </c:pt>
                <c:pt idx="4534">
                  <c:v>0.96386394591736135</c:v>
                </c:pt>
                <c:pt idx="4535">
                  <c:v>0.96389688332698564</c:v>
                </c:pt>
                <c:pt idx="4536">
                  <c:v>0.96392974810113463</c:v>
                </c:pt>
                <c:pt idx="4537">
                  <c:v>0.96396260093263619</c:v>
                </c:pt>
                <c:pt idx="4538">
                  <c:v>0.96399542453364173</c:v>
                </c:pt>
                <c:pt idx="4539">
                  <c:v>0.964028221620016</c:v>
                </c:pt>
                <c:pt idx="4540">
                  <c:v>0.96406101199724359</c:v>
                </c:pt>
                <c:pt idx="4541">
                  <c:v>0.96409376620629861</c:v>
                </c:pt>
                <c:pt idx="4542">
                  <c:v>0.96412645832735544</c:v>
                </c:pt>
                <c:pt idx="4543">
                  <c:v>0.96415914195362851</c:v>
                </c:pt>
                <c:pt idx="4544">
                  <c:v>0.96419179697493562</c:v>
                </c:pt>
                <c:pt idx="4545">
                  <c:v>0.96422444184446732</c:v>
                </c:pt>
                <c:pt idx="4546">
                  <c:v>0.9642570787572633</c:v>
                </c:pt>
                <c:pt idx="4547">
                  <c:v>0.96428971407299313</c:v>
                </c:pt>
                <c:pt idx="4548">
                  <c:v>0.9643223438681372</c:v>
                </c:pt>
                <c:pt idx="4549">
                  <c:v>0.96435495394428161</c:v>
                </c:pt>
                <c:pt idx="4550">
                  <c:v>0.96438756398916459</c:v>
                </c:pt>
                <c:pt idx="4551">
                  <c:v>0.96442017153341264</c:v>
                </c:pt>
                <c:pt idx="4552">
                  <c:v>0.96445277368106586</c:v>
                </c:pt>
                <c:pt idx="4553">
                  <c:v>0.96448536396908735</c:v>
                </c:pt>
                <c:pt idx="4554">
                  <c:v>0.96451793322338364</c:v>
                </c:pt>
                <c:pt idx="4555">
                  <c:v>0.9645504800514092</c:v>
                </c:pt>
                <c:pt idx="4556">
                  <c:v>0.96458301905156152</c:v>
                </c:pt>
                <c:pt idx="4557">
                  <c:v>0.96461554810689565</c:v>
                </c:pt>
                <c:pt idx="4558">
                  <c:v>0.96464805636780004</c:v>
                </c:pt>
                <c:pt idx="4559">
                  <c:v>0.96468053509354823</c:v>
                </c:pt>
                <c:pt idx="4560">
                  <c:v>0.96471297989872451</c:v>
                </c:pt>
                <c:pt idx="4561">
                  <c:v>0.96474537932313276</c:v>
                </c:pt>
                <c:pt idx="4562">
                  <c:v>0.96477776721513764</c:v>
                </c:pt>
                <c:pt idx="4563">
                  <c:v>0.96481015066051523</c:v>
                </c:pt>
                <c:pt idx="4564">
                  <c:v>0.96484248975351561</c:v>
                </c:pt>
                <c:pt idx="4565">
                  <c:v>0.96487481263663</c:v>
                </c:pt>
                <c:pt idx="4566">
                  <c:v>0.96490713059251465</c:v>
                </c:pt>
                <c:pt idx="4567">
                  <c:v>0.96493941815633177</c:v>
                </c:pt>
                <c:pt idx="4568">
                  <c:v>0.96497169448393205</c:v>
                </c:pt>
                <c:pt idx="4569">
                  <c:v>0.96500396568393132</c:v>
                </c:pt>
                <c:pt idx="4570">
                  <c:v>0.96503623397170069</c:v>
                </c:pt>
                <c:pt idx="4571">
                  <c:v>0.9650685003170385</c:v>
                </c:pt>
                <c:pt idx="4572">
                  <c:v>0.96510076073986029</c:v>
                </c:pt>
                <c:pt idx="4573">
                  <c:v>0.96513299864536628</c:v>
                </c:pt>
                <c:pt idx="4574">
                  <c:v>0.96516523637859053</c:v>
                </c:pt>
                <c:pt idx="4575">
                  <c:v>0.96519746239120685</c:v>
                </c:pt>
                <c:pt idx="4576">
                  <c:v>0.9652296825958343</c:v>
                </c:pt>
                <c:pt idx="4577">
                  <c:v>0.96526189633839998</c:v>
                </c:pt>
                <c:pt idx="4578">
                  <c:v>0.96529409872011263</c:v>
                </c:pt>
                <c:pt idx="4579">
                  <c:v>0.96532629424089789</c:v>
                </c:pt>
                <c:pt idx="4580">
                  <c:v>0.96535846969013062</c:v>
                </c:pt>
                <c:pt idx="4581">
                  <c:v>0.96539064337886493</c:v>
                </c:pt>
                <c:pt idx="4582">
                  <c:v>0.96542280099623556</c:v>
                </c:pt>
                <c:pt idx="4583">
                  <c:v>0.96545492778422159</c:v>
                </c:pt>
                <c:pt idx="4584">
                  <c:v>0.96548701532741754</c:v>
                </c:pt>
                <c:pt idx="4585">
                  <c:v>0.96551906960439904</c:v>
                </c:pt>
                <c:pt idx="4586">
                  <c:v>0.96555111169922869</c:v>
                </c:pt>
                <c:pt idx="4587">
                  <c:v>0.96558313074307922</c:v>
                </c:pt>
                <c:pt idx="4588">
                  <c:v>0.96561513936558363</c:v>
                </c:pt>
                <c:pt idx="4589">
                  <c:v>0.96564714347895075</c:v>
                </c:pt>
                <c:pt idx="4590">
                  <c:v>0.96567911248159866</c:v>
                </c:pt>
                <c:pt idx="4591">
                  <c:v>0.96571106920605188</c:v>
                </c:pt>
                <c:pt idx="4592">
                  <c:v>0.96574300815075764</c:v>
                </c:pt>
                <c:pt idx="4593">
                  <c:v>0.96577494079676618</c:v>
                </c:pt>
                <c:pt idx="4594">
                  <c:v>0.96580686787315773</c:v>
                </c:pt>
                <c:pt idx="4595">
                  <c:v>0.96583879288703722</c:v>
                </c:pt>
                <c:pt idx="4596">
                  <c:v>0.96587071371233968</c:v>
                </c:pt>
                <c:pt idx="4597">
                  <c:v>0.965902592743769</c:v>
                </c:pt>
                <c:pt idx="4598">
                  <c:v>0.96593446792730719</c:v>
                </c:pt>
                <c:pt idx="4599">
                  <c:v>0.96596633444268509</c:v>
                </c:pt>
                <c:pt idx="4600">
                  <c:v>0.96599816810504568</c:v>
                </c:pt>
                <c:pt idx="4601">
                  <c:v>0.96602998848455957</c:v>
                </c:pt>
                <c:pt idx="4602">
                  <c:v>0.96606177815756733</c:v>
                </c:pt>
                <c:pt idx="4603">
                  <c:v>0.96609354486634957</c:v>
                </c:pt>
                <c:pt idx="4604">
                  <c:v>0.96612525729707499</c:v>
                </c:pt>
                <c:pt idx="4605">
                  <c:v>0.96615696916925065</c:v>
                </c:pt>
                <c:pt idx="4606">
                  <c:v>0.96618867386554863</c:v>
                </c:pt>
                <c:pt idx="4607">
                  <c:v>0.96622037802761751</c:v>
                </c:pt>
                <c:pt idx="4608">
                  <c:v>0.96625207763941323</c:v>
                </c:pt>
                <c:pt idx="4609">
                  <c:v>0.96628377589410397</c:v>
                </c:pt>
                <c:pt idx="4610">
                  <c:v>0.96631546648746669</c:v>
                </c:pt>
                <c:pt idx="4611">
                  <c:v>0.96634712508147769</c:v>
                </c:pt>
                <c:pt idx="4612">
                  <c:v>0.9663787762431113</c:v>
                </c:pt>
                <c:pt idx="4613">
                  <c:v>0.96641041846439002</c:v>
                </c:pt>
                <c:pt idx="4614">
                  <c:v>0.96644205514570869</c:v>
                </c:pt>
                <c:pt idx="4615">
                  <c:v>0.96647368004810064</c:v>
                </c:pt>
                <c:pt idx="4616">
                  <c:v>0.96650529355120041</c:v>
                </c:pt>
                <c:pt idx="4617">
                  <c:v>0.96653686890097756</c:v>
                </c:pt>
                <c:pt idx="4618">
                  <c:v>0.96656844384782858</c:v>
                </c:pt>
                <c:pt idx="4619">
                  <c:v>0.96660001152069308</c:v>
                </c:pt>
                <c:pt idx="4620">
                  <c:v>0.9666315724365766</c:v>
                </c:pt>
                <c:pt idx="4621">
                  <c:v>0.96666312887592487</c:v>
                </c:pt>
                <c:pt idx="4622">
                  <c:v>0.96669463621116569</c:v>
                </c:pt>
                <c:pt idx="4623">
                  <c:v>0.96672613619388637</c:v>
                </c:pt>
                <c:pt idx="4624">
                  <c:v>0.96675763606845455</c:v>
                </c:pt>
                <c:pt idx="4625">
                  <c:v>0.96678913229893226</c:v>
                </c:pt>
                <c:pt idx="4626">
                  <c:v>0.96682062632229815</c:v>
                </c:pt>
                <c:pt idx="4627">
                  <c:v>0.96685211473001176</c:v>
                </c:pt>
                <c:pt idx="4628">
                  <c:v>0.96688359017739589</c:v>
                </c:pt>
                <c:pt idx="4629">
                  <c:v>0.96691502321798661</c:v>
                </c:pt>
                <c:pt idx="4630">
                  <c:v>0.9669464348568606</c:v>
                </c:pt>
                <c:pt idx="4631">
                  <c:v>0.96697782554475165</c:v>
                </c:pt>
                <c:pt idx="4632">
                  <c:v>0.96700920858159989</c:v>
                </c:pt>
                <c:pt idx="4633">
                  <c:v>0.96704058572884144</c:v>
                </c:pt>
                <c:pt idx="4634">
                  <c:v>0.9670719583038796</c:v>
                </c:pt>
                <c:pt idx="4635">
                  <c:v>0.96710332499056328</c:v>
                </c:pt>
                <c:pt idx="4636">
                  <c:v>0.96713466739461962</c:v>
                </c:pt>
                <c:pt idx="4637">
                  <c:v>0.96716600621643101</c:v>
                </c:pt>
                <c:pt idx="4638">
                  <c:v>0.96719734413319558</c:v>
                </c:pt>
                <c:pt idx="4639">
                  <c:v>0.96722860137560063</c:v>
                </c:pt>
                <c:pt idx="4640">
                  <c:v>0.96725985405495063</c:v>
                </c:pt>
                <c:pt idx="4641">
                  <c:v>0.96729110367883853</c:v>
                </c:pt>
                <c:pt idx="4642">
                  <c:v>0.96732233572472548</c:v>
                </c:pt>
                <c:pt idx="4643">
                  <c:v>0.96735355536785128</c:v>
                </c:pt>
                <c:pt idx="4644">
                  <c:v>0.96738477338316764</c:v>
                </c:pt>
                <c:pt idx="4645">
                  <c:v>0.96741592854762259</c:v>
                </c:pt>
                <c:pt idx="4646">
                  <c:v>0.96744706624014665</c:v>
                </c:pt>
                <c:pt idx="4647">
                  <c:v>0.96747818229145321</c:v>
                </c:pt>
                <c:pt idx="4648">
                  <c:v>0.96750929759147952</c:v>
                </c:pt>
                <c:pt idx="4649">
                  <c:v>0.96754040315049494</c:v>
                </c:pt>
                <c:pt idx="4650">
                  <c:v>0.96757149965824985</c:v>
                </c:pt>
                <c:pt idx="4651">
                  <c:v>0.96760259216569955</c:v>
                </c:pt>
                <c:pt idx="4652">
                  <c:v>0.96763367024492564</c:v>
                </c:pt>
                <c:pt idx="4653">
                  <c:v>0.96766473925867691</c:v>
                </c:pt>
                <c:pt idx="4654">
                  <c:v>0.96769579519311222</c:v>
                </c:pt>
                <c:pt idx="4655">
                  <c:v>0.96772684691173561</c:v>
                </c:pt>
                <c:pt idx="4656">
                  <c:v>0.96775789204868512</c:v>
                </c:pt>
                <c:pt idx="4657">
                  <c:v>0.9677889357949756</c:v>
                </c:pt>
                <c:pt idx="4658">
                  <c:v>0.96781993374766917</c:v>
                </c:pt>
                <c:pt idx="4659">
                  <c:v>0.96785093149906964</c:v>
                </c:pt>
                <c:pt idx="4660">
                  <c:v>0.96788189307451411</c:v>
                </c:pt>
                <c:pt idx="4661">
                  <c:v>0.96791282339637663</c:v>
                </c:pt>
                <c:pt idx="4662">
                  <c:v>0.96794375063066262</c:v>
                </c:pt>
                <c:pt idx="4663">
                  <c:v>0.96797466383152364</c:v>
                </c:pt>
                <c:pt idx="4664">
                  <c:v>0.96800555586326176</c:v>
                </c:pt>
                <c:pt idx="4665">
                  <c:v>0.96803643689915075</c:v>
                </c:pt>
                <c:pt idx="4666">
                  <c:v>0.9680672716294636</c:v>
                </c:pt>
                <c:pt idx="4667">
                  <c:v>0.96809810420247944</c:v>
                </c:pt>
                <c:pt idx="4668">
                  <c:v>0.96812893159450486</c:v>
                </c:pt>
                <c:pt idx="4669">
                  <c:v>0.96815974801368565</c:v>
                </c:pt>
                <c:pt idx="4670">
                  <c:v>0.96819053882650263</c:v>
                </c:pt>
                <c:pt idx="4671">
                  <c:v>0.96822132613559853</c:v>
                </c:pt>
                <c:pt idx="4672">
                  <c:v>0.96825207409040315</c:v>
                </c:pt>
                <c:pt idx="4673">
                  <c:v>0.96828281456945764</c:v>
                </c:pt>
                <c:pt idx="4674">
                  <c:v>0.96831353631173112</c:v>
                </c:pt>
                <c:pt idx="4675">
                  <c:v>0.96834425726519258</c:v>
                </c:pt>
                <c:pt idx="4676">
                  <c:v>0.96837496725120653</c:v>
                </c:pt>
                <c:pt idx="4677">
                  <c:v>0.96840566705805664</c:v>
                </c:pt>
                <c:pt idx="4678">
                  <c:v>0.96843636621355478</c:v>
                </c:pt>
                <c:pt idx="4679">
                  <c:v>0.9684670580220105</c:v>
                </c:pt>
                <c:pt idx="4680">
                  <c:v>0.96849772262207312</c:v>
                </c:pt>
                <c:pt idx="4681">
                  <c:v>0.96852836813525056</c:v>
                </c:pt>
                <c:pt idx="4682">
                  <c:v>0.9685590101412056</c:v>
                </c:pt>
                <c:pt idx="4683">
                  <c:v>0.96858965063537772</c:v>
                </c:pt>
                <c:pt idx="4684">
                  <c:v>0.96862029044904263</c:v>
                </c:pt>
                <c:pt idx="4685">
                  <c:v>0.96865092538191466</c:v>
                </c:pt>
                <c:pt idx="4686">
                  <c:v>0.96868156008731243</c:v>
                </c:pt>
                <c:pt idx="4687">
                  <c:v>0.96871219227740291</c:v>
                </c:pt>
                <c:pt idx="4688">
                  <c:v>0.96874280340374108</c:v>
                </c:pt>
                <c:pt idx="4689">
                  <c:v>0.96877341169091924</c:v>
                </c:pt>
                <c:pt idx="4690">
                  <c:v>0.96880400249948373</c:v>
                </c:pt>
                <c:pt idx="4691">
                  <c:v>0.96883459132508165</c:v>
                </c:pt>
                <c:pt idx="4692">
                  <c:v>0.96886515505255233</c:v>
                </c:pt>
                <c:pt idx="4693">
                  <c:v>0.96889571359008186</c:v>
                </c:pt>
                <c:pt idx="4694">
                  <c:v>0.96892619522555268</c:v>
                </c:pt>
                <c:pt idx="4695">
                  <c:v>0.96895666722758889</c:v>
                </c:pt>
                <c:pt idx="4696">
                  <c:v>0.9689871154130697</c:v>
                </c:pt>
                <c:pt idx="4697">
                  <c:v>0.96901755919034749</c:v>
                </c:pt>
                <c:pt idx="4698">
                  <c:v>0.96904799995450663</c:v>
                </c:pt>
                <c:pt idx="4699">
                  <c:v>0.9690784382931632</c:v>
                </c:pt>
                <c:pt idx="4700">
                  <c:v>0.96910885614765063</c:v>
                </c:pt>
                <c:pt idx="4701">
                  <c:v>0.96913924524505413</c:v>
                </c:pt>
                <c:pt idx="4702">
                  <c:v>0.96916962103950488</c:v>
                </c:pt>
                <c:pt idx="4703">
                  <c:v>0.96919998338419888</c:v>
                </c:pt>
                <c:pt idx="4704">
                  <c:v>0.96923031591480635</c:v>
                </c:pt>
                <c:pt idx="4705">
                  <c:v>0.96926064458298167</c:v>
                </c:pt>
                <c:pt idx="4706">
                  <c:v>0.96929096763532563</c:v>
                </c:pt>
                <c:pt idx="4707">
                  <c:v>0.96932127334760465</c:v>
                </c:pt>
                <c:pt idx="4708">
                  <c:v>0.96935155017195607</c:v>
                </c:pt>
                <c:pt idx="4709">
                  <c:v>0.96938179245055645</c:v>
                </c:pt>
                <c:pt idx="4710">
                  <c:v>0.9694120345387317</c:v>
                </c:pt>
                <c:pt idx="4711">
                  <c:v>0.96944225878947665</c:v>
                </c:pt>
                <c:pt idx="4712">
                  <c:v>0.9694724411754736</c:v>
                </c:pt>
                <c:pt idx="4713">
                  <c:v>0.9695026061066867</c:v>
                </c:pt>
                <c:pt idx="4714">
                  <c:v>0.96953276733252158</c:v>
                </c:pt>
                <c:pt idx="4715">
                  <c:v>0.9695629275404295</c:v>
                </c:pt>
                <c:pt idx="4716">
                  <c:v>0.96959308378497322</c:v>
                </c:pt>
                <c:pt idx="4717">
                  <c:v>0.96962323767770953</c:v>
                </c:pt>
                <c:pt idx="4718">
                  <c:v>0.96965338563898762</c:v>
                </c:pt>
                <c:pt idx="4719">
                  <c:v>0.96968352910420041</c:v>
                </c:pt>
                <c:pt idx="4720">
                  <c:v>0.96971364602767662</c:v>
                </c:pt>
                <c:pt idx="4721">
                  <c:v>0.9697436992927686</c:v>
                </c:pt>
                <c:pt idx="4722">
                  <c:v>0.96977374830731811</c:v>
                </c:pt>
                <c:pt idx="4723">
                  <c:v>0.96980378097944697</c:v>
                </c:pt>
                <c:pt idx="4724">
                  <c:v>0.96983380234166194</c:v>
                </c:pt>
                <c:pt idx="4725">
                  <c:v>0.96986381921575215</c:v>
                </c:pt>
                <c:pt idx="4726">
                  <c:v>0.96989381441729872</c:v>
                </c:pt>
                <c:pt idx="4727">
                  <c:v>0.96992380506209863</c:v>
                </c:pt>
                <c:pt idx="4728">
                  <c:v>0.96995375380197701</c:v>
                </c:pt>
                <c:pt idx="4729">
                  <c:v>0.96998368181802286</c:v>
                </c:pt>
                <c:pt idx="4730">
                  <c:v>0.97001357121639853</c:v>
                </c:pt>
                <c:pt idx="4731">
                  <c:v>0.97004344535462883</c:v>
                </c:pt>
                <c:pt idx="4732">
                  <c:v>0.97007331221145265</c:v>
                </c:pt>
                <c:pt idx="4733">
                  <c:v>0.97010309725637922</c:v>
                </c:pt>
                <c:pt idx="4734">
                  <c:v>0.97013286430724799</c:v>
                </c:pt>
                <c:pt idx="4735">
                  <c:v>0.97016261051511965</c:v>
                </c:pt>
                <c:pt idx="4736">
                  <c:v>0.97019229688815989</c:v>
                </c:pt>
                <c:pt idx="4737">
                  <c:v>0.97022194409852502</c:v>
                </c:pt>
                <c:pt idx="4738">
                  <c:v>0.97025157501873383</c:v>
                </c:pt>
                <c:pt idx="4739">
                  <c:v>0.97028119262340773</c:v>
                </c:pt>
                <c:pt idx="4740">
                  <c:v>0.97031079360117978</c:v>
                </c:pt>
                <c:pt idx="4741">
                  <c:v>0.97034039125502969</c:v>
                </c:pt>
                <c:pt idx="4742">
                  <c:v>0.97036997109610368</c:v>
                </c:pt>
                <c:pt idx="4743">
                  <c:v>0.97039954758294023</c:v>
                </c:pt>
                <c:pt idx="4744">
                  <c:v>0.97042910838658036</c:v>
                </c:pt>
                <c:pt idx="4745">
                  <c:v>0.97045866696654914</c:v>
                </c:pt>
                <c:pt idx="4746">
                  <c:v>0.97048822273045621</c:v>
                </c:pt>
                <c:pt idx="4747">
                  <c:v>0.97051774316945916</c:v>
                </c:pt>
                <c:pt idx="4748">
                  <c:v>0.97054723708971335</c:v>
                </c:pt>
                <c:pt idx="4749">
                  <c:v>0.97057672471590295</c:v>
                </c:pt>
                <c:pt idx="4750">
                  <c:v>0.97060617449284869</c:v>
                </c:pt>
                <c:pt idx="4751">
                  <c:v>0.97063559736488469</c:v>
                </c:pt>
                <c:pt idx="4752">
                  <c:v>0.97066501246526649</c:v>
                </c:pt>
                <c:pt idx="4753">
                  <c:v>0.9706944243557879</c:v>
                </c:pt>
                <c:pt idx="4754">
                  <c:v>0.97072382345969499</c:v>
                </c:pt>
                <c:pt idx="4755">
                  <c:v>0.97075321674996973</c:v>
                </c:pt>
                <c:pt idx="4756">
                  <c:v>0.97078258781060756</c:v>
                </c:pt>
                <c:pt idx="4757">
                  <c:v>0.97081194174415131</c:v>
                </c:pt>
                <c:pt idx="4758">
                  <c:v>0.97084127332587877</c:v>
                </c:pt>
                <c:pt idx="4759">
                  <c:v>0.97087056547702433</c:v>
                </c:pt>
                <c:pt idx="4760">
                  <c:v>0.97089979969076023</c:v>
                </c:pt>
                <c:pt idx="4761">
                  <c:v>0.97092902880695509</c:v>
                </c:pt>
                <c:pt idx="4762">
                  <c:v>0.97095825761672716</c:v>
                </c:pt>
                <c:pt idx="4763">
                  <c:v>0.97098747863036095</c:v>
                </c:pt>
                <c:pt idx="4764">
                  <c:v>0.97101668035160349</c:v>
                </c:pt>
                <c:pt idx="4765">
                  <c:v>0.97104586673645465</c:v>
                </c:pt>
                <c:pt idx="4766">
                  <c:v>0.97107503610882551</c:v>
                </c:pt>
                <c:pt idx="4767">
                  <c:v>0.97110419605979226</c:v>
                </c:pt>
                <c:pt idx="4768">
                  <c:v>0.97113333185953821</c:v>
                </c:pt>
                <c:pt idx="4769">
                  <c:v>0.97116241024635441</c:v>
                </c:pt>
                <c:pt idx="4770">
                  <c:v>0.97119142955498805</c:v>
                </c:pt>
                <c:pt idx="4771">
                  <c:v>0.97122044162947241</c:v>
                </c:pt>
                <c:pt idx="4772">
                  <c:v>0.9712494485188119</c:v>
                </c:pt>
                <c:pt idx="4773">
                  <c:v>0.97127844582716139</c:v>
                </c:pt>
                <c:pt idx="4774">
                  <c:v>0.97130742007247384</c:v>
                </c:pt>
                <c:pt idx="4775">
                  <c:v>0.97133638279657819</c:v>
                </c:pt>
                <c:pt idx="4776">
                  <c:v>0.97136534470745217</c:v>
                </c:pt>
                <c:pt idx="4777">
                  <c:v>0.97139429392876764</c:v>
                </c:pt>
                <c:pt idx="4778">
                  <c:v>0.97142323008213505</c:v>
                </c:pt>
                <c:pt idx="4779">
                  <c:v>0.97145214264776658</c:v>
                </c:pt>
                <c:pt idx="4780">
                  <c:v>0.97148104700482163</c:v>
                </c:pt>
                <c:pt idx="4781">
                  <c:v>0.97150994640274269</c:v>
                </c:pt>
                <c:pt idx="4782">
                  <c:v>0.97153874901547677</c:v>
                </c:pt>
                <c:pt idx="4783">
                  <c:v>0.9715675500304165</c:v>
                </c:pt>
                <c:pt idx="4784">
                  <c:v>0.97159633939615686</c:v>
                </c:pt>
                <c:pt idx="4785">
                  <c:v>0.97162512401363765</c:v>
                </c:pt>
                <c:pt idx="4786">
                  <c:v>0.97165387623096855</c:v>
                </c:pt>
                <c:pt idx="4787">
                  <c:v>0.97168261145421364</c:v>
                </c:pt>
                <c:pt idx="4788">
                  <c:v>0.97171124411630461</c:v>
                </c:pt>
                <c:pt idx="4789">
                  <c:v>0.97173984385539636</c:v>
                </c:pt>
                <c:pt idx="4790">
                  <c:v>0.97176843572302662</c:v>
                </c:pt>
                <c:pt idx="4791">
                  <c:v>0.97179702245238353</c:v>
                </c:pt>
                <c:pt idx="4792">
                  <c:v>0.97182560389185835</c:v>
                </c:pt>
                <c:pt idx="4793">
                  <c:v>0.97185417901164006</c:v>
                </c:pt>
                <c:pt idx="4794">
                  <c:v>0.97188274661206098</c:v>
                </c:pt>
                <c:pt idx="4795">
                  <c:v>0.97191129078387728</c:v>
                </c:pt>
                <c:pt idx="4796">
                  <c:v>0.97193980209101938</c:v>
                </c:pt>
                <c:pt idx="4797">
                  <c:v>0.97196826673996728</c:v>
                </c:pt>
                <c:pt idx="4798">
                  <c:v>0.9719967244085097</c:v>
                </c:pt>
                <c:pt idx="4799">
                  <c:v>0.97202516053057375</c:v>
                </c:pt>
                <c:pt idx="4800">
                  <c:v>0.97205358725283897</c:v>
                </c:pt>
                <c:pt idx="4801">
                  <c:v>0.97208198863450224</c:v>
                </c:pt>
                <c:pt idx="4802">
                  <c:v>0.97211038317266463</c:v>
                </c:pt>
                <c:pt idx="4803">
                  <c:v>0.97213874404520151</c:v>
                </c:pt>
                <c:pt idx="4804">
                  <c:v>0.97216710479812551</c:v>
                </c:pt>
                <c:pt idx="4805">
                  <c:v>0.97219542907515921</c:v>
                </c:pt>
                <c:pt idx="4806">
                  <c:v>0.97222373725656575</c:v>
                </c:pt>
                <c:pt idx="4807">
                  <c:v>0.97225200330230999</c:v>
                </c:pt>
                <c:pt idx="4808">
                  <c:v>0.97228026400878464</c:v>
                </c:pt>
                <c:pt idx="4809">
                  <c:v>0.97230847514816965</c:v>
                </c:pt>
                <c:pt idx="4810">
                  <c:v>0.97233668125435657</c:v>
                </c:pt>
                <c:pt idx="4811">
                  <c:v>0.97236487268686711</c:v>
                </c:pt>
                <c:pt idx="4812">
                  <c:v>0.97239305816549804</c:v>
                </c:pt>
                <c:pt idx="4813">
                  <c:v>0.9724212242684539</c:v>
                </c:pt>
                <c:pt idx="4814">
                  <c:v>0.97244936070719812</c:v>
                </c:pt>
                <c:pt idx="4815">
                  <c:v>0.97247748720941363</c:v>
                </c:pt>
                <c:pt idx="4816">
                  <c:v>0.97250555949557904</c:v>
                </c:pt>
                <c:pt idx="4817">
                  <c:v>0.97253361421640683</c:v>
                </c:pt>
                <c:pt idx="4818">
                  <c:v>0.97256166779808662</c:v>
                </c:pt>
                <c:pt idx="4819">
                  <c:v>0.97258971724628485</c:v>
                </c:pt>
                <c:pt idx="4820">
                  <c:v>0.97261775987481869</c:v>
                </c:pt>
                <c:pt idx="4821">
                  <c:v>0.97264580186092564</c:v>
                </c:pt>
                <c:pt idx="4822">
                  <c:v>0.97267384008741864</c:v>
                </c:pt>
                <c:pt idx="4823">
                  <c:v>0.97270184913524771</c:v>
                </c:pt>
                <c:pt idx="4824">
                  <c:v>0.97272985137323709</c:v>
                </c:pt>
                <c:pt idx="4825">
                  <c:v>0.97275783448772934</c:v>
                </c:pt>
                <c:pt idx="4826">
                  <c:v>0.97278576634690461</c:v>
                </c:pt>
                <c:pt idx="4827">
                  <c:v>0.97281369569375664</c:v>
                </c:pt>
                <c:pt idx="4828">
                  <c:v>0.97284162249199202</c:v>
                </c:pt>
                <c:pt idx="4829">
                  <c:v>0.97286953496795758</c:v>
                </c:pt>
                <c:pt idx="4830">
                  <c:v>0.97289743938988005</c:v>
                </c:pt>
                <c:pt idx="4831">
                  <c:v>0.97292534071390369</c:v>
                </c:pt>
                <c:pt idx="4832">
                  <c:v>0.97295321771770082</c:v>
                </c:pt>
                <c:pt idx="4833">
                  <c:v>0.97298107433445935</c:v>
                </c:pt>
                <c:pt idx="4834">
                  <c:v>0.9730089235769761</c:v>
                </c:pt>
                <c:pt idx="4835">
                  <c:v>0.97303677138750111</c:v>
                </c:pt>
                <c:pt idx="4836">
                  <c:v>0.97306461777972075</c:v>
                </c:pt>
                <c:pt idx="4837">
                  <c:v>0.97309242858583278</c:v>
                </c:pt>
                <c:pt idx="4838">
                  <c:v>0.9731202343741957</c:v>
                </c:pt>
                <c:pt idx="4839">
                  <c:v>0.97314803687990192</c:v>
                </c:pt>
                <c:pt idx="4840">
                  <c:v>0.97317583589098711</c:v>
                </c:pt>
                <c:pt idx="4841">
                  <c:v>0.97320363132817678</c:v>
                </c:pt>
                <c:pt idx="4842">
                  <c:v>0.97323140891719595</c:v>
                </c:pt>
                <c:pt idx="4843">
                  <c:v>0.97325917510214355</c:v>
                </c:pt>
                <c:pt idx="4844">
                  <c:v>0.97328693451946868</c:v>
                </c:pt>
                <c:pt idx="4845">
                  <c:v>0.97331467796915505</c:v>
                </c:pt>
                <c:pt idx="4846">
                  <c:v>0.97334239397745248</c:v>
                </c:pt>
                <c:pt idx="4847">
                  <c:v>0.97337008707546169</c:v>
                </c:pt>
                <c:pt idx="4848">
                  <c:v>0.973397772703816</c:v>
                </c:pt>
                <c:pt idx="4849">
                  <c:v>0.97342542743489391</c:v>
                </c:pt>
                <c:pt idx="4850">
                  <c:v>0.97345307682438365</c:v>
                </c:pt>
                <c:pt idx="4851">
                  <c:v>0.97348071399825287</c:v>
                </c:pt>
                <c:pt idx="4852">
                  <c:v>0.97350835041352601</c:v>
                </c:pt>
                <c:pt idx="4853">
                  <c:v>0.97353596075561921</c:v>
                </c:pt>
                <c:pt idx="4854">
                  <c:v>0.97356352352505759</c:v>
                </c:pt>
                <c:pt idx="4855">
                  <c:v>0.973591079256516</c:v>
                </c:pt>
                <c:pt idx="4856">
                  <c:v>0.97361861250779824</c:v>
                </c:pt>
                <c:pt idx="4857">
                  <c:v>0.97364614482777234</c:v>
                </c:pt>
                <c:pt idx="4858">
                  <c:v>0.97367364747980734</c:v>
                </c:pt>
                <c:pt idx="4859">
                  <c:v>0.97370113093982003</c:v>
                </c:pt>
                <c:pt idx="4860">
                  <c:v>0.97372858859183165</c:v>
                </c:pt>
                <c:pt idx="4861">
                  <c:v>0.97375604156845463</c:v>
                </c:pt>
                <c:pt idx="4862">
                  <c:v>0.97378347489963168</c:v>
                </c:pt>
                <c:pt idx="4863">
                  <c:v>0.9738109003110067</c:v>
                </c:pt>
                <c:pt idx="4864">
                  <c:v>0.97383832334992093</c:v>
                </c:pt>
                <c:pt idx="4865">
                  <c:v>0.9738657299265675</c:v>
                </c:pt>
                <c:pt idx="4866">
                  <c:v>0.97389311210313156</c:v>
                </c:pt>
                <c:pt idx="4867">
                  <c:v>0.9739204917266937</c:v>
                </c:pt>
                <c:pt idx="4868">
                  <c:v>0.97394781803752151</c:v>
                </c:pt>
                <c:pt idx="4869">
                  <c:v>0.97397512249848806</c:v>
                </c:pt>
                <c:pt idx="4870">
                  <c:v>0.97400242473233989</c:v>
                </c:pt>
                <c:pt idx="4871">
                  <c:v>0.97402971742365585</c:v>
                </c:pt>
                <c:pt idx="4872">
                  <c:v>0.97405698997904566</c:v>
                </c:pt>
                <c:pt idx="4873">
                  <c:v>0.97408425669751886</c:v>
                </c:pt>
                <c:pt idx="4874">
                  <c:v>0.97411152143621549</c:v>
                </c:pt>
                <c:pt idx="4875">
                  <c:v>0.97413877813558325</c:v>
                </c:pt>
                <c:pt idx="4876">
                  <c:v>0.97416602121874152</c:v>
                </c:pt>
                <c:pt idx="4877">
                  <c:v>0.97419325571954063</c:v>
                </c:pt>
                <c:pt idx="4878">
                  <c:v>0.97422045720384198</c:v>
                </c:pt>
                <c:pt idx="4879">
                  <c:v>0.97424765036398386</c:v>
                </c:pt>
                <c:pt idx="4880">
                  <c:v>0.97427484218320515</c:v>
                </c:pt>
                <c:pt idx="4881">
                  <c:v>0.97430200780078724</c:v>
                </c:pt>
                <c:pt idx="4882">
                  <c:v>0.97432917091978999</c:v>
                </c:pt>
                <c:pt idx="4883">
                  <c:v>0.97435628832771826</c:v>
                </c:pt>
                <c:pt idx="4884">
                  <c:v>0.97438337565826538</c:v>
                </c:pt>
                <c:pt idx="4885">
                  <c:v>0.97441044660506804</c:v>
                </c:pt>
                <c:pt idx="4886">
                  <c:v>0.97443749677869262</c:v>
                </c:pt>
                <c:pt idx="4887">
                  <c:v>0.9744645469115325</c:v>
                </c:pt>
                <c:pt idx="4888">
                  <c:v>0.97449158795220747</c:v>
                </c:pt>
                <c:pt idx="4889">
                  <c:v>0.97451862790664046</c:v>
                </c:pt>
                <c:pt idx="4890">
                  <c:v>0.97454564334017513</c:v>
                </c:pt>
                <c:pt idx="4891">
                  <c:v>0.97457263969616093</c:v>
                </c:pt>
                <c:pt idx="4892">
                  <c:v>0.97459961510048176</c:v>
                </c:pt>
                <c:pt idx="4893">
                  <c:v>0.9746265895174776</c:v>
                </c:pt>
                <c:pt idx="4894">
                  <c:v>0.97465355593034908</c:v>
                </c:pt>
                <c:pt idx="4895">
                  <c:v>0.97468051253896903</c:v>
                </c:pt>
                <c:pt idx="4896">
                  <c:v>0.97470745382632262</c:v>
                </c:pt>
                <c:pt idx="4897">
                  <c:v>0.97473436643587819</c:v>
                </c:pt>
                <c:pt idx="4898">
                  <c:v>0.97476127139504665</c:v>
                </c:pt>
                <c:pt idx="4899">
                  <c:v>0.97478815855843981</c:v>
                </c:pt>
                <c:pt idx="4900">
                  <c:v>0.97481504128491703</c:v>
                </c:pt>
                <c:pt idx="4901">
                  <c:v>0.97484192292872263</c:v>
                </c:pt>
                <c:pt idx="4902">
                  <c:v>0.97486880253376273</c:v>
                </c:pt>
                <c:pt idx="4903">
                  <c:v>0.97489565999405814</c:v>
                </c:pt>
                <c:pt idx="4904">
                  <c:v>0.97492251734763768</c:v>
                </c:pt>
                <c:pt idx="4905">
                  <c:v>0.97494936949390054</c:v>
                </c:pt>
                <c:pt idx="4906">
                  <c:v>0.97497619255854173</c:v>
                </c:pt>
                <c:pt idx="4907">
                  <c:v>0.97500300686375863</c:v>
                </c:pt>
                <c:pt idx="4908">
                  <c:v>0.97502979380375965</c:v>
                </c:pt>
                <c:pt idx="4909">
                  <c:v>0.97505657836778292</c:v>
                </c:pt>
                <c:pt idx="4910">
                  <c:v>0.97508335048309924</c:v>
                </c:pt>
                <c:pt idx="4911">
                  <c:v>0.9751100753026325</c:v>
                </c:pt>
                <c:pt idx="4912">
                  <c:v>0.97513679763532324</c:v>
                </c:pt>
                <c:pt idx="4913">
                  <c:v>0.97516349050480278</c:v>
                </c:pt>
                <c:pt idx="4914">
                  <c:v>0.97519018298278171</c:v>
                </c:pt>
                <c:pt idx="4915">
                  <c:v>0.9752168555004157</c:v>
                </c:pt>
                <c:pt idx="4916">
                  <c:v>0.97524352349889265</c:v>
                </c:pt>
                <c:pt idx="4917">
                  <c:v>0.97527015933916361</c:v>
                </c:pt>
                <c:pt idx="4918">
                  <c:v>0.97529677200267861</c:v>
                </c:pt>
                <c:pt idx="4919">
                  <c:v>0.97532337519356105</c:v>
                </c:pt>
                <c:pt idx="4920">
                  <c:v>0.9753499633742726</c:v>
                </c:pt>
                <c:pt idx="4921">
                  <c:v>0.97537654426366238</c:v>
                </c:pt>
                <c:pt idx="4922">
                  <c:v>0.97540311829121951</c:v>
                </c:pt>
                <c:pt idx="4923">
                  <c:v>0.97542967292272664</c:v>
                </c:pt>
                <c:pt idx="4924">
                  <c:v>0.97545619952692797</c:v>
                </c:pt>
                <c:pt idx="4925">
                  <c:v>0.9754827178951202</c:v>
                </c:pt>
                <c:pt idx="4926">
                  <c:v>0.9755092298158976</c:v>
                </c:pt>
                <c:pt idx="4927">
                  <c:v>0.97553573695501061</c:v>
                </c:pt>
                <c:pt idx="4928">
                  <c:v>0.97556222902123835</c:v>
                </c:pt>
                <c:pt idx="4929">
                  <c:v>0.9755886995108638</c:v>
                </c:pt>
                <c:pt idx="4930">
                  <c:v>0.97561514914664849</c:v>
                </c:pt>
                <c:pt idx="4931">
                  <c:v>0.97564159275518614</c:v>
                </c:pt>
                <c:pt idx="4932">
                  <c:v>0.97566802703782562</c:v>
                </c:pt>
                <c:pt idx="4933">
                  <c:v>0.9756944425754559</c:v>
                </c:pt>
                <c:pt idx="4934">
                  <c:v>0.97572083082581873</c:v>
                </c:pt>
                <c:pt idx="4935">
                  <c:v>0.97574720382961311</c:v>
                </c:pt>
                <c:pt idx="4936">
                  <c:v>0.97577356869333065</c:v>
                </c:pt>
                <c:pt idx="4937">
                  <c:v>0.97579992097138135</c:v>
                </c:pt>
                <c:pt idx="4938">
                  <c:v>0.97582625878568363</c:v>
                </c:pt>
                <c:pt idx="4939">
                  <c:v>0.97585258031121458</c:v>
                </c:pt>
                <c:pt idx="4940">
                  <c:v>0.97587888433224812</c:v>
                </c:pt>
                <c:pt idx="4941">
                  <c:v>0.97590518195107945</c:v>
                </c:pt>
                <c:pt idx="4942">
                  <c:v>0.97593147956087556</c:v>
                </c:pt>
                <c:pt idx="4943">
                  <c:v>0.9759577660062585</c:v>
                </c:pt>
                <c:pt idx="4944">
                  <c:v>0.975984051088849</c:v>
                </c:pt>
                <c:pt idx="4945">
                  <c:v>0.97601032681540412</c:v>
                </c:pt>
                <c:pt idx="4946">
                  <c:v>0.97603659866086023</c:v>
                </c:pt>
                <c:pt idx="4947">
                  <c:v>0.97606285777891166</c:v>
                </c:pt>
                <c:pt idx="4948">
                  <c:v>0.97608909316328474</c:v>
                </c:pt>
                <c:pt idx="4949">
                  <c:v>0.97611531425097464</c:v>
                </c:pt>
                <c:pt idx="4950">
                  <c:v>0.9761415129072627</c:v>
                </c:pt>
                <c:pt idx="4951">
                  <c:v>0.97616770686594956</c:v>
                </c:pt>
                <c:pt idx="4952">
                  <c:v>0.97619387817344661</c:v>
                </c:pt>
                <c:pt idx="4953">
                  <c:v>0.97622004743614077</c:v>
                </c:pt>
                <c:pt idx="4954">
                  <c:v>0.9762462103363001</c:v>
                </c:pt>
                <c:pt idx="4955">
                  <c:v>0.97627236255233729</c:v>
                </c:pt>
                <c:pt idx="4956">
                  <c:v>0.97629850972637089</c:v>
                </c:pt>
                <c:pt idx="4957">
                  <c:v>0.97632464747786663</c:v>
                </c:pt>
                <c:pt idx="4958">
                  <c:v>0.97635078261816488</c:v>
                </c:pt>
                <c:pt idx="4959">
                  <c:v>0.97637691140422178</c:v>
                </c:pt>
                <c:pt idx="4960">
                  <c:v>0.97640303168423892</c:v>
                </c:pt>
                <c:pt idx="4961">
                  <c:v>0.97642914886876486</c:v>
                </c:pt>
                <c:pt idx="4962">
                  <c:v>0.97645525684252077</c:v>
                </c:pt>
                <c:pt idx="4963">
                  <c:v>0.97648135234094768</c:v>
                </c:pt>
                <c:pt idx="4964">
                  <c:v>0.97650744480359564</c:v>
                </c:pt>
                <c:pt idx="4965">
                  <c:v>0.97653351642169361</c:v>
                </c:pt>
                <c:pt idx="4966">
                  <c:v>0.97655958708334012</c:v>
                </c:pt>
                <c:pt idx="4967">
                  <c:v>0.97658561695592461</c:v>
                </c:pt>
                <c:pt idx="4968">
                  <c:v>0.97661163804847684</c:v>
                </c:pt>
                <c:pt idx="4969">
                  <c:v>0.97663764879353565</c:v>
                </c:pt>
                <c:pt idx="4970">
                  <c:v>0.9766636524581227</c:v>
                </c:pt>
                <c:pt idx="4971">
                  <c:v>0.97668965405479136</c:v>
                </c:pt>
                <c:pt idx="4972">
                  <c:v>0.97671565381414849</c:v>
                </c:pt>
                <c:pt idx="4973">
                  <c:v>0.97674165229871868</c:v>
                </c:pt>
                <c:pt idx="4974">
                  <c:v>0.97676764726978726</c:v>
                </c:pt>
                <c:pt idx="4975">
                  <c:v>0.97679362249500989</c:v>
                </c:pt>
                <c:pt idx="4976">
                  <c:v>0.97681959390479611</c:v>
                </c:pt>
                <c:pt idx="4977">
                  <c:v>0.97684555524782446</c:v>
                </c:pt>
                <c:pt idx="4978">
                  <c:v>0.97687151546741424</c:v>
                </c:pt>
                <c:pt idx="4979">
                  <c:v>0.97689747048272524</c:v>
                </c:pt>
                <c:pt idx="4980">
                  <c:v>0.97692341523095783</c:v>
                </c:pt>
                <c:pt idx="4981">
                  <c:v>0.97694935111994885</c:v>
                </c:pt>
                <c:pt idx="4982">
                  <c:v>0.97697527896371306</c:v>
                </c:pt>
                <c:pt idx="4983">
                  <c:v>0.97700120048792061</c:v>
                </c:pt>
                <c:pt idx="4984">
                  <c:v>0.97702710221722644</c:v>
                </c:pt>
                <c:pt idx="4985">
                  <c:v>0.97705298191320156</c:v>
                </c:pt>
                <c:pt idx="4986">
                  <c:v>0.97707884735756623</c:v>
                </c:pt>
                <c:pt idx="4987">
                  <c:v>0.97710469488906293</c:v>
                </c:pt>
                <c:pt idx="4988">
                  <c:v>0.97713053507451864</c:v>
                </c:pt>
                <c:pt idx="4989">
                  <c:v>0.9771563446909215</c:v>
                </c:pt>
                <c:pt idx="4990">
                  <c:v>0.9771821462128053</c:v>
                </c:pt>
                <c:pt idx="4991">
                  <c:v>0.97720794063915084</c:v>
                </c:pt>
                <c:pt idx="4992">
                  <c:v>0.97723372990577706</c:v>
                </c:pt>
                <c:pt idx="4993">
                  <c:v>0.97725951732242478</c:v>
                </c:pt>
                <c:pt idx="4994">
                  <c:v>0.97728530353069964</c:v>
                </c:pt>
                <c:pt idx="4995">
                  <c:v>0.97731108128165867</c:v>
                </c:pt>
                <c:pt idx="4996">
                  <c:v>0.97733685465320563</c:v>
                </c:pt>
                <c:pt idx="4997">
                  <c:v>0.97736261403389191</c:v>
                </c:pt>
                <c:pt idx="4998">
                  <c:v>0.97738835835495952</c:v>
                </c:pt>
                <c:pt idx="4999">
                  <c:v>0.97741409163325688</c:v>
                </c:pt>
                <c:pt idx="5000">
                  <c:v>0.97743981958105564</c:v>
                </c:pt>
                <c:pt idx="5001">
                  <c:v>0.97746554395138452</c:v>
                </c:pt>
                <c:pt idx="5002">
                  <c:v>0.97749125238218082</c:v>
                </c:pt>
                <c:pt idx="5003">
                  <c:v>0.9775169398049991</c:v>
                </c:pt>
                <c:pt idx="5004">
                  <c:v>0.97754262536793957</c:v>
                </c:pt>
                <c:pt idx="5005">
                  <c:v>0.97756826793502249</c:v>
                </c:pt>
                <c:pt idx="5006">
                  <c:v>0.97759387747192361</c:v>
                </c:pt>
                <c:pt idx="5007">
                  <c:v>0.9776194804137972</c:v>
                </c:pt>
                <c:pt idx="5008">
                  <c:v>0.97764507424244074</c:v>
                </c:pt>
                <c:pt idx="5009">
                  <c:v>0.97767065539773568</c:v>
                </c:pt>
                <c:pt idx="5010">
                  <c:v>0.97769623324004873</c:v>
                </c:pt>
                <c:pt idx="5011">
                  <c:v>0.97772178932805365</c:v>
                </c:pt>
                <c:pt idx="5012">
                  <c:v>0.9777473005128906</c:v>
                </c:pt>
                <c:pt idx="5013">
                  <c:v>0.97777279418843632</c:v>
                </c:pt>
                <c:pt idx="5014">
                  <c:v>0.97779825569276324</c:v>
                </c:pt>
                <c:pt idx="5015">
                  <c:v>0.97782370789394812</c:v>
                </c:pt>
                <c:pt idx="5016">
                  <c:v>0.97784915133347627</c:v>
                </c:pt>
                <c:pt idx="5017">
                  <c:v>0.9778745888605187</c:v>
                </c:pt>
                <c:pt idx="5018">
                  <c:v>0.97790002569870826</c:v>
                </c:pt>
                <c:pt idx="5019">
                  <c:v>0.97792545425467903</c:v>
                </c:pt>
                <c:pt idx="5020">
                  <c:v>0.97795088173222766</c:v>
                </c:pt>
                <c:pt idx="5021">
                  <c:v>0.97797629802383645</c:v>
                </c:pt>
                <c:pt idx="5022">
                  <c:v>0.97800169462387843</c:v>
                </c:pt>
                <c:pt idx="5023">
                  <c:v>0.97802708370977764</c:v>
                </c:pt>
                <c:pt idx="5024">
                  <c:v>0.9780524628099222</c:v>
                </c:pt>
                <c:pt idx="5025">
                  <c:v>0.97807782923786668</c:v>
                </c:pt>
                <c:pt idx="5026">
                  <c:v>0.97810319525818323</c:v>
                </c:pt>
                <c:pt idx="5027">
                  <c:v>0.97812855238698548</c:v>
                </c:pt>
                <c:pt idx="5028">
                  <c:v>0.97815390889397469</c:v>
                </c:pt>
                <c:pt idx="5029">
                  <c:v>0.9781792523531625</c:v>
                </c:pt>
                <c:pt idx="5030">
                  <c:v>0.9782045904132366</c:v>
                </c:pt>
                <c:pt idx="5031">
                  <c:v>0.97822991950313742</c:v>
                </c:pt>
                <c:pt idx="5032">
                  <c:v>0.97825522933757281</c:v>
                </c:pt>
                <c:pt idx="5033">
                  <c:v>0.97828053658993763</c:v>
                </c:pt>
                <c:pt idx="5034">
                  <c:v>0.97830584127984865</c:v>
                </c:pt>
                <c:pt idx="5035">
                  <c:v>0.97833114411328592</c:v>
                </c:pt>
                <c:pt idx="5036">
                  <c:v>0.97835644265086563</c:v>
                </c:pt>
                <c:pt idx="5037">
                  <c:v>0.9783817317572715</c:v>
                </c:pt>
                <c:pt idx="5038">
                  <c:v>0.97840702008390801</c:v>
                </c:pt>
                <c:pt idx="5039">
                  <c:v>0.97843228289432449</c:v>
                </c:pt>
                <c:pt idx="5040">
                  <c:v>0.97845753568088423</c:v>
                </c:pt>
                <c:pt idx="5041">
                  <c:v>0.97848277091696156</c:v>
                </c:pt>
                <c:pt idx="5042">
                  <c:v>0.97850799382661457</c:v>
                </c:pt>
                <c:pt idx="5043">
                  <c:v>0.97853320775830932</c:v>
                </c:pt>
                <c:pt idx="5044">
                  <c:v>0.97855841456091364</c:v>
                </c:pt>
                <c:pt idx="5045">
                  <c:v>0.97858357169278731</c:v>
                </c:pt>
                <c:pt idx="5046">
                  <c:v>0.97860872470567561</c:v>
                </c:pt>
                <c:pt idx="5047">
                  <c:v>0.97863387513767763</c:v>
                </c:pt>
                <c:pt idx="5048">
                  <c:v>0.97865902323094212</c:v>
                </c:pt>
                <c:pt idx="5049">
                  <c:v>0.97868415543393061</c:v>
                </c:pt>
                <c:pt idx="5050">
                  <c:v>0.97870928661005052</c:v>
                </c:pt>
                <c:pt idx="5051">
                  <c:v>0.97873439888824787</c:v>
                </c:pt>
                <c:pt idx="5052">
                  <c:v>0.97875950504567955</c:v>
                </c:pt>
                <c:pt idx="5053">
                  <c:v>0.97878460770691944</c:v>
                </c:pt>
                <c:pt idx="5054">
                  <c:v>0.97880970928459698</c:v>
                </c:pt>
                <c:pt idx="5055">
                  <c:v>0.97883480966163994</c:v>
                </c:pt>
                <c:pt idx="5056">
                  <c:v>0.97885989955609864</c:v>
                </c:pt>
                <c:pt idx="5057">
                  <c:v>0.97888498217824671</c:v>
                </c:pt>
                <c:pt idx="5058">
                  <c:v>0.9789100646718496</c:v>
                </c:pt>
                <c:pt idx="5059">
                  <c:v>0.97893512472648869</c:v>
                </c:pt>
                <c:pt idx="5060">
                  <c:v>0.97896018364820003</c:v>
                </c:pt>
                <c:pt idx="5061">
                  <c:v>0.97898523978770779</c:v>
                </c:pt>
                <c:pt idx="5062">
                  <c:v>0.97901028987186356</c:v>
                </c:pt>
                <c:pt idx="5063">
                  <c:v>0.97903533459882031</c:v>
                </c:pt>
                <c:pt idx="5064">
                  <c:v>0.97906033200472964</c:v>
                </c:pt>
                <c:pt idx="5065">
                  <c:v>0.9790853291081919</c:v>
                </c:pt>
                <c:pt idx="5066">
                  <c:v>0.97911032476284932</c:v>
                </c:pt>
                <c:pt idx="5067">
                  <c:v>0.97913531459784564</c:v>
                </c:pt>
                <c:pt idx="5068">
                  <c:v>0.97916020622726252</c:v>
                </c:pt>
                <c:pt idx="5069">
                  <c:v>0.97918509405413501</c:v>
                </c:pt>
                <c:pt idx="5070">
                  <c:v>0.97920997947933863</c:v>
                </c:pt>
                <c:pt idx="5071">
                  <c:v>0.97923485971671753</c:v>
                </c:pt>
                <c:pt idx="5072">
                  <c:v>0.97925966186198143</c:v>
                </c:pt>
                <c:pt idx="5073">
                  <c:v>0.97928444342000665</c:v>
                </c:pt>
                <c:pt idx="5074">
                  <c:v>0.97930922305435764</c:v>
                </c:pt>
                <c:pt idx="5075">
                  <c:v>0.97933399099111351</c:v>
                </c:pt>
                <c:pt idx="5076">
                  <c:v>0.97935874495859265</c:v>
                </c:pt>
                <c:pt idx="5077">
                  <c:v>0.97938347988474306</c:v>
                </c:pt>
                <c:pt idx="5078">
                  <c:v>0.97940821356427354</c:v>
                </c:pt>
                <c:pt idx="5079">
                  <c:v>0.97943294260422897</c:v>
                </c:pt>
                <c:pt idx="5080">
                  <c:v>0.97945766907572251</c:v>
                </c:pt>
                <c:pt idx="5081">
                  <c:v>0.97948235796037697</c:v>
                </c:pt>
                <c:pt idx="5082">
                  <c:v>0.97950704459750004</c:v>
                </c:pt>
                <c:pt idx="5083">
                  <c:v>0.97953169177844979</c:v>
                </c:pt>
                <c:pt idx="5084">
                  <c:v>0.97955627674709755</c:v>
                </c:pt>
                <c:pt idx="5085">
                  <c:v>0.97958080596489761</c:v>
                </c:pt>
                <c:pt idx="5086">
                  <c:v>0.97960532581616289</c:v>
                </c:pt>
                <c:pt idx="5087">
                  <c:v>0.97962982127543663</c:v>
                </c:pt>
                <c:pt idx="5088">
                  <c:v>0.97965429031254037</c:v>
                </c:pt>
                <c:pt idx="5089">
                  <c:v>0.97967874616791661</c:v>
                </c:pt>
                <c:pt idx="5090">
                  <c:v>0.97970318197332851</c:v>
                </c:pt>
                <c:pt idx="5091">
                  <c:v>0.97972757043261471</c:v>
                </c:pt>
                <c:pt idx="5092">
                  <c:v>0.97975194549118982</c:v>
                </c:pt>
                <c:pt idx="5093">
                  <c:v>0.97977630332709864</c:v>
                </c:pt>
                <c:pt idx="5094">
                  <c:v>0.97980065021595664</c:v>
                </c:pt>
                <c:pt idx="5095">
                  <c:v>0.97982498148550756</c:v>
                </c:pt>
                <c:pt idx="5096">
                  <c:v>0.9798493074698732</c:v>
                </c:pt>
                <c:pt idx="5097">
                  <c:v>0.97987363282375706</c:v>
                </c:pt>
                <c:pt idx="5098">
                  <c:v>0.97989791386377334</c:v>
                </c:pt>
                <c:pt idx="5099">
                  <c:v>0.97992218403844644</c:v>
                </c:pt>
                <c:pt idx="5100">
                  <c:v>0.97994644021302191</c:v>
                </c:pt>
                <c:pt idx="5101">
                  <c:v>0.97997068931570275</c:v>
                </c:pt>
                <c:pt idx="5102">
                  <c:v>0.97999485015208176</c:v>
                </c:pt>
                <c:pt idx="5103">
                  <c:v>0.9800190057706587</c:v>
                </c:pt>
                <c:pt idx="5104">
                  <c:v>0.98004315550164556</c:v>
                </c:pt>
                <c:pt idx="5105">
                  <c:v>0.98006730176151791</c:v>
                </c:pt>
                <c:pt idx="5106">
                  <c:v>0.98009144000420767</c:v>
                </c:pt>
                <c:pt idx="5107">
                  <c:v>0.98011557186995613</c:v>
                </c:pt>
                <c:pt idx="5108">
                  <c:v>0.98013968464821133</c:v>
                </c:pt>
                <c:pt idx="5109">
                  <c:v>0.98016378626457767</c:v>
                </c:pt>
                <c:pt idx="5110">
                  <c:v>0.98018787911950012</c:v>
                </c:pt>
                <c:pt idx="5111">
                  <c:v>0.98021196469759997</c:v>
                </c:pt>
                <c:pt idx="5112">
                  <c:v>0.98023602754182826</c:v>
                </c:pt>
                <c:pt idx="5113">
                  <c:v>0.98026003895706149</c:v>
                </c:pt>
                <c:pt idx="5114">
                  <c:v>0.98028402347335231</c:v>
                </c:pt>
                <c:pt idx="5115">
                  <c:v>0.98030800563288967</c:v>
                </c:pt>
                <c:pt idx="5116">
                  <c:v>0.98033193971075339</c:v>
                </c:pt>
                <c:pt idx="5117">
                  <c:v>0.98035586279223697</c:v>
                </c:pt>
                <c:pt idx="5118">
                  <c:v>0.98037978152150351</c:v>
                </c:pt>
                <c:pt idx="5119">
                  <c:v>0.98040369833268137</c:v>
                </c:pt>
                <c:pt idx="5120">
                  <c:v>0.98042760316058764</c:v>
                </c:pt>
                <c:pt idx="5121">
                  <c:v>0.98045145135528233</c:v>
                </c:pt>
                <c:pt idx="5122">
                  <c:v>0.98047529493383101</c:v>
                </c:pt>
                <c:pt idx="5123">
                  <c:v>0.98049911217162733</c:v>
                </c:pt>
                <c:pt idx="5124">
                  <c:v>0.98052290916265006</c:v>
                </c:pt>
                <c:pt idx="5125">
                  <c:v>0.98054667975914933</c:v>
                </c:pt>
                <c:pt idx="5126">
                  <c:v>0.98057044953539452</c:v>
                </c:pt>
                <c:pt idx="5127">
                  <c:v>0.98059421517813405</c:v>
                </c:pt>
                <c:pt idx="5128">
                  <c:v>0.98061793494672611</c:v>
                </c:pt>
                <c:pt idx="5129">
                  <c:v>0.98064162655403075</c:v>
                </c:pt>
                <c:pt idx="5130">
                  <c:v>0.98066530971239063</c:v>
                </c:pt>
                <c:pt idx="5131">
                  <c:v>0.9806889726609006</c:v>
                </c:pt>
                <c:pt idx="5132">
                  <c:v>0.98071255850901307</c:v>
                </c:pt>
                <c:pt idx="5133">
                  <c:v>0.98073614411680676</c:v>
                </c:pt>
                <c:pt idx="5134">
                  <c:v>0.98075971638724435</c:v>
                </c:pt>
                <c:pt idx="5135">
                  <c:v>0.98078321868908724</c:v>
                </c:pt>
                <c:pt idx="5136">
                  <c:v>0.98080667374492658</c:v>
                </c:pt>
                <c:pt idx="5137">
                  <c:v>0.98083010523381631</c:v>
                </c:pt>
                <c:pt idx="5138">
                  <c:v>0.98085353437811962</c:v>
                </c:pt>
                <c:pt idx="5139">
                  <c:v>0.98087696117432654</c:v>
                </c:pt>
                <c:pt idx="5140">
                  <c:v>0.98090037266693753</c:v>
                </c:pt>
                <c:pt idx="5141">
                  <c:v>0.9809237581925957</c:v>
                </c:pt>
                <c:pt idx="5142">
                  <c:v>0.98094711797602119</c:v>
                </c:pt>
                <c:pt idx="5143">
                  <c:v>0.98097045190177568</c:v>
                </c:pt>
                <c:pt idx="5144">
                  <c:v>0.98099378463626197</c:v>
                </c:pt>
                <c:pt idx="5145">
                  <c:v>0.98101701347979575</c:v>
                </c:pt>
                <c:pt idx="5146">
                  <c:v>0.98104024106380061</c:v>
                </c:pt>
                <c:pt idx="5147">
                  <c:v>0.98106342212570341</c:v>
                </c:pt>
                <c:pt idx="5148">
                  <c:v>0.98108658346806099</c:v>
                </c:pt>
                <c:pt idx="5149">
                  <c:v>0.98110972333690449</c:v>
                </c:pt>
                <c:pt idx="5150">
                  <c:v>0.98113286109755748</c:v>
                </c:pt>
                <c:pt idx="5151">
                  <c:v>0.98115595527898269</c:v>
                </c:pt>
                <c:pt idx="5152">
                  <c:v>0.9811790438455148</c:v>
                </c:pt>
                <c:pt idx="5153">
                  <c:v>0.98120212980668664</c:v>
                </c:pt>
                <c:pt idx="5154">
                  <c:v>0.98122521015497455</c:v>
                </c:pt>
                <c:pt idx="5155">
                  <c:v>0.98124822411840562</c:v>
                </c:pt>
                <c:pt idx="5156">
                  <c:v>0.98127123716549236</c:v>
                </c:pt>
                <c:pt idx="5157">
                  <c:v>0.9812942257046724</c:v>
                </c:pt>
                <c:pt idx="5158">
                  <c:v>0.98131719944792684</c:v>
                </c:pt>
                <c:pt idx="5159">
                  <c:v>0.98134017137575258</c:v>
                </c:pt>
                <c:pt idx="5160">
                  <c:v>0.98136311963759049</c:v>
                </c:pt>
                <c:pt idx="5161">
                  <c:v>0.98138605839808224</c:v>
                </c:pt>
                <c:pt idx="5162">
                  <c:v>0.98140899156756856</c:v>
                </c:pt>
                <c:pt idx="5163">
                  <c:v>0.98143192223822651</c:v>
                </c:pt>
                <c:pt idx="5164">
                  <c:v>0.98145484731985155</c:v>
                </c:pt>
                <c:pt idx="5165">
                  <c:v>0.98147777118029855</c:v>
                </c:pt>
                <c:pt idx="5166">
                  <c:v>0.98150066718211149</c:v>
                </c:pt>
                <c:pt idx="5167">
                  <c:v>0.98152356226681547</c:v>
                </c:pt>
                <c:pt idx="5168">
                  <c:v>0.98154645281499153</c:v>
                </c:pt>
                <c:pt idx="5169">
                  <c:v>0.98156933468586038</c:v>
                </c:pt>
                <c:pt idx="5170">
                  <c:v>0.98159218502357626</c:v>
                </c:pt>
                <c:pt idx="5171">
                  <c:v>0.98161502751511764</c:v>
                </c:pt>
                <c:pt idx="5172">
                  <c:v>0.98163785396088266</c:v>
                </c:pt>
                <c:pt idx="5173">
                  <c:v>0.98166066739559965</c:v>
                </c:pt>
                <c:pt idx="5174">
                  <c:v>0.98168347293680502</c:v>
                </c:pt>
                <c:pt idx="5175">
                  <c:v>0.98170626031530028</c:v>
                </c:pt>
                <c:pt idx="5176">
                  <c:v>0.98172904215350076</c:v>
                </c:pt>
                <c:pt idx="5177">
                  <c:v>0.98175178917016759</c:v>
                </c:pt>
                <c:pt idx="5178">
                  <c:v>0.98177453227023193</c:v>
                </c:pt>
                <c:pt idx="5179">
                  <c:v>0.98179723837214872</c:v>
                </c:pt>
                <c:pt idx="5180">
                  <c:v>0.98181991938991942</c:v>
                </c:pt>
                <c:pt idx="5181">
                  <c:v>0.98184258754795406</c:v>
                </c:pt>
                <c:pt idx="5182">
                  <c:v>0.98186525142843062</c:v>
                </c:pt>
                <c:pt idx="5183">
                  <c:v>0.98188789444398761</c:v>
                </c:pt>
                <c:pt idx="5184">
                  <c:v>0.9819105312330465</c:v>
                </c:pt>
                <c:pt idx="5185">
                  <c:v>0.98193316250470253</c:v>
                </c:pt>
                <c:pt idx="5186">
                  <c:v>0.98195578586331556</c:v>
                </c:pt>
                <c:pt idx="5187">
                  <c:v>0.98197840232098665</c:v>
                </c:pt>
                <c:pt idx="5188">
                  <c:v>0.98200098799004898</c:v>
                </c:pt>
                <c:pt idx="5189">
                  <c:v>0.98202356251529554</c:v>
                </c:pt>
                <c:pt idx="5190">
                  <c:v>0.98204612466457863</c:v>
                </c:pt>
                <c:pt idx="5191">
                  <c:v>0.9820686866875078</c:v>
                </c:pt>
                <c:pt idx="5192">
                  <c:v>0.98209124409132686</c:v>
                </c:pt>
                <c:pt idx="5193">
                  <c:v>0.98211378234382218</c:v>
                </c:pt>
                <c:pt idx="5194">
                  <c:v>0.9821363074386511</c:v>
                </c:pt>
                <c:pt idx="5195">
                  <c:v>0.9821588222519092</c:v>
                </c:pt>
                <c:pt idx="5196">
                  <c:v>0.98218132954174686</c:v>
                </c:pt>
                <c:pt idx="5197">
                  <c:v>0.98220383410518364</c:v>
                </c:pt>
                <c:pt idx="5198">
                  <c:v>0.98222632303629276</c:v>
                </c:pt>
                <c:pt idx="5199">
                  <c:v>0.98224880788307423</c:v>
                </c:pt>
                <c:pt idx="5200">
                  <c:v>0.98227125530285941</c:v>
                </c:pt>
                <c:pt idx="5201">
                  <c:v>0.98229369294473545</c:v>
                </c:pt>
                <c:pt idx="5202">
                  <c:v>0.98231611356228232</c:v>
                </c:pt>
                <c:pt idx="5203">
                  <c:v>0.9823385272410261</c:v>
                </c:pt>
                <c:pt idx="5204">
                  <c:v>0.98236093609142328</c:v>
                </c:pt>
                <c:pt idx="5205">
                  <c:v>0.98238331521338951</c:v>
                </c:pt>
                <c:pt idx="5206">
                  <c:v>0.98240567717461635</c:v>
                </c:pt>
                <c:pt idx="5207">
                  <c:v>0.98242803060659134</c:v>
                </c:pt>
                <c:pt idx="5208">
                  <c:v>0.98245036382609929</c:v>
                </c:pt>
                <c:pt idx="5209">
                  <c:v>0.98247268819683631</c:v>
                </c:pt>
                <c:pt idx="5210">
                  <c:v>0.98249500901166575</c:v>
                </c:pt>
                <c:pt idx="5211">
                  <c:v>0.98251732822528148</c:v>
                </c:pt>
                <c:pt idx="5212">
                  <c:v>0.98253964562920937</c:v>
                </c:pt>
                <c:pt idx="5213">
                  <c:v>0.98256195927993439</c:v>
                </c:pt>
                <c:pt idx="5214">
                  <c:v>0.98258426866382886</c:v>
                </c:pt>
                <c:pt idx="5215">
                  <c:v>0.98260657283334352</c:v>
                </c:pt>
                <c:pt idx="5216">
                  <c:v>0.98262885916628062</c:v>
                </c:pt>
                <c:pt idx="5217">
                  <c:v>0.98265112267891763</c:v>
                </c:pt>
                <c:pt idx="5218">
                  <c:v>0.98267338273265548</c:v>
                </c:pt>
                <c:pt idx="5219">
                  <c:v>0.98269563745161925</c:v>
                </c:pt>
                <c:pt idx="5220">
                  <c:v>0.98271788715706498</c:v>
                </c:pt>
                <c:pt idx="5221">
                  <c:v>0.98274013523274051</c:v>
                </c:pt>
                <c:pt idx="5222">
                  <c:v>0.98276238306139396</c:v>
                </c:pt>
                <c:pt idx="5223">
                  <c:v>0.9827846266527428</c:v>
                </c:pt>
                <c:pt idx="5224">
                  <c:v>0.98280685456132366</c:v>
                </c:pt>
                <c:pt idx="5225">
                  <c:v>0.98282907059250202</c:v>
                </c:pt>
                <c:pt idx="5226">
                  <c:v>0.98285127942261508</c:v>
                </c:pt>
                <c:pt idx="5227">
                  <c:v>0.98287348432855415</c:v>
                </c:pt>
                <c:pt idx="5228">
                  <c:v>0.98289568768126412</c:v>
                </c:pt>
                <c:pt idx="5229">
                  <c:v>0.98291788108872058</c:v>
                </c:pt>
                <c:pt idx="5230">
                  <c:v>0.98294007214892565</c:v>
                </c:pt>
                <c:pt idx="5231">
                  <c:v>0.9829622572265222</c:v>
                </c:pt>
                <c:pt idx="5232">
                  <c:v>0.98298442601807301</c:v>
                </c:pt>
                <c:pt idx="5233">
                  <c:v>0.98300656384109875</c:v>
                </c:pt>
                <c:pt idx="5234">
                  <c:v>0.98302870084191285</c:v>
                </c:pt>
                <c:pt idx="5235">
                  <c:v>0.98305083602538434</c:v>
                </c:pt>
                <c:pt idx="5236">
                  <c:v>0.98307295671869976</c:v>
                </c:pt>
                <c:pt idx="5237">
                  <c:v>0.98309505193663549</c:v>
                </c:pt>
                <c:pt idx="5238">
                  <c:v>0.98311714178255594</c:v>
                </c:pt>
                <c:pt idx="5239">
                  <c:v>0.98313922322865899</c:v>
                </c:pt>
                <c:pt idx="5240">
                  <c:v>0.98316126667252768</c:v>
                </c:pt>
                <c:pt idx="5241">
                  <c:v>0.9831833056597894</c:v>
                </c:pt>
                <c:pt idx="5242">
                  <c:v>0.98320532087948387</c:v>
                </c:pt>
                <c:pt idx="5243">
                  <c:v>0.98322733292716857</c:v>
                </c:pt>
                <c:pt idx="5244">
                  <c:v>0.98324934322088864</c:v>
                </c:pt>
                <c:pt idx="5245">
                  <c:v>0.98327133241156861</c:v>
                </c:pt>
                <c:pt idx="5246">
                  <c:v>0.98329328766890234</c:v>
                </c:pt>
                <c:pt idx="5247">
                  <c:v>0.98331523757494688</c:v>
                </c:pt>
                <c:pt idx="5248">
                  <c:v>0.98333718343529208</c:v>
                </c:pt>
                <c:pt idx="5249">
                  <c:v>0.983359126289295</c:v>
                </c:pt>
                <c:pt idx="5250">
                  <c:v>0.98338106666435077</c:v>
                </c:pt>
                <c:pt idx="5251">
                  <c:v>0.98340300173490725</c:v>
                </c:pt>
                <c:pt idx="5252">
                  <c:v>0.98342493254004315</c:v>
                </c:pt>
                <c:pt idx="5253">
                  <c:v>0.98344686163138251</c:v>
                </c:pt>
                <c:pt idx="5254">
                  <c:v>0.98346876108425785</c:v>
                </c:pt>
                <c:pt idx="5255">
                  <c:v>0.98349063957956295</c:v>
                </c:pt>
                <c:pt idx="5256">
                  <c:v>0.98351247577947443</c:v>
                </c:pt>
                <c:pt idx="5257">
                  <c:v>0.98353430703480149</c:v>
                </c:pt>
                <c:pt idx="5258">
                  <c:v>0.98355613427961119</c:v>
                </c:pt>
                <c:pt idx="5259">
                  <c:v>0.98357792784782183</c:v>
                </c:pt>
                <c:pt idx="5260">
                  <c:v>0.98359970299971355</c:v>
                </c:pt>
                <c:pt idx="5261">
                  <c:v>0.98362146321808186</c:v>
                </c:pt>
                <c:pt idx="5262">
                  <c:v>0.98364322260620585</c:v>
                </c:pt>
                <c:pt idx="5263">
                  <c:v>0.98366489306746052</c:v>
                </c:pt>
                <c:pt idx="5264">
                  <c:v>0.98368655326940169</c:v>
                </c:pt>
                <c:pt idx="5265">
                  <c:v>0.98370820809816062</c:v>
                </c:pt>
                <c:pt idx="5266">
                  <c:v>0.98372984437139521</c:v>
                </c:pt>
                <c:pt idx="5267">
                  <c:v>0.98375147401253704</c:v>
                </c:pt>
                <c:pt idx="5268">
                  <c:v>0.98377309299585869</c:v>
                </c:pt>
                <c:pt idx="5269">
                  <c:v>0.9837947111231925</c:v>
                </c:pt>
                <c:pt idx="5270">
                  <c:v>0.98381632708514266</c:v>
                </c:pt>
                <c:pt idx="5271">
                  <c:v>0.98383793627340277</c:v>
                </c:pt>
                <c:pt idx="5272">
                  <c:v>0.9838595419239391</c:v>
                </c:pt>
                <c:pt idx="5273">
                  <c:v>0.9838811361690466</c:v>
                </c:pt>
                <c:pt idx="5274">
                  <c:v>0.98390272402125978</c:v>
                </c:pt>
                <c:pt idx="5275">
                  <c:v>0.98392429968638262</c:v>
                </c:pt>
                <c:pt idx="5276">
                  <c:v>0.98394587370362674</c:v>
                </c:pt>
                <c:pt idx="5277">
                  <c:v>0.98396743761159122</c:v>
                </c:pt>
                <c:pt idx="5278">
                  <c:v>0.98398899853276556</c:v>
                </c:pt>
                <c:pt idx="5279">
                  <c:v>0.98401054442224878</c:v>
                </c:pt>
                <c:pt idx="5280">
                  <c:v>0.9840320885157825</c:v>
                </c:pt>
                <c:pt idx="5281">
                  <c:v>0.98405362166543342</c:v>
                </c:pt>
                <c:pt idx="5282">
                  <c:v>0.98407515423076652</c:v>
                </c:pt>
                <c:pt idx="5283">
                  <c:v>0.98409666058680167</c:v>
                </c:pt>
                <c:pt idx="5284">
                  <c:v>0.98411816426788856</c:v>
                </c:pt>
                <c:pt idx="5285">
                  <c:v>0.98413965424361571</c:v>
                </c:pt>
                <c:pt idx="5286">
                  <c:v>0.98416113538281658</c:v>
                </c:pt>
                <c:pt idx="5287">
                  <c:v>0.98418260242245326</c:v>
                </c:pt>
                <c:pt idx="5288">
                  <c:v>0.98420406130223648</c:v>
                </c:pt>
                <c:pt idx="5289">
                  <c:v>0.98422551797967062</c:v>
                </c:pt>
                <c:pt idx="5290">
                  <c:v>0.98424694384715539</c:v>
                </c:pt>
                <c:pt idx="5291">
                  <c:v>0.98426831916459523</c:v>
                </c:pt>
                <c:pt idx="5292">
                  <c:v>0.98428967925600019</c:v>
                </c:pt>
                <c:pt idx="5293">
                  <c:v>0.98431102805603399</c:v>
                </c:pt>
                <c:pt idx="5294">
                  <c:v>0.98433236655898559</c:v>
                </c:pt>
                <c:pt idx="5295">
                  <c:v>0.98435365360293958</c:v>
                </c:pt>
                <c:pt idx="5296">
                  <c:v>0.98437493727207304</c:v>
                </c:pt>
                <c:pt idx="5297">
                  <c:v>0.98439621956883971</c:v>
                </c:pt>
                <c:pt idx="5298">
                  <c:v>0.98441747745687302</c:v>
                </c:pt>
                <c:pt idx="5299">
                  <c:v>0.98443872524734855</c:v>
                </c:pt>
                <c:pt idx="5300">
                  <c:v>0.98445997139729036</c:v>
                </c:pt>
                <c:pt idx="5301">
                  <c:v>0.98448121649451348</c:v>
                </c:pt>
                <c:pt idx="5302">
                  <c:v>0.9845024565087156</c:v>
                </c:pt>
                <c:pt idx="5303">
                  <c:v>0.9845236606355533</c:v>
                </c:pt>
                <c:pt idx="5304">
                  <c:v>0.98454480903341868</c:v>
                </c:pt>
                <c:pt idx="5305">
                  <c:v>0.98456591079214539</c:v>
                </c:pt>
                <c:pt idx="5306">
                  <c:v>0.98458700116438358</c:v>
                </c:pt>
                <c:pt idx="5307">
                  <c:v>0.98460807790491323</c:v>
                </c:pt>
                <c:pt idx="5308">
                  <c:v>0.98462914872869345</c:v>
                </c:pt>
                <c:pt idx="5309">
                  <c:v>0.98465021853746604</c:v>
                </c:pt>
                <c:pt idx="5310">
                  <c:v>0.98467128423829564</c:v>
                </c:pt>
                <c:pt idx="5311">
                  <c:v>0.9846923450071815</c:v>
                </c:pt>
                <c:pt idx="5312">
                  <c:v>0.98471339832591098</c:v>
                </c:pt>
                <c:pt idx="5313">
                  <c:v>0.98473444672052868</c:v>
                </c:pt>
                <c:pt idx="5314">
                  <c:v>0.98475548889405717</c:v>
                </c:pt>
                <c:pt idx="5315">
                  <c:v>0.98477652255782433</c:v>
                </c:pt>
                <c:pt idx="5316">
                  <c:v>0.98479755165927862</c:v>
                </c:pt>
                <c:pt idx="5317">
                  <c:v>0.98481858070810457</c:v>
                </c:pt>
                <c:pt idx="5318">
                  <c:v>0.9848395323871989</c:v>
                </c:pt>
                <c:pt idx="5319">
                  <c:v>0.98486047907510466</c:v>
                </c:pt>
                <c:pt idx="5320">
                  <c:v>0.98488142497858677</c:v>
                </c:pt>
                <c:pt idx="5321">
                  <c:v>0.98490236577679002</c:v>
                </c:pt>
                <c:pt idx="5322">
                  <c:v>0.98492328402795737</c:v>
                </c:pt>
                <c:pt idx="5323">
                  <c:v>0.98494418612954493</c:v>
                </c:pt>
                <c:pt idx="5324">
                  <c:v>0.98496506513991877</c:v>
                </c:pt>
                <c:pt idx="5325">
                  <c:v>0.98498594169377063</c:v>
                </c:pt>
                <c:pt idx="5326">
                  <c:v>0.98500679509230449</c:v>
                </c:pt>
                <c:pt idx="5327">
                  <c:v>0.98502764798824449</c:v>
                </c:pt>
                <c:pt idx="5328">
                  <c:v>0.98504848986627558</c:v>
                </c:pt>
                <c:pt idx="5329">
                  <c:v>0.98506932860243057</c:v>
                </c:pt>
                <c:pt idx="5330">
                  <c:v>0.98509012978361599</c:v>
                </c:pt>
                <c:pt idx="5331">
                  <c:v>0.98511092745644357</c:v>
                </c:pt>
                <c:pt idx="5332">
                  <c:v>0.98513171812226741</c:v>
                </c:pt>
                <c:pt idx="5333">
                  <c:v>0.98515247816046558</c:v>
                </c:pt>
                <c:pt idx="5334">
                  <c:v>0.98517323492304609</c:v>
                </c:pt>
                <c:pt idx="5335">
                  <c:v>0.9851939708899643</c:v>
                </c:pt>
                <c:pt idx="5336">
                  <c:v>0.98521470058756799</c:v>
                </c:pt>
                <c:pt idx="5337">
                  <c:v>0.98523541126898861</c:v>
                </c:pt>
                <c:pt idx="5338">
                  <c:v>0.98525610908542138</c:v>
                </c:pt>
                <c:pt idx="5339">
                  <c:v>0.98527678945979957</c:v>
                </c:pt>
                <c:pt idx="5340">
                  <c:v>0.98529746951171859</c:v>
                </c:pt>
                <c:pt idx="5341">
                  <c:v>0.98531810535825426</c:v>
                </c:pt>
                <c:pt idx="5342">
                  <c:v>0.98533874028127277</c:v>
                </c:pt>
                <c:pt idx="5343">
                  <c:v>0.98535933805708353</c:v>
                </c:pt>
                <c:pt idx="5344">
                  <c:v>0.98537991929004021</c:v>
                </c:pt>
                <c:pt idx="5345">
                  <c:v>0.98540049431083787</c:v>
                </c:pt>
                <c:pt idx="5346">
                  <c:v>0.98542106847126443</c:v>
                </c:pt>
                <c:pt idx="5347">
                  <c:v>0.98544162314719164</c:v>
                </c:pt>
                <c:pt idx="5348">
                  <c:v>0.98546217486576171</c:v>
                </c:pt>
                <c:pt idx="5349">
                  <c:v>0.98548272620627886</c:v>
                </c:pt>
                <c:pt idx="5350">
                  <c:v>0.98550324529775846</c:v>
                </c:pt>
                <c:pt idx="5351">
                  <c:v>0.98552376381119233</c:v>
                </c:pt>
                <c:pt idx="5352">
                  <c:v>0.98554427560837232</c:v>
                </c:pt>
                <c:pt idx="5353">
                  <c:v>0.98556477787534436</c:v>
                </c:pt>
                <c:pt idx="5354">
                  <c:v>0.9855852567465756</c:v>
                </c:pt>
                <c:pt idx="5355">
                  <c:v>0.98560571061483249</c:v>
                </c:pt>
                <c:pt idx="5356">
                  <c:v>0.98562614331999909</c:v>
                </c:pt>
                <c:pt idx="5357">
                  <c:v>0.98564656372364856</c:v>
                </c:pt>
                <c:pt idx="5358">
                  <c:v>0.98566696745330751</c:v>
                </c:pt>
                <c:pt idx="5359">
                  <c:v>0.9856873306570203</c:v>
                </c:pt>
                <c:pt idx="5360">
                  <c:v>0.98570769201586761</c:v>
                </c:pt>
                <c:pt idx="5361">
                  <c:v>0.98572802822923944</c:v>
                </c:pt>
                <c:pt idx="5362">
                  <c:v>0.98574833582456789</c:v>
                </c:pt>
                <c:pt idx="5363">
                  <c:v>0.98576864233391281</c:v>
                </c:pt>
                <c:pt idx="5364">
                  <c:v>0.98578891511470568</c:v>
                </c:pt>
                <c:pt idx="5365">
                  <c:v>0.98580918217896851</c:v>
                </c:pt>
                <c:pt idx="5366">
                  <c:v>0.98582944867375399</c:v>
                </c:pt>
                <c:pt idx="5367">
                  <c:v>0.98584968228710324</c:v>
                </c:pt>
                <c:pt idx="5368">
                  <c:v>0.98586991497003607</c:v>
                </c:pt>
                <c:pt idx="5369">
                  <c:v>0.9858901420974655</c:v>
                </c:pt>
                <c:pt idx="5370">
                  <c:v>0.98591033569042652</c:v>
                </c:pt>
                <c:pt idx="5371">
                  <c:v>0.98593049870764427</c:v>
                </c:pt>
                <c:pt idx="5372">
                  <c:v>0.98595063821273243</c:v>
                </c:pt>
                <c:pt idx="5373">
                  <c:v>0.985970767472789</c:v>
                </c:pt>
                <c:pt idx="5374">
                  <c:v>0.9859908841770787</c:v>
                </c:pt>
                <c:pt idx="5375">
                  <c:v>0.9860109555978015</c:v>
                </c:pt>
                <c:pt idx="5376">
                  <c:v>0.986031026604264</c:v>
                </c:pt>
                <c:pt idx="5377">
                  <c:v>0.98605109332832663</c:v>
                </c:pt>
                <c:pt idx="5378">
                  <c:v>0.98607113497501853</c:v>
                </c:pt>
                <c:pt idx="5379">
                  <c:v>0.98609110899958863</c:v>
                </c:pt>
                <c:pt idx="5380">
                  <c:v>0.98611104392030557</c:v>
                </c:pt>
                <c:pt idx="5381">
                  <c:v>0.98613095204474799</c:v>
                </c:pt>
                <c:pt idx="5382">
                  <c:v>0.9861508315623837</c:v>
                </c:pt>
                <c:pt idx="5383">
                  <c:v>0.98617070886172009</c:v>
                </c:pt>
                <c:pt idx="5384">
                  <c:v>0.98619058106529955</c:v>
                </c:pt>
                <c:pt idx="5385">
                  <c:v>0.98621042866517972</c:v>
                </c:pt>
                <c:pt idx="5386">
                  <c:v>0.98623026107997258</c:v>
                </c:pt>
                <c:pt idx="5387">
                  <c:v>0.9862500917021616</c:v>
                </c:pt>
                <c:pt idx="5388">
                  <c:v>0.98626991184741519</c:v>
                </c:pt>
                <c:pt idx="5389">
                  <c:v>0.98628971628815965</c:v>
                </c:pt>
                <c:pt idx="5390">
                  <c:v>0.98630952040084741</c:v>
                </c:pt>
                <c:pt idx="5391">
                  <c:v>0.98632931010553904</c:v>
                </c:pt>
                <c:pt idx="5392">
                  <c:v>0.98634908864019122</c:v>
                </c:pt>
                <c:pt idx="5393">
                  <c:v>0.98636879912441855</c:v>
                </c:pt>
                <c:pt idx="5394">
                  <c:v>0.98638842794850368</c:v>
                </c:pt>
                <c:pt idx="5395">
                  <c:v>0.98640802373631298</c:v>
                </c:pt>
                <c:pt idx="5396">
                  <c:v>0.98642759067212749</c:v>
                </c:pt>
                <c:pt idx="5397">
                  <c:v>0.98644714784587506</c:v>
                </c:pt>
                <c:pt idx="5398">
                  <c:v>0.98646669623890249</c:v>
                </c:pt>
                <c:pt idx="5399">
                  <c:v>0.98648624327245038</c:v>
                </c:pt>
                <c:pt idx="5400">
                  <c:v>0.98650578938146438</c:v>
                </c:pt>
                <c:pt idx="5401">
                  <c:v>0.98652533304467194</c:v>
                </c:pt>
                <c:pt idx="5402">
                  <c:v>0.98654487532574953</c:v>
                </c:pt>
                <c:pt idx="5403">
                  <c:v>0.9865644035598069</c:v>
                </c:pt>
                <c:pt idx="5404">
                  <c:v>0.98658392788990013</c:v>
                </c:pt>
                <c:pt idx="5405">
                  <c:v>0.98660344514330134</c:v>
                </c:pt>
                <c:pt idx="5406">
                  <c:v>0.986622952632496</c:v>
                </c:pt>
                <c:pt idx="5407">
                  <c:v>0.9866424517020872</c:v>
                </c:pt>
                <c:pt idx="5408">
                  <c:v>0.98666191887704058</c:v>
                </c:pt>
                <c:pt idx="5409">
                  <c:v>0.98668138275976158</c:v>
                </c:pt>
                <c:pt idx="5410">
                  <c:v>0.98670084089282151</c:v>
                </c:pt>
                <c:pt idx="5411">
                  <c:v>0.98672028885319862</c:v>
                </c:pt>
                <c:pt idx="5412">
                  <c:v>0.98673973181264607</c:v>
                </c:pt>
                <c:pt idx="5413">
                  <c:v>0.98675917003314595</c:v>
                </c:pt>
                <c:pt idx="5414">
                  <c:v>0.98677860661567929</c:v>
                </c:pt>
                <c:pt idx="5415">
                  <c:v>0.98679803772165697</c:v>
                </c:pt>
                <c:pt idx="5416">
                  <c:v>0.98681746732860887</c:v>
                </c:pt>
                <c:pt idx="5417">
                  <c:v>0.98683689585404544</c:v>
                </c:pt>
                <c:pt idx="5418">
                  <c:v>0.98685632192847539</c:v>
                </c:pt>
                <c:pt idx="5419">
                  <c:v>0.98687573640185633</c:v>
                </c:pt>
                <c:pt idx="5420">
                  <c:v>0.98689514604167983</c:v>
                </c:pt>
                <c:pt idx="5421">
                  <c:v>0.98691453898141757</c:v>
                </c:pt>
                <c:pt idx="5422">
                  <c:v>0.98693392997052987</c:v>
                </c:pt>
                <c:pt idx="5423">
                  <c:v>0.98695331963695698</c:v>
                </c:pt>
                <c:pt idx="5424">
                  <c:v>0.98697269997170756</c:v>
                </c:pt>
                <c:pt idx="5425">
                  <c:v>0.98699206351635327</c:v>
                </c:pt>
                <c:pt idx="5426">
                  <c:v>0.98701142466115555</c:v>
                </c:pt>
                <c:pt idx="5427">
                  <c:v>0.98703078349793805</c:v>
                </c:pt>
                <c:pt idx="5428">
                  <c:v>0.98705013246436468</c:v>
                </c:pt>
                <c:pt idx="5429">
                  <c:v>0.9870694429457767</c:v>
                </c:pt>
                <c:pt idx="5430">
                  <c:v>0.98708874757424436</c:v>
                </c:pt>
                <c:pt idx="5431">
                  <c:v>0.98710804648958861</c:v>
                </c:pt>
                <c:pt idx="5432">
                  <c:v>0.98712733049055723</c:v>
                </c:pt>
                <c:pt idx="5433">
                  <c:v>0.98714661400254866</c:v>
                </c:pt>
                <c:pt idx="5434">
                  <c:v>0.98716588643210168</c:v>
                </c:pt>
                <c:pt idx="5435">
                  <c:v>0.9871851482895907</c:v>
                </c:pt>
                <c:pt idx="5436">
                  <c:v>0.98720440545226651</c:v>
                </c:pt>
                <c:pt idx="5437">
                  <c:v>0.9872236508230926</c:v>
                </c:pt>
                <c:pt idx="5438">
                  <c:v>0.9872428814054095</c:v>
                </c:pt>
                <c:pt idx="5439">
                  <c:v>0.98726210773035805</c:v>
                </c:pt>
                <c:pt idx="5440">
                  <c:v>0.9872813185787741</c:v>
                </c:pt>
                <c:pt idx="5441">
                  <c:v>0.98730052647050781</c:v>
                </c:pt>
                <c:pt idx="5442">
                  <c:v>0.9873197315555331</c:v>
                </c:pt>
                <c:pt idx="5443">
                  <c:v>0.98733892888904062</c:v>
                </c:pt>
                <c:pt idx="5444">
                  <c:v>0.98735811842966326</c:v>
                </c:pt>
                <c:pt idx="5445">
                  <c:v>0.98737729919842054</c:v>
                </c:pt>
                <c:pt idx="5446">
                  <c:v>0.98739644891700995</c:v>
                </c:pt>
                <c:pt idx="5447">
                  <c:v>0.98741558955116449</c:v>
                </c:pt>
                <c:pt idx="5448">
                  <c:v>0.98743472402610255</c:v>
                </c:pt>
                <c:pt idx="5449">
                  <c:v>0.98745384617392951</c:v>
                </c:pt>
                <c:pt idx="5450">
                  <c:v>0.98747295401390356</c:v>
                </c:pt>
                <c:pt idx="5451">
                  <c:v>0.9874920483177404</c:v>
                </c:pt>
                <c:pt idx="5452">
                  <c:v>0.98751113073821972</c:v>
                </c:pt>
                <c:pt idx="5453">
                  <c:v>0.98753019774191519</c:v>
                </c:pt>
                <c:pt idx="5454">
                  <c:v>0.98754926340716409</c:v>
                </c:pt>
                <c:pt idx="5455">
                  <c:v>0.98756831834272196</c:v>
                </c:pt>
                <c:pt idx="5456">
                  <c:v>0.98758736942384995</c:v>
                </c:pt>
                <c:pt idx="5457">
                  <c:v>0.98760641893307188</c:v>
                </c:pt>
                <c:pt idx="5458">
                  <c:v>0.98762546353587799</c:v>
                </c:pt>
                <c:pt idx="5459">
                  <c:v>0.98764450239151724</c:v>
                </c:pt>
                <c:pt idx="5460">
                  <c:v>0.98766353234206006</c:v>
                </c:pt>
                <c:pt idx="5461">
                  <c:v>0.98768252553908442</c:v>
                </c:pt>
                <c:pt idx="5462">
                  <c:v>0.98770151146056062</c:v>
                </c:pt>
                <c:pt idx="5463">
                  <c:v>0.98772049276598761</c:v>
                </c:pt>
                <c:pt idx="5464">
                  <c:v>0.98773945333920365</c:v>
                </c:pt>
                <c:pt idx="5465">
                  <c:v>0.98775838670887561</c:v>
                </c:pt>
                <c:pt idx="5466">
                  <c:v>0.98777731684218362</c:v>
                </c:pt>
                <c:pt idx="5467">
                  <c:v>0.9877962410266905</c:v>
                </c:pt>
                <c:pt idx="5468">
                  <c:v>0.98781515300210543</c:v>
                </c:pt>
                <c:pt idx="5469">
                  <c:v>0.98783405459161666</c:v>
                </c:pt>
                <c:pt idx="5470">
                  <c:v>0.98785295171354459</c:v>
                </c:pt>
                <c:pt idx="5471">
                  <c:v>0.98787184830543784</c:v>
                </c:pt>
                <c:pt idx="5472">
                  <c:v>0.98789073736867861</c:v>
                </c:pt>
                <c:pt idx="5473">
                  <c:v>0.9879096219554685</c:v>
                </c:pt>
                <c:pt idx="5474">
                  <c:v>0.9879285064147606</c:v>
                </c:pt>
                <c:pt idx="5475">
                  <c:v>0.98794738637250001</c:v>
                </c:pt>
                <c:pt idx="5476">
                  <c:v>0.98796626104072716</c:v>
                </c:pt>
                <c:pt idx="5477">
                  <c:v>0.98798512165301566</c:v>
                </c:pt>
                <c:pt idx="5478">
                  <c:v>0.98800396197398999</c:v>
                </c:pt>
                <c:pt idx="5479">
                  <c:v>0.98802278909909458</c:v>
                </c:pt>
                <c:pt idx="5480">
                  <c:v>0.9880416159773836</c:v>
                </c:pt>
                <c:pt idx="5481">
                  <c:v>0.98806039952711056</c:v>
                </c:pt>
                <c:pt idx="5482">
                  <c:v>0.98807918217996848</c:v>
                </c:pt>
                <c:pt idx="5483">
                  <c:v>0.9880979384361096</c:v>
                </c:pt>
                <c:pt idx="5484">
                  <c:v>0.98811669051132156</c:v>
                </c:pt>
                <c:pt idx="5485">
                  <c:v>0.98813543097367385</c:v>
                </c:pt>
                <c:pt idx="5486">
                  <c:v>0.98815416160561587</c:v>
                </c:pt>
                <c:pt idx="5487">
                  <c:v>0.98817288925109137</c:v>
                </c:pt>
                <c:pt idx="5488">
                  <c:v>0.98819160901026448</c:v>
                </c:pt>
                <c:pt idx="5489">
                  <c:v>0.98821032263106356</c:v>
                </c:pt>
                <c:pt idx="5490">
                  <c:v>0.98822903066848966</c:v>
                </c:pt>
                <c:pt idx="5491">
                  <c:v>0.98824773754211714</c:v>
                </c:pt>
                <c:pt idx="5492">
                  <c:v>0.98826643667354563</c:v>
                </c:pt>
                <c:pt idx="5493">
                  <c:v>0.98828511504266758</c:v>
                </c:pt>
                <c:pt idx="5494">
                  <c:v>0.98830373956752959</c:v>
                </c:pt>
                <c:pt idx="5495">
                  <c:v>0.98832234950836773</c:v>
                </c:pt>
                <c:pt idx="5496">
                  <c:v>0.9883409369558086</c:v>
                </c:pt>
                <c:pt idx="5497">
                  <c:v>0.98835951239974584</c:v>
                </c:pt>
                <c:pt idx="5498">
                  <c:v>0.98837808651411074</c:v>
                </c:pt>
                <c:pt idx="5499">
                  <c:v>0.98839665869799731</c:v>
                </c:pt>
                <c:pt idx="5500">
                  <c:v>0.98841522561129758</c:v>
                </c:pt>
                <c:pt idx="5501">
                  <c:v>0.98843378360001255</c:v>
                </c:pt>
                <c:pt idx="5502">
                  <c:v>0.98845233844092073</c:v>
                </c:pt>
                <c:pt idx="5503">
                  <c:v>0.98847086407974638</c:v>
                </c:pt>
                <c:pt idx="5504">
                  <c:v>0.98848937326510711</c:v>
                </c:pt>
                <c:pt idx="5505">
                  <c:v>0.98850787800491746</c:v>
                </c:pt>
                <c:pt idx="5506">
                  <c:v>0.98852637693471157</c:v>
                </c:pt>
                <c:pt idx="5507">
                  <c:v>0.98854486380975337</c:v>
                </c:pt>
                <c:pt idx="5508">
                  <c:v>0.98856334835508641</c:v>
                </c:pt>
                <c:pt idx="5509">
                  <c:v>0.98858182880959944</c:v>
                </c:pt>
                <c:pt idx="5510">
                  <c:v>0.98860027454830479</c:v>
                </c:pt>
                <c:pt idx="5511">
                  <c:v>0.98861871124722056</c:v>
                </c:pt>
                <c:pt idx="5512">
                  <c:v>0.98863714083922638</c:v>
                </c:pt>
                <c:pt idx="5513">
                  <c:v>0.9886555624137876</c:v>
                </c:pt>
                <c:pt idx="5514">
                  <c:v>0.98867397955395853</c:v>
                </c:pt>
                <c:pt idx="5515">
                  <c:v>0.98869232687638187</c:v>
                </c:pt>
                <c:pt idx="5516">
                  <c:v>0.98871065574030259</c:v>
                </c:pt>
                <c:pt idx="5517">
                  <c:v>0.98872897394886661</c:v>
                </c:pt>
                <c:pt idx="5518">
                  <c:v>0.98874729163883801</c:v>
                </c:pt>
                <c:pt idx="5519">
                  <c:v>0.98876560280872461</c:v>
                </c:pt>
                <c:pt idx="5520">
                  <c:v>0.98878391387993259</c:v>
                </c:pt>
                <c:pt idx="5521">
                  <c:v>0.98880222249538163</c:v>
                </c:pt>
                <c:pt idx="5522">
                  <c:v>0.98882053081073651</c:v>
                </c:pt>
                <c:pt idx="5523">
                  <c:v>0.98883882870158535</c:v>
                </c:pt>
                <c:pt idx="5524">
                  <c:v>0.98885712521291913</c:v>
                </c:pt>
                <c:pt idx="5525">
                  <c:v>0.9888753959205232</c:v>
                </c:pt>
                <c:pt idx="5526">
                  <c:v>0.98889365321637546</c:v>
                </c:pt>
                <c:pt idx="5527">
                  <c:v>0.98891189614080865</c:v>
                </c:pt>
                <c:pt idx="5528">
                  <c:v>0.98893013853858136</c:v>
                </c:pt>
                <c:pt idx="5529">
                  <c:v>0.98894837771235511</c:v>
                </c:pt>
                <c:pt idx="5530">
                  <c:v>0.98896660720880369</c:v>
                </c:pt>
                <c:pt idx="5531">
                  <c:v>0.98898483118434533</c:v>
                </c:pt>
                <c:pt idx="5532">
                  <c:v>0.98900305478102557</c:v>
                </c:pt>
                <c:pt idx="5533">
                  <c:v>0.98902127150570163</c:v>
                </c:pt>
                <c:pt idx="5534">
                  <c:v>0.98903946807958065</c:v>
                </c:pt>
                <c:pt idx="5535">
                  <c:v>0.98905765311619065</c:v>
                </c:pt>
                <c:pt idx="5536">
                  <c:v>0.98907583394428633</c:v>
                </c:pt>
                <c:pt idx="5537">
                  <c:v>0.9890940125675628</c:v>
                </c:pt>
                <c:pt idx="5538">
                  <c:v>0.98911217315014299</c:v>
                </c:pt>
                <c:pt idx="5539">
                  <c:v>0.98913028137611159</c:v>
                </c:pt>
                <c:pt idx="5540">
                  <c:v>0.98914838518281856</c:v>
                </c:pt>
                <c:pt idx="5541">
                  <c:v>0.9891664822531957</c:v>
                </c:pt>
                <c:pt idx="5542">
                  <c:v>0.9891845785521225</c:v>
                </c:pt>
                <c:pt idx="5543">
                  <c:v>0.98920267321439803</c:v>
                </c:pt>
                <c:pt idx="5544">
                  <c:v>0.98922076317439145</c:v>
                </c:pt>
                <c:pt idx="5545">
                  <c:v>0.98923883751644592</c:v>
                </c:pt>
                <c:pt idx="5546">
                  <c:v>0.98925690993204329</c:v>
                </c:pt>
                <c:pt idx="5547">
                  <c:v>0.98927496242117563</c:v>
                </c:pt>
                <c:pt idx="5548">
                  <c:v>0.9892930032271352</c:v>
                </c:pt>
                <c:pt idx="5549">
                  <c:v>0.98931103007244259</c:v>
                </c:pt>
                <c:pt idx="5550">
                  <c:v>0.98932905481424249</c:v>
                </c:pt>
                <c:pt idx="5551">
                  <c:v>0.98934707223668872</c:v>
                </c:pt>
                <c:pt idx="5552">
                  <c:v>0.98936508722979266</c:v>
                </c:pt>
                <c:pt idx="5553">
                  <c:v>0.98938310194517398</c:v>
                </c:pt>
                <c:pt idx="5554">
                  <c:v>0.98940110766779021</c:v>
                </c:pt>
                <c:pt idx="5555">
                  <c:v>0.9894191123616014</c:v>
                </c:pt>
                <c:pt idx="5556">
                  <c:v>0.98943710158512699</c:v>
                </c:pt>
                <c:pt idx="5557">
                  <c:v>0.98945508177288122</c:v>
                </c:pt>
                <c:pt idx="5558">
                  <c:v>0.98947306149495629</c:v>
                </c:pt>
                <c:pt idx="5559">
                  <c:v>0.98949103866721344</c:v>
                </c:pt>
                <c:pt idx="5560">
                  <c:v>0.98950901364958432</c:v>
                </c:pt>
                <c:pt idx="5561">
                  <c:v>0.9895269837583871</c:v>
                </c:pt>
                <c:pt idx="5562">
                  <c:v>0.98954492940274397</c:v>
                </c:pt>
                <c:pt idx="5563">
                  <c:v>0.98956287184271829</c:v>
                </c:pt>
                <c:pt idx="5564">
                  <c:v>0.98958075938798196</c:v>
                </c:pt>
                <c:pt idx="5565">
                  <c:v>0.98959864011848564</c:v>
                </c:pt>
                <c:pt idx="5566">
                  <c:v>0.98961651424129049</c:v>
                </c:pt>
                <c:pt idx="5567">
                  <c:v>0.9896343705505396</c:v>
                </c:pt>
                <c:pt idx="5568">
                  <c:v>0.98965222652831664</c:v>
                </c:pt>
                <c:pt idx="5569">
                  <c:v>0.98967007061315171</c:v>
                </c:pt>
                <c:pt idx="5570">
                  <c:v>0.98968790951448193</c:v>
                </c:pt>
                <c:pt idx="5571">
                  <c:v>0.98970573017463381</c:v>
                </c:pt>
                <c:pt idx="5572">
                  <c:v>0.98972353347938635</c:v>
                </c:pt>
                <c:pt idx="5573">
                  <c:v>0.9897413148790829</c:v>
                </c:pt>
                <c:pt idx="5574">
                  <c:v>0.98975909496990211</c:v>
                </c:pt>
                <c:pt idx="5575">
                  <c:v>0.98977686056493341</c:v>
                </c:pt>
                <c:pt idx="5576">
                  <c:v>0.98979461237883015</c:v>
                </c:pt>
                <c:pt idx="5577">
                  <c:v>0.98981226016649959</c:v>
                </c:pt>
                <c:pt idx="5578">
                  <c:v>0.98982989638198227</c:v>
                </c:pt>
                <c:pt idx="5579">
                  <c:v>0.98984752139779852</c:v>
                </c:pt>
                <c:pt idx="5580">
                  <c:v>0.98986514260997804</c:v>
                </c:pt>
                <c:pt idx="5581">
                  <c:v>0.98988274121907249</c:v>
                </c:pt>
                <c:pt idx="5582">
                  <c:v>0.98990031046311577</c:v>
                </c:pt>
                <c:pt idx="5583">
                  <c:v>0.98991787070475257</c:v>
                </c:pt>
                <c:pt idx="5584">
                  <c:v>0.98993542353648856</c:v>
                </c:pt>
                <c:pt idx="5585">
                  <c:v>0.98995295815982753</c:v>
                </c:pt>
                <c:pt idx="5586">
                  <c:v>0.98997048349855221</c:v>
                </c:pt>
                <c:pt idx="5587">
                  <c:v>0.98998800634408624</c:v>
                </c:pt>
                <c:pt idx="5588">
                  <c:v>0.99000552445779144</c:v>
                </c:pt>
                <c:pt idx="5589">
                  <c:v>0.99002298527228083</c:v>
                </c:pt>
                <c:pt idx="5590">
                  <c:v>0.99004042405397263</c:v>
                </c:pt>
                <c:pt idx="5591">
                  <c:v>0.99005784984603606</c:v>
                </c:pt>
                <c:pt idx="5592">
                  <c:v>0.99007527050364164</c:v>
                </c:pt>
                <c:pt idx="5593">
                  <c:v>0.99009268357944402</c:v>
                </c:pt>
                <c:pt idx="5594">
                  <c:v>0.9901100937574755</c:v>
                </c:pt>
                <c:pt idx="5595">
                  <c:v>0.99012749910762587</c:v>
                </c:pt>
                <c:pt idx="5596">
                  <c:v>0.99014490016573353</c:v>
                </c:pt>
                <c:pt idx="5597">
                  <c:v>0.99016229161977454</c:v>
                </c:pt>
                <c:pt idx="5598">
                  <c:v>0.99017968248501864</c:v>
                </c:pt>
                <c:pt idx="5599">
                  <c:v>0.99019707024338099</c:v>
                </c:pt>
                <c:pt idx="5600">
                  <c:v>0.990214454449307</c:v>
                </c:pt>
                <c:pt idx="5601">
                  <c:v>0.9902318316404487</c:v>
                </c:pt>
                <c:pt idx="5602">
                  <c:v>0.99024920738261024</c:v>
                </c:pt>
                <c:pt idx="5603">
                  <c:v>0.99026655863694335</c:v>
                </c:pt>
                <c:pt idx="5604">
                  <c:v>0.99028388572111647</c:v>
                </c:pt>
                <c:pt idx="5605">
                  <c:v>0.9903011625191398</c:v>
                </c:pt>
                <c:pt idx="5606">
                  <c:v>0.99031841839752288</c:v>
                </c:pt>
                <c:pt idx="5607">
                  <c:v>0.99033564757153669</c:v>
                </c:pt>
                <c:pt idx="5608">
                  <c:v>0.99035286269568312</c:v>
                </c:pt>
                <c:pt idx="5609">
                  <c:v>0.9903700460648649</c:v>
                </c:pt>
                <c:pt idx="5610">
                  <c:v>0.99038721935645158</c:v>
                </c:pt>
                <c:pt idx="5611">
                  <c:v>0.99040438847269341</c:v>
                </c:pt>
                <c:pt idx="5612">
                  <c:v>0.99042155755212025</c:v>
                </c:pt>
                <c:pt idx="5613">
                  <c:v>0.99043872457230098</c:v>
                </c:pt>
                <c:pt idx="5614">
                  <c:v>0.99045587408116109</c:v>
                </c:pt>
                <c:pt idx="5615">
                  <c:v>0.99047300998072307</c:v>
                </c:pt>
                <c:pt idx="5616">
                  <c:v>0.99049014510115063</c:v>
                </c:pt>
                <c:pt idx="5617">
                  <c:v>0.99050727753017465</c:v>
                </c:pt>
                <c:pt idx="5618">
                  <c:v>0.99052440862940161</c:v>
                </c:pt>
                <c:pt idx="5619">
                  <c:v>0.99054152800411954</c:v>
                </c:pt>
                <c:pt idx="5620">
                  <c:v>0.99055864037375452</c:v>
                </c:pt>
                <c:pt idx="5621">
                  <c:v>0.99057574029804729</c:v>
                </c:pt>
                <c:pt idx="5622">
                  <c:v>0.99059283834562828</c:v>
                </c:pt>
                <c:pt idx="5623">
                  <c:v>0.99060993222579963</c:v>
                </c:pt>
                <c:pt idx="5624">
                  <c:v>0.99062700284318528</c:v>
                </c:pt>
                <c:pt idx="5625">
                  <c:v>0.99064406947948591</c:v>
                </c:pt>
                <c:pt idx="5626">
                  <c:v>0.99066113315942261</c:v>
                </c:pt>
                <c:pt idx="5627">
                  <c:v>0.99067811805705452</c:v>
                </c:pt>
                <c:pt idx="5628">
                  <c:v>0.99069507985814065</c:v>
                </c:pt>
                <c:pt idx="5629">
                  <c:v>0.99071202286052451</c:v>
                </c:pt>
                <c:pt idx="5630">
                  <c:v>0.99072896174355529</c:v>
                </c:pt>
                <c:pt idx="5631">
                  <c:v>0.99074587039225492</c:v>
                </c:pt>
                <c:pt idx="5632">
                  <c:v>0.9907627489852483</c:v>
                </c:pt>
                <c:pt idx="5633">
                  <c:v>0.99077961930401326</c:v>
                </c:pt>
                <c:pt idx="5634">
                  <c:v>0.99079648616000882</c:v>
                </c:pt>
                <c:pt idx="5635">
                  <c:v>0.9908133523668623</c:v>
                </c:pt>
                <c:pt idx="5636">
                  <c:v>0.99083021512201941</c:v>
                </c:pt>
                <c:pt idx="5637">
                  <c:v>0.99084707108511283</c:v>
                </c:pt>
                <c:pt idx="5638">
                  <c:v>0.99086391150565456</c:v>
                </c:pt>
                <c:pt idx="5639">
                  <c:v>0.99088075170697598</c:v>
                </c:pt>
                <c:pt idx="5640">
                  <c:v>0.99089757355501862</c:v>
                </c:pt>
                <c:pt idx="5641">
                  <c:v>0.99091437945178451</c:v>
                </c:pt>
                <c:pt idx="5642">
                  <c:v>0.99093117446154655</c:v>
                </c:pt>
                <c:pt idx="5643">
                  <c:v>0.99094796537775576</c:v>
                </c:pt>
                <c:pt idx="5644">
                  <c:v>0.99096475554375729</c:v>
                </c:pt>
                <c:pt idx="5645">
                  <c:v>0.99098153944425549</c:v>
                </c:pt>
                <c:pt idx="5646">
                  <c:v>0.99099829179194299</c:v>
                </c:pt>
                <c:pt idx="5647">
                  <c:v>0.99101504006663255</c:v>
                </c:pt>
                <c:pt idx="5648">
                  <c:v>0.99103177813937482</c:v>
                </c:pt>
                <c:pt idx="5649">
                  <c:v>0.99104849095592151</c:v>
                </c:pt>
                <c:pt idx="5650">
                  <c:v>0.99106519365786439</c:v>
                </c:pt>
                <c:pt idx="5651">
                  <c:v>0.99108187879298359</c:v>
                </c:pt>
                <c:pt idx="5652">
                  <c:v>0.99109856054507262</c:v>
                </c:pt>
                <c:pt idx="5653">
                  <c:v>0.9911152382312145</c:v>
                </c:pt>
                <c:pt idx="5654">
                  <c:v>0.99113190369394388</c:v>
                </c:pt>
                <c:pt idx="5655">
                  <c:v>0.99114854801090457</c:v>
                </c:pt>
                <c:pt idx="5656">
                  <c:v>0.9911651811391331</c:v>
                </c:pt>
                <c:pt idx="5657">
                  <c:v>0.99118178630931197</c:v>
                </c:pt>
                <c:pt idx="5658">
                  <c:v>0.99119836921489679</c:v>
                </c:pt>
                <c:pt idx="5659">
                  <c:v>0.99121492959155943</c:v>
                </c:pt>
                <c:pt idx="5660">
                  <c:v>0.9912314824846179</c:v>
                </c:pt>
                <c:pt idx="5661">
                  <c:v>0.99124800620663167</c:v>
                </c:pt>
                <c:pt idx="5662">
                  <c:v>0.99126448242920207</c:v>
                </c:pt>
                <c:pt idx="5663">
                  <c:v>0.99128095276769446</c:v>
                </c:pt>
                <c:pt idx="5664">
                  <c:v>0.99129742260941422</c:v>
                </c:pt>
                <c:pt idx="5665">
                  <c:v>0.9913138766864219</c:v>
                </c:pt>
                <c:pt idx="5666">
                  <c:v>0.99133029699362152</c:v>
                </c:pt>
                <c:pt idx="5667">
                  <c:v>0.99134671430754151</c:v>
                </c:pt>
                <c:pt idx="5668">
                  <c:v>0.99136309550760948</c:v>
                </c:pt>
                <c:pt idx="5669">
                  <c:v>0.99137945724924204</c:v>
                </c:pt>
                <c:pt idx="5670">
                  <c:v>0.9913957775772525</c:v>
                </c:pt>
                <c:pt idx="5671">
                  <c:v>0.99141208025875938</c:v>
                </c:pt>
                <c:pt idx="5672">
                  <c:v>0.99142835309628308</c:v>
                </c:pt>
                <c:pt idx="5673">
                  <c:v>0.99144461016039664</c:v>
                </c:pt>
                <c:pt idx="5674">
                  <c:v>0.99146085760880875</c:v>
                </c:pt>
                <c:pt idx="5675">
                  <c:v>0.9914770863768505</c:v>
                </c:pt>
                <c:pt idx="5676">
                  <c:v>0.9914933117517184</c:v>
                </c:pt>
                <c:pt idx="5677">
                  <c:v>0.99150951322317571</c:v>
                </c:pt>
                <c:pt idx="5678">
                  <c:v>0.99152570789349204</c:v>
                </c:pt>
                <c:pt idx="5679">
                  <c:v>0.99154190177003798</c:v>
                </c:pt>
                <c:pt idx="5680">
                  <c:v>0.99155807473305857</c:v>
                </c:pt>
                <c:pt idx="5681">
                  <c:v>0.99157424528513327</c:v>
                </c:pt>
                <c:pt idx="5682">
                  <c:v>0.9915904152993158</c:v>
                </c:pt>
                <c:pt idx="5683">
                  <c:v>0.99160657608326241</c:v>
                </c:pt>
                <c:pt idx="5684">
                  <c:v>0.99162272744555369</c:v>
                </c:pt>
                <c:pt idx="5685">
                  <c:v>0.9916388635122535</c:v>
                </c:pt>
                <c:pt idx="5686">
                  <c:v>0.99165496552059462</c:v>
                </c:pt>
                <c:pt idx="5687">
                  <c:v>0.9916710219049848</c:v>
                </c:pt>
                <c:pt idx="5688">
                  <c:v>0.99168705820911462</c:v>
                </c:pt>
                <c:pt idx="5689">
                  <c:v>0.99170308220663406</c:v>
                </c:pt>
                <c:pt idx="5690">
                  <c:v>0.99171910362495919</c:v>
                </c:pt>
                <c:pt idx="5691">
                  <c:v>0.99173511708879625</c:v>
                </c:pt>
                <c:pt idx="5692">
                  <c:v>0.99175112111856212</c:v>
                </c:pt>
                <c:pt idx="5693">
                  <c:v>0.9917671215366598</c:v>
                </c:pt>
                <c:pt idx="5694">
                  <c:v>0.99178311200493297</c:v>
                </c:pt>
                <c:pt idx="5695">
                  <c:v>0.99179909198414062</c:v>
                </c:pt>
                <c:pt idx="5696">
                  <c:v>0.99181507189259799</c:v>
                </c:pt>
                <c:pt idx="5697">
                  <c:v>0.99183103871926737</c:v>
                </c:pt>
                <c:pt idx="5698">
                  <c:v>0.99184699970737256</c:v>
                </c:pt>
                <c:pt idx="5699">
                  <c:v>0.99186295905237631</c:v>
                </c:pt>
                <c:pt idx="5700">
                  <c:v>0.99187887563666066</c:v>
                </c:pt>
                <c:pt idx="5701">
                  <c:v>0.99189478660640373</c:v>
                </c:pt>
                <c:pt idx="5702">
                  <c:v>0.9919106833953133</c:v>
                </c:pt>
                <c:pt idx="5703">
                  <c:v>0.99192657349253011</c:v>
                </c:pt>
                <c:pt idx="5704">
                  <c:v>0.99194244084293248</c:v>
                </c:pt>
                <c:pt idx="5705">
                  <c:v>0.99195829769108224</c:v>
                </c:pt>
                <c:pt idx="5706">
                  <c:v>0.99197414705432851</c:v>
                </c:pt>
                <c:pt idx="5707">
                  <c:v>0.99198998109266323</c:v>
                </c:pt>
                <c:pt idx="5708">
                  <c:v>0.99200574399070351</c:v>
                </c:pt>
                <c:pt idx="5709">
                  <c:v>0.99202146409820002</c:v>
                </c:pt>
                <c:pt idx="5710">
                  <c:v>0.99203717538340641</c:v>
                </c:pt>
                <c:pt idx="5711">
                  <c:v>0.9920528810762641</c:v>
                </c:pt>
                <c:pt idx="5712">
                  <c:v>0.99206856521125397</c:v>
                </c:pt>
                <c:pt idx="5713">
                  <c:v>0.99208422603931445</c:v>
                </c:pt>
                <c:pt idx="5714">
                  <c:v>0.99209986458227462</c:v>
                </c:pt>
                <c:pt idx="5715">
                  <c:v>0.99211548364223456</c:v>
                </c:pt>
                <c:pt idx="5716">
                  <c:v>0.99213109710780734</c:v>
                </c:pt>
                <c:pt idx="5717">
                  <c:v>0.99214669507366449</c:v>
                </c:pt>
                <c:pt idx="5718">
                  <c:v>0.99216228819510566</c:v>
                </c:pt>
                <c:pt idx="5719">
                  <c:v>0.99217787581730699</c:v>
                </c:pt>
                <c:pt idx="5720">
                  <c:v>0.99219346219532778</c:v>
                </c:pt>
                <c:pt idx="5721">
                  <c:v>0.99220904739625826</c:v>
                </c:pt>
                <c:pt idx="5722">
                  <c:v>0.99222463098698543</c:v>
                </c:pt>
                <c:pt idx="5723">
                  <c:v>0.99224019890152726</c:v>
                </c:pt>
                <c:pt idx="5724">
                  <c:v>0.99225576527657089</c:v>
                </c:pt>
                <c:pt idx="5725">
                  <c:v>0.9922713314112781</c:v>
                </c:pt>
                <c:pt idx="5726">
                  <c:v>0.99228689663061731</c:v>
                </c:pt>
                <c:pt idx="5727">
                  <c:v>0.99230244836974657</c:v>
                </c:pt>
                <c:pt idx="5728">
                  <c:v>0.99231799208413451</c:v>
                </c:pt>
                <c:pt idx="5729">
                  <c:v>0.99233351361424949</c:v>
                </c:pt>
                <c:pt idx="5730">
                  <c:v>0.99234902587873353</c:v>
                </c:pt>
                <c:pt idx="5731">
                  <c:v>0.99236453006543057</c:v>
                </c:pt>
                <c:pt idx="5732">
                  <c:v>0.99238003262844154</c:v>
                </c:pt>
                <c:pt idx="5733">
                  <c:v>0.99239552415957943</c:v>
                </c:pt>
                <c:pt idx="5734">
                  <c:v>0.99241100645403668</c:v>
                </c:pt>
                <c:pt idx="5735">
                  <c:v>0.99242647765359349</c:v>
                </c:pt>
                <c:pt idx="5736">
                  <c:v>0.99244193676963433</c:v>
                </c:pt>
                <c:pt idx="5737">
                  <c:v>0.99245738810025541</c:v>
                </c:pt>
                <c:pt idx="5738">
                  <c:v>0.9924728268194295</c:v>
                </c:pt>
                <c:pt idx="5739">
                  <c:v>0.9924882406307054</c:v>
                </c:pt>
                <c:pt idx="5740">
                  <c:v>0.99250365432010368</c:v>
                </c:pt>
                <c:pt idx="5741">
                  <c:v>0.99251906010318069</c:v>
                </c:pt>
                <c:pt idx="5742">
                  <c:v>0.99253445196077039</c:v>
                </c:pt>
                <c:pt idx="5743">
                  <c:v>0.99254983981056244</c:v>
                </c:pt>
                <c:pt idx="5744">
                  <c:v>0.99256520012003246</c:v>
                </c:pt>
                <c:pt idx="5745">
                  <c:v>0.99258055876821238</c:v>
                </c:pt>
                <c:pt idx="5746">
                  <c:v>0.99259591259336877</c:v>
                </c:pt>
                <c:pt idx="5747">
                  <c:v>0.99261124306567261</c:v>
                </c:pt>
                <c:pt idx="5748">
                  <c:v>0.9926265638443541</c:v>
                </c:pt>
                <c:pt idx="5749">
                  <c:v>0.99264187486148425</c:v>
                </c:pt>
                <c:pt idx="5750">
                  <c:v>0.9926571847947715</c:v>
                </c:pt>
                <c:pt idx="5751">
                  <c:v>0.9926724759733847</c:v>
                </c:pt>
                <c:pt idx="5752">
                  <c:v>0.99268775199055059</c:v>
                </c:pt>
                <c:pt idx="5753">
                  <c:v>0.99270302210873085</c:v>
                </c:pt>
                <c:pt idx="5754">
                  <c:v>0.99271827906092658</c:v>
                </c:pt>
                <c:pt idx="5755">
                  <c:v>0.99273352311394836</c:v>
                </c:pt>
                <c:pt idx="5756">
                  <c:v>0.99274874803555369</c:v>
                </c:pt>
                <c:pt idx="5757">
                  <c:v>0.9927639269913725</c:v>
                </c:pt>
                <c:pt idx="5758">
                  <c:v>0.99277910283464277</c:v>
                </c:pt>
                <c:pt idx="5759">
                  <c:v>0.99279427303142564</c:v>
                </c:pt>
                <c:pt idx="5760">
                  <c:v>0.9928094351514436</c:v>
                </c:pt>
                <c:pt idx="5761">
                  <c:v>0.99282459422948321</c:v>
                </c:pt>
                <c:pt idx="5762">
                  <c:v>0.9928397201531578</c:v>
                </c:pt>
                <c:pt idx="5763">
                  <c:v>0.9928548285362675</c:v>
                </c:pt>
                <c:pt idx="5764">
                  <c:v>0.99286991721938844</c:v>
                </c:pt>
                <c:pt idx="5765">
                  <c:v>0.9928850003514379</c:v>
                </c:pt>
                <c:pt idx="5766">
                  <c:v>0.99290005947897464</c:v>
                </c:pt>
                <c:pt idx="5767">
                  <c:v>0.99291509115575638</c:v>
                </c:pt>
                <c:pt idx="5768">
                  <c:v>0.99293009858883585</c:v>
                </c:pt>
                <c:pt idx="5769">
                  <c:v>0.99294509643960494</c:v>
                </c:pt>
                <c:pt idx="5770">
                  <c:v>0.9929600905348126</c:v>
                </c:pt>
                <c:pt idx="5771">
                  <c:v>0.99297507175065258</c:v>
                </c:pt>
                <c:pt idx="5772">
                  <c:v>0.99299004928141255</c:v>
                </c:pt>
                <c:pt idx="5773">
                  <c:v>0.99300502386151901</c:v>
                </c:pt>
                <c:pt idx="5774">
                  <c:v>0.99301999642719563</c:v>
                </c:pt>
                <c:pt idx="5775">
                  <c:v>0.99303496859537321</c:v>
                </c:pt>
                <c:pt idx="5776">
                  <c:v>0.99304993689244392</c:v>
                </c:pt>
                <c:pt idx="5777">
                  <c:v>0.99306490133059178</c:v>
                </c:pt>
                <c:pt idx="5778">
                  <c:v>0.99307986301500595</c:v>
                </c:pt>
                <c:pt idx="5779">
                  <c:v>0.9930948162608072</c:v>
                </c:pt>
                <c:pt idx="5780">
                  <c:v>0.99310976795572758</c:v>
                </c:pt>
                <c:pt idx="5781">
                  <c:v>0.99312471586218976</c:v>
                </c:pt>
                <c:pt idx="5782">
                  <c:v>0.99313964848376213</c:v>
                </c:pt>
                <c:pt idx="5783">
                  <c:v>0.99315457304753829</c:v>
                </c:pt>
                <c:pt idx="5784">
                  <c:v>0.99316949512773856</c:v>
                </c:pt>
                <c:pt idx="5785">
                  <c:v>0.99318438837816259</c:v>
                </c:pt>
                <c:pt idx="5786">
                  <c:v>0.99319924438629492</c:v>
                </c:pt>
                <c:pt idx="5787">
                  <c:v>0.99321409678248429</c:v>
                </c:pt>
                <c:pt idx="5788">
                  <c:v>0.99322891948588365</c:v>
                </c:pt>
                <c:pt idx="5789">
                  <c:v>0.99324372410235395</c:v>
                </c:pt>
                <c:pt idx="5790">
                  <c:v>0.99325852511040857</c:v>
                </c:pt>
                <c:pt idx="5791">
                  <c:v>0.99327331404159724</c:v>
                </c:pt>
                <c:pt idx="5792">
                  <c:v>0.99328810139100598</c:v>
                </c:pt>
                <c:pt idx="5793">
                  <c:v>0.99330288747526663</c:v>
                </c:pt>
                <c:pt idx="5794">
                  <c:v>0.99331767205502752</c:v>
                </c:pt>
                <c:pt idx="5795">
                  <c:v>0.99333242735383143</c:v>
                </c:pt>
                <c:pt idx="5796">
                  <c:v>0.99334716695743097</c:v>
                </c:pt>
                <c:pt idx="5797">
                  <c:v>0.99336188341418963</c:v>
                </c:pt>
                <c:pt idx="5798">
                  <c:v>0.99337659438633563</c:v>
                </c:pt>
                <c:pt idx="5799">
                  <c:v>0.99339129437029494</c:v>
                </c:pt>
                <c:pt idx="5800">
                  <c:v>0.99340596595357078</c:v>
                </c:pt>
                <c:pt idx="5801">
                  <c:v>0.99342057988828758</c:v>
                </c:pt>
                <c:pt idx="5802">
                  <c:v>0.99343519026991656</c:v>
                </c:pt>
                <c:pt idx="5803">
                  <c:v>0.99344979993660243</c:v>
                </c:pt>
                <c:pt idx="5804">
                  <c:v>0.99346440917317769</c:v>
                </c:pt>
                <c:pt idx="5805">
                  <c:v>0.99347901669070515</c:v>
                </c:pt>
                <c:pt idx="5806">
                  <c:v>0.9934936235817976</c:v>
                </c:pt>
                <c:pt idx="5807">
                  <c:v>0.99350820490604175</c:v>
                </c:pt>
                <c:pt idx="5808">
                  <c:v>0.99352278578395814</c:v>
                </c:pt>
                <c:pt idx="5809">
                  <c:v>0.99353736440904228</c:v>
                </c:pt>
                <c:pt idx="5810">
                  <c:v>0.99355193756614968</c:v>
                </c:pt>
                <c:pt idx="5811">
                  <c:v>0.99356650235582156</c:v>
                </c:pt>
                <c:pt idx="5812">
                  <c:v>0.99358106359552967</c:v>
                </c:pt>
                <c:pt idx="5813">
                  <c:v>0.99359558631502853</c:v>
                </c:pt>
                <c:pt idx="5814">
                  <c:v>0.99361009009819135</c:v>
                </c:pt>
                <c:pt idx="5815">
                  <c:v>0.99362457298662155</c:v>
                </c:pt>
                <c:pt idx="5816">
                  <c:v>0.99363901101671792</c:v>
                </c:pt>
                <c:pt idx="5817">
                  <c:v>0.99365341354928138</c:v>
                </c:pt>
                <c:pt idx="5818">
                  <c:v>0.9936678049140093</c:v>
                </c:pt>
                <c:pt idx="5819">
                  <c:v>0.99368218042303658</c:v>
                </c:pt>
                <c:pt idx="5820">
                  <c:v>0.99369655321784267</c:v>
                </c:pt>
                <c:pt idx="5821">
                  <c:v>0.99371092288735829</c:v>
                </c:pt>
                <c:pt idx="5822">
                  <c:v>0.99372528245173364</c:v>
                </c:pt>
                <c:pt idx="5823">
                  <c:v>0.99373963624662465</c:v>
                </c:pt>
                <c:pt idx="5824">
                  <c:v>0.99375397535378562</c:v>
                </c:pt>
                <c:pt idx="5825">
                  <c:v>0.9937683109746771</c:v>
                </c:pt>
                <c:pt idx="5826">
                  <c:v>0.9937826457422021</c:v>
                </c:pt>
                <c:pt idx="5827">
                  <c:v>0.993796938198655</c:v>
                </c:pt>
                <c:pt idx="5828">
                  <c:v>0.9938112271715166</c:v>
                </c:pt>
                <c:pt idx="5829">
                  <c:v>0.99382546560505391</c:v>
                </c:pt>
                <c:pt idx="5830">
                  <c:v>0.99383969342352874</c:v>
                </c:pt>
                <c:pt idx="5831">
                  <c:v>0.99385392082565238</c:v>
                </c:pt>
                <c:pt idx="5832">
                  <c:v>0.99386814758244357</c:v>
                </c:pt>
                <c:pt idx="5833">
                  <c:v>0.99388237130448653</c:v>
                </c:pt>
                <c:pt idx="5834">
                  <c:v>0.9938965706711097</c:v>
                </c:pt>
                <c:pt idx="5835">
                  <c:v>0.99391076928856759</c:v>
                </c:pt>
                <c:pt idx="5836">
                  <c:v>0.99392496320283308</c:v>
                </c:pt>
                <c:pt idx="5837">
                  <c:v>0.99393915137195799</c:v>
                </c:pt>
                <c:pt idx="5838">
                  <c:v>0.99395329866256177</c:v>
                </c:pt>
                <c:pt idx="5839">
                  <c:v>0.99396744251353264</c:v>
                </c:pt>
                <c:pt idx="5840">
                  <c:v>0.99398154485888768</c:v>
                </c:pt>
                <c:pt idx="5841">
                  <c:v>0.9939956437669919</c:v>
                </c:pt>
                <c:pt idx="5842">
                  <c:v>0.99400969101571279</c:v>
                </c:pt>
                <c:pt idx="5843">
                  <c:v>0.99402373393766408</c:v>
                </c:pt>
                <c:pt idx="5844">
                  <c:v>0.99403776325064908</c:v>
                </c:pt>
                <c:pt idx="5845">
                  <c:v>0.99405179245979514</c:v>
                </c:pt>
                <c:pt idx="5846">
                  <c:v>0.99406580909044728</c:v>
                </c:pt>
                <c:pt idx="5847">
                  <c:v>0.99407981252324829</c:v>
                </c:pt>
                <c:pt idx="5848">
                  <c:v>0.99409381171402</c:v>
                </c:pt>
                <c:pt idx="5849">
                  <c:v>0.99410779540013949</c:v>
                </c:pt>
                <c:pt idx="5850">
                  <c:v>0.99412177805598845</c:v>
                </c:pt>
                <c:pt idx="5851">
                  <c:v>0.99413575469038662</c:v>
                </c:pt>
                <c:pt idx="5852">
                  <c:v>0.9941497228664441</c:v>
                </c:pt>
                <c:pt idx="5853">
                  <c:v>0.99416368406041256</c:v>
                </c:pt>
                <c:pt idx="5854">
                  <c:v>0.99417763533806203</c:v>
                </c:pt>
                <c:pt idx="5855">
                  <c:v>0.99419156649660279</c:v>
                </c:pt>
                <c:pt idx="5856">
                  <c:v>0.9942054900954217</c:v>
                </c:pt>
                <c:pt idx="5857">
                  <c:v>0.99421941079106357</c:v>
                </c:pt>
                <c:pt idx="5858">
                  <c:v>0.99423326013795987</c:v>
                </c:pt>
                <c:pt idx="5859">
                  <c:v>0.99424710611766765</c:v>
                </c:pt>
                <c:pt idx="5860">
                  <c:v>0.99426091311054743</c:v>
                </c:pt>
                <c:pt idx="5861">
                  <c:v>0.99427471735812212</c:v>
                </c:pt>
                <c:pt idx="5862">
                  <c:v>0.99428852098573373</c:v>
                </c:pt>
                <c:pt idx="5863">
                  <c:v>0.99430230053414459</c:v>
                </c:pt>
                <c:pt idx="5864">
                  <c:v>0.9943160780979744</c:v>
                </c:pt>
                <c:pt idx="5865">
                  <c:v>0.99432982982172957</c:v>
                </c:pt>
                <c:pt idx="5866">
                  <c:v>0.99434351871775239</c:v>
                </c:pt>
                <c:pt idx="5867">
                  <c:v>0.99435718170028498</c:v>
                </c:pt>
                <c:pt idx="5868">
                  <c:v>0.99437081873074651</c:v>
                </c:pt>
                <c:pt idx="5869">
                  <c:v>0.9943844530589051</c:v>
                </c:pt>
                <c:pt idx="5870">
                  <c:v>0.99439808734563651</c:v>
                </c:pt>
                <c:pt idx="5871">
                  <c:v>0.99441170909693943</c:v>
                </c:pt>
                <c:pt idx="5872">
                  <c:v>0.99442533049470061</c:v>
                </c:pt>
                <c:pt idx="5873">
                  <c:v>0.99443894678358402</c:v>
                </c:pt>
                <c:pt idx="5874">
                  <c:v>0.99445255427502777</c:v>
                </c:pt>
                <c:pt idx="5875">
                  <c:v>0.994466109001374</c:v>
                </c:pt>
                <c:pt idx="5876">
                  <c:v>0.99447962939787293</c:v>
                </c:pt>
                <c:pt idx="5877">
                  <c:v>0.99449313211695356</c:v>
                </c:pt>
                <c:pt idx="5878">
                  <c:v>0.99450662774788456</c:v>
                </c:pt>
                <c:pt idx="5879">
                  <c:v>0.99452012207244156</c:v>
                </c:pt>
                <c:pt idx="5880">
                  <c:v>0.99453361442217969</c:v>
                </c:pt>
                <c:pt idx="5881">
                  <c:v>0.99454708813361858</c:v>
                </c:pt>
                <c:pt idx="5882">
                  <c:v>0.99456055974524338</c:v>
                </c:pt>
                <c:pt idx="5883">
                  <c:v>0.99457402916112259</c:v>
                </c:pt>
                <c:pt idx="5884">
                  <c:v>0.99458749530217849</c:v>
                </c:pt>
                <c:pt idx="5885">
                  <c:v>0.99460095156399064</c:v>
                </c:pt>
                <c:pt idx="5886">
                  <c:v>0.99461440696862868</c:v>
                </c:pt>
                <c:pt idx="5887">
                  <c:v>0.9946278599506625</c:v>
                </c:pt>
                <c:pt idx="5888">
                  <c:v>0.99464130701223152</c:v>
                </c:pt>
                <c:pt idx="5889">
                  <c:v>0.99465475207766152</c:v>
                </c:pt>
                <c:pt idx="5890">
                  <c:v>0.99466819081615276</c:v>
                </c:pt>
                <c:pt idx="5891">
                  <c:v>0.99468162183832542</c:v>
                </c:pt>
                <c:pt idx="5892">
                  <c:v>0.99469505210235265</c:v>
                </c:pt>
                <c:pt idx="5893">
                  <c:v>0.99470847909293858</c:v>
                </c:pt>
                <c:pt idx="5894">
                  <c:v>0.99472190103961755</c:v>
                </c:pt>
                <c:pt idx="5895">
                  <c:v>0.99473529489700518</c:v>
                </c:pt>
                <c:pt idx="5896">
                  <c:v>0.99474868527965621</c:v>
                </c:pt>
                <c:pt idx="5897">
                  <c:v>0.99476206362086139</c:v>
                </c:pt>
                <c:pt idx="5898">
                  <c:v>0.99477543781186784</c:v>
                </c:pt>
                <c:pt idx="5899">
                  <c:v>0.99478878335381815</c:v>
                </c:pt>
                <c:pt idx="5900">
                  <c:v>0.9948021164448646</c:v>
                </c:pt>
                <c:pt idx="5901">
                  <c:v>0.99481544948158862</c:v>
                </c:pt>
                <c:pt idx="5902">
                  <c:v>0.99482877777249124</c:v>
                </c:pt>
                <c:pt idx="5903">
                  <c:v>0.99484210196933043</c:v>
                </c:pt>
                <c:pt idx="5904">
                  <c:v>0.99485542383617964</c:v>
                </c:pt>
                <c:pt idx="5905">
                  <c:v>0.99486874213877363</c:v>
                </c:pt>
                <c:pt idx="5906">
                  <c:v>0.99488205662747464</c:v>
                </c:pt>
                <c:pt idx="5907">
                  <c:v>0.9948953661046549</c:v>
                </c:pt>
                <c:pt idx="5908">
                  <c:v>0.99490867129701155</c:v>
                </c:pt>
                <c:pt idx="5909">
                  <c:v>0.99492196940935529</c:v>
                </c:pt>
                <c:pt idx="5910">
                  <c:v>0.99493526563324997</c:v>
                </c:pt>
                <c:pt idx="5911">
                  <c:v>0.99494855606810095</c:v>
                </c:pt>
                <c:pt idx="5912">
                  <c:v>0.99496184584730263</c:v>
                </c:pt>
                <c:pt idx="5913">
                  <c:v>0.99497513336356913</c:v>
                </c:pt>
                <c:pt idx="5914">
                  <c:v>0.99498841489870482</c:v>
                </c:pt>
                <c:pt idx="5915">
                  <c:v>0.99500169539383465</c:v>
                </c:pt>
                <c:pt idx="5916">
                  <c:v>0.99501496072956297</c:v>
                </c:pt>
                <c:pt idx="5917">
                  <c:v>0.99502822595711327</c:v>
                </c:pt>
                <c:pt idx="5918">
                  <c:v>0.9950414873227067</c:v>
                </c:pt>
                <c:pt idx="5919">
                  <c:v>0.99505474070119759</c:v>
                </c:pt>
                <c:pt idx="5920">
                  <c:v>0.99506797006678249</c:v>
                </c:pt>
                <c:pt idx="5921">
                  <c:v>0.99508119476881252</c:v>
                </c:pt>
                <c:pt idx="5922">
                  <c:v>0.99509441946878674</c:v>
                </c:pt>
                <c:pt idx="5923">
                  <c:v>0.9951076421894437</c:v>
                </c:pt>
                <c:pt idx="5924">
                  <c:v>0.99512085896408164</c:v>
                </c:pt>
                <c:pt idx="5925">
                  <c:v>0.99513405347088668</c:v>
                </c:pt>
                <c:pt idx="5926">
                  <c:v>0.99514723473972555</c:v>
                </c:pt>
                <c:pt idx="5927">
                  <c:v>0.9951604080220755</c:v>
                </c:pt>
                <c:pt idx="5928">
                  <c:v>0.99517357754225388</c:v>
                </c:pt>
                <c:pt idx="5929">
                  <c:v>0.99518673742465258</c:v>
                </c:pt>
                <c:pt idx="5930">
                  <c:v>0.9951998948443076</c:v>
                </c:pt>
                <c:pt idx="5931">
                  <c:v>0.99521305075352817</c:v>
                </c:pt>
                <c:pt idx="5932">
                  <c:v>0.99522619391011657</c:v>
                </c:pt>
                <c:pt idx="5933">
                  <c:v>0.99523933129386777</c:v>
                </c:pt>
                <c:pt idx="5934">
                  <c:v>0.99525243776204586</c:v>
                </c:pt>
                <c:pt idx="5935">
                  <c:v>0.99526554090197838</c:v>
                </c:pt>
                <c:pt idx="5936">
                  <c:v>0.99527863456862165</c:v>
                </c:pt>
                <c:pt idx="5937">
                  <c:v>0.99529171793733917</c:v>
                </c:pt>
                <c:pt idx="5938">
                  <c:v>0.99530479848202458</c:v>
                </c:pt>
                <c:pt idx="5939">
                  <c:v>0.99531787580184206</c:v>
                </c:pt>
                <c:pt idx="5940">
                  <c:v>0.99533093192059996</c:v>
                </c:pt>
                <c:pt idx="5941">
                  <c:v>0.99534398713159422</c:v>
                </c:pt>
                <c:pt idx="5942">
                  <c:v>0.99535701041962532</c:v>
                </c:pt>
                <c:pt idx="5943">
                  <c:v>0.99537003054130313</c:v>
                </c:pt>
                <c:pt idx="5944">
                  <c:v>0.99538302843591198</c:v>
                </c:pt>
                <c:pt idx="5945">
                  <c:v>0.99539601643126807</c:v>
                </c:pt>
                <c:pt idx="5946">
                  <c:v>0.99540900418138689</c:v>
                </c:pt>
                <c:pt idx="5947">
                  <c:v>0.99542198876591947</c:v>
                </c:pt>
                <c:pt idx="5948">
                  <c:v>0.99543496943838949</c:v>
                </c:pt>
                <c:pt idx="5949">
                  <c:v>0.99544794465223507</c:v>
                </c:pt>
                <c:pt idx="5950">
                  <c:v>0.99546091869323949</c:v>
                </c:pt>
                <c:pt idx="5951">
                  <c:v>0.99547387951199651</c:v>
                </c:pt>
                <c:pt idx="5952">
                  <c:v>0.99548683293271656</c:v>
                </c:pt>
                <c:pt idx="5953">
                  <c:v>0.99549978047008514</c:v>
                </c:pt>
                <c:pt idx="5954">
                  <c:v>0.99551272535786528</c:v>
                </c:pt>
                <c:pt idx="5955">
                  <c:v>0.99552564537932786</c:v>
                </c:pt>
                <c:pt idx="5956">
                  <c:v>0.99553856175950672</c:v>
                </c:pt>
                <c:pt idx="5957">
                  <c:v>0.99555140201114811</c:v>
                </c:pt>
                <c:pt idx="5958">
                  <c:v>0.9955642412045872</c:v>
                </c:pt>
                <c:pt idx="5959">
                  <c:v>0.99557707487904157</c:v>
                </c:pt>
                <c:pt idx="5960">
                  <c:v>0.99558990543324255</c:v>
                </c:pt>
                <c:pt idx="5961">
                  <c:v>0.99560272162614849</c:v>
                </c:pt>
                <c:pt idx="5962">
                  <c:v>0.99561553664523994</c:v>
                </c:pt>
                <c:pt idx="5963">
                  <c:v>0.99562834827629054</c:v>
                </c:pt>
                <c:pt idx="5964">
                  <c:v>0.99564114790100178</c:v>
                </c:pt>
                <c:pt idx="5965">
                  <c:v>0.99565394440598176</c:v>
                </c:pt>
                <c:pt idx="5966">
                  <c:v>0.99566670070795638</c:v>
                </c:pt>
                <c:pt idx="5967">
                  <c:v>0.99567945345085573</c:v>
                </c:pt>
                <c:pt idx="5968">
                  <c:v>0.99569218117417591</c:v>
                </c:pt>
                <c:pt idx="5969">
                  <c:v>0.99570489700587883</c:v>
                </c:pt>
                <c:pt idx="5970">
                  <c:v>0.99571760835307532</c:v>
                </c:pt>
                <c:pt idx="5971">
                  <c:v>0.99573027050741669</c:v>
                </c:pt>
                <c:pt idx="5972">
                  <c:v>0.99574293108548562</c:v>
                </c:pt>
                <c:pt idx="5973">
                  <c:v>0.99575557970288797</c:v>
                </c:pt>
                <c:pt idx="5974">
                  <c:v>0.99576822786500552</c:v>
                </c:pt>
                <c:pt idx="5975">
                  <c:v>0.99578087379660352</c:v>
                </c:pt>
                <c:pt idx="5976">
                  <c:v>0.99579351611381284</c:v>
                </c:pt>
                <c:pt idx="5977">
                  <c:v>0.99580615366870595</c:v>
                </c:pt>
                <c:pt idx="5978">
                  <c:v>0.99581877795248741</c:v>
                </c:pt>
                <c:pt idx="5979">
                  <c:v>0.99583139964908862</c:v>
                </c:pt>
                <c:pt idx="5980">
                  <c:v>0.9958440154248962</c:v>
                </c:pt>
                <c:pt idx="5981">
                  <c:v>0.99585657607718081</c:v>
                </c:pt>
                <c:pt idx="5982">
                  <c:v>0.99586913549714839</c:v>
                </c:pt>
                <c:pt idx="5983">
                  <c:v>0.99588168393454268</c:v>
                </c:pt>
                <c:pt idx="5984">
                  <c:v>0.99589418062046897</c:v>
                </c:pt>
                <c:pt idx="5985">
                  <c:v>0.99590667209808514</c:v>
                </c:pt>
                <c:pt idx="5986">
                  <c:v>0.99591914475135512</c:v>
                </c:pt>
                <c:pt idx="5987">
                  <c:v>0.99593161671989072</c:v>
                </c:pt>
                <c:pt idx="5988">
                  <c:v>0.99594408725725259</c:v>
                </c:pt>
                <c:pt idx="5989">
                  <c:v>0.99595655412005057</c:v>
                </c:pt>
                <c:pt idx="5990">
                  <c:v>0.99596901937293758</c:v>
                </c:pt>
                <c:pt idx="5991">
                  <c:v>0.99598146883385252</c:v>
                </c:pt>
                <c:pt idx="5992">
                  <c:v>0.99599391470554099</c:v>
                </c:pt>
                <c:pt idx="5993">
                  <c:v>0.99600635539528837</c:v>
                </c:pt>
                <c:pt idx="5994">
                  <c:v>0.99601861721008023</c:v>
                </c:pt>
                <c:pt idx="5995">
                  <c:v>0.99603078784838817</c:v>
                </c:pt>
                <c:pt idx="5996">
                  <c:v>0.99604295273365206</c:v>
                </c:pt>
                <c:pt idx="5997">
                  <c:v>0.9960550595014287</c:v>
                </c:pt>
                <c:pt idx="5998">
                  <c:v>0.99606716332568557</c:v>
                </c:pt>
                <c:pt idx="5999">
                  <c:v>0.99607924336003384</c:v>
                </c:pt>
                <c:pt idx="6000">
                  <c:v>0.99609132151865853</c:v>
                </c:pt>
                <c:pt idx="6001">
                  <c:v>0.99610339673339954</c:v>
                </c:pt>
                <c:pt idx="6002">
                  <c:v>0.9961153759100656</c:v>
                </c:pt>
                <c:pt idx="6003">
                  <c:v>0.99612735217434523</c:v>
                </c:pt>
                <c:pt idx="6004">
                  <c:v>0.9961393284385156</c:v>
                </c:pt>
                <c:pt idx="6005">
                  <c:v>0.99615130157733256</c:v>
                </c:pt>
                <c:pt idx="6006">
                  <c:v>0.9961632530565151</c:v>
                </c:pt>
                <c:pt idx="6007">
                  <c:v>0.996175204261183</c:v>
                </c:pt>
                <c:pt idx="6008">
                  <c:v>0.99618715282735371</c:v>
                </c:pt>
                <c:pt idx="6009">
                  <c:v>0.99619910082965157</c:v>
                </c:pt>
                <c:pt idx="6010">
                  <c:v>0.99621097990549357</c:v>
                </c:pt>
                <c:pt idx="6011">
                  <c:v>0.99622285609317784</c:v>
                </c:pt>
                <c:pt idx="6012">
                  <c:v>0.9962347081777162</c:v>
                </c:pt>
                <c:pt idx="6013">
                  <c:v>0.99624655737348022</c:v>
                </c:pt>
                <c:pt idx="6014">
                  <c:v>0.99625834076368258</c:v>
                </c:pt>
                <c:pt idx="6015">
                  <c:v>0.99627007733910433</c:v>
                </c:pt>
                <c:pt idx="6016">
                  <c:v>0.99628177066294266</c:v>
                </c:pt>
                <c:pt idx="6017">
                  <c:v>0.99629345388639867</c:v>
                </c:pt>
                <c:pt idx="6018">
                  <c:v>0.99630513034094326</c:v>
                </c:pt>
                <c:pt idx="6019">
                  <c:v>0.99631680395659028</c:v>
                </c:pt>
                <c:pt idx="6020">
                  <c:v>0.99632845482490251</c:v>
                </c:pt>
                <c:pt idx="6021">
                  <c:v>0.996340103517801</c:v>
                </c:pt>
                <c:pt idx="6022">
                  <c:v>0.9963517515463759</c:v>
                </c:pt>
                <c:pt idx="6023">
                  <c:v>0.99636339834195964</c:v>
                </c:pt>
                <c:pt idx="6024">
                  <c:v>0.99637502266067479</c:v>
                </c:pt>
                <c:pt idx="6025">
                  <c:v>0.99638664543045663</c:v>
                </c:pt>
                <c:pt idx="6026">
                  <c:v>0.99639826777465146</c:v>
                </c:pt>
                <c:pt idx="6027">
                  <c:v>0.9964098788895408</c:v>
                </c:pt>
                <c:pt idx="6028">
                  <c:v>0.99642147027355665</c:v>
                </c:pt>
                <c:pt idx="6029">
                  <c:v>0.99643305139044758</c:v>
                </c:pt>
                <c:pt idx="6030">
                  <c:v>0.99644462969162251</c:v>
                </c:pt>
                <c:pt idx="6031">
                  <c:v>0.99645618587210416</c:v>
                </c:pt>
                <c:pt idx="6032">
                  <c:v>0.99646773923593168</c:v>
                </c:pt>
                <c:pt idx="6033">
                  <c:v>0.99647928568516431</c:v>
                </c:pt>
                <c:pt idx="6034">
                  <c:v>0.996490812239749</c:v>
                </c:pt>
                <c:pt idx="6035">
                  <c:v>0.99650229834297843</c:v>
                </c:pt>
                <c:pt idx="6036">
                  <c:v>0.99651377309414158</c:v>
                </c:pt>
                <c:pt idx="6037">
                  <c:v>0.99652524645751761</c:v>
                </c:pt>
                <c:pt idx="6038">
                  <c:v>0.99653671959348966</c:v>
                </c:pt>
                <c:pt idx="6039">
                  <c:v>0.99654818755965457</c:v>
                </c:pt>
                <c:pt idx="6040">
                  <c:v>0.9965596480208927</c:v>
                </c:pt>
                <c:pt idx="6041">
                  <c:v>0.99657106802443418</c:v>
                </c:pt>
                <c:pt idx="6042">
                  <c:v>0.99658248525142645</c:v>
                </c:pt>
                <c:pt idx="6043">
                  <c:v>0.99659390202466447</c:v>
                </c:pt>
                <c:pt idx="6044">
                  <c:v>0.99660529887426952</c:v>
                </c:pt>
                <c:pt idx="6045">
                  <c:v>0.99661669502313355</c:v>
                </c:pt>
                <c:pt idx="6046">
                  <c:v>0.99662808839434425</c:v>
                </c:pt>
                <c:pt idx="6047">
                  <c:v>0.99663946179245566</c:v>
                </c:pt>
                <c:pt idx="6048">
                  <c:v>0.99665080651080828</c:v>
                </c:pt>
                <c:pt idx="6049">
                  <c:v>0.99666214629467431</c:v>
                </c:pt>
                <c:pt idx="6050">
                  <c:v>0.99667347842998455</c:v>
                </c:pt>
                <c:pt idx="6051">
                  <c:v>0.9966848099397847</c:v>
                </c:pt>
                <c:pt idx="6052">
                  <c:v>0.9966961404928838</c:v>
                </c:pt>
                <c:pt idx="6053">
                  <c:v>0.99670745948440964</c:v>
                </c:pt>
                <c:pt idx="6054">
                  <c:v>0.99671874463504528</c:v>
                </c:pt>
                <c:pt idx="6055">
                  <c:v>0.99672996588936957</c:v>
                </c:pt>
                <c:pt idx="6056">
                  <c:v>0.99674117913773608</c:v>
                </c:pt>
                <c:pt idx="6057">
                  <c:v>0.99675236795020916</c:v>
                </c:pt>
                <c:pt idx="6058">
                  <c:v>0.99676354778997056</c:v>
                </c:pt>
                <c:pt idx="6059">
                  <c:v>0.9967747270063777</c:v>
                </c:pt>
                <c:pt idx="6060">
                  <c:v>0.99678590434201897</c:v>
                </c:pt>
                <c:pt idx="6061">
                  <c:v>0.99679701314428792</c:v>
                </c:pt>
                <c:pt idx="6062">
                  <c:v>0.99680809483292487</c:v>
                </c:pt>
                <c:pt idx="6063">
                  <c:v>0.99681917644416762</c:v>
                </c:pt>
                <c:pt idx="6064">
                  <c:v>0.99683022753117534</c:v>
                </c:pt>
                <c:pt idx="6065">
                  <c:v>0.9968412778356005</c:v>
                </c:pt>
                <c:pt idx="6066">
                  <c:v>0.9968523171964746</c:v>
                </c:pt>
                <c:pt idx="6067">
                  <c:v>0.99686335524440928</c:v>
                </c:pt>
                <c:pt idx="6068">
                  <c:v>0.99687439186999749</c:v>
                </c:pt>
                <c:pt idx="6069">
                  <c:v>0.99688541630308136</c:v>
                </c:pt>
                <c:pt idx="6070">
                  <c:v>0.99689640123638834</c:v>
                </c:pt>
                <c:pt idx="6071">
                  <c:v>0.99690736243841793</c:v>
                </c:pt>
                <c:pt idx="6072">
                  <c:v>0.99691830813319771</c:v>
                </c:pt>
                <c:pt idx="6073">
                  <c:v>0.99692920418838182</c:v>
                </c:pt>
                <c:pt idx="6074">
                  <c:v>0.99694009799073791</c:v>
                </c:pt>
                <c:pt idx="6075">
                  <c:v>0.99695098427214757</c:v>
                </c:pt>
                <c:pt idx="6076">
                  <c:v>0.99696187025845173</c:v>
                </c:pt>
                <c:pt idx="6077">
                  <c:v>0.99697274446529838</c:v>
                </c:pt>
                <c:pt idx="6078">
                  <c:v>0.99698361682470915</c:v>
                </c:pt>
                <c:pt idx="6079">
                  <c:v>0.99699447717308465</c:v>
                </c:pt>
                <c:pt idx="6080">
                  <c:v>0.99700532486445936</c:v>
                </c:pt>
                <c:pt idx="6081">
                  <c:v>0.99701610284002529</c:v>
                </c:pt>
                <c:pt idx="6082">
                  <c:v>0.99702686840250043</c:v>
                </c:pt>
                <c:pt idx="6083">
                  <c:v>0.99703763269579626</c:v>
                </c:pt>
                <c:pt idx="6084">
                  <c:v>0.99704839462912065</c:v>
                </c:pt>
                <c:pt idx="6085">
                  <c:v>0.99705915073118578</c:v>
                </c:pt>
                <c:pt idx="6086">
                  <c:v>0.99706990281055152</c:v>
                </c:pt>
                <c:pt idx="6087">
                  <c:v>0.99708065441855165</c:v>
                </c:pt>
                <c:pt idx="6088">
                  <c:v>0.9970914002821496</c:v>
                </c:pt>
                <c:pt idx="6089">
                  <c:v>0.99710214455124146</c:v>
                </c:pt>
                <c:pt idx="6090">
                  <c:v>0.99711287945810134</c:v>
                </c:pt>
                <c:pt idx="6091">
                  <c:v>0.99712358383332056</c:v>
                </c:pt>
                <c:pt idx="6092">
                  <c:v>0.99713426741545719</c:v>
                </c:pt>
                <c:pt idx="6093">
                  <c:v>0.99714494499928596</c:v>
                </c:pt>
                <c:pt idx="6094">
                  <c:v>0.99715561264690344</c:v>
                </c:pt>
                <c:pt idx="6095">
                  <c:v>0.99716625968439554</c:v>
                </c:pt>
                <c:pt idx="6096">
                  <c:v>0.9971768927312743</c:v>
                </c:pt>
                <c:pt idx="6097">
                  <c:v>0.99718751605834688</c:v>
                </c:pt>
                <c:pt idx="6098">
                  <c:v>0.99719812807395158</c:v>
                </c:pt>
                <c:pt idx="6099">
                  <c:v>0.99720873258958276</c:v>
                </c:pt>
                <c:pt idx="6100">
                  <c:v>0.99721933498308113</c:v>
                </c:pt>
                <c:pt idx="6101">
                  <c:v>0.99722992703137892</c:v>
                </c:pt>
                <c:pt idx="6102">
                  <c:v>0.99724046333174188</c:v>
                </c:pt>
                <c:pt idx="6103">
                  <c:v>0.99725094597536146</c:v>
                </c:pt>
                <c:pt idx="6104">
                  <c:v>0.99726141779015698</c:v>
                </c:pt>
                <c:pt idx="6105">
                  <c:v>0.99727188871988415</c:v>
                </c:pt>
                <c:pt idx="6106">
                  <c:v>0.99728224582187119</c:v>
                </c:pt>
                <c:pt idx="6107">
                  <c:v>0.99729259269404269</c:v>
                </c:pt>
                <c:pt idx="6108">
                  <c:v>0.99730292931055142</c:v>
                </c:pt>
                <c:pt idx="6109">
                  <c:v>0.99731325903595547</c:v>
                </c:pt>
                <c:pt idx="6110">
                  <c:v>0.99732358608252558</c:v>
                </c:pt>
                <c:pt idx="6111">
                  <c:v>0.99733391256588755</c:v>
                </c:pt>
                <c:pt idx="6112">
                  <c:v>0.99734422979895199</c:v>
                </c:pt>
                <c:pt idx="6113">
                  <c:v>0.99735454575405891</c:v>
                </c:pt>
                <c:pt idx="6114">
                  <c:v>0.99736485552742449</c:v>
                </c:pt>
                <c:pt idx="6115">
                  <c:v>0.99737515175557001</c:v>
                </c:pt>
                <c:pt idx="6116">
                  <c:v>0.99738535512395543</c:v>
                </c:pt>
                <c:pt idx="6117">
                  <c:v>0.99739554799605357</c:v>
                </c:pt>
                <c:pt idx="6118">
                  <c:v>0.99740573823210876</c:v>
                </c:pt>
                <c:pt idx="6119">
                  <c:v>0.99741592141908997</c:v>
                </c:pt>
                <c:pt idx="6120">
                  <c:v>0.99742610392700848</c:v>
                </c:pt>
                <c:pt idx="6121">
                  <c:v>0.99743628325597256</c:v>
                </c:pt>
                <c:pt idx="6122">
                  <c:v>0.99744645604272297</c:v>
                </c:pt>
                <c:pt idx="6123">
                  <c:v>0.99745660313170958</c:v>
                </c:pt>
                <c:pt idx="6124">
                  <c:v>0.99746670987576125</c:v>
                </c:pt>
                <c:pt idx="6125">
                  <c:v>0.99747677363586418</c:v>
                </c:pt>
                <c:pt idx="6126">
                  <c:v>0.99748680867490258</c:v>
                </c:pt>
                <c:pt idx="6127">
                  <c:v>0.99749683744219075</c:v>
                </c:pt>
                <c:pt idx="6128">
                  <c:v>0.99750680495828459</c:v>
                </c:pt>
                <c:pt idx="6129">
                  <c:v>0.99751677005097428</c:v>
                </c:pt>
                <c:pt idx="6130">
                  <c:v>0.99752672651155949</c:v>
                </c:pt>
                <c:pt idx="6131">
                  <c:v>0.99753668055142697</c:v>
                </c:pt>
                <c:pt idx="6132">
                  <c:v>0.99754663303268021</c:v>
                </c:pt>
                <c:pt idx="6133">
                  <c:v>0.99755658308815098</c:v>
                </c:pt>
                <c:pt idx="6134">
                  <c:v>0.99756652514637323</c:v>
                </c:pt>
                <c:pt idx="6135">
                  <c:v>0.99757646663280797</c:v>
                </c:pt>
                <c:pt idx="6136">
                  <c:v>0.9975864056961391</c:v>
                </c:pt>
                <c:pt idx="6137">
                  <c:v>0.99759633147896609</c:v>
                </c:pt>
                <c:pt idx="6138">
                  <c:v>0.99760624900359163</c:v>
                </c:pt>
                <c:pt idx="6139">
                  <c:v>0.99761616371427841</c:v>
                </c:pt>
                <c:pt idx="6140">
                  <c:v>0.99762607522989377</c:v>
                </c:pt>
                <c:pt idx="6141">
                  <c:v>0.99763598020052024</c:v>
                </c:pt>
                <c:pt idx="6142">
                  <c:v>0.99764588093313666</c:v>
                </c:pt>
                <c:pt idx="6143">
                  <c:v>0.99765574181128958</c:v>
                </c:pt>
                <c:pt idx="6144">
                  <c:v>0.99766552356838778</c:v>
                </c:pt>
                <c:pt idx="6145">
                  <c:v>0.99767530201981436</c:v>
                </c:pt>
                <c:pt idx="6146">
                  <c:v>0.9976850719346565</c:v>
                </c:pt>
                <c:pt idx="6147">
                  <c:v>0.99769482702396262</c:v>
                </c:pt>
                <c:pt idx="6148">
                  <c:v>0.99770456481922243</c:v>
                </c:pt>
                <c:pt idx="6149">
                  <c:v>0.99771429436038572</c:v>
                </c:pt>
                <c:pt idx="6150">
                  <c:v>0.99772400996856814</c:v>
                </c:pt>
                <c:pt idx="6151">
                  <c:v>0.99773371949896006</c:v>
                </c:pt>
                <c:pt idx="6152">
                  <c:v>0.99774342666867577</c:v>
                </c:pt>
                <c:pt idx="6153">
                  <c:v>0.99775312255510562</c:v>
                </c:pt>
                <c:pt idx="6154">
                  <c:v>0.99776281607830064</c:v>
                </c:pt>
                <c:pt idx="6155">
                  <c:v>0.99777250218685032</c:v>
                </c:pt>
                <c:pt idx="6156">
                  <c:v>0.99778217387266577</c:v>
                </c:pt>
                <c:pt idx="6157">
                  <c:v>0.99779182816830492</c:v>
                </c:pt>
                <c:pt idx="6158">
                  <c:v>0.99780147537809416</c:v>
                </c:pt>
                <c:pt idx="6159">
                  <c:v>0.99781109997198758</c:v>
                </c:pt>
                <c:pt idx="6160">
                  <c:v>0.9978207207619606</c:v>
                </c:pt>
                <c:pt idx="6161">
                  <c:v>0.99783032352789813</c:v>
                </c:pt>
                <c:pt idx="6162">
                  <c:v>0.99783990990392857</c:v>
                </c:pt>
                <c:pt idx="6163">
                  <c:v>0.99784948504016369</c:v>
                </c:pt>
                <c:pt idx="6164">
                  <c:v>0.99785905163764721</c:v>
                </c:pt>
                <c:pt idx="6165">
                  <c:v>0.99786861381361314</c:v>
                </c:pt>
                <c:pt idx="6166">
                  <c:v>0.9978781603268907</c:v>
                </c:pt>
                <c:pt idx="6167">
                  <c:v>0.99788770249458125</c:v>
                </c:pt>
                <c:pt idx="6168">
                  <c:v>0.99789723286994803</c:v>
                </c:pt>
                <c:pt idx="6169">
                  <c:v>0.99790674386394629</c:v>
                </c:pt>
                <c:pt idx="6170">
                  <c:v>0.99791624748725016</c:v>
                </c:pt>
                <c:pt idx="6171">
                  <c:v>0.99792574905131659</c:v>
                </c:pt>
                <c:pt idx="6172">
                  <c:v>0.99793522715260852</c:v>
                </c:pt>
                <c:pt idx="6173">
                  <c:v>0.99794470186186957</c:v>
                </c:pt>
                <c:pt idx="6174">
                  <c:v>0.99795415734065096</c:v>
                </c:pt>
                <c:pt idx="6175">
                  <c:v>0.99796361052052074</c:v>
                </c:pt>
                <c:pt idx="6176">
                  <c:v>0.99797305936072433</c:v>
                </c:pt>
                <c:pt idx="6177">
                  <c:v>0.99798250349970596</c:v>
                </c:pt>
                <c:pt idx="6178">
                  <c:v>0.99799194665237811</c:v>
                </c:pt>
                <c:pt idx="6179">
                  <c:v>0.99800138750340961</c:v>
                </c:pt>
                <c:pt idx="6180">
                  <c:v>0.9980108165066276</c:v>
                </c:pt>
                <c:pt idx="6181">
                  <c:v>0.99802024088431751</c:v>
                </c:pt>
                <c:pt idx="6182">
                  <c:v>0.99802966305107288</c:v>
                </c:pt>
                <c:pt idx="6183">
                  <c:v>0.99803908494982052</c:v>
                </c:pt>
                <c:pt idx="6184">
                  <c:v>0.99804848752542963</c:v>
                </c:pt>
                <c:pt idx="6185">
                  <c:v>0.99805788343814161</c:v>
                </c:pt>
                <c:pt idx="6186">
                  <c:v>0.99806726904189957</c:v>
                </c:pt>
                <c:pt idx="6187">
                  <c:v>0.99807662935981745</c:v>
                </c:pt>
                <c:pt idx="6188">
                  <c:v>0.99808598122231795</c:v>
                </c:pt>
                <c:pt idx="6189">
                  <c:v>0.9980953234609401</c:v>
                </c:pt>
                <c:pt idx="6190">
                  <c:v>0.99810466342818283</c:v>
                </c:pt>
                <c:pt idx="6191">
                  <c:v>0.99811399391152844</c:v>
                </c:pt>
                <c:pt idx="6192">
                  <c:v>0.99812332212070287</c:v>
                </c:pt>
                <c:pt idx="6193">
                  <c:v>0.99813264588115691</c:v>
                </c:pt>
                <c:pt idx="6194">
                  <c:v>0.9981419673747296</c:v>
                </c:pt>
                <c:pt idx="6195">
                  <c:v>0.9981512794720927</c:v>
                </c:pt>
                <c:pt idx="6196">
                  <c:v>0.9981605895879353</c:v>
                </c:pt>
                <c:pt idx="6197">
                  <c:v>0.99816989941560652</c:v>
                </c:pt>
                <c:pt idx="6198">
                  <c:v>0.9981791961867571</c:v>
                </c:pt>
                <c:pt idx="6199">
                  <c:v>0.99818845763969244</c:v>
                </c:pt>
                <c:pt idx="6200">
                  <c:v>0.99819770497248006</c:v>
                </c:pt>
                <c:pt idx="6201">
                  <c:v>0.99820694136809429</c:v>
                </c:pt>
                <c:pt idx="6202">
                  <c:v>0.99821614499549838</c:v>
                </c:pt>
                <c:pt idx="6203">
                  <c:v>0.99822534336604152</c:v>
                </c:pt>
                <c:pt idx="6204">
                  <c:v>0.99823452919968758</c:v>
                </c:pt>
                <c:pt idx="6205">
                  <c:v>0.99824371350491081</c:v>
                </c:pt>
                <c:pt idx="6206">
                  <c:v>0.99825289476588408</c:v>
                </c:pt>
                <c:pt idx="6207">
                  <c:v>0.99826207388938937</c:v>
                </c:pt>
                <c:pt idx="6208">
                  <c:v>0.99827123731590461</c:v>
                </c:pt>
                <c:pt idx="6209">
                  <c:v>0.9982803986463622</c:v>
                </c:pt>
                <c:pt idx="6210">
                  <c:v>0.99828954583304885</c:v>
                </c:pt>
                <c:pt idx="6211">
                  <c:v>0.99829867534717864</c:v>
                </c:pt>
                <c:pt idx="6212">
                  <c:v>0.99830774236235365</c:v>
                </c:pt>
                <c:pt idx="6213">
                  <c:v>0.99831680382681276</c:v>
                </c:pt>
                <c:pt idx="6214">
                  <c:v>0.99832586186963856</c:v>
                </c:pt>
                <c:pt idx="6215">
                  <c:v>0.99833490984943596</c:v>
                </c:pt>
                <c:pt idx="6216">
                  <c:v>0.99834395235332873</c:v>
                </c:pt>
                <c:pt idx="6217">
                  <c:v>0.99835298681638696</c:v>
                </c:pt>
                <c:pt idx="6218">
                  <c:v>0.99836193999960066</c:v>
                </c:pt>
                <c:pt idx="6219">
                  <c:v>0.99837089100602716</c:v>
                </c:pt>
                <c:pt idx="6220">
                  <c:v>0.99837983431728561</c:v>
                </c:pt>
                <c:pt idx="6221">
                  <c:v>0.99838877544873506</c:v>
                </c:pt>
                <c:pt idx="6222">
                  <c:v>0.99839763536841963</c:v>
                </c:pt>
                <c:pt idx="6223">
                  <c:v>0.9984064640740915</c:v>
                </c:pt>
                <c:pt idx="6224">
                  <c:v>0.99841519499708375</c:v>
                </c:pt>
                <c:pt idx="6225">
                  <c:v>0.99842390329537412</c:v>
                </c:pt>
                <c:pt idx="6226">
                  <c:v>0.9984326094764121</c:v>
                </c:pt>
                <c:pt idx="6227">
                  <c:v>0.9984413102997477</c:v>
                </c:pt>
                <c:pt idx="6228">
                  <c:v>0.99845000984960286</c:v>
                </c:pt>
                <c:pt idx="6229">
                  <c:v>0.99845870727906649</c:v>
                </c:pt>
                <c:pt idx="6230">
                  <c:v>0.99846728414517749</c:v>
                </c:pt>
                <c:pt idx="6231">
                  <c:v>0.99847582234338472</c:v>
                </c:pt>
                <c:pt idx="6232">
                  <c:v>0.99848425945248354</c:v>
                </c:pt>
                <c:pt idx="6233">
                  <c:v>0.99849265933648401</c:v>
                </c:pt>
                <c:pt idx="6234">
                  <c:v>0.99850096112625686</c:v>
                </c:pt>
                <c:pt idx="6235">
                  <c:v>0.99850926089761916</c:v>
                </c:pt>
                <c:pt idx="6236">
                  <c:v>0.99851755569838452</c:v>
                </c:pt>
                <c:pt idx="6237">
                  <c:v>0.99852584847740578</c:v>
                </c:pt>
                <c:pt idx="6238">
                  <c:v>0.99853413283832448</c:v>
                </c:pt>
                <c:pt idx="6239">
                  <c:v>0.99854241518506659</c:v>
                </c:pt>
                <c:pt idx="6240">
                  <c:v>0.9985506936271068</c:v>
                </c:pt>
                <c:pt idx="6241">
                  <c:v>0.99855897107149949</c:v>
                </c:pt>
                <c:pt idx="6242">
                  <c:v>0.99856724649838025</c:v>
                </c:pt>
                <c:pt idx="6243">
                  <c:v>0.99857549088957764</c:v>
                </c:pt>
                <c:pt idx="6244">
                  <c:v>0.99858373371209119</c:v>
                </c:pt>
                <c:pt idx="6245">
                  <c:v>0.9985919701106033</c:v>
                </c:pt>
                <c:pt idx="6246">
                  <c:v>0.99860018050167043</c:v>
                </c:pt>
                <c:pt idx="6247">
                  <c:v>0.99860838726644019</c:v>
                </c:pt>
                <c:pt idx="6248">
                  <c:v>0.99861655496641888</c:v>
                </c:pt>
                <c:pt idx="6249">
                  <c:v>0.99862470456296726</c:v>
                </c:pt>
                <c:pt idx="6250">
                  <c:v>0.99863284072529857</c:v>
                </c:pt>
                <c:pt idx="6251">
                  <c:v>0.99864097659979012</c:v>
                </c:pt>
                <c:pt idx="6252">
                  <c:v>0.99864910978040833</c:v>
                </c:pt>
                <c:pt idx="6253">
                  <c:v>0.9986572340583687</c:v>
                </c:pt>
                <c:pt idx="6254">
                  <c:v>0.99866534411011687</c:v>
                </c:pt>
                <c:pt idx="6255">
                  <c:v>0.99867342560671268</c:v>
                </c:pt>
                <c:pt idx="6256">
                  <c:v>0.99868149942632067</c:v>
                </c:pt>
                <c:pt idx="6257">
                  <c:v>0.99868955613861365</c:v>
                </c:pt>
                <c:pt idx="6258">
                  <c:v>0.99869755182581299</c:v>
                </c:pt>
                <c:pt idx="6259">
                  <c:v>0.99870551466916324</c:v>
                </c:pt>
                <c:pt idx="6260">
                  <c:v>0.99871347220444262</c:v>
                </c:pt>
                <c:pt idx="6261">
                  <c:v>0.99872141585501795</c:v>
                </c:pt>
                <c:pt idx="6262">
                  <c:v>0.99872934087068177</c:v>
                </c:pt>
                <c:pt idx="6263">
                  <c:v>0.99873726502219651</c:v>
                </c:pt>
                <c:pt idx="6264">
                  <c:v>0.99874518787708999</c:v>
                </c:pt>
                <c:pt idx="6265">
                  <c:v>0.99875310780827242</c:v>
                </c:pt>
                <c:pt idx="6266">
                  <c:v>0.99876101377671722</c:v>
                </c:pt>
                <c:pt idx="6267">
                  <c:v>0.99876891097622456</c:v>
                </c:pt>
                <c:pt idx="6268">
                  <c:v>0.9987768009507505</c:v>
                </c:pt>
                <c:pt idx="6269">
                  <c:v>0.99878468220897265</c:v>
                </c:pt>
                <c:pt idx="6270">
                  <c:v>0.99879256100004721</c:v>
                </c:pt>
                <c:pt idx="6271">
                  <c:v>0.99880041656512353</c:v>
                </c:pt>
                <c:pt idx="6272">
                  <c:v>0.99880826765116371</c:v>
                </c:pt>
                <c:pt idx="6273">
                  <c:v>0.9988160948392022</c:v>
                </c:pt>
                <c:pt idx="6274">
                  <c:v>0.99882392145065457</c:v>
                </c:pt>
                <c:pt idx="6275">
                  <c:v>0.99883173891970267</c:v>
                </c:pt>
                <c:pt idx="6276">
                  <c:v>0.99883954630195859</c:v>
                </c:pt>
                <c:pt idx="6277">
                  <c:v>0.99884735251252665</c:v>
                </c:pt>
                <c:pt idx="6278">
                  <c:v>0.99885514398776776</c:v>
                </c:pt>
                <c:pt idx="6279">
                  <c:v>0.99886292032819202</c:v>
                </c:pt>
                <c:pt idx="6280">
                  <c:v>0.99887068951166758</c:v>
                </c:pt>
                <c:pt idx="6281">
                  <c:v>0.99887845007950726</c:v>
                </c:pt>
                <c:pt idx="6282">
                  <c:v>0.99888619685960156</c:v>
                </c:pt>
                <c:pt idx="6283">
                  <c:v>0.99889394243385765</c:v>
                </c:pt>
                <c:pt idx="6284">
                  <c:v>0.99890165344057802</c:v>
                </c:pt>
                <c:pt idx="6285">
                  <c:v>0.99890936356283844</c:v>
                </c:pt>
                <c:pt idx="6286">
                  <c:v>0.99891706490389121</c:v>
                </c:pt>
                <c:pt idx="6287">
                  <c:v>0.99892475145913495</c:v>
                </c:pt>
                <c:pt idx="6288">
                  <c:v>0.99893243720032709</c:v>
                </c:pt>
                <c:pt idx="6289">
                  <c:v>0.99894009094420744</c:v>
                </c:pt>
                <c:pt idx="6290">
                  <c:v>0.99894760972023156</c:v>
                </c:pt>
                <c:pt idx="6291">
                  <c:v>0.9989551200604736</c:v>
                </c:pt>
                <c:pt idx="6292">
                  <c:v>0.99896263009250252</c:v>
                </c:pt>
                <c:pt idx="6293">
                  <c:v>0.9989701299265803</c:v>
                </c:pt>
                <c:pt idx="6294">
                  <c:v>0.99897762029182924</c:v>
                </c:pt>
                <c:pt idx="6295">
                  <c:v>0.9989851097371647</c:v>
                </c:pt>
                <c:pt idx="6296">
                  <c:v>0.99899259593403678</c:v>
                </c:pt>
                <c:pt idx="6297">
                  <c:v>0.99900007083124198</c:v>
                </c:pt>
                <c:pt idx="6298">
                  <c:v>0.99900753015148802</c:v>
                </c:pt>
                <c:pt idx="6299">
                  <c:v>0.99901497506016657</c:v>
                </c:pt>
                <c:pt idx="6300">
                  <c:v>0.9990223850751615</c:v>
                </c:pt>
                <c:pt idx="6301">
                  <c:v>0.99902979438098283</c:v>
                </c:pt>
                <c:pt idx="6302">
                  <c:v>0.99903719125760571</c:v>
                </c:pt>
                <c:pt idx="6303">
                  <c:v>0.99904458661621653</c:v>
                </c:pt>
                <c:pt idx="6304">
                  <c:v>0.99905196891708348</c:v>
                </c:pt>
                <c:pt idx="6305">
                  <c:v>0.99905935078563257</c:v>
                </c:pt>
                <c:pt idx="6306">
                  <c:v>0.99906657810270316</c:v>
                </c:pt>
                <c:pt idx="6307">
                  <c:v>0.99907377770901118</c:v>
                </c:pt>
                <c:pt idx="6308">
                  <c:v>0.99908092617462252</c:v>
                </c:pt>
                <c:pt idx="6309">
                  <c:v>0.99908807290222656</c:v>
                </c:pt>
                <c:pt idx="6310">
                  <c:v>0.9990952186524179</c:v>
                </c:pt>
                <c:pt idx="6311">
                  <c:v>0.99910236266092756</c:v>
                </c:pt>
                <c:pt idx="6312">
                  <c:v>0.99910948475131356</c:v>
                </c:pt>
                <c:pt idx="6313">
                  <c:v>0.99911658617791455</c:v>
                </c:pt>
                <c:pt idx="6314">
                  <c:v>0.99912368149911968</c:v>
                </c:pt>
                <c:pt idx="6315">
                  <c:v>0.9991307714394283</c:v>
                </c:pt>
                <c:pt idx="6316">
                  <c:v>0.99913783166327075</c:v>
                </c:pt>
                <c:pt idx="6317">
                  <c:v>0.99914489017056063</c:v>
                </c:pt>
                <c:pt idx="6318">
                  <c:v>0.99915194796219298</c:v>
                </c:pt>
                <c:pt idx="6319">
                  <c:v>0.9991590040335887</c:v>
                </c:pt>
                <c:pt idx="6320">
                  <c:v>0.9991659936720777</c:v>
                </c:pt>
                <c:pt idx="6321">
                  <c:v>0.99917295945281726</c:v>
                </c:pt>
                <c:pt idx="6322">
                  <c:v>0.99917987542873143</c:v>
                </c:pt>
                <c:pt idx="6323">
                  <c:v>0.99918678261912997</c:v>
                </c:pt>
                <c:pt idx="6324">
                  <c:v>0.99919367931403624</c:v>
                </c:pt>
                <c:pt idx="6325">
                  <c:v>0.9992005720355257</c:v>
                </c:pt>
                <c:pt idx="6326">
                  <c:v>0.99920744852846266</c:v>
                </c:pt>
                <c:pt idx="6327">
                  <c:v>0.99921432334951776</c:v>
                </c:pt>
                <c:pt idx="6328">
                  <c:v>0.99922119797995856</c:v>
                </c:pt>
                <c:pt idx="6329">
                  <c:v>0.9992280709348047</c:v>
                </c:pt>
                <c:pt idx="6330">
                  <c:v>0.99923492911919098</c:v>
                </c:pt>
                <c:pt idx="6331">
                  <c:v>0.99924176451726598</c:v>
                </c:pt>
                <c:pt idx="6332">
                  <c:v>0.99924854555381082</c:v>
                </c:pt>
                <c:pt idx="6333">
                  <c:v>0.99925531969887194</c:v>
                </c:pt>
                <c:pt idx="6334">
                  <c:v>0.99926209321419912</c:v>
                </c:pt>
                <c:pt idx="6335">
                  <c:v>0.99926886580241647</c:v>
                </c:pt>
                <c:pt idx="6336">
                  <c:v>0.99927563830048116</c:v>
                </c:pt>
                <c:pt idx="6337">
                  <c:v>0.99928240923797262</c:v>
                </c:pt>
                <c:pt idx="6338">
                  <c:v>0.99928917465360634</c:v>
                </c:pt>
                <c:pt idx="6339">
                  <c:v>0.99929593259527238</c:v>
                </c:pt>
                <c:pt idx="6340">
                  <c:v>0.99930267379966142</c:v>
                </c:pt>
                <c:pt idx="6341">
                  <c:v>0.99930939315123057</c:v>
                </c:pt>
                <c:pt idx="6342">
                  <c:v>0.99931611184233138</c:v>
                </c:pt>
                <c:pt idx="6343">
                  <c:v>0.99932280722730948</c:v>
                </c:pt>
                <c:pt idx="6344">
                  <c:v>0.99932949339011612</c:v>
                </c:pt>
                <c:pt idx="6345">
                  <c:v>0.99933615813280685</c:v>
                </c:pt>
                <c:pt idx="6346">
                  <c:v>0.99934280601680181</c:v>
                </c:pt>
                <c:pt idx="6347">
                  <c:v>0.99934943117852115</c:v>
                </c:pt>
                <c:pt idx="6348">
                  <c:v>0.99935603670388595</c:v>
                </c:pt>
                <c:pt idx="6349">
                  <c:v>0.99936262985060742</c:v>
                </c:pt>
                <c:pt idx="6350">
                  <c:v>0.99936922218331725</c:v>
                </c:pt>
                <c:pt idx="6351">
                  <c:v>0.99937581317304092</c:v>
                </c:pt>
                <c:pt idx="6352">
                  <c:v>0.99938239793170536</c:v>
                </c:pt>
                <c:pt idx="6353">
                  <c:v>0.99938897375587255</c:v>
                </c:pt>
                <c:pt idx="6354">
                  <c:v>0.99939554620426752</c:v>
                </c:pt>
                <c:pt idx="6355">
                  <c:v>0.99940211713883054</c:v>
                </c:pt>
                <c:pt idx="6356">
                  <c:v>0.99940868720229958</c:v>
                </c:pt>
                <c:pt idx="6357">
                  <c:v>0.99941524926694747</c:v>
                </c:pt>
                <c:pt idx="6358">
                  <c:v>0.9994217291542915</c:v>
                </c:pt>
                <c:pt idx="6359">
                  <c:v>0.99942818767591457</c:v>
                </c:pt>
                <c:pt idx="6360">
                  <c:v>0.99943462036652086</c:v>
                </c:pt>
                <c:pt idx="6361">
                  <c:v>0.99944104734591566</c:v>
                </c:pt>
                <c:pt idx="6362">
                  <c:v>0.99944746653436489</c:v>
                </c:pt>
                <c:pt idx="6363">
                  <c:v>0.99945387256690577</c:v>
                </c:pt>
                <c:pt idx="6364">
                  <c:v>0.99946022821869251</c:v>
                </c:pt>
                <c:pt idx="6365">
                  <c:v>0.99946657129953276</c:v>
                </c:pt>
                <c:pt idx="6366">
                  <c:v>0.99947291389856119</c:v>
                </c:pt>
                <c:pt idx="6367">
                  <c:v>0.99947925146756522</c:v>
                </c:pt>
                <c:pt idx="6368">
                  <c:v>0.99948558156831757</c:v>
                </c:pt>
                <c:pt idx="6369">
                  <c:v>0.99949189888921453</c:v>
                </c:pt>
                <c:pt idx="6370">
                  <c:v>0.99949809838625359</c:v>
                </c:pt>
                <c:pt idx="6371">
                  <c:v>0.99950429787953521</c:v>
                </c:pt>
                <c:pt idx="6372">
                  <c:v>0.99951038885164201</c:v>
                </c:pt>
                <c:pt idx="6373">
                  <c:v>0.99951646826201945</c:v>
                </c:pt>
                <c:pt idx="6374">
                  <c:v>0.99952239263559362</c:v>
                </c:pt>
                <c:pt idx="6375">
                  <c:v>0.9995283063438547</c:v>
                </c:pt>
                <c:pt idx="6376">
                  <c:v>0.99953406092141051</c:v>
                </c:pt>
                <c:pt idx="6377">
                  <c:v>0.99953980911625573</c:v>
                </c:pt>
                <c:pt idx="6378">
                  <c:v>0.99954554896488612</c:v>
                </c:pt>
                <c:pt idx="6379">
                  <c:v>0.99955128247252312</c:v>
                </c:pt>
                <c:pt idx="6380">
                  <c:v>0.99955695244516407</c:v>
                </c:pt>
                <c:pt idx="6381">
                  <c:v>0.99956261734274232</c:v>
                </c:pt>
                <c:pt idx="6382">
                  <c:v>0.99956826516305297</c:v>
                </c:pt>
                <c:pt idx="6383">
                  <c:v>0.99957390373431287</c:v>
                </c:pt>
                <c:pt idx="6384">
                  <c:v>0.99957953969753721</c:v>
                </c:pt>
                <c:pt idx="6385">
                  <c:v>0.9995851664704265</c:v>
                </c:pt>
                <c:pt idx="6386">
                  <c:v>0.99959077210428382</c:v>
                </c:pt>
                <c:pt idx="6387">
                  <c:v>0.99959637208590157</c:v>
                </c:pt>
                <c:pt idx="6388">
                  <c:v>0.99960196725305561</c:v>
                </c:pt>
                <c:pt idx="6389">
                  <c:v>0.99960755911693522</c:v>
                </c:pt>
                <c:pt idx="6390">
                  <c:v>0.9996130906231957</c:v>
                </c:pt>
                <c:pt idx="6391">
                  <c:v>0.99961861599415869</c:v>
                </c:pt>
                <c:pt idx="6392">
                  <c:v>0.99962413303491793</c:v>
                </c:pt>
                <c:pt idx="6393">
                  <c:v>0.99962964398082865</c:v>
                </c:pt>
                <c:pt idx="6394">
                  <c:v>0.99963510294226521</c:v>
                </c:pt>
                <c:pt idx="6395">
                  <c:v>0.99964055719342415</c:v>
                </c:pt>
                <c:pt idx="6396">
                  <c:v>0.99964600715687324</c:v>
                </c:pt>
                <c:pt idx="6397">
                  <c:v>0.99965145326277771</c:v>
                </c:pt>
                <c:pt idx="6398">
                  <c:v>0.99965684684691358</c:v>
                </c:pt>
                <c:pt idx="6399">
                  <c:v>0.99966223518314645</c:v>
                </c:pt>
                <c:pt idx="6400">
                  <c:v>0.99966761809922822</c:v>
                </c:pt>
                <c:pt idx="6401">
                  <c:v>0.99967299922587394</c:v>
                </c:pt>
                <c:pt idx="6402">
                  <c:v>0.99967837402631754</c:v>
                </c:pt>
                <c:pt idx="6403">
                  <c:v>0.99968374709785957</c:v>
                </c:pt>
                <c:pt idx="6404">
                  <c:v>0.999689117620843</c:v>
                </c:pt>
                <c:pt idx="6405">
                  <c:v>0.9996944866888352</c:v>
                </c:pt>
                <c:pt idx="6406">
                  <c:v>0.99969973403827916</c:v>
                </c:pt>
                <c:pt idx="6407">
                  <c:v>0.99970496873873649</c:v>
                </c:pt>
                <c:pt idx="6408">
                  <c:v>0.99971015324517765</c:v>
                </c:pt>
                <c:pt idx="6409">
                  <c:v>0.99971532749709868</c:v>
                </c:pt>
                <c:pt idx="6410">
                  <c:v>0.99972049974064658</c:v>
                </c:pt>
                <c:pt idx="6411">
                  <c:v>0.99972566871019863</c:v>
                </c:pt>
                <c:pt idx="6412">
                  <c:v>0.99973083076169134</c:v>
                </c:pt>
                <c:pt idx="6413">
                  <c:v>0.99973598859636159</c:v>
                </c:pt>
                <c:pt idx="6414">
                  <c:v>0.99974101618572853</c:v>
                </c:pt>
                <c:pt idx="6415">
                  <c:v>0.99974603343700774</c:v>
                </c:pt>
                <c:pt idx="6416">
                  <c:v>0.99975100203585465</c:v>
                </c:pt>
                <c:pt idx="6417">
                  <c:v>0.9997559596551151</c:v>
                </c:pt>
                <c:pt idx="6418">
                  <c:v>0.99976087812697179</c:v>
                </c:pt>
                <c:pt idx="6419">
                  <c:v>0.99976579540002053</c:v>
                </c:pt>
                <c:pt idx="6420">
                  <c:v>0.9997707113368407</c:v>
                </c:pt>
                <c:pt idx="6421">
                  <c:v>0.99977562607845039</c:v>
                </c:pt>
                <c:pt idx="6422">
                  <c:v>0.99978048927666785</c:v>
                </c:pt>
                <c:pt idx="6423">
                  <c:v>0.99978534675580566</c:v>
                </c:pt>
                <c:pt idx="6424">
                  <c:v>0.9997901794549473</c:v>
                </c:pt>
                <c:pt idx="6425">
                  <c:v>0.99979500194794546</c:v>
                </c:pt>
                <c:pt idx="6426">
                  <c:v>0.99979980511409472</c:v>
                </c:pt>
                <c:pt idx="6427">
                  <c:v>0.99980460280148675</c:v>
                </c:pt>
                <c:pt idx="6428">
                  <c:v>0.99980939570000649</c:v>
                </c:pt>
                <c:pt idx="6429">
                  <c:v>0.99981417952220819</c:v>
                </c:pt>
                <c:pt idx="6430">
                  <c:v>0.99981896235847445</c:v>
                </c:pt>
                <c:pt idx="6431">
                  <c:v>0.99982373617081777</c:v>
                </c:pt>
                <c:pt idx="6432">
                  <c:v>0.9998284143423346</c:v>
                </c:pt>
                <c:pt idx="6433">
                  <c:v>0.99983308752192357</c:v>
                </c:pt>
                <c:pt idx="6434">
                  <c:v>0.99983769606479211</c:v>
                </c:pt>
                <c:pt idx="6435">
                  <c:v>0.99984230317067901</c:v>
                </c:pt>
                <c:pt idx="6436">
                  <c:v>0.99984690698484868</c:v>
                </c:pt>
                <c:pt idx="6437">
                  <c:v>0.99985150510995358</c:v>
                </c:pt>
                <c:pt idx="6438">
                  <c:v>0.99985610254364043</c:v>
                </c:pt>
                <c:pt idx="6439">
                  <c:v>0.99986069104744557</c:v>
                </c:pt>
                <c:pt idx="6440">
                  <c:v>0.9998649096751373</c:v>
                </c:pt>
                <c:pt idx="6441">
                  <c:v>0.99986912727459665</c:v>
                </c:pt>
                <c:pt idx="6442">
                  <c:v>0.99987334254242799</c:v>
                </c:pt>
                <c:pt idx="6443">
                  <c:v>0.99987755678540102</c:v>
                </c:pt>
                <c:pt idx="6444">
                  <c:v>0.99988168383163656</c:v>
                </c:pt>
                <c:pt idx="6445">
                  <c:v>0.99988580496719992</c:v>
                </c:pt>
                <c:pt idx="6446">
                  <c:v>0.99988988106853693</c:v>
                </c:pt>
                <c:pt idx="6447">
                  <c:v>0.99989395147616689</c:v>
                </c:pt>
                <c:pt idx="6448">
                  <c:v>0.99989792150355994</c:v>
                </c:pt>
                <c:pt idx="6449">
                  <c:v>0.99990188856836171</c:v>
                </c:pt>
                <c:pt idx="6450">
                  <c:v>0.99990585334228366</c:v>
                </c:pt>
                <c:pt idx="6451">
                  <c:v>0.99990981450473726</c:v>
                </c:pt>
                <c:pt idx="6452">
                  <c:v>0.99991373259947536</c:v>
                </c:pt>
                <c:pt idx="6453">
                  <c:v>0.99991764500313707</c:v>
                </c:pt>
                <c:pt idx="6454">
                  <c:v>0.99992155594170629</c:v>
                </c:pt>
                <c:pt idx="6455">
                  <c:v>0.99992546186528652</c:v>
                </c:pt>
                <c:pt idx="6456">
                  <c:v>0.99992927799794706</c:v>
                </c:pt>
                <c:pt idx="6457">
                  <c:v>0.99993308886835941</c:v>
                </c:pt>
                <c:pt idx="6458">
                  <c:v>0.99993684820272433</c:v>
                </c:pt>
                <c:pt idx="6459">
                  <c:v>0.9999406025072366</c:v>
                </c:pt>
                <c:pt idx="6460">
                  <c:v>0.99994418255286532</c:v>
                </c:pt>
                <c:pt idx="6461">
                  <c:v>0.99994776172590583</c:v>
                </c:pt>
                <c:pt idx="6462">
                  <c:v>0.99995133800275449</c:v>
                </c:pt>
                <c:pt idx="6463">
                  <c:v>0.99995491341010223</c:v>
                </c:pt>
                <c:pt idx="6464">
                  <c:v>0.99995835467830863</c:v>
                </c:pt>
                <c:pt idx="6465">
                  <c:v>0.99996179510775285</c:v>
                </c:pt>
                <c:pt idx="6466">
                  <c:v>0.99996523256166769</c:v>
                </c:pt>
                <c:pt idx="6467">
                  <c:v>0.9999686691798324</c:v>
                </c:pt>
                <c:pt idx="6468">
                  <c:v>0.99997201355840415</c:v>
                </c:pt>
                <c:pt idx="6469">
                  <c:v>0.99997535699664153</c:v>
                </c:pt>
                <c:pt idx="6470">
                  <c:v>0.99997819512997743</c:v>
                </c:pt>
                <c:pt idx="6471">
                  <c:v>0.99998103173757669</c:v>
                </c:pt>
                <c:pt idx="6472">
                  <c:v>0.9999837598530894</c:v>
                </c:pt>
                <c:pt idx="6473">
                  <c:v>0.99998648635003318</c:v>
                </c:pt>
                <c:pt idx="6474">
                  <c:v>0.99998891996392758</c:v>
                </c:pt>
                <c:pt idx="6475">
                  <c:v>0.99999135295362762</c:v>
                </c:pt>
                <c:pt idx="6476">
                  <c:v>0.99999369223055268</c:v>
                </c:pt>
                <c:pt idx="6477">
                  <c:v>0.99999603077712351</c:v>
                </c:pt>
                <c:pt idx="6478">
                  <c:v>0.99999801544387512</c:v>
                </c:pt>
                <c:pt idx="6479">
                  <c:v>0.99999999999999989</c:v>
                </c:pt>
                <c:pt idx="6480">
                  <c:v>0.99999999999999989</c:v>
                </c:pt>
                <c:pt idx="6481">
                  <c:v>0.99999999999999989</c:v>
                </c:pt>
                <c:pt idx="6482">
                  <c:v>0.99999999999999989</c:v>
                </c:pt>
                <c:pt idx="6483">
                  <c:v>0.99999999999999989</c:v>
                </c:pt>
                <c:pt idx="6484">
                  <c:v>0.99999999999999989</c:v>
                </c:pt>
                <c:pt idx="6485">
                  <c:v>0.99999999999999989</c:v>
                </c:pt>
                <c:pt idx="6486">
                  <c:v>0.99999999999999989</c:v>
                </c:pt>
                <c:pt idx="6487">
                  <c:v>0.99999999999999989</c:v>
                </c:pt>
                <c:pt idx="6488">
                  <c:v>0.99999999999999989</c:v>
                </c:pt>
                <c:pt idx="6489">
                  <c:v>0.99999999999999989</c:v>
                </c:pt>
                <c:pt idx="6490">
                  <c:v>0.99999999999999989</c:v>
                </c:pt>
                <c:pt idx="6491">
                  <c:v>0.99999999999999989</c:v>
                </c:pt>
                <c:pt idx="6492">
                  <c:v>0.99999999999999989</c:v>
                </c:pt>
                <c:pt idx="6493">
                  <c:v>0.99999999999999989</c:v>
                </c:pt>
                <c:pt idx="6494">
                  <c:v>0.99999999999999989</c:v>
                </c:pt>
                <c:pt idx="6495">
                  <c:v>0.99999999999999989</c:v>
                </c:pt>
                <c:pt idx="6496">
                  <c:v>0.99999999999999989</c:v>
                </c:pt>
                <c:pt idx="6497">
                  <c:v>0.99999999999999989</c:v>
                </c:pt>
                <c:pt idx="6498">
                  <c:v>0.99999999999999989</c:v>
                </c:pt>
                <c:pt idx="6499">
                  <c:v>0.99999999999999989</c:v>
                </c:pt>
                <c:pt idx="6500">
                  <c:v>0.99999999999999989</c:v>
                </c:pt>
                <c:pt idx="6501">
                  <c:v>0.99999999999999989</c:v>
                </c:pt>
                <c:pt idx="6502">
                  <c:v>0.99999999999999989</c:v>
                </c:pt>
                <c:pt idx="6503">
                  <c:v>0.99999999999999989</c:v>
                </c:pt>
                <c:pt idx="6504">
                  <c:v>0.99999999999999989</c:v>
                </c:pt>
                <c:pt idx="6505">
                  <c:v>0.99999999999999989</c:v>
                </c:pt>
                <c:pt idx="6506">
                  <c:v>0.99999999999999989</c:v>
                </c:pt>
                <c:pt idx="6507">
                  <c:v>0.99999999999999989</c:v>
                </c:pt>
                <c:pt idx="6508">
                  <c:v>0.99999999999999989</c:v>
                </c:pt>
                <c:pt idx="6509">
                  <c:v>0.99999999999999989</c:v>
                </c:pt>
                <c:pt idx="6510">
                  <c:v>0.99999999999999989</c:v>
                </c:pt>
                <c:pt idx="6511">
                  <c:v>0.99999999999999989</c:v>
                </c:pt>
                <c:pt idx="6512">
                  <c:v>0.99999999999999989</c:v>
                </c:pt>
                <c:pt idx="6513">
                  <c:v>0.99999999999999989</c:v>
                </c:pt>
                <c:pt idx="6514">
                  <c:v>0.99999999999999989</c:v>
                </c:pt>
                <c:pt idx="6515">
                  <c:v>0.99999999999999989</c:v>
                </c:pt>
                <c:pt idx="6516">
                  <c:v>0.99999999999999989</c:v>
                </c:pt>
                <c:pt idx="6517">
                  <c:v>0.99999999999999989</c:v>
                </c:pt>
                <c:pt idx="6518">
                  <c:v>0.99999999999999989</c:v>
                </c:pt>
                <c:pt idx="6519">
                  <c:v>0.99999999999999989</c:v>
                </c:pt>
                <c:pt idx="6520">
                  <c:v>0.99999999999999989</c:v>
                </c:pt>
                <c:pt idx="6521">
                  <c:v>0.99999999999999989</c:v>
                </c:pt>
                <c:pt idx="6522">
                  <c:v>0.99999999999999989</c:v>
                </c:pt>
                <c:pt idx="6523">
                  <c:v>0.99999999999999989</c:v>
                </c:pt>
                <c:pt idx="6524">
                  <c:v>0.99999999999999989</c:v>
                </c:pt>
                <c:pt idx="6525">
                  <c:v>0.99999999999999989</c:v>
                </c:pt>
                <c:pt idx="6526">
                  <c:v>0.99999999999999989</c:v>
                </c:pt>
                <c:pt idx="6527">
                  <c:v>0.99999999999999989</c:v>
                </c:pt>
                <c:pt idx="6528">
                  <c:v>0.99999999999999989</c:v>
                </c:pt>
                <c:pt idx="6529">
                  <c:v>0.99999999999999989</c:v>
                </c:pt>
                <c:pt idx="6530">
                  <c:v>0.99999999999999989</c:v>
                </c:pt>
                <c:pt idx="6531">
                  <c:v>0.99999999999999989</c:v>
                </c:pt>
                <c:pt idx="6532">
                  <c:v>0.99999999999999989</c:v>
                </c:pt>
                <c:pt idx="6533">
                  <c:v>0.99999999999999989</c:v>
                </c:pt>
                <c:pt idx="6534">
                  <c:v>0.99999999999999989</c:v>
                </c:pt>
                <c:pt idx="6535">
                  <c:v>0.99999999999999989</c:v>
                </c:pt>
                <c:pt idx="6536">
                  <c:v>0.99999999999999989</c:v>
                </c:pt>
                <c:pt idx="6537">
                  <c:v>0.99999999999999989</c:v>
                </c:pt>
                <c:pt idx="6538">
                  <c:v>0.99999999999999989</c:v>
                </c:pt>
                <c:pt idx="6539">
                  <c:v>0.99999999999999989</c:v>
                </c:pt>
                <c:pt idx="6540">
                  <c:v>0.99999999999999989</c:v>
                </c:pt>
                <c:pt idx="6541">
                  <c:v>0.99999999999999989</c:v>
                </c:pt>
                <c:pt idx="6542">
                  <c:v>0.99999999999999989</c:v>
                </c:pt>
                <c:pt idx="6543">
                  <c:v>0.99999999999999989</c:v>
                </c:pt>
                <c:pt idx="6544">
                  <c:v>0.99999999999999989</c:v>
                </c:pt>
                <c:pt idx="6545">
                  <c:v>0.99999999999999989</c:v>
                </c:pt>
                <c:pt idx="6546">
                  <c:v>0.99999999999999989</c:v>
                </c:pt>
                <c:pt idx="6547">
                  <c:v>0.99999999999999989</c:v>
                </c:pt>
                <c:pt idx="6548">
                  <c:v>0.99999999999999989</c:v>
                </c:pt>
                <c:pt idx="6549">
                  <c:v>0.99999999999999989</c:v>
                </c:pt>
                <c:pt idx="6550">
                  <c:v>0.99999999999999989</c:v>
                </c:pt>
                <c:pt idx="6551">
                  <c:v>0.99999999999999989</c:v>
                </c:pt>
                <c:pt idx="6552">
                  <c:v>0.99999999999999989</c:v>
                </c:pt>
                <c:pt idx="6553">
                  <c:v>0.99999999999999989</c:v>
                </c:pt>
                <c:pt idx="6554">
                  <c:v>0.99999999999999989</c:v>
                </c:pt>
                <c:pt idx="6555">
                  <c:v>0.99999999999999989</c:v>
                </c:pt>
                <c:pt idx="6556">
                  <c:v>0.99999999999999989</c:v>
                </c:pt>
                <c:pt idx="6557">
                  <c:v>0.99999999999999989</c:v>
                </c:pt>
                <c:pt idx="6558">
                  <c:v>0.99999999999999989</c:v>
                </c:pt>
                <c:pt idx="6559">
                  <c:v>0.99999999999999989</c:v>
                </c:pt>
                <c:pt idx="6560">
                  <c:v>0.99999999999999989</c:v>
                </c:pt>
              </c:numCache>
            </c:numRef>
          </c:yVal>
        </c:ser>
        <c:ser>
          <c:idx val="1"/>
          <c:order val="1"/>
          <c:tx>
            <c:v>CAB25 o-d flows</c:v>
          </c:tx>
          <c:spPr>
            <a:ln>
              <a:solidFill>
                <a:srgbClr val="0000FF"/>
              </a:solidFill>
              <a:prstDash val="sysDash"/>
            </a:ln>
          </c:spPr>
          <c:marker>
            <c:symbol val="none"/>
          </c:marker>
          <c:xVal>
            <c:numRef>
              <c:f>DDhigh.a2!$G$6:$G$605</c:f>
              <c:numCache>
                <c:formatCode>General</c:formatCode>
                <c:ptCount val="600"/>
                <c:pt idx="0">
                  <c:v>1.6666666666666711E-3</c:v>
                </c:pt>
                <c:pt idx="1">
                  <c:v>3.3333333333333392E-3</c:v>
                </c:pt>
                <c:pt idx="2">
                  <c:v>5.0000000000000114E-3</c:v>
                </c:pt>
                <c:pt idx="3">
                  <c:v>6.6666666666666714E-3</c:v>
                </c:pt>
                <c:pt idx="4">
                  <c:v>8.3333333333333367E-3</c:v>
                </c:pt>
                <c:pt idx="5">
                  <c:v>1.0000000000000005E-2</c:v>
                </c:pt>
                <c:pt idx="6">
                  <c:v>1.1666666666666698E-2</c:v>
                </c:pt>
                <c:pt idx="7">
                  <c:v>1.3333333333333341E-2</c:v>
                </c:pt>
                <c:pt idx="8">
                  <c:v>1.5000000000000001E-2</c:v>
                </c:pt>
                <c:pt idx="9">
                  <c:v>1.6666666666666701E-2</c:v>
                </c:pt>
                <c:pt idx="10">
                  <c:v>1.8333333333333333E-2</c:v>
                </c:pt>
                <c:pt idx="11">
                  <c:v>2.0000000000000011E-2</c:v>
                </c:pt>
                <c:pt idx="12">
                  <c:v>2.1666666666666671E-2</c:v>
                </c:pt>
                <c:pt idx="13">
                  <c:v>2.3333333333333341E-2</c:v>
                </c:pt>
                <c:pt idx="14">
                  <c:v>2.5000000000000001E-2</c:v>
                </c:pt>
                <c:pt idx="15">
                  <c:v>2.6666666666666672E-2</c:v>
                </c:pt>
                <c:pt idx="16">
                  <c:v>2.8333333333333342E-2</c:v>
                </c:pt>
                <c:pt idx="17">
                  <c:v>3.0000000000000002E-2</c:v>
                </c:pt>
                <c:pt idx="18">
                  <c:v>3.1666666666666676E-2</c:v>
                </c:pt>
                <c:pt idx="19">
                  <c:v>3.333333333333334E-2</c:v>
                </c:pt>
                <c:pt idx="20">
                  <c:v>3.4999999999999996E-2</c:v>
                </c:pt>
                <c:pt idx="21">
                  <c:v>3.6666666666666681E-2</c:v>
                </c:pt>
                <c:pt idx="22">
                  <c:v>3.8333333333333351E-2</c:v>
                </c:pt>
                <c:pt idx="23">
                  <c:v>3.9999999999999994E-2</c:v>
                </c:pt>
                <c:pt idx="24">
                  <c:v>4.1666666666666664E-2</c:v>
                </c:pt>
                <c:pt idx="25">
                  <c:v>4.3333333333333515E-2</c:v>
                </c:pt>
                <c:pt idx="26">
                  <c:v>4.4999999999999984E-2</c:v>
                </c:pt>
                <c:pt idx="27">
                  <c:v>4.6666666666666683E-2</c:v>
                </c:pt>
                <c:pt idx="28">
                  <c:v>4.8333333333333534E-2</c:v>
                </c:pt>
                <c:pt idx="29">
                  <c:v>0.05</c:v>
                </c:pt>
                <c:pt idx="30">
                  <c:v>5.1666666666666632E-2</c:v>
                </c:pt>
                <c:pt idx="31">
                  <c:v>5.3333333333333531E-2</c:v>
                </c:pt>
                <c:pt idx="32">
                  <c:v>5.5000000000000014E-2</c:v>
                </c:pt>
                <c:pt idx="33">
                  <c:v>5.6666666666666622E-2</c:v>
                </c:pt>
                <c:pt idx="34">
                  <c:v>5.8333333333333522E-2</c:v>
                </c:pt>
                <c:pt idx="35">
                  <c:v>6.0000000000000032E-2</c:v>
                </c:pt>
                <c:pt idx="36">
                  <c:v>6.1666666666666613E-2</c:v>
                </c:pt>
                <c:pt idx="37">
                  <c:v>6.3333333333333519E-2</c:v>
                </c:pt>
                <c:pt idx="38">
                  <c:v>6.4999999999999974E-2</c:v>
                </c:pt>
                <c:pt idx="39">
                  <c:v>6.666666666666661E-2</c:v>
                </c:pt>
                <c:pt idx="40">
                  <c:v>6.8333333333333537E-2</c:v>
                </c:pt>
                <c:pt idx="41">
                  <c:v>6.9999999999999993E-2</c:v>
                </c:pt>
                <c:pt idx="42">
                  <c:v>7.1666666666666601E-2</c:v>
                </c:pt>
                <c:pt idx="43">
                  <c:v>7.3333333333333528E-2</c:v>
                </c:pt>
                <c:pt idx="44">
                  <c:v>7.5000000000000011E-2</c:v>
                </c:pt>
                <c:pt idx="45">
                  <c:v>7.6666666666666591E-2</c:v>
                </c:pt>
                <c:pt idx="46">
                  <c:v>7.8333333333333532E-2</c:v>
                </c:pt>
                <c:pt idx="47">
                  <c:v>7.9999999999999932E-2</c:v>
                </c:pt>
                <c:pt idx="48">
                  <c:v>8.1666666666666943E-2</c:v>
                </c:pt>
                <c:pt idx="49">
                  <c:v>8.3333333333333245E-2</c:v>
                </c:pt>
                <c:pt idx="50">
                  <c:v>8.5000000000000048E-2</c:v>
                </c:pt>
                <c:pt idx="51">
                  <c:v>8.6666666666666933E-2</c:v>
                </c:pt>
                <c:pt idx="52">
                  <c:v>8.8333333333333236E-2</c:v>
                </c:pt>
                <c:pt idx="53">
                  <c:v>9.0000000000000024E-2</c:v>
                </c:pt>
                <c:pt idx="54">
                  <c:v>9.1666666666666924E-2</c:v>
                </c:pt>
                <c:pt idx="55">
                  <c:v>9.3333333333333227E-2</c:v>
                </c:pt>
                <c:pt idx="56">
                  <c:v>9.5000000000000043E-2</c:v>
                </c:pt>
                <c:pt idx="57">
                  <c:v>9.6666666666666901E-2</c:v>
                </c:pt>
                <c:pt idx="58">
                  <c:v>9.8333333333333245E-2</c:v>
                </c:pt>
                <c:pt idx="59">
                  <c:v>0.10000000000000003</c:v>
                </c:pt>
                <c:pt idx="60">
                  <c:v>0.10166666666666672</c:v>
                </c:pt>
                <c:pt idx="61">
                  <c:v>0.10333333333333321</c:v>
                </c:pt>
                <c:pt idx="62">
                  <c:v>0.10499999999999987</c:v>
                </c:pt>
                <c:pt idx="63">
                  <c:v>0.10666666666666676</c:v>
                </c:pt>
                <c:pt idx="64">
                  <c:v>0.1083333333333332</c:v>
                </c:pt>
                <c:pt idx="65">
                  <c:v>0.10999999999999986</c:v>
                </c:pt>
                <c:pt idx="66">
                  <c:v>0.11166666666666659</c:v>
                </c:pt>
                <c:pt idx="67">
                  <c:v>0.11333333333333315</c:v>
                </c:pt>
                <c:pt idx="68">
                  <c:v>0.11499999999999985</c:v>
                </c:pt>
                <c:pt idx="69">
                  <c:v>0.1166666666666667</c:v>
                </c:pt>
                <c:pt idx="70">
                  <c:v>0.11833333333333318</c:v>
                </c:pt>
                <c:pt idx="71">
                  <c:v>0.11999999999999984</c:v>
                </c:pt>
                <c:pt idx="72">
                  <c:v>0.12166666666666674</c:v>
                </c:pt>
                <c:pt idx="73">
                  <c:v>0.12333333333333317</c:v>
                </c:pt>
                <c:pt idx="74">
                  <c:v>0.12499999999999983</c:v>
                </c:pt>
                <c:pt idx="75">
                  <c:v>0.12666666666666637</c:v>
                </c:pt>
                <c:pt idx="76">
                  <c:v>0.12833333333333324</c:v>
                </c:pt>
                <c:pt idx="77">
                  <c:v>0.13</c:v>
                </c:pt>
                <c:pt idx="78">
                  <c:v>0.13166666666666652</c:v>
                </c:pt>
                <c:pt idx="79">
                  <c:v>0.13333333333333341</c:v>
                </c:pt>
                <c:pt idx="80">
                  <c:v>0.13500000000000001</c:v>
                </c:pt>
                <c:pt idx="81">
                  <c:v>0.13666666666666658</c:v>
                </c:pt>
                <c:pt idx="82">
                  <c:v>0.13833333333333361</c:v>
                </c:pt>
                <c:pt idx="83">
                  <c:v>0.14000000000000001</c:v>
                </c:pt>
                <c:pt idx="84">
                  <c:v>0.14166666666666661</c:v>
                </c:pt>
                <c:pt idx="85">
                  <c:v>0.14333333333333373</c:v>
                </c:pt>
                <c:pt idx="86">
                  <c:v>0.14500000000000021</c:v>
                </c:pt>
                <c:pt idx="87">
                  <c:v>0.14666666666666664</c:v>
                </c:pt>
                <c:pt idx="88">
                  <c:v>0.14833333333333382</c:v>
                </c:pt>
                <c:pt idx="89">
                  <c:v>0.15000000000000024</c:v>
                </c:pt>
                <c:pt idx="90">
                  <c:v>0.1516666666666667</c:v>
                </c:pt>
                <c:pt idx="91">
                  <c:v>0.15333333333333393</c:v>
                </c:pt>
                <c:pt idx="92">
                  <c:v>0.15500000000000042</c:v>
                </c:pt>
                <c:pt idx="93">
                  <c:v>0.1566666666666667</c:v>
                </c:pt>
                <c:pt idx="94">
                  <c:v>0.15833333333333396</c:v>
                </c:pt>
                <c:pt idx="95">
                  <c:v>0.16000000000000006</c:v>
                </c:pt>
                <c:pt idx="96">
                  <c:v>0.16166666666666668</c:v>
                </c:pt>
                <c:pt idx="97">
                  <c:v>0.16333333333333341</c:v>
                </c:pt>
                <c:pt idx="98">
                  <c:v>0.16500000000000009</c:v>
                </c:pt>
                <c:pt idx="99">
                  <c:v>0.16666666666666677</c:v>
                </c:pt>
                <c:pt idx="100">
                  <c:v>0.16833333333333383</c:v>
                </c:pt>
                <c:pt idx="101">
                  <c:v>0.17000000000000021</c:v>
                </c:pt>
                <c:pt idx="102">
                  <c:v>0.1716666666666668</c:v>
                </c:pt>
                <c:pt idx="103">
                  <c:v>0.17333333333333392</c:v>
                </c:pt>
                <c:pt idx="104">
                  <c:v>0.17500000000000021</c:v>
                </c:pt>
                <c:pt idx="105">
                  <c:v>0.17666666666666683</c:v>
                </c:pt>
                <c:pt idx="106">
                  <c:v>0.17833333333333401</c:v>
                </c:pt>
                <c:pt idx="107">
                  <c:v>0.18000000000000024</c:v>
                </c:pt>
                <c:pt idx="108">
                  <c:v>0.18166666666666689</c:v>
                </c:pt>
                <c:pt idx="109">
                  <c:v>0.18333333333333404</c:v>
                </c:pt>
                <c:pt idx="110">
                  <c:v>0.18500000000000041</c:v>
                </c:pt>
                <c:pt idx="111">
                  <c:v>0.1866666666666669</c:v>
                </c:pt>
                <c:pt idx="112">
                  <c:v>0.18833333333333419</c:v>
                </c:pt>
                <c:pt idx="113">
                  <c:v>0.19000000000000025</c:v>
                </c:pt>
                <c:pt idx="114">
                  <c:v>0.19166666666666687</c:v>
                </c:pt>
                <c:pt idx="115">
                  <c:v>0.19333333333333391</c:v>
                </c:pt>
                <c:pt idx="116">
                  <c:v>0.19500000000000028</c:v>
                </c:pt>
                <c:pt idx="117">
                  <c:v>0.19666666666666688</c:v>
                </c:pt>
                <c:pt idx="118">
                  <c:v>0.19833333333333394</c:v>
                </c:pt>
                <c:pt idx="119">
                  <c:v>0.20000000000000034</c:v>
                </c:pt>
                <c:pt idx="120">
                  <c:v>0.20166666666666697</c:v>
                </c:pt>
                <c:pt idx="121">
                  <c:v>0.20333333333333409</c:v>
                </c:pt>
                <c:pt idx="122">
                  <c:v>0.2050000000000004</c:v>
                </c:pt>
                <c:pt idx="123">
                  <c:v>0.20666666666666703</c:v>
                </c:pt>
                <c:pt idx="124">
                  <c:v>0.20833333333333409</c:v>
                </c:pt>
                <c:pt idx="125">
                  <c:v>0.21000000000000041</c:v>
                </c:pt>
                <c:pt idx="126">
                  <c:v>0.21166666666666706</c:v>
                </c:pt>
                <c:pt idx="127">
                  <c:v>0.21333333333333424</c:v>
                </c:pt>
                <c:pt idx="128">
                  <c:v>0.21500000000000041</c:v>
                </c:pt>
                <c:pt idx="129">
                  <c:v>0.21666666666666709</c:v>
                </c:pt>
                <c:pt idx="130">
                  <c:v>0.21833333333333438</c:v>
                </c:pt>
                <c:pt idx="131">
                  <c:v>0.22000000000000045</c:v>
                </c:pt>
                <c:pt idx="132">
                  <c:v>0.22166666666666712</c:v>
                </c:pt>
                <c:pt idx="133">
                  <c:v>0.22333333333333391</c:v>
                </c:pt>
                <c:pt idx="134">
                  <c:v>0.22500000000000048</c:v>
                </c:pt>
                <c:pt idx="135">
                  <c:v>0.22666666666666715</c:v>
                </c:pt>
                <c:pt idx="136">
                  <c:v>0.22833333333333394</c:v>
                </c:pt>
                <c:pt idx="137">
                  <c:v>0.23000000000000051</c:v>
                </c:pt>
                <c:pt idx="138">
                  <c:v>0.23166666666666719</c:v>
                </c:pt>
                <c:pt idx="139">
                  <c:v>0.23333333333333425</c:v>
                </c:pt>
                <c:pt idx="140">
                  <c:v>0.23500000000000054</c:v>
                </c:pt>
                <c:pt idx="141">
                  <c:v>0.23666666666666722</c:v>
                </c:pt>
                <c:pt idx="142">
                  <c:v>0.23833333333333431</c:v>
                </c:pt>
                <c:pt idx="143">
                  <c:v>0.24000000000000071</c:v>
                </c:pt>
                <c:pt idx="144">
                  <c:v>0.24166666666666725</c:v>
                </c:pt>
                <c:pt idx="145">
                  <c:v>0.24333333333333443</c:v>
                </c:pt>
                <c:pt idx="146">
                  <c:v>0.24500000000000074</c:v>
                </c:pt>
                <c:pt idx="147">
                  <c:v>0.24666666666666728</c:v>
                </c:pt>
                <c:pt idx="148">
                  <c:v>0.24833333333333452</c:v>
                </c:pt>
                <c:pt idx="149">
                  <c:v>0.25000000000000061</c:v>
                </c:pt>
                <c:pt idx="150">
                  <c:v>0.25166666666666732</c:v>
                </c:pt>
                <c:pt idx="151">
                  <c:v>0.25333333333333374</c:v>
                </c:pt>
                <c:pt idx="152">
                  <c:v>0.25500000000000056</c:v>
                </c:pt>
                <c:pt idx="153">
                  <c:v>0.25666666666666732</c:v>
                </c:pt>
                <c:pt idx="154">
                  <c:v>0.25833333333333375</c:v>
                </c:pt>
                <c:pt idx="155">
                  <c:v>0.26000000000000051</c:v>
                </c:pt>
                <c:pt idx="156">
                  <c:v>0.26166666666666732</c:v>
                </c:pt>
                <c:pt idx="157">
                  <c:v>0.26333333333333375</c:v>
                </c:pt>
                <c:pt idx="158">
                  <c:v>0.26500000000000046</c:v>
                </c:pt>
                <c:pt idx="159">
                  <c:v>0.26666666666666738</c:v>
                </c:pt>
                <c:pt idx="160">
                  <c:v>0.26833333333333376</c:v>
                </c:pt>
                <c:pt idx="161">
                  <c:v>0.27000000000000041</c:v>
                </c:pt>
                <c:pt idx="162">
                  <c:v>0.27166666666666778</c:v>
                </c:pt>
                <c:pt idx="163">
                  <c:v>0.27333333333333371</c:v>
                </c:pt>
                <c:pt idx="164">
                  <c:v>0.27500000000000036</c:v>
                </c:pt>
                <c:pt idx="165">
                  <c:v>0.27666666666666784</c:v>
                </c:pt>
                <c:pt idx="166">
                  <c:v>0.27833333333333365</c:v>
                </c:pt>
                <c:pt idx="167">
                  <c:v>0.2800000000000003</c:v>
                </c:pt>
                <c:pt idx="168">
                  <c:v>0.28166666666666773</c:v>
                </c:pt>
                <c:pt idx="169">
                  <c:v>0.2833333333333336</c:v>
                </c:pt>
                <c:pt idx="170">
                  <c:v>0.28500000000000031</c:v>
                </c:pt>
                <c:pt idx="171">
                  <c:v>0.28666666666666768</c:v>
                </c:pt>
                <c:pt idx="172">
                  <c:v>0.28833333333333355</c:v>
                </c:pt>
                <c:pt idx="173">
                  <c:v>0.29000000000000031</c:v>
                </c:pt>
                <c:pt idx="174">
                  <c:v>0.29166666666666774</c:v>
                </c:pt>
                <c:pt idx="175">
                  <c:v>0.2933333333333335</c:v>
                </c:pt>
                <c:pt idx="176">
                  <c:v>0.29500000000000032</c:v>
                </c:pt>
                <c:pt idx="177">
                  <c:v>0.29666666666666763</c:v>
                </c:pt>
                <c:pt idx="178">
                  <c:v>0.29833333333333345</c:v>
                </c:pt>
                <c:pt idx="179">
                  <c:v>0.30000000000000032</c:v>
                </c:pt>
                <c:pt idx="180">
                  <c:v>0.30166666666666786</c:v>
                </c:pt>
                <c:pt idx="181">
                  <c:v>0.3033333333333334</c:v>
                </c:pt>
                <c:pt idx="182">
                  <c:v>0.30500000000000038</c:v>
                </c:pt>
                <c:pt idx="183">
                  <c:v>0.30666666666666775</c:v>
                </c:pt>
                <c:pt idx="184">
                  <c:v>0.30833333333333335</c:v>
                </c:pt>
                <c:pt idx="185">
                  <c:v>0.31000000000000072</c:v>
                </c:pt>
                <c:pt idx="186">
                  <c:v>0.31166666666666776</c:v>
                </c:pt>
                <c:pt idx="187">
                  <c:v>0.3133333333333333</c:v>
                </c:pt>
                <c:pt idx="188">
                  <c:v>0.31500000000000072</c:v>
                </c:pt>
                <c:pt idx="189">
                  <c:v>0.31666666666666787</c:v>
                </c:pt>
                <c:pt idx="190">
                  <c:v>0.3183333333333333</c:v>
                </c:pt>
                <c:pt idx="191">
                  <c:v>0.32000000000000073</c:v>
                </c:pt>
                <c:pt idx="192">
                  <c:v>0.32166666666666788</c:v>
                </c:pt>
                <c:pt idx="193">
                  <c:v>0.32333333333333331</c:v>
                </c:pt>
                <c:pt idx="194">
                  <c:v>0.32500000000000073</c:v>
                </c:pt>
                <c:pt idx="195">
                  <c:v>0.32666666666666788</c:v>
                </c:pt>
                <c:pt idx="196">
                  <c:v>0.32833333333333331</c:v>
                </c:pt>
                <c:pt idx="197">
                  <c:v>0.3300000000000009</c:v>
                </c:pt>
                <c:pt idx="198">
                  <c:v>0.33166666666666789</c:v>
                </c:pt>
                <c:pt idx="199">
                  <c:v>0.33333333333333331</c:v>
                </c:pt>
                <c:pt idx="200">
                  <c:v>0.33500000000000085</c:v>
                </c:pt>
                <c:pt idx="201">
                  <c:v>0.33666666666666789</c:v>
                </c:pt>
                <c:pt idx="202">
                  <c:v>0.33833333333333332</c:v>
                </c:pt>
                <c:pt idx="203">
                  <c:v>0.34000000000000008</c:v>
                </c:pt>
                <c:pt idx="204">
                  <c:v>0.34166666666666712</c:v>
                </c:pt>
                <c:pt idx="205">
                  <c:v>0.34333333333333299</c:v>
                </c:pt>
                <c:pt idx="206">
                  <c:v>0.34500000000000008</c:v>
                </c:pt>
                <c:pt idx="207">
                  <c:v>0.34666666666666712</c:v>
                </c:pt>
                <c:pt idx="208">
                  <c:v>0.34833333333333294</c:v>
                </c:pt>
                <c:pt idx="209">
                  <c:v>0.35000000000000031</c:v>
                </c:pt>
                <c:pt idx="210">
                  <c:v>0.35166666666666713</c:v>
                </c:pt>
                <c:pt idx="211">
                  <c:v>0.35333333333333289</c:v>
                </c:pt>
                <c:pt idx="212">
                  <c:v>0.35500000000000032</c:v>
                </c:pt>
                <c:pt idx="213">
                  <c:v>0.35666666666666708</c:v>
                </c:pt>
                <c:pt idx="214">
                  <c:v>0.35833333333333284</c:v>
                </c:pt>
                <c:pt idx="215">
                  <c:v>0.36000000000000032</c:v>
                </c:pt>
                <c:pt idx="216">
                  <c:v>0.36166666666666714</c:v>
                </c:pt>
                <c:pt idx="217">
                  <c:v>0.36333333333333284</c:v>
                </c:pt>
                <c:pt idx="218">
                  <c:v>0.36500000000000032</c:v>
                </c:pt>
                <c:pt idx="219">
                  <c:v>0.36666666666666714</c:v>
                </c:pt>
                <c:pt idx="220">
                  <c:v>0.36833333333333285</c:v>
                </c:pt>
                <c:pt idx="221">
                  <c:v>0.37000000000000038</c:v>
                </c:pt>
                <c:pt idx="222">
                  <c:v>0.37166666666666714</c:v>
                </c:pt>
                <c:pt idx="223">
                  <c:v>0.37333333333333268</c:v>
                </c:pt>
                <c:pt idx="224">
                  <c:v>0.37500000000000039</c:v>
                </c:pt>
                <c:pt idx="225">
                  <c:v>0.37666666666666726</c:v>
                </c:pt>
                <c:pt idx="226">
                  <c:v>0.3783333333333328</c:v>
                </c:pt>
                <c:pt idx="227">
                  <c:v>0.38000000000000045</c:v>
                </c:pt>
                <c:pt idx="228">
                  <c:v>0.38166666666666726</c:v>
                </c:pt>
                <c:pt idx="229">
                  <c:v>0.38333333333333258</c:v>
                </c:pt>
                <c:pt idx="230">
                  <c:v>0.38500000000000045</c:v>
                </c:pt>
                <c:pt idx="231">
                  <c:v>0.38666666666666716</c:v>
                </c:pt>
                <c:pt idx="232">
                  <c:v>0.38833333333333281</c:v>
                </c:pt>
                <c:pt idx="233">
                  <c:v>0.39000000000000046</c:v>
                </c:pt>
                <c:pt idx="234">
                  <c:v>0.39166666666666727</c:v>
                </c:pt>
                <c:pt idx="235">
                  <c:v>0.39333333333333248</c:v>
                </c:pt>
                <c:pt idx="236">
                  <c:v>0.39500000000000046</c:v>
                </c:pt>
                <c:pt idx="237">
                  <c:v>0.39666666666666722</c:v>
                </c:pt>
                <c:pt idx="238">
                  <c:v>0.39833333333333248</c:v>
                </c:pt>
                <c:pt idx="239">
                  <c:v>0.40000000000000008</c:v>
                </c:pt>
                <c:pt idx="240">
                  <c:v>0.40166666666666656</c:v>
                </c:pt>
                <c:pt idx="241">
                  <c:v>0.40333333333333227</c:v>
                </c:pt>
                <c:pt idx="242">
                  <c:v>0.40500000000000008</c:v>
                </c:pt>
                <c:pt idx="243">
                  <c:v>0.40666666666666651</c:v>
                </c:pt>
                <c:pt idx="244">
                  <c:v>0.40833333333333233</c:v>
                </c:pt>
                <c:pt idx="245">
                  <c:v>0.41000000000000003</c:v>
                </c:pt>
                <c:pt idx="246">
                  <c:v>0.41166666666666657</c:v>
                </c:pt>
                <c:pt idx="247">
                  <c:v>0.41333333333333228</c:v>
                </c:pt>
                <c:pt idx="248">
                  <c:v>0.41500000000000004</c:v>
                </c:pt>
                <c:pt idx="249">
                  <c:v>0.41666666666666652</c:v>
                </c:pt>
                <c:pt idx="250">
                  <c:v>0.41833333333333222</c:v>
                </c:pt>
                <c:pt idx="251">
                  <c:v>0.4200000000000001</c:v>
                </c:pt>
                <c:pt idx="252">
                  <c:v>0.42166666666666647</c:v>
                </c:pt>
                <c:pt idx="253">
                  <c:v>0.42333333333333217</c:v>
                </c:pt>
                <c:pt idx="254">
                  <c:v>0.42500000000000004</c:v>
                </c:pt>
                <c:pt idx="255">
                  <c:v>0.42666666666666653</c:v>
                </c:pt>
                <c:pt idx="256">
                  <c:v>0.42833333333333212</c:v>
                </c:pt>
                <c:pt idx="257">
                  <c:v>0.43000000000000005</c:v>
                </c:pt>
                <c:pt idx="258">
                  <c:v>0.43166666666666648</c:v>
                </c:pt>
                <c:pt idx="259">
                  <c:v>0.43333333333333207</c:v>
                </c:pt>
                <c:pt idx="260">
                  <c:v>0.43500000000000011</c:v>
                </c:pt>
                <c:pt idx="261">
                  <c:v>0.43666666666666665</c:v>
                </c:pt>
                <c:pt idx="262">
                  <c:v>0.43833333333333202</c:v>
                </c:pt>
                <c:pt idx="263">
                  <c:v>0.44000000000000006</c:v>
                </c:pt>
                <c:pt idx="264">
                  <c:v>0.44166666666666532</c:v>
                </c:pt>
                <c:pt idx="265">
                  <c:v>0.44333333333333175</c:v>
                </c:pt>
                <c:pt idx="266">
                  <c:v>0.44499999999999945</c:v>
                </c:pt>
                <c:pt idx="267">
                  <c:v>0.44666666666666532</c:v>
                </c:pt>
                <c:pt idx="268">
                  <c:v>0.44833333333333175</c:v>
                </c:pt>
                <c:pt idx="269">
                  <c:v>0.4499999999999994</c:v>
                </c:pt>
                <c:pt idx="270">
                  <c:v>0.45166666666666538</c:v>
                </c:pt>
                <c:pt idx="271">
                  <c:v>0.45333333333333176</c:v>
                </c:pt>
                <c:pt idx="272">
                  <c:v>0.45499999999999946</c:v>
                </c:pt>
                <c:pt idx="273">
                  <c:v>0.45666666666666589</c:v>
                </c:pt>
                <c:pt idx="274">
                  <c:v>0.45833333333333176</c:v>
                </c:pt>
                <c:pt idx="275">
                  <c:v>0.45999999999999941</c:v>
                </c:pt>
                <c:pt idx="276">
                  <c:v>0.46166666666666595</c:v>
                </c:pt>
                <c:pt idx="277">
                  <c:v>0.46333333333333176</c:v>
                </c:pt>
                <c:pt idx="278">
                  <c:v>0.46499999999999947</c:v>
                </c:pt>
                <c:pt idx="279">
                  <c:v>0.4666666666666659</c:v>
                </c:pt>
                <c:pt idx="280">
                  <c:v>0.46833333333333171</c:v>
                </c:pt>
                <c:pt idx="281">
                  <c:v>0.46999999999999942</c:v>
                </c:pt>
                <c:pt idx="282">
                  <c:v>0.47166666666666585</c:v>
                </c:pt>
                <c:pt idx="283">
                  <c:v>0.47333333333333166</c:v>
                </c:pt>
                <c:pt idx="284">
                  <c:v>0.47499999999999937</c:v>
                </c:pt>
                <c:pt idx="285">
                  <c:v>0.47666666666666591</c:v>
                </c:pt>
                <c:pt idx="286">
                  <c:v>0.47833333333333161</c:v>
                </c:pt>
                <c:pt idx="287">
                  <c:v>0.47999999999999954</c:v>
                </c:pt>
                <c:pt idx="288">
                  <c:v>0.48166666666666585</c:v>
                </c:pt>
                <c:pt idx="289">
                  <c:v>0.48333333333333156</c:v>
                </c:pt>
                <c:pt idx="290">
                  <c:v>0.48499999999999943</c:v>
                </c:pt>
                <c:pt idx="291">
                  <c:v>0.48666666666666591</c:v>
                </c:pt>
                <c:pt idx="292">
                  <c:v>0.48833333333333151</c:v>
                </c:pt>
                <c:pt idx="293">
                  <c:v>0.48999999999999944</c:v>
                </c:pt>
                <c:pt idx="294">
                  <c:v>0.49166666666666586</c:v>
                </c:pt>
                <c:pt idx="295">
                  <c:v>0.49333333333333146</c:v>
                </c:pt>
                <c:pt idx="296">
                  <c:v>0.49499999999999955</c:v>
                </c:pt>
                <c:pt idx="297">
                  <c:v>0.49666666666666587</c:v>
                </c:pt>
                <c:pt idx="298">
                  <c:v>0.49833333333333141</c:v>
                </c:pt>
                <c:pt idx="299">
                  <c:v>0.4999999999999995</c:v>
                </c:pt>
                <c:pt idx="300">
                  <c:v>0.50166666666666448</c:v>
                </c:pt>
                <c:pt idx="301">
                  <c:v>0.50333333333333141</c:v>
                </c:pt>
                <c:pt idx="302">
                  <c:v>0.50499999999999812</c:v>
                </c:pt>
                <c:pt idx="303">
                  <c:v>0.50666666666666449</c:v>
                </c:pt>
                <c:pt idx="304">
                  <c:v>0.50833333333333153</c:v>
                </c:pt>
                <c:pt idx="305">
                  <c:v>0.50999999999999823</c:v>
                </c:pt>
                <c:pt idx="306">
                  <c:v>0.51166666666666449</c:v>
                </c:pt>
                <c:pt idx="307">
                  <c:v>0.51333333333333153</c:v>
                </c:pt>
                <c:pt idx="308">
                  <c:v>0.51499999999999835</c:v>
                </c:pt>
                <c:pt idx="309">
                  <c:v>0.5166666666666645</c:v>
                </c:pt>
                <c:pt idx="310">
                  <c:v>0.51833333333333176</c:v>
                </c:pt>
                <c:pt idx="311">
                  <c:v>0.51999999999999869</c:v>
                </c:pt>
                <c:pt idx="312">
                  <c:v>0.52166666666666517</c:v>
                </c:pt>
                <c:pt idx="313">
                  <c:v>0.52333333333333187</c:v>
                </c:pt>
                <c:pt idx="314">
                  <c:v>0.52499999999999869</c:v>
                </c:pt>
                <c:pt idx="315">
                  <c:v>0.52666666666666528</c:v>
                </c:pt>
                <c:pt idx="316">
                  <c:v>0.52833333333333199</c:v>
                </c:pt>
                <c:pt idx="317">
                  <c:v>0.52999999999999869</c:v>
                </c:pt>
                <c:pt idx="318">
                  <c:v>0.5316666666666654</c:v>
                </c:pt>
                <c:pt idx="319">
                  <c:v>0.5333333333333321</c:v>
                </c:pt>
                <c:pt idx="320">
                  <c:v>0.53499999999999881</c:v>
                </c:pt>
                <c:pt idx="321">
                  <c:v>0.53666666666666551</c:v>
                </c:pt>
                <c:pt idx="322">
                  <c:v>0.53833333333333222</c:v>
                </c:pt>
                <c:pt idx="323">
                  <c:v>0.53999999999999893</c:v>
                </c:pt>
                <c:pt idx="324">
                  <c:v>0.54166666666666552</c:v>
                </c:pt>
                <c:pt idx="325">
                  <c:v>0.54333333333333234</c:v>
                </c:pt>
                <c:pt idx="326">
                  <c:v>0.54499999999999904</c:v>
                </c:pt>
                <c:pt idx="327">
                  <c:v>0.54666666666666552</c:v>
                </c:pt>
                <c:pt idx="328">
                  <c:v>0.54833333333333245</c:v>
                </c:pt>
                <c:pt idx="329">
                  <c:v>0.5499999999999996</c:v>
                </c:pt>
                <c:pt idx="330">
                  <c:v>0.55166666666666586</c:v>
                </c:pt>
                <c:pt idx="331">
                  <c:v>0.55333333333333268</c:v>
                </c:pt>
                <c:pt idx="332">
                  <c:v>0.5549999999999996</c:v>
                </c:pt>
                <c:pt idx="333">
                  <c:v>0.55666666666666598</c:v>
                </c:pt>
                <c:pt idx="334">
                  <c:v>0.55833333333333268</c:v>
                </c:pt>
                <c:pt idx="335">
                  <c:v>0.55999999999999961</c:v>
                </c:pt>
                <c:pt idx="336">
                  <c:v>0.56166666666666609</c:v>
                </c:pt>
                <c:pt idx="337">
                  <c:v>0.5633333333333328</c:v>
                </c:pt>
                <c:pt idx="338">
                  <c:v>0.56499999999999961</c:v>
                </c:pt>
                <c:pt idx="339">
                  <c:v>0.56666666666666621</c:v>
                </c:pt>
                <c:pt idx="340">
                  <c:v>0.56833333333333291</c:v>
                </c:pt>
                <c:pt idx="341">
                  <c:v>0.56999999999999962</c:v>
                </c:pt>
                <c:pt idx="342">
                  <c:v>0.57166666666666632</c:v>
                </c:pt>
                <c:pt idx="343">
                  <c:v>0.57333333333333303</c:v>
                </c:pt>
                <c:pt idx="344">
                  <c:v>0.57499999999999973</c:v>
                </c:pt>
                <c:pt idx="345">
                  <c:v>0.57666666666666644</c:v>
                </c:pt>
                <c:pt idx="346">
                  <c:v>0.57833333333333314</c:v>
                </c:pt>
                <c:pt idx="347">
                  <c:v>0.57999999999999985</c:v>
                </c:pt>
                <c:pt idx="348">
                  <c:v>0.58166666666666511</c:v>
                </c:pt>
                <c:pt idx="349">
                  <c:v>0.58333333333333326</c:v>
                </c:pt>
                <c:pt idx="350">
                  <c:v>0.58499999999999996</c:v>
                </c:pt>
                <c:pt idx="351">
                  <c:v>0.58666666666666656</c:v>
                </c:pt>
                <c:pt idx="352">
                  <c:v>0.58833333333333337</c:v>
                </c:pt>
                <c:pt idx="353">
                  <c:v>0.59000000000000008</c:v>
                </c:pt>
                <c:pt idx="354">
                  <c:v>0.59166666666666656</c:v>
                </c:pt>
                <c:pt idx="355">
                  <c:v>0.59333333333333349</c:v>
                </c:pt>
                <c:pt idx="356">
                  <c:v>0.5950000000000002</c:v>
                </c:pt>
                <c:pt idx="357">
                  <c:v>0.59666666666666657</c:v>
                </c:pt>
                <c:pt idx="358">
                  <c:v>0.59833333333333349</c:v>
                </c:pt>
                <c:pt idx="359">
                  <c:v>0.60000000000000064</c:v>
                </c:pt>
                <c:pt idx="360">
                  <c:v>0.60166666666666702</c:v>
                </c:pt>
                <c:pt idx="361">
                  <c:v>0.60333333333333372</c:v>
                </c:pt>
                <c:pt idx="362">
                  <c:v>0.60500000000000065</c:v>
                </c:pt>
                <c:pt idx="363">
                  <c:v>0.60666666666666713</c:v>
                </c:pt>
                <c:pt idx="364">
                  <c:v>0.60833333333333384</c:v>
                </c:pt>
                <c:pt idx="365">
                  <c:v>0.61000000000000065</c:v>
                </c:pt>
                <c:pt idx="366">
                  <c:v>0.61166666666666725</c:v>
                </c:pt>
                <c:pt idx="367">
                  <c:v>0.61333333333333395</c:v>
                </c:pt>
                <c:pt idx="368">
                  <c:v>0.6150000000000021</c:v>
                </c:pt>
                <c:pt idx="369">
                  <c:v>0.6166666666666677</c:v>
                </c:pt>
                <c:pt idx="370">
                  <c:v>0.61833333333333462</c:v>
                </c:pt>
                <c:pt idx="371">
                  <c:v>0.62000000000000222</c:v>
                </c:pt>
                <c:pt idx="372">
                  <c:v>0.6216666666666677</c:v>
                </c:pt>
                <c:pt idx="373">
                  <c:v>0.62333333333333463</c:v>
                </c:pt>
                <c:pt idx="374">
                  <c:v>0.62500000000000233</c:v>
                </c:pt>
                <c:pt idx="375">
                  <c:v>0.6266666666666677</c:v>
                </c:pt>
                <c:pt idx="376">
                  <c:v>0.62833333333333463</c:v>
                </c:pt>
                <c:pt idx="377">
                  <c:v>0.63000000000000256</c:v>
                </c:pt>
                <c:pt idx="378">
                  <c:v>0.63166666666666771</c:v>
                </c:pt>
                <c:pt idx="379">
                  <c:v>0.63333333333333464</c:v>
                </c:pt>
                <c:pt idx="380">
                  <c:v>0.63500000000000278</c:v>
                </c:pt>
                <c:pt idx="381">
                  <c:v>0.63666666666666782</c:v>
                </c:pt>
                <c:pt idx="382">
                  <c:v>0.63833333333333464</c:v>
                </c:pt>
                <c:pt idx="383">
                  <c:v>0.6400000000000029</c:v>
                </c:pt>
                <c:pt idx="384">
                  <c:v>0.64166666666666794</c:v>
                </c:pt>
                <c:pt idx="385">
                  <c:v>0.64333333333333464</c:v>
                </c:pt>
                <c:pt idx="386">
                  <c:v>0.64500000000000302</c:v>
                </c:pt>
                <c:pt idx="387">
                  <c:v>0.64666666666666861</c:v>
                </c:pt>
                <c:pt idx="388">
                  <c:v>0.64833333333333565</c:v>
                </c:pt>
                <c:pt idx="389">
                  <c:v>0.65000000000000313</c:v>
                </c:pt>
                <c:pt idx="390">
                  <c:v>0.65166666666666861</c:v>
                </c:pt>
                <c:pt idx="391">
                  <c:v>0.65333333333333565</c:v>
                </c:pt>
                <c:pt idx="392">
                  <c:v>0.65500000000000336</c:v>
                </c:pt>
                <c:pt idx="393">
                  <c:v>0.65666666666666862</c:v>
                </c:pt>
                <c:pt idx="394">
                  <c:v>0.65833333333333643</c:v>
                </c:pt>
                <c:pt idx="395">
                  <c:v>0.66000000000000336</c:v>
                </c:pt>
                <c:pt idx="396">
                  <c:v>0.66166666666666862</c:v>
                </c:pt>
                <c:pt idx="397">
                  <c:v>0.66333333333333655</c:v>
                </c:pt>
                <c:pt idx="398">
                  <c:v>0.6650000000000037</c:v>
                </c:pt>
                <c:pt idx="399">
                  <c:v>0.66666666666666863</c:v>
                </c:pt>
                <c:pt idx="400">
                  <c:v>0.66833333333333678</c:v>
                </c:pt>
                <c:pt idx="401">
                  <c:v>0.67000000000000381</c:v>
                </c:pt>
                <c:pt idx="402">
                  <c:v>0.67166666666666863</c:v>
                </c:pt>
                <c:pt idx="403">
                  <c:v>0.673333333333337</c:v>
                </c:pt>
                <c:pt idx="404">
                  <c:v>0.67500000000000393</c:v>
                </c:pt>
                <c:pt idx="405">
                  <c:v>0.67666666666666875</c:v>
                </c:pt>
                <c:pt idx="406">
                  <c:v>0.67833333333333712</c:v>
                </c:pt>
                <c:pt idx="407">
                  <c:v>0.6800000000000026</c:v>
                </c:pt>
                <c:pt idx="408">
                  <c:v>0.68166666666666886</c:v>
                </c:pt>
                <c:pt idx="409">
                  <c:v>0.68333333333333568</c:v>
                </c:pt>
                <c:pt idx="410">
                  <c:v>0.68500000000000261</c:v>
                </c:pt>
                <c:pt idx="411">
                  <c:v>0.68666666666666898</c:v>
                </c:pt>
                <c:pt idx="412">
                  <c:v>0.68833333333333568</c:v>
                </c:pt>
                <c:pt idx="413">
                  <c:v>0.69000000000000261</c:v>
                </c:pt>
                <c:pt idx="414">
                  <c:v>0.69166666666666909</c:v>
                </c:pt>
                <c:pt idx="415">
                  <c:v>0.6933333333333358</c:v>
                </c:pt>
                <c:pt idx="416">
                  <c:v>0.69500000000000262</c:v>
                </c:pt>
                <c:pt idx="417">
                  <c:v>0.69666666666666921</c:v>
                </c:pt>
                <c:pt idx="418">
                  <c:v>0.69833333333333591</c:v>
                </c:pt>
                <c:pt idx="419">
                  <c:v>0.70000000000000262</c:v>
                </c:pt>
                <c:pt idx="420">
                  <c:v>0.70166666666666933</c:v>
                </c:pt>
                <c:pt idx="421">
                  <c:v>0.70333333333333603</c:v>
                </c:pt>
                <c:pt idx="422">
                  <c:v>0.70500000000000274</c:v>
                </c:pt>
                <c:pt idx="423">
                  <c:v>0.70666666666666944</c:v>
                </c:pt>
                <c:pt idx="424">
                  <c:v>0.70833333333333615</c:v>
                </c:pt>
                <c:pt idx="425">
                  <c:v>0.71000000000000285</c:v>
                </c:pt>
                <c:pt idx="426">
                  <c:v>0.71166666666666967</c:v>
                </c:pt>
                <c:pt idx="427">
                  <c:v>0.71333333333333671</c:v>
                </c:pt>
                <c:pt idx="428">
                  <c:v>0.71500000000000363</c:v>
                </c:pt>
                <c:pt idx="429">
                  <c:v>0.71666666666666967</c:v>
                </c:pt>
                <c:pt idx="430">
                  <c:v>0.7183333333333366</c:v>
                </c:pt>
                <c:pt idx="431">
                  <c:v>0.72000000000000364</c:v>
                </c:pt>
                <c:pt idx="432">
                  <c:v>0.72166666666666979</c:v>
                </c:pt>
                <c:pt idx="433">
                  <c:v>0.7233333333333366</c:v>
                </c:pt>
                <c:pt idx="434">
                  <c:v>0.72500000000000364</c:v>
                </c:pt>
                <c:pt idx="435">
                  <c:v>0.7266666666666699</c:v>
                </c:pt>
                <c:pt idx="436">
                  <c:v>0.72833333333333661</c:v>
                </c:pt>
                <c:pt idx="437">
                  <c:v>0.73000000000000365</c:v>
                </c:pt>
                <c:pt idx="438">
                  <c:v>0.73166666666667168</c:v>
                </c:pt>
                <c:pt idx="439">
                  <c:v>0.73333333333333672</c:v>
                </c:pt>
                <c:pt idx="440">
                  <c:v>0.73500000000000365</c:v>
                </c:pt>
                <c:pt idx="441">
                  <c:v>0.73666666666667191</c:v>
                </c:pt>
                <c:pt idx="442">
                  <c:v>0.73833333333333684</c:v>
                </c:pt>
                <c:pt idx="443">
                  <c:v>0.74000000000000365</c:v>
                </c:pt>
                <c:pt idx="444">
                  <c:v>0.74166666666667214</c:v>
                </c:pt>
                <c:pt idx="445">
                  <c:v>0.74333333333333695</c:v>
                </c:pt>
                <c:pt idx="446">
                  <c:v>0.7450000000000051</c:v>
                </c:pt>
                <c:pt idx="447">
                  <c:v>0.74666666666667225</c:v>
                </c:pt>
                <c:pt idx="448">
                  <c:v>0.74833333333333762</c:v>
                </c:pt>
                <c:pt idx="449">
                  <c:v>0.75000000000000522</c:v>
                </c:pt>
                <c:pt idx="450">
                  <c:v>0.75166666666667226</c:v>
                </c:pt>
                <c:pt idx="451">
                  <c:v>0.75333333333333763</c:v>
                </c:pt>
                <c:pt idx="452">
                  <c:v>0.75500000000000544</c:v>
                </c:pt>
                <c:pt idx="453">
                  <c:v>0.75666666666667226</c:v>
                </c:pt>
                <c:pt idx="454">
                  <c:v>0.75833333333333763</c:v>
                </c:pt>
                <c:pt idx="455">
                  <c:v>0.76000000000000556</c:v>
                </c:pt>
                <c:pt idx="456">
                  <c:v>0.76166666666667249</c:v>
                </c:pt>
                <c:pt idx="457">
                  <c:v>0.76333333333333764</c:v>
                </c:pt>
                <c:pt idx="458">
                  <c:v>0.76500000000000579</c:v>
                </c:pt>
                <c:pt idx="459">
                  <c:v>0.76666666666667271</c:v>
                </c:pt>
                <c:pt idx="460">
                  <c:v>0.76833333333333764</c:v>
                </c:pt>
                <c:pt idx="461">
                  <c:v>0.7700000000000059</c:v>
                </c:pt>
                <c:pt idx="462">
                  <c:v>0.77166666666667283</c:v>
                </c:pt>
                <c:pt idx="463">
                  <c:v>0.77333333333333765</c:v>
                </c:pt>
                <c:pt idx="464">
                  <c:v>0.77500000000000602</c:v>
                </c:pt>
                <c:pt idx="465">
                  <c:v>0.77666666666667328</c:v>
                </c:pt>
                <c:pt idx="466">
                  <c:v>0.77833333333333865</c:v>
                </c:pt>
                <c:pt idx="467">
                  <c:v>0.78000000000000469</c:v>
                </c:pt>
                <c:pt idx="468">
                  <c:v>0.78166666666667162</c:v>
                </c:pt>
                <c:pt idx="469">
                  <c:v>0.78333333333333788</c:v>
                </c:pt>
                <c:pt idx="470">
                  <c:v>0.78500000000000469</c:v>
                </c:pt>
                <c:pt idx="471">
                  <c:v>0.78666666666667162</c:v>
                </c:pt>
                <c:pt idx="472">
                  <c:v>0.78833333333333799</c:v>
                </c:pt>
                <c:pt idx="473">
                  <c:v>0.7900000000000047</c:v>
                </c:pt>
                <c:pt idx="474">
                  <c:v>0.79166666666667163</c:v>
                </c:pt>
                <c:pt idx="475">
                  <c:v>0.79333333333333811</c:v>
                </c:pt>
                <c:pt idx="476">
                  <c:v>0.79500000000000481</c:v>
                </c:pt>
                <c:pt idx="477">
                  <c:v>0.79666666666667163</c:v>
                </c:pt>
                <c:pt idx="478">
                  <c:v>0.79833333333333822</c:v>
                </c:pt>
                <c:pt idx="479">
                  <c:v>0.80000000000000493</c:v>
                </c:pt>
                <c:pt idx="480">
                  <c:v>0.80166666666667163</c:v>
                </c:pt>
                <c:pt idx="481">
                  <c:v>0.80333333333333834</c:v>
                </c:pt>
                <c:pt idx="482">
                  <c:v>0.80500000000000504</c:v>
                </c:pt>
                <c:pt idx="483">
                  <c:v>0.80666666666667175</c:v>
                </c:pt>
                <c:pt idx="484">
                  <c:v>0.80833333333333868</c:v>
                </c:pt>
                <c:pt idx="485">
                  <c:v>0.8100000000000056</c:v>
                </c:pt>
                <c:pt idx="486">
                  <c:v>0.81166666666667264</c:v>
                </c:pt>
                <c:pt idx="487">
                  <c:v>0.81333333333333868</c:v>
                </c:pt>
                <c:pt idx="488">
                  <c:v>0.81500000000000561</c:v>
                </c:pt>
                <c:pt idx="489">
                  <c:v>0.81666666666667265</c:v>
                </c:pt>
                <c:pt idx="490">
                  <c:v>0.81833333333333869</c:v>
                </c:pt>
                <c:pt idx="491">
                  <c:v>0.82000000000000561</c:v>
                </c:pt>
                <c:pt idx="492">
                  <c:v>0.82166666666667265</c:v>
                </c:pt>
                <c:pt idx="493">
                  <c:v>0.8233333333333388</c:v>
                </c:pt>
                <c:pt idx="494">
                  <c:v>0.82500000000000562</c:v>
                </c:pt>
                <c:pt idx="495">
                  <c:v>0.82666666666667366</c:v>
                </c:pt>
                <c:pt idx="496">
                  <c:v>0.82833333333333892</c:v>
                </c:pt>
                <c:pt idx="497">
                  <c:v>0.83000000000000562</c:v>
                </c:pt>
                <c:pt idx="498">
                  <c:v>0.83166666666667377</c:v>
                </c:pt>
                <c:pt idx="499">
                  <c:v>0.83333333333333903</c:v>
                </c:pt>
                <c:pt idx="500">
                  <c:v>0.83500000000000574</c:v>
                </c:pt>
                <c:pt idx="501">
                  <c:v>0.83666666666667389</c:v>
                </c:pt>
                <c:pt idx="502">
                  <c:v>0.83833333333333915</c:v>
                </c:pt>
                <c:pt idx="503">
                  <c:v>0.84000000000000585</c:v>
                </c:pt>
                <c:pt idx="504">
                  <c:v>0.84166666666667422</c:v>
                </c:pt>
                <c:pt idx="505">
                  <c:v>0.8433333333333396</c:v>
                </c:pt>
                <c:pt idx="506">
                  <c:v>0.84500000000000663</c:v>
                </c:pt>
                <c:pt idx="507">
                  <c:v>0.84666666666667423</c:v>
                </c:pt>
                <c:pt idx="508">
                  <c:v>0.8483333333333396</c:v>
                </c:pt>
                <c:pt idx="509">
                  <c:v>0.85000000000000664</c:v>
                </c:pt>
                <c:pt idx="510">
                  <c:v>0.85166666666667434</c:v>
                </c:pt>
                <c:pt idx="511">
                  <c:v>0.85333333333333961</c:v>
                </c:pt>
                <c:pt idx="512">
                  <c:v>0.85500000000000664</c:v>
                </c:pt>
                <c:pt idx="513">
                  <c:v>0.85666666666667446</c:v>
                </c:pt>
                <c:pt idx="514">
                  <c:v>0.85833333333333961</c:v>
                </c:pt>
                <c:pt idx="515">
                  <c:v>0.86000000000000665</c:v>
                </c:pt>
                <c:pt idx="516">
                  <c:v>0.86166666666667469</c:v>
                </c:pt>
                <c:pt idx="517">
                  <c:v>0.86333333333333973</c:v>
                </c:pt>
                <c:pt idx="518">
                  <c:v>0.86500000000000665</c:v>
                </c:pt>
                <c:pt idx="519">
                  <c:v>0.86666666666667502</c:v>
                </c:pt>
                <c:pt idx="520">
                  <c:v>0.86833333333333984</c:v>
                </c:pt>
                <c:pt idx="521">
                  <c:v>0.87000000000000799</c:v>
                </c:pt>
                <c:pt idx="522">
                  <c:v>0.87166666666667514</c:v>
                </c:pt>
                <c:pt idx="523">
                  <c:v>0.87333333333334062</c:v>
                </c:pt>
                <c:pt idx="524">
                  <c:v>0.8750000000000081</c:v>
                </c:pt>
                <c:pt idx="525">
                  <c:v>0.87666666666667525</c:v>
                </c:pt>
                <c:pt idx="526">
                  <c:v>0.87833333333334063</c:v>
                </c:pt>
                <c:pt idx="527">
                  <c:v>0.88000000000000678</c:v>
                </c:pt>
                <c:pt idx="528">
                  <c:v>0.8816666666666737</c:v>
                </c:pt>
                <c:pt idx="529">
                  <c:v>0.88333333333334019</c:v>
                </c:pt>
                <c:pt idx="530">
                  <c:v>0.88500000000000689</c:v>
                </c:pt>
                <c:pt idx="531">
                  <c:v>0.8866666666666736</c:v>
                </c:pt>
                <c:pt idx="532">
                  <c:v>0.8883333333333403</c:v>
                </c:pt>
                <c:pt idx="533">
                  <c:v>0.89000000000000701</c:v>
                </c:pt>
                <c:pt idx="534">
                  <c:v>0.89166666666667371</c:v>
                </c:pt>
                <c:pt idx="535">
                  <c:v>0.89333333333334042</c:v>
                </c:pt>
                <c:pt idx="536">
                  <c:v>0.89500000000000712</c:v>
                </c:pt>
                <c:pt idx="537">
                  <c:v>0.89666666666667383</c:v>
                </c:pt>
                <c:pt idx="538">
                  <c:v>0.89833333333334053</c:v>
                </c:pt>
                <c:pt idx="539">
                  <c:v>0.90000000000000724</c:v>
                </c:pt>
                <c:pt idx="540">
                  <c:v>0.90166666666667394</c:v>
                </c:pt>
                <c:pt idx="541">
                  <c:v>0.90333333333334054</c:v>
                </c:pt>
                <c:pt idx="542">
                  <c:v>0.90500000000000735</c:v>
                </c:pt>
                <c:pt idx="543">
                  <c:v>0.90666666666667461</c:v>
                </c:pt>
                <c:pt idx="544">
                  <c:v>0.90833333333334076</c:v>
                </c:pt>
                <c:pt idx="545">
                  <c:v>0.91000000000000769</c:v>
                </c:pt>
                <c:pt idx="546">
                  <c:v>0.91166666666667462</c:v>
                </c:pt>
                <c:pt idx="547">
                  <c:v>0.91333333333334088</c:v>
                </c:pt>
                <c:pt idx="548">
                  <c:v>0.9150000000000077</c:v>
                </c:pt>
                <c:pt idx="549">
                  <c:v>0.91666666666667462</c:v>
                </c:pt>
                <c:pt idx="550">
                  <c:v>0.918333333333341</c:v>
                </c:pt>
                <c:pt idx="551">
                  <c:v>0.9200000000000077</c:v>
                </c:pt>
                <c:pt idx="552">
                  <c:v>0.92166666666667463</c:v>
                </c:pt>
                <c:pt idx="553">
                  <c:v>0.92333333333334111</c:v>
                </c:pt>
                <c:pt idx="554">
                  <c:v>0.92500000000000782</c:v>
                </c:pt>
                <c:pt idx="555">
                  <c:v>0.92666666666667463</c:v>
                </c:pt>
                <c:pt idx="556">
                  <c:v>0.92833333333334123</c:v>
                </c:pt>
                <c:pt idx="557">
                  <c:v>0.93000000000000793</c:v>
                </c:pt>
                <c:pt idx="558">
                  <c:v>0.93166666666667464</c:v>
                </c:pt>
                <c:pt idx="559">
                  <c:v>0.93333333333334134</c:v>
                </c:pt>
                <c:pt idx="560">
                  <c:v>0.93500000000000805</c:v>
                </c:pt>
                <c:pt idx="561">
                  <c:v>0.93666666666667475</c:v>
                </c:pt>
                <c:pt idx="562">
                  <c:v>0.93833333333334168</c:v>
                </c:pt>
                <c:pt idx="563">
                  <c:v>0.94000000000000861</c:v>
                </c:pt>
                <c:pt idx="564">
                  <c:v>0.94166666666667564</c:v>
                </c:pt>
                <c:pt idx="565">
                  <c:v>0.94333333333334168</c:v>
                </c:pt>
                <c:pt idx="566">
                  <c:v>0.94500000000000861</c:v>
                </c:pt>
                <c:pt idx="567">
                  <c:v>0.94666666666667565</c:v>
                </c:pt>
                <c:pt idx="568">
                  <c:v>0.94833333333334169</c:v>
                </c:pt>
                <c:pt idx="569">
                  <c:v>0.95000000000000862</c:v>
                </c:pt>
                <c:pt idx="570">
                  <c:v>0.95166666666667565</c:v>
                </c:pt>
                <c:pt idx="571">
                  <c:v>0.9533333333333418</c:v>
                </c:pt>
                <c:pt idx="572">
                  <c:v>0.95500000000000862</c:v>
                </c:pt>
                <c:pt idx="573">
                  <c:v>0.95666666666667666</c:v>
                </c:pt>
                <c:pt idx="574">
                  <c:v>0.95833333333334192</c:v>
                </c:pt>
                <c:pt idx="575">
                  <c:v>0.96000000000000862</c:v>
                </c:pt>
                <c:pt idx="576">
                  <c:v>0.96166666666667677</c:v>
                </c:pt>
                <c:pt idx="577">
                  <c:v>0.96333333333334203</c:v>
                </c:pt>
                <c:pt idx="578">
                  <c:v>0.96500000000000874</c:v>
                </c:pt>
                <c:pt idx="579">
                  <c:v>0.96666666666667711</c:v>
                </c:pt>
                <c:pt idx="580">
                  <c:v>0.96833333333334215</c:v>
                </c:pt>
                <c:pt idx="581">
                  <c:v>0.97000000000000963</c:v>
                </c:pt>
                <c:pt idx="582">
                  <c:v>0.97166666666667723</c:v>
                </c:pt>
                <c:pt idx="583">
                  <c:v>0.9733333333333426</c:v>
                </c:pt>
                <c:pt idx="584">
                  <c:v>0.97500000000000964</c:v>
                </c:pt>
                <c:pt idx="585">
                  <c:v>0.97666666666667723</c:v>
                </c:pt>
                <c:pt idx="586">
                  <c:v>0.9783333333333426</c:v>
                </c:pt>
                <c:pt idx="587">
                  <c:v>0.98000000000000909</c:v>
                </c:pt>
                <c:pt idx="588">
                  <c:v>0.98166666666667579</c:v>
                </c:pt>
                <c:pt idx="589">
                  <c:v>0.9833333333333425</c:v>
                </c:pt>
                <c:pt idx="590">
                  <c:v>0.9850000000000092</c:v>
                </c:pt>
                <c:pt idx="591">
                  <c:v>0.98666666666667591</c:v>
                </c:pt>
                <c:pt idx="592">
                  <c:v>0.9883333333333425</c:v>
                </c:pt>
                <c:pt idx="593">
                  <c:v>0.99000000000000932</c:v>
                </c:pt>
                <c:pt idx="594">
                  <c:v>0.99166666666667602</c:v>
                </c:pt>
                <c:pt idx="595">
                  <c:v>0.99333333333334251</c:v>
                </c:pt>
                <c:pt idx="596">
                  <c:v>0.99500000000000943</c:v>
                </c:pt>
                <c:pt idx="597">
                  <c:v>0.99666666666667614</c:v>
                </c:pt>
                <c:pt idx="598">
                  <c:v>0.99833333333334251</c:v>
                </c:pt>
                <c:pt idx="599">
                  <c:v>1.0000000000000095</c:v>
                </c:pt>
              </c:numCache>
            </c:numRef>
          </c:xVal>
          <c:yVal>
            <c:numRef>
              <c:f>DDhigh.a2!$I$6:$I$605</c:f>
              <c:numCache>
                <c:formatCode>General</c:formatCode>
                <c:ptCount val="600"/>
                <c:pt idx="0">
                  <c:v>2.4014971992514001E-2</c:v>
                </c:pt>
                <c:pt idx="1">
                  <c:v>4.8029943985028002E-2</c:v>
                </c:pt>
                <c:pt idx="2">
                  <c:v>6.8275245862376946E-2</c:v>
                </c:pt>
                <c:pt idx="3">
                  <c:v>8.8520547739726563E-2</c:v>
                </c:pt>
                <c:pt idx="4">
                  <c:v>0.10835624882187569</c:v>
                </c:pt>
                <c:pt idx="5">
                  <c:v>0.12819194990402505</c:v>
                </c:pt>
                <c:pt idx="6">
                  <c:v>0.14771114014443079</c:v>
                </c:pt>
                <c:pt idx="7">
                  <c:v>0.16723033038483529</c:v>
                </c:pt>
                <c:pt idx="8">
                  <c:v>0.17958477120761437</c:v>
                </c:pt>
                <c:pt idx="9">
                  <c:v>0.19193921203039457</c:v>
                </c:pt>
                <c:pt idx="10">
                  <c:v>0.2027217576391212</c:v>
                </c:pt>
                <c:pt idx="11">
                  <c:v>0.21350430324784841</c:v>
                </c:pt>
                <c:pt idx="12">
                  <c:v>0.22286553756723176</c:v>
                </c:pt>
                <c:pt idx="13">
                  <c:v>0.23222677188661411</c:v>
                </c:pt>
                <c:pt idx="14">
                  <c:v>0.24053297273351368</c:v>
                </c:pt>
                <c:pt idx="15">
                  <c:v>0.24883917358041388</c:v>
                </c:pt>
                <c:pt idx="16">
                  <c:v>0.25649572575213719</c:v>
                </c:pt>
                <c:pt idx="17">
                  <c:v>0.26415227792386226</c:v>
                </c:pt>
                <c:pt idx="18">
                  <c:v>0.27154723722638124</c:v>
                </c:pt>
                <c:pt idx="19">
                  <c:v>0.27894219652890184</c:v>
                </c:pt>
                <c:pt idx="20">
                  <c:v>0.28620612589693717</c:v>
                </c:pt>
                <c:pt idx="21">
                  <c:v>0.29347005526497388</c:v>
                </c:pt>
                <c:pt idx="22">
                  <c:v>0.29954674922662627</c:v>
                </c:pt>
                <c:pt idx="23">
                  <c:v>0.30562344318827933</c:v>
                </c:pt>
                <c:pt idx="24">
                  <c:v>0.31165681117159488</c:v>
                </c:pt>
                <c:pt idx="25">
                  <c:v>0.31769017915491188</c:v>
                </c:pt>
                <c:pt idx="26">
                  <c:v>0.32370200214899908</c:v>
                </c:pt>
                <c:pt idx="27">
                  <c:v>0.32971382514308828</c:v>
                </c:pt>
                <c:pt idx="28">
                  <c:v>0.33517260341369948</c:v>
                </c:pt>
                <c:pt idx="29">
                  <c:v>0.34063138168430934</c:v>
                </c:pt>
                <c:pt idx="30">
                  <c:v>0.34579496110252039</c:v>
                </c:pt>
                <c:pt idx="31">
                  <c:v>0.35095854052072989</c:v>
                </c:pt>
                <c:pt idx="32">
                  <c:v>0.3559120500439753</c:v>
                </c:pt>
                <c:pt idx="33">
                  <c:v>0.36086555956722038</c:v>
                </c:pt>
                <c:pt idx="34">
                  <c:v>0.36563230118385087</c:v>
                </c:pt>
                <c:pt idx="35">
                  <c:v>0.37039904280047881</c:v>
                </c:pt>
                <c:pt idx="36">
                  <c:v>0.37480992959503617</c:v>
                </c:pt>
                <c:pt idx="37">
                  <c:v>0.37922081638959326</c:v>
                </c:pt>
                <c:pt idx="38">
                  <c:v>0.38358908020546167</c:v>
                </c:pt>
                <c:pt idx="39">
                  <c:v>0.38795734402132814</c:v>
                </c:pt>
                <c:pt idx="40">
                  <c:v>0.39209118195441089</c:v>
                </c:pt>
                <c:pt idx="41">
                  <c:v>0.39622501988749154</c:v>
                </c:pt>
                <c:pt idx="42">
                  <c:v>0.400356749821626</c:v>
                </c:pt>
                <c:pt idx="43">
                  <c:v>0.40448847975576196</c:v>
                </c:pt>
                <c:pt idx="44">
                  <c:v>0.40860264569867738</c:v>
                </c:pt>
                <c:pt idx="45">
                  <c:v>0.41271681164159441</c:v>
                </c:pt>
                <c:pt idx="46">
                  <c:v>0.41682910358544989</c:v>
                </c:pt>
                <c:pt idx="47">
                  <c:v>0.42094139552930282</c:v>
                </c:pt>
                <c:pt idx="48">
                  <c:v>0.42495321952339049</c:v>
                </c:pt>
                <c:pt idx="49">
                  <c:v>0.42896504351747888</c:v>
                </c:pt>
                <c:pt idx="50">
                  <c:v>0.43295707852146098</c:v>
                </c:pt>
                <c:pt idx="51">
                  <c:v>0.43694911352544441</c:v>
                </c:pt>
                <c:pt idx="52">
                  <c:v>0.44080250659874687</c:v>
                </c:pt>
                <c:pt idx="53">
                  <c:v>0.44465589967205038</c:v>
                </c:pt>
                <c:pt idx="54">
                  <c:v>0.44837720881139576</c:v>
                </c:pt>
                <c:pt idx="55">
                  <c:v>0.45209851795074207</c:v>
                </c:pt>
                <c:pt idx="56">
                  <c:v>0.45565378517310762</c:v>
                </c:pt>
                <c:pt idx="57">
                  <c:v>0.45920905239547399</c:v>
                </c:pt>
                <c:pt idx="58">
                  <c:v>0.46274815962592025</c:v>
                </c:pt>
                <c:pt idx="59">
                  <c:v>0.46628726685636684</c:v>
                </c:pt>
                <c:pt idx="60">
                  <c:v>0.4697768431115788</c:v>
                </c:pt>
                <c:pt idx="61">
                  <c:v>0.47326641936679048</c:v>
                </c:pt>
                <c:pt idx="62">
                  <c:v>0.47660798569600732</c:v>
                </c:pt>
                <c:pt idx="63">
                  <c:v>0.47994955202522416</c:v>
                </c:pt>
                <c:pt idx="64">
                  <c:v>0.48327484236257984</c:v>
                </c:pt>
                <c:pt idx="65">
                  <c:v>0.4866001326999338</c:v>
                </c:pt>
                <c:pt idx="66">
                  <c:v>0.48988818705590848</c:v>
                </c:pt>
                <c:pt idx="67">
                  <c:v>0.49317624141187982</c:v>
                </c:pt>
                <c:pt idx="68">
                  <c:v>0.4963788158105939</c:v>
                </c:pt>
                <c:pt idx="69">
                  <c:v>0.49958139020930614</c:v>
                </c:pt>
                <c:pt idx="70">
                  <c:v>0.50278302760848825</c:v>
                </c:pt>
                <c:pt idx="71">
                  <c:v>0.50598466500766548</c:v>
                </c:pt>
                <c:pt idx="72">
                  <c:v>0.50912470943764387</c:v>
                </c:pt>
                <c:pt idx="73">
                  <c:v>0.51226475386762116</c:v>
                </c:pt>
                <c:pt idx="74">
                  <c:v>0.5153351263324365</c:v>
                </c:pt>
                <c:pt idx="75">
                  <c:v>0.51840549879724895</c:v>
                </c:pt>
                <c:pt idx="76">
                  <c:v>0.52136837731581154</c:v>
                </c:pt>
                <c:pt idx="77">
                  <c:v>0.52433125583437235</c:v>
                </c:pt>
                <c:pt idx="78">
                  <c:v>0.52726720236639912</c:v>
                </c:pt>
                <c:pt idx="79">
                  <c:v>0.53020314889842557</c:v>
                </c:pt>
                <c:pt idx="80">
                  <c:v>0.53310911844544162</c:v>
                </c:pt>
                <c:pt idx="81">
                  <c:v>0.53601508799245556</c:v>
                </c:pt>
                <c:pt idx="82">
                  <c:v>0.53889670155164959</c:v>
                </c:pt>
                <c:pt idx="83">
                  <c:v>0.54177831511084362</c:v>
                </c:pt>
                <c:pt idx="84">
                  <c:v>0.54465688467155815</c:v>
                </c:pt>
                <c:pt idx="85">
                  <c:v>0.54753545423227334</c:v>
                </c:pt>
                <c:pt idx="86">
                  <c:v>0.55030652984673278</c:v>
                </c:pt>
                <c:pt idx="87">
                  <c:v>0.55307760546119911</c:v>
                </c:pt>
                <c:pt idx="88">
                  <c:v>0.55580277909861087</c:v>
                </c:pt>
                <c:pt idx="89">
                  <c:v>0.55852795273602407</c:v>
                </c:pt>
                <c:pt idx="90">
                  <c:v>0.56120546839726626</c:v>
                </c:pt>
                <c:pt idx="91">
                  <c:v>0.56388298405850834</c:v>
                </c:pt>
                <c:pt idx="92">
                  <c:v>0.56651330974334291</c:v>
                </c:pt>
                <c:pt idx="93">
                  <c:v>0.56914363542818591</c:v>
                </c:pt>
                <c:pt idx="94">
                  <c:v>0.57174948812525661</c:v>
                </c:pt>
                <c:pt idx="95">
                  <c:v>0.57435534082232831</c:v>
                </c:pt>
                <c:pt idx="96">
                  <c:v>0.57690873454563363</c:v>
                </c:pt>
                <c:pt idx="97">
                  <c:v>0.5794621282689344</c:v>
                </c:pt>
                <c:pt idx="98">
                  <c:v>0.58197067501466249</c:v>
                </c:pt>
                <c:pt idx="99">
                  <c:v>0.58447922176038958</c:v>
                </c:pt>
                <c:pt idx="100">
                  <c:v>0.58693085953457236</c:v>
                </c:pt>
                <c:pt idx="101">
                  <c:v>0.58938249730875159</c:v>
                </c:pt>
                <c:pt idx="102">
                  <c:v>0.59179678110160761</c:v>
                </c:pt>
                <c:pt idx="103">
                  <c:v>0.59421106489446607</c:v>
                </c:pt>
                <c:pt idx="104">
                  <c:v>0.59655766772116436</c:v>
                </c:pt>
                <c:pt idx="105">
                  <c:v>0.59890427054786499</c:v>
                </c:pt>
                <c:pt idx="106">
                  <c:v>0.60125040437479993</c:v>
                </c:pt>
                <c:pt idx="107">
                  <c:v>0.6035965382017312</c:v>
                </c:pt>
                <c:pt idx="108">
                  <c:v>0.60593997903001073</c:v>
                </c:pt>
                <c:pt idx="109">
                  <c:v>0.6082834198582906</c:v>
                </c:pt>
                <c:pt idx="110">
                  <c:v>0.61062545568727544</c:v>
                </c:pt>
                <c:pt idx="111">
                  <c:v>0.61296749151625451</c:v>
                </c:pt>
                <c:pt idx="112">
                  <c:v>0.61530074534962753</c:v>
                </c:pt>
                <c:pt idx="113">
                  <c:v>0.6176339991830021</c:v>
                </c:pt>
                <c:pt idx="114">
                  <c:v>0.6199173700413152</c:v>
                </c:pt>
                <c:pt idx="115">
                  <c:v>0.62220074089962951</c:v>
                </c:pt>
                <c:pt idx="116">
                  <c:v>0.62443657078171333</c:v>
                </c:pt>
                <c:pt idx="117">
                  <c:v>0.62667240066380314</c:v>
                </c:pt>
                <c:pt idx="118">
                  <c:v>0.6287466376266847</c:v>
                </c:pt>
                <c:pt idx="119">
                  <c:v>0.63082087458956615</c:v>
                </c:pt>
                <c:pt idx="120">
                  <c:v>0.63287942156029198</c:v>
                </c:pt>
                <c:pt idx="121">
                  <c:v>0.63493796853101592</c:v>
                </c:pt>
                <c:pt idx="122">
                  <c:v>0.63698492250754046</c:v>
                </c:pt>
                <c:pt idx="123">
                  <c:v>0.63903187648406512</c:v>
                </c:pt>
                <c:pt idx="124">
                  <c:v>0.64105658247170905</c:v>
                </c:pt>
                <c:pt idx="125">
                  <c:v>0.64308128845935664</c:v>
                </c:pt>
                <c:pt idx="126">
                  <c:v>0.64510318444840864</c:v>
                </c:pt>
                <c:pt idx="127">
                  <c:v>0.64712508043746064</c:v>
                </c:pt>
                <c:pt idx="128">
                  <c:v>0.64913503243248727</c:v>
                </c:pt>
                <c:pt idx="129">
                  <c:v>0.65114498442750957</c:v>
                </c:pt>
                <c:pt idx="130">
                  <c:v>0.65308620045690002</c:v>
                </c:pt>
                <c:pt idx="131">
                  <c:v>0.65502741648629537</c:v>
                </c:pt>
                <c:pt idx="132">
                  <c:v>0.65695364452318183</c:v>
                </c:pt>
                <c:pt idx="133">
                  <c:v>0.65887987256006819</c:v>
                </c:pt>
                <c:pt idx="134">
                  <c:v>0.66076886461557005</c:v>
                </c:pt>
                <c:pt idx="135">
                  <c:v>0.66265785667107668</c:v>
                </c:pt>
                <c:pt idx="136">
                  <c:v>0.66453174273412963</c:v>
                </c:pt>
                <c:pt idx="137">
                  <c:v>0.66640562879718757</c:v>
                </c:pt>
                <c:pt idx="138">
                  <c:v>0.66825878887060597</c:v>
                </c:pt>
                <c:pt idx="139">
                  <c:v>0.67011194894402593</c:v>
                </c:pt>
                <c:pt idx="140">
                  <c:v>0.67194356402821864</c:v>
                </c:pt>
                <c:pt idx="141">
                  <c:v>0.6737751791124128</c:v>
                </c:pt>
                <c:pt idx="142">
                  <c:v>0.67558056420971835</c:v>
                </c:pt>
                <c:pt idx="143">
                  <c:v>0.67738594930702589</c:v>
                </c:pt>
                <c:pt idx="144">
                  <c:v>0.6791874704062657</c:v>
                </c:pt>
                <c:pt idx="145">
                  <c:v>0.68098899150550474</c:v>
                </c:pt>
                <c:pt idx="146">
                  <c:v>0.68277903761048586</c:v>
                </c:pt>
                <c:pt idx="147">
                  <c:v>0.68456908371545711</c:v>
                </c:pt>
                <c:pt idx="148">
                  <c:v>0.68632681083659564</c:v>
                </c:pt>
                <c:pt idx="149">
                  <c:v>0.6880845379577315</c:v>
                </c:pt>
                <c:pt idx="150">
                  <c:v>0.68983676108161796</c:v>
                </c:pt>
                <c:pt idx="151">
                  <c:v>0.69158898420550829</c:v>
                </c:pt>
                <c:pt idx="152">
                  <c:v>0.6933403883298066</c:v>
                </c:pt>
                <c:pt idx="153">
                  <c:v>0.69509179245410735</c:v>
                </c:pt>
                <c:pt idx="154">
                  <c:v>0.69677937961031222</c:v>
                </c:pt>
                <c:pt idx="155">
                  <c:v>0.69846696676651532</c:v>
                </c:pt>
                <c:pt idx="156">
                  <c:v>0.70014776192611938</c:v>
                </c:pt>
                <c:pt idx="157">
                  <c:v>0.70182855708572334</c:v>
                </c:pt>
                <c:pt idx="158">
                  <c:v>0.7034997502501269</c:v>
                </c:pt>
                <c:pt idx="159">
                  <c:v>0.70517094341453024</c:v>
                </c:pt>
                <c:pt idx="160">
                  <c:v>0.70683148058426004</c:v>
                </c:pt>
                <c:pt idx="161">
                  <c:v>0.70849201775399162</c:v>
                </c:pt>
                <c:pt idx="162">
                  <c:v>0.71014552992723456</c:v>
                </c:pt>
                <c:pt idx="163">
                  <c:v>0.71179904210048295</c:v>
                </c:pt>
                <c:pt idx="164">
                  <c:v>0.71345126627436761</c:v>
                </c:pt>
                <c:pt idx="165">
                  <c:v>0.71510349044825505</c:v>
                </c:pt>
                <c:pt idx="166">
                  <c:v>0.71670676764661667</c:v>
                </c:pt>
                <c:pt idx="167">
                  <c:v>0.71831004484497796</c:v>
                </c:pt>
                <c:pt idx="168">
                  <c:v>0.7199046570476737</c:v>
                </c:pt>
                <c:pt idx="169">
                  <c:v>0.72149926925036578</c:v>
                </c:pt>
                <c:pt idx="170">
                  <c:v>0.72308486545756767</c:v>
                </c:pt>
                <c:pt idx="171">
                  <c:v>0.72467046166477234</c:v>
                </c:pt>
                <c:pt idx="172">
                  <c:v>0.72625254487372759</c:v>
                </c:pt>
                <c:pt idx="173">
                  <c:v>0.72783462808268662</c:v>
                </c:pt>
                <c:pt idx="174">
                  <c:v>0.72938029430985363</c:v>
                </c:pt>
                <c:pt idx="175">
                  <c:v>0.73092596053702064</c:v>
                </c:pt>
                <c:pt idx="176">
                  <c:v>0.73245886377056868</c:v>
                </c:pt>
                <c:pt idx="177">
                  <c:v>0.73399176700411906</c:v>
                </c:pt>
                <c:pt idx="178">
                  <c:v>0.73551389724305172</c:v>
                </c:pt>
                <c:pt idx="179">
                  <c:v>0.7370360274819866</c:v>
                </c:pt>
                <c:pt idx="180">
                  <c:v>0.7385559327220339</c:v>
                </c:pt>
                <c:pt idx="181">
                  <c:v>0.74007583796208398</c:v>
                </c:pt>
                <c:pt idx="182">
                  <c:v>0.74158532120733833</c:v>
                </c:pt>
                <c:pt idx="183">
                  <c:v>0.74309480445260079</c:v>
                </c:pt>
                <c:pt idx="184">
                  <c:v>0.74458098570950748</c:v>
                </c:pt>
                <c:pt idx="185">
                  <c:v>0.74606716696641651</c:v>
                </c:pt>
                <c:pt idx="186">
                  <c:v>0.7475143552428225</c:v>
                </c:pt>
                <c:pt idx="187">
                  <c:v>0.74896154351922861</c:v>
                </c:pt>
                <c:pt idx="188">
                  <c:v>0.75039596880201598</c:v>
                </c:pt>
                <c:pt idx="189">
                  <c:v>0.75183039408480501</c:v>
                </c:pt>
                <c:pt idx="190">
                  <c:v>0.7532406973796536</c:v>
                </c:pt>
                <c:pt idx="191">
                  <c:v>0.75465100067450419</c:v>
                </c:pt>
                <c:pt idx="192">
                  <c:v>0.75604736997631539</c:v>
                </c:pt>
                <c:pt idx="193">
                  <c:v>0.75744373927813258</c:v>
                </c:pt>
                <c:pt idx="194">
                  <c:v>0.75882535458732503</c:v>
                </c:pt>
                <c:pt idx="195">
                  <c:v>0.76020696989651548</c:v>
                </c:pt>
                <c:pt idx="196">
                  <c:v>0.76157558721220686</c:v>
                </c:pt>
                <c:pt idx="197">
                  <c:v>0.76294420452790079</c:v>
                </c:pt>
                <c:pt idx="198">
                  <c:v>0.76430708384645851</c:v>
                </c:pt>
                <c:pt idx="199">
                  <c:v>0.76566996316502045</c:v>
                </c:pt>
                <c:pt idx="200">
                  <c:v>0.76702324048838311</c:v>
                </c:pt>
                <c:pt idx="201">
                  <c:v>0.76837651781174154</c:v>
                </c:pt>
                <c:pt idx="202">
                  <c:v>0.76972429213785698</c:v>
                </c:pt>
                <c:pt idx="203">
                  <c:v>0.77107206646396764</c:v>
                </c:pt>
                <c:pt idx="204">
                  <c:v>0.77237639781180167</c:v>
                </c:pt>
                <c:pt idx="205">
                  <c:v>0.77368072915963593</c:v>
                </c:pt>
                <c:pt idx="206">
                  <c:v>0.77494794152602975</c:v>
                </c:pt>
                <c:pt idx="207">
                  <c:v>0.77621515389242368</c:v>
                </c:pt>
                <c:pt idx="208">
                  <c:v>0.77748002425998863</c:v>
                </c:pt>
                <c:pt idx="209">
                  <c:v>0.77874489462755636</c:v>
                </c:pt>
                <c:pt idx="210">
                  <c:v>0.78000402699798699</c:v>
                </c:pt>
                <c:pt idx="211">
                  <c:v>0.7812631593684205</c:v>
                </c:pt>
                <c:pt idx="212">
                  <c:v>0.78251058274470742</c:v>
                </c:pt>
                <c:pt idx="213">
                  <c:v>0.78375800612099888</c:v>
                </c:pt>
                <c:pt idx="214">
                  <c:v>0.78499969150015636</c:v>
                </c:pt>
                <c:pt idx="215">
                  <c:v>0.78624137687931195</c:v>
                </c:pt>
                <c:pt idx="216">
                  <c:v>0.78746139926930059</c:v>
                </c:pt>
                <c:pt idx="217">
                  <c:v>0.78868142165929123</c:v>
                </c:pt>
                <c:pt idx="218">
                  <c:v>0.78986807206596432</c:v>
                </c:pt>
                <c:pt idx="219">
                  <c:v>0.79105472247263908</c:v>
                </c:pt>
                <c:pt idx="220">
                  <c:v>0.79223727388136256</c:v>
                </c:pt>
                <c:pt idx="221">
                  <c:v>0.7934198252900877</c:v>
                </c:pt>
                <c:pt idx="222">
                  <c:v>0.79459511770244151</c:v>
                </c:pt>
                <c:pt idx="223">
                  <c:v>0.79577041011479821</c:v>
                </c:pt>
                <c:pt idx="224">
                  <c:v>0.79693973053013656</c:v>
                </c:pt>
                <c:pt idx="225">
                  <c:v>0.79810905094547635</c:v>
                </c:pt>
                <c:pt idx="226">
                  <c:v>0.79927638036180959</c:v>
                </c:pt>
                <c:pt idx="227">
                  <c:v>0.80044370977814538</c:v>
                </c:pt>
                <c:pt idx="228">
                  <c:v>0.80160975119512623</c:v>
                </c:pt>
                <c:pt idx="229">
                  <c:v>0.80277579261210619</c:v>
                </c:pt>
                <c:pt idx="230">
                  <c:v>0.80393996003002011</c:v>
                </c:pt>
                <c:pt idx="231">
                  <c:v>0.80510412744793647</c:v>
                </c:pt>
                <c:pt idx="232">
                  <c:v>0.80621337689331152</c:v>
                </c:pt>
                <c:pt idx="233">
                  <c:v>0.80732262633868856</c:v>
                </c:pt>
                <c:pt idx="234">
                  <c:v>0.80840236779881558</c:v>
                </c:pt>
                <c:pt idx="235">
                  <c:v>0.80948210925894337</c:v>
                </c:pt>
                <c:pt idx="236">
                  <c:v>0.81054065672967335</c:v>
                </c:pt>
                <c:pt idx="237">
                  <c:v>0.81159920420039944</c:v>
                </c:pt>
                <c:pt idx="238">
                  <c:v>0.81264100667950101</c:v>
                </c:pt>
                <c:pt idx="239">
                  <c:v>0.81368280915859725</c:v>
                </c:pt>
                <c:pt idx="240">
                  <c:v>0.81471992764003665</c:v>
                </c:pt>
                <c:pt idx="241">
                  <c:v>0.81575704612147881</c:v>
                </c:pt>
                <c:pt idx="242">
                  <c:v>0.8167816356091856</c:v>
                </c:pt>
                <c:pt idx="243">
                  <c:v>0.81780622509688761</c:v>
                </c:pt>
                <c:pt idx="244">
                  <c:v>0.81881348459325753</c:v>
                </c:pt>
                <c:pt idx="245">
                  <c:v>0.8198207440896278</c:v>
                </c:pt>
                <c:pt idx="246">
                  <c:v>0.82082109458945474</c:v>
                </c:pt>
                <c:pt idx="247">
                  <c:v>0.82182144508927901</c:v>
                </c:pt>
                <c:pt idx="248">
                  <c:v>0.82281149159425415</c:v>
                </c:pt>
                <c:pt idx="249">
                  <c:v>0.82380153809923085</c:v>
                </c:pt>
                <c:pt idx="250">
                  <c:v>0.82479064760467935</c:v>
                </c:pt>
                <c:pt idx="251">
                  <c:v>0.82577975711012386</c:v>
                </c:pt>
                <c:pt idx="252">
                  <c:v>0.82676113861943223</c:v>
                </c:pt>
                <c:pt idx="253">
                  <c:v>0.82774252012873994</c:v>
                </c:pt>
                <c:pt idx="254">
                  <c:v>0.82870083364958802</c:v>
                </c:pt>
                <c:pt idx="255">
                  <c:v>0.82965914717042777</c:v>
                </c:pt>
                <c:pt idx="256">
                  <c:v>0.83060586769706779</c:v>
                </c:pt>
                <c:pt idx="257">
                  <c:v>0.83155258822370559</c:v>
                </c:pt>
                <c:pt idx="258">
                  <c:v>0.83249684975157512</c:v>
                </c:pt>
                <c:pt idx="259">
                  <c:v>0.83344111127944465</c:v>
                </c:pt>
                <c:pt idx="260">
                  <c:v>0.83438174280912869</c:v>
                </c:pt>
                <c:pt idx="261">
                  <c:v>0.83532237433881285</c:v>
                </c:pt>
                <c:pt idx="262">
                  <c:v>0.83625703387148365</c:v>
                </c:pt>
                <c:pt idx="263">
                  <c:v>0.83719169340415656</c:v>
                </c:pt>
                <c:pt idx="264">
                  <c:v>0.8381255339372331</c:v>
                </c:pt>
                <c:pt idx="265">
                  <c:v>0.83905937447031365</c:v>
                </c:pt>
                <c:pt idx="266">
                  <c:v>0.83999157500421262</c:v>
                </c:pt>
                <c:pt idx="267">
                  <c:v>0.84092377553811415</c:v>
                </c:pt>
                <c:pt idx="268">
                  <c:v>0.84185234607382764</c:v>
                </c:pt>
                <c:pt idx="269">
                  <c:v>0.84278091660954502</c:v>
                </c:pt>
                <c:pt idx="270">
                  <c:v>0.84368267215866544</c:v>
                </c:pt>
                <c:pt idx="271">
                  <c:v>0.84458442770778619</c:v>
                </c:pt>
                <c:pt idx="272">
                  <c:v>0.84547775226112465</c:v>
                </c:pt>
                <c:pt idx="273">
                  <c:v>0.84637107681446311</c:v>
                </c:pt>
                <c:pt idx="274">
                  <c:v>0.84725503437248506</c:v>
                </c:pt>
                <c:pt idx="275">
                  <c:v>0.84813899193050413</c:v>
                </c:pt>
                <c:pt idx="276">
                  <c:v>0.84901510349244835</c:v>
                </c:pt>
                <c:pt idx="277">
                  <c:v>0.84989121505439591</c:v>
                </c:pt>
                <c:pt idx="278">
                  <c:v>0.85076276061861988</c:v>
                </c:pt>
                <c:pt idx="279">
                  <c:v>0.85163430618284763</c:v>
                </c:pt>
                <c:pt idx="280">
                  <c:v>0.85249297075351471</c:v>
                </c:pt>
                <c:pt idx="281">
                  <c:v>0.85335163532418556</c:v>
                </c:pt>
                <c:pt idx="282">
                  <c:v>0.85420503089748623</c:v>
                </c:pt>
                <c:pt idx="283">
                  <c:v>0.85505842647078989</c:v>
                </c:pt>
                <c:pt idx="284">
                  <c:v>0.85591135304432364</c:v>
                </c:pt>
                <c:pt idx="285">
                  <c:v>0.85676427961786061</c:v>
                </c:pt>
                <c:pt idx="286">
                  <c:v>0.8576150991924506</c:v>
                </c:pt>
                <c:pt idx="287">
                  <c:v>0.85846591876704059</c:v>
                </c:pt>
                <c:pt idx="288">
                  <c:v>0.85931463034268485</c:v>
                </c:pt>
                <c:pt idx="289">
                  <c:v>0.86016334191832755</c:v>
                </c:pt>
                <c:pt idx="290">
                  <c:v>0.86100409049795468</c:v>
                </c:pt>
                <c:pt idx="291">
                  <c:v>0.86184483907758369</c:v>
                </c:pt>
                <c:pt idx="292">
                  <c:v>0.86267809366095494</c:v>
                </c:pt>
                <c:pt idx="293">
                  <c:v>0.86351134824432552</c:v>
                </c:pt>
                <c:pt idx="294">
                  <c:v>0.86434237782881163</c:v>
                </c:pt>
                <c:pt idx="295">
                  <c:v>0.86517340741329862</c:v>
                </c:pt>
                <c:pt idx="296">
                  <c:v>0.86600420299790004</c:v>
                </c:pt>
                <c:pt idx="297">
                  <c:v>0.86683499858250224</c:v>
                </c:pt>
                <c:pt idx="298">
                  <c:v>0.86766052516973735</c:v>
                </c:pt>
                <c:pt idx="299">
                  <c:v>0.86848605175697358</c:v>
                </c:pt>
                <c:pt idx="300">
                  <c:v>0.86929764335118076</c:v>
                </c:pt>
                <c:pt idx="301">
                  <c:v>0.87010923494538472</c:v>
                </c:pt>
                <c:pt idx="302">
                  <c:v>0.87092059253970655</c:v>
                </c:pt>
                <c:pt idx="303">
                  <c:v>0.87173195013402682</c:v>
                </c:pt>
                <c:pt idx="304">
                  <c:v>0.87252925673537385</c:v>
                </c:pt>
                <c:pt idx="305">
                  <c:v>0.87332656333671843</c:v>
                </c:pt>
                <c:pt idx="306">
                  <c:v>0.8741178979410511</c:v>
                </c:pt>
                <c:pt idx="307">
                  <c:v>0.87490923254538822</c:v>
                </c:pt>
                <c:pt idx="308">
                  <c:v>0.87569740515129924</c:v>
                </c:pt>
                <c:pt idx="309">
                  <c:v>0.87648557775721059</c:v>
                </c:pt>
                <c:pt idx="310">
                  <c:v>0.87727000336500038</c:v>
                </c:pt>
                <c:pt idx="311">
                  <c:v>0.87805442897278585</c:v>
                </c:pt>
                <c:pt idx="312">
                  <c:v>0.87882843358578777</c:v>
                </c:pt>
                <c:pt idx="313">
                  <c:v>0.87960243819878436</c:v>
                </c:pt>
                <c:pt idx="314">
                  <c:v>0.88037515381242326</c:v>
                </c:pt>
                <c:pt idx="315">
                  <c:v>0.88114786942606549</c:v>
                </c:pt>
                <c:pt idx="316">
                  <c:v>0.88191274004362818</c:v>
                </c:pt>
                <c:pt idx="317">
                  <c:v>0.88267761066119765</c:v>
                </c:pt>
                <c:pt idx="318">
                  <c:v>0.88344072527963746</c:v>
                </c:pt>
                <c:pt idx="319">
                  <c:v>0.88420383989808005</c:v>
                </c:pt>
                <c:pt idx="320">
                  <c:v>0.88496250451874758</c:v>
                </c:pt>
                <c:pt idx="321">
                  <c:v>0.88572116913941534</c:v>
                </c:pt>
                <c:pt idx="322">
                  <c:v>0.88647866276066856</c:v>
                </c:pt>
                <c:pt idx="323">
                  <c:v>0.88723615638192022</c:v>
                </c:pt>
                <c:pt idx="324">
                  <c:v>0.88799177600411372</c:v>
                </c:pt>
                <c:pt idx="325">
                  <c:v>0.88874739562630212</c:v>
                </c:pt>
                <c:pt idx="326">
                  <c:v>0.88947772326113828</c:v>
                </c:pt>
                <c:pt idx="327">
                  <c:v>0.89020805089597443</c:v>
                </c:pt>
                <c:pt idx="328">
                  <c:v>0.89093720753139605</c:v>
                </c:pt>
                <c:pt idx="329">
                  <c:v>0.89166636416681633</c:v>
                </c:pt>
                <c:pt idx="330">
                  <c:v>0.89239165680417398</c:v>
                </c:pt>
                <c:pt idx="331">
                  <c:v>0.89311694944152342</c:v>
                </c:pt>
                <c:pt idx="332">
                  <c:v>0.89383978308010825</c:v>
                </c:pt>
                <c:pt idx="333">
                  <c:v>0.89456261671869153</c:v>
                </c:pt>
                <c:pt idx="334">
                  <c:v>0.89528357635821154</c:v>
                </c:pt>
                <c:pt idx="335">
                  <c:v>0.89600453599773056</c:v>
                </c:pt>
                <c:pt idx="336">
                  <c:v>0.8967107416446285</c:v>
                </c:pt>
                <c:pt idx="337">
                  <c:v>0.89741694729152466</c:v>
                </c:pt>
                <c:pt idx="338">
                  <c:v>0.89811776694111556</c:v>
                </c:pt>
                <c:pt idx="339">
                  <c:v>0.89881858659070668</c:v>
                </c:pt>
                <c:pt idx="340">
                  <c:v>0.89951776624111657</c:v>
                </c:pt>
                <c:pt idx="341">
                  <c:v>0.90021694589152412</c:v>
                </c:pt>
                <c:pt idx="342">
                  <c:v>0.90091436954281456</c:v>
                </c:pt>
                <c:pt idx="343">
                  <c:v>0.90161179319410456</c:v>
                </c:pt>
                <c:pt idx="344">
                  <c:v>0.90230863084568413</c:v>
                </c:pt>
                <c:pt idx="345">
                  <c:v>0.90300546849726526</c:v>
                </c:pt>
                <c:pt idx="346">
                  <c:v>0.90370230614884661</c:v>
                </c:pt>
                <c:pt idx="347">
                  <c:v>0.90439914380042752</c:v>
                </c:pt>
                <c:pt idx="348">
                  <c:v>0.90509305445347499</c:v>
                </c:pt>
                <c:pt idx="349">
                  <c:v>0.90578696510651657</c:v>
                </c:pt>
                <c:pt idx="350">
                  <c:v>0.90646237476881031</c:v>
                </c:pt>
                <c:pt idx="351">
                  <c:v>0.90713778443110726</c:v>
                </c:pt>
                <c:pt idx="352">
                  <c:v>0.90779539510230189</c:v>
                </c:pt>
                <c:pt idx="353">
                  <c:v>0.90845300577349652</c:v>
                </c:pt>
                <c:pt idx="354">
                  <c:v>0.90911049944474953</c:v>
                </c:pt>
                <c:pt idx="355">
                  <c:v>0.90976799311600287</c:v>
                </c:pt>
                <c:pt idx="356">
                  <c:v>0.91042091978953954</c:v>
                </c:pt>
                <c:pt idx="357">
                  <c:v>0.91107384646307876</c:v>
                </c:pt>
                <c:pt idx="358">
                  <c:v>0.91172372913813493</c:v>
                </c:pt>
                <c:pt idx="359">
                  <c:v>0.91237361181319365</c:v>
                </c:pt>
                <c:pt idx="360">
                  <c:v>0.9130234944882526</c:v>
                </c:pt>
                <c:pt idx="361">
                  <c:v>0.91367337716331165</c:v>
                </c:pt>
                <c:pt idx="362">
                  <c:v>0.91431201884399016</c:v>
                </c:pt>
                <c:pt idx="363">
                  <c:v>0.91495066052466933</c:v>
                </c:pt>
                <c:pt idx="364">
                  <c:v>0.91558906720546607</c:v>
                </c:pt>
                <c:pt idx="365">
                  <c:v>0.91622747388626258</c:v>
                </c:pt>
                <c:pt idx="366">
                  <c:v>0.91686342156828893</c:v>
                </c:pt>
                <c:pt idx="367">
                  <c:v>0.91749936925031506</c:v>
                </c:pt>
                <c:pt idx="368">
                  <c:v>0.91811541094229421</c:v>
                </c:pt>
                <c:pt idx="369">
                  <c:v>0.91873145263427669</c:v>
                </c:pt>
                <c:pt idx="370">
                  <c:v>0.91933566733216587</c:v>
                </c:pt>
                <c:pt idx="371">
                  <c:v>0.91993988203005861</c:v>
                </c:pt>
                <c:pt idx="372">
                  <c:v>0.92053765673117161</c:v>
                </c:pt>
                <c:pt idx="373">
                  <c:v>0.92113543143228371</c:v>
                </c:pt>
                <c:pt idx="374">
                  <c:v>0.92172981013509769</c:v>
                </c:pt>
                <c:pt idx="375">
                  <c:v>0.92232418883790246</c:v>
                </c:pt>
                <c:pt idx="376">
                  <c:v>0.92291727954135949</c:v>
                </c:pt>
                <c:pt idx="377">
                  <c:v>0.9235103702448143</c:v>
                </c:pt>
                <c:pt idx="378">
                  <c:v>0.9240999479500257</c:v>
                </c:pt>
                <c:pt idx="379">
                  <c:v>0.92468952565523643</c:v>
                </c:pt>
                <c:pt idx="380">
                  <c:v>0.92527769836115015</c:v>
                </c:pt>
                <c:pt idx="381">
                  <c:v>0.92586587106706353</c:v>
                </c:pt>
                <c:pt idx="382">
                  <c:v>0.92645369277315281</c:v>
                </c:pt>
                <c:pt idx="383">
                  <c:v>0.92704151447924343</c:v>
                </c:pt>
                <c:pt idx="384">
                  <c:v>0.92762863318568589</c:v>
                </c:pt>
                <c:pt idx="385">
                  <c:v>0.92821575189212258</c:v>
                </c:pt>
                <c:pt idx="386">
                  <c:v>0.92879549360225389</c:v>
                </c:pt>
                <c:pt idx="387">
                  <c:v>0.92937523531238164</c:v>
                </c:pt>
                <c:pt idx="388">
                  <c:v>0.92995450902274457</c:v>
                </c:pt>
                <c:pt idx="389">
                  <c:v>0.9305337827331075</c:v>
                </c:pt>
                <c:pt idx="390">
                  <c:v>0.93110884044558129</c:v>
                </c:pt>
                <c:pt idx="391">
                  <c:v>0.93168389815805064</c:v>
                </c:pt>
                <c:pt idx="392">
                  <c:v>0.93224396787801544</c:v>
                </c:pt>
                <c:pt idx="393">
                  <c:v>0.93280403759798236</c:v>
                </c:pt>
                <c:pt idx="394">
                  <c:v>0.93336399031800421</c:v>
                </c:pt>
                <c:pt idx="395">
                  <c:v>0.93392394303802773</c:v>
                </c:pt>
                <c:pt idx="396">
                  <c:v>0.93447312276343786</c:v>
                </c:pt>
                <c:pt idx="397">
                  <c:v>0.93502230248884943</c:v>
                </c:pt>
                <c:pt idx="398">
                  <c:v>0.93557007721496066</c:v>
                </c:pt>
                <c:pt idx="399">
                  <c:v>0.93611785194107333</c:v>
                </c:pt>
                <c:pt idx="400">
                  <c:v>0.93665742967128462</c:v>
                </c:pt>
                <c:pt idx="401">
                  <c:v>0.93719700740149736</c:v>
                </c:pt>
                <c:pt idx="402">
                  <c:v>0.93773436113281849</c:v>
                </c:pt>
                <c:pt idx="403">
                  <c:v>0.93827171486414263</c:v>
                </c:pt>
                <c:pt idx="404">
                  <c:v>0.93880895059552594</c:v>
                </c:pt>
                <c:pt idx="405">
                  <c:v>0.93934618632690559</c:v>
                </c:pt>
                <c:pt idx="406">
                  <c:v>0.93987534306232789</c:v>
                </c:pt>
                <c:pt idx="407">
                  <c:v>0.94040449979774798</c:v>
                </c:pt>
                <c:pt idx="408">
                  <c:v>0.94092698153650867</c:v>
                </c:pt>
                <c:pt idx="409">
                  <c:v>0.94144946327526779</c:v>
                </c:pt>
                <c:pt idx="410">
                  <c:v>0.94197030601484788</c:v>
                </c:pt>
                <c:pt idx="411">
                  <c:v>0.94249114875442508</c:v>
                </c:pt>
                <c:pt idx="412">
                  <c:v>0.94300285849857346</c:v>
                </c:pt>
                <c:pt idx="413">
                  <c:v>0.9435145682427134</c:v>
                </c:pt>
                <c:pt idx="414">
                  <c:v>0.94401702699148604</c:v>
                </c:pt>
                <c:pt idx="415">
                  <c:v>0.94451948574025413</c:v>
                </c:pt>
                <c:pt idx="416">
                  <c:v>0.94502112448943765</c:v>
                </c:pt>
                <c:pt idx="417">
                  <c:v>0.9455227632386175</c:v>
                </c:pt>
                <c:pt idx="418">
                  <c:v>0.94601948399025737</c:v>
                </c:pt>
                <c:pt idx="419">
                  <c:v>0.94651620474189657</c:v>
                </c:pt>
                <c:pt idx="420">
                  <c:v>0.94701081749459393</c:v>
                </c:pt>
                <c:pt idx="421">
                  <c:v>0.94750543024728462</c:v>
                </c:pt>
                <c:pt idx="422">
                  <c:v>0.94799699900149981</c:v>
                </c:pt>
                <c:pt idx="423">
                  <c:v>0.948488567755714</c:v>
                </c:pt>
                <c:pt idx="424">
                  <c:v>0.9489770915114536</c:v>
                </c:pt>
                <c:pt idx="425">
                  <c:v>0.94946561526719175</c:v>
                </c:pt>
                <c:pt idx="426">
                  <c:v>0.94994898702550745</c:v>
                </c:pt>
                <c:pt idx="427">
                  <c:v>0.95043235878381949</c:v>
                </c:pt>
                <c:pt idx="428">
                  <c:v>0.95091151554424169</c:v>
                </c:pt>
                <c:pt idx="429">
                  <c:v>0.9513906723046649</c:v>
                </c:pt>
                <c:pt idx="430">
                  <c:v>0.95185074207462861</c:v>
                </c:pt>
                <c:pt idx="431">
                  <c:v>0.95231081184459365</c:v>
                </c:pt>
                <c:pt idx="432">
                  <c:v>0.95276701761649263</c:v>
                </c:pt>
                <c:pt idx="433">
                  <c:v>0.95322322338838938</c:v>
                </c:pt>
                <c:pt idx="434">
                  <c:v>0.95367732116133852</c:v>
                </c:pt>
                <c:pt idx="435">
                  <c:v>0.95413141893429065</c:v>
                </c:pt>
                <c:pt idx="436">
                  <c:v>0.95458399470800159</c:v>
                </c:pt>
                <c:pt idx="437">
                  <c:v>0.95503657048171409</c:v>
                </c:pt>
                <c:pt idx="438">
                  <c:v>0.95548387725806072</c:v>
                </c:pt>
                <c:pt idx="439">
                  <c:v>0.95593118403440769</c:v>
                </c:pt>
                <c:pt idx="440">
                  <c:v>0.95636666381666491</c:v>
                </c:pt>
                <c:pt idx="441">
                  <c:v>0.95680214359892768</c:v>
                </c:pt>
                <c:pt idx="442">
                  <c:v>0.95723727238136314</c:v>
                </c:pt>
                <c:pt idx="443">
                  <c:v>0.95767240116380048</c:v>
                </c:pt>
                <c:pt idx="444">
                  <c:v>0.95809148795425569</c:v>
                </c:pt>
                <c:pt idx="445">
                  <c:v>0.95851057474471157</c:v>
                </c:pt>
                <c:pt idx="446">
                  <c:v>0.9589273195363397</c:v>
                </c:pt>
                <c:pt idx="447">
                  <c:v>0.95934406432796659</c:v>
                </c:pt>
                <c:pt idx="448">
                  <c:v>0.95975928612035766</c:v>
                </c:pt>
                <c:pt idx="449">
                  <c:v>0.96017450791274528</c:v>
                </c:pt>
                <c:pt idx="450">
                  <c:v>0.96058937870530958</c:v>
                </c:pt>
                <c:pt idx="451">
                  <c:v>0.96100424949787577</c:v>
                </c:pt>
                <c:pt idx="452">
                  <c:v>0.96141888629055594</c:v>
                </c:pt>
                <c:pt idx="453">
                  <c:v>0.96183352308323755</c:v>
                </c:pt>
                <c:pt idx="454">
                  <c:v>0.96224570087714867</c:v>
                </c:pt>
                <c:pt idx="455">
                  <c:v>0.96265787867106134</c:v>
                </c:pt>
                <c:pt idx="456">
                  <c:v>0.96306993946502961</c:v>
                </c:pt>
                <c:pt idx="457">
                  <c:v>0.96348200025899899</c:v>
                </c:pt>
                <c:pt idx="458">
                  <c:v>0.96389324105338048</c:v>
                </c:pt>
                <c:pt idx="459">
                  <c:v>0.96430448184775652</c:v>
                </c:pt>
                <c:pt idx="460">
                  <c:v>0.96470694064652884</c:v>
                </c:pt>
                <c:pt idx="461">
                  <c:v>0.96510939944529961</c:v>
                </c:pt>
                <c:pt idx="462">
                  <c:v>0.96550612024693683</c:v>
                </c:pt>
                <c:pt idx="463">
                  <c:v>0.96590284104858026</c:v>
                </c:pt>
                <c:pt idx="464">
                  <c:v>0.96629686885156452</c:v>
                </c:pt>
                <c:pt idx="465">
                  <c:v>0.96669089665455521</c:v>
                </c:pt>
                <c:pt idx="466">
                  <c:v>0.96708246545876642</c:v>
                </c:pt>
                <c:pt idx="467">
                  <c:v>0.96747403426298262</c:v>
                </c:pt>
                <c:pt idx="468">
                  <c:v>0.96786302706848748</c:v>
                </c:pt>
                <c:pt idx="469">
                  <c:v>0.96825201987398934</c:v>
                </c:pt>
                <c:pt idx="470">
                  <c:v>0.96863562568218886</c:v>
                </c:pt>
                <c:pt idx="471">
                  <c:v>0.96901923149038538</c:v>
                </c:pt>
                <c:pt idx="472">
                  <c:v>0.96939991030004569</c:v>
                </c:pt>
                <c:pt idx="473">
                  <c:v>0.96978058910970466</c:v>
                </c:pt>
                <c:pt idx="474">
                  <c:v>0.97015986292006773</c:v>
                </c:pt>
                <c:pt idx="475">
                  <c:v>0.97053913673043091</c:v>
                </c:pt>
                <c:pt idx="476">
                  <c:v>0.97091407754296044</c:v>
                </c:pt>
                <c:pt idx="477">
                  <c:v>0.97128901835549275</c:v>
                </c:pt>
                <c:pt idx="478">
                  <c:v>0.97165225017387746</c:v>
                </c:pt>
                <c:pt idx="479">
                  <c:v>0.97201548199225662</c:v>
                </c:pt>
                <c:pt idx="480">
                  <c:v>0.97237719181140347</c:v>
                </c:pt>
                <c:pt idx="481">
                  <c:v>0.97273890163054999</c:v>
                </c:pt>
                <c:pt idx="482">
                  <c:v>0.97309990845004679</c:v>
                </c:pt>
                <c:pt idx="483">
                  <c:v>0.9734609152695417</c:v>
                </c:pt>
                <c:pt idx="484">
                  <c:v>0.9738198140900951</c:v>
                </c:pt>
                <c:pt idx="485">
                  <c:v>0.97417871291064284</c:v>
                </c:pt>
                <c:pt idx="486">
                  <c:v>0.97453726073136671</c:v>
                </c:pt>
                <c:pt idx="487">
                  <c:v>0.97489580855209812</c:v>
                </c:pt>
                <c:pt idx="488">
                  <c:v>0.97525096037451964</c:v>
                </c:pt>
                <c:pt idx="489">
                  <c:v>0.97560611219694315</c:v>
                </c:pt>
                <c:pt idx="490">
                  <c:v>0.9759543550228218</c:v>
                </c:pt>
                <c:pt idx="491">
                  <c:v>0.97630259784870044</c:v>
                </c:pt>
                <c:pt idx="492">
                  <c:v>0.97664885067557894</c:v>
                </c:pt>
                <c:pt idx="493">
                  <c:v>0.97699510350244922</c:v>
                </c:pt>
                <c:pt idx="494">
                  <c:v>0.97733292533353677</c:v>
                </c:pt>
                <c:pt idx="495">
                  <c:v>0.97767074716462665</c:v>
                </c:pt>
                <c:pt idx="496">
                  <c:v>0.97800657799671031</c:v>
                </c:pt>
                <c:pt idx="497">
                  <c:v>0.97834240882879564</c:v>
                </c:pt>
                <c:pt idx="498">
                  <c:v>0.97867133166433573</c:v>
                </c:pt>
                <c:pt idx="499">
                  <c:v>0.9790002544998756</c:v>
                </c:pt>
                <c:pt idx="500">
                  <c:v>0.97932835733582235</c:v>
                </c:pt>
                <c:pt idx="501">
                  <c:v>0.97965646017176944</c:v>
                </c:pt>
                <c:pt idx="502">
                  <c:v>0.97997882501058953</c:v>
                </c:pt>
                <c:pt idx="503">
                  <c:v>0.98030118984940273</c:v>
                </c:pt>
                <c:pt idx="504">
                  <c:v>0.98062343768828308</c:v>
                </c:pt>
                <c:pt idx="505">
                  <c:v>0.98094568552715655</c:v>
                </c:pt>
                <c:pt idx="506">
                  <c:v>0.98126442036778916</c:v>
                </c:pt>
                <c:pt idx="507">
                  <c:v>0.98158315520841999</c:v>
                </c:pt>
                <c:pt idx="508">
                  <c:v>0.98189978305010772</c:v>
                </c:pt>
                <c:pt idx="509">
                  <c:v>0.98221641089179357</c:v>
                </c:pt>
                <c:pt idx="510">
                  <c:v>0.98252975973511947</c:v>
                </c:pt>
                <c:pt idx="511">
                  <c:v>0.98284310857844503</c:v>
                </c:pt>
                <c:pt idx="512">
                  <c:v>0.98314556742721559</c:v>
                </c:pt>
                <c:pt idx="513">
                  <c:v>0.9834480262759866</c:v>
                </c:pt>
                <c:pt idx="514">
                  <c:v>0.9837484941257526</c:v>
                </c:pt>
                <c:pt idx="515">
                  <c:v>0.98404896197551839</c:v>
                </c:pt>
                <c:pt idx="516">
                  <c:v>0.98434275582861985</c:v>
                </c:pt>
                <c:pt idx="517">
                  <c:v>0.98463654968172298</c:v>
                </c:pt>
                <c:pt idx="518">
                  <c:v>0.98492390353804782</c:v>
                </c:pt>
                <c:pt idx="519">
                  <c:v>0.98521125739437165</c:v>
                </c:pt>
                <c:pt idx="520">
                  <c:v>0.98548479325760108</c:v>
                </c:pt>
                <c:pt idx="521">
                  <c:v>0.98575832912083516</c:v>
                </c:pt>
                <c:pt idx="522">
                  <c:v>0.98602870398564757</c:v>
                </c:pt>
                <c:pt idx="523">
                  <c:v>0.9862990788504602</c:v>
                </c:pt>
                <c:pt idx="524">
                  <c:v>0.9865628957185496</c:v>
                </c:pt>
                <c:pt idx="525">
                  <c:v>0.98682671258664334</c:v>
                </c:pt>
                <c:pt idx="526">
                  <c:v>0.98708935845532042</c:v>
                </c:pt>
                <c:pt idx="527">
                  <c:v>0.9873520043239975</c:v>
                </c:pt>
                <c:pt idx="528">
                  <c:v>0.98760856119571849</c:v>
                </c:pt>
                <c:pt idx="529">
                  <c:v>0.98786511806744048</c:v>
                </c:pt>
                <c:pt idx="530">
                  <c:v>0.98811710894144256</c:v>
                </c:pt>
                <c:pt idx="531">
                  <c:v>0.98836909981544796</c:v>
                </c:pt>
                <c:pt idx="532">
                  <c:v>0.98861956769021553</c:v>
                </c:pt>
                <c:pt idx="533">
                  <c:v>0.98887003556498265</c:v>
                </c:pt>
                <c:pt idx="534">
                  <c:v>0.98911956744021556</c:v>
                </c:pt>
                <c:pt idx="535">
                  <c:v>0.98936909931544958</c:v>
                </c:pt>
                <c:pt idx="536">
                  <c:v>0.98960832619583661</c:v>
                </c:pt>
                <c:pt idx="537">
                  <c:v>0.98984755307622319</c:v>
                </c:pt>
                <c:pt idx="538">
                  <c:v>0.99008432095783716</c:v>
                </c:pt>
                <c:pt idx="539">
                  <c:v>0.99032108883945458</c:v>
                </c:pt>
                <c:pt idx="540">
                  <c:v>0.99055715472142025</c:v>
                </c:pt>
                <c:pt idx="541">
                  <c:v>0.99079322060339126</c:v>
                </c:pt>
                <c:pt idx="542">
                  <c:v>0.99102916848541567</c:v>
                </c:pt>
                <c:pt idx="543">
                  <c:v>0.99126511636744152</c:v>
                </c:pt>
                <c:pt idx="544">
                  <c:v>0.99150036224981852</c:v>
                </c:pt>
                <c:pt idx="545">
                  <c:v>0.99173560813219563</c:v>
                </c:pt>
                <c:pt idx="546">
                  <c:v>0.99196008101995703</c:v>
                </c:pt>
                <c:pt idx="547">
                  <c:v>0.99218455390772109</c:v>
                </c:pt>
                <c:pt idx="548">
                  <c:v>0.99240586479706527</c:v>
                </c:pt>
                <c:pt idx="549">
                  <c:v>0.9926271756864119</c:v>
                </c:pt>
                <c:pt idx="550">
                  <c:v>0.99284602757698592</c:v>
                </c:pt>
                <c:pt idx="551">
                  <c:v>0.9930648794675595</c:v>
                </c:pt>
                <c:pt idx="552">
                  <c:v>0.99328045335977444</c:v>
                </c:pt>
                <c:pt idx="553">
                  <c:v>0.99349602725198549</c:v>
                </c:pt>
                <c:pt idx="554">
                  <c:v>0.99371148414425747</c:v>
                </c:pt>
                <c:pt idx="555">
                  <c:v>0.99392694103652857</c:v>
                </c:pt>
                <c:pt idx="556">
                  <c:v>0.99413572293213759</c:v>
                </c:pt>
                <c:pt idx="557">
                  <c:v>0.99434450482774539</c:v>
                </c:pt>
                <c:pt idx="558">
                  <c:v>0.99455000772499558</c:v>
                </c:pt>
                <c:pt idx="559">
                  <c:v>0.99475551062224443</c:v>
                </c:pt>
                <c:pt idx="560">
                  <c:v>0.99495949152025398</c:v>
                </c:pt>
                <c:pt idx="561">
                  <c:v>0.99516347241826353</c:v>
                </c:pt>
                <c:pt idx="562">
                  <c:v>0.99534637632681155</c:v>
                </c:pt>
                <c:pt idx="563">
                  <c:v>0.99552928023535958</c:v>
                </c:pt>
                <c:pt idx="564">
                  <c:v>0.99570539214730369</c:v>
                </c:pt>
                <c:pt idx="565">
                  <c:v>0.99588150405924758</c:v>
                </c:pt>
                <c:pt idx="566">
                  <c:v>0.99604309597845153</c:v>
                </c:pt>
                <c:pt idx="567">
                  <c:v>0.99620468789765371</c:v>
                </c:pt>
                <c:pt idx="568">
                  <c:v>0.99636159681920056</c:v>
                </c:pt>
                <c:pt idx="569">
                  <c:v>0.99651850574074385</c:v>
                </c:pt>
                <c:pt idx="570">
                  <c:v>0.99666815466592251</c:v>
                </c:pt>
                <c:pt idx="571">
                  <c:v>0.99681780359109795</c:v>
                </c:pt>
                <c:pt idx="572">
                  <c:v>0.99696475851762056</c:v>
                </c:pt>
                <c:pt idx="573">
                  <c:v>0.99711171344414362</c:v>
                </c:pt>
                <c:pt idx="574">
                  <c:v>0.99725058937470457</c:v>
                </c:pt>
                <c:pt idx="575">
                  <c:v>0.99738946530526529</c:v>
                </c:pt>
                <c:pt idx="576">
                  <c:v>0.99752646723676475</c:v>
                </c:pt>
                <c:pt idx="577">
                  <c:v>0.99766346916826387</c:v>
                </c:pt>
                <c:pt idx="578">
                  <c:v>0.99779953510023245</c:v>
                </c:pt>
                <c:pt idx="579">
                  <c:v>0.99793560103219969</c:v>
                </c:pt>
                <c:pt idx="580">
                  <c:v>0.99806745096627447</c:v>
                </c:pt>
                <c:pt idx="581">
                  <c:v>0.99819930090034958</c:v>
                </c:pt>
                <c:pt idx="582">
                  <c:v>0.99832424183787916</c:v>
                </c:pt>
                <c:pt idx="583">
                  <c:v>0.99844918277540851</c:v>
                </c:pt>
                <c:pt idx="584">
                  <c:v>0.99857283571358224</c:v>
                </c:pt>
                <c:pt idx="585">
                  <c:v>0.99869648865175553</c:v>
                </c:pt>
                <c:pt idx="586">
                  <c:v>0.99881838559080727</c:v>
                </c:pt>
                <c:pt idx="587">
                  <c:v>0.99894028252986034</c:v>
                </c:pt>
                <c:pt idx="588">
                  <c:v>0.99905035247482465</c:v>
                </c:pt>
                <c:pt idx="589">
                  <c:v>0.99916042241978875</c:v>
                </c:pt>
                <c:pt idx="590">
                  <c:v>0.99926416936791207</c:v>
                </c:pt>
                <c:pt idx="591">
                  <c:v>0.99936791631604149</c:v>
                </c:pt>
                <c:pt idx="592">
                  <c:v>0.99946229526885089</c:v>
                </c:pt>
                <c:pt idx="593">
                  <c:v>0.99955667422166095</c:v>
                </c:pt>
                <c:pt idx="594">
                  <c:v>0.9996455501772249</c:v>
                </c:pt>
                <c:pt idx="595">
                  <c:v>0.99973442613278762</c:v>
                </c:pt>
                <c:pt idx="596">
                  <c:v>0.99980105409947506</c:v>
                </c:pt>
                <c:pt idx="597">
                  <c:v>0.99986768206615906</c:v>
                </c:pt>
                <c:pt idx="598">
                  <c:v>0.9999338410330797</c:v>
                </c:pt>
                <c:pt idx="599">
                  <c:v>1</c:v>
                </c:pt>
              </c:numCache>
            </c:numRef>
          </c:yVal>
        </c:ser>
        <c:ser>
          <c:idx val="6"/>
          <c:order val="2"/>
          <c:tx>
            <c:v>AP200 nodes</c:v>
          </c:tx>
          <c:spPr>
            <a:ln>
              <a:solidFill>
                <a:srgbClr val="008000"/>
              </a:solidFill>
              <a:prstDash val="solid"/>
            </a:ln>
          </c:spPr>
          <c:marker>
            <c:symbol val="none"/>
          </c:marker>
          <c:xVal>
            <c:numRef>
              <c:f>'\\stl.umsl.edu\steamboat\c\campbelljf\my documents\Hub\data\AP200\[AP200Gini.xlsx]Sheet1'!$I$4:$I$203</c:f>
              <c:numCache>
                <c:formatCode>General</c:formatCode>
                <c:ptCount val="200"/>
                <c:pt idx="0">
                  <c:v>5.0000000000000114E-3</c:v>
                </c:pt>
                <c:pt idx="1">
                  <c:v>1.0000000000000005E-2</c:v>
                </c:pt>
                <c:pt idx="2">
                  <c:v>1.4999999999999998E-2</c:v>
                </c:pt>
                <c:pt idx="3">
                  <c:v>2.0000000000000011E-2</c:v>
                </c:pt>
                <c:pt idx="4">
                  <c:v>2.5000000000000001E-2</c:v>
                </c:pt>
                <c:pt idx="5">
                  <c:v>3.0000000000000002E-2</c:v>
                </c:pt>
                <c:pt idx="6">
                  <c:v>3.500000000000001E-2</c:v>
                </c:pt>
                <c:pt idx="7">
                  <c:v>4.0000000000000022E-2</c:v>
                </c:pt>
                <c:pt idx="8">
                  <c:v>4.5000000000000012E-2</c:v>
                </c:pt>
                <c:pt idx="9">
                  <c:v>0.05</c:v>
                </c:pt>
                <c:pt idx="10">
                  <c:v>5.5000000000000014E-2</c:v>
                </c:pt>
                <c:pt idx="11">
                  <c:v>6.0000000000000032E-2</c:v>
                </c:pt>
                <c:pt idx="12">
                  <c:v>6.5000000000000002E-2</c:v>
                </c:pt>
                <c:pt idx="13">
                  <c:v>6.9999999999999993E-2</c:v>
                </c:pt>
                <c:pt idx="14">
                  <c:v>7.5000000000000011E-2</c:v>
                </c:pt>
                <c:pt idx="15">
                  <c:v>8.0000000000000043E-2</c:v>
                </c:pt>
                <c:pt idx="16">
                  <c:v>8.5000000000000006E-2</c:v>
                </c:pt>
                <c:pt idx="17">
                  <c:v>9.0000000000000024E-2</c:v>
                </c:pt>
                <c:pt idx="18">
                  <c:v>9.5000000000000043E-2</c:v>
                </c:pt>
                <c:pt idx="19">
                  <c:v>0.10000000000000002</c:v>
                </c:pt>
                <c:pt idx="20">
                  <c:v>0.10500000000000002</c:v>
                </c:pt>
                <c:pt idx="21">
                  <c:v>0.11000000000000003</c:v>
                </c:pt>
                <c:pt idx="22">
                  <c:v>0.11500000000000003</c:v>
                </c:pt>
                <c:pt idx="23">
                  <c:v>0.12000000000000006</c:v>
                </c:pt>
                <c:pt idx="24">
                  <c:v>0.12500000000000003</c:v>
                </c:pt>
                <c:pt idx="25">
                  <c:v>0.13000000000000003</c:v>
                </c:pt>
                <c:pt idx="26">
                  <c:v>0.13500000000000004</c:v>
                </c:pt>
                <c:pt idx="27">
                  <c:v>0.14000000000000004</c:v>
                </c:pt>
                <c:pt idx="28">
                  <c:v>0.14500000000000021</c:v>
                </c:pt>
                <c:pt idx="29">
                  <c:v>0.15000000000000024</c:v>
                </c:pt>
                <c:pt idx="30">
                  <c:v>0.15500000000000044</c:v>
                </c:pt>
                <c:pt idx="31">
                  <c:v>0.16000000000000006</c:v>
                </c:pt>
                <c:pt idx="32">
                  <c:v>0.16500000000000006</c:v>
                </c:pt>
                <c:pt idx="33">
                  <c:v>0.17000000000000021</c:v>
                </c:pt>
                <c:pt idx="34">
                  <c:v>0.17500000000000021</c:v>
                </c:pt>
                <c:pt idx="35">
                  <c:v>0.18000000000000024</c:v>
                </c:pt>
                <c:pt idx="36">
                  <c:v>0.18500000000000041</c:v>
                </c:pt>
                <c:pt idx="37">
                  <c:v>0.19000000000000009</c:v>
                </c:pt>
                <c:pt idx="38">
                  <c:v>0.19500000000000009</c:v>
                </c:pt>
                <c:pt idx="39">
                  <c:v>0.20000000000000009</c:v>
                </c:pt>
                <c:pt idx="40">
                  <c:v>0.20500000000000021</c:v>
                </c:pt>
                <c:pt idx="41">
                  <c:v>0.21000000000000021</c:v>
                </c:pt>
                <c:pt idx="42">
                  <c:v>0.21500000000000041</c:v>
                </c:pt>
                <c:pt idx="43">
                  <c:v>0.22000000000000011</c:v>
                </c:pt>
                <c:pt idx="44">
                  <c:v>0.22500000000000014</c:v>
                </c:pt>
                <c:pt idx="45">
                  <c:v>0.2300000000000002</c:v>
                </c:pt>
                <c:pt idx="46">
                  <c:v>0.23500000000000021</c:v>
                </c:pt>
                <c:pt idx="47">
                  <c:v>0.24000000000000021</c:v>
                </c:pt>
                <c:pt idx="48">
                  <c:v>0.24500000000000041</c:v>
                </c:pt>
                <c:pt idx="49">
                  <c:v>0.25000000000000011</c:v>
                </c:pt>
                <c:pt idx="50">
                  <c:v>0.25500000000000012</c:v>
                </c:pt>
                <c:pt idx="51">
                  <c:v>0.26000000000000012</c:v>
                </c:pt>
                <c:pt idx="52">
                  <c:v>0.26500000000000012</c:v>
                </c:pt>
                <c:pt idx="53">
                  <c:v>0.27000000000000018</c:v>
                </c:pt>
                <c:pt idx="54">
                  <c:v>0.2750000000000003</c:v>
                </c:pt>
                <c:pt idx="55">
                  <c:v>0.2800000000000003</c:v>
                </c:pt>
                <c:pt idx="56">
                  <c:v>0.28500000000000031</c:v>
                </c:pt>
                <c:pt idx="57">
                  <c:v>0.29000000000000031</c:v>
                </c:pt>
                <c:pt idx="58">
                  <c:v>0.29500000000000032</c:v>
                </c:pt>
                <c:pt idx="59">
                  <c:v>0.30000000000000032</c:v>
                </c:pt>
                <c:pt idx="60">
                  <c:v>0.30500000000000038</c:v>
                </c:pt>
                <c:pt idx="61">
                  <c:v>0.31000000000000089</c:v>
                </c:pt>
                <c:pt idx="62">
                  <c:v>0.31500000000000089</c:v>
                </c:pt>
                <c:pt idx="63">
                  <c:v>0.32000000000000101</c:v>
                </c:pt>
                <c:pt idx="64">
                  <c:v>0.32500000000000101</c:v>
                </c:pt>
                <c:pt idx="65">
                  <c:v>0.33000000000000107</c:v>
                </c:pt>
                <c:pt idx="66">
                  <c:v>0.33500000000000107</c:v>
                </c:pt>
                <c:pt idx="67">
                  <c:v>0.3400000000000003</c:v>
                </c:pt>
                <c:pt idx="68">
                  <c:v>0.34500000000000031</c:v>
                </c:pt>
                <c:pt idx="69">
                  <c:v>0.35000000000000031</c:v>
                </c:pt>
                <c:pt idx="70">
                  <c:v>0.35500000000000032</c:v>
                </c:pt>
                <c:pt idx="71">
                  <c:v>0.36000000000000032</c:v>
                </c:pt>
                <c:pt idx="72">
                  <c:v>0.36500000000000032</c:v>
                </c:pt>
                <c:pt idx="73">
                  <c:v>0.37000000000000038</c:v>
                </c:pt>
                <c:pt idx="74">
                  <c:v>0.37500000000000094</c:v>
                </c:pt>
                <c:pt idx="75">
                  <c:v>0.38000000000000106</c:v>
                </c:pt>
                <c:pt idx="76">
                  <c:v>0.38500000000000106</c:v>
                </c:pt>
                <c:pt idx="77">
                  <c:v>0.39000000000000107</c:v>
                </c:pt>
                <c:pt idx="78">
                  <c:v>0.39500000000000113</c:v>
                </c:pt>
                <c:pt idx="79">
                  <c:v>0.4000000000000003</c:v>
                </c:pt>
                <c:pt idx="80">
                  <c:v>0.4050000000000003</c:v>
                </c:pt>
                <c:pt idx="81">
                  <c:v>0.41000000000000031</c:v>
                </c:pt>
                <c:pt idx="82">
                  <c:v>0.41500000000000031</c:v>
                </c:pt>
                <c:pt idx="83">
                  <c:v>0.42000000000000032</c:v>
                </c:pt>
                <c:pt idx="84">
                  <c:v>0.42500000000000032</c:v>
                </c:pt>
                <c:pt idx="85">
                  <c:v>0.43000000000000038</c:v>
                </c:pt>
                <c:pt idx="86">
                  <c:v>0.435000000000001</c:v>
                </c:pt>
                <c:pt idx="87">
                  <c:v>0.44000000000000028</c:v>
                </c:pt>
                <c:pt idx="88">
                  <c:v>0.44500000000000028</c:v>
                </c:pt>
                <c:pt idx="89">
                  <c:v>0.45000000000000034</c:v>
                </c:pt>
                <c:pt idx="90">
                  <c:v>0.45500000000000035</c:v>
                </c:pt>
                <c:pt idx="91">
                  <c:v>0.4600000000000003</c:v>
                </c:pt>
                <c:pt idx="92">
                  <c:v>0.4650000000000003</c:v>
                </c:pt>
                <c:pt idx="93">
                  <c:v>0.47000000000000031</c:v>
                </c:pt>
                <c:pt idx="94">
                  <c:v>0.47500000000000031</c:v>
                </c:pt>
                <c:pt idx="95">
                  <c:v>0.48000000000000032</c:v>
                </c:pt>
                <c:pt idx="96">
                  <c:v>0.48500000000000032</c:v>
                </c:pt>
                <c:pt idx="97">
                  <c:v>0.49000000000000032</c:v>
                </c:pt>
                <c:pt idx="98">
                  <c:v>0.49500000000000038</c:v>
                </c:pt>
                <c:pt idx="99">
                  <c:v>0.50000000000000033</c:v>
                </c:pt>
                <c:pt idx="100">
                  <c:v>0.50500000000000034</c:v>
                </c:pt>
                <c:pt idx="101">
                  <c:v>0.51000000000000034</c:v>
                </c:pt>
                <c:pt idx="102">
                  <c:v>0.51500000000000035</c:v>
                </c:pt>
                <c:pt idx="103">
                  <c:v>0.52000000000000035</c:v>
                </c:pt>
                <c:pt idx="104">
                  <c:v>0.52500000000000069</c:v>
                </c:pt>
                <c:pt idx="105">
                  <c:v>0.53000000000000069</c:v>
                </c:pt>
                <c:pt idx="106">
                  <c:v>0.5350000000000007</c:v>
                </c:pt>
                <c:pt idx="107">
                  <c:v>0.5400000000000007</c:v>
                </c:pt>
                <c:pt idx="108">
                  <c:v>0.5450000000000006</c:v>
                </c:pt>
                <c:pt idx="109">
                  <c:v>0.5500000000000006</c:v>
                </c:pt>
                <c:pt idx="110">
                  <c:v>0.5550000000000006</c:v>
                </c:pt>
                <c:pt idx="111">
                  <c:v>0.56000000000000061</c:v>
                </c:pt>
                <c:pt idx="112">
                  <c:v>0.56500000000000061</c:v>
                </c:pt>
                <c:pt idx="113">
                  <c:v>0.57000000000000062</c:v>
                </c:pt>
                <c:pt idx="114">
                  <c:v>0.57500000000000062</c:v>
                </c:pt>
                <c:pt idx="115">
                  <c:v>0.5800000000000004</c:v>
                </c:pt>
                <c:pt idx="116">
                  <c:v>0.58500000000000041</c:v>
                </c:pt>
                <c:pt idx="117">
                  <c:v>0.59000000000000041</c:v>
                </c:pt>
                <c:pt idx="118">
                  <c:v>0.59500000000000042</c:v>
                </c:pt>
                <c:pt idx="119">
                  <c:v>0.60000000000000064</c:v>
                </c:pt>
                <c:pt idx="120">
                  <c:v>0.60500000000000065</c:v>
                </c:pt>
                <c:pt idx="121">
                  <c:v>0.61000000000000065</c:v>
                </c:pt>
                <c:pt idx="122">
                  <c:v>0.61500000000000188</c:v>
                </c:pt>
                <c:pt idx="123">
                  <c:v>0.62000000000000188</c:v>
                </c:pt>
                <c:pt idx="124">
                  <c:v>0.625000000000002</c:v>
                </c:pt>
                <c:pt idx="125">
                  <c:v>0.63000000000000211</c:v>
                </c:pt>
                <c:pt idx="126">
                  <c:v>0.63500000000000212</c:v>
                </c:pt>
                <c:pt idx="127">
                  <c:v>0.64000000000000212</c:v>
                </c:pt>
                <c:pt idx="128">
                  <c:v>0.64500000000000213</c:v>
                </c:pt>
                <c:pt idx="129">
                  <c:v>0.65000000000000213</c:v>
                </c:pt>
                <c:pt idx="130">
                  <c:v>0.65500000000000225</c:v>
                </c:pt>
                <c:pt idx="131">
                  <c:v>0.66000000000000225</c:v>
                </c:pt>
                <c:pt idx="132">
                  <c:v>0.66500000000000226</c:v>
                </c:pt>
                <c:pt idx="133">
                  <c:v>0.67000000000000226</c:v>
                </c:pt>
                <c:pt idx="134">
                  <c:v>0.67500000000000226</c:v>
                </c:pt>
                <c:pt idx="135">
                  <c:v>0.6800000000000006</c:v>
                </c:pt>
                <c:pt idx="136">
                  <c:v>0.68500000000000061</c:v>
                </c:pt>
                <c:pt idx="137">
                  <c:v>0.69000000000000061</c:v>
                </c:pt>
                <c:pt idx="138">
                  <c:v>0.69500000000000062</c:v>
                </c:pt>
                <c:pt idx="139">
                  <c:v>0.70000000000000062</c:v>
                </c:pt>
                <c:pt idx="140">
                  <c:v>0.70500000000000063</c:v>
                </c:pt>
                <c:pt idx="141">
                  <c:v>0.71000000000000063</c:v>
                </c:pt>
                <c:pt idx="142">
                  <c:v>0.71500000000000064</c:v>
                </c:pt>
                <c:pt idx="143">
                  <c:v>0.72000000000000064</c:v>
                </c:pt>
                <c:pt idx="144">
                  <c:v>0.72500000000000064</c:v>
                </c:pt>
                <c:pt idx="145">
                  <c:v>0.73000000000000065</c:v>
                </c:pt>
                <c:pt idx="146">
                  <c:v>0.73500000000000065</c:v>
                </c:pt>
                <c:pt idx="147">
                  <c:v>0.74000000000000199</c:v>
                </c:pt>
                <c:pt idx="148">
                  <c:v>0.74500000000000199</c:v>
                </c:pt>
                <c:pt idx="149">
                  <c:v>0.75000000000000211</c:v>
                </c:pt>
                <c:pt idx="150">
                  <c:v>0.75500000000000222</c:v>
                </c:pt>
                <c:pt idx="151">
                  <c:v>0.76000000000000223</c:v>
                </c:pt>
                <c:pt idx="152">
                  <c:v>0.76500000000000223</c:v>
                </c:pt>
                <c:pt idx="153">
                  <c:v>0.77000000000000224</c:v>
                </c:pt>
                <c:pt idx="154">
                  <c:v>0.77500000000000224</c:v>
                </c:pt>
                <c:pt idx="155">
                  <c:v>0.78000000000000069</c:v>
                </c:pt>
                <c:pt idx="156">
                  <c:v>0.7850000000000007</c:v>
                </c:pt>
                <c:pt idx="157">
                  <c:v>0.7900000000000007</c:v>
                </c:pt>
                <c:pt idx="158">
                  <c:v>0.7950000000000006</c:v>
                </c:pt>
                <c:pt idx="159">
                  <c:v>0.8000000000000006</c:v>
                </c:pt>
                <c:pt idx="160">
                  <c:v>0.8050000000000006</c:v>
                </c:pt>
                <c:pt idx="161">
                  <c:v>0.81000000000000061</c:v>
                </c:pt>
                <c:pt idx="162">
                  <c:v>0.81500000000000061</c:v>
                </c:pt>
                <c:pt idx="163">
                  <c:v>0.82000000000000062</c:v>
                </c:pt>
                <c:pt idx="164">
                  <c:v>0.82500000000000062</c:v>
                </c:pt>
                <c:pt idx="165">
                  <c:v>0.83000000000000063</c:v>
                </c:pt>
                <c:pt idx="166">
                  <c:v>0.83500000000000063</c:v>
                </c:pt>
                <c:pt idx="167">
                  <c:v>0.84000000000000064</c:v>
                </c:pt>
                <c:pt idx="168">
                  <c:v>0.84500000000000064</c:v>
                </c:pt>
                <c:pt idx="169">
                  <c:v>0.85000000000000064</c:v>
                </c:pt>
                <c:pt idx="170">
                  <c:v>0.85500000000000065</c:v>
                </c:pt>
                <c:pt idx="171">
                  <c:v>0.86000000000000065</c:v>
                </c:pt>
                <c:pt idx="172">
                  <c:v>0.8650000000000021</c:v>
                </c:pt>
                <c:pt idx="173">
                  <c:v>0.8700000000000021</c:v>
                </c:pt>
                <c:pt idx="174">
                  <c:v>0.87500000000000211</c:v>
                </c:pt>
                <c:pt idx="175">
                  <c:v>0.88000000000000067</c:v>
                </c:pt>
                <c:pt idx="176">
                  <c:v>0.88500000000000068</c:v>
                </c:pt>
                <c:pt idx="177">
                  <c:v>0.89000000000000068</c:v>
                </c:pt>
                <c:pt idx="178">
                  <c:v>0.89500000000000068</c:v>
                </c:pt>
                <c:pt idx="179">
                  <c:v>0.90000000000000069</c:v>
                </c:pt>
                <c:pt idx="180">
                  <c:v>0.90500000000000069</c:v>
                </c:pt>
                <c:pt idx="181">
                  <c:v>0.9100000000000007</c:v>
                </c:pt>
                <c:pt idx="182">
                  <c:v>0.9150000000000007</c:v>
                </c:pt>
                <c:pt idx="183">
                  <c:v>0.92000000000000071</c:v>
                </c:pt>
                <c:pt idx="184">
                  <c:v>0.92500000000000071</c:v>
                </c:pt>
                <c:pt idx="185">
                  <c:v>0.93000000000000071</c:v>
                </c:pt>
                <c:pt idx="186">
                  <c:v>0.93500000000000072</c:v>
                </c:pt>
                <c:pt idx="187">
                  <c:v>0.94000000000000072</c:v>
                </c:pt>
                <c:pt idx="188">
                  <c:v>0.94500000000000073</c:v>
                </c:pt>
                <c:pt idx="189">
                  <c:v>0.95000000000000073</c:v>
                </c:pt>
                <c:pt idx="190">
                  <c:v>0.95500000000000074</c:v>
                </c:pt>
                <c:pt idx="191">
                  <c:v>0.96000000000000074</c:v>
                </c:pt>
                <c:pt idx="192">
                  <c:v>0.96500000000000075</c:v>
                </c:pt>
                <c:pt idx="193">
                  <c:v>0.97000000000000075</c:v>
                </c:pt>
                <c:pt idx="194">
                  <c:v>0.97500000000000075</c:v>
                </c:pt>
                <c:pt idx="195">
                  <c:v>0.98000000000000076</c:v>
                </c:pt>
                <c:pt idx="196">
                  <c:v>0.98500000000000076</c:v>
                </c:pt>
                <c:pt idx="197">
                  <c:v>0.99000000000000077</c:v>
                </c:pt>
                <c:pt idx="198">
                  <c:v>0.99500000000000077</c:v>
                </c:pt>
                <c:pt idx="199">
                  <c:v>1.0000000000000007</c:v>
                </c:pt>
              </c:numCache>
            </c:numRef>
          </c:xVal>
          <c:yVal>
            <c:numRef>
              <c:f>'\\stl.umsl.edu\steamboat\c\campbelljf\my documents\Hub\data\AP200\[AP200Gini.xlsx]Sheet1'!$J$4:$J$203</c:f>
              <c:numCache>
                <c:formatCode>General</c:formatCode>
                <c:ptCount val="200"/>
                <c:pt idx="0">
                  <c:v>0.14009275517994521</c:v>
                </c:pt>
                <c:pt idx="1">
                  <c:v>0.17636969397626706</c:v>
                </c:pt>
                <c:pt idx="2">
                  <c:v>0.19952303080594674</c:v>
                </c:pt>
                <c:pt idx="3">
                  <c:v>0.22183903640571395</c:v>
                </c:pt>
                <c:pt idx="4">
                  <c:v>0.24299848557970777</c:v>
                </c:pt>
                <c:pt idx="5">
                  <c:v>0.26374128350685544</c:v>
                </c:pt>
                <c:pt idx="6">
                  <c:v>0.28206626793571588</c:v>
                </c:pt>
                <c:pt idx="7">
                  <c:v>0.29708063146105063</c:v>
                </c:pt>
                <c:pt idx="8">
                  <c:v>0.31153579483755117</c:v>
                </c:pt>
                <c:pt idx="9">
                  <c:v>0.32595007018558764</c:v>
                </c:pt>
                <c:pt idx="10">
                  <c:v>0.33949617675319982</c:v>
                </c:pt>
                <c:pt idx="11">
                  <c:v>0.35288904054943132</c:v>
                </c:pt>
                <c:pt idx="12">
                  <c:v>0.36455819585501475</c:v>
                </c:pt>
                <c:pt idx="13">
                  <c:v>0.3750695506771603</c:v>
                </c:pt>
                <c:pt idx="14">
                  <c:v>0.38505849301515177</c:v>
                </c:pt>
                <c:pt idx="15">
                  <c:v>0.39500375761961876</c:v>
                </c:pt>
                <c:pt idx="16">
                  <c:v>0.40477273674024683</c:v>
                </c:pt>
                <c:pt idx="17">
                  <c:v>0.41445684976577574</c:v>
                </c:pt>
                <c:pt idx="18">
                  <c:v>0.4238990337881664</c:v>
                </c:pt>
                <c:pt idx="19">
                  <c:v>0.43244394813385473</c:v>
                </c:pt>
                <c:pt idx="20">
                  <c:v>0.44094073881065982</c:v>
                </c:pt>
                <c:pt idx="21">
                  <c:v>0.44913805339281881</c:v>
                </c:pt>
                <c:pt idx="22">
                  <c:v>0.4571769453998818</c:v>
                </c:pt>
                <c:pt idx="23">
                  <c:v>0.4651525236683543</c:v>
                </c:pt>
                <c:pt idx="24">
                  <c:v>0.47299444741880381</c:v>
                </c:pt>
                <c:pt idx="25">
                  <c:v>0.48065277339093998</c:v>
                </c:pt>
                <c:pt idx="26">
                  <c:v>0.48807520089803386</c:v>
                </c:pt>
                <c:pt idx="27">
                  <c:v>0.49532982890248956</c:v>
                </c:pt>
                <c:pt idx="28">
                  <c:v>0.50256617177256702</c:v>
                </c:pt>
                <c:pt idx="29">
                  <c:v>0.50973671027549561</c:v>
                </c:pt>
                <c:pt idx="30">
                  <c:v>0.51675094612784245</c:v>
                </c:pt>
                <c:pt idx="31">
                  <c:v>0.52370410377552068</c:v>
                </c:pt>
                <c:pt idx="32">
                  <c:v>0.53061363646788162</c:v>
                </c:pt>
                <c:pt idx="33">
                  <c:v>0.53744949455759539</c:v>
                </c:pt>
                <c:pt idx="34">
                  <c:v>0.54428452704540542</c:v>
                </c:pt>
                <c:pt idx="35">
                  <c:v>0.55100065652315977</c:v>
                </c:pt>
                <c:pt idx="36">
                  <c:v>0.55766347121869564</c:v>
                </c:pt>
                <c:pt idx="37">
                  <c:v>0.56426180351541966</c:v>
                </c:pt>
                <c:pt idx="38">
                  <c:v>0.57064319980175526</c:v>
                </c:pt>
                <c:pt idx="39">
                  <c:v>0.5769803993689</c:v>
                </c:pt>
                <c:pt idx="40">
                  <c:v>0.58329605663252082</c:v>
                </c:pt>
                <c:pt idx="41">
                  <c:v>0.58960320152584322</c:v>
                </c:pt>
                <c:pt idx="42">
                  <c:v>0.59578507358255561</c:v>
                </c:pt>
                <c:pt idx="43">
                  <c:v>0.60191540646662622</c:v>
                </c:pt>
                <c:pt idx="44">
                  <c:v>0.60803598166610895</c:v>
                </c:pt>
                <c:pt idx="45">
                  <c:v>0.61410981673962772</c:v>
                </c:pt>
                <c:pt idx="46">
                  <c:v>0.62003417640021385</c:v>
                </c:pt>
                <c:pt idx="47">
                  <c:v>0.62592331540612922</c:v>
                </c:pt>
                <c:pt idx="48">
                  <c:v>0.63179526882358583</c:v>
                </c:pt>
                <c:pt idx="49">
                  <c:v>0.63748553578767508</c:v>
                </c:pt>
                <c:pt idx="50">
                  <c:v>0.64310427823261662</c:v>
                </c:pt>
                <c:pt idx="51">
                  <c:v>0.6486416505101531</c:v>
                </c:pt>
                <c:pt idx="52">
                  <c:v>0.65395982988076995</c:v>
                </c:pt>
                <c:pt idx="53">
                  <c:v>0.65923911548505665</c:v>
                </c:pt>
                <c:pt idx="54">
                  <c:v>0.66450318211728721</c:v>
                </c:pt>
                <c:pt idx="55">
                  <c:v>0.66975760918758243</c:v>
                </c:pt>
                <c:pt idx="56">
                  <c:v>0.67487416074016682</c:v>
                </c:pt>
                <c:pt idx="57">
                  <c:v>0.67998898694814081</c:v>
                </c:pt>
                <c:pt idx="58">
                  <c:v>0.6850395393568639</c:v>
                </c:pt>
                <c:pt idx="59">
                  <c:v>0.69006767736508279</c:v>
                </c:pt>
                <c:pt idx="60">
                  <c:v>0.69504918834348373</c:v>
                </c:pt>
                <c:pt idx="61">
                  <c:v>0.69996847256296835</c:v>
                </c:pt>
                <c:pt idx="62">
                  <c:v>0.70487989031684195</c:v>
                </c:pt>
                <c:pt idx="63">
                  <c:v>0.70975546036071213</c:v>
                </c:pt>
                <c:pt idx="64">
                  <c:v>0.71462706701280065</c:v>
                </c:pt>
                <c:pt idx="65">
                  <c:v>0.71944517667221064</c:v>
                </c:pt>
                <c:pt idx="66">
                  <c:v>0.72424659710960204</c:v>
                </c:pt>
                <c:pt idx="67">
                  <c:v>0.72901162823209265</c:v>
                </c:pt>
                <c:pt idx="68">
                  <c:v>0.73375318310687865</c:v>
                </c:pt>
                <c:pt idx="69">
                  <c:v>0.73848761166752763</c:v>
                </c:pt>
                <c:pt idx="70">
                  <c:v>0.74322185550446462</c:v>
                </c:pt>
                <c:pt idx="71">
                  <c:v>0.74786206994481752</c:v>
                </c:pt>
                <c:pt idx="72">
                  <c:v>0.75249946326451989</c:v>
                </c:pt>
                <c:pt idx="73">
                  <c:v>0.75705723940714864</c:v>
                </c:pt>
                <c:pt idx="74">
                  <c:v>0.76159264010461181</c:v>
                </c:pt>
                <c:pt idx="75">
                  <c:v>0.76607907016868837</c:v>
                </c:pt>
                <c:pt idx="76">
                  <c:v>0.77035246352633469</c:v>
                </c:pt>
                <c:pt idx="77">
                  <c:v>0.77445999258215126</c:v>
                </c:pt>
                <c:pt idx="78">
                  <c:v>0.7784988886104095</c:v>
                </c:pt>
                <c:pt idx="79">
                  <c:v>0.78247963939418186</c:v>
                </c:pt>
                <c:pt idx="80">
                  <c:v>0.78645878672585456</c:v>
                </c:pt>
                <c:pt idx="81">
                  <c:v>0.79042528865122252</c:v>
                </c:pt>
                <c:pt idx="82">
                  <c:v>0.7943871109091859</c:v>
                </c:pt>
                <c:pt idx="83">
                  <c:v>0.79834551389351871</c:v>
                </c:pt>
                <c:pt idx="84">
                  <c:v>0.80217733840900562</c:v>
                </c:pt>
                <c:pt idx="85">
                  <c:v>0.80598000673676096</c:v>
                </c:pt>
                <c:pt idx="86">
                  <c:v>0.809691798537304</c:v>
                </c:pt>
                <c:pt idx="87">
                  <c:v>0.81335747601058084</c:v>
                </c:pt>
                <c:pt idx="88">
                  <c:v>0.81701602214322133</c:v>
                </c:pt>
                <c:pt idx="89">
                  <c:v>0.82060523782204264</c:v>
                </c:pt>
                <c:pt idx="90">
                  <c:v>0.8241507694842205</c:v>
                </c:pt>
                <c:pt idx="91">
                  <c:v>0.82762278362174235</c:v>
                </c:pt>
                <c:pt idx="92">
                  <c:v>0.83109245541231391</c:v>
                </c:pt>
                <c:pt idx="93">
                  <c:v>0.83450816023286756</c:v>
                </c:pt>
                <c:pt idx="94">
                  <c:v>0.83791485506005703</c:v>
                </c:pt>
                <c:pt idx="95">
                  <c:v>0.84130285383685932</c:v>
                </c:pt>
                <c:pt idx="96">
                  <c:v>0.84461191903999622</c:v>
                </c:pt>
                <c:pt idx="97">
                  <c:v>0.84788577112820063</c:v>
                </c:pt>
                <c:pt idx="98">
                  <c:v>0.85113259072306158</c:v>
                </c:pt>
                <c:pt idx="99">
                  <c:v>0.85429047527463764</c:v>
                </c:pt>
                <c:pt idx="100">
                  <c:v>0.85737515897077765</c:v>
                </c:pt>
                <c:pt idx="101">
                  <c:v>0.86044076334624131</c:v>
                </c:pt>
                <c:pt idx="102">
                  <c:v>0.8634728208900655</c:v>
                </c:pt>
                <c:pt idx="103">
                  <c:v>0.86647459631114365</c:v>
                </c:pt>
                <c:pt idx="104">
                  <c:v>0.8694479418731027</c:v>
                </c:pt>
                <c:pt idx="105">
                  <c:v>0.87236839110860698</c:v>
                </c:pt>
                <c:pt idx="106">
                  <c:v>0.87521394807290609</c:v>
                </c:pt>
                <c:pt idx="107">
                  <c:v>0.87803919799498165</c:v>
                </c:pt>
                <c:pt idx="108">
                  <c:v>0.88075412136511344</c:v>
                </c:pt>
                <c:pt idx="109">
                  <c:v>0.88346493054859665</c:v>
                </c:pt>
                <c:pt idx="110">
                  <c:v>0.88611683046026157</c:v>
                </c:pt>
                <c:pt idx="111">
                  <c:v>0.88864118304605777</c:v>
                </c:pt>
                <c:pt idx="112">
                  <c:v>0.89115418580478656</c:v>
                </c:pt>
                <c:pt idx="113">
                  <c:v>0.89364267308784762</c:v>
                </c:pt>
                <c:pt idx="114">
                  <c:v>0.89611848229237867</c:v>
                </c:pt>
                <c:pt idx="115">
                  <c:v>0.89859006044423806</c:v>
                </c:pt>
                <c:pt idx="116">
                  <c:v>0.90105984413716789</c:v>
                </c:pt>
                <c:pt idx="117">
                  <c:v>0.90348978531271629</c:v>
                </c:pt>
                <c:pt idx="118">
                  <c:v>0.90589459526688865</c:v>
                </c:pt>
                <c:pt idx="119">
                  <c:v>0.90827520892786051</c:v>
                </c:pt>
                <c:pt idx="120">
                  <c:v>0.91064856307256115</c:v>
                </c:pt>
                <c:pt idx="121">
                  <c:v>0.9130062898424367</c:v>
                </c:pt>
                <c:pt idx="122">
                  <c:v>0.91528864305415913</c:v>
                </c:pt>
                <c:pt idx="123">
                  <c:v>0.91756375811221202</c:v>
                </c:pt>
                <c:pt idx="124">
                  <c:v>0.9198377899604655</c:v>
                </c:pt>
                <c:pt idx="125">
                  <c:v>0.92210002588016937</c:v>
                </c:pt>
                <c:pt idx="126">
                  <c:v>0.92434652509876858</c:v>
                </c:pt>
                <c:pt idx="127">
                  <c:v>0.92658369765478332</c:v>
                </c:pt>
                <c:pt idx="128">
                  <c:v>0.92881872515379682</c:v>
                </c:pt>
                <c:pt idx="129">
                  <c:v>0.93101550227791352</c:v>
                </c:pt>
                <c:pt idx="130">
                  <c:v>0.93317777250973277</c:v>
                </c:pt>
                <c:pt idx="131">
                  <c:v>0.93532809978800169</c:v>
                </c:pt>
                <c:pt idx="132">
                  <c:v>0.93745526874441487</c:v>
                </c:pt>
                <c:pt idx="133">
                  <c:v>0.93957405350616663</c:v>
                </c:pt>
                <c:pt idx="134">
                  <c:v>0.9416827563743666</c:v>
                </c:pt>
                <c:pt idx="135">
                  <c:v>0.94370932630445148</c:v>
                </c:pt>
                <c:pt idx="136">
                  <c:v>0.94571652160723796</c:v>
                </c:pt>
                <c:pt idx="137">
                  <c:v>0.94766979643509885</c:v>
                </c:pt>
                <c:pt idx="138">
                  <c:v>0.94958623333331882</c:v>
                </c:pt>
                <c:pt idx="139">
                  <c:v>0.95143076746859756</c:v>
                </c:pt>
                <c:pt idx="140">
                  <c:v>0.95327122511594098</c:v>
                </c:pt>
                <c:pt idx="141">
                  <c:v>0.95504724560293153</c:v>
                </c:pt>
                <c:pt idx="142">
                  <c:v>0.95681318922286496</c:v>
                </c:pt>
                <c:pt idx="143">
                  <c:v>0.95856934122937154</c:v>
                </c:pt>
                <c:pt idx="144">
                  <c:v>0.96018170781596757</c:v>
                </c:pt>
                <c:pt idx="145">
                  <c:v>0.96177368567978616</c:v>
                </c:pt>
                <c:pt idx="146">
                  <c:v>0.96334071327606263</c:v>
                </c:pt>
                <c:pt idx="147">
                  <c:v>0.96490082441439529</c:v>
                </c:pt>
                <c:pt idx="148">
                  <c:v>0.96639376523538689</c:v>
                </c:pt>
                <c:pt idx="149">
                  <c:v>0.9677689691932998</c:v>
                </c:pt>
                <c:pt idx="150">
                  <c:v>0.96909503161697408</c:v>
                </c:pt>
                <c:pt idx="151">
                  <c:v>0.97036290481431942</c:v>
                </c:pt>
                <c:pt idx="152">
                  <c:v>0.97151134847619602</c:v>
                </c:pt>
                <c:pt idx="153">
                  <c:v>0.97262401228576389</c:v>
                </c:pt>
                <c:pt idx="154">
                  <c:v>0.97368372322079644</c:v>
                </c:pt>
                <c:pt idx="155">
                  <c:v>0.97471141789210203</c:v>
                </c:pt>
                <c:pt idx="156">
                  <c:v>0.97553971650942028</c:v>
                </c:pt>
                <c:pt idx="157">
                  <c:v>0.97636064628418728</c:v>
                </c:pt>
                <c:pt idx="158">
                  <c:v>0.97712269568948684</c:v>
                </c:pt>
                <c:pt idx="159">
                  <c:v>0.9778577917687491</c:v>
                </c:pt>
                <c:pt idx="160">
                  <c:v>0.97857826702893469</c:v>
                </c:pt>
                <c:pt idx="161">
                  <c:v>0.97929821953358209</c:v>
                </c:pt>
                <c:pt idx="162">
                  <c:v>0.9799607191935058</c:v>
                </c:pt>
                <c:pt idx="163">
                  <c:v>0.9805596713827972</c:v>
                </c:pt>
                <c:pt idx="164">
                  <c:v>0.98115588036211643</c:v>
                </c:pt>
                <c:pt idx="165">
                  <c:v>0.98173556348052415</c:v>
                </c:pt>
                <c:pt idx="166">
                  <c:v>0.98230641001966557</c:v>
                </c:pt>
                <c:pt idx="167">
                  <c:v>0.98287145472625959</c:v>
                </c:pt>
                <c:pt idx="168">
                  <c:v>0.98343289417888469</c:v>
                </c:pt>
                <c:pt idx="169">
                  <c:v>0.98397664162361853</c:v>
                </c:pt>
                <c:pt idx="170">
                  <c:v>0.98451545430629628</c:v>
                </c:pt>
                <c:pt idx="171">
                  <c:v>0.98505398173534542</c:v>
                </c:pt>
                <c:pt idx="172">
                  <c:v>0.98559242120072665</c:v>
                </c:pt>
                <c:pt idx="173">
                  <c:v>0.98612994333066051</c:v>
                </c:pt>
                <c:pt idx="174">
                  <c:v>0.98666724555141028</c:v>
                </c:pt>
                <c:pt idx="175">
                  <c:v>0.98720370206427521</c:v>
                </c:pt>
                <c:pt idx="176">
                  <c:v>0.98773872225602222</c:v>
                </c:pt>
                <c:pt idx="177">
                  <c:v>0.98827373616464953</c:v>
                </c:pt>
                <c:pt idx="178">
                  <c:v>0.9888086457734937</c:v>
                </c:pt>
                <c:pt idx="179">
                  <c:v>0.98934259280842951</c:v>
                </c:pt>
                <c:pt idx="180">
                  <c:v>0.98987621814764748</c:v>
                </c:pt>
                <c:pt idx="181">
                  <c:v>0.99040922522790475</c:v>
                </c:pt>
                <c:pt idx="182">
                  <c:v>0.99094221722868026</c:v>
                </c:pt>
                <c:pt idx="183">
                  <c:v>0.99147506346107805</c:v>
                </c:pt>
                <c:pt idx="184">
                  <c:v>0.99200787199476059</c:v>
                </c:pt>
                <c:pt idx="185">
                  <c:v>0.99254068052844335</c:v>
                </c:pt>
                <c:pt idx="186">
                  <c:v>0.99307348906212556</c:v>
                </c:pt>
                <c:pt idx="187">
                  <c:v>0.99360629759580865</c:v>
                </c:pt>
                <c:pt idx="188">
                  <c:v>0.99413910612949163</c:v>
                </c:pt>
                <c:pt idx="189">
                  <c:v>0.99467191466317773</c:v>
                </c:pt>
                <c:pt idx="190">
                  <c:v>0.99520472319685649</c:v>
                </c:pt>
                <c:pt idx="191">
                  <c:v>0.99573753173053858</c:v>
                </c:pt>
                <c:pt idx="192">
                  <c:v>0.99627034026422157</c:v>
                </c:pt>
                <c:pt idx="193">
                  <c:v>0.99680314879790166</c:v>
                </c:pt>
                <c:pt idx="194">
                  <c:v>0.99733595733158764</c:v>
                </c:pt>
                <c:pt idx="195">
                  <c:v>0.99786876586526652</c:v>
                </c:pt>
                <c:pt idx="196">
                  <c:v>0.9984015743989525</c:v>
                </c:pt>
                <c:pt idx="197">
                  <c:v>0.99893438293263292</c:v>
                </c:pt>
                <c:pt idx="198">
                  <c:v>0.99946719146631535</c:v>
                </c:pt>
                <c:pt idx="199">
                  <c:v>1.0000000000000004</c:v>
                </c:pt>
              </c:numCache>
            </c:numRef>
          </c:yVal>
        </c:ser>
        <c:ser>
          <c:idx val="3"/>
          <c:order val="3"/>
          <c:tx>
            <c:v>TR81 nodes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'\\stl.umsl.edu\steamboat\c\campbelljf\my documents\Hub\data\TurkishNetwork\[Turkish networkGini.xlsx]Flow'!$DA$3:$DA$83</c:f>
              <c:numCache>
                <c:formatCode>General</c:formatCode>
                <c:ptCount val="81"/>
                <c:pt idx="0">
                  <c:v>1.2345679012345711E-2</c:v>
                </c:pt>
                <c:pt idx="1">
                  <c:v>2.4691358024691412E-2</c:v>
                </c:pt>
                <c:pt idx="2">
                  <c:v>3.7037037037037056E-2</c:v>
                </c:pt>
                <c:pt idx="3">
                  <c:v>4.9382716049382935E-2</c:v>
                </c:pt>
                <c:pt idx="4">
                  <c:v>6.1728395061728392E-2</c:v>
                </c:pt>
                <c:pt idx="5">
                  <c:v>7.407407407407407E-2</c:v>
                </c:pt>
                <c:pt idx="6">
                  <c:v>8.6419753086419679E-2</c:v>
                </c:pt>
                <c:pt idx="7">
                  <c:v>9.8765432098765774E-2</c:v>
                </c:pt>
                <c:pt idx="8">
                  <c:v>0.1111111111111111</c:v>
                </c:pt>
                <c:pt idx="9">
                  <c:v>0.12345679012345678</c:v>
                </c:pt>
                <c:pt idx="10">
                  <c:v>0.13580246913580246</c:v>
                </c:pt>
                <c:pt idx="11">
                  <c:v>0.14814814814814853</c:v>
                </c:pt>
                <c:pt idx="12">
                  <c:v>0.16049382716049432</c:v>
                </c:pt>
                <c:pt idx="13">
                  <c:v>0.17283950617283986</c:v>
                </c:pt>
                <c:pt idx="14">
                  <c:v>0.18518518518518559</c:v>
                </c:pt>
                <c:pt idx="15">
                  <c:v>0.19753086419753091</c:v>
                </c:pt>
                <c:pt idx="16">
                  <c:v>0.20987654320987637</c:v>
                </c:pt>
                <c:pt idx="17">
                  <c:v>0.22222222222222221</c:v>
                </c:pt>
                <c:pt idx="18">
                  <c:v>0.23456790123456789</c:v>
                </c:pt>
                <c:pt idx="19">
                  <c:v>0.24691358024691407</c:v>
                </c:pt>
                <c:pt idx="20">
                  <c:v>0.2592592592592593</c:v>
                </c:pt>
                <c:pt idx="21">
                  <c:v>0.27160493827160492</c:v>
                </c:pt>
                <c:pt idx="22">
                  <c:v>0.28395061728395188</c:v>
                </c:pt>
                <c:pt idx="23">
                  <c:v>0.29629629629629628</c:v>
                </c:pt>
                <c:pt idx="24">
                  <c:v>0.30864197530864357</c:v>
                </c:pt>
                <c:pt idx="25">
                  <c:v>0.32098765432098864</c:v>
                </c:pt>
                <c:pt idx="26">
                  <c:v>0.33333333333333331</c:v>
                </c:pt>
                <c:pt idx="27">
                  <c:v>0.34567901234567938</c:v>
                </c:pt>
                <c:pt idx="28">
                  <c:v>0.35802469135802623</c:v>
                </c:pt>
                <c:pt idx="29">
                  <c:v>0.37037037037037196</c:v>
                </c:pt>
                <c:pt idx="30">
                  <c:v>0.38271604938271714</c:v>
                </c:pt>
                <c:pt idx="31">
                  <c:v>0.39506172839506293</c:v>
                </c:pt>
                <c:pt idx="32">
                  <c:v>0.40740740740740738</c:v>
                </c:pt>
                <c:pt idx="33">
                  <c:v>0.41975308641975306</c:v>
                </c:pt>
                <c:pt idx="34">
                  <c:v>0.43209876543209963</c:v>
                </c:pt>
                <c:pt idx="35">
                  <c:v>0.44444444444444442</c:v>
                </c:pt>
                <c:pt idx="36">
                  <c:v>0.45679012345678927</c:v>
                </c:pt>
                <c:pt idx="37">
                  <c:v>0.46913580246913505</c:v>
                </c:pt>
                <c:pt idx="38">
                  <c:v>0.48148148148148223</c:v>
                </c:pt>
                <c:pt idx="39">
                  <c:v>0.49382716049382808</c:v>
                </c:pt>
                <c:pt idx="40">
                  <c:v>0.50617283950617364</c:v>
                </c:pt>
                <c:pt idx="41">
                  <c:v>0.5185185185185186</c:v>
                </c:pt>
                <c:pt idx="42">
                  <c:v>0.53086419753086433</c:v>
                </c:pt>
                <c:pt idx="43">
                  <c:v>0.5432098765432124</c:v>
                </c:pt>
                <c:pt idx="44">
                  <c:v>0.5555555555555558</c:v>
                </c:pt>
                <c:pt idx="45">
                  <c:v>0.56790123456790165</c:v>
                </c:pt>
                <c:pt idx="46">
                  <c:v>0.58024691358024727</c:v>
                </c:pt>
                <c:pt idx="47">
                  <c:v>0.592592592592593</c:v>
                </c:pt>
                <c:pt idx="48">
                  <c:v>0.60493827160493874</c:v>
                </c:pt>
                <c:pt idx="49">
                  <c:v>0.61728395061728469</c:v>
                </c:pt>
                <c:pt idx="50">
                  <c:v>0.62962962962963276</c:v>
                </c:pt>
                <c:pt idx="51">
                  <c:v>0.64197530864197783</c:v>
                </c:pt>
                <c:pt idx="52">
                  <c:v>0.65432098765432323</c:v>
                </c:pt>
                <c:pt idx="53">
                  <c:v>0.66666666666666763</c:v>
                </c:pt>
                <c:pt idx="54">
                  <c:v>0.67901234567901314</c:v>
                </c:pt>
                <c:pt idx="55">
                  <c:v>0.69135802469135887</c:v>
                </c:pt>
                <c:pt idx="56">
                  <c:v>0.70370370370370461</c:v>
                </c:pt>
                <c:pt idx="57">
                  <c:v>0.71604938271605034</c:v>
                </c:pt>
                <c:pt idx="58">
                  <c:v>0.72839506172839663</c:v>
                </c:pt>
                <c:pt idx="59">
                  <c:v>0.74074074074074181</c:v>
                </c:pt>
                <c:pt idx="60">
                  <c:v>0.75308641975308765</c:v>
                </c:pt>
                <c:pt idx="61">
                  <c:v>0.76543209876543328</c:v>
                </c:pt>
                <c:pt idx="62">
                  <c:v>0.77777777777778057</c:v>
                </c:pt>
                <c:pt idx="63">
                  <c:v>0.79012345679012475</c:v>
                </c:pt>
                <c:pt idx="64">
                  <c:v>0.80246913580247048</c:v>
                </c:pt>
                <c:pt idx="65">
                  <c:v>0.81481481481481766</c:v>
                </c:pt>
                <c:pt idx="66">
                  <c:v>0.8271604938271615</c:v>
                </c:pt>
                <c:pt idx="67">
                  <c:v>0.83950617283950768</c:v>
                </c:pt>
                <c:pt idx="68">
                  <c:v>0.85185185185185364</c:v>
                </c:pt>
                <c:pt idx="69">
                  <c:v>0.86419753086420004</c:v>
                </c:pt>
                <c:pt idx="70">
                  <c:v>0.87654320987654488</c:v>
                </c:pt>
                <c:pt idx="71">
                  <c:v>0.88888888888889062</c:v>
                </c:pt>
                <c:pt idx="72">
                  <c:v>0.90123456790123369</c:v>
                </c:pt>
                <c:pt idx="73">
                  <c:v>0.91358024691358264</c:v>
                </c:pt>
                <c:pt idx="74">
                  <c:v>0.92592592592592748</c:v>
                </c:pt>
                <c:pt idx="75">
                  <c:v>0.93827160493827499</c:v>
                </c:pt>
                <c:pt idx="76">
                  <c:v>0.95061728395061929</c:v>
                </c:pt>
                <c:pt idx="77">
                  <c:v>0.96296296296296247</c:v>
                </c:pt>
                <c:pt idx="78">
                  <c:v>0.97530864197531053</c:v>
                </c:pt>
                <c:pt idx="79">
                  <c:v>0.98765432098765438</c:v>
                </c:pt>
                <c:pt idx="80">
                  <c:v>1</c:v>
                </c:pt>
              </c:numCache>
            </c:numRef>
          </c:xVal>
          <c:yVal>
            <c:numRef>
              <c:f>'\\stl.umsl.edu\steamboat\c\campbelljf\my documents\Hub\data\TurkishNetwork\[Turkish networkGini.xlsx]Flow'!$DB$3:$DB$83</c:f>
              <c:numCache>
                <c:formatCode>General</c:formatCode>
                <c:ptCount val="81"/>
                <c:pt idx="0">
                  <c:v>0.1381343723432967</c:v>
                </c:pt>
                <c:pt idx="1">
                  <c:v>0.19666062376615787</c:v>
                </c:pt>
                <c:pt idx="2">
                  <c:v>0.24614611830492322</c:v>
                </c:pt>
                <c:pt idx="3">
                  <c:v>0.27863348570288432</c:v>
                </c:pt>
                <c:pt idx="4">
                  <c:v>0.31014407106924052</c:v>
                </c:pt>
                <c:pt idx="5">
                  <c:v>0.33762611613173832</c:v>
                </c:pt>
                <c:pt idx="6">
                  <c:v>0.36320609519342978</c:v>
                </c:pt>
                <c:pt idx="7">
                  <c:v>0.38778231538715729</c:v>
                </c:pt>
                <c:pt idx="8">
                  <c:v>0.40929758823794732</c:v>
                </c:pt>
                <c:pt idx="9">
                  <c:v>0.42962223230114188</c:v>
                </c:pt>
                <c:pt idx="10">
                  <c:v>0.44880284650571095</c:v>
                </c:pt>
                <c:pt idx="11">
                  <c:v>0.46761274547185488</c:v>
                </c:pt>
                <c:pt idx="12">
                  <c:v>0.48632738508748946</c:v>
                </c:pt>
                <c:pt idx="13">
                  <c:v>0.50438251756120756</c:v>
                </c:pt>
                <c:pt idx="14">
                  <c:v>0.52239249180140557</c:v>
                </c:pt>
                <c:pt idx="15">
                  <c:v>0.53848085325523287</c:v>
                </c:pt>
                <c:pt idx="16">
                  <c:v>0.55433322492526316</c:v>
                </c:pt>
                <c:pt idx="17">
                  <c:v>0.56932436371477635</c:v>
                </c:pt>
                <c:pt idx="18">
                  <c:v>0.58391098621027659</c:v>
                </c:pt>
                <c:pt idx="19">
                  <c:v>0.59813551368919415</c:v>
                </c:pt>
                <c:pt idx="20">
                  <c:v>0.61216144058126154</c:v>
                </c:pt>
                <c:pt idx="21">
                  <c:v>0.62544977834511806</c:v>
                </c:pt>
                <c:pt idx="22">
                  <c:v>0.63858582901982563</c:v>
                </c:pt>
                <c:pt idx="23">
                  <c:v>0.65136689226843558</c:v>
                </c:pt>
                <c:pt idx="24">
                  <c:v>0.66409396580477764</c:v>
                </c:pt>
                <c:pt idx="25">
                  <c:v>0.67649364536332102</c:v>
                </c:pt>
                <c:pt idx="26">
                  <c:v>0.68866096398495957</c:v>
                </c:pt>
                <c:pt idx="27">
                  <c:v>0.69999060732480511</c:v>
                </c:pt>
                <c:pt idx="28">
                  <c:v>0.71130420445489329</c:v>
                </c:pt>
                <c:pt idx="29">
                  <c:v>0.72202519059393888</c:v>
                </c:pt>
                <c:pt idx="30">
                  <c:v>0.73260723890830204</c:v>
                </c:pt>
                <c:pt idx="31">
                  <c:v>0.74317570399417676</c:v>
                </c:pt>
                <c:pt idx="32">
                  <c:v>0.75341341741835965</c:v>
                </c:pt>
                <c:pt idx="33">
                  <c:v>0.76326301808950026</c:v>
                </c:pt>
                <c:pt idx="34">
                  <c:v>0.77261872557786782</c:v>
                </c:pt>
                <c:pt idx="35">
                  <c:v>0.78197114877906959</c:v>
                </c:pt>
                <c:pt idx="36">
                  <c:v>0.79120425544705097</c:v>
                </c:pt>
                <c:pt idx="37">
                  <c:v>0.80016060388993249</c:v>
                </c:pt>
                <c:pt idx="38">
                  <c:v>0.80870693027610963</c:v>
                </c:pt>
                <c:pt idx="39">
                  <c:v>0.8166424158429717</c:v>
                </c:pt>
                <c:pt idx="40">
                  <c:v>0.8245042711002345</c:v>
                </c:pt>
                <c:pt idx="41">
                  <c:v>0.8322145430492115</c:v>
                </c:pt>
                <c:pt idx="42">
                  <c:v>0.83919624449515262</c:v>
                </c:pt>
                <c:pt idx="43">
                  <c:v>0.84608526994984223</c:v>
                </c:pt>
                <c:pt idx="44">
                  <c:v>0.85294364595638661</c:v>
                </c:pt>
                <c:pt idx="45">
                  <c:v>0.85975592631340325</c:v>
                </c:pt>
                <c:pt idx="46">
                  <c:v>0.86580390977107202</c:v>
                </c:pt>
                <c:pt idx="47">
                  <c:v>0.87175420344800947</c:v>
                </c:pt>
                <c:pt idx="48">
                  <c:v>0.87759355493247704</c:v>
                </c:pt>
                <c:pt idx="49">
                  <c:v>0.88335545240436764</c:v>
                </c:pt>
                <c:pt idx="50">
                  <c:v>0.88899700727030162</c:v>
                </c:pt>
                <c:pt idx="51">
                  <c:v>0.89449563675998733</c:v>
                </c:pt>
                <c:pt idx="52">
                  <c:v>0.89998367116908762</c:v>
                </c:pt>
                <c:pt idx="53">
                  <c:v>0.90529134747387263</c:v>
                </c:pt>
                <c:pt idx="54">
                  <c:v>0.9105223386598581</c:v>
                </c:pt>
                <c:pt idx="55">
                  <c:v>0.91545918672461757</c:v>
                </c:pt>
                <c:pt idx="56">
                  <c:v>0.92034437856442064</c:v>
                </c:pt>
                <c:pt idx="57">
                  <c:v>0.92518903830180765</c:v>
                </c:pt>
                <c:pt idx="58">
                  <c:v>0.92995163921431945</c:v>
                </c:pt>
                <c:pt idx="59">
                  <c:v>0.93467562280580641</c:v>
                </c:pt>
                <c:pt idx="60">
                  <c:v>0.93933433605093331</c:v>
                </c:pt>
                <c:pt idx="61">
                  <c:v>0.94340404768772168</c:v>
                </c:pt>
                <c:pt idx="62">
                  <c:v>0.94746927224798883</c:v>
                </c:pt>
                <c:pt idx="63">
                  <c:v>0.95143426029395817</c:v>
                </c:pt>
                <c:pt idx="64">
                  <c:v>0.95529609008024086</c:v>
                </c:pt>
                <c:pt idx="65">
                  <c:v>0.95911192831575787</c:v>
                </c:pt>
                <c:pt idx="66">
                  <c:v>0.9629202612066452</c:v>
                </c:pt>
                <c:pt idx="67">
                  <c:v>0.9665780402826305</c:v>
                </c:pt>
                <c:pt idx="68">
                  <c:v>0.97013629368351828</c:v>
                </c:pt>
                <c:pt idx="69">
                  <c:v>0.97352927019145563</c:v>
                </c:pt>
                <c:pt idx="70">
                  <c:v>0.97691515873304269</c:v>
                </c:pt>
                <c:pt idx="71">
                  <c:v>0.97983878224909138</c:v>
                </c:pt>
                <c:pt idx="72">
                  <c:v>0.98272646847945822</c:v>
                </c:pt>
                <c:pt idx="73">
                  <c:v>0.98553931639246728</c:v>
                </c:pt>
                <c:pt idx="74">
                  <c:v>0.98831046824294111</c:v>
                </c:pt>
                <c:pt idx="75">
                  <c:v>0.99084803082412565</c:v>
                </c:pt>
                <c:pt idx="76">
                  <c:v>0.9933849772030019</c:v>
                </c:pt>
                <c:pt idx="77">
                  <c:v>0.99539821393686012</c:v>
                </c:pt>
                <c:pt idx="78">
                  <c:v>0.99712522767905465</c:v>
                </c:pt>
                <c:pt idx="79">
                  <c:v>0.99859100437239734</c:v>
                </c:pt>
                <c:pt idx="80">
                  <c:v>1.0000000000000002</c:v>
                </c:pt>
              </c:numCache>
            </c:numRef>
          </c:yVal>
        </c:ser>
        <c:ser>
          <c:idx val="2"/>
          <c:order val="4"/>
          <c:tx>
            <c:v>CAB25 nodes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xVal>
            <c:numRef>
              <c:f>DDhigh.a2!$N$7:$N$32</c:f>
              <c:numCache>
                <c:formatCode>General</c:formatCode>
                <c:ptCount val="26"/>
                <c:pt idx="0">
                  <c:v>0</c:v>
                </c:pt>
                <c:pt idx="1">
                  <c:v>4.0000000000000022E-2</c:v>
                </c:pt>
                <c:pt idx="2">
                  <c:v>8.0000000000000043E-2</c:v>
                </c:pt>
                <c:pt idx="3">
                  <c:v>0.12000000000000002</c:v>
                </c:pt>
                <c:pt idx="4">
                  <c:v>0.16</c:v>
                </c:pt>
                <c:pt idx="5">
                  <c:v>0.2</c:v>
                </c:pt>
                <c:pt idx="6">
                  <c:v>0.24000000000000021</c:v>
                </c:pt>
                <c:pt idx="7">
                  <c:v>0.28000000000000008</c:v>
                </c:pt>
                <c:pt idx="8">
                  <c:v>0.32000000000000084</c:v>
                </c:pt>
                <c:pt idx="9">
                  <c:v>0.36000000000000032</c:v>
                </c:pt>
                <c:pt idx="10">
                  <c:v>0.40000000000000008</c:v>
                </c:pt>
                <c:pt idx="11">
                  <c:v>0.44000000000000006</c:v>
                </c:pt>
                <c:pt idx="12">
                  <c:v>0.48000000000000032</c:v>
                </c:pt>
                <c:pt idx="13">
                  <c:v>0.51999999999999991</c:v>
                </c:pt>
                <c:pt idx="14">
                  <c:v>0.55999999999999994</c:v>
                </c:pt>
                <c:pt idx="15">
                  <c:v>0.60000000000000064</c:v>
                </c:pt>
                <c:pt idx="16">
                  <c:v>0.64000000000000168</c:v>
                </c:pt>
                <c:pt idx="17">
                  <c:v>0.68</c:v>
                </c:pt>
                <c:pt idx="18">
                  <c:v>0.72000000000000064</c:v>
                </c:pt>
                <c:pt idx="19">
                  <c:v>0.76000000000000179</c:v>
                </c:pt>
                <c:pt idx="20">
                  <c:v>0.8000000000000006</c:v>
                </c:pt>
                <c:pt idx="21">
                  <c:v>0.84000000000000064</c:v>
                </c:pt>
                <c:pt idx="22">
                  <c:v>0.88000000000000023</c:v>
                </c:pt>
                <c:pt idx="23">
                  <c:v>0.9200000000000006</c:v>
                </c:pt>
                <c:pt idx="24">
                  <c:v>0.96000000000000063</c:v>
                </c:pt>
                <c:pt idx="25">
                  <c:v>1.0000000000000002</c:v>
                </c:pt>
              </c:numCache>
            </c:numRef>
          </c:xVal>
          <c:yVal>
            <c:numRef>
              <c:f>DDhigh.a2!$O$7:$O$32</c:f>
              <c:numCache>
                <c:formatCode>0.0000</c:formatCode>
                <c:ptCount val="26"/>
                <c:pt idx="0" formatCode="General">
                  <c:v>0</c:v>
                </c:pt>
                <c:pt idx="1">
                  <c:v>0.16983016983016991</c:v>
                </c:pt>
                <c:pt idx="2">
                  <c:v>0.26973026973026981</c:v>
                </c:pt>
                <c:pt idx="3">
                  <c:v>0.3426573426573426</c:v>
                </c:pt>
                <c:pt idx="4">
                  <c:v>0.40359640359640381</c:v>
                </c:pt>
                <c:pt idx="5">
                  <c:v>0.46053946053946082</c:v>
                </c:pt>
                <c:pt idx="6">
                  <c:v>0.51548451548451568</c:v>
                </c:pt>
                <c:pt idx="7">
                  <c:v>0.56643356643356668</c:v>
                </c:pt>
                <c:pt idx="8">
                  <c:v>0.60939060939060963</c:v>
                </c:pt>
                <c:pt idx="9">
                  <c:v>0.6453546453546456</c:v>
                </c:pt>
                <c:pt idx="10">
                  <c:v>0.67632367632367996</c:v>
                </c:pt>
                <c:pt idx="11">
                  <c:v>0.70629370629370802</c:v>
                </c:pt>
                <c:pt idx="12">
                  <c:v>0.73526473526473513</c:v>
                </c:pt>
                <c:pt idx="13">
                  <c:v>0.76323676323676259</c:v>
                </c:pt>
                <c:pt idx="14">
                  <c:v>0.79120879120879162</c:v>
                </c:pt>
                <c:pt idx="15">
                  <c:v>0.81618381618381852</c:v>
                </c:pt>
                <c:pt idx="16">
                  <c:v>0.84015984015984169</c:v>
                </c:pt>
                <c:pt idx="17">
                  <c:v>0.86413586413586463</c:v>
                </c:pt>
                <c:pt idx="18">
                  <c:v>0.88411588411588404</c:v>
                </c:pt>
                <c:pt idx="19">
                  <c:v>0.90309690309690249</c:v>
                </c:pt>
                <c:pt idx="20">
                  <c:v>0.92207792207792216</c:v>
                </c:pt>
                <c:pt idx="21">
                  <c:v>0.94005994005994009</c:v>
                </c:pt>
                <c:pt idx="22">
                  <c:v>0.9570429570429565</c:v>
                </c:pt>
                <c:pt idx="23">
                  <c:v>0.97302697302697305</c:v>
                </c:pt>
                <c:pt idx="24">
                  <c:v>0.98801198801198631</c:v>
                </c:pt>
                <c:pt idx="25">
                  <c:v>1</c:v>
                </c:pt>
              </c:numCache>
            </c:numRef>
          </c:yVal>
        </c:ser>
        <c:ser>
          <c:idx val="5"/>
          <c:order val="5"/>
          <c:tx>
            <c:v>AP20 nodes</c:v>
          </c:tx>
          <c:spPr>
            <a:ln>
              <a:solidFill>
                <a:srgbClr val="008000"/>
              </a:solidFill>
            </a:ln>
          </c:spPr>
          <c:marker>
            <c:symbol val="diamond"/>
            <c:size val="5"/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xVal>
            <c:numRef>
              <c:f>'\\stl.umsl.edu\steamboat\c\campbelljf\my documents\Hub\data\AP200\[AP200Gini.xlsx]Sheet1'!$HA$29:$HA$49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0.15000000000000024</c:v>
                </c:pt>
                <c:pt idx="4">
                  <c:v>0.2</c:v>
                </c:pt>
                <c:pt idx="5">
                  <c:v>0.25</c:v>
                </c:pt>
                <c:pt idx="6">
                  <c:v>0.30000000000000032</c:v>
                </c:pt>
                <c:pt idx="7">
                  <c:v>0.35000000000000031</c:v>
                </c:pt>
                <c:pt idx="8">
                  <c:v>0.40000000000000008</c:v>
                </c:pt>
                <c:pt idx="9">
                  <c:v>0.45</c:v>
                </c:pt>
                <c:pt idx="10">
                  <c:v>0.5</c:v>
                </c:pt>
                <c:pt idx="11">
                  <c:v>0.54999999999999993</c:v>
                </c:pt>
                <c:pt idx="12">
                  <c:v>0.60000000000000064</c:v>
                </c:pt>
                <c:pt idx="13">
                  <c:v>0.6500000000000018</c:v>
                </c:pt>
                <c:pt idx="14">
                  <c:v>0.70000000000000062</c:v>
                </c:pt>
                <c:pt idx="15">
                  <c:v>0.75000000000000167</c:v>
                </c:pt>
                <c:pt idx="16">
                  <c:v>0.8000000000000006</c:v>
                </c:pt>
                <c:pt idx="17">
                  <c:v>0.85000000000000064</c:v>
                </c:pt>
                <c:pt idx="18">
                  <c:v>0.90000000000000024</c:v>
                </c:pt>
                <c:pt idx="19">
                  <c:v>0.95000000000000062</c:v>
                </c:pt>
                <c:pt idx="20">
                  <c:v>1.0000000000000002</c:v>
                </c:pt>
              </c:numCache>
            </c:numRef>
          </c:xVal>
          <c:yVal>
            <c:numRef>
              <c:f>'\\stl.umsl.edu\steamboat\c\campbelljf\my documents\Hub\data\AP200\[AP200Gini.xlsx]Sheet1'!$HB$29:$HB$49</c:f>
              <c:numCache>
                <c:formatCode>General</c:formatCode>
                <c:ptCount val="21"/>
                <c:pt idx="0">
                  <c:v>0</c:v>
                </c:pt>
                <c:pt idx="1">
                  <c:v>0.21334982442765021</c:v>
                </c:pt>
                <c:pt idx="2">
                  <c:v>0.29652357511258987</c:v>
                </c:pt>
                <c:pt idx="3">
                  <c:v>0.35826555742799493</c:v>
                </c:pt>
                <c:pt idx="4">
                  <c:v>0.41238166105699386</c:v>
                </c:pt>
                <c:pt idx="5">
                  <c:v>0.46504225869098365</c:v>
                </c:pt>
                <c:pt idx="6">
                  <c:v>0.5150979528905526</c:v>
                </c:pt>
                <c:pt idx="7">
                  <c:v>0.56166837557045224</c:v>
                </c:pt>
                <c:pt idx="8">
                  <c:v>0.60776773141875784</c:v>
                </c:pt>
                <c:pt idx="9">
                  <c:v>0.64648906256548466</c:v>
                </c:pt>
                <c:pt idx="10">
                  <c:v>0.68246632295070697</c:v>
                </c:pt>
                <c:pt idx="11">
                  <c:v>0.71830515490371394</c:v>
                </c:pt>
                <c:pt idx="12">
                  <c:v>0.75402250902428769</c:v>
                </c:pt>
                <c:pt idx="13">
                  <c:v>0.78825709972083458</c:v>
                </c:pt>
                <c:pt idx="14">
                  <c:v>0.82231558965725415</c:v>
                </c:pt>
                <c:pt idx="15">
                  <c:v>0.85531955851535169</c:v>
                </c:pt>
                <c:pt idx="16">
                  <c:v>0.88828362579474196</c:v>
                </c:pt>
                <c:pt idx="17">
                  <c:v>0.91933381843204609</c:v>
                </c:pt>
                <c:pt idx="18">
                  <c:v>0.94948768009069751</c:v>
                </c:pt>
                <c:pt idx="19">
                  <c:v>0.97557689875400078</c:v>
                </c:pt>
                <c:pt idx="20">
                  <c:v>0.99999999999999989</c:v>
                </c:pt>
              </c:numCache>
            </c:numRef>
          </c:yVal>
        </c:ser>
        <c:axId val="43569536"/>
        <c:axId val="43571840"/>
      </c:scatterChart>
      <c:valAx>
        <c:axId val="43569536"/>
        <c:scaling>
          <c:orientation val="minMax"/>
          <c:max val="1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Cumulative % </a:t>
                </a:r>
                <a:r>
                  <a:rPr lang="en-US" dirty="0"/>
                  <a:t>of o-d pairs or nodes</a:t>
                </a:r>
              </a:p>
            </c:rich>
          </c:tx>
        </c:title>
        <c:numFmt formatCode="General" sourceLinked="1"/>
        <c:tickLblPos val="nextTo"/>
        <c:crossAx val="43571840"/>
        <c:crosses val="autoZero"/>
        <c:crossBetween val="midCat"/>
      </c:valAx>
      <c:valAx>
        <c:axId val="43571840"/>
        <c:scaling>
          <c:orientation val="minMax"/>
          <c:max val="1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 cumulative % of demand</a:t>
                </a:r>
              </a:p>
            </c:rich>
          </c:tx>
        </c:title>
        <c:numFmt formatCode="General" sourceLinked="1"/>
        <c:tickLblPos val="nextTo"/>
        <c:crossAx val="4356953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9554794144455789"/>
          <c:y val="0.36569564739897231"/>
          <c:w val="0.27908480702207572"/>
          <c:h val="0.45738159958984353"/>
        </c:manualLayout>
      </c:layout>
    </c:legend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/>
              <a:t>Cumulative Distribution of Demand</a:t>
            </a:r>
          </a:p>
        </c:rich>
      </c:tx>
      <c:overlay val="1"/>
    </c:title>
    <c:plotArea>
      <c:layout>
        <c:manualLayout>
          <c:layoutTarget val="inner"/>
          <c:xMode val="edge"/>
          <c:yMode val="edge"/>
          <c:x val="0.15040507436570441"/>
          <c:y val="0.15788203557888641"/>
          <c:w val="0.63059492563429664"/>
          <c:h val="0.59357210557013407"/>
        </c:manualLayout>
      </c:layout>
      <c:scatterChart>
        <c:scatterStyle val="lineMarker"/>
        <c:ser>
          <c:idx val="1"/>
          <c:order val="0"/>
          <c:tx>
            <c:v>CAB25</c:v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xVal>
            <c:numRef>
              <c:f>'25.3.2'!$AC$4:$AC$29</c:f>
              <c:numCache>
                <c:formatCode>General</c:formatCode>
                <c:ptCount val="26"/>
                <c:pt idx="0">
                  <c:v>1</c:v>
                </c:pt>
                <c:pt idx="1">
                  <c:v>0.95293286861934035</c:v>
                </c:pt>
                <c:pt idx="2">
                  <c:v>0.9353702014704206</c:v>
                </c:pt>
                <c:pt idx="3">
                  <c:v>0.78479245491756111</c:v>
                </c:pt>
                <c:pt idx="4">
                  <c:v>0.53976801774632921</c:v>
                </c:pt>
                <c:pt idx="5">
                  <c:v>0.48517442221114482</c:v>
                </c:pt>
                <c:pt idx="6">
                  <c:v>0.4650384804834668</c:v>
                </c:pt>
                <c:pt idx="7">
                  <c:v>0.42053349635238135</c:v>
                </c:pt>
                <c:pt idx="8">
                  <c:v>0.4055605733956586</c:v>
                </c:pt>
                <c:pt idx="9">
                  <c:v>0.3796432270201201</c:v>
                </c:pt>
                <c:pt idx="10">
                  <c:v>0.32803255175814638</c:v>
                </c:pt>
                <c:pt idx="11">
                  <c:v>0.28311147661119873</c:v>
                </c:pt>
                <c:pt idx="12">
                  <c:v>0.28021292364885125</c:v>
                </c:pt>
                <c:pt idx="13">
                  <c:v>0.24935916959468091</c:v>
                </c:pt>
                <c:pt idx="14">
                  <c:v>0.23469244525102648</c:v>
                </c:pt>
                <c:pt idx="15">
                  <c:v>0.22096975365319471</c:v>
                </c:pt>
                <c:pt idx="16">
                  <c:v>0.21586269889592152</c:v>
                </c:pt>
                <c:pt idx="17">
                  <c:v>0.18500596764242458</c:v>
                </c:pt>
                <c:pt idx="18">
                  <c:v>0.17579486528211474</c:v>
                </c:pt>
                <c:pt idx="19">
                  <c:v>0.17278210305853836</c:v>
                </c:pt>
                <c:pt idx="20">
                  <c:v>0.11720801532479326</c:v>
                </c:pt>
                <c:pt idx="21">
                  <c:v>9.0806593154139262E-2</c:v>
                </c:pt>
                <c:pt idx="22">
                  <c:v>7.5637512287915293E-2</c:v>
                </c:pt>
                <c:pt idx="23">
                  <c:v>6.7857829812335999E-2</c:v>
                </c:pt>
                <c:pt idx="24">
                  <c:v>4.1822278611483313E-2</c:v>
                </c:pt>
                <c:pt idx="25">
                  <c:v>0</c:v>
                </c:pt>
              </c:numCache>
            </c:numRef>
          </c:xVal>
          <c:yVal>
            <c:numRef>
              <c:f>'25.3.2'!$AB$4:$AB$29</c:f>
              <c:numCache>
                <c:formatCode>General</c:formatCode>
                <c:ptCount val="26"/>
                <c:pt idx="0">
                  <c:v>5.0603650778936922E-2</c:v>
                </c:pt>
                <c:pt idx="1">
                  <c:v>6.9823300973820973E-2</c:v>
                </c:pt>
                <c:pt idx="2">
                  <c:v>0.14291252432061025</c:v>
                </c:pt>
                <c:pt idx="3">
                  <c:v>0.15774085371400587</c:v>
                </c:pt>
                <c:pt idx="4">
                  <c:v>0.18207655049314203</c:v>
                </c:pt>
                <c:pt idx="5">
                  <c:v>0.23742898081439015</c:v>
                </c:pt>
                <c:pt idx="6">
                  <c:v>0.26149886856317078</c:v>
                </c:pt>
                <c:pt idx="7">
                  <c:v>0.29222683307230524</c:v>
                </c:pt>
                <c:pt idx="8">
                  <c:v>0.31083396279723946</c:v>
                </c:pt>
                <c:pt idx="9">
                  <c:v>0.3293136899076255</c:v>
                </c:pt>
                <c:pt idx="10">
                  <c:v>0.38984636282045676</c:v>
                </c:pt>
                <c:pt idx="11">
                  <c:v>0.41484821467566702</c:v>
                </c:pt>
                <c:pt idx="12">
                  <c:v>0.43475032294848681</c:v>
                </c:pt>
                <c:pt idx="13">
                  <c:v>0.60427385230807751</c:v>
                </c:pt>
                <c:pt idx="14">
                  <c:v>0.61578754542293757</c:v>
                </c:pt>
                <c:pt idx="15">
                  <c:v>0.65156223950840764</c:v>
                </c:pt>
                <c:pt idx="16">
                  <c:v>0.68000168875619271</c:v>
                </c:pt>
                <c:pt idx="17">
                  <c:v>0.69677299417147665</c:v>
                </c:pt>
                <c:pt idx="18">
                  <c:v>0.72579463748575079</c:v>
                </c:pt>
                <c:pt idx="19">
                  <c:v>0.78298500221688905</c:v>
                </c:pt>
                <c:pt idx="20">
                  <c:v>0.88336423368019701</c:v>
                </c:pt>
                <c:pt idx="21">
                  <c:v>0.91181234992896731</c:v>
                </c:pt>
                <c:pt idx="22">
                  <c:v>0.95457110681202018</c:v>
                </c:pt>
                <c:pt idx="23">
                  <c:v>0.98446476022587537</c:v>
                </c:pt>
                <c:pt idx="24">
                  <c:v>0.99999999999999978</c:v>
                </c:pt>
                <c:pt idx="25">
                  <c:v>1</c:v>
                </c:pt>
              </c:numCache>
            </c:numRef>
          </c:yVal>
        </c:ser>
        <c:ser>
          <c:idx val="0"/>
          <c:order val="1"/>
          <c:tx>
            <c:v>AP20</c:v>
          </c:tx>
          <c:spPr>
            <a:ln>
              <a:solidFill>
                <a:srgbClr val="008000"/>
              </a:solidFill>
            </a:ln>
          </c:spPr>
          <c:marker>
            <c:symbol val="none"/>
          </c:marker>
          <c:xVal>
            <c:numRef>
              <c:f>'\\stl.umsl.edu\steamboat\c\campbelljf\my documents\Hub\data\AP20\[AP20Gini.xlsx]Sheet1'!$U$4:$U$24</c:f>
              <c:numCache>
                <c:formatCode>General</c:formatCode>
                <c:ptCount val="21"/>
                <c:pt idx="0">
                  <c:v>1</c:v>
                </c:pt>
                <c:pt idx="1">
                  <c:v>0.9208583017334887</c:v>
                </c:pt>
                <c:pt idx="2">
                  <c:v>0.91396910944021259</c:v>
                </c:pt>
                <c:pt idx="3">
                  <c:v>0.69811217061784958</c:v>
                </c:pt>
                <c:pt idx="4">
                  <c:v>0.567826150968197</c:v>
                </c:pt>
                <c:pt idx="5">
                  <c:v>0.51094416500648654</c:v>
                </c:pt>
                <c:pt idx="6">
                  <c:v>0.47900049114224708</c:v>
                </c:pt>
                <c:pt idx="7">
                  <c:v>0.47164007513173656</c:v>
                </c:pt>
                <c:pt idx="8">
                  <c:v>0.45714229720610372</c:v>
                </c:pt>
                <c:pt idx="9">
                  <c:v>0.40799022964798382</c:v>
                </c:pt>
                <c:pt idx="10">
                  <c:v>0.38827811525666162</c:v>
                </c:pt>
                <c:pt idx="11">
                  <c:v>0.3584226876328922</c:v>
                </c:pt>
                <c:pt idx="12">
                  <c:v>0.2566881585142361</c:v>
                </c:pt>
                <c:pt idx="13">
                  <c:v>0.24848154353812624</c:v>
                </c:pt>
                <c:pt idx="14">
                  <c:v>0.24333067627167687</c:v>
                </c:pt>
                <c:pt idx="15">
                  <c:v>0.23587297649316138</c:v>
                </c:pt>
                <c:pt idx="16">
                  <c:v>0.19549757577331461</c:v>
                </c:pt>
                <c:pt idx="17">
                  <c:v>0.16309731238534741</c:v>
                </c:pt>
                <c:pt idx="18">
                  <c:v>9.1934253652297362E-2</c:v>
                </c:pt>
                <c:pt idx="19">
                  <c:v>8.2914852034675565E-2</c:v>
                </c:pt>
                <c:pt idx="20">
                  <c:v>0</c:v>
                </c:pt>
              </c:numCache>
            </c:numRef>
          </c:xVal>
          <c:yVal>
            <c:numRef>
              <c:f>'\\stl.umsl.edu\steamboat\c\campbelljf\my documents\Hub\data\AP20\[AP20Gini.xlsx]Sheet1'!$T$4:$T$24</c:f>
              <c:numCache>
                <c:formatCode>General</c:formatCode>
                <c:ptCount val="21"/>
                <c:pt idx="0">
                  <c:v>3.5717354120573495E-2</c:v>
                </c:pt>
                <c:pt idx="1">
                  <c:v>9.7459336435979621E-2</c:v>
                </c:pt>
                <c:pt idx="2">
                  <c:v>0.12354855509928239</c:v>
                </c:pt>
                <c:pt idx="3">
                  <c:v>0.16226988624600641</c:v>
                </c:pt>
                <c:pt idx="4">
                  <c:v>0.19242374790465777</c:v>
                </c:pt>
                <c:pt idx="5">
                  <c:v>0.22347394054196101</c:v>
                </c:pt>
                <c:pt idx="6">
                  <c:v>0.25770853123850784</c:v>
                </c:pt>
                <c:pt idx="7">
                  <c:v>0.29368579162373482</c:v>
                </c:pt>
                <c:pt idx="8">
                  <c:v>0.34634638925772676</c:v>
                </c:pt>
                <c:pt idx="9">
                  <c:v>0.37931045653711781</c:v>
                </c:pt>
                <c:pt idx="10">
                  <c:v>0.42540981238542436</c:v>
                </c:pt>
                <c:pt idx="11">
                  <c:v>0.46124864433842871</c:v>
                </c:pt>
                <c:pt idx="12">
                  <c:v>0.49530713427485207</c:v>
                </c:pt>
                <c:pt idx="13">
                  <c:v>0.54536282847441908</c:v>
                </c:pt>
                <c:pt idx="14">
                  <c:v>0.56978592972041819</c:v>
                </c:pt>
                <c:pt idx="15">
                  <c:v>0.61635635240031861</c:v>
                </c:pt>
                <c:pt idx="16">
                  <c:v>0.6493603212584137</c:v>
                </c:pt>
                <c:pt idx="17">
                  <c:v>0.70347642488741058</c:v>
                </c:pt>
                <c:pt idx="18">
                  <c:v>0.9168262493150614</c:v>
                </c:pt>
                <c:pt idx="19">
                  <c:v>1</c:v>
                </c:pt>
                <c:pt idx="20">
                  <c:v>1</c:v>
                </c:pt>
              </c:numCache>
            </c:numRef>
          </c:yVal>
        </c:ser>
        <c:ser>
          <c:idx val="2"/>
          <c:order val="2"/>
          <c:tx>
            <c:v>AP200</c:v>
          </c:tx>
          <c:spPr>
            <a:ln>
              <a:solidFill>
                <a:srgbClr val="008000"/>
              </a:solidFill>
              <a:prstDash val="sysDash"/>
            </a:ln>
          </c:spPr>
          <c:marker>
            <c:symbol val="none"/>
          </c:marker>
          <c:xVal>
            <c:numRef>
              <c:f>'\\stl.umsl.edu\steamboat\c\campbelljf\my documents\Hub\data\AP200\[AP200Gini.xlsx]Sheet1'!$AE$4:$AE$204</c:f>
              <c:numCache>
                <c:formatCode>General</c:formatCode>
                <c:ptCount val="201"/>
                <c:pt idx="0">
                  <c:v>1</c:v>
                </c:pt>
                <c:pt idx="1">
                  <c:v>0.99700687444197922</c:v>
                </c:pt>
                <c:pt idx="2">
                  <c:v>0.94768812141384395</c:v>
                </c:pt>
                <c:pt idx="3">
                  <c:v>0.91684031717603165</c:v>
                </c:pt>
                <c:pt idx="4">
                  <c:v>0.91663489743502324</c:v>
                </c:pt>
                <c:pt idx="5">
                  <c:v>0.89633887669906265</c:v>
                </c:pt>
                <c:pt idx="6">
                  <c:v>0.88710392194475518</c:v>
                </c:pt>
                <c:pt idx="7">
                  <c:v>0.88249971018803663</c:v>
                </c:pt>
                <c:pt idx="8">
                  <c:v>0.83312684539172011</c:v>
                </c:pt>
                <c:pt idx="9">
                  <c:v>0.79861523025125702</c:v>
                </c:pt>
                <c:pt idx="10">
                  <c:v>0.79801110151253296</c:v>
                </c:pt>
                <c:pt idx="11">
                  <c:v>0.72920707010382346</c:v>
                </c:pt>
                <c:pt idx="12">
                  <c:v>0.71810993421934166</c:v>
                </c:pt>
                <c:pt idx="13">
                  <c:v>0.70933201932632106</c:v>
                </c:pt>
                <c:pt idx="14">
                  <c:v>0.70914398225570385</c:v>
                </c:pt>
                <c:pt idx="15">
                  <c:v>0.67030992043595761</c:v>
                </c:pt>
                <c:pt idx="16">
                  <c:v>0.66850479892163051</c:v>
                </c:pt>
                <c:pt idx="17">
                  <c:v>0.66353463409412028</c:v>
                </c:pt>
                <c:pt idx="18">
                  <c:v>0.64889868016100016</c:v>
                </c:pt>
                <c:pt idx="19">
                  <c:v>0.61122350809507764</c:v>
                </c:pt>
                <c:pt idx="20">
                  <c:v>0.60990114555592201</c:v>
                </c:pt>
                <c:pt idx="21">
                  <c:v>0.60197114403399765</c:v>
                </c:pt>
                <c:pt idx="22">
                  <c:v>0.59830105813535606</c:v>
                </c:pt>
                <c:pt idx="23">
                  <c:v>0.59786945200808272</c:v>
                </c:pt>
                <c:pt idx="24">
                  <c:v>0.58984315304452162</c:v>
                </c:pt>
                <c:pt idx="25">
                  <c:v>0.58061410510290545</c:v>
                </c:pt>
                <c:pt idx="26">
                  <c:v>0.56012552777185642</c:v>
                </c:pt>
                <c:pt idx="27">
                  <c:v>0.55432786993763139</c:v>
                </c:pt>
                <c:pt idx="28">
                  <c:v>0.55384225198391723</c:v>
                </c:pt>
                <c:pt idx="29">
                  <c:v>0.54464267190440863</c:v>
                </c:pt>
                <c:pt idx="30">
                  <c:v>0.54392053961887477</c:v>
                </c:pt>
                <c:pt idx="31">
                  <c:v>0.54057480874520258</c:v>
                </c:pt>
                <c:pt idx="32">
                  <c:v>0.53995352747715331</c:v>
                </c:pt>
                <c:pt idx="33">
                  <c:v>0.53432009173324957</c:v>
                </c:pt>
                <c:pt idx="34">
                  <c:v>0.52709586197173608</c:v>
                </c:pt>
                <c:pt idx="35">
                  <c:v>0.52016091590501656</c:v>
                </c:pt>
                <c:pt idx="36">
                  <c:v>0.51700879385514154</c:v>
                </c:pt>
                <c:pt idx="37">
                  <c:v>0.49371428223758662</c:v>
                </c:pt>
                <c:pt idx="38">
                  <c:v>0.49255225291099297</c:v>
                </c:pt>
                <c:pt idx="39">
                  <c:v>0.48254489218096164</c:v>
                </c:pt>
                <c:pt idx="40">
                  <c:v>0.47812651869142381</c:v>
                </c:pt>
                <c:pt idx="41">
                  <c:v>0.47418846731519138</c:v>
                </c:pt>
                <c:pt idx="42">
                  <c:v>0.45115181488703326</c:v>
                </c:pt>
                <c:pt idx="43">
                  <c:v>0.44828677481674922</c:v>
                </c:pt>
                <c:pt idx="44">
                  <c:v>0.44585127926991197</c:v>
                </c:pt>
                <c:pt idx="45">
                  <c:v>0.44524859754378004</c:v>
                </c:pt>
                <c:pt idx="46">
                  <c:v>0.4358647288105339</c:v>
                </c:pt>
                <c:pt idx="47">
                  <c:v>0.43345273442538185</c:v>
                </c:pt>
                <c:pt idx="48">
                  <c:v>0.43277169650158975</c:v>
                </c:pt>
                <c:pt idx="49">
                  <c:v>0.43205660665477247</c:v>
                </c:pt>
                <c:pt idx="50">
                  <c:v>0.42208430041914102</c:v>
                </c:pt>
                <c:pt idx="51">
                  <c:v>0.41985173933023012</c:v>
                </c:pt>
                <c:pt idx="52">
                  <c:v>0.409914107999654</c:v>
                </c:pt>
                <c:pt idx="53">
                  <c:v>0.40893106229895992</c:v>
                </c:pt>
                <c:pt idx="54">
                  <c:v>0.40795710612241481</c:v>
                </c:pt>
                <c:pt idx="55">
                  <c:v>0.40414946466391005</c:v>
                </c:pt>
                <c:pt idx="56">
                  <c:v>0.40386261949690272</c:v>
                </c:pt>
                <c:pt idx="57">
                  <c:v>0.40164944278578163</c:v>
                </c:pt>
                <c:pt idx="58">
                  <c:v>0.39530347189813425</c:v>
                </c:pt>
                <c:pt idx="59">
                  <c:v>0.39116090376645857</c:v>
                </c:pt>
                <c:pt idx="60">
                  <c:v>0.38385138140488562</c:v>
                </c:pt>
                <c:pt idx="61">
                  <c:v>0.38188449818318726</c:v>
                </c:pt>
                <c:pt idx="62">
                  <c:v>0.37387201181068419</c:v>
                </c:pt>
                <c:pt idx="63">
                  <c:v>0.37019263643779993</c:v>
                </c:pt>
                <c:pt idx="64">
                  <c:v>0.36818409953359582</c:v>
                </c:pt>
                <c:pt idx="65">
                  <c:v>0.36595277321769293</c:v>
                </c:pt>
                <c:pt idx="66">
                  <c:v>0.36394221799049792</c:v>
                </c:pt>
                <c:pt idx="67">
                  <c:v>0.35117349550539212</c:v>
                </c:pt>
                <c:pt idx="68">
                  <c:v>0.35059953898506591</c:v>
                </c:pt>
                <c:pt idx="69">
                  <c:v>0.34811894554379158</c:v>
                </c:pt>
                <c:pt idx="70">
                  <c:v>0.34598460187911823</c:v>
                </c:pt>
                <c:pt idx="71">
                  <c:v>0.34591509107613733</c:v>
                </c:pt>
                <c:pt idx="72">
                  <c:v>0.3442846404423639</c:v>
                </c:pt>
                <c:pt idx="73">
                  <c:v>0.34424945633261822</c:v>
                </c:pt>
                <c:pt idx="74">
                  <c:v>0.34389067769216936</c:v>
                </c:pt>
                <c:pt idx="75">
                  <c:v>0.34067602597320307</c:v>
                </c:pt>
                <c:pt idx="76">
                  <c:v>0.33926681625632732</c:v>
                </c:pt>
                <c:pt idx="77">
                  <c:v>0.33192500549640225</c:v>
                </c:pt>
                <c:pt idx="78">
                  <c:v>0.33113148781194995</c:v>
                </c:pt>
                <c:pt idx="79">
                  <c:v>0.32633613003592982</c:v>
                </c:pt>
                <c:pt idx="80">
                  <c:v>0.32503940693648331</c:v>
                </c:pt>
                <c:pt idx="81">
                  <c:v>0.32427248686412613</c:v>
                </c:pt>
                <c:pt idx="82">
                  <c:v>0.32338292601464913</c:v>
                </c:pt>
                <c:pt idx="83">
                  <c:v>0.322288259267065</c:v>
                </c:pt>
                <c:pt idx="84">
                  <c:v>0.31732701024661564</c:v>
                </c:pt>
                <c:pt idx="85">
                  <c:v>0.31105204976817202</c:v>
                </c:pt>
                <c:pt idx="86">
                  <c:v>0.31060069282896741</c:v>
                </c:pt>
                <c:pt idx="87">
                  <c:v>0.30754013077958131</c:v>
                </c:pt>
                <c:pt idx="88">
                  <c:v>0.30534948503336246</c:v>
                </c:pt>
                <c:pt idx="89">
                  <c:v>0.29977395693647635</c:v>
                </c:pt>
                <c:pt idx="90">
                  <c:v>0.29112362948353576</c:v>
                </c:pt>
                <c:pt idx="91">
                  <c:v>0.28996837004883186</c:v>
                </c:pt>
                <c:pt idx="92">
                  <c:v>0.28536452633733472</c:v>
                </c:pt>
                <c:pt idx="93">
                  <c:v>0.28277632687316517</c:v>
                </c:pt>
                <c:pt idx="94">
                  <c:v>0.27942823579682474</c:v>
                </c:pt>
                <c:pt idx="95">
                  <c:v>0.27618377240956182</c:v>
                </c:pt>
                <c:pt idx="96">
                  <c:v>0.27591543831754234</c:v>
                </c:pt>
                <c:pt idx="97">
                  <c:v>0.26993948903514531</c:v>
                </c:pt>
                <c:pt idx="98">
                  <c:v>0.26891832655403008</c:v>
                </c:pt>
                <c:pt idx="99">
                  <c:v>0.26821300495007316</c:v>
                </c:pt>
                <c:pt idx="100">
                  <c:v>0.26589140446399723</c:v>
                </c:pt>
                <c:pt idx="101">
                  <c:v>0.26525816010347752</c:v>
                </c:pt>
                <c:pt idx="102">
                  <c:v>0.26449783419254547</c:v>
                </c:pt>
                <c:pt idx="103">
                  <c:v>0.2598193300303403</c:v>
                </c:pt>
                <c:pt idx="104">
                  <c:v>0.25966570570473746</c:v>
                </c:pt>
                <c:pt idx="105">
                  <c:v>0.24928104654929412</c:v>
                </c:pt>
                <c:pt idx="106">
                  <c:v>0.2475777443549852</c:v>
                </c:pt>
                <c:pt idx="107">
                  <c:v>0.24667850001294889</c:v>
                </c:pt>
                <c:pt idx="108">
                  <c:v>0.24657764780085742</c:v>
                </c:pt>
                <c:pt idx="109">
                  <c:v>0.24476610375579125</c:v>
                </c:pt>
                <c:pt idx="110">
                  <c:v>0.24312724336117106</c:v>
                </c:pt>
                <c:pt idx="111">
                  <c:v>0.24302172100266811</c:v>
                </c:pt>
                <c:pt idx="112">
                  <c:v>0.24090819255595264</c:v>
                </c:pt>
                <c:pt idx="113">
                  <c:v>0.24053242083266563</c:v>
                </c:pt>
                <c:pt idx="114">
                  <c:v>0.24035735065356209</c:v>
                </c:pt>
                <c:pt idx="115">
                  <c:v>0.23644106161307346</c:v>
                </c:pt>
                <c:pt idx="116">
                  <c:v>0.22862171576561302</c:v>
                </c:pt>
                <c:pt idx="117">
                  <c:v>0.22745861198398187</c:v>
                </c:pt>
                <c:pt idx="118">
                  <c:v>0.22440227070664404</c:v>
                </c:pt>
                <c:pt idx="119">
                  <c:v>0.22145991409975405</c:v>
                </c:pt>
                <c:pt idx="120">
                  <c:v>0.21905970607217737</c:v>
                </c:pt>
                <c:pt idx="121">
                  <c:v>0.21372403323540082</c:v>
                </c:pt>
                <c:pt idx="122">
                  <c:v>0.21151388976036262</c:v>
                </c:pt>
                <c:pt idx="123">
                  <c:v>0.20957946069347241</c:v>
                </c:pt>
                <c:pt idx="124">
                  <c:v>0.20902897730193121</c:v>
                </c:pt>
                <c:pt idx="125">
                  <c:v>0.20577315731783241</c:v>
                </c:pt>
                <c:pt idx="126">
                  <c:v>0.20303042722768772</c:v>
                </c:pt>
                <c:pt idx="127">
                  <c:v>0.20269951153685373</c:v>
                </c:pt>
                <c:pt idx="128">
                  <c:v>0.19840240997206346</c:v>
                </c:pt>
                <c:pt idx="129">
                  <c:v>0.19831994190411148</c:v>
                </c:pt>
                <c:pt idx="130">
                  <c:v>0.19745839648225647</c:v>
                </c:pt>
                <c:pt idx="131">
                  <c:v>0.19325202204244771</c:v>
                </c:pt>
                <c:pt idx="132">
                  <c:v>0.19180516836968767</c:v>
                </c:pt>
                <c:pt idx="133">
                  <c:v>0.18523663067176147</c:v>
                </c:pt>
                <c:pt idx="134">
                  <c:v>0.18378128231872082</c:v>
                </c:pt>
                <c:pt idx="135">
                  <c:v>0.1811738351101049</c:v>
                </c:pt>
                <c:pt idx="136">
                  <c:v>0.18046785169267479</c:v>
                </c:pt>
                <c:pt idx="137">
                  <c:v>0.1783328057606457</c:v>
                </c:pt>
                <c:pt idx="138">
                  <c:v>0.17822197136352005</c:v>
                </c:pt>
                <c:pt idx="139">
                  <c:v>0.17676031915296347</c:v>
                </c:pt>
                <c:pt idx="140">
                  <c:v>0.17344646076214232</c:v>
                </c:pt>
                <c:pt idx="141">
                  <c:v>0.17066192513482178</c:v>
                </c:pt>
                <c:pt idx="142">
                  <c:v>0.17064913622444774</c:v>
                </c:pt>
                <c:pt idx="143">
                  <c:v>0.16557917027798205</c:v>
                </c:pt>
                <c:pt idx="144">
                  <c:v>0.16227572033320917</c:v>
                </c:pt>
                <c:pt idx="145">
                  <c:v>0.16186150563578589</c:v>
                </c:pt>
                <c:pt idx="146">
                  <c:v>0.15664270173145775</c:v>
                </c:pt>
                <c:pt idx="147">
                  <c:v>0.15655659358279997</c:v>
                </c:pt>
                <c:pt idx="148">
                  <c:v>0.15616437716573789</c:v>
                </c:pt>
                <c:pt idx="149">
                  <c:v>0.14842049330359991</c:v>
                </c:pt>
                <c:pt idx="150">
                  <c:v>0.14821375111296647</c:v>
                </c:pt>
                <c:pt idx="151">
                  <c:v>0.14503288856103397</c:v>
                </c:pt>
                <c:pt idx="152">
                  <c:v>0.14403281868259279</c:v>
                </c:pt>
                <c:pt idx="153">
                  <c:v>0.14316944210425644</c:v>
                </c:pt>
                <c:pt idx="154">
                  <c:v>0.14307116401657508</c:v>
                </c:pt>
                <c:pt idx="155">
                  <c:v>0.14297755324814757</c:v>
                </c:pt>
                <c:pt idx="156">
                  <c:v>0.14288924983942686</c:v>
                </c:pt>
                <c:pt idx="157">
                  <c:v>0.14194651427110641</c:v>
                </c:pt>
                <c:pt idx="158">
                  <c:v>0.14165652390244107</c:v>
                </c:pt>
                <c:pt idx="159">
                  <c:v>0.14066904270104091</c:v>
                </c:pt>
                <c:pt idx="160">
                  <c:v>0.14066723427103836</c:v>
                </c:pt>
                <c:pt idx="161">
                  <c:v>0.13903191252425492</c:v>
                </c:pt>
                <c:pt idx="162">
                  <c:v>0.13447239673319841</c:v>
                </c:pt>
                <c:pt idx="163">
                  <c:v>0.13295508242291337</c:v>
                </c:pt>
                <c:pt idx="164">
                  <c:v>0.12930147671969563</c:v>
                </c:pt>
                <c:pt idx="165">
                  <c:v>0.1286764953961492</c:v>
                </c:pt>
                <c:pt idx="166">
                  <c:v>0.12136742376752116</c:v>
                </c:pt>
                <c:pt idx="167">
                  <c:v>0.12088575564384102</c:v>
                </c:pt>
                <c:pt idx="168">
                  <c:v>0.12007185148281165</c:v>
                </c:pt>
                <c:pt idx="169">
                  <c:v>0.1196965510907906</c:v>
                </c:pt>
                <c:pt idx="170">
                  <c:v>0.11954359776128241</c:v>
                </c:pt>
                <c:pt idx="171">
                  <c:v>0.11864365261432781</c:v>
                </c:pt>
                <c:pt idx="172">
                  <c:v>0.11644930222281034</c:v>
                </c:pt>
                <c:pt idx="173">
                  <c:v>0.11529056848772519</c:v>
                </c:pt>
                <c:pt idx="174">
                  <c:v>0.11492035807669648</c:v>
                </c:pt>
                <c:pt idx="175">
                  <c:v>0.11067297158876027</c:v>
                </c:pt>
                <c:pt idx="176">
                  <c:v>0.10387590128107822</c:v>
                </c:pt>
                <c:pt idx="177">
                  <c:v>0.10115784235602675</c:v>
                </c:pt>
                <c:pt idx="178">
                  <c:v>0.10103299489262799</c:v>
                </c:pt>
                <c:pt idx="179">
                  <c:v>9.9695241867490014E-2</c:v>
                </c:pt>
                <c:pt idx="180">
                  <c:v>9.8830173674001293E-2</c:v>
                </c:pt>
                <c:pt idx="181">
                  <c:v>9.221171288273948E-2</c:v>
                </c:pt>
                <c:pt idx="182">
                  <c:v>8.6414016683541719E-2</c:v>
                </c:pt>
                <c:pt idx="183">
                  <c:v>8.0682767653062343E-2</c:v>
                </c:pt>
                <c:pt idx="184">
                  <c:v>8.0679614644554587E-2</c:v>
                </c:pt>
                <c:pt idx="185">
                  <c:v>7.9169548261721512E-2</c:v>
                </c:pt>
                <c:pt idx="186">
                  <c:v>7.2422494664586487E-2</c:v>
                </c:pt>
                <c:pt idx="187">
                  <c:v>7.0544262186838763E-2</c:v>
                </c:pt>
                <c:pt idx="188">
                  <c:v>6.9314747023911633E-2</c:v>
                </c:pt>
                <c:pt idx="189">
                  <c:v>6.4441209145957939E-2</c:v>
                </c:pt>
                <c:pt idx="190">
                  <c:v>6.4245049794051448E-2</c:v>
                </c:pt>
                <c:pt idx="191">
                  <c:v>6.1534487973811634E-2</c:v>
                </c:pt>
                <c:pt idx="192">
                  <c:v>5.9501340232243564E-2</c:v>
                </c:pt>
                <c:pt idx="193">
                  <c:v>5.9393043316323543E-2</c:v>
                </c:pt>
                <c:pt idx="194">
                  <c:v>5.0688771283047454E-2</c:v>
                </c:pt>
                <c:pt idx="195">
                  <c:v>5.0047317169371087E-2</c:v>
                </c:pt>
                <c:pt idx="196">
                  <c:v>4.8687488668787776E-2</c:v>
                </c:pt>
                <c:pt idx="197">
                  <c:v>3.5396048401925922E-2</c:v>
                </c:pt>
                <c:pt idx="198">
                  <c:v>3.2345160883952256E-2</c:v>
                </c:pt>
                <c:pt idx="199">
                  <c:v>9.3822903610575048E-3</c:v>
                </c:pt>
                <c:pt idx="200">
                  <c:v>0</c:v>
                </c:pt>
              </c:numCache>
            </c:numRef>
          </c:xVal>
          <c:yVal>
            <c:numRef>
              <c:f>'\\stl.umsl.edu\steamboat\c\campbelljf\my documents\Hub\data\AP200\[AP200Gini.xlsx]Sheet1'!$AD$4:$AD$204</c:f>
              <c:numCache>
                <c:formatCode>General</c:formatCode>
                <c:ptCount val="201"/>
                <c:pt idx="0">
                  <c:v>3.0846836961405492E-3</c:v>
                </c:pt>
                <c:pt idx="1">
                  <c:v>6.7432298287831401E-3</c:v>
                </c:pt>
                <c:pt idx="2">
                  <c:v>7.3046692814078074E-3</c:v>
                </c:pt>
                <c:pt idx="3">
                  <c:v>1.3425244480892131E-2</c:v>
                </c:pt>
                <c:pt idx="4">
                  <c:v>1.3963683946271545E-2</c:v>
                </c:pt>
                <c:pt idx="5">
                  <c:v>1.737037877346094E-2</c:v>
                </c:pt>
                <c:pt idx="6">
                  <c:v>2.1928154916091777E-2</c:v>
                </c:pt>
                <c:pt idx="7">
                  <c:v>2.2465677046024191E-2</c:v>
                </c:pt>
                <c:pt idx="8">
                  <c:v>3.214979007155281E-2</c:v>
                </c:pt>
                <c:pt idx="9">
                  <c:v>3.2682598605235452E-2</c:v>
                </c:pt>
                <c:pt idx="10">
                  <c:v>3.90197981723788E-2</c:v>
                </c:pt>
                <c:pt idx="11">
                  <c:v>3.9554707781222602E-2</c:v>
                </c:pt>
                <c:pt idx="12">
                  <c:v>4.1663410649422764E-2</c:v>
                </c:pt>
                <c:pt idx="13">
                  <c:v>4.2776074458987491E-2</c:v>
                </c:pt>
                <c:pt idx="14">
                  <c:v>4.9611106946799162E-2</c:v>
                </c:pt>
                <c:pt idx="15">
                  <c:v>5.0154854391532985E-2</c:v>
                </c:pt>
                <c:pt idx="16">
                  <c:v>5.0687662925215808E-2</c:v>
                </c:pt>
                <c:pt idx="17">
                  <c:v>5.1220471458898333E-2</c:v>
                </c:pt>
                <c:pt idx="18">
                  <c:v>5.8130004151257103E-2</c:v>
                </c:pt>
                <c:pt idx="19">
                  <c:v>6.0601582303116443E-2</c:v>
                </c:pt>
                <c:pt idx="20">
                  <c:v>6.1140394985794218E-2</c:v>
                </c:pt>
                <c:pt idx="21">
                  <c:v>6.1676851498658966E-2</c:v>
                </c:pt>
                <c:pt idx="22">
                  <c:v>6.2210476837877102E-2</c:v>
                </c:pt>
                <c:pt idx="23">
                  <c:v>6.4640418013427195E-2</c:v>
                </c:pt>
                <c:pt idx="24">
                  <c:v>6.517322654710983E-2</c:v>
                </c:pt>
                <c:pt idx="25">
                  <c:v>6.5706035080792494E-2</c:v>
                </c:pt>
                <c:pt idx="26">
                  <c:v>6.7981150138847563E-2</c:v>
                </c:pt>
                <c:pt idx="27">
                  <c:v>6.8513958672530184E-2</c:v>
                </c:pt>
                <c:pt idx="28">
                  <c:v>7.1929663493083967E-2</c:v>
                </c:pt>
                <c:pt idx="29">
                  <c:v>7.3774197628361182E-2</c:v>
                </c:pt>
                <c:pt idx="30">
                  <c:v>7.4307006162044012E-2</c:v>
                </c:pt>
                <c:pt idx="31">
                  <c:v>7.4839814695726523E-2</c:v>
                </c:pt>
                <c:pt idx="32">
                  <c:v>8.4828757033716687E-2</c:v>
                </c:pt>
                <c:pt idx="33">
                  <c:v>8.5362704068652928E-2</c:v>
                </c:pt>
                <c:pt idx="34">
                  <c:v>8.5900006289402725E-2</c:v>
                </c:pt>
                <c:pt idx="35">
                  <c:v>9.9292870085634727E-2</c:v>
                </c:pt>
                <c:pt idx="36">
                  <c:v>0.10416447673772412</c:v>
                </c:pt>
                <c:pt idx="37">
                  <c:v>0.10469949064635146</c:v>
                </c:pt>
                <c:pt idx="38">
                  <c:v>0.11129782294307479</c:v>
                </c:pt>
                <c:pt idx="39">
                  <c:v>0.12962280737193388</c:v>
                </c:pt>
                <c:pt idx="40">
                  <c:v>0.13018785207852818</c:v>
                </c:pt>
                <c:pt idx="41">
                  <c:v>0.13072066061221088</c:v>
                </c:pt>
                <c:pt idx="42">
                  <c:v>0.14238981591779326</c:v>
                </c:pt>
                <c:pt idx="43">
                  <c:v>0.14800855836273491</c:v>
                </c:pt>
                <c:pt idx="44">
                  <c:v>0.15312510991532191</c:v>
                </c:pt>
                <c:pt idx="45">
                  <c:v>0.15584003328545448</c:v>
                </c:pt>
                <c:pt idx="46">
                  <c:v>0.15849193319712074</c:v>
                </c:pt>
                <c:pt idx="47">
                  <c:v>0.15902474173080244</c:v>
                </c:pt>
                <c:pt idx="48">
                  <c:v>0.16153774448953154</c:v>
                </c:pt>
                <c:pt idx="49">
                  <c:v>0.16973505907169104</c:v>
                </c:pt>
                <c:pt idx="50">
                  <c:v>0.17122799989268483</c:v>
                </c:pt>
                <c:pt idx="51">
                  <c:v>0.17337832717095458</c:v>
                </c:pt>
                <c:pt idx="52">
                  <c:v>0.17926746617686912</c:v>
                </c:pt>
                <c:pt idx="53">
                  <c:v>0.1890364452974978</c:v>
                </c:pt>
                <c:pt idx="54">
                  <c:v>0.1895692538311802</c:v>
                </c:pt>
                <c:pt idx="55">
                  <c:v>0.1965834896835264</c:v>
                </c:pt>
                <c:pt idx="56">
                  <c:v>0.19989255488666191</c:v>
                </c:pt>
                <c:pt idx="57">
                  <c:v>0.20216658673491492</c:v>
                </c:pt>
                <c:pt idx="58">
                  <c:v>0.20429375569132893</c:v>
                </c:pt>
                <c:pt idx="59">
                  <c:v>0.21874891906782981</c:v>
                </c:pt>
                <c:pt idx="60">
                  <c:v>0.22075611437061915</c:v>
                </c:pt>
                <c:pt idx="61">
                  <c:v>0.22299328692663217</c:v>
                </c:pt>
                <c:pt idx="62">
                  <c:v>0.22353181435568417</c:v>
                </c:pt>
                <c:pt idx="63">
                  <c:v>0.22425176686032741</c:v>
                </c:pt>
                <c:pt idx="64">
                  <c:v>0.22707701678240091</c:v>
                </c:pt>
                <c:pt idx="65">
                  <c:v>0.22761000878317292</c:v>
                </c:pt>
                <c:pt idx="66">
                  <c:v>0.23259151976157338</c:v>
                </c:pt>
                <c:pt idx="67">
                  <c:v>0.23613705142375188</c:v>
                </c:pt>
                <c:pt idx="68">
                  <c:v>0.23929493597532736</c:v>
                </c:pt>
                <c:pt idx="69">
                  <c:v>0.23982774450900926</c:v>
                </c:pt>
                <c:pt idx="70">
                  <c:v>0.24510703011329607</c:v>
                </c:pt>
                <c:pt idx="71">
                  <c:v>0.24990845055068803</c:v>
                </c:pt>
                <c:pt idx="72">
                  <c:v>0.27222445615045482</c:v>
                </c:pt>
                <c:pt idx="73">
                  <c:v>0.27381643401427186</c:v>
                </c:pt>
                <c:pt idx="74">
                  <c:v>0.2743494410945298</c:v>
                </c:pt>
                <c:pt idx="75">
                  <c:v>0.2778191128851013</c:v>
                </c:pt>
                <c:pt idx="76">
                  <c:v>0.28185800891335938</c:v>
                </c:pt>
                <c:pt idx="77">
                  <c:v>0.28239085514575962</c:v>
                </c:pt>
                <c:pt idx="78">
                  <c:v>0.28297053826416751</c:v>
                </c:pt>
                <c:pt idx="79">
                  <c:v>0.28745696832824147</c:v>
                </c:pt>
                <c:pt idx="80">
                  <c:v>0.2890170794665709</c:v>
                </c:pt>
                <c:pt idx="81">
                  <c:v>0.29298358139193975</c:v>
                </c:pt>
                <c:pt idx="82">
                  <c:v>0.29523008061053829</c:v>
                </c:pt>
                <c:pt idx="83">
                  <c:v>0.29807563757484012</c:v>
                </c:pt>
                <c:pt idx="84">
                  <c:v>0.30420597045890857</c:v>
                </c:pt>
                <c:pt idx="85">
                  <c:v>0.30640274758302588</c:v>
                </c:pt>
                <c:pt idx="86">
                  <c:v>0.31127831762689695</c:v>
                </c:pt>
                <c:pt idx="87">
                  <c:v>0.31181333781864473</c:v>
                </c:pt>
                <c:pt idx="88">
                  <c:v>0.31564516233413137</c:v>
                </c:pt>
                <c:pt idx="89">
                  <c:v>0.31740131434063701</c:v>
                </c:pt>
                <c:pt idx="90">
                  <c:v>0.31901368092723392</c:v>
                </c:pt>
                <c:pt idx="91">
                  <c:v>0.32312120998304916</c:v>
                </c:pt>
                <c:pt idx="92">
                  <c:v>0.32899316340050316</c:v>
                </c:pt>
                <c:pt idx="93">
                  <c:v>0.33372740723743893</c:v>
                </c:pt>
                <c:pt idx="94">
                  <c:v>0.34096375010752017</c:v>
                </c:pt>
                <c:pt idx="95">
                  <c:v>0.34950866445320788</c:v>
                </c:pt>
                <c:pt idx="96">
                  <c:v>0.35022913971339326</c:v>
                </c:pt>
                <c:pt idx="97">
                  <c:v>0.35739967821631818</c:v>
                </c:pt>
                <c:pt idx="98">
                  <c:v>0.3579324867500015</c:v>
                </c:pt>
                <c:pt idx="99">
                  <c:v>0.36269751787249088</c:v>
                </c:pt>
                <c:pt idx="100">
                  <c:v>0.37073640987955336</c:v>
                </c:pt>
                <c:pt idx="101">
                  <c:v>0.37276297980963718</c:v>
                </c:pt>
                <c:pt idx="102">
                  <c:v>0.37768226402912336</c:v>
                </c:pt>
                <c:pt idx="103">
                  <c:v>0.38337253099321655</c:v>
                </c:pt>
                <c:pt idx="104">
                  <c:v>0.39388388581536377</c:v>
                </c:pt>
                <c:pt idx="105">
                  <c:v>0.40154221178749688</c:v>
                </c:pt>
                <c:pt idx="106">
                  <c:v>0.40345864868571935</c:v>
                </c:pt>
                <c:pt idx="107">
                  <c:v>0.40541192351357602</c:v>
                </c:pt>
                <c:pt idx="108">
                  <c:v>0.4106663505838688</c:v>
                </c:pt>
                <c:pt idx="109">
                  <c:v>0.41126530277316176</c:v>
                </c:pt>
                <c:pt idx="110">
                  <c:v>0.41179811130684552</c:v>
                </c:pt>
                <c:pt idx="111">
                  <c:v>0.41306598450419402</c:v>
                </c:pt>
                <c:pt idx="112">
                  <c:v>0.4151847692659475</c:v>
                </c:pt>
                <c:pt idx="113">
                  <c:v>0.41825037364140932</c:v>
                </c:pt>
                <c:pt idx="114">
                  <c:v>0.42378774591894247</c:v>
                </c:pt>
                <c:pt idx="115">
                  <c:v>0.42832314661640536</c:v>
                </c:pt>
                <c:pt idx="116">
                  <c:v>0.431912362295228</c:v>
                </c:pt>
                <c:pt idx="117">
                  <c:v>0.43589150962690182</c:v>
                </c:pt>
                <c:pt idx="118">
                  <c:v>0.43889328504798025</c:v>
                </c:pt>
                <c:pt idx="119">
                  <c:v>0.44686886331645503</c:v>
                </c:pt>
                <c:pt idx="120">
                  <c:v>0.44913109923615513</c:v>
                </c:pt>
                <c:pt idx="121">
                  <c:v>0.45638572724061077</c:v>
                </c:pt>
                <c:pt idx="122">
                  <c:v>0.45930617647611399</c:v>
                </c:pt>
                <c:pt idx="123">
                  <c:v>0.45983898500979775</c:v>
                </c:pt>
                <c:pt idx="124">
                  <c:v>0.46254979419327952</c:v>
                </c:pt>
                <c:pt idx="125">
                  <c:v>0.46650819717761188</c:v>
                </c:pt>
                <c:pt idx="126">
                  <c:v>0.47155874958633526</c:v>
                </c:pt>
                <c:pt idx="127">
                  <c:v>0.47379377708535042</c:v>
                </c:pt>
                <c:pt idx="128">
                  <c:v>0.47777452786912317</c:v>
                </c:pt>
                <c:pt idx="129">
                  <c:v>0.47880222254042781</c:v>
                </c:pt>
                <c:pt idx="130">
                  <c:v>0.48219022131723038</c:v>
                </c:pt>
                <c:pt idx="131">
                  <c:v>0.49213548592169731</c:v>
                </c:pt>
                <c:pt idx="132">
                  <c:v>0.49351068987961227</c:v>
                </c:pt>
                <c:pt idx="133">
                  <c:v>0.49588404402431163</c:v>
                </c:pt>
                <c:pt idx="134">
                  <c:v>0.5025468587198485</c:v>
                </c:pt>
                <c:pt idx="135">
                  <c:v>0.50431280233978382</c:v>
                </c:pt>
                <c:pt idx="136">
                  <c:v>0.50669341600075746</c:v>
                </c:pt>
                <c:pt idx="137">
                  <c:v>0.52023952256836881</c:v>
                </c:pt>
                <c:pt idx="138">
                  <c:v>0.5232715801121931</c:v>
                </c:pt>
                <c:pt idx="139">
                  <c:v>0.52384242665133463</c:v>
                </c:pt>
                <c:pt idx="140">
                  <c:v>0.53126485415842972</c:v>
                </c:pt>
                <c:pt idx="141">
                  <c:v>0.53179766269211426</c:v>
                </c:pt>
                <c:pt idx="142">
                  <c:v>0.53863352078182658</c:v>
                </c:pt>
                <c:pt idx="143">
                  <c:v>0.54091587399354846</c:v>
                </c:pt>
                <c:pt idx="144">
                  <c:v>0.54471854232130279</c:v>
                </c:pt>
                <c:pt idx="145">
                  <c:v>0.54724289490709854</c:v>
                </c:pt>
                <c:pt idx="146">
                  <c:v>0.55120471716506203</c:v>
                </c:pt>
                <c:pt idx="147">
                  <c:v>0.55727855223858191</c:v>
                </c:pt>
                <c:pt idx="148">
                  <c:v>0.56218996999244841</c:v>
                </c:pt>
                <c:pt idx="149">
                  <c:v>0.57720433351778677</c:v>
                </c:pt>
                <c:pt idx="150">
                  <c:v>0.57877136111406302</c:v>
                </c:pt>
                <c:pt idx="151">
                  <c:v>0.58515275740040007</c:v>
                </c:pt>
                <c:pt idx="152">
                  <c:v>0.58755756735457032</c:v>
                </c:pt>
                <c:pt idx="153">
                  <c:v>0.59004605463763049</c:v>
                </c:pt>
                <c:pt idx="154">
                  <c:v>0.59371173211090689</c:v>
                </c:pt>
                <c:pt idx="155">
                  <c:v>0.5958740023427247</c:v>
                </c:pt>
                <c:pt idx="156">
                  <c:v>0.60098882855069824</c:v>
                </c:pt>
                <c:pt idx="157">
                  <c:v>0.60158503753001735</c:v>
                </c:pt>
                <c:pt idx="158">
                  <c:v>0.60291109995368763</c:v>
                </c:pt>
                <c:pt idx="159">
                  <c:v>0.60538088364661768</c:v>
                </c:pt>
                <c:pt idx="160">
                  <c:v>0.610115312207266</c:v>
                </c:pt>
                <c:pt idx="161">
                  <c:v>0.61077781186719404</c:v>
                </c:pt>
                <c:pt idx="162">
                  <c:v>0.61153986127249171</c:v>
                </c:pt>
                <c:pt idx="163">
                  <c:v>0.61849301892016972</c:v>
                </c:pt>
                <c:pt idx="164">
                  <c:v>0.62176687100837569</c:v>
                </c:pt>
                <c:pt idx="165">
                  <c:v>0.64292632018236651</c:v>
                </c:pt>
                <c:pt idx="166">
                  <c:v>0.64407476384424167</c:v>
                </c:pt>
                <c:pt idx="167">
                  <c:v>0.65038190873756407</c:v>
                </c:pt>
                <c:pt idx="168">
                  <c:v>0.65501930205726344</c:v>
                </c:pt>
                <c:pt idx="169">
                  <c:v>0.66446148607965494</c:v>
                </c:pt>
                <c:pt idx="170">
                  <c:v>0.68520428400680355</c:v>
                </c:pt>
                <c:pt idx="171">
                  <c:v>0.69370107468361175</c:v>
                </c:pt>
                <c:pt idx="172">
                  <c:v>0.69452200445837664</c:v>
                </c:pt>
                <c:pt idx="173">
                  <c:v>0.69879539781602573</c:v>
                </c:pt>
                <c:pt idx="174">
                  <c:v>0.70353695269081262</c:v>
                </c:pt>
                <c:pt idx="175">
                  <c:v>0.71137887644126163</c:v>
                </c:pt>
                <c:pt idx="176">
                  <c:v>0.71435222200322102</c:v>
                </c:pt>
                <c:pt idx="177">
                  <c:v>0.71961628863545202</c:v>
                </c:pt>
                <c:pt idx="178">
                  <c:v>0.72145674628279699</c:v>
                </c:pt>
                <c:pt idx="179">
                  <c:v>0.72777240354642114</c:v>
                </c:pt>
                <c:pt idx="180">
                  <c:v>0.72954842403341191</c:v>
                </c:pt>
                <c:pt idx="181">
                  <c:v>0.7362645535111616</c:v>
                </c:pt>
                <c:pt idx="182">
                  <c:v>0.75941789034084162</c:v>
                </c:pt>
                <c:pt idx="183">
                  <c:v>0.77383216568887936</c:v>
                </c:pt>
                <c:pt idx="184">
                  <c:v>0.91392492086882271</c:v>
                </c:pt>
                <c:pt idx="185">
                  <c:v>0.95020185966514603</c:v>
                </c:pt>
                <c:pt idx="186">
                  <c:v>0.95126157060018013</c:v>
                </c:pt>
                <c:pt idx="187">
                  <c:v>0.95199666667944471</c:v>
                </c:pt>
                <c:pt idx="188">
                  <c:v>0.95546868081696168</c:v>
                </c:pt>
                <c:pt idx="189">
                  <c:v>0.95918047261750783</c:v>
                </c:pt>
                <c:pt idx="190">
                  <c:v>0.96449865198812879</c:v>
                </c:pt>
                <c:pt idx="191">
                  <c:v>0.97042301164871725</c:v>
                </c:pt>
                <c:pt idx="192">
                  <c:v>0.97660488370542764</c:v>
                </c:pt>
                <c:pt idx="193">
                  <c:v>0.98142299336483751</c:v>
                </c:pt>
                <c:pt idx="194">
                  <c:v>0.98378072013471551</c:v>
                </c:pt>
                <c:pt idx="195">
                  <c:v>0.98460901875203344</c:v>
                </c:pt>
                <c:pt idx="196">
                  <c:v>0.98708482795656449</c:v>
                </c:pt>
                <c:pt idx="197">
                  <c:v>0.99211296596477982</c:v>
                </c:pt>
                <c:pt idx="198">
                  <c:v>0.99675318040513727</c:v>
                </c:pt>
                <c:pt idx="199">
                  <c:v>1.0000000000000004</c:v>
                </c:pt>
                <c:pt idx="200">
                  <c:v>1</c:v>
                </c:pt>
              </c:numCache>
            </c:numRef>
          </c:yVal>
        </c:ser>
        <c:ser>
          <c:idx val="3"/>
          <c:order val="3"/>
          <c:tx>
            <c:v>TR81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'\\stl.umsl.edu\steamboat\c\campbelljf\my documents\Hub\data\TurkishNetwork\[TNlatlong.xlsx]Sheet1'!$K$3:$K$83</c:f>
              <c:numCache>
                <c:formatCode>General</c:formatCode>
                <c:ptCount val="81"/>
                <c:pt idx="0">
                  <c:v>1</c:v>
                </c:pt>
                <c:pt idx="1">
                  <c:v>0.9866138438316262</c:v>
                </c:pt>
                <c:pt idx="2">
                  <c:v>0.94392131989779715</c:v>
                </c:pt>
                <c:pt idx="3">
                  <c:v>0.92011319003650949</c:v>
                </c:pt>
                <c:pt idx="4">
                  <c:v>0.91135722799173646</c:v>
                </c:pt>
                <c:pt idx="5">
                  <c:v>0.89183143059403025</c:v>
                </c:pt>
                <c:pt idx="6">
                  <c:v>0.87584848352548217</c:v>
                </c:pt>
                <c:pt idx="7">
                  <c:v>0.83305506952371267</c:v>
                </c:pt>
                <c:pt idx="8">
                  <c:v>0.82441096804377623</c:v>
                </c:pt>
                <c:pt idx="9">
                  <c:v>0.81605544552849274</c:v>
                </c:pt>
                <c:pt idx="10">
                  <c:v>0.77635008818103468</c:v>
                </c:pt>
                <c:pt idx="11">
                  <c:v>0.75478190856822291</c:v>
                </c:pt>
                <c:pt idx="12">
                  <c:v>0.75383028688676645</c:v>
                </c:pt>
                <c:pt idx="13">
                  <c:v>0.7317968653613337</c:v>
                </c:pt>
                <c:pt idx="14">
                  <c:v>0.69995998675539572</c:v>
                </c:pt>
                <c:pt idx="15">
                  <c:v>0.68731818120869659</c:v>
                </c:pt>
                <c:pt idx="16">
                  <c:v>0.67458521541890293</c:v>
                </c:pt>
                <c:pt idx="17">
                  <c:v>0.6643645464682626</c:v>
                </c:pt>
                <c:pt idx="18">
                  <c:v>0.6306475360435515</c:v>
                </c:pt>
                <c:pt idx="19">
                  <c:v>0.60125718402936257</c:v>
                </c:pt>
                <c:pt idx="20">
                  <c:v>0.60056446823225085</c:v>
                </c:pt>
                <c:pt idx="21">
                  <c:v>0.59461959759782024</c:v>
                </c:pt>
                <c:pt idx="22">
                  <c:v>0.58378527756030762</c:v>
                </c:pt>
                <c:pt idx="23">
                  <c:v>0.57622885020959091</c:v>
                </c:pt>
                <c:pt idx="24">
                  <c:v>0.57200386307947526</c:v>
                </c:pt>
                <c:pt idx="25">
                  <c:v>0.56646168002905228</c:v>
                </c:pt>
                <c:pt idx="26">
                  <c:v>0.53085670948532859</c:v>
                </c:pt>
                <c:pt idx="27">
                  <c:v>0.51401476577957428</c:v>
                </c:pt>
                <c:pt idx="28">
                  <c:v>0.51123676373197313</c:v>
                </c:pt>
                <c:pt idx="29">
                  <c:v>0.50137266028972449</c:v>
                </c:pt>
                <c:pt idx="30">
                  <c:v>0.49993466235504935</c:v>
                </c:pt>
                <c:pt idx="31">
                  <c:v>0.48431904181209051</c:v>
                </c:pt>
                <c:pt idx="32">
                  <c:v>0.47873454410675925</c:v>
                </c:pt>
                <c:pt idx="33">
                  <c:v>0.47222614185797501</c:v>
                </c:pt>
                <c:pt idx="34">
                  <c:v>0.46459499917413388</c:v>
                </c:pt>
                <c:pt idx="35">
                  <c:v>0.45979972911957362</c:v>
                </c:pt>
                <c:pt idx="36">
                  <c:v>0.45604387523869017</c:v>
                </c:pt>
                <c:pt idx="37">
                  <c:v>0.43888638298320848</c:v>
                </c:pt>
                <c:pt idx="38">
                  <c:v>0.43300596851105211</c:v>
                </c:pt>
                <c:pt idx="39">
                  <c:v>0.41754377828528988</c:v>
                </c:pt>
                <c:pt idx="40">
                  <c:v>0.40442317118178972</c:v>
                </c:pt>
                <c:pt idx="41">
                  <c:v>0.37692922363206244</c:v>
                </c:pt>
                <c:pt idx="42">
                  <c:v>0.3744970702354295</c:v>
                </c:pt>
                <c:pt idx="43">
                  <c:v>0.36582199561601336</c:v>
                </c:pt>
                <c:pt idx="44">
                  <c:v>0.35981944311345526</c:v>
                </c:pt>
                <c:pt idx="45">
                  <c:v>0.35384861120175748</c:v>
                </c:pt>
                <c:pt idx="46">
                  <c:v>0.34306499777350435</c:v>
                </c:pt>
                <c:pt idx="47">
                  <c:v>0.33771842811037989</c:v>
                </c:pt>
                <c:pt idx="48">
                  <c:v>0.32594088331442195</c:v>
                </c:pt>
                <c:pt idx="49">
                  <c:v>0.31612936026368788</c:v>
                </c:pt>
                <c:pt idx="50">
                  <c:v>0.30911398913804944</c:v>
                </c:pt>
                <c:pt idx="51">
                  <c:v>0.30646156637607264</c:v>
                </c:pt>
                <c:pt idx="52">
                  <c:v>0.29354093217956223</c:v>
                </c:pt>
                <c:pt idx="53">
                  <c:v>0.29104764136526712</c:v>
                </c:pt>
                <c:pt idx="54">
                  <c:v>0.28791621577603932</c:v>
                </c:pt>
                <c:pt idx="55">
                  <c:v>0.27608188940230832</c:v>
                </c:pt>
                <c:pt idx="56">
                  <c:v>0.26945364652232123</c:v>
                </c:pt>
                <c:pt idx="57">
                  <c:v>0.25435517724488116</c:v>
                </c:pt>
                <c:pt idx="58">
                  <c:v>0.2485358197785979</c:v>
                </c:pt>
                <c:pt idx="59">
                  <c:v>0.24743669218407488</c:v>
                </c:pt>
                <c:pt idx="60">
                  <c:v>0.24583091401945528</c:v>
                </c:pt>
                <c:pt idx="61">
                  <c:v>0.23949218066260686</c:v>
                </c:pt>
                <c:pt idx="62">
                  <c:v>0.21514917696239391</c:v>
                </c:pt>
                <c:pt idx="63">
                  <c:v>0.21495422816513637</c:v>
                </c:pt>
                <c:pt idx="64">
                  <c:v>0.20771737632026727</c:v>
                </c:pt>
                <c:pt idx="65">
                  <c:v>0.20740755134995001</c:v>
                </c:pt>
                <c:pt idx="66">
                  <c:v>0.20117747745192471</c:v>
                </c:pt>
                <c:pt idx="67">
                  <c:v>0.19576886133411545</c:v>
                </c:pt>
                <c:pt idx="68">
                  <c:v>0.19512937233174088</c:v>
                </c:pt>
                <c:pt idx="69">
                  <c:v>0.19019412962682364</c:v>
                </c:pt>
                <c:pt idx="70">
                  <c:v>0.18837755816653456</c:v>
                </c:pt>
                <c:pt idx="71">
                  <c:v>0.18686506066131944</c:v>
                </c:pt>
                <c:pt idx="72">
                  <c:v>0.18260758473986929</c:v>
                </c:pt>
                <c:pt idx="73">
                  <c:v>0.15270460099848726</c:v>
                </c:pt>
                <c:pt idx="74">
                  <c:v>0.15154092648137857</c:v>
                </c:pt>
                <c:pt idx="75">
                  <c:v>0.14850480645723113</c:v>
                </c:pt>
                <c:pt idx="76">
                  <c:v>0.14831223599533674</c:v>
                </c:pt>
                <c:pt idx="77">
                  <c:v>0.12689944899302691</c:v>
                </c:pt>
                <c:pt idx="78">
                  <c:v>0.12416096806565668</c:v>
                </c:pt>
                <c:pt idx="79">
                  <c:v>7.3535570808347814E-2</c:v>
                </c:pt>
                <c:pt idx="80">
                  <c:v>4.4853815092827314E-2</c:v>
                </c:pt>
              </c:numCache>
            </c:numRef>
          </c:xVal>
          <c:yVal>
            <c:numRef>
              <c:f>'\\stl.umsl.edu\steamboat\c\campbelljf\my documents\Hub\data\TurkishNetwork\[TNlatlong.xlsx]Sheet1'!$L$3:$L$83</c:f>
              <c:numCache>
                <c:formatCode>General</c:formatCode>
                <c:ptCount val="81"/>
                <c:pt idx="0">
                  <c:v>2.4870830859103597E-3</c:v>
                </c:pt>
                <c:pt idx="1">
                  <c:v>5.9762762708419695E-3</c:v>
                </c:pt>
                <c:pt idx="2">
                  <c:v>1.8918358519263961E-2</c:v>
                </c:pt>
                <c:pt idx="3">
                  <c:v>2.3711827192545946E-2</c:v>
                </c:pt>
                <c:pt idx="4">
                  <c:v>3.1509959592753392E-2</c:v>
                </c:pt>
                <c:pt idx="5">
                  <c:v>3.348264769384228E-2</c:v>
                </c:pt>
                <c:pt idx="6">
                  <c:v>3.8691741261534941E-2</c:v>
                </c:pt>
                <c:pt idx="7">
                  <c:v>4.4424123104256197E-2</c:v>
                </c:pt>
                <c:pt idx="8">
                  <c:v>4.8312924412180672E-2</c:v>
                </c:pt>
                <c:pt idx="9">
                  <c:v>5.1143645411570286E-2</c:v>
                </c:pt>
                <c:pt idx="10">
                  <c:v>5.7834319832242409E-2</c:v>
                </c:pt>
                <c:pt idx="11">
                  <c:v>7.1659315543773749E-2</c:v>
                </c:pt>
                <c:pt idx="12">
                  <c:v>7.8395415062021523E-2</c:v>
                </c:pt>
                <c:pt idx="13">
                  <c:v>8.8794488260245302E-2</c:v>
                </c:pt>
                <c:pt idx="14">
                  <c:v>9.4191491298136767E-2</c:v>
                </c:pt>
                <c:pt idx="15">
                  <c:v>9.7933737672745255E-2</c:v>
                </c:pt>
                <c:pt idx="16">
                  <c:v>0.11803151165565993</c:v>
                </c:pt>
                <c:pt idx="17">
                  <c:v>0.11946738719130499</c:v>
                </c:pt>
                <c:pt idx="18">
                  <c:v>0.13384910581949108</c:v>
                </c:pt>
                <c:pt idx="19">
                  <c:v>0.13522932086219788</c:v>
                </c:pt>
                <c:pt idx="20">
                  <c:v>0.13798658003982606</c:v>
                </c:pt>
                <c:pt idx="21">
                  <c:v>0.14265948047522456</c:v>
                </c:pt>
                <c:pt idx="22">
                  <c:v>0.14859727814880139</c:v>
                </c:pt>
                <c:pt idx="23">
                  <c:v>0.15699820749320395</c:v>
                </c:pt>
                <c:pt idx="24">
                  <c:v>0.17828638450395404</c:v>
                </c:pt>
                <c:pt idx="25">
                  <c:v>0.18514402565503321</c:v>
                </c:pt>
                <c:pt idx="26">
                  <c:v>0.18998830259492297</c:v>
                </c:pt>
                <c:pt idx="27">
                  <c:v>0.19771379908423337</c:v>
                </c:pt>
                <c:pt idx="28">
                  <c:v>0.20691401841666246</c:v>
                </c:pt>
                <c:pt idx="29">
                  <c:v>0.21950411515250476</c:v>
                </c:pt>
                <c:pt idx="30">
                  <c:v>0.26921902325804808</c:v>
                </c:pt>
                <c:pt idx="31">
                  <c:v>0.27841599794065186</c:v>
                </c:pt>
                <c:pt idx="32">
                  <c:v>0.29700148488449718</c:v>
                </c:pt>
                <c:pt idx="33">
                  <c:v>0.31009460558235896</c:v>
                </c:pt>
                <c:pt idx="34">
                  <c:v>0.32904998260646545</c:v>
                </c:pt>
                <c:pt idx="35">
                  <c:v>0.34307213504020273</c:v>
                </c:pt>
                <c:pt idx="36">
                  <c:v>0.34476413143445295</c:v>
                </c:pt>
                <c:pt idx="37">
                  <c:v>0.35531408084962557</c:v>
                </c:pt>
                <c:pt idx="38">
                  <c:v>0.37118848588224318</c:v>
                </c:pt>
                <c:pt idx="39">
                  <c:v>0.38967894883138582</c:v>
                </c:pt>
                <c:pt idx="40">
                  <c:v>0.40446251734062666</c:v>
                </c:pt>
                <c:pt idx="41">
                  <c:v>0.41559890771518287</c:v>
                </c:pt>
                <c:pt idx="42">
                  <c:v>0.42236521197363763</c:v>
                </c:pt>
                <c:pt idx="43">
                  <c:v>0.57012560644164612</c:v>
                </c:pt>
                <c:pt idx="44">
                  <c:v>0.58266218120374969</c:v>
                </c:pt>
                <c:pt idx="45">
                  <c:v>0.60049502737503824</c:v>
                </c:pt>
                <c:pt idx="46">
                  <c:v>0.61270710765764369</c:v>
                </c:pt>
                <c:pt idx="47">
                  <c:v>0.64404954008047632</c:v>
                </c:pt>
                <c:pt idx="48">
                  <c:v>0.64653601848164333</c:v>
                </c:pt>
                <c:pt idx="49">
                  <c:v>0.67381287517461963</c:v>
                </c:pt>
                <c:pt idx="50">
                  <c:v>0.67713973262935356</c:v>
                </c:pt>
                <c:pt idx="51">
                  <c:v>0.68189333635498917</c:v>
                </c:pt>
                <c:pt idx="52">
                  <c:v>0.70725692628393022</c:v>
                </c:pt>
                <c:pt idx="53">
                  <c:v>0.712643502197153</c:v>
                </c:pt>
                <c:pt idx="54">
                  <c:v>0.73699902367012182</c:v>
                </c:pt>
                <c:pt idx="55">
                  <c:v>0.75478685769926124</c:v>
                </c:pt>
                <c:pt idx="56">
                  <c:v>0.75857429319691161</c:v>
                </c:pt>
                <c:pt idx="57">
                  <c:v>0.76144029238896604</c:v>
                </c:pt>
                <c:pt idx="58">
                  <c:v>0.76901626951489221</c:v>
                </c:pt>
                <c:pt idx="59">
                  <c:v>0.77870454317491211</c:v>
                </c:pt>
                <c:pt idx="60">
                  <c:v>0.79434422728937371</c:v>
                </c:pt>
                <c:pt idx="61">
                  <c:v>0.80549650169967268</c:v>
                </c:pt>
                <c:pt idx="62">
                  <c:v>0.81430226010360696</c:v>
                </c:pt>
                <c:pt idx="63">
                  <c:v>0.81943590081441708</c:v>
                </c:pt>
                <c:pt idx="64">
                  <c:v>0.83141774369499244</c:v>
                </c:pt>
                <c:pt idx="65">
                  <c:v>0.83500470407857275</c:v>
                </c:pt>
                <c:pt idx="66">
                  <c:v>0.84541721307675843</c:v>
                </c:pt>
                <c:pt idx="67">
                  <c:v>0.85449631848019814</c:v>
                </c:pt>
                <c:pt idx="68">
                  <c:v>0.8572126508247816</c:v>
                </c:pt>
                <c:pt idx="69">
                  <c:v>0.86275032418107711</c:v>
                </c:pt>
                <c:pt idx="70">
                  <c:v>0.86732106239215434</c:v>
                </c:pt>
                <c:pt idx="71">
                  <c:v>0.87195598567616861</c:v>
                </c:pt>
                <c:pt idx="72">
                  <c:v>0.88202795392662059</c:v>
                </c:pt>
                <c:pt idx="73">
                  <c:v>0.88534785013263251</c:v>
                </c:pt>
                <c:pt idx="74">
                  <c:v>0.88933956583369989</c:v>
                </c:pt>
                <c:pt idx="75">
                  <c:v>0.8951811743883209</c:v>
                </c:pt>
                <c:pt idx="76">
                  <c:v>0.92751213362612439</c:v>
                </c:pt>
                <c:pt idx="77">
                  <c:v>0.9312470057965816</c:v>
                </c:pt>
                <c:pt idx="78">
                  <c:v>0.93523431172356697</c:v>
                </c:pt>
                <c:pt idx="79">
                  <c:v>0.94089044429535762</c:v>
                </c:pt>
                <c:pt idx="80">
                  <c:v>0.99999999999999978</c:v>
                </c:pt>
              </c:numCache>
            </c:numRef>
          </c:yVal>
        </c:ser>
        <c:axId val="44857600"/>
        <c:axId val="44872064"/>
      </c:scatterChart>
      <c:valAx>
        <c:axId val="44857600"/>
        <c:scaling>
          <c:orientation val="minMax"/>
          <c:max val="1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% of max distance from median</a:t>
                </a:r>
              </a:p>
            </c:rich>
          </c:tx>
        </c:title>
        <c:numFmt formatCode="General" sourceLinked="1"/>
        <c:tickLblPos val="nextTo"/>
        <c:crossAx val="44872064"/>
        <c:crosses val="autoZero"/>
        <c:crossBetween val="midCat"/>
      </c:valAx>
      <c:valAx>
        <c:axId val="44872064"/>
        <c:scaling>
          <c:orientation val="minMax"/>
          <c:max val="1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% of flow</a:t>
                </a:r>
              </a:p>
            </c:rich>
          </c:tx>
        </c:title>
        <c:numFmt formatCode="General" sourceLinked="1"/>
        <c:tickLblPos val="nextTo"/>
        <c:crossAx val="44857600"/>
        <c:crosses val="autoZero"/>
        <c:crossBetween val="midCat"/>
        <c:majorUnit val="0.2"/>
      </c:valAx>
    </c:plotArea>
    <c:legend>
      <c:legendPos val="r"/>
    </c:legend>
    <c:plotVisOnly val="1"/>
  </c:chart>
  <c:externalData r:id="rId1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7.wmf"/><Relationship Id="rId7" Type="http://schemas.openxmlformats.org/officeDocument/2006/relationships/image" Target="../media/image30.wmf"/><Relationship Id="rId2" Type="http://schemas.openxmlformats.org/officeDocument/2006/relationships/image" Target="../media/image26.wmf"/><Relationship Id="rId1" Type="http://schemas.openxmlformats.org/officeDocument/2006/relationships/image" Target="../media/image24.wmf"/><Relationship Id="rId6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9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29813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BC9060C7-B704-4F63-AB0C-D0304A355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4838"/>
            <a:ext cx="5046663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1263"/>
            <a:ext cx="29813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5" tIns="45958" rIns="91915" bIns="4595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7EE1F335-BEEC-46BF-93A1-15AA1AD9C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19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21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22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23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24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26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0D5F7-CCEF-40BD-9DEE-52A808512730}" type="slidenum">
              <a:rPr lang="ja-JP" altLang="en-US"/>
              <a:pPr/>
              <a:t>31</a:t>
            </a:fld>
            <a:endParaRPr lang="en-US" altLang="ja-JP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BFA75B-6D93-429B-AC67-EDD72C1A9383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9114F5-A3FA-4C66-A4CE-BDABCA3941D9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50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4275D-FEB7-44A9-A8AD-EA432C2C45F5}" type="slidenum">
              <a:rPr lang="ja-JP" altLang="en-US"/>
              <a:pPr/>
              <a:t>51</a:t>
            </a:fld>
            <a:endParaRPr lang="en-US" altLang="ja-JP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6013" y="688975"/>
            <a:ext cx="4649787" cy="3486150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E1F335-BEEC-46BF-93A1-15AA1AD9C58D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53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54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0C92B6-A558-4CA4-9CD4-E876CA05000F}" type="slidenum">
              <a:rPr lang="ja-JP" altLang="en-US"/>
              <a:pPr/>
              <a:t>55</a:t>
            </a:fld>
            <a:endParaRPr lang="en-US" altLang="ja-JP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847AAC-351D-4ADD-A74D-7B8318663B01}" type="slidenum">
              <a:rPr lang="ja-JP" altLang="en-US"/>
              <a:pPr/>
              <a:t>56</a:t>
            </a:fld>
            <a:endParaRPr lang="en-US" altLang="ja-JP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847AAC-351D-4ADD-A74D-7B8318663B01}" type="slidenum">
              <a:rPr lang="ja-JP" altLang="en-US"/>
              <a:pPr/>
              <a:t>57</a:t>
            </a:fld>
            <a:endParaRPr lang="en-US" altLang="ja-JP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58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59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Note that the level of customer selectivity</a:t>
            </a:r>
            <a:r>
              <a:rPr kumimoji="1" lang="en-US" altLang="ja-JP" baseline="0" dirty="0" smtClean="0"/>
              <a:t> can dramatically change the optimal hub network.</a:t>
            </a:r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60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The top 2 cities, Chicago and New York are used as hubs</a:t>
            </a:r>
            <a:r>
              <a:rPr kumimoji="1" lang="en-US" altLang="ja-JP" baseline="0" dirty="0" smtClean="0"/>
              <a:t> in nearly every problem.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There is a significant break before the next most frequently used city Los Angeles.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Atlanta and Denver show similar aggregate usage, however, they are used in different patterns in terms of scenarios.</a:t>
            </a:r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61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In</a:t>
            </a:r>
            <a:r>
              <a:rPr kumimoji="1" lang="en-US" altLang="ja-JP" baseline="0" dirty="0" smtClean="0"/>
              <a:t> this case, 4 out of 6 hubs are the same, but the results are quite different.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Freight transportation chooses east-west hub arcs, while passenger transportation chooses north-south hub arcs.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If somebody ask why? …</a:t>
            </a:r>
          </a:p>
          <a:p>
            <a:r>
              <a:rPr kumimoji="1" lang="en-US" altLang="ja-JP" baseline="0" dirty="0" smtClean="0"/>
              <a:t>One of the reason could be that hubs are more important than hub arcs for all-or-nothing allocation.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Especially,</a:t>
            </a:r>
            <a:r>
              <a:rPr kumimoji="1" lang="en-US" altLang="ja-JP" baseline="0" dirty="0" smtClean="0"/>
              <a:t> when alpha is big, many routes use one-stop path, then hub arcs would be less used, which means hubs are more important than hub arcs.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We need further investigation for this problem as our future work.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62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DA11B-C859-4380-B7BE-B80494CF55E4}" type="slidenum">
              <a:rPr lang="ja-JP" altLang="en-US" smtClean="0"/>
              <a:pPr/>
              <a:t>63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7CC07D-2D76-4DF7-B0BD-E3FCCEAA3E41}" type="slidenum">
              <a:rPr lang="ja-JP" altLang="en-US"/>
              <a:pPr/>
              <a:t>64</a:t>
            </a:fld>
            <a:endParaRPr lang="en-US" altLang="ja-JP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69"/>
          <p:cNvSpPr>
            <a:spLocks noChangeShapeType="1"/>
          </p:cNvSpPr>
          <p:nvPr userDrawn="1"/>
        </p:nvSpPr>
        <p:spPr bwMode="auto">
          <a:xfrm>
            <a:off x="523875" y="2255740"/>
            <a:ext cx="8154988" cy="1588"/>
          </a:xfrm>
          <a:prstGeom prst="line">
            <a:avLst/>
          </a:prstGeom>
          <a:noFill/>
          <a:ln w="1016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88950" y="2708961"/>
            <a:ext cx="8212138" cy="2465387"/>
          </a:xfrm>
        </p:spPr>
        <p:txBody>
          <a:bodyPr/>
          <a:lstStyle>
            <a:lvl1pPr marL="0" indent="0">
              <a:buFontTx/>
              <a:buNone/>
              <a:defRPr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1650" y="530225"/>
            <a:ext cx="8153400" cy="1109663"/>
          </a:xfrm>
          <a:noFill/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7772400" cy="9461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タイトル、コンテンツ、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8229600" cy="939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altLang="ja-JP" dirty="0" smtClean="0"/>
              <a:t>Title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57200" y="1612900"/>
            <a:ext cx="4038600" cy="4114800"/>
          </a:xfrm>
        </p:spPr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/>
            <a:r>
              <a:rPr lang="en-US" altLang="ja-JP" dirty="0" smtClean="0"/>
              <a:t>Level 1</a:t>
            </a:r>
            <a:endParaRPr lang="ja-JP" altLang="en-US" smtClean="0"/>
          </a:p>
          <a:p>
            <a:pPr lvl="1"/>
            <a:r>
              <a:rPr lang="en-US" altLang="ja-JP" dirty="0" smtClean="0"/>
              <a:t>Level 2</a:t>
            </a:r>
          </a:p>
          <a:p>
            <a:pPr lvl="2"/>
            <a:r>
              <a:rPr lang="en-US" altLang="ja-JP" dirty="0" smtClean="0"/>
              <a:t>Level 3</a:t>
            </a:r>
          </a:p>
          <a:p>
            <a:pPr lvl="3"/>
            <a:r>
              <a:rPr lang="en-US" altLang="ja-JP" dirty="0" smtClean="0"/>
              <a:t>Level 4</a:t>
            </a:r>
            <a:endParaRPr lang="ja-JP" altLang="en-US" smtClean="0"/>
          </a:p>
          <a:p>
            <a:pPr lvl="4"/>
            <a:r>
              <a:rPr lang="en-US" altLang="ja-JP" dirty="0" smtClean="0"/>
              <a:t>Level 5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 hasCustomPrompt="1"/>
          </p:nvPr>
        </p:nvSpPr>
        <p:spPr>
          <a:xfrm>
            <a:off x="4648200" y="1612900"/>
            <a:ext cx="4038600" cy="4114800"/>
          </a:xfrm>
        </p:spPr>
        <p:txBody>
          <a:bodyPr/>
          <a:lstStyle>
            <a:lvl1pPr>
              <a:defRPr>
                <a:effectLst/>
              </a:defRPr>
            </a:lvl1pPr>
            <a:lvl2pPr>
              <a:defRPr>
                <a:effectLst/>
              </a:defRPr>
            </a:lvl2pPr>
            <a:lvl3pPr>
              <a:defRPr>
                <a:effectLst/>
              </a:defRPr>
            </a:lvl3pPr>
            <a:lvl4pPr>
              <a:defRPr>
                <a:effectLst/>
              </a:defRPr>
            </a:lvl4pPr>
            <a:lvl5pPr>
              <a:defRPr>
                <a:effectLst/>
              </a:defRPr>
            </a:lvl5pPr>
          </a:lstStyle>
          <a:p>
            <a:pPr lvl="0"/>
            <a:r>
              <a:rPr lang="en-US" altLang="ja-JP" dirty="0" smtClean="0"/>
              <a:t>Level 1</a:t>
            </a:r>
            <a:endParaRPr lang="ja-JP" altLang="en-US" smtClean="0"/>
          </a:p>
          <a:p>
            <a:pPr lvl="1"/>
            <a:r>
              <a:rPr lang="en-US" altLang="ja-JP" dirty="0" smtClean="0"/>
              <a:t>Level 2</a:t>
            </a:r>
          </a:p>
          <a:p>
            <a:pPr lvl="2"/>
            <a:r>
              <a:rPr lang="en-US" altLang="ja-JP" dirty="0" smtClean="0"/>
              <a:t>Level 3</a:t>
            </a:r>
          </a:p>
          <a:p>
            <a:pPr lvl="3"/>
            <a:r>
              <a:rPr lang="en-US" altLang="ja-JP" dirty="0" smtClean="0"/>
              <a:t>Level 4</a:t>
            </a:r>
            <a:endParaRPr lang="ja-JP" altLang="en-US" smtClean="0"/>
          </a:p>
          <a:p>
            <a:pPr lvl="4"/>
            <a:r>
              <a:rPr lang="en-US" altLang="ja-JP" dirty="0" smtClean="0"/>
              <a:t>Level 5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altLang="ja-JP" dirty="0" smtClean="0"/>
              <a:t>Title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57200" y="1612900"/>
            <a:ext cx="4038600" cy="4114800"/>
          </a:xfrm>
        </p:spPr>
        <p:txBody>
          <a:bodyPr/>
          <a:lstStyle>
            <a:lvl1pPr>
              <a:defRPr sz="2800">
                <a:effectLst/>
              </a:defRPr>
            </a:lvl1pPr>
            <a:lvl2pPr>
              <a:defRPr sz="2400">
                <a:effectLst/>
              </a:defRPr>
            </a:lvl2pPr>
            <a:lvl3pPr>
              <a:defRPr sz="2000">
                <a:effectLst/>
              </a:defRPr>
            </a:lvl3pPr>
            <a:lvl4pPr>
              <a:defRPr sz="1800">
                <a:effectLst/>
              </a:defRPr>
            </a:lvl4pPr>
            <a:lvl5pPr>
              <a:defRPr sz="1800">
                <a:effectLst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 dirty="0" smtClean="0"/>
              <a:t>Level 1</a:t>
            </a:r>
            <a:endParaRPr lang="ja-JP" altLang="en-US" smtClean="0"/>
          </a:p>
          <a:p>
            <a:pPr lvl="1"/>
            <a:r>
              <a:rPr lang="en-US" altLang="ja-JP" dirty="0" smtClean="0"/>
              <a:t>Level 2</a:t>
            </a:r>
          </a:p>
          <a:p>
            <a:pPr lvl="2"/>
            <a:r>
              <a:rPr lang="en-US" altLang="ja-JP" dirty="0" smtClean="0"/>
              <a:t>Level 3</a:t>
            </a:r>
          </a:p>
          <a:p>
            <a:pPr lvl="3"/>
            <a:r>
              <a:rPr lang="en-US" altLang="ja-JP" dirty="0" smtClean="0"/>
              <a:t>Level 4</a:t>
            </a:r>
            <a:endParaRPr lang="ja-JP" altLang="en-US" smtClean="0"/>
          </a:p>
          <a:p>
            <a:pPr lvl="4"/>
            <a:r>
              <a:rPr lang="en-US" altLang="ja-JP" dirty="0" smtClean="0"/>
              <a:t>Level 5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 hasCustomPrompt="1"/>
          </p:nvPr>
        </p:nvSpPr>
        <p:spPr>
          <a:xfrm>
            <a:off x="4648200" y="1612900"/>
            <a:ext cx="4038600" cy="4114800"/>
          </a:xfrm>
        </p:spPr>
        <p:txBody>
          <a:bodyPr/>
          <a:lstStyle>
            <a:lvl1pPr>
              <a:defRPr sz="2800">
                <a:effectLst/>
              </a:defRPr>
            </a:lvl1pPr>
            <a:lvl2pPr>
              <a:defRPr sz="2400">
                <a:effectLst/>
              </a:defRPr>
            </a:lvl2pPr>
            <a:lvl3pPr>
              <a:defRPr sz="2000">
                <a:effectLst/>
              </a:defRPr>
            </a:lvl3pPr>
            <a:lvl4pPr>
              <a:defRPr sz="1800">
                <a:effectLst/>
              </a:defRPr>
            </a:lvl4pPr>
            <a:lvl5pPr>
              <a:defRPr sz="1800">
                <a:effectLst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 dirty="0" smtClean="0"/>
              <a:t>Level 1</a:t>
            </a:r>
            <a:endParaRPr lang="ja-JP" altLang="en-US" smtClean="0"/>
          </a:p>
          <a:p>
            <a:pPr lvl="1"/>
            <a:r>
              <a:rPr lang="en-US" altLang="ja-JP" dirty="0" smtClean="0"/>
              <a:t>Level 2</a:t>
            </a:r>
          </a:p>
          <a:p>
            <a:pPr lvl="2"/>
            <a:r>
              <a:rPr lang="en-US" altLang="ja-JP" dirty="0" smtClean="0"/>
              <a:t>Level 3</a:t>
            </a:r>
          </a:p>
          <a:p>
            <a:pPr lvl="3"/>
            <a:r>
              <a:rPr lang="en-US" altLang="ja-JP" dirty="0" smtClean="0"/>
              <a:t>Level 4</a:t>
            </a:r>
            <a:endParaRPr lang="ja-JP" altLang="en-US" smtClean="0"/>
          </a:p>
          <a:p>
            <a:pPr lvl="4"/>
            <a:r>
              <a:rPr lang="en-US" altLang="ja-JP" dirty="0" smtClean="0"/>
              <a:t>Level 5</a:t>
            </a:r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58900"/>
            <a:ext cx="7772400" cy="437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0080" y="182880"/>
            <a:ext cx="7772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101" name="Picture 25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450" y="6137275"/>
            <a:ext cx="5159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8024813" y="6581775"/>
            <a:ext cx="1119187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fld id="{3EF13CF0-EF9E-4468-ACC8-FFB7FFE727B0}" type="slidenum">
              <a:rPr lang="en-US" sz="1200">
                <a:latin typeface="Arial Narrow" pitchFamily="34" charset="0"/>
                <a:cs typeface="+mn-cs"/>
              </a:rPr>
              <a:pPr algn="r">
                <a:defRPr/>
              </a:pPr>
              <a:t>‹#›</a:t>
            </a:fld>
            <a:endParaRPr lang="en-US" sz="1200" dirty="0">
              <a:latin typeface="Arial Narrow" pitchFamily="34" charset="0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0" y="0"/>
            <a:ext cx="9144000" cy="1215025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28000">
                <a:srgbClr val="5E9EFF">
                  <a:alpha val="40000"/>
                </a:srgbClr>
              </a:gs>
              <a:gs pos="0">
                <a:srgbClr val="5E9EFF">
                  <a:alpha val="0"/>
                </a:srgb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2" r:id="rId4"/>
    <p:sldLayoutId id="2147483724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3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-"/>
        <a:defRPr sz="2800">
          <a:solidFill>
            <a:schemeClr val="tx1"/>
          </a:solidFill>
          <a:latin typeface="Tahoma" pitchFamily="34" charset="0"/>
          <a:cs typeface="Tahom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ahoma" pitchFamily="34" charset="0"/>
          <a:cs typeface="Tahom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Char char="o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•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upload.wikimedia.org/wikipedia/en/thumb/f/f5/Federal_Express_Logo.svg/250px-Federal_Express_Logo.svg.png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6.gif"/><Relationship Id="rId2" Type="http://schemas.openxmlformats.org/officeDocument/2006/relationships/hyperlink" Target="http://www.vector-logos.com/files/tumbs/075/074152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a.com/" TargetMode="External"/><Relationship Id="rId11" Type="http://schemas.openxmlformats.org/officeDocument/2006/relationships/image" Target="../media/image8.jpeg"/><Relationship Id="rId5" Type="http://schemas.openxmlformats.org/officeDocument/2006/relationships/image" Target="../media/image5.jpeg"/><Relationship Id="rId10" Type="http://schemas.openxmlformats.org/officeDocument/2006/relationships/hyperlink" Target="http://www.myactionservice.com/English/Images/YellowFreight_logo.gif" TargetMode="External"/><Relationship Id="rId4" Type="http://schemas.openxmlformats.org/officeDocument/2006/relationships/hyperlink" Target="http://narayandesign.com/twa.gif" TargetMode="External"/><Relationship Id="rId9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7" Type="http://schemas.openxmlformats.org/officeDocument/2006/relationships/image" Target="../media/image13.g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gif"/><Relationship Id="rId4" Type="http://schemas.openxmlformats.org/officeDocument/2006/relationships/hyperlink" Target="http://transci.journal.informs.org/current.dt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1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6.bin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4.bin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2.bin"/><Relationship Id="rId9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34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35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0"/>
            <a:ext cx="9144000" cy="206795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1650" y="1"/>
            <a:ext cx="8010979" cy="2373086"/>
          </a:xfrm>
          <a:noFill/>
        </p:spPr>
        <p:txBody>
          <a:bodyPr/>
          <a:lstStyle/>
          <a:p>
            <a:pPr algn="ctr" eaLnBrk="1" hangingPunct="1"/>
            <a:r>
              <a:rPr lang="en-US" sz="4400" b="1" dirty="0" smtClean="0">
                <a:solidFill>
                  <a:srgbClr val="0000FF"/>
                </a:solidFill>
                <a:latin typeface="Tahoma" pitchFamily="34" charset="0"/>
                <a:cs typeface="Tahoma" pitchFamily="34" charset="0"/>
              </a:rPr>
              <a:t>Hub Location &amp; Hub Network Design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90318" y="4999812"/>
            <a:ext cx="7951788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US" sz="2400" dirty="0">
                <a:cs typeface="Tahoma" pitchFamily="34" charset="0"/>
              </a:rPr>
              <a:t>James </a:t>
            </a:r>
            <a:r>
              <a:rPr lang="en-US" sz="2400" dirty="0" smtClean="0">
                <a:cs typeface="Tahoma" pitchFamily="34" charset="0"/>
              </a:rPr>
              <a:t>F. </a:t>
            </a:r>
            <a:r>
              <a:rPr lang="en-US" sz="2400" dirty="0">
                <a:cs typeface="Tahoma" pitchFamily="34" charset="0"/>
              </a:rPr>
              <a:t>Campbell</a:t>
            </a:r>
          </a:p>
          <a:p>
            <a:pPr algn="ctr">
              <a:buClr>
                <a:schemeClr val="tx1"/>
              </a:buClr>
            </a:pPr>
            <a:r>
              <a:rPr lang="en-US" sz="2400" i="1" dirty="0">
                <a:cs typeface="Tahoma" pitchFamily="34" charset="0"/>
              </a:rPr>
              <a:t>College of Business Administration &amp; </a:t>
            </a:r>
          </a:p>
          <a:p>
            <a:pPr algn="ctr">
              <a:buClr>
                <a:schemeClr val="tx1"/>
              </a:buClr>
            </a:pPr>
            <a:r>
              <a:rPr lang="en-US" sz="2400" i="1" dirty="0">
                <a:cs typeface="Tahoma" pitchFamily="34" charset="0"/>
              </a:rPr>
              <a:t>Center for Transportation Studies</a:t>
            </a:r>
          </a:p>
          <a:p>
            <a:pPr algn="ctr">
              <a:buClr>
                <a:schemeClr val="tx1"/>
              </a:buClr>
            </a:pPr>
            <a:r>
              <a:rPr lang="en-US" sz="2400" i="1" dirty="0">
                <a:cs typeface="Tahoma" pitchFamily="34" charset="0"/>
              </a:rPr>
              <a:t>University of Missouri-St. </a:t>
            </a:r>
            <a:r>
              <a:rPr lang="en-US" sz="2400" i="1" dirty="0" smtClean="0">
                <a:cs typeface="Tahoma" pitchFamily="34" charset="0"/>
              </a:rPr>
              <a:t>Louis, USA</a:t>
            </a:r>
            <a:endParaRPr lang="en-US" sz="2400" i="1" dirty="0"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8468" y="2715063"/>
            <a:ext cx="7216726" cy="199541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700"/>
              </a:spcBef>
            </a:pPr>
            <a:r>
              <a:rPr lang="en-US" b="1" i="1" dirty="0" smtClean="0"/>
              <a:t>Spring School on Supply Chain and Transportation Network Design</a:t>
            </a:r>
          </a:p>
          <a:p>
            <a:pPr algn="ctr">
              <a:spcBef>
                <a:spcPts val="700"/>
              </a:spcBef>
            </a:pPr>
            <a:r>
              <a:rPr lang="en-US" i="1" dirty="0" smtClean="0"/>
              <a:t>HEC Montreal</a:t>
            </a:r>
          </a:p>
          <a:p>
            <a:pPr algn="ctr">
              <a:spcBef>
                <a:spcPts val="700"/>
              </a:spcBef>
            </a:pPr>
            <a:r>
              <a:rPr lang="en-US" i="1" dirty="0" smtClean="0"/>
              <a:t>May 14, 2010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7772400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Outline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315325" cy="5089109"/>
          </a:xfrm>
        </p:spPr>
        <p:txBody>
          <a:bodyPr/>
          <a:lstStyle/>
          <a:p>
            <a:pPr marL="347663" indent="-347663" eaLnBrk="1" hangingPunct="1">
              <a:spcBef>
                <a:spcPts val="1200"/>
              </a:spcBef>
              <a:buFont typeface="Tahoma" pitchFamily="34" charset="0"/>
              <a:buChar char="•"/>
            </a:pPr>
            <a:r>
              <a:rPr lang="en-AU" sz="2400" dirty="0" smtClean="0"/>
              <a:t>Introduction, examples and background.</a:t>
            </a:r>
          </a:p>
          <a:p>
            <a:pPr marL="347663" indent="-347663" eaLnBrk="1" hangingPunct="1">
              <a:spcBef>
                <a:spcPts val="1200"/>
              </a:spcBef>
              <a:buFont typeface="Tahoma" pitchFamily="34" charset="0"/>
              <a:buChar char="•"/>
            </a:pPr>
            <a:r>
              <a:rPr lang="en-AU" sz="2400" dirty="0" smtClean="0"/>
              <a:t>“Classic” hub location models.</a:t>
            </a:r>
          </a:p>
          <a:p>
            <a:pPr marL="347663" indent="-347663" eaLnBrk="1" hangingPunct="1">
              <a:spcBef>
                <a:spcPts val="1200"/>
              </a:spcBef>
              <a:buFont typeface="Tahoma" pitchFamily="34" charset="0"/>
              <a:buChar char="•"/>
            </a:pPr>
            <a:r>
              <a:rPr lang="en-AU" sz="2400" dirty="0" smtClean="0"/>
              <a:t>Interesting “recent” research.</a:t>
            </a:r>
          </a:p>
          <a:p>
            <a:pPr marL="914400" lvl="1" indent="-514350" eaLnBrk="1" hangingPunct="1">
              <a:spcBef>
                <a:spcPts val="1200"/>
              </a:spcBef>
              <a:buFont typeface="+mj-lt"/>
              <a:buAutoNum type="romanUcPeriod"/>
            </a:pPr>
            <a:r>
              <a:rPr lang="en-AU" sz="2000" dirty="0" smtClean="0"/>
              <a:t>Better solutions for classic models.</a:t>
            </a:r>
          </a:p>
          <a:p>
            <a:pPr marL="914400" lvl="1" indent="-514350" eaLnBrk="1" hangingPunct="1">
              <a:spcBef>
                <a:spcPts val="1200"/>
              </a:spcBef>
              <a:buFont typeface="+mj-lt"/>
              <a:buAutoNum type="romanUcPeriod"/>
            </a:pPr>
            <a:r>
              <a:rPr lang="en-AU" sz="2000" dirty="0" smtClean="0"/>
              <a:t>More realistic and/or complex problems</a:t>
            </a:r>
          </a:p>
          <a:p>
            <a:pPr marL="914400" lvl="1" indent="-514350" eaLnBrk="1" hangingPunct="1">
              <a:spcBef>
                <a:spcPts val="1200"/>
              </a:spcBef>
              <a:buFont typeface="+mj-lt"/>
              <a:buAutoNum type="romanUcPeriod"/>
            </a:pPr>
            <a:r>
              <a:rPr lang="en-US" altLang="ja-JP" sz="2000" dirty="0" smtClean="0">
                <a:effectLst/>
              </a:rPr>
              <a:t>Dynamic hub location.</a:t>
            </a:r>
          </a:p>
          <a:p>
            <a:pPr marL="914400" lvl="1" indent="-514350" eaLnBrk="1" hangingPunct="1">
              <a:spcBef>
                <a:spcPts val="1200"/>
              </a:spcBef>
              <a:buFont typeface="+mj-lt"/>
              <a:buAutoNum type="romanUcPeriod"/>
            </a:pPr>
            <a:r>
              <a:rPr lang="en-US" altLang="ja-JP" sz="2000" dirty="0" smtClean="0"/>
              <a:t>Models with </a:t>
            </a:r>
            <a:r>
              <a:rPr lang="en-US" altLang="ja-JP" sz="2000" dirty="0" err="1" smtClean="0"/>
              <a:t>stochasticity</a:t>
            </a:r>
            <a:r>
              <a:rPr lang="en-US" altLang="ja-JP" sz="2000" dirty="0" smtClean="0"/>
              <a:t>.</a:t>
            </a:r>
          </a:p>
          <a:p>
            <a:pPr marL="914400" lvl="1" indent="-514350" eaLnBrk="1" hangingPunct="1">
              <a:spcBef>
                <a:spcPts val="1200"/>
              </a:spcBef>
              <a:buFont typeface="+mj-lt"/>
              <a:buAutoNum type="romanUcPeriod"/>
            </a:pPr>
            <a:r>
              <a:rPr lang="en-US" altLang="ja-JP" sz="2000" dirty="0" smtClean="0">
                <a:effectLst/>
              </a:rPr>
              <a:t>Competition.</a:t>
            </a:r>
          </a:p>
          <a:p>
            <a:pPr marL="914400" lvl="1" indent="-514350" eaLnBrk="1" hangingPunct="1">
              <a:spcBef>
                <a:spcPts val="1200"/>
              </a:spcBef>
              <a:buFont typeface="+mj-lt"/>
              <a:buAutoNum type="romanUcPeriod"/>
            </a:pPr>
            <a:r>
              <a:rPr lang="en-US" altLang="ja-JP" sz="2000" dirty="0" smtClean="0"/>
              <a:t>Data sets</a:t>
            </a:r>
            <a:r>
              <a:rPr lang="en-US" altLang="ja-JP" sz="2000" dirty="0" smtClean="0">
                <a:effectLst/>
              </a:rPr>
              <a:t>.</a:t>
            </a:r>
          </a:p>
          <a:p>
            <a:pPr marL="347663" indent="-347663" eaLnBrk="1" hangingPunct="1">
              <a:spcBef>
                <a:spcPts val="1200"/>
              </a:spcBef>
              <a:buFont typeface="Tahoma" pitchFamily="34" charset="0"/>
              <a:buChar char="•"/>
            </a:pPr>
            <a:r>
              <a:rPr lang="en-US" altLang="ja-JP" sz="2400" dirty="0" smtClean="0">
                <a:effectLst/>
              </a:rPr>
              <a:t>Conclusions.</a:t>
            </a: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0273" y="1639762"/>
            <a:ext cx="3759905" cy="3452582"/>
            <a:chOff x="595315" y="1733560"/>
            <a:chExt cx="1509207" cy="1446815"/>
          </a:xfrm>
        </p:grpSpPr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779465" y="173356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595315" y="241805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" name="Rectangle 10"/>
            <p:cNvSpPr>
              <a:spLocks noChangeArrowheads="1"/>
            </p:cNvSpPr>
            <p:nvPr/>
          </p:nvSpPr>
          <p:spPr bwMode="auto">
            <a:xfrm>
              <a:off x="776289" y="273554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" name="Rectangle 12"/>
            <p:cNvSpPr>
              <a:spLocks noChangeArrowheads="1"/>
            </p:cNvSpPr>
            <p:nvPr/>
          </p:nvSpPr>
          <p:spPr bwMode="auto">
            <a:xfrm>
              <a:off x="1131891" y="284508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9" name="Rectangle 14"/>
            <p:cNvSpPr>
              <a:spLocks noChangeArrowheads="1"/>
            </p:cNvSpPr>
            <p:nvPr/>
          </p:nvSpPr>
          <p:spPr bwMode="auto">
            <a:xfrm>
              <a:off x="1590679" y="2411695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" name="Rectangle 16"/>
            <p:cNvSpPr>
              <a:spLocks noChangeArrowheads="1"/>
            </p:cNvSpPr>
            <p:nvPr/>
          </p:nvSpPr>
          <p:spPr bwMode="auto">
            <a:xfrm>
              <a:off x="2049467" y="295594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2" name="Rectangle 34"/>
            <p:cNvSpPr>
              <a:spLocks noChangeArrowheads="1"/>
            </p:cNvSpPr>
            <p:nvPr/>
          </p:nvSpPr>
          <p:spPr bwMode="auto">
            <a:xfrm>
              <a:off x="846139" y="312289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5" name="Rectangle 34"/>
            <p:cNvSpPr>
              <a:spLocks noChangeArrowheads="1"/>
            </p:cNvSpPr>
            <p:nvPr/>
          </p:nvSpPr>
          <p:spPr bwMode="auto">
            <a:xfrm>
              <a:off x="1991523" y="229871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1377160" y="188675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Rectangle 34"/>
            <p:cNvSpPr>
              <a:spLocks noChangeArrowheads="1"/>
            </p:cNvSpPr>
            <p:nvPr/>
          </p:nvSpPr>
          <p:spPr bwMode="auto">
            <a:xfrm>
              <a:off x="1812336" y="2642869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941391" y="1970367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246190" y="2499006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0" name="Rectangle 34"/>
            <p:cNvSpPr>
              <a:spLocks noChangeArrowheads="1"/>
            </p:cNvSpPr>
            <p:nvPr/>
          </p:nvSpPr>
          <p:spPr bwMode="auto">
            <a:xfrm>
              <a:off x="1589092" y="301812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34"/>
            <p:cNvSpPr>
              <a:spLocks noChangeArrowheads="1"/>
            </p:cNvSpPr>
            <p:nvPr/>
          </p:nvSpPr>
          <p:spPr bwMode="auto">
            <a:xfrm>
              <a:off x="1791498" y="2093924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34"/>
            <p:cNvSpPr>
              <a:spLocks noChangeArrowheads="1"/>
            </p:cNvSpPr>
            <p:nvPr/>
          </p:nvSpPr>
          <p:spPr bwMode="auto">
            <a:xfrm>
              <a:off x="1062834" y="229183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20"/>
          <p:cNvGrpSpPr>
            <a:grpSpLocks/>
          </p:cNvGrpSpPr>
          <p:nvPr/>
        </p:nvGrpSpPr>
        <p:grpSpPr bwMode="auto">
          <a:xfrm>
            <a:off x="4438663" y="1741972"/>
            <a:ext cx="3032190" cy="3448161"/>
            <a:chOff x="2122493" y="1774835"/>
            <a:chExt cx="1217106" cy="1444960"/>
          </a:xfrm>
          <a:solidFill>
            <a:schemeClr val="tx1"/>
          </a:solidFill>
        </p:grpSpPr>
        <p:sp>
          <p:nvSpPr>
            <p:cNvPr id="157" name="Rectangle 18"/>
            <p:cNvSpPr>
              <a:spLocks noChangeArrowheads="1"/>
            </p:cNvSpPr>
            <p:nvPr/>
          </p:nvSpPr>
          <p:spPr bwMode="auto">
            <a:xfrm>
              <a:off x="2122493" y="316231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212980" y="208800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0" name="Rectangle 24"/>
            <p:cNvSpPr>
              <a:spLocks noChangeArrowheads="1"/>
            </p:cNvSpPr>
            <p:nvPr/>
          </p:nvSpPr>
          <p:spPr bwMode="auto">
            <a:xfrm>
              <a:off x="2157418" y="249838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1" name="Rectangle 26"/>
            <p:cNvSpPr>
              <a:spLocks noChangeArrowheads="1"/>
            </p:cNvSpPr>
            <p:nvPr/>
          </p:nvSpPr>
          <p:spPr bwMode="auto">
            <a:xfrm>
              <a:off x="2527304" y="22558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2" name="Rectangle 28"/>
            <p:cNvSpPr>
              <a:spLocks noChangeArrowheads="1"/>
            </p:cNvSpPr>
            <p:nvPr/>
          </p:nvSpPr>
          <p:spPr bwMode="auto">
            <a:xfrm>
              <a:off x="2463805" y="312739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2289111" y="269834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32"/>
            <p:cNvSpPr>
              <a:spLocks noChangeArrowheads="1"/>
            </p:cNvSpPr>
            <p:nvPr/>
          </p:nvSpPr>
          <p:spPr bwMode="auto">
            <a:xfrm>
              <a:off x="2798769" y="281147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3104498" y="29923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2752731" y="21923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9" name="Rectangle 42"/>
            <p:cNvSpPr>
              <a:spLocks noChangeArrowheads="1"/>
            </p:cNvSpPr>
            <p:nvPr/>
          </p:nvSpPr>
          <p:spPr bwMode="auto">
            <a:xfrm>
              <a:off x="2716220" y="24352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2951169" y="2290776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2" name="Rectangle 48"/>
            <p:cNvSpPr>
              <a:spLocks noChangeArrowheads="1"/>
            </p:cNvSpPr>
            <p:nvPr/>
          </p:nvSpPr>
          <p:spPr bwMode="auto">
            <a:xfrm>
              <a:off x="3284544" y="2201874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3141671" y="23974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2829725" y="1774835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0" name="Rectangle 34"/>
            <p:cNvSpPr>
              <a:spLocks noChangeArrowheads="1"/>
            </p:cNvSpPr>
            <p:nvPr/>
          </p:nvSpPr>
          <p:spPr bwMode="auto">
            <a:xfrm>
              <a:off x="2936882" y="26130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7" name="Rectangle 34"/>
            <p:cNvSpPr>
              <a:spLocks noChangeArrowheads="1"/>
            </p:cNvSpPr>
            <p:nvPr/>
          </p:nvSpPr>
          <p:spPr bwMode="auto">
            <a:xfrm>
              <a:off x="3039274" y="1996291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Design a Network to Serve 32 Cities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5402365" y="3633939"/>
            <a:ext cx="137159" cy="13715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7" name="Rectangle 29"/>
          <p:cNvSpPr>
            <a:spLocks noChangeArrowheads="1"/>
          </p:cNvSpPr>
          <p:nvPr/>
        </p:nvSpPr>
        <p:spPr bwMode="auto">
          <a:xfrm>
            <a:off x="2057400" y="5870502"/>
            <a:ext cx="5243513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0000CC"/>
                </a:solidFill>
              </a:rPr>
              <a:t>32 demand points  (origins and destinations)</a:t>
            </a:r>
          </a:p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32*31/2 = 496 direct connections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471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0273" y="1639762"/>
            <a:ext cx="3759905" cy="3452582"/>
            <a:chOff x="595315" y="1733560"/>
            <a:chExt cx="1509207" cy="1446815"/>
          </a:xfrm>
        </p:grpSpPr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779465" y="173356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595315" y="241805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" name="Rectangle 10"/>
            <p:cNvSpPr>
              <a:spLocks noChangeArrowheads="1"/>
            </p:cNvSpPr>
            <p:nvPr/>
          </p:nvSpPr>
          <p:spPr bwMode="auto">
            <a:xfrm>
              <a:off x="776289" y="273554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" name="Rectangle 12"/>
            <p:cNvSpPr>
              <a:spLocks noChangeArrowheads="1"/>
            </p:cNvSpPr>
            <p:nvPr/>
          </p:nvSpPr>
          <p:spPr bwMode="auto">
            <a:xfrm>
              <a:off x="1131891" y="284508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9" name="Rectangle 14"/>
            <p:cNvSpPr>
              <a:spLocks noChangeArrowheads="1"/>
            </p:cNvSpPr>
            <p:nvPr/>
          </p:nvSpPr>
          <p:spPr bwMode="auto">
            <a:xfrm>
              <a:off x="1590679" y="2411695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" name="Rectangle 16"/>
            <p:cNvSpPr>
              <a:spLocks noChangeArrowheads="1"/>
            </p:cNvSpPr>
            <p:nvPr/>
          </p:nvSpPr>
          <p:spPr bwMode="auto">
            <a:xfrm>
              <a:off x="2049467" y="295594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2" name="Rectangle 34"/>
            <p:cNvSpPr>
              <a:spLocks noChangeArrowheads="1"/>
            </p:cNvSpPr>
            <p:nvPr/>
          </p:nvSpPr>
          <p:spPr bwMode="auto">
            <a:xfrm>
              <a:off x="846139" y="312289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5" name="Rectangle 34"/>
            <p:cNvSpPr>
              <a:spLocks noChangeArrowheads="1"/>
            </p:cNvSpPr>
            <p:nvPr/>
          </p:nvSpPr>
          <p:spPr bwMode="auto">
            <a:xfrm>
              <a:off x="1991523" y="229871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1377160" y="188675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Rectangle 34"/>
            <p:cNvSpPr>
              <a:spLocks noChangeArrowheads="1"/>
            </p:cNvSpPr>
            <p:nvPr/>
          </p:nvSpPr>
          <p:spPr bwMode="auto">
            <a:xfrm>
              <a:off x="1812336" y="2642869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941391" y="1970367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246190" y="2499006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0" name="Rectangle 34"/>
            <p:cNvSpPr>
              <a:spLocks noChangeArrowheads="1"/>
            </p:cNvSpPr>
            <p:nvPr/>
          </p:nvSpPr>
          <p:spPr bwMode="auto">
            <a:xfrm>
              <a:off x="1589092" y="301812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34"/>
            <p:cNvSpPr>
              <a:spLocks noChangeArrowheads="1"/>
            </p:cNvSpPr>
            <p:nvPr/>
          </p:nvSpPr>
          <p:spPr bwMode="auto">
            <a:xfrm>
              <a:off x="1791498" y="2093924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34"/>
            <p:cNvSpPr>
              <a:spLocks noChangeArrowheads="1"/>
            </p:cNvSpPr>
            <p:nvPr/>
          </p:nvSpPr>
          <p:spPr bwMode="auto">
            <a:xfrm>
              <a:off x="1062834" y="229183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20"/>
          <p:cNvGrpSpPr>
            <a:grpSpLocks/>
          </p:cNvGrpSpPr>
          <p:nvPr/>
        </p:nvGrpSpPr>
        <p:grpSpPr bwMode="auto">
          <a:xfrm>
            <a:off x="4438663" y="1741972"/>
            <a:ext cx="3032190" cy="3448161"/>
            <a:chOff x="2122493" y="1774835"/>
            <a:chExt cx="1217106" cy="1444960"/>
          </a:xfrm>
          <a:solidFill>
            <a:schemeClr val="tx1"/>
          </a:solidFill>
        </p:grpSpPr>
        <p:sp>
          <p:nvSpPr>
            <p:cNvPr id="157" name="Rectangle 18"/>
            <p:cNvSpPr>
              <a:spLocks noChangeArrowheads="1"/>
            </p:cNvSpPr>
            <p:nvPr/>
          </p:nvSpPr>
          <p:spPr bwMode="auto">
            <a:xfrm>
              <a:off x="2122493" y="316231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212980" y="208800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0" name="Rectangle 24"/>
            <p:cNvSpPr>
              <a:spLocks noChangeArrowheads="1"/>
            </p:cNvSpPr>
            <p:nvPr/>
          </p:nvSpPr>
          <p:spPr bwMode="auto">
            <a:xfrm>
              <a:off x="2157418" y="249838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1" name="Rectangle 26"/>
            <p:cNvSpPr>
              <a:spLocks noChangeArrowheads="1"/>
            </p:cNvSpPr>
            <p:nvPr/>
          </p:nvSpPr>
          <p:spPr bwMode="auto">
            <a:xfrm>
              <a:off x="2527304" y="22558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2" name="Rectangle 28"/>
            <p:cNvSpPr>
              <a:spLocks noChangeArrowheads="1"/>
            </p:cNvSpPr>
            <p:nvPr/>
          </p:nvSpPr>
          <p:spPr bwMode="auto">
            <a:xfrm>
              <a:off x="2463805" y="312739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2289111" y="269834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32"/>
            <p:cNvSpPr>
              <a:spLocks noChangeArrowheads="1"/>
            </p:cNvSpPr>
            <p:nvPr/>
          </p:nvSpPr>
          <p:spPr bwMode="auto">
            <a:xfrm>
              <a:off x="2798769" y="281147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3104498" y="29923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2752731" y="21923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9" name="Rectangle 42"/>
            <p:cNvSpPr>
              <a:spLocks noChangeArrowheads="1"/>
            </p:cNvSpPr>
            <p:nvPr/>
          </p:nvSpPr>
          <p:spPr bwMode="auto">
            <a:xfrm>
              <a:off x="2716220" y="24352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2951169" y="2290776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2" name="Rectangle 48"/>
            <p:cNvSpPr>
              <a:spLocks noChangeArrowheads="1"/>
            </p:cNvSpPr>
            <p:nvPr/>
          </p:nvSpPr>
          <p:spPr bwMode="auto">
            <a:xfrm>
              <a:off x="3284544" y="2201874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3141671" y="23974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2829725" y="1774835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0" name="Rectangle 34"/>
            <p:cNvSpPr>
              <a:spLocks noChangeArrowheads="1"/>
            </p:cNvSpPr>
            <p:nvPr/>
          </p:nvSpPr>
          <p:spPr bwMode="auto">
            <a:xfrm>
              <a:off x="2936882" y="26130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7" name="Rectangle 34"/>
            <p:cNvSpPr>
              <a:spLocks noChangeArrowheads="1"/>
            </p:cNvSpPr>
            <p:nvPr/>
          </p:nvSpPr>
          <p:spPr bwMode="auto">
            <a:xfrm>
              <a:off x="3039274" y="1996291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One Hub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5402365" y="3633939"/>
            <a:ext cx="137159" cy="13715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4" name="Group 244"/>
          <p:cNvGrpSpPr/>
          <p:nvPr/>
        </p:nvGrpSpPr>
        <p:grpSpPr>
          <a:xfrm>
            <a:off x="4517770" y="3427302"/>
            <a:ext cx="4626231" cy="2604342"/>
            <a:chOff x="4517770" y="3620487"/>
            <a:chExt cx="4626231" cy="2604342"/>
          </a:xfrm>
        </p:grpSpPr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5589431" y="5209166"/>
              <a:ext cx="355457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i="1" dirty="0" smtClean="0">
                  <a:solidFill>
                    <a:srgbClr val="FF0000"/>
                  </a:solidFill>
                </a:rPr>
                <a:t>Single hub:  </a:t>
              </a:r>
              <a:r>
                <a:rPr lang="en-US" sz="2000" i="1" dirty="0" smtClean="0">
                  <a:solidFill>
                    <a:srgbClr val="000000"/>
                  </a:solidFill>
                </a:rPr>
                <a:t>Provides a switching, sorting and connecting (SSC) function.  </a:t>
              </a:r>
              <a:endParaRPr lang="en-US" sz="2000" i="1" dirty="0">
                <a:solidFill>
                  <a:srgbClr val="000000"/>
                </a:solidFill>
              </a:endParaRPr>
            </a:p>
          </p:txBody>
        </p:sp>
        <p:sp>
          <p:nvSpPr>
            <p:cNvPr id="234" name="Oval 7"/>
            <p:cNvSpPr>
              <a:spLocks noChangeArrowheads="1"/>
            </p:cNvSpPr>
            <p:nvPr/>
          </p:nvSpPr>
          <p:spPr bwMode="auto">
            <a:xfrm>
              <a:off x="4517770" y="3620487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106"/>
          <p:cNvGrpSpPr/>
          <p:nvPr/>
        </p:nvGrpSpPr>
        <p:grpSpPr>
          <a:xfrm>
            <a:off x="445146" y="1708342"/>
            <a:ext cx="7063239" cy="5182521"/>
            <a:chOff x="445146" y="1901527"/>
            <a:chExt cx="7063239" cy="5182521"/>
          </a:xfrm>
        </p:grpSpPr>
        <p:grpSp>
          <p:nvGrpSpPr>
            <p:cNvPr id="6" name="Group 243"/>
            <p:cNvGrpSpPr/>
            <p:nvPr/>
          </p:nvGrpSpPr>
          <p:grpSpPr>
            <a:xfrm>
              <a:off x="445146" y="1901527"/>
              <a:ext cx="6888548" cy="4027787"/>
              <a:chOff x="445146" y="1901527"/>
              <a:chExt cx="6888548" cy="4027787"/>
            </a:xfrm>
          </p:grpSpPr>
          <p:sp>
            <p:nvSpPr>
              <p:cNvPr id="95" name="Rectangle 29"/>
              <p:cNvSpPr>
                <a:spLocks noChangeArrowheads="1"/>
              </p:cNvSpPr>
              <p:nvPr/>
            </p:nvSpPr>
            <p:spPr bwMode="auto">
              <a:xfrm>
                <a:off x="445146" y="5529204"/>
                <a:ext cx="4491896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i="1" dirty="0" smtClean="0">
                    <a:solidFill>
                      <a:srgbClr val="000000"/>
                    </a:solidFill>
                  </a:rPr>
                  <a:t>Access arc connect non-hubs to hubs</a:t>
                </a:r>
                <a:endParaRPr lang="en-US" sz="2000" i="1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7" name="Group 230"/>
              <p:cNvGrpSpPr/>
              <p:nvPr/>
            </p:nvGrpSpPr>
            <p:grpSpPr>
              <a:xfrm>
                <a:off x="767432" y="1901527"/>
                <a:ext cx="6566262" cy="3344633"/>
                <a:chOff x="767432" y="1901527"/>
                <a:chExt cx="6566262" cy="3344633"/>
              </a:xfrm>
            </p:grpSpPr>
            <p:cxnSp>
              <p:nvCxnSpPr>
                <p:cNvPr id="305" name="AutoShape 7"/>
                <p:cNvCxnSpPr>
                  <a:cxnSpLocks noChangeShapeType="1"/>
                  <a:stCxn id="242" idx="2"/>
                  <a:endCxn id="234" idx="1"/>
                </p:cNvCxnSpPr>
                <p:nvPr/>
              </p:nvCxnSpPr>
              <p:spPr bwMode="auto">
                <a:xfrm rot="16200000" flipH="1">
                  <a:off x="3657408" y="2851564"/>
                  <a:ext cx="881873" cy="83885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1" name="AutoShape 7"/>
                <p:cNvCxnSpPr>
                  <a:cxnSpLocks noChangeShapeType="1"/>
                  <a:stCxn id="159" idx="2"/>
                  <a:endCxn id="234" idx="0"/>
                </p:cNvCxnSpPr>
                <p:nvPr/>
              </p:nvCxnSpPr>
              <p:spPr bwMode="auto">
                <a:xfrm rot="5400000">
                  <a:off x="4270526" y="3158339"/>
                  <a:ext cx="800832" cy="1234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2" name="AutoShape 7"/>
                <p:cNvCxnSpPr>
                  <a:cxnSpLocks noChangeShapeType="1"/>
                  <a:stCxn id="235" idx="3"/>
                  <a:endCxn id="234" idx="0"/>
                </p:cNvCxnSpPr>
                <p:nvPr/>
              </p:nvCxnSpPr>
              <p:spPr bwMode="auto">
                <a:xfrm>
                  <a:off x="4245821" y="3250168"/>
                  <a:ext cx="363389" cy="37031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3" name="AutoShape 7"/>
                <p:cNvCxnSpPr>
                  <a:cxnSpLocks noChangeShapeType="1"/>
                  <a:stCxn id="243" idx="3"/>
                  <a:endCxn id="234" idx="1"/>
                </p:cNvCxnSpPr>
                <p:nvPr/>
              </p:nvCxnSpPr>
              <p:spPr bwMode="auto">
                <a:xfrm>
                  <a:off x="1932168" y="3233764"/>
                  <a:ext cx="2585602" cy="478163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4" name="AutoShape 7"/>
                <p:cNvCxnSpPr>
                  <a:cxnSpLocks noChangeShapeType="1"/>
                  <a:stCxn id="238" idx="3"/>
                  <a:endCxn id="234" idx="1"/>
                </p:cNvCxnSpPr>
                <p:nvPr/>
              </p:nvCxnSpPr>
              <p:spPr bwMode="auto">
                <a:xfrm>
                  <a:off x="1629615" y="2466627"/>
                  <a:ext cx="2888155" cy="124530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5" name="AutoShape 7"/>
                <p:cNvCxnSpPr>
                  <a:cxnSpLocks noChangeShapeType="1"/>
                  <a:stCxn id="236" idx="2"/>
                  <a:endCxn id="234" idx="1"/>
                </p:cNvCxnSpPr>
                <p:nvPr/>
              </p:nvCxnSpPr>
              <p:spPr bwMode="auto">
                <a:xfrm rot="16200000" flipH="1">
                  <a:off x="2894095" y="2088252"/>
                  <a:ext cx="1376252" cy="187109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6" name="AutoShape 7"/>
                <p:cNvCxnSpPr>
                  <a:cxnSpLocks noChangeShapeType="1"/>
                  <a:stCxn id="205" idx="3"/>
                  <a:endCxn id="234" idx="1"/>
                </p:cNvCxnSpPr>
                <p:nvPr/>
              </p:nvCxnSpPr>
              <p:spPr bwMode="auto">
                <a:xfrm>
                  <a:off x="1226207" y="1901527"/>
                  <a:ext cx="3291563" cy="181040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1" name="AutoShape 7"/>
                <p:cNvCxnSpPr>
                  <a:cxnSpLocks noChangeShapeType="1"/>
                  <a:stCxn id="209" idx="3"/>
                  <a:endCxn id="234" idx="1"/>
                </p:cNvCxnSpPr>
                <p:nvPr/>
              </p:nvCxnSpPr>
              <p:spPr bwMode="auto">
                <a:xfrm>
                  <a:off x="3247194" y="3519783"/>
                  <a:ext cx="1270576" cy="19214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4" name="AutoShape 7"/>
                <p:cNvCxnSpPr>
                  <a:cxnSpLocks noChangeShapeType="1"/>
                  <a:stCxn id="206" idx="3"/>
                  <a:endCxn id="234" idx="1"/>
                </p:cNvCxnSpPr>
                <p:nvPr/>
              </p:nvCxnSpPr>
              <p:spPr bwMode="auto">
                <a:xfrm>
                  <a:off x="767432" y="3534948"/>
                  <a:ext cx="3750338" cy="17697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5" name="AutoShape 7"/>
                <p:cNvCxnSpPr>
                  <a:cxnSpLocks noChangeShapeType="1"/>
                  <a:stCxn id="239" idx="3"/>
                  <a:endCxn id="234" idx="1"/>
                </p:cNvCxnSpPr>
                <p:nvPr/>
              </p:nvCxnSpPr>
              <p:spPr bwMode="auto">
                <a:xfrm flipV="1">
                  <a:off x="2388964" y="3711927"/>
                  <a:ext cx="2128806" cy="1620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6" name="AutoShape 7"/>
                <p:cNvCxnSpPr>
                  <a:cxnSpLocks noChangeShapeType="1"/>
                  <a:stCxn id="207" idx="3"/>
                  <a:endCxn id="234" idx="1"/>
                </p:cNvCxnSpPr>
                <p:nvPr/>
              </p:nvCxnSpPr>
              <p:spPr bwMode="auto">
                <a:xfrm flipV="1">
                  <a:off x="1218295" y="3711927"/>
                  <a:ext cx="3299475" cy="5806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7" name="AutoShape 7"/>
                <p:cNvCxnSpPr>
                  <a:cxnSpLocks noChangeShapeType="1"/>
                  <a:stCxn id="208" idx="3"/>
                  <a:endCxn id="234" idx="1"/>
                </p:cNvCxnSpPr>
                <p:nvPr/>
              </p:nvCxnSpPr>
              <p:spPr bwMode="auto">
                <a:xfrm flipV="1">
                  <a:off x="2104210" y="3711927"/>
                  <a:ext cx="2413560" cy="84207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42" name="AutoShape 7"/>
                <p:cNvCxnSpPr>
                  <a:cxnSpLocks noChangeShapeType="1"/>
                  <a:stCxn id="232" idx="3"/>
                  <a:endCxn id="234" idx="2"/>
                </p:cNvCxnSpPr>
                <p:nvPr/>
              </p:nvCxnSpPr>
              <p:spPr bwMode="auto">
                <a:xfrm flipV="1">
                  <a:off x="1392313" y="3803366"/>
                  <a:ext cx="3216897" cy="141358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49" name="AutoShape 7"/>
                <p:cNvCxnSpPr>
                  <a:cxnSpLocks noChangeShapeType="1"/>
                  <a:stCxn id="237" idx="3"/>
                  <a:endCxn id="234" idx="2"/>
                </p:cNvCxnSpPr>
                <p:nvPr/>
              </p:nvCxnSpPr>
              <p:spPr bwMode="auto">
                <a:xfrm flipV="1">
                  <a:off x="3799411" y="3803366"/>
                  <a:ext cx="809799" cy="26807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3" name="AutoShape 7"/>
                <p:cNvCxnSpPr>
                  <a:cxnSpLocks noChangeShapeType="1"/>
                  <a:stCxn id="240" idx="3"/>
                  <a:endCxn id="234" idx="2"/>
                </p:cNvCxnSpPr>
                <p:nvPr/>
              </p:nvCxnSpPr>
              <p:spPr bwMode="auto">
                <a:xfrm flipV="1">
                  <a:off x="3243240" y="3803366"/>
                  <a:ext cx="1365970" cy="116355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4" name="AutoShape 7"/>
                <p:cNvCxnSpPr>
                  <a:cxnSpLocks noChangeShapeType="1"/>
                  <a:stCxn id="210" idx="0"/>
                  <a:endCxn id="234" idx="2"/>
                </p:cNvCxnSpPr>
                <p:nvPr/>
              </p:nvCxnSpPr>
              <p:spPr bwMode="auto">
                <a:xfrm rot="5400000" flipH="1" flipV="1">
                  <a:off x="3992109" y="4132857"/>
                  <a:ext cx="946591" cy="2876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5" name="AutoShape 7"/>
                <p:cNvCxnSpPr>
                  <a:cxnSpLocks noChangeShapeType="1"/>
                  <a:stCxn id="157" idx="0"/>
                  <a:endCxn id="234" idx="2"/>
                </p:cNvCxnSpPr>
                <p:nvPr/>
              </p:nvCxnSpPr>
              <p:spPr bwMode="auto">
                <a:xfrm rot="5400000" flipH="1" flipV="1">
                  <a:off x="3836830" y="4473780"/>
                  <a:ext cx="1442793" cy="10196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6" name="AutoShape 7"/>
                <p:cNvCxnSpPr>
                  <a:cxnSpLocks noChangeShapeType="1"/>
                  <a:stCxn id="162" idx="0"/>
                  <a:endCxn id="234" idx="2"/>
                </p:cNvCxnSpPr>
                <p:nvPr/>
              </p:nvCxnSpPr>
              <p:spPr bwMode="auto">
                <a:xfrm rot="16200000" flipV="1">
                  <a:off x="4303661" y="4108916"/>
                  <a:ext cx="1359447" cy="74834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81" name="AutoShape 7"/>
                <p:cNvCxnSpPr>
                  <a:cxnSpLocks noChangeShapeType="1"/>
                  <a:stCxn id="163" idx="0"/>
                  <a:endCxn id="234" idx="2"/>
                </p:cNvCxnSpPr>
                <p:nvPr/>
              </p:nvCxnSpPr>
              <p:spPr bwMode="auto">
                <a:xfrm rot="16200000" flipV="1">
                  <a:off x="4597980" y="3814596"/>
                  <a:ext cx="335590" cy="31313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84" name="AutoShape 7"/>
                <p:cNvCxnSpPr>
                  <a:cxnSpLocks noChangeShapeType="1"/>
                  <a:stCxn id="166" idx="1"/>
                  <a:endCxn id="234" idx="2"/>
                </p:cNvCxnSpPr>
                <p:nvPr/>
              </p:nvCxnSpPr>
              <p:spPr bwMode="auto">
                <a:xfrm rot="10800000">
                  <a:off x="4609211" y="3803367"/>
                  <a:ext cx="2275933" cy="110577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88" name="AutoShape 7"/>
                <p:cNvCxnSpPr>
                  <a:cxnSpLocks noChangeShapeType="1"/>
                  <a:stCxn id="164" idx="0"/>
                  <a:endCxn id="234" idx="2"/>
                </p:cNvCxnSpPr>
                <p:nvPr/>
              </p:nvCxnSpPr>
              <p:spPr bwMode="auto">
                <a:xfrm rot="16200000" flipV="1">
                  <a:off x="5097848" y="3314729"/>
                  <a:ext cx="605573" cy="158284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1" name="AutoShape 7"/>
                <p:cNvCxnSpPr>
                  <a:cxnSpLocks noChangeShapeType="1"/>
                  <a:stCxn id="180" idx="1"/>
                  <a:endCxn id="234" idx="3"/>
                </p:cNvCxnSpPr>
                <p:nvPr/>
              </p:nvCxnSpPr>
              <p:spPr bwMode="auto">
                <a:xfrm rot="10800000">
                  <a:off x="4700650" y="3711928"/>
                  <a:ext cx="1766910" cy="29204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4" name="AutoShape 7"/>
                <p:cNvCxnSpPr>
                  <a:cxnSpLocks noChangeShapeType="1"/>
                  <a:stCxn id="179" idx="2"/>
                  <a:endCxn id="234" idx="0"/>
                </p:cNvCxnSpPr>
                <p:nvPr/>
              </p:nvCxnSpPr>
              <p:spPr bwMode="auto">
                <a:xfrm rot="5400000">
                  <a:off x="4665109" y="2016417"/>
                  <a:ext cx="1548171" cy="165996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7" name="AutoShape 7"/>
                <p:cNvCxnSpPr>
                  <a:cxnSpLocks noChangeShapeType="1"/>
                  <a:stCxn id="167" idx="1"/>
                  <a:endCxn id="234" idx="3"/>
                </p:cNvCxnSpPr>
                <p:nvPr/>
              </p:nvCxnSpPr>
              <p:spPr bwMode="auto">
                <a:xfrm rot="10800000" flipV="1">
                  <a:off x="4700650" y="3000067"/>
                  <a:ext cx="1308132" cy="71185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8" name="AutoShape 7"/>
                <p:cNvCxnSpPr>
                  <a:cxnSpLocks noChangeShapeType="1"/>
                  <a:stCxn id="187" idx="1"/>
                  <a:endCxn id="234" idx="3"/>
                </p:cNvCxnSpPr>
                <p:nvPr/>
              </p:nvCxnSpPr>
              <p:spPr bwMode="auto">
                <a:xfrm rot="10800000" flipV="1">
                  <a:off x="4700650" y="2532205"/>
                  <a:ext cx="2022000" cy="117972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9" name="AutoShape 7"/>
                <p:cNvCxnSpPr>
                  <a:cxnSpLocks noChangeShapeType="1"/>
                  <a:stCxn id="172" idx="1"/>
                  <a:endCxn id="234" idx="3"/>
                </p:cNvCxnSpPr>
                <p:nvPr/>
              </p:nvCxnSpPr>
              <p:spPr bwMode="auto">
                <a:xfrm rot="10800000" flipV="1">
                  <a:off x="4700650" y="3022795"/>
                  <a:ext cx="2633044" cy="68913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03" name="AutoShape 7"/>
                <p:cNvCxnSpPr>
                  <a:cxnSpLocks noChangeShapeType="1"/>
                  <a:stCxn id="161" idx="1"/>
                  <a:endCxn id="234" idx="3"/>
                </p:cNvCxnSpPr>
                <p:nvPr/>
              </p:nvCxnSpPr>
              <p:spPr bwMode="auto">
                <a:xfrm rot="10800000" flipV="1">
                  <a:off x="4700651" y="3151601"/>
                  <a:ext cx="746523" cy="56032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16" name="AutoShape 7"/>
                <p:cNvCxnSpPr>
                  <a:cxnSpLocks noChangeShapeType="1"/>
                  <a:stCxn id="170" idx="1"/>
                  <a:endCxn id="234" idx="3"/>
                </p:cNvCxnSpPr>
                <p:nvPr/>
              </p:nvCxnSpPr>
              <p:spPr bwMode="auto">
                <a:xfrm rot="10800000" flipV="1">
                  <a:off x="4700651" y="3234945"/>
                  <a:ext cx="1802503" cy="47698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19" name="AutoShape 7"/>
                <p:cNvCxnSpPr>
                  <a:cxnSpLocks noChangeShapeType="1"/>
                  <a:stCxn id="65" idx="1"/>
                  <a:endCxn id="234" idx="3"/>
                </p:cNvCxnSpPr>
                <p:nvPr/>
              </p:nvCxnSpPr>
              <p:spPr bwMode="auto">
                <a:xfrm rot="10800000">
                  <a:off x="4700651" y="3699049"/>
                  <a:ext cx="701715" cy="1837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2" name="AutoShape 7"/>
                <p:cNvCxnSpPr>
                  <a:cxnSpLocks noChangeShapeType="1"/>
                  <a:stCxn id="169" idx="0"/>
                  <a:endCxn id="234" idx="3"/>
                </p:cNvCxnSpPr>
                <p:nvPr/>
              </p:nvCxnSpPr>
              <p:spPr bwMode="auto">
                <a:xfrm rot="16200000" flipH="1" flipV="1">
                  <a:off x="5243113" y="2968638"/>
                  <a:ext cx="200826" cy="128575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25" name="AutoShape 7"/>
                <p:cNvCxnSpPr>
                  <a:cxnSpLocks noChangeShapeType="1"/>
                  <a:stCxn id="175" idx="1"/>
                  <a:endCxn id="234" idx="3"/>
                </p:cNvCxnSpPr>
                <p:nvPr/>
              </p:nvCxnSpPr>
              <p:spPr bwMode="auto">
                <a:xfrm rot="10800000" flipV="1">
                  <a:off x="4700651" y="3489513"/>
                  <a:ext cx="2277103" cy="22241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</p:grpSp>
        <p:sp>
          <p:nvSpPr>
            <p:cNvPr id="106" name="Rectangle 29"/>
            <p:cNvSpPr>
              <a:spLocks noChangeArrowheads="1"/>
            </p:cNvSpPr>
            <p:nvPr/>
          </p:nvSpPr>
          <p:spPr bwMode="auto">
            <a:xfrm>
              <a:off x="1493950" y="6314607"/>
              <a:ext cx="6014435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200" i="1" dirty="0" smtClean="0">
                  <a:solidFill>
                    <a:srgbClr val="0000CC"/>
                  </a:solidFill>
                </a:rPr>
                <a:t>Hub networks concentrate flows to exploit economies of scale in transportation.</a:t>
              </a:r>
              <a:endParaRPr lang="en-US" sz="2200" i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7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AutoShape 7"/>
          <p:cNvCxnSpPr>
            <a:cxnSpLocks noChangeShapeType="1"/>
            <a:stCxn id="164" idx="1"/>
            <a:endCxn id="76" idx="3"/>
          </p:cNvCxnSpPr>
          <p:nvPr/>
        </p:nvCxnSpPr>
        <p:spPr bwMode="auto">
          <a:xfrm rot="10800000">
            <a:off x="4700261" y="3518354"/>
            <a:ext cx="1423216" cy="76598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4" name="AutoShape 7"/>
          <p:cNvCxnSpPr>
            <a:cxnSpLocks noChangeShapeType="1"/>
            <a:stCxn id="169" idx="1"/>
            <a:endCxn id="76" idx="3"/>
          </p:cNvCxnSpPr>
          <p:nvPr/>
        </p:nvCxnSpPr>
        <p:spPr bwMode="auto">
          <a:xfrm rot="10800000" flipV="1">
            <a:off x="4700262" y="3386495"/>
            <a:ext cx="1217561" cy="13185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4" name="AutoShape 7"/>
          <p:cNvCxnSpPr>
            <a:cxnSpLocks noChangeShapeType="1"/>
            <a:stCxn id="77" idx="1"/>
            <a:endCxn id="65" idx="3"/>
          </p:cNvCxnSpPr>
          <p:nvPr/>
        </p:nvCxnSpPr>
        <p:spPr bwMode="auto">
          <a:xfrm rot="10800000" flipV="1">
            <a:off x="5539525" y="3036861"/>
            <a:ext cx="927331" cy="66565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0273" y="1639762"/>
            <a:ext cx="3759905" cy="3452582"/>
            <a:chOff x="595315" y="1733560"/>
            <a:chExt cx="1509207" cy="1446815"/>
          </a:xfrm>
        </p:grpSpPr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779465" y="173356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595315" y="241805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" name="Rectangle 10"/>
            <p:cNvSpPr>
              <a:spLocks noChangeArrowheads="1"/>
            </p:cNvSpPr>
            <p:nvPr/>
          </p:nvSpPr>
          <p:spPr bwMode="auto">
            <a:xfrm>
              <a:off x="776289" y="273554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" name="Rectangle 12"/>
            <p:cNvSpPr>
              <a:spLocks noChangeArrowheads="1"/>
            </p:cNvSpPr>
            <p:nvPr/>
          </p:nvSpPr>
          <p:spPr bwMode="auto">
            <a:xfrm>
              <a:off x="1131891" y="284508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9" name="Rectangle 14"/>
            <p:cNvSpPr>
              <a:spLocks noChangeArrowheads="1"/>
            </p:cNvSpPr>
            <p:nvPr/>
          </p:nvSpPr>
          <p:spPr bwMode="auto">
            <a:xfrm>
              <a:off x="1590679" y="2411695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" name="Rectangle 16"/>
            <p:cNvSpPr>
              <a:spLocks noChangeArrowheads="1"/>
            </p:cNvSpPr>
            <p:nvPr/>
          </p:nvSpPr>
          <p:spPr bwMode="auto">
            <a:xfrm>
              <a:off x="2049467" y="295594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2" name="Rectangle 34"/>
            <p:cNvSpPr>
              <a:spLocks noChangeArrowheads="1"/>
            </p:cNvSpPr>
            <p:nvPr/>
          </p:nvSpPr>
          <p:spPr bwMode="auto">
            <a:xfrm>
              <a:off x="846139" y="312289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5" name="Rectangle 34"/>
            <p:cNvSpPr>
              <a:spLocks noChangeArrowheads="1"/>
            </p:cNvSpPr>
            <p:nvPr/>
          </p:nvSpPr>
          <p:spPr bwMode="auto">
            <a:xfrm>
              <a:off x="1991523" y="229871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1377160" y="188675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Rectangle 34"/>
            <p:cNvSpPr>
              <a:spLocks noChangeArrowheads="1"/>
            </p:cNvSpPr>
            <p:nvPr/>
          </p:nvSpPr>
          <p:spPr bwMode="auto">
            <a:xfrm>
              <a:off x="1812336" y="2642869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941391" y="1970367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246190" y="2499006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0" name="Rectangle 34"/>
            <p:cNvSpPr>
              <a:spLocks noChangeArrowheads="1"/>
            </p:cNvSpPr>
            <p:nvPr/>
          </p:nvSpPr>
          <p:spPr bwMode="auto">
            <a:xfrm>
              <a:off x="1589092" y="301812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34"/>
            <p:cNvSpPr>
              <a:spLocks noChangeArrowheads="1"/>
            </p:cNvSpPr>
            <p:nvPr/>
          </p:nvSpPr>
          <p:spPr bwMode="auto">
            <a:xfrm>
              <a:off x="1791498" y="2093924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34"/>
            <p:cNvSpPr>
              <a:spLocks noChangeArrowheads="1"/>
            </p:cNvSpPr>
            <p:nvPr/>
          </p:nvSpPr>
          <p:spPr bwMode="auto">
            <a:xfrm>
              <a:off x="1062834" y="229183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20"/>
          <p:cNvGrpSpPr>
            <a:grpSpLocks/>
          </p:cNvGrpSpPr>
          <p:nvPr/>
        </p:nvGrpSpPr>
        <p:grpSpPr bwMode="auto">
          <a:xfrm>
            <a:off x="4438663" y="1741972"/>
            <a:ext cx="3032190" cy="3448161"/>
            <a:chOff x="2122493" y="1774835"/>
            <a:chExt cx="1217106" cy="1444960"/>
          </a:xfrm>
          <a:solidFill>
            <a:schemeClr val="tx1"/>
          </a:solidFill>
        </p:grpSpPr>
        <p:sp>
          <p:nvSpPr>
            <p:cNvPr id="157" name="Rectangle 18"/>
            <p:cNvSpPr>
              <a:spLocks noChangeArrowheads="1"/>
            </p:cNvSpPr>
            <p:nvPr/>
          </p:nvSpPr>
          <p:spPr bwMode="auto">
            <a:xfrm>
              <a:off x="2122493" y="316231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212980" y="208800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0" name="Rectangle 24"/>
            <p:cNvSpPr>
              <a:spLocks noChangeArrowheads="1"/>
            </p:cNvSpPr>
            <p:nvPr/>
          </p:nvSpPr>
          <p:spPr bwMode="auto">
            <a:xfrm>
              <a:off x="2157418" y="249838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1" name="Rectangle 26"/>
            <p:cNvSpPr>
              <a:spLocks noChangeArrowheads="1"/>
            </p:cNvSpPr>
            <p:nvPr/>
          </p:nvSpPr>
          <p:spPr bwMode="auto">
            <a:xfrm>
              <a:off x="2527304" y="22558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2" name="Rectangle 28"/>
            <p:cNvSpPr>
              <a:spLocks noChangeArrowheads="1"/>
            </p:cNvSpPr>
            <p:nvPr/>
          </p:nvSpPr>
          <p:spPr bwMode="auto">
            <a:xfrm>
              <a:off x="2463805" y="312739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2289111" y="269834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32"/>
            <p:cNvSpPr>
              <a:spLocks noChangeArrowheads="1"/>
            </p:cNvSpPr>
            <p:nvPr/>
          </p:nvSpPr>
          <p:spPr bwMode="auto">
            <a:xfrm>
              <a:off x="2798769" y="281147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3104498" y="29923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2752731" y="21923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9" name="Rectangle 42"/>
            <p:cNvSpPr>
              <a:spLocks noChangeArrowheads="1"/>
            </p:cNvSpPr>
            <p:nvPr/>
          </p:nvSpPr>
          <p:spPr bwMode="auto">
            <a:xfrm>
              <a:off x="2716220" y="24352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2951169" y="2290776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2" name="Rectangle 48"/>
            <p:cNvSpPr>
              <a:spLocks noChangeArrowheads="1"/>
            </p:cNvSpPr>
            <p:nvPr/>
          </p:nvSpPr>
          <p:spPr bwMode="auto">
            <a:xfrm>
              <a:off x="3284544" y="2201874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3141671" y="23974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2829725" y="1774835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0" name="Rectangle 34"/>
            <p:cNvSpPr>
              <a:spLocks noChangeArrowheads="1"/>
            </p:cNvSpPr>
            <p:nvPr/>
          </p:nvSpPr>
          <p:spPr bwMode="auto">
            <a:xfrm>
              <a:off x="2936882" y="26130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7" name="Rectangle 34"/>
            <p:cNvSpPr>
              <a:spLocks noChangeArrowheads="1"/>
            </p:cNvSpPr>
            <p:nvPr/>
          </p:nvSpPr>
          <p:spPr bwMode="auto">
            <a:xfrm>
              <a:off x="3039274" y="1996291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Two Hubs and One Hub Arc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5402365" y="3633939"/>
            <a:ext cx="137159" cy="13715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0" name="Rectangle 29"/>
          <p:cNvSpPr>
            <a:spLocks noChangeArrowheads="1"/>
          </p:cNvSpPr>
          <p:nvPr/>
        </p:nvSpPr>
        <p:spPr bwMode="auto">
          <a:xfrm>
            <a:off x="5125793" y="5272688"/>
            <a:ext cx="4018208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i="1" dirty="0" smtClean="0">
                <a:solidFill>
                  <a:srgbClr val="FF0000"/>
                </a:solidFill>
              </a:rPr>
              <a:t>1 hub arc &amp; 2 connected hubs: </a:t>
            </a:r>
            <a:r>
              <a:rPr lang="en-US" sz="2000" i="1" dirty="0" smtClean="0">
                <a:solidFill>
                  <a:srgbClr val="000000"/>
                </a:solidFill>
              </a:rPr>
              <a:t>Hubs also provide a consolidation and break-bulk (CB) function.</a:t>
            </a:r>
            <a:endParaRPr lang="en-US" sz="2000" i="1" dirty="0">
              <a:solidFill>
                <a:srgbClr val="000000"/>
              </a:solidFill>
            </a:endParaRPr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934543" y="5527515"/>
            <a:ext cx="3367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i="1" dirty="0" smtClean="0">
                <a:solidFill>
                  <a:srgbClr val="000000"/>
                </a:solidFill>
              </a:rPr>
              <a:t>Multiple Allocation</a:t>
            </a:r>
            <a:endParaRPr lang="en-US" sz="2000" i="1" dirty="0">
              <a:solidFill>
                <a:srgbClr val="000000"/>
              </a:solidFill>
            </a:endParaRPr>
          </a:p>
        </p:txBody>
      </p:sp>
      <p:cxnSp>
        <p:nvCxnSpPr>
          <p:cNvPr id="98" name="AutoShape 7"/>
          <p:cNvCxnSpPr>
            <a:cxnSpLocks noChangeShapeType="1"/>
          </p:cNvCxnSpPr>
          <p:nvPr/>
        </p:nvCxnSpPr>
        <p:spPr bwMode="auto">
          <a:xfrm rot="5400000" flipH="1">
            <a:off x="4543300" y="3632450"/>
            <a:ext cx="473138" cy="31351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" name="AutoShape 7"/>
          <p:cNvCxnSpPr>
            <a:cxnSpLocks noChangeShapeType="1"/>
          </p:cNvCxnSpPr>
          <p:nvPr/>
        </p:nvCxnSpPr>
        <p:spPr bwMode="auto">
          <a:xfrm rot="16200000" flipH="1">
            <a:off x="3705035" y="2639328"/>
            <a:ext cx="862432" cy="85751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6" name="AutoShape 7"/>
          <p:cNvCxnSpPr>
            <a:cxnSpLocks noChangeShapeType="1"/>
            <a:stCxn id="76" idx="3"/>
            <a:endCxn id="208" idx="3"/>
          </p:cNvCxnSpPr>
          <p:nvPr/>
        </p:nvCxnSpPr>
        <p:spPr bwMode="auto">
          <a:xfrm flipH="1">
            <a:off x="2104210" y="3518353"/>
            <a:ext cx="2596051" cy="84246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4" name="Group 216"/>
          <p:cNvGrpSpPr/>
          <p:nvPr/>
        </p:nvGrpSpPr>
        <p:grpSpPr>
          <a:xfrm>
            <a:off x="767432" y="1708342"/>
            <a:ext cx="6566263" cy="3369869"/>
            <a:chOff x="767432" y="1901527"/>
            <a:chExt cx="6566263" cy="3369869"/>
          </a:xfrm>
        </p:grpSpPr>
        <p:cxnSp>
          <p:nvCxnSpPr>
            <p:cNvPr id="57" name="AutoShape 7"/>
            <p:cNvCxnSpPr>
              <a:cxnSpLocks noChangeShapeType="1"/>
              <a:stCxn id="179" idx="2"/>
              <a:endCxn id="77" idx="0"/>
            </p:cNvCxnSpPr>
            <p:nvPr/>
          </p:nvCxnSpPr>
          <p:spPr bwMode="auto">
            <a:xfrm rot="16200000" flipH="1">
              <a:off x="5880591" y="2460902"/>
              <a:ext cx="1066290" cy="2891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0" name="AutoShape 7"/>
            <p:cNvCxnSpPr>
              <a:cxnSpLocks noChangeShapeType="1"/>
              <a:stCxn id="187" idx="2"/>
              <a:endCxn id="77" idx="0"/>
            </p:cNvCxnSpPr>
            <p:nvPr/>
          </p:nvCxnSpPr>
          <p:spPr bwMode="auto">
            <a:xfrm rot="5400000">
              <a:off x="6405853" y="2753228"/>
              <a:ext cx="537821" cy="23293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7"/>
            <p:cNvCxnSpPr>
              <a:cxnSpLocks noChangeShapeType="1"/>
              <a:stCxn id="172" idx="1"/>
              <a:endCxn id="77" idx="3"/>
            </p:cNvCxnSpPr>
            <p:nvPr/>
          </p:nvCxnSpPr>
          <p:spPr bwMode="auto">
            <a:xfrm rot="10800000" flipV="1">
              <a:off x="6649736" y="3022796"/>
              <a:ext cx="683959" cy="2072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8" name="AutoShape 7"/>
            <p:cNvCxnSpPr>
              <a:cxnSpLocks noChangeShapeType="1"/>
              <a:stCxn id="175" idx="1"/>
              <a:endCxn id="77" idx="3"/>
            </p:cNvCxnSpPr>
            <p:nvPr/>
          </p:nvCxnSpPr>
          <p:spPr bwMode="auto">
            <a:xfrm rot="10800000">
              <a:off x="6649735" y="3230047"/>
              <a:ext cx="328018" cy="25946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" name="AutoShape 7"/>
            <p:cNvCxnSpPr>
              <a:cxnSpLocks noChangeShapeType="1"/>
              <a:stCxn id="166" idx="0"/>
              <a:endCxn id="77" idx="2"/>
            </p:cNvCxnSpPr>
            <p:nvPr/>
          </p:nvCxnSpPr>
          <p:spPr bwMode="auto">
            <a:xfrm rot="16200000" flipV="1">
              <a:off x="5996469" y="3883311"/>
              <a:ext cx="1519080" cy="39542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4" name="AutoShape 7"/>
            <p:cNvCxnSpPr>
              <a:cxnSpLocks noChangeShapeType="1"/>
              <a:stCxn id="164" idx="0"/>
              <a:endCxn id="77" idx="2"/>
            </p:cNvCxnSpPr>
            <p:nvPr/>
          </p:nvCxnSpPr>
          <p:spPr bwMode="auto">
            <a:xfrm rot="5400000" flipH="1" flipV="1">
              <a:off x="5831449" y="3682093"/>
              <a:ext cx="1087454" cy="36623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7" name="AutoShape 7"/>
            <p:cNvCxnSpPr>
              <a:cxnSpLocks noChangeShapeType="1"/>
            </p:cNvCxnSpPr>
            <p:nvPr/>
          </p:nvCxnSpPr>
          <p:spPr bwMode="auto">
            <a:xfrm rot="5400000" flipH="1">
              <a:off x="4234691" y="4148531"/>
              <a:ext cx="1496995" cy="7487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1" name="AutoShape 7"/>
            <p:cNvCxnSpPr>
              <a:cxnSpLocks noChangeShapeType="1"/>
              <a:stCxn id="76" idx="2"/>
              <a:endCxn id="157" idx="0"/>
            </p:cNvCxnSpPr>
            <p:nvPr/>
          </p:nvCxnSpPr>
          <p:spPr bwMode="auto">
            <a:xfrm rot="5400000">
              <a:off x="3836441" y="4473779"/>
              <a:ext cx="1443182" cy="10157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4" name="AutoShape 7"/>
            <p:cNvCxnSpPr>
              <a:cxnSpLocks noChangeShapeType="1"/>
              <a:stCxn id="76" idx="2"/>
              <a:endCxn id="210" idx="0"/>
            </p:cNvCxnSpPr>
            <p:nvPr/>
          </p:nvCxnSpPr>
          <p:spPr bwMode="auto">
            <a:xfrm rot="5400000">
              <a:off x="3991720" y="4132856"/>
              <a:ext cx="946980" cy="28722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3" name="AutoShape 7"/>
            <p:cNvCxnSpPr>
              <a:cxnSpLocks noChangeShapeType="1"/>
              <a:stCxn id="76" idx="3"/>
              <a:endCxn id="65" idx="1"/>
            </p:cNvCxnSpPr>
            <p:nvPr/>
          </p:nvCxnSpPr>
          <p:spPr bwMode="auto">
            <a:xfrm>
              <a:off x="4700261" y="3711538"/>
              <a:ext cx="702104" cy="18416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6" name="AutoShape 7"/>
            <p:cNvCxnSpPr>
              <a:cxnSpLocks noChangeShapeType="1"/>
              <a:stCxn id="77" idx="1"/>
              <a:endCxn id="169" idx="3"/>
            </p:cNvCxnSpPr>
            <p:nvPr/>
          </p:nvCxnSpPr>
          <p:spPr bwMode="auto">
            <a:xfrm rot="10800000" flipV="1">
              <a:off x="6054981" y="3230045"/>
              <a:ext cx="411874" cy="34963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0" name="AutoShape 7"/>
            <p:cNvCxnSpPr>
              <a:cxnSpLocks noChangeShapeType="1"/>
              <a:stCxn id="167" idx="3"/>
              <a:endCxn id="77" idx="1"/>
            </p:cNvCxnSpPr>
            <p:nvPr/>
          </p:nvCxnSpPr>
          <p:spPr bwMode="auto">
            <a:xfrm>
              <a:off x="6145941" y="3000068"/>
              <a:ext cx="320914" cy="22997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4" name="AutoShape 7"/>
            <p:cNvCxnSpPr>
              <a:cxnSpLocks noChangeShapeType="1"/>
              <a:stCxn id="161" idx="3"/>
              <a:endCxn id="77" idx="1"/>
            </p:cNvCxnSpPr>
            <p:nvPr/>
          </p:nvCxnSpPr>
          <p:spPr bwMode="auto">
            <a:xfrm>
              <a:off x="5584332" y="3151601"/>
              <a:ext cx="882523" cy="7844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1" name="AutoShape 7"/>
            <p:cNvCxnSpPr>
              <a:cxnSpLocks noChangeShapeType="1"/>
              <a:stCxn id="76" idx="1"/>
              <a:endCxn id="161" idx="1"/>
            </p:cNvCxnSpPr>
            <p:nvPr/>
          </p:nvCxnSpPr>
          <p:spPr bwMode="auto">
            <a:xfrm rot="10800000" flipH="1">
              <a:off x="4517381" y="3151602"/>
              <a:ext cx="929792" cy="55993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4" name="AutoShape 7"/>
            <p:cNvCxnSpPr>
              <a:cxnSpLocks noChangeShapeType="1"/>
              <a:stCxn id="76" idx="0"/>
              <a:endCxn id="159" idx="2"/>
            </p:cNvCxnSpPr>
            <p:nvPr/>
          </p:nvCxnSpPr>
          <p:spPr bwMode="auto">
            <a:xfrm rot="5400000" flipH="1" flipV="1">
              <a:off x="4270526" y="3157951"/>
              <a:ext cx="800443" cy="12385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0" name="AutoShape 7"/>
            <p:cNvCxnSpPr>
              <a:cxnSpLocks noChangeShapeType="1"/>
              <a:stCxn id="209" idx="3"/>
              <a:endCxn id="76" idx="1"/>
            </p:cNvCxnSpPr>
            <p:nvPr/>
          </p:nvCxnSpPr>
          <p:spPr bwMode="auto">
            <a:xfrm>
              <a:off x="3247194" y="3519783"/>
              <a:ext cx="1270187" cy="19175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" name="AutoShape 7"/>
            <p:cNvCxnSpPr>
              <a:cxnSpLocks noChangeShapeType="1"/>
            </p:cNvCxnSpPr>
            <p:nvPr/>
          </p:nvCxnSpPr>
          <p:spPr bwMode="auto">
            <a:xfrm>
              <a:off x="1932168" y="3205188"/>
              <a:ext cx="2585213" cy="4777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6" name="AutoShape 7"/>
            <p:cNvCxnSpPr>
              <a:cxnSpLocks noChangeShapeType="1"/>
              <a:stCxn id="237" idx="3"/>
              <a:endCxn id="76" idx="3"/>
            </p:cNvCxnSpPr>
            <p:nvPr/>
          </p:nvCxnSpPr>
          <p:spPr bwMode="auto">
            <a:xfrm flipV="1">
              <a:off x="3799411" y="3711538"/>
              <a:ext cx="900850" cy="35990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0" name="AutoShape 7"/>
            <p:cNvCxnSpPr>
              <a:cxnSpLocks noChangeShapeType="1"/>
              <a:stCxn id="76" idx="1"/>
              <a:endCxn id="239" idx="3"/>
            </p:cNvCxnSpPr>
            <p:nvPr/>
          </p:nvCxnSpPr>
          <p:spPr bwMode="auto">
            <a:xfrm rot="10800000" flipV="1">
              <a:off x="2388965" y="3711538"/>
              <a:ext cx="2128417" cy="1659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8" name="AutoShape 7"/>
            <p:cNvCxnSpPr>
              <a:cxnSpLocks noChangeShapeType="1"/>
            </p:cNvCxnSpPr>
            <p:nvPr/>
          </p:nvCxnSpPr>
          <p:spPr bwMode="auto">
            <a:xfrm rot="10800000" flipV="1">
              <a:off x="3134658" y="3717248"/>
              <a:ext cx="1517029" cy="123538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4" name="AutoShape 7"/>
            <p:cNvCxnSpPr>
              <a:cxnSpLocks noChangeShapeType="1"/>
            </p:cNvCxnSpPr>
            <p:nvPr/>
          </p:nvCxnSpPr>
          <p:spPr bwMode="auto">
            <a:xfrm rot="5400000">
              <a:off x="2253578" y="2830270"/>
              <a:ext cx="1482552" cy="32850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6" name="AutoShape 7"/>
            <p:cNvCxnSpPr>
              <a:cxnSpLocks noChangeShapeType="1"/>
              <a:stCxn id="76" idx="1"/>
              <a:endCxn id="207" idx="3"/>
            </p:cNvCxnSpPr>
            <p:nvPr/>
          </p:nvCxnSpPr>
          <p:spPr bwMode="auto">
            <a:xfrm rot="10800000" flipV="1">
              <a:off x="1218295" y="3711538"/>
              <a:ext cx="3299086" cy="58106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3" name="AutoShape 7"/>
            <p:cNvCxnSpPr>
              <a:cxnSpLocks noChangeShapeType="1"/>
              <a:stCxn id="206" idx="3"/>
              <a:endCxn id="76" idx="3"/>
            </p:cNvCxnSpPr>
            <p:nvPr/>
          </p:nvCxnSpPr>
          <p:spPr bwMode="auto">
            <a:xfrm>
              <a:off x="767432" y="3534948"/>
              <a:ext cx="3932829" cy="17659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" name="AutoShape 7"/>
            <p:cNvCxnSpPr>
              <a:cxnSpLocks noChangeShapeType="1"/>
              <a:stCxn id="238" idx="2"/>
              <a:endCxn id="76" idx="1"/>
            </p:cNvCxnSpPr>
            <p:nvPr/>
          </p:nvCxnSpPr>
          <p:spPr bwMode="auto">
            <a:xfrm rot="16200000" flipH="1">
              <a:off x="2451042" y="1645199"/>
              <a:ext cx="1176332" cy="295634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9" name="AutoShape 7"/>
            <p:cNvCxnSpPr>
              <a:cxnSpLocks noChangeShapeType="1"/>
            </p:cNvCxnSpPr>
            <p:nvPr/>
          </p:nvCxnSpPr>
          <p:spPr bwMode="auto">
            <a:xfrm rot="16200000" flipH="1">
              <a:off x="4096625" y="3262204"/>
              <a:ext cx="588047" cy="43634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2" name="AutoShape 7"/>
            <p:cNvCxnSpPr>
              <a:cxnSpLocks noChangeShapeType="1"/>
            </p:cNvCxnSpPr>
            <p:nvPr/>
          </p:nvCxnSpPr>
          <p:spPr bwMode="auto">
            <a:xfrm rot="16200000" flipH="1">
              <a:off x="2922672" y="2059676"/>
              <a:ext cx="1375863" cy="187070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1" name="AutoShape 7"/>
            <p:cNvCxnSpPr>
              <a:cxnSpLocks noChangeShapeType="1"/>
              <a:stCxn id="205" idx="3"/>
              <a:endCxn id="76" idx="1"/>
            </p:cNvCxnSpPr>
            <p:nvPr/>
          </p:nvCxnSpPr>
          <p:spPr bwMode="auto">
            <a:xfrm>
              <a:off x="1226207" y="1901527"/>
              <a:ext cx="3291174" cy="181001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40" name="AutoShape 7"/>
          <p:cNvCxnSpPr>
            <a:cxnSpLocks noChangeShapeType="1"/>
            <a:stCxn id="180" idx="0"/>
            <a:endCxn id="77" idx="2"/>
          </p:cNvCxnSpPr>
          <p:nvPr/>
        </p:nvCxnSpPr>
        <p:spPr bwMode="auto">
          <a:xfrm rot="5400000" flipH="1" flipV="1">
            <a:off x="6240264" y="3424177"/>
            <a:ext cx="613907" cy="2215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sp>
        <p:nvSpPr>
          <p:cNvPr id="220" name="Rectangle 29"/>
          <p:cNvSpPr>
            <a:spLocks noChangeArrowheads="1"/>
          </p:cNvSpPr>
          <p:nvPr/>
        </p:nvSpPr>
        <p:spPr bwMode="auto">
          <a:xfrm>
            <a:off x="1622740" y="6404760"/>
            <a:ext cx="601443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200" i="1" dirty="0" smtClean="0">
                <a:solidFill>
                  <a:srgbClr val="0000CC"/>
                </a:solidFill>
              </a:rPr>
              <a:t>Flows are further concentrated on hub arcs.</a:t>
            </a:r>
            <a:endParaRPr lang="en-US" sz="2200" i="1" dirty="0">
              <a:solidFill>
                <a:srgbClr val="0000CC"/>
              </a:solidFill>
            </a:endParaRPr>
          </a:p>
        </p:txBody>
      </p:sp>
      <p:grpSp>
        <p:nvGrpSpPr>
          <p:cNvPr id="5" name="Group 105"/>
          <p:cNvGrpSpPr/>
          <p:nvPr/>
        </p:nvGrpSpPr>
        <p:grpSpPr>
          <a:xfrm>
            <a:off x="4525671" y="2945421"/>
            <a:ext cx="2124064" cy="591754"/>
            <a:chOff x="4525671" y="2945421"/>
            <a:chExt cx="2124064" cy="591754"/>
          </a:xfrm>
        </p:grpSpPr>
        <p:cxnSp>
          <p:nvCxnSpPr>
            <p:cNvPr id="100" name="AutoShape 5"/>
            <p:cNvCxnSpPr>
              <a:cxnSpLocks noChangeShapeType="1"/>
              <a:stCxn id="160" idx="1"/>
              <a:endCxn id="77" idx="1"/>
            </p:cNvCxnSpPr>
            <p:nvPr/>
          </p:nvCxnSpPr>
          <p:spPr bwMode="auto">
            <a:xfrm rot="10800000" flipH="1">
              <a:off x="4525671" y="3036862"/>
              <a:ext cx="1941183" cy="500313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77" name="Oval 7"/>
            <p:cNvSpPr>
              <a:spLocks noChangeArrowheads="1"/>
            </p:cNvSpPr>
            <p:nvPr/>
          </p:nvSpPr>
          <p:spPr bwMode="auto">
            <a:xfrm>
              <a:off x="6466855" y="2945421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76" name="Oval 7"/>
          <p:cNvSpPr>
            <a:spLocks noChangeArrowheads="1"/>
          </p:cNvSpPr>
          <p:nvPr/>
        </p:nvSpPr>
        <p:spPr bwMode="auto">
          <a:xfrm>
            <a:off x="4517381" y="3426913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9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0273" y="1639762"/>
            <a:ext cx="3759905" cy="3452582"/>
            <a:chOff x="595315" y="1733560"/>
            <a:chExt cx="1509207" cy="1446815"/>
          </a:xfrm>
        </p:grpSpPr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779465" y="173356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595315" y="241805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" name="Rectangle 10"/>
            <p:cNvSpPr>
              <a:spLocks noChangeArrowheads="1"/>
            </p:cNvSpPr>
            <p:nvPr/>
          </p:nvSpPr>
          <p:spPr bwMode="auto">
            <a:xfrm>
              <a:off x="776289" y="273554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" name="Rectangle 12"/>
            <p:cNvSpPr>
              <a:spLocks noChangeArrowheads="1"/>
            </p:cNvSpPr>
            <p:nvPr/>
          </p:nvSpPr>
          <p:spPr bwMode="auto">
            <a:xfrm>
              <a:off x="1131891" y="284508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9" name="Rectangle 14"/>
            <p:cNvSpPr>
              <a:spLocks noChangeArrowheads="1"/>
            </p:cNvSpPr>
            <p:nvPr/>
          </p:nvSpPr>
          <p:spPr bwMode="auto">
            <a:xfrm>
              <a:off x="1590679" y="2411695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" name="Rectangle 16"/>
            <p:cNvSpPr>
              <a:spLocks noChangeArrowheads="1"/>
            </p:cNvSpPr>
            <p:nvPr/>
          </p:nvSpPr>
          <p:spPr bwMode="auto">
            <a:xfrm>
              <a:off x="2049467" y="295594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2" name="Rectangle 34"/>
            <p:cNvSpPr>
              <a:spLocks noChangeArrowheads="1"/>
            </p:cNvSpPr>
            <p:nvPr/>
          </p:nvSpPr>
          <p:spPr bwMode="auto">
            <a:xfrm>
              <a:off x="846139" y="312289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5" name="Rectangle 34"/>
            <p:cNvSpPr>
              <a:spLocks noChangeArrowheads="1"/>
            </p:cNvSpPr>
            <p:nvPr/>
          </p:nvSpPr>
          <p:spPr bwMode="auto">
            <a:xfrm>
              <a:off x="1991523" y="229871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1377160" y="188675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Rectangle 34"/>
            <p:cNvSpPr>
              <a:spLocks noChangeArrowheads="1"/>
            </p:cNvSpPr>
            <p:nvPr/>
          </p:nvSpPr>
          <p:spPr bwMode="auto">
            <a:xfrm>
              <a:off x="1812336" y="2642869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941391" y="1970367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246190" y="2499006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0" name="Rectangle 34"/>
            <p:cNvSpPr>
              <a:spLocks noChangeArrowheads="1"/>
            </p:cNvSpPr>
            <p:nvPr/>
          </p:nvSpPr>
          <p:spPr bwMode="auto">
            <a:xfrm>
              <a:off x="1589092" y="301812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34"/>
            <p:cNvSpPr>
              <a:spLocks noChangeArrowheads="1"/>
            </p:cNvSpPr>
            <p:nvPr/>
          </p:nvSpPr>
          <p:spPr bwMode="auto">
            <a:xfrm>
              <a:off x="1791498" y="2093924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34"/>
            <p:cNvSpPr>
              <a:spLocks noChangeArrowheads="1"/>
            </p:cNvSpPr>
            <p:nvPr/>
          </p:nvSpPr>
          <p:spPr bwMode="auto">
            <a:xfrm>
              <a:off x="1062834" y="229183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20"/>
          <p:cNvGrpSpPr>
            <a:grpSpLocks/>
          </p:cNvGrpSpPr>
          <p:nvPr/>
        </p:nvGrpSpPr>
        <p:grpSpPr bwMode="auto">
          <a:xfrm>
            <a:off x="4438663" y="1741972"/>
            <a:ext cx="3032190" cy="3448161"/>
            <a:chOff x="2122493" y="1774835"/>
            <a:chExt cx="1217106" cy="1444960"/>
          </a:xfrm>
          <a:solidFill>
            <a:schemeClr val="tx1"/>
          </a:solidFill>
        </p:grpSpPr>
        <p:sp>
          <p:nvSpPr>
            <p:cNvPr id="157" name="Rectangle 18"/>
            <p:cNvSpPr>
              <a:spLocks noChangeArrowheads="1"/>
            </p:cNvSpPr>
            <p:nvPr/>
          </p:nvSpPr>
          <p:spPr bwMode="auto">
            <a:xfrm>
              <a:off x="2122493" y="316231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212980" y="208800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0" name="Rectangle 24"/>
            <p:cNvSpPr>
              <a:spLocks noChangeArrowheads="1"/>
            </p:cNvSpPr>
            <p:nvPr/>
          </p:nvSpPr>
          <p:spPr bwMode="auto">
            <a:xfrm>
              <a:off x="2157418" y="249838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1" name="Rectangle 26"/>
            <p:cNvSpPr>
              <a:spLocks noChangeArrowheads="1"/>
            </p:cNvSpPr>
            <p:nvPr/>
          </p:nvSpPr>
          <p:spPr bwMode="auto">
            <a:xfrm>
              <a:off x="2527304" y="22558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2" name="Rectangle 28"/>
            <p:cNvSpPr>
              <a:spLocks noChangeArrowheads="1"/>
            </p:cNvSpPr>
            <p:nvPr/>
          </p:nvSpPr>
          <p:spPr bwMode="auto">
            <a:xfrm>
              <a:off x="2463805" y="312739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2289111" y="269834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32"/>
            <p:cNvSpPr>
              <a:spLocks noChangeArrowheads="1"/>
            </p:cNvSpPr>
            <p:nvPr/>
          </p:nvSpPr>
          <p:spPr bwMode="auto">
            <a:xfrm>
              <a:off x="2798769" y="281147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3104498" y="29923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2752731" y="21923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9" name="Rectangle 42"/>
            <p:cNvSpPr>
              <a:spLocks noChangeArrowheads="1"/>
            </p:cNvSpPr>
            <p:nvPr/>
          </p:nvSpPr>
          <p:spPr bwMode="auto">
            <a:xfrm>
              <a:off x="2716220" y="24352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2951169" y="2290776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2" name="Rectangle 48"/>
            <p:cNvSpPr>
              <a:spLocks noChangeArrowheads="1"/>
            </p:cNvSpPr>
            <p:nvPr/>
          </p:nvSpPr>
          <p:spPr bwMode="auto">
            <a:xfrm>
              <a:off x="3284544" y="2201874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3141671" y="23974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2829725" y="1774835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0" name="Rectangle 34"/>
            <p:cNvSpPr>
              <a:spLocks noChangeArrowheads="1"/>
            </p:cNvSpPr>
            <p:nvPr/>
          </p:nvSpPr>
          <p:spPr bwMode="auto">
            <a:xfrm>
              <a:off x="2936882" y="26130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7" name="Rectangle 34"/>
            <p:cNvSpPr>
              <a:spLocks noChangeArrowheads="1"/>
            </p:cNvSpPr>
            <p:nvPr/>
          </p:nvSpPr>
          <p:spPr bwMode="auto">
            <a:xfrm>
              <a:off x="3039274" y="1996291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Multiple Allocation Four Hub Median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5402365" y="3633939"/>
            <a:ext cx="137159" cy="13715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30" name="AutoShape 7"/>
          <p:cNvCxnSpPr>
            <a:cxnSpLocks noChangeShapeType="1"/>
            <a:stCxn id="209" idx="3"/>
            <a:endCxn id="76" idx="1"/>
          </p:cNvCxnSpPr>
          <p:nvPr/>
        </p:nvCxnSpPr>
        <p:spPr bwMode="auto">
          <a:xfrm flipH="1">
            <a:off x="3066953" y="3326598"/>
            <a:ext cx="180241" cy="1307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21" name="Group 220"/>
          <p:cNvGrpSpPr/>
          <p:nvPr/>
        </p:nvGrpSpPr>
        <p:grpSpPr>
          <a:xfrm>
            <a:off x="2092526" y="3036861"/>
            <a:ext cx="4557209" cy="1579823"/>
            <a:chOff x="2092526" y="3036861"/>
            <a:chExt cx="4557209" cy="1579823"/>
          </a:xfrm>
        </p:grpSpPr>
        <p:cxnSp>
          <p:nvCxnSpPr>
            <p:cNvPr id="100" name="AutoShape 5"/>
            <p:cNvCxnSpPr>
              <a:cxnSpLocks noChangeShapeType="1"/>
              <a:stCxn id="76" idx="3"/>
              <a:endCxn id="77" idx="1"/>
            </p:cNvCxnSpPr>
            <p:nvPr/>
          </p:nvCxnSpPr>
          <p:spPr bwMode="auto">
            <a:xfrm flipV="1">
              <a:off x="3249833" y="3036861"/>
              <a:ext cx="3217022" cy="302816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15" name="AutoShape 5"/>
            <p:cNvCxnSpPr>
              <a:cxnSpLocks noChangeShapeType="1"/>
              <a:endCxn id="102" idx="1"/>
            </p:cNvCxnSpPr>
            <p:nvPr/>
          </p:nvCxnSpPr>
          <p:spPr bwMode="auto">
            <a:xfrm>
              <a:off x="2092526" y="4362238"/>
              <a:ext cx="2135820" cy="254446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51" name="AutoShape 5"/>
            <p:cNvCxnSpPr>
              <a:cxnSpLocks noChangeShapeType="1"/>
              <a:stCxn id="102" idx="3"/>
              <a:endCxn id="77" idx="2"/>
            </p:cNvCxnSpPr>
            <p:nvPr/>
          </p:nvCxnSpPr>
          <p:spPr bwMode="auto">
            <a:xfrm flipV="1">
              <a:off x="4411226" y="3128300"/>
              <a:ext cx="2147069" cy="1488384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52" name="AutoShape 5"/>
            <p:cNvCxnSpPr>
              <a:cxnSpLocks noChangeShapeType="1"/>
              <a:stCxn id="79" idx="3"/>
              <a:endCxn id="77" idx="3"/>
            </p:cNvCxnSpPr>
            <p:nvPr/>
          </p:nvCxnSpPr>
          <p:spPr bwMode="auto">
            <a:xfrm flipV="1">
              <a:off x="2119971" y="3036861"/>
              <a:ext cx="4529764" cy="1317064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53" name="AutoShape 5"/>
            <p:cNvCxnSpPr>
              <a:cxnSpLocks noChangeShapeType="1"/>
              <a:stCxn id="102" idx="0"/>
              <a:endCxn id="76" idx="0"/>
            </p:cNvCxnSpPr>
            <p:nvPr/>
          </p:nvCxnSpPr>
          <p:spPr bwMode="auto">
            <a:xfrm rot="16200000" flipV="1">
              <a:off x="3100587" y="3306044"/>
              <a:ext cx="1277007" cy="1161393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54" name="AutoShape 5"/>
            <p:cNvCxnSpPr>
              <a:cxnSpLocks noChangeShapeType="1"/>
              <a:stCxn id="79" idx="3"/>
              <a:endCxn id="76" idx="1"/>
            </p:cNvCxnSpPr>
            <p:nvPr/>
          </p:nvCxnSpPr>
          <p:spPr bwMode="auto">
            <a:xfrm flipV="1">
              <a:off x="2119971" y="3339677"/>
              <a:ext cx="946982" cy="1014248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222" name="Group 221"/>
          <p:cNvGrpSpPr/>
          <p:nvPr/>
        </p:nvGrpSpPr>
        <p:grpSpPr>
          <a:xfrm>
            <a:off x="767432" y="1708342"/>
            <a:ext cx="7441147" cy="4272232"/>
            <a:chOff x="767432" y="1708342"/>
            <a:chExt cx="7441147" cy="4272232"/>
          </a:xfrm>
        </p:grpSpPr>
        <p:sp>
          <p:nvSpPr>
            <p:cNvPr id="70" name="Rectangle 29"/>
            <p:cNvSpPr>
              <a:spLocks noChangeArrowheads="1"/>
            </p:cNvSpPr>
            <p:nvPr/>
          </p:nvSpPr>
          <p:spPr bwMode="auto">
            <a:xfrm>
              <a:off x="5125793" y="5272688"/>
              <a:ext cx="3082786" cy="70788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i="1" dirty="0" smtClean="0">
                  <a:solidFill>
                    <a:srgbClr val="FF0000"/>
                  </a:solidFill>
                </a:rPr>
                <a:t>4 fully connected hubs</a:t>
              </a:r>
            </a:p>
            <a:p>
              <a:r>
                <a:rPr lang="en-US" sz="2000" i="1" dirty="0" smtClean="0">
                  <a:solidFill>
                    <a:srgbClr val="FF0000"/>
                  </a:solidFill>
                </a:rPr>
                <a:t>38 access arcs</a:t>
              </a:r>
              <a:endParaRPr lang="en-US" sz="2000" i="1" dirty="0">
                <a:solidFill>
                  <a:srgbClr val="000000"/>
                </a:solidFill>
              </a:endParaRPr>
            </a:p>
          </p:txBody>
        </p:sp>
        <p:grpSp>
          <p:nvGrpSpPr>
            <p:cNvPr id="219" name="Group 218"/>
            <p:cNvGrpSpPr/>
            <p:nvPr/>
          </p:nvGrpSpPr>
          <p:grpSpPr>
            <a:xfrm>
              <a:off x="767432" y="1708342"/>
              <a:ext cx="6566263" cy="3369870"/>
              <a:chOff x="767432" y="1708342"/>
              <a:chExt cx="6566263" cy="3369870"/>
            </a:xfrm>
          </p:grpSpPr>
          <p:cxnSp>
            <p:nvCxnSpPr>
              <p:cNvPr id="177" name="AutoShape 7"/>
              <p:cNvCxnSpPr>
                <a:cxnSpLocks noChangeShapeType="1"/>
                <a:stCxn id="102" idx="0"/>
                <a:endCxn id="163" idx="1"/>
              </p:cNvCxnSpPr>
              <p:nvPr/>
            </p:nvCxnSpPr>
            <p:spPr bwMode="auto">
              <a:xfrm rot="5400000" flipH="1" flipV="1">
                <a:off x="4331327" y="4002811"/>
                <a:ext cx="510893" cy="53397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grpSp>
            <p:nvGrpSpPr>
              <p:cNvPr id="218" name="Group 217"/>
              <p:cNvGrpSpPr/>
              <p:nvPr/>
            </p:nvGrpSpPr>
            <p:grpSpPr>
              <a:xfrm>
                <a:off x="767432" y="1708342"/>
                <a:ext cx="6566263" cy="3369870"/>
                <a:chOff x="767432" y="1708342"/>
                <a:chExt cx="6566263" cy="3369870"/>
              </a:xfrm>
            </p:grpSpPr>
            <p:cxnSp>
              <p:nvCxnSpPr>
                <p:cNvPr id="200" name="AutoShape 7"/>
                <p:cNvCxnSpPr>
                  <a:cxnSpLocks noChangeShapeType="1"/>
                  <a:stCxn id="164" idx="1"/>
                  <a:endCxn id="102" idx="3"/>
                </p:cNvCxnSpPr>
                <p:nvPr/>
              </p:nvCxnSpPr>
              <p:spPr bwMode="auto">
                <a:xfrm rot="10800000" flipV="1">
                  <a:off x="4411227" y="4284334"/>
                  <a:ext cx="1712251" cy="33235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14" name="AutoShape 7"/>
                <p:cNvCxnSpPr>
                  <a:cxnSpLocks noChangeShapeType="1"/>
                  <a:stCxn id="77" idx="1"/>
                  <a:endCxn id="65" idx="3"/>
                </p:cNvCxnSpPr>
                <p:nvPr/>
              </p:nvCxnSpPr>
              <p:spPr bwMode="auto">
                <a:xfrm rot="10800000" flipV="1">
                  <a:off x="5539525" y="3036861"/>
                  <a:ext cx="927331" cy="66565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98" name="AutoShape 7"/>
                <p:cNvCxnSpPr>
                  <a:cxnSpLocks noChangeShapeType="1"/>
                  <a:stCxn id="76" idx="3"/>
                  <a:endCxn id="160" idx="1"/>
                </p:cNvCxnSpPr>
                <p:nvPr/>
              </p:nvCxnSpPr>
              <p:spPr bwMode="auto">
                <a:xfrm>
                  <a:off x="3249833" y="3339677"/>
                  <a:ext cx="1275839" cy="19749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43" name="AutoShape 7"/>
                <p:cNvCxnSpPr>
                  <a:cxnSpLocks noChangeShapeType="1"/>
                  <a:endCxn id="76" idx="0"/>
                </p:cNvCxnSpPr>
                <p:nvPr/>
              </p:nvCxnSpPr>
              <p:spPr bwMode="auto">
                <a:xfrm rot="5400000">
                  <a:off x="3127260" y="2668003"/>
                  <a:ext cx="611368" cy="54910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6" name="AutoShape 7"/>
                <p:cNvCxnSpPr>
                  <a:cxnSpLocks noChangeShapeType="1"/>
                  <a:stCxn id="239" idx="1"/>
                  <a:endCxn id="79" idx="0"/>
                </p:cNvCxnSpPr>
                <p:nvPr/>
              </p:nvCxnSpPr>
              <p:spPr bwMode="auto">
                <a:xfrm rot="10800000" flipV="1">
                  <a:off x="2028531" y="3534951"/>
                  <a:ext cx="223274" cy="7275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57" name="AutoShape 7"/>
                <p:cNvCxnSpPr>
                  <a:cxnSpLocks noChangeShapeType="1"/>
                  <a:stCxn id="179" idx="2"/>
                  <a:endCxn id="77" idx="0"/>
                </p:cNvCxnSpPr>
                <p:nvPr/>
              </p:nvCxnSpPr>
              <p:spPr bwMode="auto">
                <a:xfrm rot="16200000" flipH="1">
                  <a:off x="5880591" y="2267717"/>
                  <a:ext cx="1066290" cy="28911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0" name="AutoShape 7"/>
                <p:cNvCxnSpPr>
                  <a:cxnSpLocks noChangeShapeType="1"/>
                  <a:stCxn id="187" idx="2"/>
                  <a:endCxn id="77" idx="0"/>
                </p:cNvCxnSpPr>
                <p:nvPr/>
              </p:nvCxnSpPr>
              <p:spPr bwMode="auto">
                <a:xfrm rot="5400000">
                  <a:off x="6405853" y="2560043"/>
                  <a:ext cx="537821" cy="23293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3" name="AutoShape 7"/>
                <p:cNvCxnSpPr>
                  <a:cxnSpLocks noChangeShapeType="1"/>
                  <a:stCxn id="172" idx="1"/>
                  <a:endCxn id="77" idx="3"/>
                </p:cNvCxnSpPr>
                <p:nvPr/>
              </p:nvCxnSpPr>
              <p:spPr bwMode="auto">
                <a:xfrm rot="10800000" flipV="1">
                  <a:off x="6649736" y="2829611"/>
                  <a:ext cx="683959" cy="20725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8" name="AutoShape 7"/>
                <p:cNvCxnSpPr>
                  <a:cxnSpLocks noChangeShapeType="1"/>
                  <a:stCxn id="175" idx="1"/>
                  <a:endCxn id="77" idx="3"/>
                </p:cNvCxnSpPr>
                <p:nvPr/>
              </p:nvCxnSpPr>
              <p:spPr bwMode="auto">
                <a:xfrm rot="10800000">
                  <a:off x="6649735" y="3036862"/>
                  <a:ext cx="328018" cy="25946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74" name="AutoShape 7"/>
                <p:cNvCxnSpPr>
                  <a:cxnSpLocks noChangeShapeType="1"/>
                  <a:stCxn id="166" idx="0"/>
                  <a:endCxn id="77" idx="2"/>
                </p:cNvCxnSpPr>
                <p:nvPr/>
              </p:nvCxnSpPr>
              <p:spPr bwMode="auto">
                <a:xfrm rot="16200000" flipV="1">
                  <a:off x="5996469" y="3690126"/>
                  <a:ext cx="1519080" cy="39542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84" name="AutoShape 7"/>
                <p:cNvCxnSpPr>
                  <a:cxnSpLocks noChangeShapeType="1"/>
                  <a:stCxn id="164" idx="0"/>
                  <a:endCxn id="77" idx="2"/>
                </p:cNvCxnSpPr>
                <p:nvPr/>
              </p:nvCxnSpPr>
              <p:spPr bwMode="auto">
                <a:xfrm rot="5400000" flipH="1" flipV="1">
                  <a:off x="5831449" y="3488908"/>
                  <a:ext cx="1087454" cy="36623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87" name="AutoShape 7"/>
                <p:cNvCxnSpPr>
                  <a:cxnSpLocks noChangeShapeType="1"/>
                  <a:endCxn id="102" idx="3"/>
                </p:cNvCxnSpPr>
                <p:nvPr/>
              </p:nvCxnSpPr>
              <p:spPr bwMode="auto">
                <a:xfrm rot="10800000">
                  <a:off x="4411227" y="4616684"/>
                  <a:ext cx="946331" cy="46152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91" name="AutoShape 7"/>
                <p:cNvCxnSpPr>
                  <a:cxnSpLocks noChangeShapeType="1"/>
                  <a:stCxn id="102" idx="2"/>
                  <a:endCxn id="157" idx="0"/>
                </p:cNvCxnSpPr>
                <p:nvPr/>
              </p:nvCxnSpPr>
              <p:spPr bwMode="auto">
                <a:xfrm rot="16200000" flipH="1">
                  <a:off x="4241089" y="4786819"/>
                  <a:ext cx="344851" cy="18745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94" name="AutoShape 7"/>
                <p:cNvCxnSpPr>
                  <a:cxnSpLocks noChangeShapeType="1"/>
                  <a:stCxn id="166" idx="1"/>
                  <a:endCxn id="102" idx="3"/>
                </p:cNvCxnSpPr>
                <p:nvPr/>
              </p:nvCxnSpPr>
              <p:spPr bwMode="auto">
                <a:xfrm rot="10800000">
                  <a:off x="4411227" y="4616684"/>
                  <a:ext cx="2473917" cy="9927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03" name="AutoShape 7"/>
                <p:cNvCxnSpPr>
                  <a:cxnSpLocks noChangeShapeType="1"/>
                  <a:stCxn id="76" idx="3"/>
                  <a:endCxn id="65" idx="1"/>
                </p:cNvCxnSpPr>
                <p:nvPr/>
              </p:nvCxnSpPr>
              <p:spPr bwMode="auto">
                <a:xfrm>
                  <a:off x="3249833" y="3339677"/>
                  <a:ext cx="2152532" cy="36284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06" name="AutoShape 7"/>
                <p:cNvCxnSpPr>
                  <a:cxnSpLocks noChangeShapeType="1"/>
                  <a:stCxn id="77" idx="1"/>
                  <a:endCxn id="169" idx="3"/>
                </p:cNvCxnSpPr>
                <p:nvPr/>
              </p:nvCxnSpPr>
              <p:spPr bwMode="auto">
                <a:xfrm rot="10800000" flipV="1">
                  <a:off x="6054981" y="3036860"/>
                  <a:ext cx="411874" cy="34963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0" name="AutoShape 7"/>
                <p:cNvCxnSpPr>
                  <a:cxnSpLocks noChangeShapeType="1"/>
                  <a:stCxn id="167" idx="3"/>
                  <a:endCxn id="77" idx="1"/>
                </p:cNvCxnSpPr>
                <p:nvPr/>
              </p:nvCxnSpPr>
              <p:spPr bwMode="auto">
                <a:xfrm>
                  <a:off x="6145941" y="2806883"/>
                  <a:ext cx="320914" cy="22997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4" name="AutoShape 7"/>
                <p:cNvCxnSpPr>
                  <a:cxnSpLocks noChangeShapeType="1"/>
                  <a:stCxn id="161" idx="3"/>
                  <a:endCxn id="77" idx="1"/>
                </p:cNvCxnSpPr>
                <p:nvPr/>
              </p:nvCxnSpPr>
              <p:spPr bwMode="auto">
                <a:xfrm>
                  <a:off x="5584332" y="2958416"/>
                  <a:ext cx="882523" cy="7844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21" name="AutoShape 7"/>
                <p:cNvCxnSpPr>
                  <a:cxnSpLocks noChangeShapeType="1"/>
                  <a:stCxn id="76" idx="3"/>
                  <a:endCxn id="161" idx="1"/>
                </p:cNvCxnSpPr>
                <p:nvPr/>
              </p:nvCxnSpPr>
              <p:spPr bwMode="auto">
                <a:xfrm flipV="1">
                  <a:off x="3249833" y="2958416"/>
                  <a:ext cx="2197340" cy="38126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24" name="AutoShape 7"/>
                <p:cNvCxnSpPr>
                  <a:cxnSpLocks noChangeShapeType="1"/>
                  <a:stCxn id="76" idx="0"/>
                  <a:endCxn id="159" idx="1"/>
                </p:cNvCxnSpPr>
                <p:nvPr/>
              </p:nvCxnSpPr>
              <p:spPr bwMode="auto">
                <a:xfrm rot="5400000" flipH="1" flipV="1">
                  <a:off x="3566070" y="2150214"/>
                  <a:ext cx="690346" cy="150570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3" name="AutoShape 7"/>
                <p:cNvCxnSpPr>
                  <a:cxnSpLocks noChangeShapeType="1"/>
                  <a:endCxn id="76" idx="1"/>
                </p:cNvCxnSpPr>
                <p:nvPr/>
              </p:nvCxnSpPr>
              <p:spPr bwMode="auto">
                <a:xfrm>
                  <a:off x="1932168" y="3012003"/>
                  <a:ext cx="1134785" cy="32767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6" name="AutoShape 7"/>
                <p:cNvCxnSpPr>
                  <a:cxnSpLocks noChangeShapeType="1"/>
                  <a:stCxn id="237" idx="0"/>
                  <a:endCxn id="76" idx="3"/>
                </p:cNvCxnSpPr>
                <p:nvPr/>
              </p:nvCxnSpPr>
              <p:spPr bwMode="auto">
                <a:xfrm rot="16200000" flipV="1">
                  <a:off x="3255334" y="3334177"/>
                  <a:ext cx="469999" cy="48099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0" name="AutoShape 7"/>
                <p:cNvCxnSpPr>
                  <a:cxnSpLocks noChangeShapeType="1"/>
                  <a:stCxn id="76" idx="1"/>
                  <a:endCxn id="239" idx="3"/>
                </p:cNvCxnSpPr>
                <p:nvPr/>
              </p:nvCxnSpPr>
              <p:spPr bwMode="auto">
                <a:xfrm rot="10800000" flipV="1">
                  <a:off x="2388965" y="3339677"/>
                  <a:ext cx="677989" cy="19527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68" name="AutoShape 7"/>
                <p:cNvCxnSpPr>
                  <a:cxnSpLocks noChangeShapeType="1"/>
                  <a:stCxn id="79" idx="2"/>
                </p:cNvCxnSpPr>
                <p:nvPr/>
              </p:nvCxnSpPr>
              <p:spPr bwMode="auto">
                <a:xfrm rot="16200000" flipH="1">
                  <a:off x="2424553" y="4049342"/>
                  <a:ext cx="314085" cy="110612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74" name="AutoShape 7"/>
                <p:cNvCxnSpPr>
                  <a:cxnSpLocks noChangeShapeType="1"/>
                  <a:stCxn id="79" idx="1"/>
                </p:cNvCxnSpPr>
                <p:nvPr/>
              </p:nvCxnSpPr>
              <p:spPr bwMode="auto">
                <a:xfrm rot="10800000" flipV="1">
                  <a:off x="1352313" y="4353924"/>
                  <a:ext cx="584779" cy="66697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86" name="AutoShape 7"/>
                <p:cNvCxnSpPr>
                  <a:cxnSpLocks noChangeShapeType="1"/>
                  <a:stCxn id="79" idx="1"/>
                  <a:endCxn id="207" idx="3"/>
                </p:cNvCxnSpPr>
                <p:nvPr/>
              </p:nvCxnSpPr>
              <p:spPr bwMode="auto">
                <a:xfrm rot="10800000">
                  <a:off x="1218295" y="4099419"/>
                  <a:ext cx="718796" cy="25450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3" name="AutoShape 7"/>
                <p:cNvCxnSpPr>
                  <a:cxnSpLocks noChangeShapeType="1"/>
                  <a:stCxn id="206" idx="3"/>
                  <a:endCxn id="79" idx="0"/>
                </p:cNvCxnSpPr>
                <p:nvPr/>
              </p:nvCxnSpPr>
              <p:spPr bwMode="auto">
                <a:xfrm>
                  <a:off x="767432" y="3341763"/>
                  <a:ext cx="1261099" cy="92072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96" name="AutoShape 7"/>
                <p:cNvCxnSpPr>
                  <a:cxnSpLocks noChangeShapeType="1"/>
                  <a:stCxn id="238" idx="2"/>
                  <a:endCxn id="76" idx="1"/>
                </p:cNvCxnSpPr>
                <p:nvPr/>
              </p:nvCxnSpPr>
              <p:spPr bwMode="auto">
                <a:xfrm rot="16200000" flipH="1">
                  <a:off x="1815166" y="2087890"/>
                  <a:ext cx="997656" cy="150591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02" name="AutoShape 7"/>
                <p:cNvCxnSpPr>
                  <a:cxnSpLocks noChangeShapeType="1"/>
                  <a:endCxn id="76" idx="0"/>
                </p:cNvCxnSpPr>
                <p:nvPr/>
              </p:nvCxnSpPr>
              <p:spPr bwMode="auto">
                <a:xfrm rot="16200000" flipH="1">
                  <a:off x="2349659" y="2439503"/>
                  <a:ext cx="1134324" cy="483143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211" name="AutoShape 7"/>
                <p:cNvCxnSpPr>
                  <a:cxnSpLocks noChangeShapeType="1"/>
                  <a:stCxn id="205" idx="3"/>
                  <a:endCxn id="76" idx="1"/>
                </p:cNvCxnSpPr>
                <p:nvPr/>
              </p:nvCxnSpPr>
              <p:spPr bwMode="auto">
                <a:xfrm>
                  <a:off x="1226207" y="1708342"/>
                  <a:ext cx="1840746" cy="163133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40" name="AutoShape 7"/>
                <p:cNvCxnSpPr>
                  <a:cxnSpLocks noChangeShapeType="1"/>
                  <a:stCxn id="180" idx="0"/>
                  <a:endCxn id="77" idx="2"/>
                </p:cNvCxnSpPr>
                <p:nvPr/>
              </p:nvCxnSpPr>
              <p:spPr bwMode="auto">
                <a:xfrm rot="5400000" flipH="1" flipV="1">
                  <a:off x="6240264" y="3424177"/>
                  <a:ext cx="613907" cy="22155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09" name="AutoShape 7"/>
                <p:cNvCxnSpPr>
                  <a:cxnSpLocks noChangeShapeType="1"/>
                  <a:stCxn id="240" idx="3"/>
                  <a:endCxn id="102" idx="1"/>
                </p:cNvCxnSpPr>
                <p:nvPr/>
              </p:nvCxnSpPr>
              <p:spPr bwMode="auto">
                <a:xfrm flipV="1">
                  <a:off x="3243240" y="4616684"/>
                  <a:ext cx="985106" cy="157053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28" name="AutoShape 7"/>
                <p:cNvCxnSpPr>
                  <a:cxnSpLocks noChangeShapeType="1"/>
                  <a:stCxn id="235" idx="1"/>
                  <a:endCxn id="76" idx="3"/>
                </p:cNvCxnSpPr>
                <p:nvPr/>
              </p:nvCxnSpPr>
              <p:spPr bwMode="auto">
                <a:xfrm rot="10800000" flipV="1">
                  <a:off x="3249834" y="3056983"/>
                  <a:ext cx="858829" cy="28269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7" name="AutoShape 7"/>
                <p:cNvCxnSpPr>
                  <a:cxnSpLocks noChangeShapeType="1"/>
                  <a:stCxn id="102" idx="0"/>
                  <a:endCxn id="237" idx="0"/>
                </p:cNvCxnSpPr>
                <p:nvPr/>
              </p:nvCxnSpPr>
              <p:spPr bwMode="auto">
                <a:xfrm rot="16200000" flipV="1">
                  <a:off x="3667525" y="3872983"/>
                  <a:ext cx="715568" cy="58895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47" name="AutoShape 7"/>
                <p:cNvCxnSpPr>
                  <a:cxnSpLocks noChangeShapeType="1"/>
                  <a:stCxn id="243" idx="2"/>
                  <a:endCxn id="79" idx="0"/>
                </p:cNvCxnSpPr>
                <p:nvPr/>
              </p:nvCxnSpPr>
              <p:spPr bwMode="auto">
                <a:xfrm rot="16200000" flipH="1">
                  <a:off x="1369397" y="3603350"/>
                  <a:ext cx="1153327" cy="16494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82" name="AutoShape 7"/>
                <p:cNvCxnSpPr>
                  <a:cxnSpLocks noChangeShapeType="1"/>
                  <a:stCxn id="76" idx="3"/>
                  <a:endCxn id="163" idx="1"/>
                </p:cNvCxnSpPr>
                <p:nvPr/>
              </p:nvCxnSpPr>
              <p:spPr bwMode="auto">
                <a:xfrm>
                  <a:off x="3249833" y="3339677"/>
                  <a:ext cx="1603927" cy="67467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185" name="AutoShape 7"/>
                <p:cNvCxnSpPr>
                  <a:cxnSpLocks noChangeShapeType="1"/>
                  <a:stCxn id="77" idx="1"/>
                  <a:endCxn id="163" idx="3"/>
                </p:cNvCxnSpPr>
                <p:nvPr/>
              </p:nvCxnSpPr>
              <p:spPr bwMode="auto">
                <a:xfrm rot="10800000" flipV="1">
                  <a:off x="4990919" y="3036861"/>
                  <a:ext cx="1475936" cy="977490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</p:grpSp>
        </p:grpSp>
      </p:grpSp>
      <p:sp>
        <p:nvSpPr>
          <p:cNvPr id="102" name="Oval 7"/>
          <p:cNvSpPr>
            <a:spLocks noChangeArrowheads="1"/>
          </p:cNvSpPr>
          <p:nvPr/>
        </p:nvSpPr>
        <p:spPr bwMode="auto">
          <a:xfrm>
            <a:off x="4228346" y="4525244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9" name="Oval 7"/>
          <p:cNvSpPr>
            <a:spLocks noChangeArrowheads="1"/>
          </p:cNvSpPr>
          <p:nvPr/>
        </p:nvSpPr>
        <p:spPr bwMode="auto">
          <a:xfrm>
            <a:off x="1937091" y="4262485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6" name="Oval 7"/>
          <p:cNvSpPr>
            <a:spLocks noChangeArrowheads="1"/>
          </p:cNvSpPr>
          <p:nvPr/>
        </p:nvSpPr>
        <p:spPr bwMode="auto">
          <a:xfrm>
            <a:off x="3066953" y="3248237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7" name="Oval 7"/>
          <p:cNvSpPr>
            <a:spLocks noChangeArrowheads="1"/>
          </p:cNvSpPr>
          <p:nvPr/>
        </p:nvSpPr>
        <p:spPr bwMode="auto">
          <a:xfrm>
            <a:off x="6466855" y="2945421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41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AutoShape 7"/>
          <p:cNvCxnSpPr>
            <a:cxnSpLocks noChangeShapeType="1"/>
            <a:stCxn id="77" idx="1"/>
            <a:endCxn id="65" idx="3"/>
          </p:cNvCxnSpPr>
          <p:nvPr/>
        </p:nvCxnSpPr>
        <p:spPr bwMode="auto">
          <a:xfrm rot="10800000" flipV="1">
            <a:off x="5539525" y="3036861"/>
            <a:ext cx="927331" cy="66565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0273" y="1639762"/>
            <a:ext cx="3759905" cy="3452582"/>
            <a:chOff x="595315" y="1733560"/>
            <a:chExt cx="1509207" cy="1446815"/>
          </a:xfrm>
        </p:grpSpPr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779465" y="173356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595315" y="241805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" name="Rectangle 10"/>
            <p:cNvSpPr>
              <a:spLocks noChangeArrowheads="1"/>
            </p:cNvSpPr>
            <p:nvPr/>
          </p:nvSpPr>
          <p:spPr bwMode="auto">
            <a:xfrm>
              <a:off x="776289" y="273554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" name="Rectangle 12"/>
            <p:cNvSpPr>
              <a:spLocks noChangeArrowheads="1"/>
            </p:cNvSpPr>
            <p:nvPr/>
          </p:nvSpPr>
          <p:spPr bwMode="auto">
            <a:xfrm>
              <a:off x="1131891" y="284508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9" name="Rectangle 14"/>
            <p:cNvSpPr>
              <a:spLocks noChangeArrowheads="1"/>
            </p:cNvSpPr>
            <p:nvPr/>
          </p:nvSpPr>
          <p:spPr bwMode="auto">
            <a:xfrm>
              <a:off x="1590679" y="2411695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" name="Rectangle 16"/>
            <p:cNvSpPr>
              <a:spLocks noChangeArrowheads="1"/>
            </p:cNvSpPr>
            <p:nvPr/>
          </p:nvSpPr>
          <p:spPr bwMode="auto">
            <a:xfrm>
              <a:off x="2049467" y="295594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2" name="Rectangle 34"/>
            <p:cNvSpPr>
              <a:spLocks noChangeArrowheads="1"/>
            </p:cNvSpPr>
            <p:nvPr/>
          </p:nvSpPr>
          <p:spPr bwMode="auto">
            <a:xfrm>
              <a:off x="846139" y="312289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5" name="Rectangle 34"/>
            <p:cNvSpPr>
              <a:spLocks noChangeArrowheads="1"/>
            </p:cNvSpPr>
            <p:nvPr/>
          </p:nvSpPr>
          <p:spPr bwMode="auto">
            <a:xfrm>
              <a:off x="1991523" y="229871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1377160" y="188675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Rectangle 34"/>
            <p:cNvSpPr>
              <a:spLocks noChangeArrowheads="1"/>
            </p:cNvSpPr>
            <p:nvPr/>
          </p:nvSpPr>
          <p:spPr bwMode="auto">
            <a:xfrm>
              <a:off x="1812336" y="2642869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941391" y="1970367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246190" y="2499006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0" name="Rectangle 34"/>
            <p:cNvSpPr>
              <a:spLocks noChangeArrowheads="1"/>
            </p:cNvSpPr>
            <p:nvPr/>
          </p:nvSpPr>
          <p:spPr bwMode="auto">
            <a:xfrm>
              <a:off x="1589092" y="301812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34"/>
            <p:cNvSpPr>
              <a:spLocks noChangeArrowheads="1"/>
            </p:cNvSpPr>
            <p:nvPr/>
          </p:nvSpPr>
          <p:spPr bwMode="auto">
            <a:xfrm>
              <a:off x="1791498" y="2093924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34"/>
            <p:cNvSpPr>
              <a:spLocks noChangeArrowheads="1"/>
            </p:cNvSpPr>
            <p:nvPr/>
          </p:nvSpPr>
          <p:spPr bwMode="auto">
            <a:xfrm>
              <a:off x="1062834" y="229183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20"/>
          <p:cNvGrpSpPr>
            <a:grpSpLocks/>
          </p:cNvGrpSpPr>
          <p:nvPr/>
        </p:nvGrpSpPr>
        <p:grpSpPr bwMode="auto">
          <a:xfrm>
            <a:off x="4438663" y="1741972"/>
            <a:ext cx="3032190" cy="3448161"/>
            <a:chOff x="2122493" y="1774835"/>
            <a:chExt cx="1217106" cy="1444960"/>
          </a:xfrm>
          <a:solidFill>
            <a:schemeClr val="tx1"/>
          </a:solidFill>
        </p:grpSpPr>
        <p:sp>
          <p:nvSpPr>
            <p:cNvPr id="157" name="Rectangle 18"/>
            <p:cNvSpPr>
              <a:spLocks noChangeArrowheads="1"/>
            </p:cNvSpPr>
            <p:nvPr/>
          </p:nvSpPr>
          <p:spPr bwMode="auto">
            <a:xfrm>
              <a:off x="2122493" y="316231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212980" y="208800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0" name="Rectangle 24"/>
            <p:cNvSpPr>
              <a:spLocks noChangeArrowheads="1"/>
            </p:cNvSpPr>
            <p:nvPr/>
          </p:nvSpPr>
          <p:spPr bwMode="auto">
            <a:xfrm>
              <a:off x="2157418" y="249838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1" name="Rectangle 26"/>
            <p:cNvSpPr>
              <a:spLocks noChangeArrowheads="1"/>
            </p:cNvSpPr>
            <p:nvPr/>
          </p:nvSpPr>
          <p:spPr bwMode="auto">
            <a:xfrm>
              <a:off x="2527304" y="22558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2" name="Rectangle 28"/>
            <p:cNvSpPr>
              <a:spLocks noChangeArrowheads="1"/>
            </p:cNvSpPr>
            <p:nvPr/>
          </p:nvSpPr>
          <p:spPr bwMode="auto">
            <a:xfrm>
              <a:off x="2463805" y="312739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2289111" y="269834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32"/>
            <p:cNvSpPr>
              <a:spLocks noChangeArrowheads="1"/>
            </p:cNvSpPr>
            <p:nvPr/>
          </p:nvSpPr>
          <p:spPr bwMode="auto">
            <a:xfrm>
              <a:off x="2798769" y="281147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3104498" y="29923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2752731" y="21923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9" name="Rectangle 42"/>
            <p:cNvSpPr>
              <a:spLocks noChangeArrowheads="1"/>
            </p:cNvSpPr>
            <p:nvPr/>
          </p:nvSpPr>
          <p:spPr bwMode="auto">
            <a:xfrm>
              <a:off x="2716220" y="24352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2951169" y="2290776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2" name="Rectangle 48"/>
            <p:cNvSpPr>
              <a:spLocks noChangeArrowheads="1"/>
            </p:cNvSpPr>
            <p:nvPr/>
          </p:nvSpPr>
          <p:spPr bwMode="auto">
            <a:xfrm>
              <a:off x="3284544" y="2201874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3141671" y="23974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2829725" y="1774835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0" name="Rectangle 34"/>
            <p:cNvSpPr>
              <a:spLocks noChangeArrowheads="1"/>
            </p:cNvSpPr>
            <p:nvPr/>
          </p:nvSpPr>
          <p:spPr bwMode="auto">
            <a:xfrm>
              <a:off x="2936882" y="26130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7" name="Rectangle 34"/>
            <p:cNvSpPr>
              <a:spLocks noChangeArrowheads="1"/>
            </p:cNvSpPr>
            <p:nvPr/>
          </p:nvSpPr>
          <p:spPr bwMode="auto">
            <a:xfrm>
              <a:off x="3039274" y="1996291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Single Allocation Four Hub Median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5402365" y="3633939"/>
            <a:ext cx="137159" cy="13715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0" name="Rectangle 29"/>
          <p:cNvSpPr>
            <a:spLocks noChangeArrowheads="1"/>
          </p:cNvSpPr>
          <p:nvPr/>
        </p:nvSpPr>
        <p:spPr bwMode="auto">
          <a:xfrm>
            <a:off x="5125793" y="5272688"/>
            <a:ext cx="3082786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i="1" dirty="0" smtClean="0">
                <a:solidFill>
                  <a:srgbClr val="FF0000"/>
                </a:solidFill>
              </a:rPr>
              <a:t>4 fully connected hubs</a:t>
            </a:r>
          </a:p>
          <a:p>
            <a:r>
              <a:rPr lang="en-US" sz="2000" i="1" dirty="0" smtClean="0">
                <a:solidFill>
                  <a:srgbClr val="FF0000"/>
                </a:solidFill>
              </a:rPr>
              <a:t>28 access arcs</a:t>
            </a:r>
            <a:endParaRPr lang="en-US" sz="2000" i="1" dirty="0">
              <a:solidFill>
                <a:srgbClr val="000000"/>
              </a:solidFill>
            </a:endParaRPr>
          </a:p>
        </p:txBody>
      </p:sp>
      <p:cxnSp>
        <p:nvCxnSpPr>
          <p:cNvPr id="98" name="AutoShape 7"/>
          <p:cNvCxnSpPr>
            <a:cxnSpLocks noChangeShapeType="1"/>
            <a:stCxn id="76" idx="3"/>
            <a:endCxn id="160" idx="1"/>
          </p:cNvCxnSpPr>
          <p:nvPr/>
        </p:nvCxnSpPr>
        <p:spPr bwMode="auto">
          <a:xfrm>
            <a:off x="3249833" y="3339677"/>
            <a:ext cx="1275839" cy="19749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" name="AutoShape 7"/>
          <p:cNvCxnSpPr>
            <a:cxnSpLocks noChangeShapeType="1"/>
            <a:endCxn id="76" idx="0"/>
          </p:cNvCxnSpPr>
          <p:nvPr/>
        </p:nvCxnSpPr>
        <p:spPr bwMode="auto">
          <a:xfrm rot="5400000">
            <a:off x="3127260" y="2668003"/>
            <a:ext cx="611368" cy="54910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6" name="AutoShape 7"/>
          <p:cNvCxnSpPr>
            <a:cxnSpLocks noChangeShapeType="1"/>
            <a:stCxn id="239" idx="1"/>
            <a:endCxn id="79" idx="0"/>
          </p:cNvCxnSpPr>
          <p:nvPr/>
        </p:nvCxnSpPr>
        <p:spPr bwMode="auto">
          <a:xfrm rot="10800000" flipV="1">
            <a:off x="2028531" y="3534951"/>
            <a:ext cx="223274" cy="72753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7" name="AutoShape 7"/>
          <p:cNvCxnSpPr>
            <a:cxnSpLocks noChangeShapeType="1"/>
            <a:stCxn id="179" idx="2"/>
            <a:endCxn id="77" idx="0"/>
          </p:cNvCxnSpPr>
          <p:nvPr/>
        </p:nvCxnSpPr>
        <p:spPr bwMode="auto">
          <a:xfrm rot="16200000" flipH="1">
            <a:off x="5880591" y="2267717"/>
            <a:ext cx="1066290" cy="289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0" name="AutoShape 7"/>
          <p:cNvCxnSpPr>
            <a:cxnSpLocks noChangeShapeType="1"/>
            <a:stCxn id="187" idx="2"/>
            <a:endCxn id="77" idx="0"/>
          </p:cNvCxnSpPr>
          <p:nvPr/>
        </p:nvCxnSpPr>
        <p:spPr bwMode="auto">
          <a:xfrm rot="5400000">
            <a:off x="6405853" y="2560043"/>
            <a:ext cx="537821" cy="2329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3" name="AutoShape 7"/>
          <p:cNvCxnSpPr>
            <a:cxnSpLocks noChangeShapeType="1"/>
            <a:stCxn id="172" idx="1"/>
            <a:endCxn id="77" idx="3"/>
          </p:cNvCxnSpPr>
          <p:nvPr/>
        </p:nvCxnSpPr>
        <p:spPr bwMode="auto">
          <a:xfrm rot="10800000" flipV="1">
            <a:off x="6649736" y="2829611"/>
            <a:ext cx="683959" cy="2072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8" name="AutoShape 7"/>
          <p:cNvCxnSpPr>
            <a:cxnSpLocks noChangeShapeType="1"/>
            <a:stCxn id="175" idx="1"/>
            <a:endCxn id="77" idx="3"/>
          </p:cNvCxnSpPr>
          <p:nvPr/>
        </p:nvCxnSpPr>
        <p:spPr bwMode="auto">
          <a:xfrm rot="10800000">
            <a:off x="6649735" y="3036862"/>
            <a:ext cx="328018" cy="2594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7"/>
          <p:cNvCxnSpPr>
            <a:cxnSpLocks noChangeShapeType="1"/>
            <a:stCxn id="166" idx="0"/>
            <a:endCxn id="77" idx="2"/>
          </p:cNvCxnSpPr>
          <p:nvPr/>
        </p:nvCxnSpPr>
        <p:spPr bwMode="auto">
          <a:xfrm rot="16200000" flipV="1">
            <a:off x="5996469" y="3690126"/>
            <a:ext cx="1519080" cy="39542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4" name="AutoShape 7"/>
          <p:cNvCxnSpPr>
            <a:cxnSpLocks noChangeShapeType="1"/>
            <a:stCxn id="164" idx="0"/>
            <a:endCxn id="77" idx="2"/>
          </p:cNvCxnSpPr>
          <p:nvPr/>
        </p:nvCxnSpPr>
        <p:spPr bwMode="auto">
          <a:xfrm rot="5400000" flipH="1" flipV="1">
            <a:off x="5831449" y="3488908"/>
            <a:ext cx="1087454" cy="3662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7" name="AutoShape 7"/>
          <p:cNvCxnSpPr>
            <a:cxnSpLocks noChangeShapeType="1"/>
            <a:endCxn id="102" idx="3"/>
          </p:cNvCxnSpPr>
          <p:nvPr/>
        </p:nvCxnSpPr>
        <p:spPr bwMode="auto">
          <a:xfrm rot="10800000">
            <a:off x="4411227" y="4616684"/>
            <a:ext cx="946331" cy="46152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1" name="AutoShape 7"/>
          <p:cNvCxnSpPr>
            <a:cxnSpLocks noChangeShapeType="1"/>
            <a:stCxn id="102" idx="2"/>
            <a:endCxn id="157" idx="0"/>
          </p:cNvCxnSpPr>
          <p:nvPr/>
        </p:nvCxnSpPr>
        <p:spPr bwMode="auto">
          <a:xfrm rot="16200000" flipH="1">
            <a:off x="4241089" y="4786819"/>
            <a:ext cx="344851" cy="18745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6" name="AutoShape 7"/>
          <p:cNvCxnSpPr>
            <a:cxnSpLocks noChangeShapeType="1"/>
            <a:stCxn id="77" idx="1"/>
            <a:endCxn id="169" idx="3"/>
          </p:cNvCxnSpPr>
          <p:nvPr/>
        </p:nvCxnSpPr>
        <p:spPr bwMode="auto">
          <a:xfrm rot="10800000" flipV="1">
            <a:off x="6054981" y="3036860"/>
            <a:ext cx="411874" cy="3496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0" name="AutoShape 7"/>
          <p:cNvCxnSpPr>
            <a:cxnSpLocks noChangeShapeType="1"/>
            <a:stCxn id="167" idx="3"/>
            <a:endCxn id="77" idx="1"/>
          </p:cNvCxnSpPr>
          <p:nvPr/>
        </p:nvCxnSpPr>
        <p:spPr bwMode="auto">
          <a:xfrm>
            <a:off x="6145941" y="2806883"/>
            <a:ext cx="320914" cy="22997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4" name="AutoShape 7"/>
          <p:cNvCxnSpPr>
            <a:cxnSpLocks noChangeShapeType="1"/>
            <a:stCxn id="161" idx="3"/>
            <a:endCxn id="77" idx="1"/>
          </p:cNvCxnSpPr>
          <p:nvPr/>
        </p:nvCxnSpPr>
        <p:spPr bwMode="auto">
          <a:xfrm>
            <a:off x="5584332" y="2958416"/>
            <a:ext cx="882523" cy="7844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4" name="AutoShape 7"/>
          <p:cNvCxnSpPr>
            <a:cxnSpLocks noChangeShapeType="1"/>
            <a:stCxn id="76" idx="0"/>
            <a:endCxn id="159" idx="1"/>
          </p:cNvCxnSpPr>
          <p:nvPr/>
        </p:nvCxnSpPr>
        <p:spPr bwMode="auto">
          <a:xfrm rot="5400000" flipH="1" flipV="1">
            <a:off x="3566070" y="2150214"/>
            <a:ext cx="690346" cy="150570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0" name="AutoShape 7"/>
          <p:cNvCxnSpPr>
            <a:cxnSpLocks noChangeShapeType="1"/>
            <a:stCxn id="209" idx="3"/>
            <a:endCxn id="76" idx="1"/>
          </p:cNvCxnSpPr>
          <p:nvPr/>
        </p:nvCxnSpPr>
        <p:spPr bwMode="auto">
          <a:xfrm flipH="1">
            <a:off x="3066953" y="3326598"/>
            <a:ext cx="180241" cy="1307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" name="AutoShape 7"/>
          <p:cNvCxnSpPr>
            <a:cxnSpLocks noChangeShapeType="1"/>
            <a:endCxn id="76" idx="1"/>
          </p:cNvCxnSpPr>
          <p:nvPr/>
        </p:nvCxnSpPr>
        <p:spPr bwMode="auto">
          <a:xfrm>
            <a:off x="1932168" y="3012003"/>
            <a:ext cx="1134785" cy="32767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6" name="AutoShape 7"/>
          <p:cNvCxnSpPr>
            <a:cxnSpLocks noChangeShapeType="1"/>
            <a:stCxn id="237" idx="0"/>
            <a:endCxn id="76" idx="3"/>
          </p:cNvCxnSpPr>
          <p:nvPr/>
        </p:nvCxnSpPr>
        <p:spPr bwMode="auto">
          <a:xfrm rot="16200000" flipV="1">
            <a:off x="3255334" y="3334177"/>
            <a:ext cx="469999" cy="48099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8" name="AutoShape 7"/>
          <p:cNvCxnSpPr>
            <a:cxnSpLocks noChangeShapeType="1"/>
            <a:stCxn id="79" idx="2"/>
          </p:cNvCxnSpPr>
          <p:nvPr/>
        </p:nvCxnSpPr>
        <p:spPr bwMode="auto">
          <a:xfrm rot="16200000" flipH="1">
            <a:off x="2424553" y="4049342"/>
            <a:ext cx="314085" cy="110612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" name="AutoShape 7"/>
          <p:cNvCxnSpPr>
            <a:cxnSpLocks noChangeShapeType="1"/>
            <a:stCxn id="79" idx="1"/>
          </p:cNvCxnSpPr>
          <p:nvPr/>
        </p:nvCxnSpPr>
        <p:spPr bwMode="auto">
          <a:xfrm rot="10800000" flipV="1">
            <a:off x="1352313" y="4353924"/>
            <a:ext cx="584779" cy="66697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86" name="AutoShape 7"/>
          <p:cNvCxnSpPr>
            <a:cxnSpLocks noChangeShapeType="1"/>
            <a:stCxn id="79" idx="1"/>
            <a:endCxn id="207" idx="3"/>
          </p:cNvCxnSpPr>
          <p:nvPr/>
        </p:nvCxnSpPr>
        <p:spPr bwMode="auto">
          <a:xfrm rot="10800000">
            <a:off x="1218295" y="4099419"/>
            <a:ext cx="718796" cy="25450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3" name="AutoShape 7"/>
          <p:cNvCxnSpPr>
            <a:cxnSpLocks noChangeShapeType="1"/>
            <a:stCxn id="206" idx="3"/>
            <a:endCxn id="79" idx="0"/>
          </p:cNvCxnSpPr>
          <p:nvPr/>
        </p:nvCxnSpPr>
        <p:spPr bwMode="auto">
          <a:xfrm>
            <a:off x="767432" y="3341763"/>
            <a:ext cx="1261099" cy="92072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6" name="AutoShape 7"/>
          <p:cNvCxnSpPr>
            <a:cxnSpLocks noChangeShapeType="1"/>
            <a:stCxn id="238" idx="2"/>
            <a:endCxn id="76" idx="1"/>
          </p:cNvCxnSpPr>
          <p:nvPr/>
        </p:nvCxnSpPr>
        <p:spPr bwMode="auto">
          <a:xfrm rot="16200000" flipH="1">
            <a:off x="1815166" y="2087890"/>
            <a:ext cx="997656" cy="15059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2" name="AutoShape 7"/>
          <p:cNvCxnSpPr>
            <a:cxnSpLocks noChangeShapeType="1"/>
            <a:endCxn id="76" idx="0"/>
          </p:cNvCxnSpPr>
          <p:nvPr/>
        </p:nvCxnSpPr>
        <p:spPr bwMode="auto">
          <a:xfrm rot="16200000" flipH="1">
            <a:off x="2349659" y="2439503"/>
            <a:ext cx="1134324" cy="48314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1" name="AutoShape 7"/>
          <p:cNvCxnSpPr>
            <a:cxnSpLocks noChangeShapeType="1"/>
            <a:stCxn id="205" idx="3"/>
            <a:endCxn id="76" idx="1"/>
          </p:cNvCxnSpPr>
          <p:nvPr/>
        </p:nvCxnSpPr>
        <p:spPr bwMode="auto">
          <a:xfrm>
            <a:off x="1226207" y="1708342"/>
            <a:ext cx="1840746" cy="16313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0" name="AutoShape 7"/>
          <p:cNvCxnSpPr>
            <a:cxnSpLocks noChangeShapeType="1"/>
            <a:stCxn id="180" idx="0"/>
            <a:endCxn id="77" idx="2"/>
          </p:cNvCxnSpPr>
          <p:nvPr/>
        </p:nvCxnSpPr>
        <p:spPr bwMode="auto">
          <a:xfrm rot="5400000" flipH="1" flipV="1">
            <a:off x="6240264" y="3424177"/>
            <a:ext cx="613907" cy="2215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0" name="AutoShape 5"/>
          <p:cNvCxnSpPr>
            <a:cxnSpLocks noChangeShapeType="1"/>
            <a:stCxn id="76" idx="3"/>
            <a:endCxn id="77" idx="1"/>
          </p:cNvCxnSpPr>
          <p:nvPr/>
        </p:nvCxnSpPr>
        <p:spPr bwMode="auto">
          <a:xfrm flipV="1">
            <a:off x="3249833" y="3036861"/>
            <a:ext cx="3217022" cy="302816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sp>
        <p:nvSpPr>
          <p:cNvPr id="77" name="Oval 7"/>
          <p:cNvSpPr>
            <a:spLocks noChangeArrowheads="1"/>
          </p:cNvSpPr>
          <p:nvPr/>
        </p:nvSpPr>
        <p:spPr bwMode="auto">
          <a:xfrm>
            <a:off x="6466855" y="2945421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6" name="Oval 7"/>
          <p:cNvSpPr>
            <a:spLocks noChangeArrowheads="1"/>
          </p:cNvSpPr>
          <p:nvPr/>
        </p:nvSpPr>
        <p:spPr bwMode="auto">
          <a:xfrm>
            <a:off x="3066953" y="3248237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15" name="AutoShape 5"/>
          <p:cNvCxnSpPr>
            <a:cxnSpLocks noChangeShapeType="1"/>
            <a:endCxn id="102" idx="1"/>
          </p:cNvCxnSpPr>
          <p:nvPr/>
        </p:nvCxnSpPr>
        <p:spPr bwMode="auto">
          <a:xfrm>
            <a:off x="2092526" y="4362238"/>
            <a:ext cx="2135820" cy="254446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28" name="AutoShape 7"/>
          <p:cNvCxnSpPr>
            <a:cxnSpLocks noChangeShapeType="1"/>
            <a:stCxn id="235" idx="1"/>
            <a:endCxn id="76" idx="3"/>
          </p:cNvCxnSpPr>
          <p:nvPr/>
        </p:nvCxnSpPr>
        <p:spPr bwMode="auto">
          <a:xfrm rot="10800000" flipV="1">
            <a:off x="3249834" y="3056983"/>
            <a:ext cx="858829" cy="28269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1" name="AutoShape 5"/>
          <p:cNvCxnSpPr>
            <a:cxnSpLocks noChangeShapeType="1"/>
            <a:stCxn id="102" idx="3"/>
            <a:endCxn id="77" idx="2"/>
          </p:cNvCxnSpPr>
          <p:nvPr/>
        </p:nvCxnSpPr>
        <p:spPr bwMode="auto">
          <a:xfrm flipV="1">
            <a:off x="4411226" y="3128300"/>
            <a:ext cx="2147069" cy="1488384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52" name="AutoShape 5"/>
          <p:cNvCxnSpPr>
            <a:cxnSpLocks noChangeShapeType="1"/>
            <a:stCxn id="79" idx="3"/>
            <a:endCxn id="77" idx="1"/>
          </p:cNvCxnSpPr>
          <p:nvPr/>
        </p:nvCxnSpPr>
        <p:spPr bwMode="auto">
          <a:xfrm flipV="1">
            <a:off x="2119971" y="3036861"/>
            <a:ext cx="4346884" cy="1317064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53" name="AutoShape 5"/>
          <p:cNvCxnSpPr>
            <a:cxnSpLocks noChangeShapeType="1"/>
            <a:stCxn id="102" idx="0"/>
            <a:endCxn id="76" idx="3"/>
          </p:cNvCxnSpPr>
          <p:nvPr/>
        </p:nvCxnSpPr>
        <p:spPr bwMode="auto">
          <a:xfrm rot="16200000" flipV="1">
            <a:off x="3192027" y="3397484"/>
            <a:ext cx="1185567" cy="1069953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54" name="AutoShape 5"/>
          <p:cNvCxnSpPr>
            <a:cxnSpLocks noChangeShapeType="1"/>
            <a:stCxn id="79" idx="3"/>
          </p:cNvCxnSpPr>
          <p:nvPr/>
        </p:nvCxnSpPr>
        <p:spPr bwMode="auto">
          <a:xfrm flipV="1">
            <a:off x="2119971" y="3261116"/>
            <a:ext cx="1038422" cy="1092809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77" name="AutoShape 7"/>
          <p:cNvCxnSpPr>
            <a:cxnSpLocks noChangeShapeType="1"/>
            <a:stCxn id="102" idx="0"/>
            <a:endCxn id="163" idx="1"/>
          </p:cNvCxnSpPr>
          <p:nvPr/>
        </p:nvCxnSpPr>
        <p:spPr bwMode="auto">
          <a:xfrm rot="5400000" flipH="1" flipV="1">
            <a:off x="4331327" y="4002811"/>
            <a:ext cx="510893" cy="53397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sp>
        <p:nvSpPr>
          <p:cNvPr id="102" name="Oval 7"/>
          <p:cNvSpPr>
            <a:spLocks noChangeArrowheads="1"/>
          </p:cNvSpPr>
          <p:nvPr/>
        </p:nvSpPr>
        <p:spPr bwMode="auto">
          <a:xfrm>
            <a:off x="4228346" y="4525244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9" name="Oval 7"/>
          <p:cNvSpPr>
            <a:spLocks noChangeArrowheads="1"/>
          </p:cNvSpPr>
          <p:nvPr/>
        </p:nvSpPr>
        <p:spPr bwMode="auto">
          <a:xfrm>
            <a:off x="1937091" y="4262485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8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630273" y="1639762"/>
            <a:ext cx="3759905" cy="3452582"/>
            <a:chOff x="595315" y="1733560"/>
            <a:chExt cx="1509207" cy="1446815"/>
          </a:xfrm>
        </p:grpSpPr>
        <p:sp>
          <p:nvSpPr>
            <p:cNvPr id="205" name="Rectangle 6"/>
            <p:cNvSpPr>
              <a:spLocks noChangeArrowheads="1"/>
            </p:cNvSpPr>
            <p:nvPr/>
          </p:nvSpPr>
          <p:spPr bwMode="auto">
            <a:xfrm>
              <a:off x="779465" y="173356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6" name="Rectangle 8"/>
            <p:cNvSpPr>
              <a:spLocks noChangeArrowheads="1"/>
            </p:cNvSpPr>
            <p:nvPr/>
          </p:nvSpPr>
          <p:spPr bwMode="auto">
            <a:xfrm>
              <a:off x="595315" y="2418050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7" name="Rectangle 10"/>
            <p:cNvSpPr>
              <a:spLocks noChangeArrowheads="1"/>
            </p:cNvSpPr>
            <p:nvPr/>
          </p:nvSpPr>
          <p:spPr bwMode="auto">
            <a:xfrm>
              <a:off x="776289" y="273554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" name="Rectangle 12"/>
            <p:cNvSpPr>
              <a:spLocks noChangeArrowheads="1"/>
            </p:cNvSpPr>
            <p:nvPr/>
          </p:nvSpPr>
          <p:spPr bwMode="auto">
            <a:xfrm>
              <a:off x="1131891" y="284508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9" name="Rectangle 14"/>
            <p:cNvSpPr>
              <a:spLocks noChangeArrowheads="1"/>
            </p:cNvSpPr>
            <p:nvPr/>
          </p:nvSpPr>
          <p:spPr bwMode="auto">
            <a:xfrm>
              <a:off x="1590679" y="2411695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" name="Rectangle 16"/>
            <p:cNvSpPr>
              <a:spLocks noChangeArrowheads="1"/>
            </p:cNvSpPr>
            <p:nvPr/>
          </p:nvSpPr>
          <p:spPr bwMode="auto">
            <a:xfrm>
              <a:off x="2049467" y="295594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2" name="Rectangle 34"/>
            <p:cNvSpPr>
              <a:spLocks noChangeArrowheads="1"/>
            </p:cNvSpPr>
            <p:nvPr/>
          </p:nvSpPr>
          <p:spPr bwMode="auto">
            <a:xfrm>
              <a:off x="846139" y="312289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5" name="Rectangle 34"/>
            <p:cNvSpPr>
              <a:spLocks noChangeArrowheads="1"/>
            </p:cNvSpPr>
            <p:nvPr/>
          </p:nvSpPr>
          <p:spPr bwMode="auto">
            <a:xfrm>
              <a:off x="1991523" y="2298712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1377160" y="188675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Rectangle 34"/>
            <p:cNvSpPr>
              <a:spLocks noChangeArrowheads="1"/>
            </p:cNvSpPr>
            <p:nvPr/>
          </p:nvSpPr>
          <p:spPr bwMode="auto">
            <a:xfrm>
              <a:off x="1812336" y="2642869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941391" y="1970367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9" name="Rectangle 34"/>
            <p:cNvSpPr>
              <a:spLocks noChangeArrowheads="1"/>
            </p:cNvSpPr>
            <p:nvPr/>
          </p:nvSpPr>
          <p:spPr bwMode="auto">
            <a:xfrm>
              <a:off x="1246190" y="2499006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0" name="Rectangle 34"/>
            <p:cNvSpPr>
              <a:spLocks noChangeArrowheads="1"/>
            </p:cNvSpPr>
            <p:nvPr/>
          </p:nvSpPr>
          <p:spPr bwMode="auto">
            <a:xfrm>
              <a:off x="1589092" y="3018123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2" name="Rectangle 34"/>
            <p:cNvSpPr>
              <a:spLocks noChangeArrowheads="1"/>
            </p:cNvSpPr>
            <p:nvPr/>
          </p:nvSpPr>
          <p:spPr bwMode="auto">
            <a:xfrm>
              <a:off x="1791498" y="2093924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3" name="Rectangle 34"/>
            <p:cNvSpPr>
              <a:spLocks noChangeArrowheads="1"/>
            </p:cNvSpPr>
            <p:nvPr/>
          </p:nvSpPr>
          <p:spPr bwMode="auto">
            <a:xfrm>
              <a:off x="1062834" y="2291838"/>
              <a:ext cx="55055" cy="5747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20"/>
          <p:cNvGrpSpPr>
            <a:grpSpLocks/>
          </p:cNvGrpSpPr>
          <p:nvPr/>
        </p:nvGrpSpPr>
        <p:grpSpPr bwMode="auto">
          <a:xfrm>
            <a:off x="4438663" y="1741972"/>
            <a:ext cx="3032190" cy="3448161"/>
            <a:chOff x="2122493" y="1774835"/>
            <a:chExt cx="1217106" cy="1444960"/>
          </a:xfrm>
          <a:solidFill>
            <a:schemeClr val="tx1"/>
          </a:solidFill>
        </p:grpSpPr>
        <p:sp>
          <p:nvSpPr>
            <p:cNvPr id="157" name="Rectangle 18"/>
            <p:cNvSpPr>
              <a:spLocks noChangeArrowheads="1"/>
            </p:cNvSpPr>
            <p:nvPr/>
          </p:nvSpPr>
          <p:spPr bwMode="auto">
            <a:xfrm>
              <a:off x="2122493" y="316231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59" name="Rectangle 22"/>
            <p:cNvSpPr>
              <a:spLocks noChangeArrowheads="1"/>
            </p:cNvSpPr>
            <p:nvPr/>
          </p:nvSpPr>
          <p:spPr bwMode="auto">
            <a:xfrm>
              <a:off x="2212980" y="208800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0" name="Rectangle 24"/>
            <p:cNvSpPr>
              <a:spLocks noChangeArrowheads="1"/>
            </p:cNvSpPr>
            <p:nvPr/>
          </p:nvSpPr>
          <p:spPr bwMode="auto">
            <a:xfrm>
              <a:off x="2157418" y="249838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1" name="Rectangle 26"/>
            <p:cNvSpPr>
              <a:spLocks noChangeArrowheads="1"/>
            </p:cNvSpPr>
            <p:nvPr/>
          </p:nvSpPr>
          <p:spPr bwMode="auto">
            <a:xfrm>
              <a:off x="2527304" y="22558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2" name="Rectangle 28"/>
            <p:cNvSpPr>
              <a:spLocks noChangeArrowheads="1"/>
            </p:cNvSpPr>
            <p:nvPr/>
          </p:nvSpPr>
          <p:spPr bwMode="auto">
            <a:xfrm>
              <a:off x="2463805" y="312739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" name="Rectangle 30"/>
            <p:cNvSpPr>
              <a:spLocks noChangeArrowheads="1"/>
            </p:cNvSpPr>
            <p:nvPr/>
          </p:nvSpPr>
          <p:spPr bwMode="auto">
            <a:xfrm>
              <a:off x="2289111" y="2698342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4" name="Rectangle 32"/>
            <p:cNvSpPr>
              <a:spLocks noChangeArrowheads="1"/>
            </p:cNvSpPr>
            <p:nvPr/>
          </p:nvSpPr>
          <p:spPr bwMode="auto">
            <a:xfrm>
              <a:off x="2798769" y="2811479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6" name="Rectangle 36"/>
            <p:cNvSpPr>
              <a:spLocks noChangeArrowheads="1"/>
            </p:cNvSpPr>
            <p:nvPr/>
          </p:nvSpPr>
          <p:spPr bwMode="auto">
            <a:xfrm>
              <a:off x="3104498" y="29923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2752731" y="2192350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9" name="Rectangle 42"/>
            <p:cNvSpPr>
              <a:spLocks noChangeArrowheads="1"/>
            </p:cNvSpPr>
            <p:nvPr/>
          </p:nvSpPr>
          <p:spPr bwMode="auto">
            <a:xfrm>
              <a:off x="2716220" y="24352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0" name="Rectangle 44"/>
            <p:cNvSpPr>
              <a:spLocks noChangeArrowheads="1"/>
            </p:cNvSpPr>
            <p:nvPr/>
          </p:nvSpPr>
          <p:spPr bwMode="auto">
            <a:xfrm>
              <a:off x="2951169" y="2290776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2" name="Rectangle 48"/>
            <p:cNvSpPr>
              <a:spLocks noChangeArrowheads="1"/>
            </p:cNvSpPr>
            <p:nvPr/>
          </p:nvSpPr>
          <p:spPr bwMode="auto">
            <a:xfrm>
              <a:off x="3284544" y="2201874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5" name="Rectangle 54"/>
            <p:cNvSpPr>
              <a:spLocks noChangeArrowheads="1"/>
            </p:cNvSpPr>
            <p:nvPr/>
          </p:nvSpPr>
          <p:spPr bwMode="auto">
            <a:xfrm>
              <a:off x="3141671" y="2397453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9" name="Rectangle 34"/>
            <p:cNvSpPr>
              <a:spLocks noChangeArrowheads="1"/>
            </p:cNvSpPr>
            <p:nvPr/>
          </p:nvSpPr>
          <p:spPr bwMode="auto">
            <a:xfrm>
              <a:off x="2829725" y="1774835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0" name="Rectangle 34"/>
            <p:cNvSpPr>
              <a:spLocks noChangeArrowheads="1"/>
            </p:cNvSpPr>
            <p:nvPr/>
          </p:nvSpPr>
          <p:spPr bwMode="auto">
            <a:xfrm>
              <a:off x="2936882" y="2613038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7" name="Rectangle 34"/>
            <p:cNvSpPr>
              <a:spLocks noChangeArrowheads="1"/>
            </p:cNvSpPr>
            <p:nvPr/>
          </p:nvSpPr>
          <p:spPr bwMode="auto">
            <a:xfrm>
              <a:off x="3039274" y="1996291"/>
              <a:ext cx="55055" cy="57477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Multiple Hubs and Hub Arcs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5402365" y="3440754"/>
            <a:ext cx="137159" cy="13715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78" name="AutoShape 7"/>
          <p:cNvCxnSpPr>
            <a:cxnSpLocks noChangeShapeType="1"/>
          </p:cNvCxnSpPr>
          <p:nvPr/>
        </p:nvCxnSpPr>
        <p:spPr bwMode="auto">
          <a:xfrm>
            <a:off x="3783872" y="2568509"/>
            <a:ext cx="2682983" cy="46835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0" name="AutoShape 6"/>
          <p:cNvCxnSpPr>
            <a:cxnSpLocks noChangeShapeType="1"/>
          </p:cNvCxnSpPr>
          <p:nvPr/>
        </p:nvCxnSpPr>
        <p:spPr bwMode="auto">
          <a:xfrm rot="10800000" flipH="1">
            <a:off x="4311187" y="3036862"/>
            <a:ext cx="2241396" cy="1583473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81" name="AutoShape 7"/>
          <p:cNvCxnSpPr>
            <a:cxnSpLocks noChangeShapeType="1"/>
            <a:stCxn id="72" idx="3"/>
          </p:cNvCxnSpPr>
          <p:nvPr/>
        </p:nvCxnSpPr>
        <p:spPr bwMode="auto">
          <a:xfrm flipV="1">
            <a:off x="4408339" y="3802578"/>
            <a:ext cx="2021345" cy="817756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grpSp>
        <p:nvGrpSpPr>
          <p:cNvPr id="4" name="Group 107"/>
          <p:cNvGrpSpPr/>
          <p:nvPr/>
        </p:nvGrpSpPr>
        <p:grpSpPr>
          <a:xfrm>
            <a:off x="4683160" y="3531232"/>
            <a:ext cx="1929404" cy="362785"/>
            <a:chOff x="4683160" y="3724417"/>
            <a:chExt cx="1929404" cy="362785"/>
          </a:xfrm>
        </p:grpSpPr>
        <p:cxnSp>
          <p:nvCxnSpPr>
            <p:cNvPr id="79" name="AutoShape 5"/>
            <p:cNvCxnSpPr>
              <a:cxnSpLocks noChangeShapeType="1"/>
              <a:stCxn id="76" idx="3"/>
              <a:endCxn id="73" idx="1"/>
            </p:cNvCxnSpPr>
            <p:nvPr/>
          </p:nvCxnSpPr>
          <p:spPr bwMode="auto">
            <a:xfrm>
              <a:off x="4683160" y="3724417"/>
              <a:ext cx="1746524" cy="271346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73" name="Oval 7"/>
            <p:cNvSpPr>
              <a:spLocks noChangeArrowheads="1"/>
            </p:cNvSpPr>
            <p:nvPr/>
          </p:nvSpPr>
          <p:spPr bwMode="auto">
            <a:xfrm>
              <a:off x="6429684" y="3904323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cxnSp>
        <p:nvCxnSpPr>
          <p:cNvPr id="277" name="AutoShape 4"/>
          <p:cNvCxnSpPr>
            <a:cxnSpLocks noChangeShapeType="1"/>
            <a:stCxn id="72" idx="1"/>
            <a:endCxn id="282" idx="3"/>
          </p:cNvCxnSpPr>
          <p:nvPr/>
        </p:nvCxnSpPr>
        <p:spPr bwMode="auto">
          <a:xfrm rot="10800000">
            <a:off x="1940203" y="3055448"/>
            <a:ext cx="2285257" cy="1564887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05" name="AutoShape 7"/>
          <p:cNvCxnSpPr>
            <a:cxnSpLocks noChangeShapeType="1"/>
          </p:cNvCxnSpPr>
          <p:nvPr/>
        </p:nvCxnSpPr>
        <p:spPr bwMode="auto">
          <a:xfrm rot="10800000" flipH="1" flipV="1">
            <a:off x="3686720" y="2568508"/>
            <a:ext cx="899288" cy="962723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90" name="AutoShape 7"/>
          <p:cNvCxnSpPr>
            <a:cxnSpLocks noChangeShapeType="1"/>
            <a:stCxn id="282" idx="3"/>
          </p:cNvCxnSpPr>
          <p:nvPr/>
        </p:nvCxnSpPr>
        <p:spPr bwMode="auto">
          <a:xfrm flipV="1">
            <a:off x="1940202" y="2568509"/>
            <a:ext cx="1660790" cy="486938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</p:cxnSp>
      <p:grpSp>
        <p:nvGrpSpPr>
          <p:cNvPr id="6" name="Group 105"/>
          <p:cNvGrpSpPr/>
          <p:nvPr/>
        </p:nvGrpSpPr>
        <p:grpSpPr>
          <a:xfrm>
            <a:off x="4683160" y="2945421"/>
            <a:ext cx="1966575" cy="585811"/>
            <a:chOff x="4683160" y="3138606"/>
            <a:chExt cx="1966575" cy="585811"/>
          </a:xfrm>
        </p:grpSpPr>
        <p:cxnSp>
          <p:nvCxnSpPr>
            <p:cNvPr id="100" name="AutoShape 5"/>
            <p:cNvCxnSpPr>
              <a:cxnSpLocks noChangeShapeType="1"/>
              <a:stCxn id="76" idx="3"/>
              <a:endCxn id="77" idx="1"/>
            </p:cNvCxnSpPr>
            <p:nvPr/>
          </p:nvCxnSpPr>
          <p:spPr bwMode="auto">
            <a:xfrm flipV="1">
              <a:off x="4683160" y="3230046"/>
              <a:ext cx="1783695" cy="494371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77" name="Oval 7"/>
            <p:cNvSpPr>
              <a:spLocks noChangeArrowheads="1"/>
            </p:cNvSpPr>
            <p:nvPr/>
          </p:nvSpPr>
          <p:spPr bwMode="auto">
            <a:xfrm>
              <a:off x="6466855" y="3138606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09" name="Oval 7"/>
          <p:cNvSpPr>
            <a:spLocks noChangeArrowheads="1"/>
          </p:cNvSpPr>
          <p:nvPr/>
        </p:nvSpPr>
        <p:spPr bwMode="auto">
          <a:xfrm>
            <a:off x="1943175" y="4253831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5" name="Oval 7"/>
          <p:cNvSpPr>
            <a:spLocks noChangeArrowheads="1"/>
          </p:cNvSpPr>
          <p:nvPr/>
        </p:nvSpPr>
        <p:spPr bwMode="auto">
          <a:xfrm>
            <a:off x="3600992" y="2477069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6" name="Oval 7"/>
          <p:cNvSpPr>
            <a:spLocks noChangeArrowheads="1"/>
          </p:cNvSpPr>
          <p:nvPr/>
        </p:nvSpPr>
        <p:spPr bwMode="auto">
          <a:xfrm>
            <a:off x="4500280" y="3439792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" name="Oval 7"/>
          <p:cNvSpPr>
            <a:spLocks noChangeArrowheads="1"/>
          </p:cNvSpPr>
          <p:nvPr/>
        </p:nvSpPr>
        <p:spPr bwMode="auto">
          <a:xfrm>
            <a:off x="4225459" y="4528894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82" name="Oval 7"/>
          <p:cNvSpPr>
            <a:spLocks noChangeArrowheads="1"/>
          </p:cNvSpPr>
          <p:nvPr/>
        </p:nvSpPr>
        <p:spPr bwMode="auto">
          <a:xfrm>
            <a:off x="1757322" y="2964007"/>
            <a:ext cx="182880" cy="182879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9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75" grpId="0" animBg="1"/>
      <p:bldP spid="72" grpId="0" animBg="1"/>
      <p:bldP spid="28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Final Network</a:t>
            </a:r>
            <a:endParaRPr lang="en-US" sz="3200" dirty="0" smtClean="0">
              <a:sym typeface="Symbol" pitchFamily="18" charset="2"/>
            </a:endParaRPr>
          </a:p>
        </p:txBody>
      </p:sp>
      <p:grpSp>
        <p:nvGrpSpPr>
          <p:cNvPr id="2" name="Group 95"/>
          <p:cNvGrpSpPr/>
          <p:nvPr/>
        </p:nvGrpSpPr>
        <p:grpSpPr>
          <a:xfrm>
            <a:off x="767432" y="1776920"/>
            <a:ext cx="6566263" cy="3276053"/>
            <a:chOff x="767432" y="1776920"/>
            <a:chExt cx="6566263" cy="3276053"/>
          </a:xfrm>
        </p:grpSpPr>
        <p:cxnSp>
          <p:nvCxnSpPr>
            <p:cNvPr id="174" name="AutoShape 7"/>
            <p:cNvCxnSpPr>
              <a:cxnSpLocks noChangeShapeType="1"/>
            </p:cNvCxnSpPr>
            <p:nvPr/>
          </p:nvCxnSpPr>
          <p:spPr bwMode="auto">
            <a:xfrm rot="10800000" flipV="1">
              <a:off x="1366599" y="4388135"/>
              <a:ext cx="619441" cy="60991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7" name="AutoShape 7"/>
            <p:cNvCxnSpPr>
              <a:cxnSpLocks noChangeShapeType="1"/>
              <a:stCxn id="179" idx="2"/>
              <a:endCxn id="77" idx="0"/>
            </p:cNvCxnSpPr>
            <p:nvPr/>
          </p:nvCxnSpPr>
          <p:spPr bwMode="auto">
            <a:xfrm rot="16200000" flipH="1">
              <a:off x="5880591" y="2267717"/>
              <a:ext cx="1066290" cy="2891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0" name="AutoShape 7"/>
            <p:cNvCxnSpPr>
              <a:cxnSpLocks noChangeShapeType="1"/>
              <a:stCxn id="187" idx="2"/>
              <a:endCxn id="77" idx="0"/>
            </p:cNvCxnSpPr>
            <p:nvPr/>
          </p:nvCxnSpPr>
          <p:spPr bwMode="auto">
            <a:xfrm rot="5400000">
              <a:off x="6405853" y="2560043"/>
              <a:ext cx="537821" cy="23293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3" name="AutoShape 7"/>
            <p:cNvCxnSpPr>
              <a:cxnSpLocks noChangeShapeType="1"/>
              <a:stCxn id="172" idx="1"/>
              <a:endCxn id="77" idx="3"/>
            </p:cNvCxnSpPr>
            <p:nvPr/>
          </p:nvCxnSpPr>
          <p:spPr bwMode="auto">
            <a:xfrm rot="10800000" flipV="1">
              <a:off x="6649736" y="2829611"/>
              <a:ext cx="683959" cy="2072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8" name="AutoShape 7"/>
            <p:cNvCxnSpPr>
              <a:cxnSpLocks noChangeShapeType="1"/>
              <a:stCxn id="175" idx="1"/>
              <a:endCxn id="77" idx="3"/>
            </p:cNvCxnSpPr>
            <p:nvPr/>
          </p:nvCxnSpPr>
          <p:spPr bwMode="auto">
            <a:xfrm rot="10800000">
              <a:off x="6649735" y="3036861"/>
              <a:ext cx="328018" cy="22083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" name="AutoShape 7"/>
            <p:cNvCxnSpPr>
              <a:cxnSpLocks noChangeShapeType="1"/>
              <a:stCxn id="166" idx="0"/>
              <a:endCxn id="73" idx="2"/>
            </p:cNvCxnSpPr>
            <p:nvPr/>
          </p:nvCxnSpPr>
          <p:spPr bwMode="auto">
            <a:xfrm rot="16200000" flipV="1">
              <a:off x="6360743" y="4054399"/>
              <a:ext cx="753363" cy="43259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4" name="AutoShape 7"/>
            <p:cNvCxnSpPr>
              <a:cxnSpLocks noChangeShapeType="1"/>
              <a:stCxn id="164" idx="0"/>
              <a:endCxn id="73" idx="2"/>
            </p:cNvCxnSpPr>
            <p:nvPr/>
          </p:nvCxnSpPr>
          <p:spPr bwMode="auto">
            <a:xfrm rot="5400000" flipH="1" flipV="1">
              <a:off x="6195722" y="3890353"/>
              <a:ext cx="321737" cy="32906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7" name="AutoShape 7"/>
            <p:cNvCxnSpPr>
              <a:cxnSpLocks noChangeShapeType="1"/>
              <a:stCxn id="162" idx="0"/>
              <a:endCxn id="72" idx="3"/>
            </p:cNvCxnSpPr>
            <p:nvPr/>
          </p:nvCxnSpPr>
          <p:spPr bwMode="auto">
            <a:xfrm rot="16200000" flipV="1">
              <a:off x="4708301" y="4320372"/>
              <a:ext cx="349294" cy="94921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1" name="AutoShape 7"/>
            <p:cNvCxnSpPr>
              <a:cxnSpLocks noChangeShapeType="1"/>
              <a:stCxn id="72" idx="2"/>
              <a:endCxn id="157" idx="0"/>
            </p:cNvCxnSpPr>
            <p:nvPr/>
          </p:nvCxnSpPr>
          <p:spPr bwMode="auto">
            <a:xfrm rot="16200000" flipH="1">
              <a:off x="4241471" y="4787201"/>
              <a:ext cx="341201" cy="190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4" name="AutoShape 7"/>
            <p:cNvCxnSpPr>
              <a:cxnSpLocks noChangeShapeType="1"/>
              <a:stCxn id="163" idx="1"/>
              <a:endCxn id="72" idx="0"/>
            </p:cNvCxnSpPr>
            <p:nvPr/>
          </p:nvCxnSpPr>
          <p:spPr bwMode="auto">
            <a:xfrm rot="10800000" flipV="1">
              <a:off x="4316900" y="4014350"/>
              <a:ext cx="536861" cy="51454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3" name="AutoShape 7"/>
            <p:cNvCxnSpPr>
              <a:cxnSpLocks noChangeShapeType="1"/>
              <a:stCxn id="76" idx="3"/>
              <a:endCxn id="65" idx="1"/>
            </p:cNvCxnSpPr>
            <p:nvPr/>
          </p:nvCxnSpPr>
          <p:spPr bwMode="auto">
            <a:xfrm flipV="1">
              <a:off x="4713140" y="3470697"/>
              <a:ext cx="689225" cy="6053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6" name="AutoShape 7"/>
            <p:cNvCxnSpPr>
              <a:cxnSpLocks noChangeShapeType="1"/>
              <a:stCxn id="77" idx="1"/>
              <a:endCxn id="169" idx="3"/>
            </p:cNvCxnSpPr>
            <p:nvPr/>
          </p:nvCxnSpPr>
          <p:spPr bwMode="auto">
            <a:xfrm rot="10800000" flipV="1">
              <a:off x="6054981" y="3036860"/>
              <a:ext cx="411874" cy="34963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0" name="AutoShape 7"/>
            <p:cNvCxnSpPr>
              <a:cxnSpLocks noChangeShapeType="1"/>
              <a:stCxn id="167" idx="3"/>
              <a:endCxn id="77" idx="1"/>
            </p:cNvCxnSpPr>
            <p:nvPr/>
          </p:nvCxnSpPr>
          <p:spPr bwMode="auto">
            <a:xfrm>
              <a:off x="6145941" y="2806883"/>
              <a:ext cx="320914" cy="22997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4" name="AutoShape 7"/>
            <p:cNvCxnSpPr>
              <a:cxnSpLocks noChangeShapeType="1"/>
              <a:stCxn id="161" idx="3"/>
              <a:endCxn id="77" idx="1"/>
            </p:cNvCxnSpPr>
            <p:nvPr/>
          </p:nvCxnSpPr>
          <p:spPr bwMode="auto">
            <a:xfrm>
              <a:off x="5584332" y="2958416"/>
              <a:ext cx="882523" cy="7844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7" name="AutoShape 7"/>
            <p:cNvCxnSpPr>
              <a:cxnSpLocks noChangeShapeType="1"/>
              <a:stCxn id="163" idx="3"/>
              <a:endCxn id="73" idx="1"/>
            </p:cNvCxnSpPr>
            <p:nvPr/>
          </p:nvCxnSpPr>
          <p:spPr bwMode="auto">
            <a:xfrm flipV="1">
              <a:off x="4990919" y="3802578"/>
              <a:ext cx="1438765" cy="21177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1" name="AutoShape 7"/>
            <p:cNvCxnSpPr>
              <a:cxnSpLocks noChangeShapeType="1"/>
              <a:stCxn id="76" idx="0"/>
              <a:endCxn id="161" idx="1"/>
            </p:cNvCxnSpPr>
            <p:nvPr/>
          </p:nvCxnSpPr>
          <p:spPr bwMode="auto">
            <a:xfrm rot="5400000" flipH="1" flipV="1">
              <a:off x="4793748" y="2786368"/>
              <a:ext cx="481376" cy="82547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4" name="AutoShape 7"/>
            <p:cNvCxnSpPr>
              <a:cxnSpLocks noChangeShapeType="1"/>
              <a:stCxn id="75" idx="3"/>
              <a:endCxn id="159" idx="1"/>
            </p:cNvCxnSpPr>
            <p:nvPr/>
          </p:nvCxnSpPr>
          <p:spPr bwMode="auto">
            <a:xfrm flipV="1">
              <a:off x="3783872" y="2557891"/>
              <a:ext cx="880222" cy="1061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7" name="AutoShape 7"/>
            <p:cNvCxnSpPr>
              <a:cxnSpLocks noChangeShapeType="1"/>
              <a:stCxn id="209" idx="0"/>
              <a:endCxn id="75" idx="2"/>
            </p:cNvCxnSpPr>
            <p:nvPr/>
          </p:nvCxnSpPr>
          <p:spPr bwMode="auto">
            <a:xfrm rot="5400000" flipH="1" flipV="1">
              <a:off x="3136488" y="2702075"/>
              <a:ext cx="598070" cy="51381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0" name="AutoShape 7"/>
            <p:cNvCxnSpPr>
              <a:cxnSpLocks noChangeShapeType="1"/>
              <a:stCxn id="209" idx="3"/>
              <a:endCxn id="76" idx="1"/>
            </p:cNvCxnSpPr>
            <p:nvPr/>
          </p:nvCxnSpPr>
          <p:spPr bwMode="auto">
            <a:xfrm>
              <a:off x="3247194" y="3326598"/>
              <a:ext cx="1283066" cy="20463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" name="AutoShape 7"/>
            <p:cNvCxnSpPr>
              <a:cxnSpLocks noChangeShapeType="1"/>
              <a:stCxn id="282" idx="3"/>
              <a:endCxn id="209" idx="1"/>
            </p:cNvCxnSpPr>
            <p:nvPr/>
          </p:nvCxnSpPr>
          <p:spPr bwMode="auto">
            <a:xfrm>
              <a:off x="1940202" y="3055447"/>
              <a:ext cx="1169833" cy="27115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6" name="AutoShape 7"/>
            <p:cNvCxnSpPr>
              <a:cxnSpLocks noChangeShapeType="1"/>
              <a:stCxn id="237" idx="3"/>
              <a:endCxn id="76" idx="1"/>
            </p:cNvCxnSpPr>
            <p:nvPr/>
          </p:nvCxnSpPr>
          <p:spPr bwMode="auto">
            <a:xfrm flipV="1">
              <a:off x="3799411" y="3531232"/>
              <a:ext cx="730849" cy="3470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9" name="AutoShape 7"/>
            <p:cNvCxnSpPr>
              <a:cxnSpLocks noChangeShapeType="1"/>
              <a:stCxn id="237" idx="2"/>
              <a:endCxn id="72" idx="0"/>
            </p:cNvCxnSpPr>
            <p:nvPr/>
          </p:nvCxnSpPr>
          <p:spPr bwMode="auto">
            <a:xfrm rot="16200000" flipH="1">
              <a:off x="3732836" y="3944830"/>
              <a:ext cx="582059" cy="58606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7" name="AutoShape 7"/>
            <p:cNvCxnSpPr>
              <a:cxnSpLocks noChangeShapeType="1"/>
              <a:stCxn id="282" idx="3"/>
              <a:endCxn id="237" idx="1"/>
            </p:cNvCxnSpPr>
            <p:nvPr/>
          </p:nvCxnSpPr>
          <p:spPr bwMode="auto">
            <a:xfrm>
              <a:off x="1940202" y="3055447"/>
              <a:ext cx="1722050" cy="82280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0" name="AutoShape 7"/>
            <p:cNvCxnSpPr>
              <a:cxnSpLocks noChangeShapeType="1"/>
              <a:stCxn id="282" idx="2"/>
              <a:endCxn id="239" idx="1"/>
            </p:cNvCxnSpPr>
            <p:nvPr/>
          </p:nvCxnSpPr>
          <p:spPr bwMode="auto">
            <a:xfrm rot="16200000" flipH="1">
              <a:off x="1856251" y="3139396"/>
              <a:ext cx="388065" cy="40304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3" name="AutoShape 7"/>
            <p:cNvCxnSpPr>
              <a:cxnSpLocks noChangeShapeType="1"/>
              <a:stCxn id="72" idx="1"/>
              <a:endCxn id="240" idx="3"/>
            </p:cNvCxnSpPr>
            <p:nvPr/>
          </p:nvCxnSpPr>
          <p:spPr bwMode="auto">
            <a:xfrm rot="10800000" flipV="1">
              <a:off x="3243241" y="4620333"/>
              <a:ext cx="982219" cy="15340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8" name="AutoShape 7"/>
            <p:cNvCxnSpPr>
              <a:cxnSpLocks noChangeShapeType="1"/>
              <a:stCxn id="76" idx="1"/>
              <a:endCxn id="240" idx="0"/>
            </p:cNvCxnSpPr>
            <p:nvPr/>
          </p:nvCxnSpPr>
          <p:spPr bwMode="auto">
            <a:xfrm rot="10800000" flipV="1">
              <a:off x="3174662" y="3531231"/>
              <a:ext cx="1355599" cy="11739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8" name="AutoShape 7"/>
            <p:cNvCxnSpPr>
              <a:cxnSpLocks noChangeShapeType="1"/>
              <a:stCxn id="207" idx="2"/>
              <a:endCxn id="232" idx="0"/>
            </p:cNvCxnSpPr>
            <p:nvPr/>
          </p:nvCxnSpPr>
          <p:spPr bwMode="auto">
            <a:xfrm rot="16200000" flipH="1">
              <a:off x="843132" y="4474582"/>
              <a:ext cx="787187" cy="17401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6" name="AutoShape 7"/>
            <p:cNvCxnSpPr>
              <a:cxnSpLocks noChangeShapeType="1"/>
              <a:stCxn id="109" idx="1"/>
              <a:endCxn id="207" idx="3"/>
            </p:cNvCxnSpPr>
            <p:nvPr/>
          </p:nvCxnSpPr>
          <p:spPr bwMode="auto">
            <a:xfrm rot="10800000">
              <a:off x="1218295" y="4099419"/>
              <a:ext cx="724880" cy="24585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0" name="AutoShape 7"/>
            <p:cNvCxnSpPr>
              <a:cxnSpLocks noChangeShapeType="1"/>
              <a:stCxn id="282" idx="2"/>
              <a:endCxn id="207" idx="0"/>
            </p:cNvCxnSpPr>
            <p:nvPr/>
          </p:nvCxnSpPr>
          <p:spPr bwMode="auto">
            <a:xfrm rot="5400000">
              <a:off x="1057263" y="3239339"/>
              <a:ext cx="883953" cy="69904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3" name="AutoShape 7"/>
            <p:cNvCxnSpPr>
              <a:cxnSpLocks noChangeShapeType="1"/>
              <a:stCxn id="206" idx="3"/>
              <a:endCxn id="282" idx="1"/>
            </p:cNvCxnSpPr>
            <p:nvPr/>
          </p:nvCxnSpPr>
          <p:spPr bwMode="auto">
            <a:xfrm flipV="1">
              <a:off x="767432" y="3055447"/>
              <a:ext cx="989890" cy="2863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" name="AutoShape 7"/>
            <p:cNvCxnSpPr>
              <a:cxnSpLocks noChangeShapeType="1"/>
              <a:stCxn id="238" idx="2"/>
              <a:endCxn id="282" idx="0"/>
            </p:cNvCxnSpPr>
            <p:nvPr/>
          </p:nvCxnSpPr>
          <p:spPr bwMode="auto">
            <a:xfrm rot="16200000" flipH="1">
              <a:off x="1393906" y="2509151"/>
              <a:ext cx="621986" cy="28772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9" name="AutoShape 7"/>
            <p:cNvCxnSpPr>
              <a:cxnSpLocks noChangeShapeType="1"/>
              <a:stCxn id="236" idx="2"/>
              <a:endCxn id="282" idx="0"/>
            </p:cNvCxnSpPr>
            <p:nvPr/>
          </p:nvCxnSpPr>
          <p:spPr bwMode="auto">
            <a:xfrm rot="5400000">
              <a:off x="1836960" y="2154293"/>
              <a:ext cx="821517" cy="79791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2" name="AutoShape 7"/>
            <p:cNvCxnSpPr>
              <a:cxnSpLocks noChangeShapeType="1"/>
              <a:stCxn id="236" idx="2"/>
              <a:endCxn id="75" idx="1"/>
            </p:cNvCxnSpPr>
            <p:nvPr/>
          </p:nvCxnSpPr>
          <p:spPr bwMode="auto">
            <a:xfrm rot="16200000" flipH="1">
              <a:off x="2910823" y="1878339"/>
              <a:ext cx="426019" cy="95431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1" name="AutoShape 7"/>
            <p:cNvCxnSpPr>
              <a:cxnSpLocks noChangeShapeType="1"/>
              <a:stCxn id="205" idx="2"/>
              <a:endCxn id="238" idx="0"/>
            </p:cNvCxnSpPr>
            <p:nvPr/>
          </p:nvCxnSpPr>
          <p:spPr bwMode="auto">
            <a:xfrm rot="16200000" flipH="1">
              <a:off x="1145362" y="1789187"/>
              <a:ext cx="427941" cy="40340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3" name="Group 96"/>
          <p:cNvGrpSpPr/>
          <p:nvPr/>
        </p:nvGrpSpPr>
        <p:grpSpPr>
          <a:xfrm>
            <a:off x="630273" y="1639762"/>
            <a:ext cx="7284534" cy="4648589"/>
            <a:chOff x="630273" y="1639762"/>
            <a:chExt cx="7284534" cy="4648589"/>
          </a:xfrm>
        </p:grpSpPr>
        <p:grpSp>
          <p:nvGrpSpPr>
            <p:cNvPr id="4" name="Group 120"/>
            <p:cNvGrpSpPr>
              <a:grpSpLocks/>
            </p:cNvGrpSpPr>
            <p:nvPr/>
          </p:nvGrpSpPr>
          <p:grpSpPr bwMode="auto">
            <a:xfrm>
              <a:off x="630273" y="1639762"/>
              <a:ext cx="3759905" cy="3452582"/>
              <a:chOff x="595315" y="1733560"/>
              <a:chExt cx="1509207" cy="1446815"/>
            </a:xfrm>
          </p:grpSpPr>
          <p:sp>
            <p:nvSpPr>
              <p:cNvPr id="205" name="Rectangle 6"/>
              <p:cNvSpPr>
                <a:spLocks noChangeArrowheads="1"/>
              </p:cNvSpPr>
              <p:nvPr/>
            </p:nvSpPr>
            <p:spPr bwMode="auto">
              <a:xfrm>
                <a:off x="779465" y="1733560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Rectangle 8"/>
              <p:cNvSpPr>
                <a:spLocks noChangeArrowheads="1"/>
              </p:cNvSpPr>
              <p:nvPr/>
            </p:nvSpPr>
            <p:spPr bwMode="auto">
              <a:xfrm>
                <a:off x="595315" y="2418050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Rectangle 10"/>
              <p:cNvSpPr>
                <a:spLocks noChangeArrowheads="1"/>
              </p:cNvSpPr>
              <p:nvPr/>
            </p:nvSpPr>
            <p:spPr bwMode="auto">
              <a:xfrm>
                <a:off x="776289" y="2735548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Rectangle 12"/>
              <p:cNvSpPr>
                <a:spLocks noChangeArrowheads="1"/>
              </p:cNvSpPr>
              <p:nvPr/>
            </p:nvSpPr>
            <p:spPr bwMode="auto">
              <a:xfrm>
                <a:off x="1131891" y="2845088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Rectangle 14"/>
              <p:cNvSpPr>
                <a:spLocks noChangeArrowheads="1"/>
              </p:cNvSpPr>
              <p:nvPr/>
            </p:nvSpPr>
            <p:spPr bwMode="auto">
              <a:xfrm>
                <a:off x="1590679" y="2411695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Rectangle 16"/>
              <p:cNvSpPr>
                <a:spLocks noChangeArrowheads="1"/>
              </p:cNvSpPr>
              <p:nvPr/>
            </p:nvSpPr>
            <p:spPr bwMode="auto">
              <a:xfrm>
                <a:off x="2049467" y="2955942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2" name="Rectangle 34"/>
              <p:cNvSpPr>
                <a:spLocks noChangeArrowheads="1"/>
              </p:cNvSpPr>
              <p:nvPr/>
            </p:nvSpPr>
            <p:spPr bwMode="auto">
              <a:xfrm>
                <a:off x="846139" y="3122898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5" name="Rectangle 34"/>
              <p:cNvSpPr>
                <a:spLocks noChangeArrowheads="1"/>
              </p:cNvSpPr>
              <p:nvPr/>
            </p:nvSpPr>
            <p:spPr bwMode="auto">
              <a:xfrm>
                <a:off x="1991523" y="2298712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6" name="Rectangle 34"/>
              <p:cNvSpPr>
                <a:spLocks noChangeArrowheads="1"/>
              </p:cNvSpPr>
              <p:nvPr/>
            </p:nvSpPr>
            <p:spPr bwMode="auto">
              <a:xfrm>
                <a:off x="1377160" y="1886753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7" name="Rectangle 34"/>
              <p:cNvSpPr>
                <a:spLocks noChangeArrowheads="1"/>
              </p:cNvSpPr>
              <p:nvPr/>
            </p:nvSpPr>
            <p:spPr bwMode="auto">
              <a:xfrm>
                <a:off x="1812336" y="2642869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8" name="Rectangle 34"/>
              <p:cNvSpPr>
                <a:spLocks noChangeArrowheads="1"/>
              </p:cNvSpPr>
              <p:nvPr/>
            </p:nvSpPr>
            <p:spPr bwMode="auto">
              <a:xfrm>
                <a:off x="941391" y="1970367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9" name="Rectangle 34"/>
              <p:cNvSpPr>
                <a:spLocks noChangeArrowheads="1"/>
              </p:cNvSpPr>
              <p:nvPr/>
            </p:nvSpPr>
            <p:spPr bwMode="auto">
              <a:xfrm>
                <a:off x="1246190" y="2499006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40" name="Rectangle 34"/>
              <p:cNvSpPr>
                <a:spLocks noChangeArrowheads="1"/>
              </p:cNvSpPr>
              <p:nvPr/>
            </p:nvSpPr>
            <p:spPr bwMode="auto">
              <a:xfrm>
                <a:off x="1589092" y="3018123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42" name="Rectangle 34"/>
              <p:cNvSpPr>
                <a:spLocks noChangeArrowheads="1"/>
              </p:cNvSpPr>
              <p:nvPr/>
            </p:nvSpPr>
            <p:spPr bwMode="auto">
              <a:xfrm>
                <a:off x="1791498" y="2093924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43" name="Rectangle 34"/>
              <p:cNvSpPr>
                <a:spLocks noChangeArrowheads="1"/>
              </p:cNvSpPr>
              <p:nvPr/>
            </p:nvSpPr>
            <p:spPr bwMode="auto">
              <a:xfrm>
                <a:off x="1062834" y="2291838"/>
                <a:ext cx="55055" cy="5747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" name="Group 120"/>
            <p:cNvGrpSpPr>
              <a:grpSpLocks/>
            </p:cNvGrpSpPr>
            <p:nvPr/>
          </p:nvGrpSpPr>
          <p:grpSpPr bwMode="auto">
            <a:xfrm>
              <a:off x="4438663" y="1741972"/>
              <a:ext cx="3032190" cy="3448161"/>
              <a:chOff x="2122493" y="1774835"/>
              <a:chExt cx="1217106" cy="1444960"/>
            </a:xfrm>
            <a:solidFill>
              <a:schemeClr val="tx1"/>
            </a:solidFill>
          </p:grpSpPr>
          <p:sp>
            <p:nvSpPr>
              <p:cNvPr id="157" name="Rectangle 18"/>
              <p:cNvSpPr>
                <a:spLocks noChangeArrowheads="1"/>
              </p:cNvSpPr>
              <p:nvPr/>
            </p:nvSpPr>
            <p:spPr bwMode="auto">
              <a:xfrm>
                <a:off x="2122493" y="3162318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59" name="Rectangle 22"/>
              <p:cNvSpPr>
                <a:spLocks noChangeArrowheads="1"/>
              </p:cNvSpPr>
              <p:nvPr/>
            </p:nvSpPr>
            <p:spPr bwMode="auto">
              <a:xfrm>
                <a:off x="2212980" y="2088009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Rectangle 24"/>
              <p:cNvSpPr>
                <a:spLocks noChangeArrowheads="1"/>
              </p:cNvSpPr>
              <p:nvPr/>
            </p:nvSpPr>
            <p:spPr bwMode="auto">
              <a:xfrm>
                <a:off x="2157418" y="2498380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1" name="Rectangle 26"/>
              <p:cNvSpPr>
                <a:spLocks noChangeArrowheads="1"/>
              </p:cNvSpPr>
              <p:nvPr/>
            </p:nvSpPr>
            <p:spPr bwMode="auto">
              <a:xfrm>
                <a:off x="2527304" y="2255850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Rectangle 28"/>
              <p:cNvSpPr>
                <a:spLocks noChangeArrowheads="1"/>
              </p:cNvSpPr>
              <p:nvPr/>
            </p:nvSpPr>
            <p:spPr bwMode="auto">
              <a:xfrm>
                <a:off x="2463805" y="3127392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Rectangle 30"/>
              <p:cNvSpPr>
                <a:spLocks noChangeArrowheads="1"/>
              </p:cNvSpPr>
              <p:nvPr/>
            </p:nvSpPr>
            <p:spPr bwMode="auto">
              <a:xfrm>
                <a:off x="2289111" y="2698342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Rectangle 32"/>
              <p:cNvSpPr>
                <a:spLocks noChangeArrowheads="1"/>
              </p:cNvSpPr>
              <p:nvPr/>
            </p:nvSpPr>
            <p:spPr bwMode="auto">
              <a:xfrm>
                <a:off x="2798769" y="2811479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Rectangle 36"/>
              <p:cNvSpPr>
                <a:spLocks noChangeArrowheads="1"/>
              </p:cNvSpPr>
              <p:nvPr/>
            </p:nvSpPr>
            <p:spPr bwMode="auto">
              <a:xfrm>
                <a:off x="3104498" y="2992353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Rectangle 38"/>
              <p:cNvSpPr>
                <a:spLocks noChangeArrowheads="1"/>
              </p:cNvSpPr>
              <p:nvPr/>
            </p:nvSpPr>
            <p:spPr bwMode="auto">
              <a:xfrm>
                <a:off x="2752731" y="2192350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Rectangle 42"/>
              <p:cNvSpPr>
                <a:spLocks noChangeArrowheads="1"/>
              </p:cNvSpPr>
              <p:nvPr/>
            </p:nvSpPr>
            <p:spPr bwMode="auto">
              <a:xfrm>
                <a:off x="2716220" y="2435238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Rectangle 44"/>
              <p:cNvSpPr>
                <a:spLocks noChangeArrowheads="1"/>
              </p:cNvSpPr>
              <p:nvPr/>
            </p:nvSpPr>
            <p:spPr bwMode="auto">
              <a:xfrm>
                <a:off x="2951169" y="2290776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>
                <a:off x="3284544" y="2201874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5" name="Rectangle 54"/>
              <p:cNvSpPr>
                <a:spLocks noChangeArrowheads="1"/>
              </p:cNvSpPr>
              <p:nvPr/>
            </p:nvSpPr>
            <p:spPr bwMode="auto">
              <a:xfrm>
                <a:off x="3141671" y="2381262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9" name="Rectangle 34"/>
              <p:cNvSpPr>
                <a:spLocks noChangeArrowheads="1"/>
              </p:cNvSpPr>
              <p:nvPr/>
            </p:nvSpPr>
            <p:spPr bwMode="auto">
              <a:xfrm>
                <a:off x="2829725" y="1774835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80" name="Rectangle 34"/>
              <p:cNvSpPr>
                <a:spLocks noChangeArrowheads="1"/>
              </p:cNvSpPr>
              <p:nvPr/>
            </p:nvSpPr>
            <p:spPr bwMode="auto">
              <a:xfrm>
                <a:off x="2936882" y="2613038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87" name="Rectangle 34"/>
              <p:cNvSpPr>
                <a:spLocks noChangeArrowheads="1"/>
              </p:cNvSpPr>
              <p:nvPr/>
            </p:nvSpPr>
            <p:spPr bwMode="auto">
              <a:xfrm>
                <a:off x="3039274" y="1996291"/>
                <a:ext cx="55055" cy="5747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5402365" y="3402117"/>
              <a:ext cx="137159" cy="137159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0" name="Rectangle 29"/>
            <p:cNvSpPr>
              <a:spLocks noChangeArrowheads="1"/>
            </p:cNvSpPr>
            <p:nvPr/>
          </p:nvSpPr>
          <p:spPr bwMode="auto">
            <a:xfrm>
              <a:off x="5536526" y="5272688"/>
              <a:ext cx="2378281" cy="101566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i="1" dirty="0" smtClean="0">
                  <a:solidFill>
                    <a:srgbClr val="FF0000"/>
                  </a:solidFill>
                </a:rPr>
                <a:t>6 connected hubs, 1 isolated hub and 8 hub arcs</a:t>
              </a:r>
              <a:endParaRPr lang="en-US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09" name="Oval 7"/>
            <p:cNvSpPr>
              <a:spLocks noChangeArrowheads="1"/>
            </p:cNvSpPr>
            <p:nvPr/>
          </p:nvSpPr>
          <p:spPr bwMode="auto">
            <a:xfrm>
              <a:off x="1943175" y="4253831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98" name="AutoShape 7"/>
            <p:cNvCxnSpPr>
              <a:cxnSpLocks noChangeShapeType="1"/>
              <a:stCxn id="163" idx="0"/>
              <a:endCxn id="76" idx="2"/>
            </p:cNvCxnSpPr>
            <p:nvPr/>
          </p:nvCxnSpPr>
          <p:spPr bwMode="auto">
            <a:xfrm rot="16200000" flipV="1">
              <a:off x="4610470" y="3633901"/>
              <a:ext cx="323100" cy="3006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" name="AutoShape 7"/>
            <p:cNvCxnSpPr>
              <a:cxnSpLocks noChangeShapeType="1"/>
              <a:stCxn id="75" idx="3"/>
              <a:endCxn id="235" idx="1"/>
            </p:cNvCxnSpPr>
            <p:nvPr/>
          </p:nvCxnSpPr>
          <p:spPr bwMode="auto">
            <a:xfrm>
              <a:off x="3783872" y="2568509"/>
              <a:ext cx="324790" cy="4884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6" name="AutoShape 7"/>
            <p:cNvCxnSpPr>
              <a:cxnSpLocks noChangeShapeType="1"/>
              <a:stCxn id="240" idx="1"/>
              <a:endCxn id="109" idx="3"/>
            </p:cNvCxnSpPr>
            <p:nvPr/>
          </p:nvCxnSpPr>
          <p:spPr bwMode="auto">
            <a:xfrm rot="10800000">
              <a:off x="2126055" y="4345271"/>
              <a:ext cx="980026" cy="42846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" name="Group 250"/>
            <p:cNvGrpSpPr/>
            <p:nvPr/>
          </p:nvGrpSpPr>
          <p:grpSpPr>
            <a:xfrm>
              <a:off x="1940202" y="2568509"/>
              <a:ext cx="4709533" cy="2051826"/>
              <a:chOff x="1940202" y="2761694"/>
              <a:chExt cx="4709533" cy="2051826"/>
            </a:xfrm>
          </p:grpSpPr>
          <p:grpSp>
            <p:nvGrpSpPr>
              <p:cNvPr id="7" name="Group 107"/>
              <p:cNvGrpSpPr/>
              <p:nvPr/>
            </p:nvGrpSpPr>
            <p:grpSpPr>
              <a:xfrm>
                <a:off x="4713140" y="3724417"/>
                <a:ext cx="1899424" cy="362785"/>
                <a:chOff x="4713140" y="3724417"/>
                <a:chExt cx="1899424" cy="362785"/>
              </a:xfrm>
            </p:grpSpPr>
            <p:cxnSp>
              <p:nvCxnSpPr>
                <p:cNvPr id="79" name="AutoShape 5"/>
                <p:cNvCxnSpPr>
                  <a:cxnSpLocks noChangeShapeType="1"/>
                  <a:stCxn id="76" idx="3"/>
                  <a:endCxn id="73" idx="1"/>
                </p:cNvCxnSpPr>
                <p:nvPr/>
              </p:nvCxnSpPr>
              <p:spPr bwMode="auto">
                <a:xfrm>
                  <a:off x="4713140" y="3724417"/>
                  <a:ext cx="1716544" cy="271346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73" name="Oval 7"/>
                <p:cNvSpPr>
                  <a:spLocks noChangeArrowheads="1"/>
                </p:cNvSpPr>
                <p:nvPr/>
              </p:nvSpPr>
              <p:spPr bwMode="auto">
                <a:xfrm>
                  <a:off x="6429684" y="3904323"/>
                  <a:ext cx="182880" cy="182879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8" name="Group 215"/>
              <p:cNvGrpSpPr/>
              <p:nvPr/>
            </p:nvGrpSpPr>
            <p:grpSpPr>
              <a:xfrm>
                <a:off x="1940202" y="2761694"/>
                <a:ext cx="4709533" cy="2051826"/>
                <a:chOff x="1940202" y="2761694"/>
                <a:chExt cx="4709533" cy="2051826"/>
              </a:xfrm>
            </p:grpSpPr>
            <p:cxnSp>
              <p:nvCxnSpPr>
                <p:cNvPr id="78" name="AutoShape 7"/>
                <p:cNvCxnSpPr>
                  <a:cxnSpLocks noChangeShapeType="1"/>
                  <a:stCxn id="75" idx="3"/>
                  <a:endCxn id="77" idx="1"/>
                </p:cNvCxnSpPr>
                <p:nvPr/>
              </p:nvCxnSpPr>
              <p:spPr bwMode="auto">
                <a:xfrm>
                  <a:off x="3783872" y="2761694"/>
                  <a:ext cx="2682983" cy="468352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80" name="AutoShape 6"/>
                <p:cNvCxnSpPr>
                  <a:cxnSpLocks noChangeShapeType="1"/>
                  <a:stCxn id="72" idx="3"/>
                  <a:endCxn id="77" idx="2"/>
                </p:cNvCxnSpPr>
                <p:nvPr/>
              </p:nvCxnSpPr>
              <p:spPr bwMode="auto">
                <a:xfrm flipV="1">
                  <a:off x="4408339" y="3321485"/>
                  <a:ext cx="2149956" cy="1492034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77" name="AutoShape 4"/>
                <p:cNvCxnSpPr>
                  <a:cxnSpLocks noChangeShapeType="1"/>
                  <a:stCxn id="72" idx="1"/>
                  <a:endCxn id="282" idx="3"/>
                </p:cNvCxnSpPr>
                <p:nvPr/>
              </p:nvCxnSpPr>
              <p:spPr bwMode="auto">
                <a:xfrm rot="10800000">
                  <a:off x="1940203" y="3248633"/>
                  <a:ext cx="2285257" cy="1564887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305" name="AutoShape 7"/>
                <p:cNvCxnSpPr>
                  <a:cxnSpLocks noChangeShapeType="1"/>
                  <a:stCxn id="75" idx="3"/>
                  <a:endCxn id="76" idx="1"/>
                </p:cNvCxnSpPr>
                <p:nvPr/>
              </p:nvCxnSpPr>
              <p:spPr bwMode="auto">
                <a:xfrm>
                  <a:off x="3783872" y="2761694"/>
                  <a:ext cx="746388" cy="962723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90" name="AutoShape 7"/>
                <p:cNvCxnSpPr>
                  <a:cxnSpLocks noChangeShapeType="1"/>
                  <a:stCxn id="282" idx="3"/>
                  <a:endCxn id="75" idx="1"/>
                </p:cNvCxnSpPr>
                <p:nvPr/>
              </p:nvCxnSpPr>
              <p:spPr bwMode="auto">
                <a:xfrm flipV="1">
                  <a:off x="1940202" y="2761694"/>
                  <a:ext cx="1660790" cy="486938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grpSp>
              <p:nvGrpSpPr>
                <p:cNvPr id="9" name="Group 105"/>
                <p:cNvGrpSpPr/>
                <p:nvPr/>
              </p:nvGrpSpPr>
              <p:grpSpPr>
                <a:xfrm>
                  <a:off x="4713140" y="3138606"/>
                  <a:ext cx="1936595" cy="585811"/>
                  <a:chOff x="4713140" y="3138606"/>
                  <a:chExt cx="1936595" cy="585811"/>
                </a:xfrm>
              </p:grpSpPr>
              <p:cxnSp>
                <p:nvCxnSpPr>
                  <p:cNvPr id="100" name="AutoShape 5"/>
                  <p:cNvCxnSpPr>
                    <a:cxnSpLocks noChangeShapeType="1"/>
                    <a:stCxn id="76" idx="3"/>
                    <a:endCxn id="77" idx="1"/>
                  </p:cNvCxnSpPr>
                  <p:nvPr/>
                </p:nvCxnSpPr>
                <p:spPr bwMode="auto">
                  <a:xfrm flipV="1">
                    <a:off x="4713140" y="3230046"/>
                    <a:ext cx="1753715" cy="494371"/>
                  </a:xfrm>
                  <a:prstGeom prst="straightConnector1">
                    <a:avLst/>
                  </a:prstGeom>
                  <a:noFill/>
                  <a:ln w="508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sp>
                <p:nvSpPr>
                  <p:cNvPr id="77" name="Oval 7"/>
                  <p:cNvSpPr>
                    <a:spLocks noChangeArrowheads="1"/>
                  </p:cNvSpPr>
                  <p:nvPr/>
                </p:nvSpPr>
                <p:spPr bwMode="auto">
                  <a:xfrm>
                    <a:off x="6466855" y="3138606"/>
                    <a:ext cx="182880" cy="182879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81" name="AutoShape 7"/>
                <p:cNvCxnSpPr>
                  <a:cxnSpLocks noChangeShapeType="1"/>
                  <a:stCxn id="72" idx="3"/>
                  <a:endCxn id="73" idx="1"/>
                </p:cNvCxnSpPr>
                <p:nvPr/>
              </p:nvCxnSpPr>
              <p:spPr bwMode="auto">
                <a:xfrm flipV="1">
                  <a:off x="4408339" y="3995763"/>
                  <a:ext cx="2021345" cy="817756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</p:grpSp>
        </p:grpSp>
        <p:sp>
          <p:nvSpPr>
            <p:cNvPr id="75" name="Oval 7"/>
            <p:cNvSpPr>
              <a:spLocks noChangeArrowheads="1"/>
            </p:cNvSpPr>
            <p:nvPr/>
          </p:nvSpPr>
          <p:spPr bwMode="auto">
            <a:xfrm>
              <a:off x="3600992" y="2477069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6" name="Oval 7"/>
            <p:cNvSpPr>
              <a:spLocks noChangeArrowheads="1"/>
            </p:cNvSpPr>
            <p:nvPr/>
          </p:nvSpPr>
          <p:spPr bwMode="auto">
            <a:xfrm>
              <a:off x="4530260" y="3439792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2" name="Oval 7"/>
            <p:cNvSpPr>
              <a:spLocks noChangeArrowheads="1"/>
            </p:cNvSpPr>
            <p:nvPr/>
          </p:nvSpPr>
          <p:spPr bwMode="auto">
            <a:xfrm>
              <a:off x="4225459" y="4528894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2" name="Oval 7"/>
            <p:cNvSpPr>
              <a:spLocks noChangeArrowheads="1"/>
            </p:cNvSpPr>
            <p:nvPr/>
          </p:nvSpPr>
          <p:spPr bwMode="auto">
            <a:xfrm>
              <a:off x="1757322" y="2964007"/>
              <a:ext cx="182880" cy="182879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99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Hub </a:t>
            </a:r>
            <a:r>
              <a:rPr lang="en-US" sz="3200" dirty="0"/>
              <a:t>Networks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59"/>
            <a:ext cx="8321040" cy="5393909"/>
          </a:xfrm>
        </p:spPr>
        <p:txBody>
          <a:bodyPr/>
          <a:lstStyle/>
          <a:p>
            <a:pPr marL="231775" indent="-231775">
              <a:spcBef>
                <a:spcPts val="900"/>
              </a:spcBef>
            </a:pPr>
            <a:r>
              <a:rPr lang="en-US" sz="2400" dirty="0" smtClean="0"/>
              <a:t>Allow efficient “many-to-many” transportation:</a:t>
            </a:r>
          </a:p>
          <a:p>
            <a:pPr marL="630238" lvl="1" indent="-230188">
              <a:spcBef>
                <a:spcPts val="900"/>
              </a:spcBef>
            </a:pPr>
            <a:r>
              <a:rPr lang="en-US" sz="2200" dirty="0" smtClean="0"/>
              <a:t>Require fewer arcs and concentrate </a:t>
            </a:r>
            <a:r>
              <a:rPr lang="en-US" sz="2200" dirty="0"/>
              <a:t>flows </a:t>
            </a:r>
            <a:r>
              <a:rPr lang="en-US" sz="2200" dirty="0" smtClean="0"/>
              <a:t>to exploit transportation economies of scale.  </a:t>
            </a:r>
            <a:endParaRPr lang="en-US" sz="2200" dirty="0"/>
          </a:p>
          <a:p>
            <a:pPr marL="231775" indent="-231775">
              <a:spcBef>
                <a:spcPts val="900"/>
              </a:spcBef>
            </a:pPr>
            <a:r>
              <a:rPr lang="en-US" sz="2400" b="1" i="1" dirty="0" smtClean="0">
                <a:solidFill>
                  <a:srgbClr val="0000FF"/>
                </a:solidFill>
              </a:rPr>
              <a:t>Hub arcs </a:t>
            </a:r>
            <a:r>
              <a:rPr lang="en-US" sz="2400" dirty="0" smtClean="0"/>
              <a:t>provide reduced cost transportation between two hubs (u</a:t>
            </a:r>
            <a:r>
              <a:rPr lang="en-US" sz="2200" dirty="0" smtClean="0"/>
              <a:t>sually with larger vehicles).</a:t>
            </a:r>
            <a:endParaRPr lang="en-US" sz="2200" dirty="0" smtClean="0">
              <a:sym typeface="Symbol" pitchFamily="18" charset="2"/>
            </a:endParaRPr>
          </a:p>
          <a:p>
            <a:pPr marL="630238" lvl="1" indent="-230188">
              <a:spcBef>
                <a:spcPts val="900"/>
              </a:spcBef>
            </a:pPr>
            <a:r>
              <a:rPr lang="en-US" sz="2200" dirty="0" smtClean="0">
                <a:sym typeface="Symbol" pitchFamily="18" charset="2"/>
              </a:rPr>
              <a:t>Cost: </a:t>
            </a:r>
            <a:r>
              <a:rPr lang="en-US" sz="2200" i="1" dirty="0" err="1" smtClean="0">
                <a:sym typeface="Symbol" pitchFamily="18" charset="2"/>
              </a:rPr>
              <a:t>i</a:t>
            </a:r>
            <a:r>
              <a:rPr lang="en-US" sz="2200" i="1" dirty="0" smtClean="0">
                <a:sym typeface="Symbol" pitchFamily="18" charset="2"/>
              </a:rPr>
              <a:t>  k  m j</a:t>
            </a:r>
            <a:r>
              <a:rPr lang="en-US" sz="2200" dirty="0" smtClean="0">
                <a:sym typeface="Symbol" pitchFamily="18" charset="2"/>
              </a:rPr>
              <a:t> :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ijkm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ik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km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mj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endParaRPr lang="en-US" sz="2200" i="1" baseline="-250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630238" lvl="1" indent="-230188">
              <a:spcBef>
                <a:spcPts val="900"/>
              </a:spcBef>
            </a:pPr>
            <a:r>
              <a:rPr lang="en-US" sz="2200" dirty="0" smtClean="0">
                <a:sym typeface="Symbol" pitchFamily="18" charset="2"/>
              </a:rPr>
              <a:t>Distance: </a:t>
            </a:r>
            <a:r>
              <a:rPr lang="en-US" sz="2200" i="1" dirty="0" err="1" smtClean="0">
                <a:sym typeface="Symbol" pitchFamily="18" charset="2"/>
              </a:rPr>
              <a:t>i</a:t>
            </a:r>
            <a:r>
              <a:rPr lang="en-US" sz="2200" i="1" dirty="0" smtClean="0">
                <a:sym typeface="Symbol" pitchFamily="18" charset="2"/>
              </a:rPr>
              <a:t>  k  m j</a:t>
            </a:r>
            <a:r>
              <a:rPr lang="en-US" sz="2200" dirty="0" smtClean="0">
                <a:sym typeface="Symbol" pitchFamily="18" charset="2"/>
              </a:rPr>
              <a:t>  =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ik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km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mj</a:t>
            </a:r>
            <a:endParaRPr lang="en-US" sz="2200" i="1" baseline="-250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ts val="900"/>
              </a:spcBef>
            </a:pPr>
            <a:endParaRPr lang="en-US" sz="2400" b="1" i="1" dirty="0" smtClean="0"/>
          </a:p>
          <a:p>
            <a:pPr>
              <a:spcBef>
                <a:spcPts val="900"/>
              </a:spcBef>
            </a:pPr>
            <a:endParaRPr lang="en-US" sz="2400" b="1" i="1" dirty="0" smtClean="0"/>
          </a:p>
          <a:p>
            <a:pPr marL="231775" indent="-231775">
              <a:spcBef>
                <a:spcPts val="900"/>
              </a:spcBef>
            </a:pPr>
            <a:r>
              <a:rPr lang="en-US" sz="2400" b="1" i="1" dirty="0" smtClean="0">
                <a:solidFill>
                  <a:srgbClr val="0000FF"/>
                </a:solidFill>
              </a:rPr>
              <a:t>Hub </a:t>
            </a:r>
            <a:r>
              <a:rPr lang="en-US" sz="2400" b="1" i="1" dirty="0">
                <a:solidFill>
                  <a:srgbClr val="0000FF"/>
                </a:solidFill>
              </a:rPr>
              <a:t>nodes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dirty="0" smtClean="0"/>
              <a:t>provide</a:t>
            </a:r>
            <a:r>
              <a:rPr lang="en-US" sz="2400" dirty="0"/>
              <a:t>: </a:t>
            </a:r>
          </a:p>
          <a:p>
            <a:pPr marL="630238" lvl="1" indent="-230188">
              <a:spcBef>
                <a:spcPts val="900"/>
              </a:spcBef>
            </a:pPr>
            <a:r>
              <a:rPr lang="en-US" sz="2200" dirty="0"/>
              <a:t>Sorting, switching and connection.</a:t>
            </a:r>
          </a:p>
          <a:p>
            <a:pPr marL="630238" lvl="1" indent="-230188">
              <a:spcBef>
                <a:spcPts val="900"/>
              </a:spcBef>
            </a:pPr>
            <a:r>
              <a:rPr lang="en-US" sz="2200" dirty="0"/>
              <a:t>Consolidation/break-bulk to access </a:t>
            </a:r>
            <a:r>
              <a:rPr lang="en-US" sz="2200" dirty="0" smtClean="0"/>
              <a:t>reduced cost hub </a:t>
            </a:r>
            <a:r>
              <a:rPr lang="en-US" sz="2200" dirty="0"/>
              <a:t>arcs. </a:t>
            </a:r>
            <a:endParaRPr lang="en-US" sz="2400" dirty="0"/>
          </a:p>
        </p:txBody>
      </p:sp>
      <p:sp>
        <p:nvSpPr>
          <p:cNvPr id="3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3738056" y="3456566"/>
            <a:ext cx="5086260" cy="1965997"/>
            <a:chOff x="3738056" y="3214836"/>
            <a:chExt cx="5086260" cy="1965997"/>
          </a:xfrm>
        </p:grpSpPr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3968151" y="3283770"/>
              <a:ext cx="4856165" cy="1897063"/>
              <a:chOff x="1273" y="2938"/>
              <a:chExt cx="3059" cy="1195"/>
            </a:xfrm>
          </p:grpSpPr>
          <p:sp>
            <p:nvSpPr>
              <p:cNvPr id="41" name="Line 7"/>
              <p:cNvSpPr>
                <a:spLocks noChangeShapeType="1"/>
              </p:cNvSpPr>
              <p:nvPr/>
            </p:nvSpPr>
            <p:spPr bwMode="auto">
              <a:xfrm flipH="1">
                <a:off x="3558" y="3013"/>
                <a:ext cx="570" cy="6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2" name="Rectangle 8"/>
              <p:cNvSpPr>
                <a:spLocks noChangeArrowheads="1"/>
              </p:cNvSpPr>
              <p:nvPr/>
            </p:nvSpPr>
            <p:spPr bwMode="auto">
              <a:xfrm>
                <a:off x="1273" y="3769"/>
                <a:ext cx="75" cy="8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Rectangle 9"/>
              <p:cNvSpPr>
                <a:spLocks noChangeArrowheads="1"/>
              </p:cNvSpPr>
              <p:nvPr/>
            </p:nvSpPr>
            <p:spPr bwMode="auto">
              <a:xfrm>
                <a:off x="4104" y="2955"/>
                <a:ext cx="75" cy="8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>
                <a:off x="1312" y="3815"/>
                <a:ext cx="1040" cy="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 flipV="1">
                <a:off x="2358" y="3702"/>
                <a:ext cx="1206" cy="163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" name="Text Box 12"/>
              <p:cNvSpPr txBox="1">
                <a:spLocks noChangeArrowheads="1"/>
              </p:cNvSpPr>
              <p:nvPr/>
            </p:nvSpPr>
            <p:spPr bwMode="auto">
              <a:xfrm>
                <a:off x="2380" y="3881"/>
                <a:ext cx="20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k</a:t>
                </a:r>
              </a:p>
            </p:txBody>
          </p:sp>
          <p:sp>
            <p:nvSpPr>
              <p:cNvPr id="47" name="Text Box 13"/>
              <p:cNvSpPr txBox="1">
                <a:spLocks noChangeArrowheads="1"/>
              </p:cNvSpPr>
              <p:nvPr/>
            </p:nvSpPr>
            <p:spPr bwMode="auto">
              <a:xfrm>
                <a:off x="4153" y="2938"/>
                <a:ext cx="17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j</a:t>
                </a:r>
              </a:p>
            </p:txBody>
          </p:sp>
          <p:sp>
            <p:nvSpPr>
              <p:cNvPr id="48" name="Rectangle 14"/>
              <p:cNvSpPr>
                <a:spLocks noChangeArrowheads="1"/>
              </p:cNvSpPr>
              <p:nvPr/>
            </p:nvSpPr>
            <p:spPr bwMode="auto">
              <a:xfrm>
                <a:off x="2304" y="3809"/>
                <a:ext cx="115" cy="11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3510" y="3635"/>
                <a:ext cx="328" cy="272"/>
                <a:chOff x="3496" y="3657"/>
                <a:chExt cx="328" cy="272"/>
              </a:xfrm>
            </p:grpSpPr>
            <p:sp>
              <p:nvSpPr>
                <p:cNvPr id="5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587" y="3677"/>
                  <a:ext cx="23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i="1" dirty="0" smtClean="0">
                      <a:cs typeface="Tahoma" pitchFamily="34" charset="0"/>
                    </a:rPr>
                    <a:t>m</a:t>
                  </a:r>
                  <a:endParaRPr lang="en-US" sz="2000" i="1" dirty="0">
                    <a:cs typeface="Tahoma" pitchFamily="34" charset="0"/>
                  </a:endParaRPr>
                </a:p>
              </p:txBody>
            </p:sp>
            <p:sp>
              <p:nvSpPr>
                <p:cNvPr id="51" name="Rectangle 17"/>
                <p:cNvSpPr>
                  <a:spLocks noChangeArrowheads="1"/>
                </p:cNvSpPr>
                <p:nvPr/>
              </p:nvSpPr>
              <p:spPr bwMode="auto">
                <a:xfrm>
                  <a:off x="3496" y="3657"/>
                  <a:ext cx="115" cy="11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2" name="Text Box 5"/>
            <p:cNvSpPr txBox="1">
              <a:spLocks noChangeArrowheads="1"/>
            </p:cNvSpPr>
            <p:nvPr/>
          </p:nvSpPr>
          <p:spPr bwMode="auto">
            <a:xfrm>
              <a:off x="3738056" y="4491539"/>
              <a:ext cx="2841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 smtClean="0">
                  <a:cs typeface="Tahoma" pitchFamily="34" charset="0"/>
                </a:rPr>
                <a:t>i</a:t>
              </a:r>
              <a:endParaRPr lang="en-US" sz="2000" i="1" dirty="0">
                <a:latin typeface="Times New Roman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 rot="171608">
              <a:off x="4292509" y="4423828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collection</a:t>
              </a:r>
              <a:endParaRPr lang="en-US" sz="1400" dirty="0"/>
            </a:p>
          </p:txBody>
        </p:sp>
        <p:sp>
          <p:nvSpPr>
            <p:cNvPr id="23" name="TextBox 22"/>
            <p:cNvSpPr txBox="1"/>
            <p:nvPr/>
          </p:nvSpPr>
          <p:spPr>
            <a:xfrm rot="21129646">
              <a:off x="6327497" y="4307285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transfer</a:t>
              </a:r>
              <a:endParaRPr lang="en-US" sz="1400" dirty="0"/>
            </a:p>
          </p:txBody>
        </p:sp>
        <p:sp>
          <p:nvSpPr>
            <p:cNvPr id="24" name="TextBox 23"/>
            <p:cNvSpPr txBox="1"/>
            <p:nvPr/>
          </p:nvSpPr>
          <p:spPr>
            <a:xfrm rot="18472740">
              <a:off x="7396335" y="3638745"/>
              <a:ext cx="11555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distribution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Hub Location Applications</a:t>
            </a:r>
            <a:endParaRPr lang="en-US" sz="3200" dirty="0"/>
          </a:p>
        </p:txBody>
      </p:sp>
      <p:sp>
        <p:nvSpPr>
          <p:cNvPr id="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pic>
        <p:nvPicPr>
          <p:cNvPr id="418820" name="Picture 4" descr="G:\EGMCS\DAVID\GRAD\AGIFORS2001\Images\4007c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7786" y="1184991"/>
            <a:ext cx="2732300" cy="16665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39" name="Picture 137"/>
          <p:cNvPicPr>
            <a:picLocks noChangeArrowheads="1"/>
          </p:cNvPicPr>
          <p:nvPr/>
        </p:nvPicPr>
        <p:blipFill>
          <a:blip r:embed="rId3" cstate="print"/>
          <a:srcRect b="8105"/>
          <a:stretch>
            <a:fillRect/>
          </a:stretch>
        </p:blipFill>
        <p:spPr bwMode="auto">
          <a:xfrm>
            <a:off x="6351813" y="5233533"/>
            <a:ext cx="2792187" cy="16244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97061" y="1271828"/>
            <a:ext cx="5222826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spcBef>
                <a:spcPts val="3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</a:rPr>
              <a:t>Passenger and Freight Airlines:</a:t>
            </a:r>
          </a:p>
          <a:p>
            <a:pPr marL="628650" lvl="1" indent="-228600" eaLnBrk="0" hangingPunct="0">
              <a:spcBef>
                <a:spcPts val="3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Hubs are consolidation airports and/or sorting centers.</a:t>
            </a:r>
          </a:p>
          <a:p>
            <a:pPr marL="628650" lvl="1" indent="-228600" eaLnBrk="0" hangingPunct="0">
              <a:spcBef>
                <a:spcPts val="3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Non-hubs are feeder airports.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1672" y="2732438"/>
            <a:ext cx="8046722" cy="3666447"/>
          </a:xfrm>
        </p:spPr>
        <p:txBody>
          <a:bodyPr/>
          <a:lstStyle/>
          <a:p>
            <a:pPr marL="228600" indent="-228600">
              <a:spcBef>
                <a:spcPts val="300"/>
              </a:spcBef>
            </a:pPr>
            <a:r>
              <a:rPr lang="en-US" sz="2400" dirty="0" smtClean="0"/>
              <a:t>Trucking:</a:t>
            </a:r>
          </a:p>
          <a:p>
            <a:pPr lvl="1">
              <a:spcBef>
                <a:spcPts val="300"/>
              </a:spcBef>
            </a:pPr>
            <a:r>
              <a:rPr lang="en-AU" sz="2000" dirty="0" smtClean="0"/>
              <a:t>LTL hubs are consolidation/break-bulk terminals.</a:t>
            </a:r>
          </a:p>
          <a:p>
            <a:pPr lvl="1">
              <a:spcBef>
                <a:spcPts val="300"/>
              </a:spcBef>
            </a:pPr>
            <a:r>
              <a:rPr lang="en-AU" sz="2000" dirty="0" smtClean="0"/>
              <a:t>Truckload hubs are relay points to change drivers/tractors.   </a:t>
            </a:r>
          </a:p>
          <a:p>
            <a:pPr lvl="1">
              <a:spcBef>
                <a:spcPts val="300"/>
              </a:spcBef>
            </a:pPr>
            <a:r>
              <a:rPr lang="en-US" sz="2000" dirty="0" smtClean="0"/>
              <a:t>Non-hubs are end-of-line terminals.</a:t>
            </a:r>
          </a:p>
          <a:p>
            <a:pPr>
              <a:spcBef>
                <a:spcPts val="300"/>
              </a:spcBef>
            </a:pPr>
            <a:r>
              <a:rPr lang="en-US" sz="2400" dirty="0" smtClean="0"/>
              <a:t>Postal operations:</a:t>
            </a:r>
          </a:p>
          <a:p>
            <a:pPr lvl="1">
              <a:spcBef>
                <a:spcPts val="300"/>
              </a:spcBef>
            </a:pPr>
            <a:r>
              <a:rPr lang="en-US" sz="2000" dirty="0" smtClean="0"/>
              <a:t>Hubs are sorting centers; non-hubs are regional post offices.</a:t>
            </a:r>
          </a:p>
          <a:p>
            <a:pPr>
              <a:spcBef>
                <a:spcPts val="300"/>
              </a:spcBef>
            </a:pPr>
            <a:r>
              <a:rPr lang="en-US" sz="2400" dirty="0" smtClean="0"/>
              <a:t>Public transit:</a:t>
            </a:r>
          </a:p>
          <a:p>
            <a:pPr lvl="1">
              <a:spcBef>
                <a:spcPts val="300"/>
              </a:spcBef>
            </a:pPr>
            <a:r>
              <a:rPr lang="en-US" sz="2000" dirty="0" smtClean="0"/>
              <a:t>Hubs are subway/light-rail stations.</a:t>
            </a:r>
          </a:p>
          <a:p>
            <a:pPr lvl="1">
              <a:spcBef>
                <a:spcPts val="300"/>
              </a:spcBef>
            </a:pPr>
            <a:r>
              <a:rPr lang="en-US" sz="2000" dirty="0" smtClean="0"/>
              <a:t>Non-hubs are bus stations or patron o/d’s. </a:t>
            </a:r>
          </a:p>
          <a:p>
            <a:pPr marL="228600" indent="-228600">
              <a:spcBef>
                <a:spcPts val="300"/>
              </a:spcBef>
            </a:pPr>
            <a:r>
              <a:rPr lang="en-US" sz="2400" dirty="0" smtClean="0"/>
              <a:t>Computer &amp; telecom networks.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52" name="Picture 8" descr="See full size image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67367" y="1844897"/>
            <a:ext cx="762000" cy="762000"/>
          </a:xfrm>
          <a:prstGeom prst="rect">
            <a:avLst/>
          </a:prstGeom>
          <a:noFill/>
        </p:spPr>
      </p:pic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Hub Location </a:t>
            </a:r>
            <a:r>
              <a:rPr lang="en-US" sz="3200" dirty="0" smtClean="0"/>
              <a:t>Motivation</a:t>
            </a:r>
            <a:endParaRPr lang="en-US" sz="3200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1" y="1280160"/>
            <a:ext cx="7720148" cy="535577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600" dirty="0" smtClean="0"/>
              <a:t>Deregulation </a:t>
            </a:r>
            <a:r>
              <a:rPr lang="en-US" sz="2600" dirty="0"/>
              <a:t>of transportation in </a:t>
            </a:r>
            <a:r>
              <a:rPr lang="en-US" sz="2600" dirty="0" smtClean="0"/>
              <a:t>USA: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Airlines </a:t>
            </a:r>
            <a:r>
              <a:rPr lang="en-US" sz="2400" dirty="0"/>
              <a:t>(1978</a:t>
            </a:r>
            <a:r>
              <a:rPr lang="en-US" sz="2400" dirty="0" smtClean="0"/>
              <a:t>). 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Trucking </a:t>
            </a:r>
            <a:r>
              <a:rPr lang="en-US" sz="2400" dirty="0"/>
              <a:t>(1980</a:t>
            </a:r>
            <a:r>
              <a:rPr lang="en-US" sz="2400" dirty="0" smtClean="0"/>
              <a:t>).</a:t>
            </a:r>
            <a:endParaRPr lang="en-US" sz="2400" dirty="0"/>
          </a:p>
          <a:p>
            <a:pPr>
              <a:spcBef>
                <a:spcPts val="1200"/>
              </a:spcBef>
            </a:pPr>
            <a:r>
              <a:rPr lang="en-US" sz="2600" dirty="0"/>
              <a:t>Express delivery </a:t>
            </a:r>
            <a:r>
              <a:rPr lang="en-US" sz="2600" dirty="0" smtClean="0"/>
              <a:t>industry (Federal Express began in  1973).</a:t>
            </a:r>
            <a:endParaRPr lang="en-US" sz="2600" dirty="0"/>
          </a:p>
          <a:p>
            <a:pPr lvl="1">
              <a:spcBef>
                <a:spcPts val="1200"/>
              </a:spcBef>
            </a:pPr>
            <a:r>
              <a:rPr lang="en-US" sz="2400" dirty="0" smtClean="0"/>
              <a:t>Federal Express experiences:</a:t>
            </a:r>
          </a:p>
          <a:p>
            <a:pPr lvl="2">
              <a:spcBef>
                <a:spcPts val="1200"/>
              </a:spcBef>
            </a:pPr>
            <a:r>
              <a:rPr lang="en-US" sz="2000" dirty="0" smtClean="0"/>
              <a:t>Developed ILP models in ~1978 to evaluate 1 super-hub vs. 4 hubs.</a:t>
            </a:r>
          </a:p>
          <a:p>
            <a:pPr lvl="2">
              <a:spcBef>
                <a:spcPts val="1200"/>
              </a:spcBef>
            </a:pPr>
            <a:r>
              <a:rPr lang="en-US" sz="2000" dirty="0" smtClean="0"/>
              <a:t>Used OR models in mid-1970s to evaluate adding “bypass hubs” to handle increasing demand.</a:t>
            </a:r>
          </a:p>
          <a:p>
            <a:pPr>
              <a:spcBef>
                <a:spcPts val="1200"/>
              </a:spcBef>
            </a:pPr>
            <a:r>
              <a:rPr lang="en-US" sz="2800" dirty="0" smtClean="0"/>
              <a:t>Large telecommunications networks.</a:t>
            </a:r>
            <a:endParaRPr lang="en-US" dirty="0"/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pic>
        <p:nvPicPr>
          <p:cNvPr id="82948" name="Picture 4" descr="See full size image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9285" y="1356448"/>
            <a:ext cx="726149" cy="509701"/>
          </a:xfrm>
          <a:prstGeom prst="rect">
            <a:avLst/>
          </a:prstGeom>
          <a:noFill/>
        </p:spPr>
      </p:pic>
      <p:pic>
        <p:nvPicPr>
          <p:cNvPr id="82950" name="Picture 6" descr="American Airlines logo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85016" y="1133235"/>
            <a:ext cx="672023" cy="507377"/>
          </a:xfrm>
          <a:prstGeom prst="rect">
            <a:avLst/>
          </a:prstGeom>
          <a:noFill/>
        </p:spPr>
      </p:pic>
      <p:pic>
        <p:nvPicPr>
          <p:cNvPr id="82946" name="Picture 2" descr="See full size image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118307" y="3340558"/>
            <a:ext cx="881374" cy="404956"/>
          </a:xfrm>
          <a:prstGeom prst="rect">
            <a:avLst/>
          </a:prstGeom>
          <a:noFill/>
        </p:spPr>
      </p:pic>
      <p:pic>
        <p:nvPicPr>
          <p:cNvPr id="82954" name="Picture 10" descr="See full size image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328614" y="2393587"/>
            <a:ext cx="815386" cy="318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Hub Location </a:t>
            </a:r>
            <a:r>
              <a:rPr lang="en-US" sz="3200" dirty="0" smtClean="0"/>
              <a:t>Research</a:t>
            </a:r>
            <a:endParaRPr lang="en-US" sz="3200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093075" cy="5355771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600" i="1" dirty="0" smtClean="0"/>
              <a:t>Strategic</a:t>
            </a:r>
            <a:r>
              <a:rPr lang="en-US" sz="2600" dirty="0" smtClean="0"/>
              <a:t> </a:t>
            </a:r>
            <a:r>
              <a:rPr lang="en-US" sz="2600" i="1" dirty="0" smtClean="0"/>
              <a:t>location</a:t>
            </a:r>
            <a:r>
              <a:rPr lang="en-US" sz="2600" dirty="0" smtClean="0"/>
              <a:t> of hubs and design of hub networks.</a:t>
            </a:r>
          </a:p>
          <a:p>
            <a:pPr lvl="1">
              <a:spcBef>
                <a:spcPts val="1800"/>
              </a:spcBef>
            </a:pPr>
            <a:r>
              <a:rPr lang="en-US" sz="2200" dirty="0" smtClean="0"/>
              <a:t>Not service network design, telecom, or continuous location research.</a:t>
            </a:r>
          </a:p>
          <a:p>
            <a:pPr>
              <a:spcBef>
                <a:spcPts val="1800"/>
              </a:spcBef>
            </a:pPr>
            <a:r>
              <a:rPr lang="en-US" sz="2600" dirty="0" smtClean="0"/>
              <a:t>Began </a:t>
            </a:r>
            <a:r>
              <a:rPr lang="en-US" sz="2600" dirty="0"/>
              <a:t>in </a:t>
            </a:r>
            <a:r>
              <a:rPr lang="en-US" sz="2600" dirty="0" smtClean="0"/>
              <a:t>1980’s in diverse fields:</a:t>
            </a:r>
          </a:p>
          <a:p>
            <a:pPr lvl="1">
              <a:spcBef>
                <a:spcPts val="1800"/>
              </a:spcBef>
            </a:pPr>
            <a:r>
              <a:rPr lang="en-US" sz="2200" dirty="0" smtClean="0"/>
              <a:t>Geography, Transportation, OR/MS, Location theory, Telecommunications, Network design, Regional science, Spatial interaction theory, etc.</a:t>
            </a:r>
          </a:p>
          <a:p>
            <a:pPr>
              <a:spcBef>
                <a:spcPts val="1800"/>
              </a:spcBef>
            </a:pPr>
            <a:r>
              <a:rPr lang="en-US" sz="2600" dirty="0" smtClean="0"/>
              <a:t>Builds on developments in “regular” facility location modeling.</a:t>
            </a: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8" name="Picture 6" descr="http://www.wiley.com/bw/content/BPL_Images/Journal_cover_store/thumbnail/GEAN-0016-7363-40-1/gea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5338" y="1275954"/>
            <a:ext cx="795161" cy="1171817"/>
          </a:xfrm>
          <a:prstGeom prst="rect">
            <a:avLst/>
          </a:prstGeom>
          <a:noFill/>
        </p:spPr>
      </p:pic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Hub Location </a:t>
            </a:r>
            <a:r>
              <a:rPr lang="en-US" sz="3200" dirty="0" smtClean="0"/>
              <a:t>Foundations</a:t>
            </a:r>
            <a:endParaRPr lang="en-US" sz="3200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1" y="1280160"/>
            <a:ext cx="7462910" cy="5373858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sz="2400" dirty="0" smtClean="0"/>
              <a:t>First hub publications: Morton O’Kelly (1985-1987): </a:t>
            </a:r>
          </a:p>
          <a:p>
            <a:pPr lvl="1">
              <a:spcBef>
                <a:spcPts val="900"/>
              </a:spcBef>
            </a:pPr>
            <a:r>
              <a:rPr lang="en-US" sz="2000" i="1" dirty="0" smtClean="0"/>
              <a:t>Transportation Science, Geographical Analysis, EJOR:</a:t>
            </a:r>
            <a:endParaRPr lang="en-US" sz="2000" dirty="0" smtClean="0"/>
          </a:p>
          <a:p>
            <a:pPr lvl="2">
              <a:spcBef>
                <a:spcPts val="900"/>
              </a:spcBef>
            </a:pPr>
            <a:r>
              <a:rPr lang="en-US" sz="1800" dirty="0" smtClean="0"/>
              <a:t>First math formulation (quadratic IP).</a:t>
            </a:r>
          </a:p>
          <a:p>
            <a:pPr lvl="2">
              <a:spcBef>
                <a:spcPts val="900"/>
              </a:spcBef>
            </a:pPr>
            <a:r>
              <a:rPr lang="en-US" sz="1800" dirty="0" smtClean="0"/>
              <a:t>2 simple heuristics for locating 2-4 hubs with CAB data set.</a:t>
            </a:r>
          </a:p>
          <a:p>
            <a:pPr lvl="1">
              <a:spcBef>
                <a:spcPts val="900"/>
              </a:spcBef>
            </a:pPr>
            <a:r>
              <a:rPr lang="en-US" sz="2000" dirty="0" smtClean="0"/>
              <a:t>Focus on single allocation and schedule delay.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Continuous approximation models for many-to-many transportation.</a:t>
            </a:r>
            <a:endParaRPr lang="en-US" sz="2200" dirty="0" smtClean="0"/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Built on work with GM by </a:t>
            </a:r>
            <a:r>
              <a:rPr lang="en-US" sz="2000" dirty="0" err="1" smtClean="0"/>
              <a:t>Daganzo</a:t>
            </a:r>
            <a:r>
              <a:rPr lang="en-US" sz="2000" dirty="0" smtClean="0"/>
              <a:t>, Newell, Hall, Burns, etc. in 1980s. </a:t>
            </a:r>
          </a:p>
          <a:p>
            <a:pPr lvl="1">
              <a:spcBef>
                <a:spcPts val="1200"/>
              </a:spcBef>
            </a:pPr>
            <a:r>
              <a:rPr lang="en-US" sz="2000" dirty="0" err="1" smtClean="0"/>
              <a:t>Daganzo</a:t>
            </a:r>
            <a:r>
              <a:rPr lang="en-US" sz="2000" i="1" dirty="0" smtClean="0"/>
              <a:t>, 1987, </a:t>
            </a:r>
            <a:r>
              <a:rPr lang="en-US" sz="2000" dirty="0" smtClean="0"/>
              <a:t>“The break-bulk role terminals in many-to-many logistics networks”, </a:t>
            </a:r>
            <a:r>
              <a:rPr lang="en-US" sz="2000" i="1" dirty="0" smtClean="0"/>
              <a:t>Operations Research. </a:t>
            </a:r>
          </a:p>
          <a:p>
            <a:pPr lvl="2">
              <a:spcBef>
                <a:spcPts val="1200"/>
              </a:spcBef>
            </a:pPr>
            <a:r>
              <a:rPr lang="en-US" sz="1800" dirty="0" smtClean="0"/>
              <a:t>Considered origin-hub-hub-destination, but without discounted inter-hub transportation.</a:t>
            </a: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pic>
        <p:nvPicPr>
          <p:cNvPr id="74754" name="Picture 2" descr="European Journal of Operational Resear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2568" y="1972185"/>
            <a:ext cx="951431" cy="1263377"/>
          </a:xfrm>
          <a:prstGeom prst="rect">
            <a:avLst/>
          </a:prstGeom>
          <a:noFill/>
        </p:spPr>
      </p:pic>
      <p:pic>
        <p:nvPicPr>
          <p:cNvPr id="74756" name="Picture 4" descr="Cover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88929" y="2743029"/>
            <a:ext cx="961795" cy="1233071"/>
          </a:xfrm>
          <a:prstGeom prst="rect">
            <a:avLst/>
          </a:prstGeom>
          <a:noFill/>
        </p:spPr>
      </p:pic>
      <p:pic>
        <p:nvPicPr>
          <p:cNvPr id="8" name="Picture 2" descr="https://www.bmhba.com/bf/messaging/GM%20Logo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4361654"/>
            <a:ext cx="703729" cy="590706"/>
          </a:xfrm>
          <a:prstGeom prst="rect">
            <a:avLst/>
          </a:prstGeom>
          <a:noFill/>
        </p:spPr>
      </p:pic>
      <p:pic>
        <p:nvPicPr>
          <p:cNvPr id="9" name="Picture 2" descr="Operations Research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052303" y="5182235"/>
            <a:ext cx="876262" cy="11200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7772400" cy="946150"/>
          </a:xfrm>
        </p:spPr>
        <p:txBody>
          <a:bodyPr/>
          <a:lstStyle/>
          <a:p>
            <a:r>
              <a:rPr lang="en-US" sz="3200" dirty="0"/>
              <a:t>Hub Location &amp; Network Design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29550" cy="4738744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Given: 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Network </a:t>
            </a:r>
            <a:r>
              <a:rPr lang="en-US" sz="2400" i="1" dirty="0">
                <a:latin typeface="Times New Roman" pitchFamily="18" charset="0"/>
              </a:rPr>
              <a:t>G=(V,E)</a:t>
            </a:r>
            <a:r>
              <a:rPr lang="en-US" sz="2400" i="1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Set of origin-destination flows, </a:t>
            </a:r>
            <a:r>
              <a:rPr lang="en-US" sz="2400" i="1" dirty="0" err="1">
                <a:latin typeface="Times New Roman" pitchFamily="18" charset="0"/>
              </a:rPr>
              <a:t>W</a:t>
            </a:r>
            <a:r>
              <a:rPr lang="en-US" sz="2400" i="1" baseline="-25000" dirty="0" err="1">
                <a:latin typeface="Times New Roman" pitchFamily="18" charset="0"/>
              </a:rPr>
              <a:t>ij</a:t>
            </a:r>
            <a:endParaRPr lang="en-US" sz="2400" i="1" baseline="-25000" dirty="0">
              <a:latin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/>
              <a:t>Discount factor </a:t>
            </a:r>
            <a:r>
              <a:rPr lang="en-US" sz="2400" dirty="0">
                <a:sym typeface="Symbol" pitchFamily="18" charset="2"/>
              </a:rPr>
              <a:t> for hub arcs, 0&lt;&lt;1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0000FF"/>
                </a:solidFill>
              </a:rPr>
              <a:t>	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600" dirty="0"/>
              <a:t>Design a minimum cost network with hub nodes and hub arcs to satisfy demand </a:t>
            </a:r>
            <a:r>
              <a:rPr lang="en-US" sz="2600" i="1" dirty="0" err="1">
                <a:latin typeface="Times New Roman" pitchFamily="18" charset="0"/>
              </a:rPr>
              <a:t>W</a:t>
            </a:r>
            <a:r>
              <a:rPr lang="en-US" sz="2600" i="1" baseline="-25000" dirty="0" err="1">
                <a:latin typeface="Times New Roman" pitchFamily="18" charset="0"/>
              </a:rPr>
              <a:t>ij</a:t>
            </a:r>
            <a:r>
              <a:rPr lang="en-US" sz="2600" i="1" baseline="-25000" dirty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	Select hub </a:t>
            </a:r>
            <a:r>
              <a:rPr lang="en-US" sz="2400" b="1" dirty="0" smtClean="0"/>
              <a:t>nodes and hub arcs.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	Assign each non-hub node to hubs.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600" i="1" baseline="-25000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600" baseline="-25000" dirty="0">
              <a:solidFill>
                <a:srgbClr val="0000FF"/>
              </a:solidFill>
            </a:endParaRP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Traditional </a:t>
            </a:r>
            <a:r>
              <a:rPr lang="en-US" sz="3200" dirty="0"/>
              <a:t>Discrete Location </a:t>
            </a:r>
            <a:r>
              <a:rPr lang="en-US" sz="3200" dirty="0" smtClean="0"/>
              <a:t>Models</a:t>
            </a:r>
            <a:endParaRPr lang="en-US" sz="3200" dirty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302039" cy="540327"/>
          </a:xfrm>
        </p:spPr>
        <p:txBody>
          <a:bodyPr/>
          <a:lstStyle/>
          <a:p>
            <a:pPr marL="228600" indent="-225425">
              <a:spcBef>
                <a:spcPts val="600"/>
              </a:spcBef>
              <a:buFont typeface="Tahoma" pitchFamily="34" charset="0"/>
              <a:buChar char="•"/>
            </a:pPr>
            <a:r>
              <a:rPr lang="en-AU" sz="2200" dirty="0" smtClean="0"/>
              <a:t>Demand occurs </a:t>
            </a:r>
            <a:r>
              <a:rPr lang="en-AU" sz="2200" dirty="0"/>
              <a:t>at discrete points</a:t>
            </a:r>
            <a:r>
              <a:rPr lang="en-AU" sz="2200" dirty="0" smtClean="0"/>
              <a:t>.</a:t>
            </a:r>
          </a:p>
          <a:p>
            <a:pPr marL="1200150" lvl="2" indent="-279400">
              <a:spcBef>
                <a:spcPts val="600"/>
              </a:spcBef>
              <a:buNone/>
            </a:pPr>
            <a:r>
              <a:rPr lang="en-AU" sz="1600" dirty="0" smtClean="0"/>
              <a:t>			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693" y="2608375"/>
            <a:ext cx="71555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225425" eaLnBrk="0" hangingPunct="0">
              <a:spcBef>
                <a:spcPts val="1200"/>
              </a:spcBef>
              <a:buClr>
                <a:srgbClr val="000000"/>
              </a:buClr>
              <a:buFont typeface="Tahoma" pitchFamily="34" charset="0"/>
              <a:buChar char="•"/>
            </a:pPr>
            <a:r>
              <a:rPr lang="en-AU" sz="2200" kern="0" dirty="0" smtClean="0">
                <a:solidFill>
                  <a:srgbClr val="000000"/>
                </a:solidFill>
                <a:cs typeface="Tahoma" pitchFamily="34" charset="0"/>
              </a:rPr>
              <a:t>Objective is related to the distance or cost between the facilities and demand points.</a:t>
            </a:r>
            <a:endParaRPr lang="en-AU" sz="2200" kern="0" dirty="0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4" name="Group 123"/>
          <p:cNvGrpSpPr/>
          <p:nvPr/>
        </p:nvGrpSpPr>
        <p:grpSpPr>
          <a:xfrm>
            <a:off x="7838661" y="1490376"/>
            <a:ext cx="1019100" cy="1898500"/>
            <a:chOff x="7913967" y="1502186"/>
            <a:chExt cx="1019100" cy="1898500"/>
          </a:xfrm>
        </p:grpSpPr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7913967" y="311405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8354956" y="330924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8441037" y="233257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8476241" y="152289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8731232" y="3037933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8841627" y="150218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8744510" y="175330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8473046" y="2786417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8118643" y="181443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8104058" y="2191814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" name="Rectangle 66"/>
          <p:cNvSpPr/>
          <p:nvPr/>
        </p:nvSpPr>
        <p:spPr>
          <a:xfrm>
            <a:off x="451267" y="3480306"/>
            <a:ext cx="8431475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0" indent="-279400" eaLnBrk="0" hangingPunct="0">
              <a:spcBef>
                <a:spcPts val="600"/>
              </a:spcBef>
              <a:buClr>
                <a:srgbClr val="000000"/>
              </a:buClr>
              <a:buFontTx/>
              <a:buChar char="•"/>
            </a:pPr>
            <a:r>
              <a:rPr lang="en-AU" sz="2200" kern="0" dirty="0" smtClean="0">
                <a:solidFill>
                  <a:srgbClr val="000000"/>
                </a:solidFill>
                <a:cs typeface="Tahoma" pitchFamily="34" charset="0"/>
              </a:rPr>
              <a:t>“Classic” problems: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i="1" kern="0" dirty="0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-median (</a:t>
            </a:r>
            <a:r>
              <a:rPr lang="en-AU" sz="2000" i="1" kern="0" dirty="0" err="1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AU" sz="2000" kern="0" dirty="0" err="1" smtClean="0">
                <a:solidFill>
                  <a:srgbClr val="000000"/>
                </a:solidFill>
                <a:cs typeface="Tahoma" pitchFamily="34" charset="0"/>
              </a:rPr>
              <a:t>MP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): Minimize the total transportation cost (demand weighted total distance).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Uncapacitated facility location problem (UFLP): Minimize the sum of fixed facility and transportation costs.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i="1" kern="0" dirty="0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-</a:t>
            </a:r>
            <a:r>
              <a:rPr lang="en-AU" sz="2000" kern="0" dirty="0" err="1" smtClean="0">
                <a:solidFill>
                  <a:srgbClr val="000000"/>
                </a:solidFill>
                <a:cs typeface="Tahoma" pitchFamily="34" charset="0"/>
              </a:rPr>
              <a:t>center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: Minimize the maximum distance to a customer.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Set Covering: Minimize the # of facilities to cover all customers.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Maximum covering: Maximize the covered demand for a given number of facilities (or given budget). </a:t>
            </a:r>
          </a:p>
        </p:txBody>
      </p:sp>
      <p:sp>
        <p:nvSpPr>
          <p:cNvPr id="68" name="Rectangle 30"/>
          <p:cNvSpPr>
            <a:spLocks noChangeArrowheads="1"/>
          </p:cNvSpPr>
          <p:nvPr/>
        </p:nvSpPr>
        <p:spPr bwMode="auto">
          <a:xfrm>
            <a:off x="7775337" y="2482408"/>
            <a:ext cx="91440" cy="914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640080" y="1576190"/>
            <a:ext cx="8165351" cy="1816204"/>
            <a:chOff x="640080" y="1641506"/>
            <a:chExt cx="8165351" cy="1816204"/>
          </a:xfrm>
        </p:grpSpPr>
        <p:grpSp>
          <p:nvGrpSpPr>
            <p:cNvPr id="66" name="Group 65"/>
            <p:cNvGrpSpPr/>
            <p:nvPr/>
          </p:nvGrpSpPr>
          <p:grpSpPr>
            <a:xfrm>
              <a:off x="640080" y="1641506"/>
              <a:ext cx="8165351" cy="1816204"/>
              <a:chOff x="651955" y="1749746"/>
              <a:chExt cx="8165351" cy="1816204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651955" y="1955013"/>
                <a:ext cx="6766558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225425" eaLnBrk="0" hangingPunct="0">
                  <a:spcBef>
                    <a:spcPts val="1200"/>
                  </a:spcBef>
                  <a:buClr>
                    <a:srgbClr val="000000"/>
                  </a:buClr>
                  <a:buFont typeface="Tahoma" pitchFamily="34" charset="0"/>
                  <a:buChar char="•"/>
                </a:pPr>
                <a:r>
                  <a:rPr lang="en-AU" sz="2200" kern="0" dirty="0" smtClean="0">
                    <a:solidFill>
                      <a:srgbClr val="000000"/>
                    </a:solidFill>
                    <a:cs typeface="Tahoma" pitchFamily="34" charset="0"/>
                  </a:rPr>
                  <a:t>Demand points are assigned to the closest (least cost) facility.</a:t>
                </a:r>
              </a:p>
            </p:txBody>
          </p:sp>
          <p:grpSp>
            <p:nvGrpSpPr>
              <p:cNvPr id="65" name="Group 64"/>
              <p:cNvGrpSpPr/>
              <p:nvPr/>
            </p:nvGrpSpPr>
            <p:grpSpPr>
              <a:xfrm>
                <a:off x="7935361" y="1749746"/>
                <a:ext cx="881945" cy="1816204"/>
                <a:chOff x="8082501" y="1907396"/>
                <a:chExt cx="881945" cy="1816204"/>
              </a:xfrm>
            </p:grpSpPr>
            <p:sp>
              <p:nvSpPr>
                <p:cNvPr id="55" name="Rectangle 8"/>
                <p:cNvSpPr>
                  <a:spLocks noChangeArrowheads="1"/>
                </p:cNvSpPr>
                <p:nvPr/>
              </p:nvSpPr>
              <p:spPr bwMode="auto">
                <a:xfrm>
                  <a:off x="8432050" y="3623016"/>
                  <a:ext cx="100584" cy="100584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Rectangle 13"/>
                <p:cNvSpPr>
                  <a:spLocks noChangeArrowheads="1"/>
                </p:cNvSpPr>
                <p:nvPr/>
              </p:nvSpPr>
              <p:spPr bwMode="auto">
                <a:xfrm>
                  <a:off x="8821604" y="2067079"/>
                  <a:ext cx="100584" cy="100584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cxnSp>
              <p:nvCxnSpPr>
                <p:cNvPr id="57" name="Straight Connector 86"/>
                <p:cNvCxnSpPr>
                  <a:cxnSpLocks noChangeShapeType="1"/>
                  <a:endCxn id="55" idx="1"/>
                </p:cNvCxnSpPr>
                <p:nvPr/>
              </p:nvCxnSpPr>
              <p:spPr bwMode="auto">
                <a:xfrm>
                  <a:off x="8082501" y="3473549"/>
                  <a:ext cx="349549" cy="199759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58" name="Straight Connector 86"/>
                <p:cNvCxnSpPr>
                  <a:cxnSpLocks noChangeShapeType="1"/>
                  <a:endCxn id="55" idx="3"/>
                </p:cNvCxnSpPr>
                <p:nvPr/>
              </p:nvCxnSpPr>
              <p:spPr bwMode="auto">
                <a:xfrm rot="5400000">
                  <a:off x="8532537" y="3397519"/>
                  <a:ext cx="275886" cy="275692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59" name="Straight Connector 86"/>
                <p:cNvCxnSpPr>
                  <a:cxnSpLocks noChangeShapeType="1"/>
                  <a:endCxn id="64" idx="0"/>
                </p:cNvCxnSpPr>
                <p:nvPr/>
              </p:nvCxnSpPr>
              <p:spPr bwMode="auto">
                <a:xfrm rot="5400000">
                  <a:off x="8093484" y="2357609"/>
                  <a:ext cx="285936" cy="10015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0" name="Straight Connector 86"/>
                <p:cNvCxnSpPr>
                  <a:cxnSpLocks noChangeShapeType="1"/>
                  <a:stCxn id="55" idx="0"/>
                </p:cNvCxnSpPr>
                <p:nvPr/>
              </p:nvCxnSpPr>
              <p:spPr bwMode="auto">
                <a:xfrm rot="5400000" flipH="1" flipV="1">
                  <a:off x="8323408" y="3350564"/>
                  <a:ext cx="431387" cy="113518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1" name="Straight Connector 86"/>
                <p:cNvCxnSpPr>
                  <a:cxnSpLocks noChangeShapeType="1"/>
                  <a:stCxn id="56" idx="1"/>
                </p:cNvCxnSpPr>
                <p:nvPr/>
              </p:nvCxnSpPr>
              <p:spPr bwMode="auto">
                <a:xfrm rot="10800000">
                  <a:off x="8599060" y="1928113"/>
                  <a:ext cx="222545" cy="189259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2" name="Straight Connector 86"/>
                <p:cNvCxnSpPr>
                  <a:cxnSpLocks noChangeShapeType="1"/>
                  <a:stCxn id="64" idx="3"/>
                </p:cNvCxnSpPr>
                <p:nvPr/>
              </p:nvCxnSpPr>
              <p:spPr bwMode="auto">
                <a:xfrm>
                  <a:off x="8281736" y="2555876"/>
                  <a:ext cx="236395" cy="136193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3" name="Straight Connector 86"/>
                <p:cNvCxnSpPr>
                  <a:cxnSpLocks noChangeShapeType="1"/>
                  <a:endCxn id="56" idx="0"/>
                </p:cNvCxnSpPr>
                <p:nvPr/>
              </p:nvCxnSpPr>
              <p:spPr bwMode="auto">
                <a:xfrm rot="5400000">
                  <a:off x="8838330" y="1940963"/>
                  <a:ext cx="159683" cy="92549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64" name="Rectangle 29"/>
                <p:cNvSpPr>
                  <a:spLocks noChangeArrowheads="1"/>
                </p:cNvSpPr>
                <p:nvPr/>
              </p:nvSpPr>
              <p:spPr bwMode="auto">
                <a:xfrm>
                  <a:off x="8181152" y="2505584"/>
                  <a:ext cx="100584" cy="100584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cxnSp>
          <p:nvCxnSpPr>
            <p:cNvPr id="69" name="Straight Connector 86"/>
            <p:cNvCxnSpPr>
              <a:cxnSpLocks noChangeShapeType="1"/>
              <a:stCxn id="68" idx="3"/>
              <a:endCxn id="64" idx="1"/>
            </p:cNvCxnSpPr>
            <p:nvPr/>
          </p:nvCxnSpPr>
          <p:spPr bwMode="auto">
            <a:xfrm flipV="1">
              <a:off x="7866777" y="2289986"/>
              <a:ext cx="155360" cy="23814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Discrete Hub Location Models</a:t>
            </a:r>
            <a:endParaRPr lang="en-US" sz="3200" dirty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302039" cy="540327"/>
          </a:xfrm>
        </p:spPr>
        <p:txBody>
          <a:bodyPr/>
          <a:lstStyle/>
          <a:p>
            <a:pPr marL="228600" indent="-225425">
              <a:spcBef>
                <a:spcPts val="600"/>
              </a:spcBef>
              <a:buFont typeface="Tahoma" pitchFamily="34" charset="0"/>
              <a:buChar char="•"/>
            </a:pPr>
            <a:r>
              <a:rPr lang="en-US" sz="2200" dirty="0" smtClean="0"/>
              <a:t>Demand is flows between origins and destinations.</a:t>
            </a:r>
            <a:endParaRPr lang="en-AU" sz="22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634693" y="2240250"/>
            <a:ext cx="7036767" cy="1141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225425" eaLnBrk="0" hangingPunct="0">
              <a:spcBef>
                <a:spcPts val="500"/>
              </a:spcBef>
              <a:buClr>
                <a:srgbClr val="000000"/>
              </a:buClr>
              <a:buFont typeface="Tahoma" pitchFamily="34" charset="0"/>
              <a:buChar char="•"/>
            </a:pPr>
            <a:r>
              <a:rPr lang="en-US" sz="2200" kern="0" dirty="0" smtClean="0">
                <a:solidFill>
                  <a:srgbClr val="000000"/>
                </a:solidFill>
                <a:cs typeface="Tahoma" pitchFamily="34" charset="0"/>
              </a:rPr>
              <a:t>Objective is usually related to the distance or cost for flows (</a:t>
            </a:r>
            <a:r>
              <a:rPr lang="en-US" sz="2200" i="1" kern="0" dirty="0" smtClean="0">
                <a:solidFill>
                  <a:srgbClr val="000000"/>
                </a:solidFill>
                <a:cs typeface="Tahoma" pitchFamily="34" charset="0"/>
              </a:rPr>
              <a:t>origin-hub-hub-destination</a:t>
            </a:r>
            <a:r>
              <a:rPr lang="en-US" sz="2200" kern="0" dirty="0" smtClean="0">
                <a:solidFill>
                  <a:srgbClr val="000000"/>
                </a:solidFill>
                <a:cs typeface="Tahoma" pitchFamily="34" charset="0"/>
              </a:rPr>
              <a:t>). </a:t>
            </a:r>
          </a:p>
          <a:p>
            <a:pPr marL="628650" lvl="1" indent="-225425" eaLnBrk="0" hangingPunct="0">
              <a:spcBef>
                <a:spcPts val="500"/>
              </a:spcBef>
              <a:buClr>
                <a:srgbClr val="000000"/>
              </a:buClr>
              <a:buFont typeface="Tahoma" pitchFamily="34" charset="0"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Usually, all flows are routed via at least one hub.</a:t>
            </a:r>
          </a:p>
        </p:txBody>
      </p:sp>
      <p:grpSp>
        <p:nvGrpSpPr>
          <p:cNvPr id="2" name="Group 123"/>
          <p:cNvGrpSpPr/>
          <p:nvPr/>
        </p:nvGrpSpPr>
        <p:grpSpPr>
          <a:xfrm>
            <a:off x="7838661" y="1479490"/>
            <a:ext cx="1019100" cy="1898500"/>
            <a:chOff x="7913967" y="1502186"/>
            <a:chExt cx="1019100" cy="1898500"/>
          </a:xfrm>
        </p:grpSpPr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7913967" y="311405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8354956" y="330924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8441037" y="233257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8476241" y="152289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8731232" y="3037933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8841627" y="150218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8744510" y="175330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8473046" y="2786417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8118643" y="181443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8104058" y="2191814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" name="Rectangle 66"/>
          <p:cNvSpPr/>
          <p:nvPr/>
        </p:nvSpPr>
        <p:spPr>
          <a:xfrm>
            <a:off x="451267" y="3480306"/>
            <a:ext cx="8431475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0" indent="-279400" eaLnBrk="0" hangingPunct="0">
              <a:spcBef>
                <a:spcPts val="600"/>
              </a:spcBef>
              <a:buClr>
                <a:srgbClr val="000000"/>
              </a:buClr>
              <a:buFontTx/>
              <a:buChar char="•"/>
            </a:pPr>
            <a:r>
              <a:rPr lang="en-AU" sz="2200" kern="0" dirty="0" smtClean="0">
                <a:solidFill>
                  <a:srgbClr val="000000"/>
                </a:solidFill>
                <a:cs typeface="Tahoma" pitchFamily="34" charset="0"/>
              </a:rPr>
              <a:t>Analogous “classic” hub problems: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i="1" kern="0" dirty="0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-hub median (</a:t>
            </a:r>
            <a:r>
              <a:rPr lang="en-AU" sz="2000" i="1" kern="0" dirty="0" err="1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AU" sz="2000" kern="0" dirty="0" err="1" smtClean="0">
                <a:solidFill>
                  <a:srgbClr val="000000"/>
                </a:solidFill>
                <a:cs typeface="Tahoma" pitchFamily="34" charset="0"/>
              </a:rPr>
              <a:t>MP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): Minimize the total transportation cost (demand weighted total distance).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Uncapacitated hub location problem (UHLP): Minimize the sum of fixed hub and transportation costs.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i="1" kern="0" dirty="0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-hub </a:t>
            </a:r>
            <a:r>
              <a:rPr lang="en-AU" sz="2000" kern="0" dirty="0" err="1" smtClean="0">
                <a:solidFill>
                  <a:srgbClr val="000000"/>
                </a:solidFill>
                <a:cs typeface="Tahoma" pitchFamily="34" charset="0"/>
              </a:rPr>
              <a:t>center</a:t>
            </a: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: Minimize the maximum distance to a customer.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Hub Covering: Minimize the # of hubs to cover all customers.</a:t>
            </a:r>
          </a:p>
          <a:p>
            <a:pPr marL="628650" lvl="1" indent="-225425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AU" sz="2000" kern="0" dirty="0" smtClean="0">
                <a:solidFill>
                  <a:srgbClr val="000000"/>
                </a:solidFill>
                <a:cs typeface="Tahoma" pitchFamily="34" charset="0"/>
              </a:rPr>
              <a:t>Maximum covering: Maximize the covered demand for a given number of hubs (or given budget). </a:t>
            </a:r>
          </a:p>
        </p:txBody>
      </p:sp>
      <p:sp>
        <p:nvSpPr>
          <p:cNvPr id="51" name="Rectangle 30"/>
          <p:cNvSpPr>
            <a:spLocks noChangeArrowheads="1"/>
          </p:cNvSpPr>
          <p:nvPr/>
        </p:nvSpPr>
        <p:spPr bwMode="auto">
          <a:xfrm>
            <a:off x="7775337" y="2482408"/>
            <a:ext cx="91440" cy="914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640080" y="1568415"/>
            <a:ext cx="8171516" cy="1715619"/>
            <a:chOff x="640080" y="1633731"/>
            <a:chExt cx="8171516" cy="1715619"/>
          </a:xfrm>
        </p:grpSpPr>
        <p:grpSp>
          <p:nvGrpSpPr>
            <p:cNvPr id="50" name="Group 49"/>
            <p:cNvGrpSpPr/>
            <p:nvPr/>
          </p:nvGrpSpPr>
          <p:grpSpPr>
            <a:xfrm>
              <a:off x="640080" y="1633731"/>
              <a:ext cx="8171516" cy="1715619"/>
              <a:chOff x="640080" y="1633731"/>
              <a:chExt cx="8171516" cy="1715619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640080" y="1836263"/>
                <a:ext cx="6766558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225425" eaLnBrk="0" hangingPunct="0">
                  <a:spcBef>
                    <a:spcPts val="1200"/>
                  </a:spcBef>
                  <a:buClr>
                    <a:srgbClr val="000000"/>
                  </a:buClr>
                  <a:buFont typeface="Tahoma" pitchFamily="34" charset="0"/>
                  <a:buChar char="•"/>
                </a:pPr>
                <a:r>
                  <a:rPr lang="en-US" sz="2200" kern="0" dirty="0" smtClean="0">
                    <a:solidFill>
                      <a:srgbClr val="000000"/>
                    </a:solidFill>
                    <a:cs typeface="Tahoma" pitchFamily="34" charset="0"/>
                  </a:rPr>
                  <a:t>Non-hubs can be allocated to multiple hubs.</a:t>
                </a:r>
              </a:p>
            </p:txBody>
          </p:sp>
          <p:grpSp>
            <p:nvGrpSpPr>
              <p:cNvPr id="49" name="Group 48"/>
              <p:cNvGrpSpPr/>
              <p:nvPr/>
            </p:nvGrpSpPr>
            <p:grpSpPr>
              <a:xfrm>
                <a:off x="7929655" y="1633731"/>
                <a:ext cx="881941" cy="1715619"/>
                <a:chOff x="7929655" y="1633731"/>
                <a:chExt cx="881941" cy="1715619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7929655" y="1633731"/>
                  <a:ext cx="881941" cy="1715619"/>
                  <a:chOff x="7953405" y="4543106"/>
                  <a:chExt cx="881941" cy="1715619"/>
                </a:xfrm>
              </p:grpSpPr>
              <p:cxnSp>
                <p:nvCxnSpPr>
                  <p:cNvPr id="40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953405" y="5786189"/>
                    <a:ext cx="467639" cy="323070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1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198883" y="5986272"/>
                    <a:ext cx="422245" cy="122662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2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303715" y="4888694"/>
                    <a:ext cx="524406" cy="353765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3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964388" y="4993319"/>
                    <a:ext cx="285935" cy="10013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4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16200000" flipV="1">
                    <a:off x="8522677" y="5785140"/>
                    <a:ext cx="201224" cy="203322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5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10800000">
                    <a:off x="8469960" y="4563819"/>
                    <a:ext cx="222549" cy="189263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6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16200000" flipV="1">
                    <a:off x="8271847" y="5536407"/>
                    <a:ext cx="362398" cy="36581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7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709232" y="4576675"/>
                    <a:ext cx="159683" cy="92545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48" name="Straight Connector 8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8158081" y="4753081"/>
                    <a:ext cx="534427" cy="56557"/>
                  </a:xfrm>
                  <a:prstGeom prst="straightConnector1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</p:cxn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8028305" y="1793334"/>
                  <a:ext cx="741036" cy="1133692"/>
                  <a:chOff x="8028305" y="1793334"/>
                  <a:chExt cx="741036" cy="1133692"/>
                </a:xfrm>
              </p:grpSpPr>
              <p:cxnSp>
                <p:nvCxnSpPr>
                  <p:cNvPr id="31" name="Straight Connector 86"/>
                  <p:cNvCxnSpPr>
                    <a:cxnSpLocks noChangeShapeType="1"/>
                    <a:stCxn id="36" idx="2"/>
                    <a:endCxn id="34" idx="1"/>
                  </p:cNvCxnSpPr>
                  <p:nvPr/>
                </p:nvCxnSpPr>
                <p:spPr bwMode="auto">
                  <a:xfrm rot="16200000" flipH="1">
                    <a:off x="7965789" y="2445230"/>
                    <a:ext cx="544312" cy="318696"/>
                  </a:xfrm>
                  <a:prstGeom prst="straightConnector1">
                    <a:avLst/>
                  </a:prstGeom>
                  <a:noFill/>
                  <a:ln w="28575" algn="ctr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32" name="Straight Connector 86"/>
                  <p:cNvCxnSpPr>
                    <a:cxnSpLocks noChangeShapeType="1"/>
                    <a:stCxn id="34" idx="0"/>
                    <a:endCxn id="33" idx="2"/>
                  </p:cNvCxnSpPr>
                  <p:nvPr/>
                </p:nvCxnSpPr>
                <p:spPr bwMode="auto">
                  <a:xfrm rot="5400000" flipH="1" flipV="1">
                    <a:off x="8117055" y="2224448"/>
                    <a:ext cx="932524" cy="271464"/>
                  </a:xfrm>
                  <a:prstGeom prst="straightConnector1">
                    <a:avLst/>
                  </a:prstGeom>
                  <a:noFill/>
                  <a:ln w="28575" algn="ctr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sp>
                <p:nvSpPr>
                  <p:cNvPr id="3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8668757" y="1793334"/>
                    <a:ext cx="100584" cy="100584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8397293" y="2826442"/>
                    <a:ext cx="100584" cy="100584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cxnSp>
                <p:nvCxnSpPr>
                  <p:cNvPr id="35" name="Straight Connector 86"/>
                  <p:cNvCxnSpPr>
                    <a:cxnSpLocks noChangeShapeType="1"/>
                    <a:stCxn id="33" idx="1"/>
                    <a:endCxn id="36" idx="3"/>
                  </p:cNvCxnSpPr>
                  <p:nvPr/>
                </p:nvCxnSpPr>
                <p:spPr bwMode="auto">
                  <a:xfrm rot="10800000" flipV="1">
                    <a:off x="8128889" y="1843626"/>
                    <a:ext cx="539868" cy="438504"/>
                  </a:xfrm>
                  <a:prstGeom prst="straightConnector1">
                    <a:avLst/>
                  </a:prstGeom>
                  <a:noFill/>
                  <a:ln w="28575" algn="ctr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sp>
                <p:nvSpPr>
                  <p:cNvPr id="36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8028305" y="2231838"/>
                    <a:ext cx="100584" cy="100584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cxnSp>
          <p:nvCxnSpPr>
            <p:cNvPr id="52" name="Straight Connector 86"/>
            <p:cNvCxnSpPr>
              <a:cxnSpLocks noChangeShapeType="1"/>
              <a:stCxn id="51" idx="0"/>
              <a:endCxn id="36" idx="1"/>
            </p:cNvCxnSpPr>
            <p:nvPr/>
          </p:nvCxnSpPr>
          <p:spPr bwMode="auto">
            <a:xfrm rot="5400000" flipH="1" flipV="1">
              <a:off x="7791884" y="2311303"/>
              <a:ext cx="265594" cy="20724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53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643257" cy="946150"/>
          </a:xfrm>
        </p:spPr>
        <p:txBody>
          <a:bodyPr/>
          <a:lstStyle/>
          <a:p>
            <a:r>
              <a:rPr lang="en-US" sz="3200" dirty="0" smtClean="0"/>
              <a:t>Hub </a:t>
            </a:r>
            <a:r>
              <a:rPr lang="en-US" sz="3200" dirty="0"/>
              <a:t>Location Research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1"/>
            <a:ext cx="7890734" cy="245364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2600" dirty="0" smtClean="0"/>
              <a:t>Very rich source of problems - theoretical and practical.</a:t>
            </a:r>
          </a:p>
          <a:p>
            <a:pPr>
              <a:spcBef>
                <a:spcPts val="1000"/>
              </a:spcBef>
            </a:pPr>
            <a:r>
              <a:rPr lang="en-US" sz="2600" dirty="0" smtClean="0"/>
              <a:t>Problems are hard!!</a:t>
            </a:r>
          </a:p>
          <a:p>
            <a:pPr lvl="0">
              <a:spcBef>
                <a:spcPts val="1000"/>
              </a:spcBef>
            </a:pPr>
            <a:r>
              <a:rPr lang="en-US" sz="2600" dirty="0" smtClean="0">
                <a:solidFill>
                  <a:srgbClr val="000000"/>
                </a:solidFill>
              </a:rPr>
              <a:t>A wide range of exact and heuristic solution approaches are in use.</a:t>
            </a:r>
            <a:endParaRPr lang="en-US" sz="2600" dirty="0" smtClean="0">
              <a:solidFill>
                <a:srgbClr val="0000FF"/>
              </a:solidFill>
            </a:endParaRP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86384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6185648" y="4598261"/>
            <a:ext cx="2730650" cy="2024744"/>
            <a:chOff x="2448" y="1392"/>
            <a:chExt cx="2928" cy="2640"/>
          </a:xfrm>
        </p:grpSpPr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448" y="3312"/>
              <a:ext cx="2928" cy="720"/>
            </a:xfrm>
            <a:prstGeom prst="parallelogram">
              <a:avLst>
                <a:gd name="adj" fmla="val 101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tint val="3372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880" y="374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2976" y="388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3168" y="336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360" y="340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3120" y="345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264" y="364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3408" y="3552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3168" y="38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3024" y="369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3600" y="364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3744" y="345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3984" y="340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3552" y="340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4464" y="345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4128" y="38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4224" y="393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92" y="340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5"/>
            <p:cNvSpPr>
              <a:spLocks noChangeArrowheads="1"/>
            </p:cNvSpPr>
            <p:nvPr/>
          </p:nvSpPr>
          <p:spPr bwMode="auto">
            <a:xfrm>
              <a:off x="4224" y="336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3936" y="360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4320" y="374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4416" y="38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>
              <a:off x="4608" y="38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368" y="3552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3408" y="3792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4656" y="350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3984" y="388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3840" y="374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5"/>
            <p:cNvSpPr>
              <a:spLocks noChangeArrowheads="1"/>
            </p:cNvSpPr>
            <p:nvPr/>
          </p:nvSpPr>
          <p:spPr bwMode="auto">
            <a:xfrm>
              <a:off x="4128" y="364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4416" y="364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4848" y="360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4512" y="393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4704" y="364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3648" y="393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2" name="Group 41"/>
            <p:cNvGrpSpPr>
              <a:grpSpLocks/>
            </p:cNvGrpSpPr>
            <p:nvPr/>
          </p:nvGrpSpPr>
          <p:grpSpPr bwMode="auto">
            <a:xfrm>
              <a:off x="4539" y="3586"/>
              <a:ext cx="96" cy="96"/>
              <a:chOff x="2280" y="2238"/>
              <a:chExt cx="96" cy="96"/>
            </a:xfrm>
          </p:grpSpPr>
          <p:sp>
            <p:nvSpPr>
              <p:cNvPr id="136" name="Oval 43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Oval 44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" name="Group 45"/>
            <p:cNvGrpSpPr>
              <a:grpSpLocks/>
            </p:cNvGrpSpPr>
            <p:nvPr/>
          </p:nvGrpSpPr>
          <p:grpSpPr bwMode="auto">
            <a:xfrm>
              <a:off x="3998" y="3766"/>
              <a:ext cx="96" cy="96"/>
              <a:chOff x="2280" y="2238"/>
              <a:chExt cx="96" cy="96"/>
            </a:xfrm>
          </p:grpSpPr>
          <p:sp>
            <p:nvSpPr>
              <p:cNvPr id="134" name="Oval 46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Oval 47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4" name="Group 48"/>
            <p:cNvGrpSpPr>
              <a:grpSpLocks/>
            </p:cNvGrpSpPr>
            <p:nvPr/>
          </p:nvGrpSpPr>
          <p:grpSpPr bwMode="auto">
            <a:xfrm>
              <a:off x="3507" y="3498"/>
              <a:ext cx="96" cy="96"/>
              <a:chOff x="2280" y="2238"/>
              <a:chExt cx="96" cy="96"/>
            </a:xfrm>
          </p:grpSpPr>
          <p:sp>
            <p:nvSpPr>
              <p:cNvPr id="132" name="Oval 49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Oval 50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5" name="Group 51"/>
            <p:cNvGrpSpPr>
              <a:grpSpLocks/>
            </p:cNvGrpSpPr>
            <p:nvPr/>
          </p:nvGrpSpPr>
          <p:grpSpPr bwMode="auto">
            <a:xfrm>
              <a:off x="3105" y="3723"/>
              <a:ext cx="96" cy="96"/>
              <a:chOff x="2280" y="2238"/>
              <a:chExt cx="96" cy="96"/>
            </a:xfrm>
          </p:grpSpPr>
          <p:sp>
            <p:nvSpPr>
              <p:cNvPr id="130" name="Oval 52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" name="Oval 53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6" name="AutoShape 54"/>
            <p:cNvSpPr>
              <a:spLocks noChangeArrowheads="1"/>
            </p:cNvSpPr>
            <p:nvPr/>
          </p:nvSpPr>
          <p:spPr bwMode="auto">
            <a:xfrm>
              <a:off x="2448" y="2388"/>
              <a:ext cx="2928" cy="720"/>
            </a:xfrm>
            <a:prstGeom prst="parallelogram">
              <a:avLst>
                <a:gd name="adj" fmla="val 101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tint val="3372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AutoShape 55"/>
            <p:cNvSpPr>
              <a:spLocks noChangeArrowheads="1"/>
            </p:cNvSpPr>
            <p:nvPr/>
          </p:nvSpPr>
          <p:spPr bwMode="auto">
            <a:xfrm>
              <a:off x="2448" y="1392"/>
              <a:ext cx="2928" cy="720"/>
            </a:xfrm>
            <a:prstGeom prst="parallelogram">
              <a:avLst>
                <a:gd name="adj" fmla="val 101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tint val="33725"/>
                    <a:invGamma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56"/>
            <p:cNvSpPr>
              <a:spLocks noChangeArrowheads="1"/>
            </p:cNvSpPr>
            <p:nvPr/>
          </p:nvSpPr>
          <p:spPr bwMode="auto">
            <a:xfrm>
              <a:off x="2880" y="182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57"/>
            <p:cNvSpPr>
              <a:spLocks noChangeArrowheads="1"/>
            </p:cNvSpPr>
            <p:nvPr/>
          </p:nvSpPr>
          <p:spPr bwMode="auto">
            <a:xfrm>
              <a:off x="2784" y="192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58"/>
            <p:cNvSpPr>
              <a:spLocks noChangeArrowheads="1"/>
            </p:cNvSpPr>
            <p:nvPr/>
          </p:nvSpPr>
          <p:spPr bwMode="auto">
            <a:xfrm>
              <a:off x="2976" y="196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59"/>
            <p:cNvSpPr>
              <a:spLocks noChangeArrowheads="1"/>
            </p:cNvSpPr>
            <p:nvPr/>
          </p:nvSpPr>
          <p:spPr bwMode="auto">
            <a:xfrm>
              <a:off x="3168" y="14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60"/>
            <p:cNvSpPr>
              <a:spLocks noChangeArrowheads="1"/>
            </p:cNvSpPr>
            <p:nvPr/>
          </p:nvSpPr>
          <p:spPr bwMode="auto">
            <a:xfrm>
              <a:off x="3360" y="148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61"/>
            <p:cNvSpPr>
              <a:spLocks noChangeArrowheads="1"/>
            </p:cNvSpPr>
            <p:nvPr/>
          </p:nvSpPr>
          <p:spPr bwMode="auto">
            <a:xfrm>
              <a:off x="3120" y="153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62"/>
            <p:cNvSpPr>
              <a:spLocks noChangeArrowheads="1"/>
            </p:cNvSpPr>
            <p:nvPr/>
          </p:nvSpPr>
          <p:spPr bwMode="auto">
            <a:xfrm>
              <a:off x="3264" y="172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63"/>
            <p:cNvSpPr>
              <a:spLocks noChangeArrowheads="1"/>
            </p:cNvSpPr>
            <p:nvPr/>
          </p:nvSpPr>
          <p:spPr bwMode="auto">
            <a:xfrm>
              <a:off x="3408" y="1632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64"/>
            <p:cNvSpPr>
              <a:spLocks noChangeArrowheads="1"/>
            </p:cNvSpPr>
            <p:nvPr/>
          </p:nvSpPr>
          <p:spPr bwMode="auto">
            <a:xfrm>
              <a:off x="3168" y="192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65"/>
            <p:cNvSpPr>
              <a:spLocks noChangeArrowheads="1"/>
            </p:cNvSpPr>
            <p:nvPr/>
          </p:nvSpPr>
          <p:spPr bwMode="auto">
            <a:xfrm>
              <a:off x="3024" y="177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66"/>
            <p:cNvSpPr>
              <a:spLocks noChangeArrowheads="1"/>
            </p:cNvSpPr>
            <p:nvPr/>
          </p:nvSpPr>
          <p:spPr bwMode="auto">
            <a:xfrm>
              <a:off x="3600" y="172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67"/>
            <p:cNvSpPr>
              <a:spLocks noChangeArrowheads="1"/>
            </p:cNvSpPr>
            <p:nvPr/>
          </p:nvSpPr>
          <p:spPr bwMode="auto">
            <a:xfrm>
              <a:off x="3744" y="153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Oval 68"/>
            <p:cNvSpPr>
              <a:spLocks noChangeArrowheads="1"/>
            </p:cNvSpPr>
            <p:nvPr/>
          </p:nvSpPr>
          <p:spPr bwMode="auto">
            <a:xfrm>
              <a:off x="3984" y="148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Oval 69"/>
            <p:cNvSpPr>
              <a:spLocks noChangeArrowheads="1"/>
            </p:cNvSpPr>
            <p:nvPr/>
          </p:nvSpPr>
          <p:spPr bwMode="auto">
            <a:xfrm>
              <a:off x="3552" y="148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70"/>
            <p:cNvSpPr>
              <a:spLocks noChangeArrowheads="1"/>
            </p:cNvSpPr>
            <p:nvPr/>
          </p:nvSpPr>
          <p:spPr bwMode="auto">
            <a:xfrm>
              <a:off x="4464" y="153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71"/>
            <p:cNvSpPr>
              <a:spLocks noChangeArrowheads="1"/>
            </p:cNvSpPr>
            <p:nvPr/>
          </p:nvSpPr>
          <p:spPr bwMode="auto">
            <a:xfrm>
              <a:off x="4128" y="192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72"/>
            <p:cNvSpPr>
              <a:spLocks noChangeArrowheads="1"/>
            </p:cNvSpPr>
            <p:nvPr/>
          </p:nvSpPr>
          <p:spPr bwMode="auto">
            <a:xfrm>
              <a:off x="4224" y="201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73"/>
            <p:cNvSpPr>
              <a:spLocks noChangeArrowheads="1"/>
            </p:cNvSpPr>
            <p:nvPr/>
          </p:nvSpPr>
          <p:spPr bwMode="auto">
            <a:xfrm>
              <a:off x="4992" y="148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74"/>
            <p:cNvSpPr>
              <a:spLocks noChangeArrowheads="1"/>
            </p:cNvSpPr>
            <p:nvPr/>
          </p:nvSpPr>
          <p:spPr bwMode="auto">
            <a:xfrm>
              <a:off x="4224" y="144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Oval 75"/>
            <p:cNvSpPr>
              <a:spLocks noChangeArrowheads="1"/>
            </p:cNvSpPr>
            <p:nvPr/>
          </p:nvSpPr>
          <p:spPr bwMode="auto">
            <a:xfrm>
              <a:off x="3936" y="168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76"/>
            <p:cNvSpPr>
              <a:spLocks noChangeArrowheads="1"/>
            </p:cNvSpPr>
            <p:nvPr/>
          </p:nvSpPr>
          <p:spPr bwMode="auto">
            <a:xfrm>
              <a:off x="4320" y="182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Oval 77"/>
            <p:cNvSpPr>
              <a:spLocks noChangeArrowheads="1"/>
            </p:cNvSpPr>
            <p:nvPr/>
          </p:nvSpPr>
          <p:spPr bwMode="auto">
            <a:xfrm>
              <a:off x="4416" y="192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Oval 78"/>
            <p:cNvSpPr>
              <a:spLocks noChangeArrowheads="1"/>
            </p:cNvSpPr>
            <p:nvPr/>
          </p:nvSpPr>
          <p:spPr bwMode="auto">
            <a:xfrm>
              <a:off x="4608" y="192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Oval 79"/>
            <p:cNvSpPr>
              <a:spLocks noChangeArrowheads="1"/>
            </p:cNvSpPr>
            <p:nvPr/>
          </p:nvSpPr>
          <p:spPr bwMode="auto">
            <a:xfrm>
              <a:off x="4368" y="1632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Oval 80"/>
            <p:cNvSpPr>
              <a:spLocks noChangeArrowheads="1"/>
            </p:cNvSpPr>
            <p:nvPr/>
          </p:nvSpPr>
          <p:spPr bwMode="auto">
            <a:xfrm>
              <a:off x="3408" y="1872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Oval 81"/>
            <p:cNvSpPr>
              <a:spLocks noChangeArrowheads="1"/>
            </p:cNvSpPr>
            <p:nvPr/>
          </p:nvSpPr>
          <p:spPr bwMode="auto">
            <a:xfrm>
              <a:off x="4656" y="158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Oval 82"/>
            <p:cNvSpPr>
              <a:spLocks noChangeArrowheads="1"/>
            </p:cNvSpPr>
            <p:nvPr/>
          </p:nvSpPr>
          <p:spPr bwMode="auto">
            <a:xfrm>
              <a:off x="3984" y="196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Oval 8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84"/>
            <p:cNvSpPr>
              <a:spLocks noChangeArrowheads="1"/>
            </p:cNvSpPr>
            <p:nvPr/>
          </p:nvSpPr>
          <p:spPr bwMode="auto">
            <a:xfrm>
              <a:off x="4128" y="172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Oval 85"/>
            <p:cNvSpPr>
              <a:spLocks noChangeArrowheads="1"/>
            </p:cNvSpPr>
            <p:nvPr/>
          </p:nvSpPr>
          <p:spPr bwMode="auto">
            <a:xfrm>
              <a:off x="4416" y="172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Oval 86"/>
            <p:cNvSpPr>
              <a:spLocks noChangeArrowheads="1"/>
            </p:cNvSpPr>
            <p:nvPr/>
          </p:nvSpPr>
          <p:spPr bwMode="auto">
            <a:xfrm>
              <a:off x="4848" y="1680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Oval 87"/>
            <p:cNvSpPr>
              <a:spLocks noChangeArrowheads="1"/>
            </p:cNvSpPr>
            <p:nvPr/>
          </p:nvSpPr>
          <p:spPr bwMode="auto">
            <a:xfrm>
              <a:off x="4512" y="201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Oval 88"/>
            <p:cNvSpPr>
              <a:spLocks noChangeArrowheads="1"/>
            </p:cNvSpPr>
            <p:nvPr/>
          </p:nvSpPr>
          <p:spPr bwMode="auto">
            <a:xfrm>
              <a:off x="4704" y="1728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Oval 89"/>
            <p:cNvSpPr>
              <a:spLocks noChangeArrowheads="1"/>
            </p:cNvSpPr>
            <p:nvPr/>
          </p:nvSpPr>
          <p:spPr bwMode="auto">
            <a:xfrm>
              <a:off x="3648" y="2016"/>
              <a:ext cx="48" cy="48"/>
            </a:xfrm>
            <a:prstGeom prst="ellipse">
              <a:avLst/>
            </a:prstGeom>
            <a:solidFill>
              <a:srgbClr val="FF3300"/>
            </a:solidFill>
            <a:ln w="127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2" name="Group 90"/>
            <p:cNvGrpSpPr>
              <a:grpSpLocks/>
            </p:cNvGrpSpPr>
            <p:nvPr/>
          </p:nvGrpSpPr>
          <p:grpSpPr bwMode="auto">
            <a:xfrm>
              <a:off x="4539" y="1666"/>
              <a:ext cx="96" cy="96"/>
              <a:chOff x="2280" y="2238"/>
              <a:chExt cx="96" cy="96"/>
            </a:xfrm>
          </p:grpSpPr>
          <p:sp>
            <p:nvSpPr>
              <p:cNvPr id="128" name="Oval 91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Oval 92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3" name="Group 93"/>
            <p:cNvGrpSpPr>
              <a:grpSpLocks/>
            </p:cNvGrpSpPr>
            <p:nvPr/>
          </p:nvGrpSpPr>
          <p:grpSpPr bwMode="auto">
            <a:xfrm>
              <a:off x="3998" y="1846"/>
              <a:ext cx="96" cy="96"/>
              <a:chOff x="2280" y="2238"/>
              <a:chExt cx="96" cy="96"/>
            </a:xfrm>
          </p:grpSpPr>
          <p:sp>
            <p:nvSpPr>
              <p:cNvPr id="126" name="Oval 94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Oval 95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4" name="Group 96"/>
            <p:cNvGrpSpPr>
              <a:grpSpLocks/>
            </p:cNvGrpSpPr>
            <p:nvPr/>
          </p:nvGrpSpPr>
          <p:grpSpPr bwMode="auto">
            <a:xfrm>
              <a:off x="3507" y="1578"/>
              <a:ext cx="96" cy="96"/>
              <a:chOff x="2280" y="2238"/>
              <a:chExt cx="96" cy="96"/>
            </a:xfrm>
          </p:grpSpPr>
          <p:sp>
            <p:nvSpPr>
              <p:cNvPr id="124" name="Oval 97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Oval 98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5" name="Group 99"/>
            <p:cNvGrpSpPr>
              <a:grpSpLocks/>
            </p:cNvGrpSpPr>
            <p:nvPr/>
          </p:nvGrpSpPr>
          <p:grpSpPr bwMode="auto">
            <a:xfrm>
              <a:off x="3105" y="1803"/>
              <a:ext cx="96" cy="96"/>
              <a:chOff x="2280" y="2238"/>
              <a:chExt cx="96" cy="96"/>
            </a:xfrm>
          </p:grpSpPr>
          <p:sp>
            <p:nvSpPr>
              <p:cNvPr id="122" name="Oval 100"/>
              <p:cNvSpPr>
                <a:spLocks noChangeArrowheads="1"/>
              </p:cNvSpPr>
              <p:nvPr/>
            </p:nvSpPr>
            <p:spPr bwMode="auto">
              <a:xfrm>
                <a:off x="2280" y="2238"/>
                <a:ext cx="96" cy="96"/>
              </a:xfrm>
              <a:prstGeom prst="ellipse">
                <a:avLst/>
              </a:prstGeom>
              <a:solidFill>
                <a:srgbClr val="EAEAEA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Oval 101"/>
              <p:cNvSpPr>
                <a:spLocks noChangeArrowheads="1"/>
              </p:cNvSpPr>
              <p:nvPr/>
            </p:nvSpPr>
            <p:spPr bwMode="auto">
              <a:xfrm>
                <a:off x="2304" y="2256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6" name="Rectangle 102"/>
            <p:cNvSpPr>
              <a:spLocks noChangeArrowheads="1"/>
            </p:cNvSpPr>
            <p:nvPr/>
          </p:nvSpPr>
          <p:spPr bwMode="auto">
            <a:xfrm>
              <a:off x="3440" y="2618"/>
              <a:ext cx="129" cy="67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103"/>
            <p:cNvSpPr>
              <a:spLocks noChangeArrowheads="1"/>
            </p:cNvSpPr>
            <p:nvPr/>
          </p:nvSpPr>
          <p:spPr bwMode="auto">
            <a:xfrm>
              <a:off x="4504" y="2564"/>
              <a:ext cx="129" cy="67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104"/>
            <p:cNvSpPr>
              <a:spLocks noChangeArrowheads="1"/>
            </p:cNvSpPr>
            <p:nvPr/>
          </p:nvSpPr>
          <p:spPr bwMode="auto">
            <a:xfrm>
              <a:off x="3929" y="2905"/>
              <a:ext cx="129" cy="67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105"/>
            <p:cNvSpPr>
              <a:spLocks/>
            </p:cNvSpPr>
            <p:nvPr/>
          </p:nvSpPr>
          <p:spPr bwMode="auto">
            <a:xfrm>
              <a:off x="2813" y="3663"/>
              <a:ext cx="621" cy="252"/>
            </a:xfrm>
            <a:custGeom>
              <a:avLst/>
              <a:gdLst/>
              <a:ahLst/>
              <a:cxnLst>
                <a:cxn ang="0">
                  <a:pos x="307" y="67"/>
                </a:cxn>
                <a:cxn ang="0">
                  <a:pos x="257" y="67"/>
                </a:cxn>
                <a:cxn ang="0">
                  <a:pos x="101" y="101"/>
                </a:cxn>
                <a:cxn ang="0">
                  <a:pos x="0" y="196"/>
                </a:cxn>
                <a:cxn ang="0">
                  <a:pos x="190" y="252"/>
                </a:cxn>
                <a:cxn ang="0">
                  <a:pos x="369" y="207"/>
                </a:cxn>
                <a:cxn ang="0">
                  <a:pos x="621" y="156"/>
                </a:cxn>
                <a:cxn ang="0">
                  <a:pos x="475" y="0"/>
                </a:cxn>
                <a:cxn ang="0">
                  <a:pos x="358" y="106"/>
                </a:cxn>
              </a:cxnLst>
              <a:rect l="0" t="0" r="r" b="b"/>
              <a:pathLst>
                <a:path w="621" h="252">
                  <a:moveTo>
                    <a:pt x="307" y="67"/>
                  </a:moveTo>
                  <a:cubicBezTo>
                    <a:pt x="291" y="73"/>
                    <a:pt x="257" y="67"/>
                    <a:pt x="257" y="67"/>
                  </a:cubicBezTo>
                  <a:lnTo>
                    <a:pt x="101" y="101"/>
                  </a:lnTo>
                  <a:lnTo>
                    <a:pt x="0" y="196"/>
                  </a:lnTo>
                  <a:lnTo>
                    <a:pt x="190" y="252"/>
                  </a:lnTo>
                  <a:lnTo>
                    <a:pt x="369" y="207"/>
                  </a:lnTo>
                  <a:lnTo>
                    <a:pt x="621" y="156"/>
                  </a:lnTo>
                  <a:lnTo>
                    <a:pt x="475" y="0"/>
                  </a:lnTo>
                  <a:lnTo>
                    <a:pt x="358" y="106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Freeform 106"/>
            <p:cNvSpPr>
              <a:spLocks/>
            </p:cNvSpPr>
            <p:nvPr/>
          </p:nvSpPr>
          <p:spPr bwMode="auto">
            <a:xfrm>
              <a:off x="3148" y="3394"/>
              <a:ext cx="621" cy="286"/>
            </a:xfrm>
            <a:custGeom>
              <a:avLst/>
              <a:gdLst/>
              <a:ahLst/>
              <a:cxnLst>
                <a:cxn ang="0">
                  <a:pos x="397" y="157"/>
                </a:cxn>
                <a:cxn ang="0">
                  <a:pos x="280" y="185"/>
                </a:cxn>
                <a:cxn ang="0">
                  <a:pos x="0" y="90"/>
                </a:cxn>
                <a:cxn ang="0">
                  <a:pos x="45" y="0"/>
                </a:cxn>
                <a:cxn ang="0">
                  <a:pos x="235" y="23"/>
                </a:cxn>
                <a:cxn ang="0">
                  <a:pos x="431" y="34"/>
                </a:cxn>
                <a:cxn ang="0">
                  <a:pos x="621" y="84"/>
                </a:cxn>
                <a:cxn ang="0">
                  <a:pos x="470" y="286"/>
                </a:cxn>
                <a:cxn ang="0">
                  <a:pos x="397" y="157"/>
                </a:cxn>
              </a:cxnLst>
              <a:rect l="0" t="0" r="r" b="b"/>
              <a:pathLst>
                <a:path w="621" h="286">
                  <a:moveTo>
                    <a:pt x="397" y="157"/>
                  </a:moveTo>
                  <a:lnTo>
                    <a:pt x="280" y="185"/>
                  </a:lnTo>
                  <a:lnTo>
                    <a:pt x="0" y="90"/>
                  </a:lnTo>
                  <a:lnTo>
                    <a:pt x="45" y="0"/>
                  </a:lnTo>
                  <a:lnTo>
                    <a:pt x="235" y="23"/>
                  </a:lnTo>
                  <a:lnTo>
                    <a:pt x="431" y="34"/>
                  </a:lnTo>
                  <a:lnTo>
                    <a:pt x="621" y="84"/>
                  </a:lnTo>
                  <a:lnTo>
                    <a:pt x="470" y="286"/>
                  </a:lnTo>
                  <a:lnTo>
                    <a:pt x="397" y="157"/>
                  </a:lnTo>
                  <a:close/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" name="Freeform 107"/>
            <p:cNvSpPr>
              <a:spLocks/>
            </p:cNvSpPr>
            <p:nvPr/>
          </p:nvSpPr>
          <p:spPr bwMode="auto">
            <a:xfrm>
              <a:off x="3669" y="3394"/>
              <a:ext cx="592" cy="576"/>
            </a:xfrm>
            <a:custGeom>
              <a:avLst/>
              <a:gdLst/>
              <a:ahLst/>
              <a:cxnLst>
                <a:cxn ang="0">
                  <a:pos x="391" y="403"/>
                </a:cxn>
                <a:cxn ang="0">
                  <a:pos x="486" y="286"/>
                </a:cxn>
                <a:cxn ang="0">
                  <a:pos x="581" y="0"/>
                </a:cxn>
                <a:cxn ang="0">
                  <a:pos x="329" y="40"/>
                </a:cxn>
                <a:cxn ang="0">
                  <a:pos x="290" y="224"/>
                </a:cxn>
                <a:cxn ang="0">
                  <a:pos x="201" y="375"/>
                </a:cxn>
                <a:cxn ang="0">
                  <a:pos x="0" y="576"/>
                </a:cxn>
                <a:cxn ang="0">
                  <a:pos x="346" y="521"/>
                </a:cxn>
                <a:cxn ang="0">
                  <a:pos x="592" y="571"/>
                </a:cxn>
                <a:cxn ang="0">
                  <a:pos x="469" y="476"/>
                </a:cxn>
                <a:cxn ang="0">
                  <a:pos x="391" y="403"/>
                </a:cxn>
              </a:cxnLst>
              <a:rect l="0" t="0" r="r" b="b"/>
              <a:pathLst>
                <a:path w="592" h="576">
                  <a:moveTo>
                    <a:pt x="391" y="403"/>
                  </a:moveTo>
                  <a:lnTo>
                    <a:pt x="486" y="286"/>
                  </a:lnTo>
                  <a:lnTo>
                    <a:pt x="581" y="0"/>
                  </a:lnTo>
                  <a:lnTo>
                    <a:pt x="329" y="40"/>
                  </a:lnTo>
                  <a:lnTo>
                    <a:pt x="290" y="224"/>
                  </a:lnTo>
                  <a:lnTo>
                    <a:pt x="201" y="375"/>
                  </a:lnTo>
                  <a:lnTo>
                    <a:pt x="0" y="576"/>
                  </a:lnTo>
                  <a:lnTo>
                    <a:pt x="346" y="521"/>
                  </a:lnTo>
                  <a:lnTo>
                    <a:pt x="592" y="571"/>
                  </a:lnTo>
                  <a:lnTo>
                    <a:pt x="469" y="476"/>
                  </a:lnTo>
                  <a:lnTo>
                    <a:pt x="391" y="403"/>
                  </a:lnTo>
                  <a:close/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" name="Freeform 108"/>
            <p:cNvSpPr>
              <a:spLocks/>
            </p:cNvSpPr>
            <p:nvPr/>
          </p:nvSpPr>
          <p:spPr bwMode="auto">
            <a:xfrm>
              <a:off x="4356" y="3434"/>
              <a:ext cx="666" cy="536"/>
            </a:xfrm>
            <a:custGeom>
              <a:avLst/>
              <a:gdLst/>
              <a:ahLst/>
              <a:cxnLst>
                <a:cxn ang="0">
                  <a:pos x="235" y="195"/>
                </a:cxn>
                <a:cxn ang="0">
                  <a:pos x="129" y="50"/>
                </a:cxn>
                <a:cxn ang="0">
                  <a:pos x="45" y="139"/>
                </a:cxn>
                <a:cxn ang="0">
                  <a:pos x="90" y="235"/>
                </a:cxn>
                <a:cxn ang="0">
                  <a:pos x="0" y="335"/>
                </a:cxn>
                <a:cxn ang="0">
                  <a:pos x="84" y="430"/>
                </a:cxn>
                <a:cxn ang="0">
                  <a:pos x="190" y="536"/>
                </a:cxn>
                <a:cxn ang="0">
                  <a:pos x="280" y="430"/>
                </a:cxn>
                <a:cxn ang="0">
                  <a:pos x="375" y="240"/>
                </a:cxn>
                <a:cxn ang="0">
                  <a:pos x="526" y="195"/>
                </a:cxn>
                <a:cxn ang="0">
                  <a:pos x="666" y="0"/>
                </a:cxn>
                <a:cxn ang="0">
                  <a:pos x="319" y="95"/>
                </a:cxn>
                <a:cxn ang="0">
                  <a:pos x="235" y="195"/>
                </a:cxn>
              </a:cxnLst>
              <a:rect l="0" t="0" r="r" b="b"/>
              <a:pathLst>
                <a:path w="666" h="536">
                  <a:moveTo>
                    <a:pt x="235" y="195"/>
                  </a:moveTo>
                  <a:lnTo>
                    <a:pt x="129" y="50"/>
                  </a:lnTo>
                  <a:lnTo>
                    <a:pt x="45" y="139"/>
                  </a:lnTo>
                  <a:lnTo>
                    <a:pt x="90" y="235"/>
                  </a:lnTo>
                  <a:lnTo>
                    <a:pt x="0" y="335"/>
                  </a:lnTo>
                  <a:lnTo>
                    <a:pt x="84" y="430"/>
                  </a:lnTo>
                  <a:lnTo>
                    <a:pt x="190" y="536"/>
                  </a:lnTo>
                  <a:lnTo>
                    <a:pt x="280" y="430"/>
                  </a:lnTo>
                  <a:lnTo>
                    <a:pt x="375" y="240"/>
                  </a:lnTo>
                  <a:lnTo>
                    <a:pt x="526" y="195"/>
                  </a:lnTo>
                  <a:lnTo>
                    <a:pt x="666" y="0"/>
                  </a:lnTo>
                  <a:lnTo>
                    <a:pt x="319" y="95"/>
                  </a:lnTo>
                  <a:lnTo>
                    <a:pt x="235" y="195"/>
                  </a:lnTo>
                  <a:close/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" name="Line 109"/>
            <p:cNvSpPr>
              <a:spLocks noChangeShapeType="1"/>
            </p:cNvSpPr>
            <p:nvPr/>
          </p:nvSpPr>
          <p:spPr bwMode="auto">
            <a:xfrm flipV="1">
              <a:off x="3160" y="2645"/>
              <a:ext cx="330" cy="11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" name="Line 110"/>
            <p:cNvSpPr>
              <a:spLocks noChangeShapeType="1"/>
            </p:cNvSpPr>
            <p:nvPr/>
          </p:nvSpPr>
          <p:spPr bwMode="auto">
            <a:xfrm flipH="1" flipV="1">
              <a:off x="3495" y="2667"/>
              <a:ext cx="73" cy="8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" name="Line 111"/>
            <p:cNvSpPr>
              <a:spLocks noChangeShapeType="1"/>
            </p:cNvSpPr>
            <p:nvPr/>
          </p:nvSpPr>
          <p:spPr bwMode="auto">
            <a:xfrm flipV="1">
              <a:off x="3568" y="2947"/>
              <a:ext cx="425" cy="5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" name="Line 112"/>
            <p:cNvSpPr>
              <a:spLocks noChangeShapeType="1"/>
            </p:cNvSpPr>
            <p:nvPr/>
          </p:nvSpPr>
          <p:spPr bwMode="auto">
            <a:xfrm flipV="1">
              <a:off x="4060" y="2606"/>
              <a:ext cx="486" cy="1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" name="Line 113"/>
            <p:cNvSpPr>
              <a:spLocks noChangeShapeType="1"/>
            </p:cNvSpPr>
            <p:nvPr/>
          </p:nvSpPr>
          <p:spPr bwMode="auto">
            <a:xfrm flipH="1" flipV="1">
              <a:off x="3987" y="2942"/>
              <a:ext cx="67" cy="8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8" name="Line 114"/>
            <p:cNvSpPr>
              <a:spLocks noChangeShapeType="1"/>
            </p:cNvSpPr>
            <p:nvPr/>
          </p:nvSpPr>
          <p:spPr bwMode="auto">
            <a:xfrm flipH="1" flipV="1">
              <a:off x="4552" y="2612"/>
              <a:ext cx="67" cy="10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9" name="Line 115"/>
            <p:cNvSpPr>
              <a:spLocks noChangeShapeType="1"/>
            </p:cNvSpPr>
            <p:nvPr/>
          </p:nvSpPr>
          <p:spPr bwMode="auto">
            <a:xfrm flipV="1">
              <a:off x="3160" y="3115"/>
              <a:ext cx="190" cy="6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0" name="Line 116"/>
            <p:cNvSpPr>
              <a:spLocks noChangeShapeType="1"/>
            </p:cNvSpPr>
            <p:nvPr/>
          </p:nvSpPr>
          <p:spPr bwMode="auto">
            <a:xfrm flipH="1" flipV="1">
              <a:off x="3533" y="3115"/>
              <a:ext cx="34" cy="4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1" name="Line 117"/>
            <p:cNvSpPr>
              <a:spLocks noChangeShapeType="1"/>
            </p:cNvSpPr>
            <p:nvPr/>
          </p:nvSpPr>
          <p:spPr bwMode="auto">
            <a:xfrm flipV="1">
              <a:off x="3567" y="3115"/>
              <a:ext cx="302" cy="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" name="Line 118"/>
            <p:cNvSpPr>
              <a:spLocks noChangeShapeType="1"/>
            </p:cNvSpPr>
            <p:nvPr/>
          </p:nvSpPr>
          <p:spPr bwMode="auto">
            <a:xfrm flipH="1" flipV="1">
              <a:off x="3998" y="3115"/>
              <a:ext cx="56" cy="6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3" name="Line 119"/>
            <p:cNvSpPr>
              <a:spLocks noChangeShapeType="1"/>
            </p:cNvSpPr>
            <p:nvPr/>
          </p:nvSpPr>
          <p:spPr bwMode="auto">
            <a:xfrm flipV="1">
              <a:off x="4071" y="3115"/>
              <a:ext cx="269" cy="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" name="Line 120"/>
            <p:cNvSpPr>
              <a:spLocks noChangeShapeType="1"/>
            </p:cNvSpPr>
            <p:nvPr/>
          </p:nvSpPr>
          <p:spPr bwMode="auto">
            <a:xfrm flipH="1" flipV="1">
              <a:off x="4585" y="3115"/>
              <a:ext cx="28" cy="4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5" name="Line 121"/>
            <p:cNvSpPr>
              <a:spLocks noChangeShapeType="1"/>
            </p:cNvSpPr>
            <p:nvPr/>
          </p:nvSpPr>
          <p:spPr bwMode="auto">
            <a:xfrm>
              <a:off x="3551" y="2656"/>
              <a:ext cx="442" cy="274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6" name="Line 122"/>
            <p:cNvSpPr>
              <a:spLocks noChangeShapeType="1"/>
            </p:cNvSpPr>
            <p:nvPr/>
          </p:nvSpPr>
          <p:spPr bwMode="auto">
            <a:xfrm flipV="1">
              <a:off x="4043" y="2600"/>
              <a:ext cx="503" cy="319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7" name="Line 123"/>
            <p:cNvSpPr>
              <a:spLocks noChangeShapeType="1"/>
            </p:cNvSpPr>
            <p:nvPr/>
          </p:nvSpPr>
          <p:spPr bwMode="auto">
            <a:xfrm flipV="1">
              <a:off x="3545" y="2578"/>
              <a:ext cx="985" cy="5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8" name="Freeform 124"/>
            <p:cNvSpPr>
              <a:spLocks/>
            </p:cNvSpPr>
            <p:nvPr/>
          </p:nvSpPr>
          <p:spPr bwMode="auto">
            <a:xfrm>
              <a:off x="3378" y="1504"/>
              <a:ext cx="632" cy="392"/>
            </a:xfrm>
            <a:custGeom>
              <a:avLst/>
              <a:gdLst/>
              <a:ahLst/>
              <a:cxnLst>
                <a:cxn ang="0">
                  <a:pos x="195" y="140"/>
                </a:cxn>
                <a:cxn ang="0">
                  <a:pos x="246" y="241"/>
                </a:cxn>
                <a:cxn ang="0">
                  <a:pos x="492" y="358"/>
                </a:cxn>
                <a:cxn ang="0">
                  <a:pos x="587" y="202"/>
                </a:cxn>
                <a:cxn ang="0">
                  <a:pos x="632" y="0"/>
                </a:cxn>
                <a:cxn ang="0">
                  <a:pos x="397" y="67"/>
                </a:cxn>
                <a:cxn ang="0">
                  <a:pos x="195" y="17"/>
                </a:cxn>
                <a:cxn ang="0">
                  <a:pos x="0" y="17"/>
                </a:cxn>
                <a:cxn ang="0">
                  <a:pos x="50" y="162"/>
                </a:cxn>
                <a:cxn ang="0">
                  <a:pos x="50" y="392"/>
                </a:cxn>
                <a:cxn ang="0">
                  <a:pos x="151" y="151"/>
                </a:cxn>
              </a:cxnLst>
              <a:rect l="0" t="0" r="r" b="b"/>
              <a:pathLst>
                <a:path w="632" h="392">
                  <a:moveTo>
                    <a:pt x="195" y="140"/>
                  </a:moveTo>
                  <a:lnTo>
                    <a:pt x="246" y="241"/>
                  </a:lnTo>
                  <a:lnTo>
                    <a:pt x="492" y="358"/>
                  </a:lnTo>
                  <a:lnTo>
                    <a:pt x="587" y="202"/>
                  </a:lnTo>
                  <a:lnTo>
                    <a:pt x="632" y="0"/>
                  </a:lnTo>
                  <a:lnTo>
                    <a:pt x="397" y="67"/>
                  </a:lnTo>
                  <a:lnTo>
                    <a:pt x="195" y="17"/>
                  </a:lnTo>
                  <a:lnTo>
                    <a:pt x="0" y="17"/>
                  </a:lnTo>
                  <a:lnTo>
                    <a:pt x="50" y="162"/>
                  </a:lnTo>
                  <a:lnTo>
                    <a:pt x="50" y="392"/>
                  </a:lnTo>
                  <a:lnTo>
                    <a:pt x="151" y="151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9" name="Freeform 125"/>
            <p:cNvSpPr>
              <a:spLocks/>
            </p:cNvSpPr>
            <p:nvPr/>
          </p:nvSpPr>
          <p:spPr bwMode="auto">
            <a:xfrm>
              <a:off x="2813" y="1460"/>
              <a:ext cx="475" cy="531"/>
            </a:xfrm>
            <a:custGeom>
              <a:avLst/>
              <a:gdLst/>
              <a:ahLst/>
              <a:cxnLst>
                <a:cxn ang="0">
                  <a:pos x="363" y="363"/>
                </a:cxn>
                <a:cxn ang="0">
                  <a:pos x="475" y="296"/>
                </a:cxn>
                <a:cxn ang="0">
                  <a:pos x="380" y="0"/>
                </a:cxn>
                <a:cxn ang="0">
                  <a:pos x="335" y="106"/>
                </a:cxn>
                <a:cxn ang="0">
                  <a:pos x="229" y="346"/>
                </a:cxn>
                <a:cxn ang="0">
                  <a:pos x="95" y="391"/>
                </a:cxn>
                <a:cxn ang="0">
                  <a:pos x="0" y="486"/>
                </a:cxn>
                <a:cxn ang="0">
                  <a:pos x="190" y="531"/>
                </a:cxn>
                <a:cxn ang="0">
                  <a:pos x="380" y="486"/>
                </a:cxn>
                <a:cxn ang="0">
                  <a:pos x="347" y="425"/>
                </a:cxn>
              </a:cxnLst>
              <a:rect l="0" t="0" r="r" b="b"/>
              <a:pathLst>
                <a:path w="475" h="531">
                  <a:moveTo>
                    <a:pt x="363" y="363"/>
                  </a:moveTo>
                  <a:lnTo>
                    <a:pt x="475" y="296"/>
                  </a:lnTo>
                  <a:lnTo>
                    <a:pt x="380" y="0"/>
                  </a:lnTo>
                  <a:lnTo>
                    <a:pt x="335" y="106"/>
                  </a:lnTo>
                  <a:lnTo>
                    <a:pt x="229" y="346"/>
                  </a:lnTo>
                  <a:lnTo>
                    <a:pt x="95" y="391"/>
                  </a:lnTo>
                  <a:lnTo>
                    <a:pt x="0" y="486"/>
                  </a:lnTo>
                  <a:lnTo>
                    <a:pt x="190" y="531"/>
                  </a:lnTo>
                  <a:lnTo>
                    <a:pt x="380" y="486"/>
                  </a:lnTo>
                  <a:lnTo>
                    <a:pt x="347" y="425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0" name="Freeform 126"/>
            <p:cNvSpPr>
              <a:spLocks/>
            </p:cNvSpPr>
            <p:nvPr/>
          </p:nvSpPr>
          <p:spPr bwMode="auto">
            <a:xfrm>
              <a:off x="3669" y="1750"/>
              <a:ext cx="961" cy="302"/>
            </a:xfrm>
            <a:custGeom>
              <a:avLst/>
              <a:gdLst/>
              <a:ahLst/>
              <a:cxnLst>
                <a:cxn ang="0">
                  <a:pos x="346" y="151"/>
                </a:cxn>
                <a:cxn ang="0">
                  <a:pos x="0" y="291"/>
                </a:cxn>
                <a:cxn ang="0">
                  <a:pos x="341" y="246"/>
                </a:cxn>
                <a:cxn ang="0">
                  <a:pos x="592" y="302"/>
                </a:cxn>
                <a:cxn ang="0">
                  <a:pos x="872" y="302"/>
                </a:cxn>
                <a:cxn ang="0">
                  <a:pos x="961" y="196"/>
                </a:cxn>
                <a:cxn ang="0">
                  <a:pos x="771" y="196"/>
                </a:cxn>
                <a:cxn ang="0">
                  <a:pos x="682" y="107"/>
                </a:cxn>
                <a:cxn ang="0">
                  <a:pos x="486" y="0"/>
                </a:cxn>
                <a:cxn ang="0">
                  <a:pos x="486" y="191"/>
                </a:cxn>
                <a:cxn ang="0">
                  <a:pos x="419" y="146"/>
                </a:cxn>
              </a:cxnLst>
              <a:rect l="0" t="0" r="r" b="b"/>
              <a:pathLst>
                <a:path w="961" h="302">
                  <a:moveTo>
                    <a:pt x="346" y="151"/>
                  </a:moveTo>
                  <a:lnTo>
                    <a:pt x="0" y="291"/>
                  </a:lnTo>
                  <a:lnTo>
                    <a:pt x="341" y="246"/>
                  </a:lnTo>
                  <a:lnTo>
                    <a:pt x="592" y="302"/>
                  </a:lnTo>
                  <a:lnTo>
                    <a:pt x="872" y="302"/>
                  </a:lnTo>
                  <a:lnTo>
                    <a:pt x="961" y="196"/>
                  </a:lnTo>
                  <a:lnTo>
                    <a:pt x="771" y="196"/>
                  </a:lnTo>
                  <a:lnTo>
                    <a:pt x="682" y="107"/>
                  </a:lnTo>
                  <a:lnTo>
                    <a:pt x="486" y="0"/>
                  </a:lnTo>
                  <a:lnTo>
                    <a:pt x="486" y="191"/>
                  </a:lnTo>
                  <a:lnTo>
                    <a:pt x="419" y="146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1" name="Freeform 127"/>
            <p:cNvSpPr>
              <a:spLocks/>
            </p:cNvSpPr>
            <p:nvPr/>
          </p:nvSpPr>
          <p:spPr bwMode="auto">
            <a:xfrm>
              <a:off x="4250" y="1465"/>
              <a:ext cx="766" cy="302"/>
            </a:xfrm>
            <a:custGeom>
              <a:avLst/>
              <a:gdLst/>
              <a:ahLst/>
              <a:cxnLst>
                <a:cxn ang="0">
                  <a:pos x="341" y="252"/>
                </a:cxn>
                <a:cxn ang="0">
                  <a:pos x="185" y="302"/>
                </a:cxn>
                <a:cxn ang="0">
                  <a:pos x="140" y="185"/>
                </a:cxn>
                <a:cxn ang="0">
                  <a:pos x="0" y="0"/>
                </a:cxn>
                <a:cxn ang="0">
                  <a:pos x="241" y="95"/>
                </a:cxn>
                <a:cxn ang="0">
                  <a:pos x="431" y="146"/>
                </a:cxn>
                <a:cxn ang="0">
                  <a:pos x="766" y="45"/>
                </a:cxn>
                <a:cxn ang="0">
                  <a:pos x="626" y="246"/>
                </a:cxn>
                <a:cxn ang="0">
                  <a:pos x="481" y="291"/>
                </a:cxn>
                <a:cxn ang="0">
                  <a:pos x="375" y="257"/>
                </a:cxn>
              </a:cxnLst>
              <a:rect l="0" t="0" r="r" b="b"/>
              <a:pathLst>
                <a:path w="766" h="302">
                  <a:moveTo>
                    <a:pt x="341" y="252"/>
                  </a:moveTo>
                  <a:lnTo>
                    <a:pt x="185" y="302"/>
                  </a:lnTo>
                  <a:lnTo>
                    <a:pt x="140" y="185"/>
                  </a:lnTo>
                  <a:lnTo>
                    <a:pt x="0" y="0"/>
                  </a:lnTo>
                  <a:lnTo>
                    <a:pt x="241" y="95"/>
                  </a:lnTo>
                  <a:lnTo>
                    <a:pt x="431" y="146"/>
                  </a:lnTo>
                  <a:lnTo>
                    <a:pt x="766" y="45"/>
                  </a:lnTo>
                  <a:lnTo>
                    <a:pt x="626" y="246"/>
                  </a:lnTo>
                  <a:lnTo>
                    <a:pt x="481" y="291"/>
                  </a:lnTo>
                  <a:lnTo>
                    <a:pt x="375" y="257"/>
                  </a:lnTo>
                </a:path>
              </a:pathLst>
            </a:custGeom>
            <a:noFill/>
            <a:ln w="190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2" name="Line 128"/>
            <p:cNvSpPr>
              <a:spLocks noChangeShapeType="1"/>
            </p:cNvSpPr>
            <p:nvPr/>
          </p:nvSpPr>
          <p:spPr bwMode="auto">
            <a:xfrm flipH="1" flipV="1">
              <a:off x="3202" y="1856"/>
              <a:ext cx="307" cy="7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3" name="Line 129"/>
            <p:cNvSpPr>
              <a:spLocks noChangeShapeType="1"/>
            </p:cNvSpPr>
            <p:nvPr/>
          </p:nvSpPr>
          <p:spPr bwMode="auto">
            <a:xfrm flipV="1">
              <a:off x="3540" y="1661"/>
              <a:ext cx="5" cy="9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4" name="Line 130"/>
            <p:cNvSpPr>
              <a:spLocks noChangeShapeType="1"/>
            </p:cNvSpPr>
            <p:nvPr/>
          </p:nvSpPr>
          <p:spPr bwMode="auto">
            <a:xfrm flipV="1">
              <a:off x="4010" y="1935"/>
              <a:ext cx="50" cy="9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" name="Line 131"/>
            <p:cNvSpPr>
              <a:spLocks noChangeShapeType="1"/>
            </p:cNvSpPr>
            <p:nvPr/>
          </p:nvSpPr>
          <p:spPr bwMode="auto">
            <a:xfrm flipH="1" flipV="1">
              <a:off x="4586" y="1756"/>
              <a:ext cx="5" cy="8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6" name="Line 132"/>
            <p:cNvSpPr>
              <a:spLocks noChangeShapeType="1"/>
            </p:cNvSpPr>
            <p:nvPr/>
          </p:nvSpPr>
          <p:spPr bwMode="auto">
            <a:xfrm flipH="1" flipV="1">
              <a:off x="4088" y="1929"/>
              <a:ext cx="447" cy="6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7" name="Line 133"/>
            <p:cNvSpPr>
              <a:spLocks noChangeShapeType="1"/>
            </p:cNvSpPr>
            <p:nvPr/>
          </p:nvSpPr>
          <p:spPr bwMode="auto">
            <a:xfrm>
              <a:off x="3305" y="2119"/>
              <a:ext cx="201" cy="4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8" name="Line 134"/>
            <p:cNvSpPr>
              <a:spLocks noChangeShapeType="1"/>
            </p:cNvSpPr>
            <p:nvPr/>
          </p:nvSpPr>
          <p:spPr bwMode="auto">
            <a:xfrm>
              <a:off x="3540" y="2119"/>
              <a:ext cx="0" cy="4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9" name="Line 135"/>
            <p:cNvSpPr>
              <a:spLocks noChangeShapeType="1"/>
            </p:cNvSpPr>
            <p:nvPr/>
          </p:nvSpPr>
          <p:spPr bwMode="auto">
            <a:xfrm flipH="1">
              <a:off x="4004" y="2119"/>
              <a:ext cx="45" cy="7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0" name="Line 136"/>
            <p:cNvSpPr>
              <a:spLocks noChangeShapeType="1"/>
            </p:cNvSpPr>
            <p:nvPr/>
          </p:nvSpPr>
          <p:spPr bwMode="auto">
            <a:xfrm>
              <a:off x="4217" y="2119"/>
              <a:ext cx="307" cy="4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Line 137"/>
            <p:cNvSpPr>
              <a:spLocks noChangeShapeType="1"/>
            </p:cNvSpPr>
            <p:nvPr/>
          </p:nvSpPr>
          <p:spPr bwMode="auto">
            <a:xfrm>
              <a:off x="4592" y="2114"/>
              <a:ext cx="0" cy="4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38" name="Rectangle 137"/>
          <p:cNvSpPr/>
          <p:nvPr/>
        </p:nvSpPr>
        <p:spPr>
          <a:xfrm>
            <a:off x="642257" y="3634273"/>
            <a:ext cx="58992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ts val="1000"/>
              </a:spcBef>
              <a:buClr>
                <a:srgbClr val="000000"/>
              </a:buClr>
              <a:buFontTx/>
              <a:buChar char="•"/>
            </a:pPr>
            <a:r>
              <a:rPr lang="en-US" sz="2600" kern="0" dirty="0" smtClean="0">
                <a:solidFill>
                  <a:srgbClr val="000000"/>
                </a:solidFill>
                <a:cs typeface="Tahoma" pitchFamily="34" charset="0"/>
              </a:rPr>
              <a:t>Many extensions: Capacities, fixed costs for hubs and arcs, congestion, hierarchies, inter-hub and access network  topologies, competition, etc.</a:t>
            </a:r>
          </a:p>
          <a:p>
            <a:pPr marL="342900" lvl="0" indent="-342900" eaLnBrk="0" hangingPunct="0">
              <a:spcBef>
                <a:spcPts val="1000"/>
              </a:spcBef>
              <a:buClr>
                <a:srgbClr val="000000"/>
              </a:buClr>
              <a:buFontTx/>
              <a:buChar char="•"/>
            </a:pPr>
            <a:r>
              <a:rPr lang="en-US" sz="2600" kern="0" dirty="0" smtClean="0">
                <a:solidFill>
                  <a:srgbClr val="0000FF"/>
                </a:solidFill>
                <a:cs typeface="Tahoma" pitchFamily="34" charset="0"/>
              </a:rPr>
              <a:t>Many areas still awaiting good research.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>
                <a:effectLst/>
              </a:rPr>
              <a:t>Hub </a:t>
            </a:r>
            <a:r>
              <a:rPr lang="en-US" altLang="ja-JP" sz="3200" dirty="0" smtClean="0">
                <a:effectLst/>
              </a:rPr>
              <a:t>Location Literature</a:t>
            </a:r>
            <a:endParaRPr lang="en-US" altLang="ja-JP" sz="3200" dirty="0">
              <a:effectLst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1" y="1280160"/>
            <a:ext cx="8191948" cy="557784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altLang="ja-JP" sz="2400" dirty="0" smtClean="0">
                <a:effectLst/>
              </a:rPr>
              <a:t>Early hub location surveys/reviews:</a:t>
            </a:r>
          </a:p>
          <a:p>
            <a:pPr lvl="1">
              <a:spcBef>
                <a:spcPts val="800"/>
              </a:spcBef>
            </a:pPr>
            <a:r>
              <a:rPr lang="en-US" sz="2200" dirty="0" smtClean="0"/>
              <a:t>Campbell, 1994, </a:t>
            </a:r>
            <a:r>
              <a:rPr lang="en-US" sz="2200" i="1" dirty="0" smtClean="0"/>
              <a:t>Studies in </a:t>
            </a:r>
            <a:r>
              <a:rPr lang="en-US" sz="2200" i="1" dirty="0" err="1" smtClean="0"/>
              <a:t>Locational</a:t>
            </a:r>
            <a:r>
              <a:rPr lang="en-US" sz="2200" i="1" dirty="0" smtClean="0"/>
              <a:t> Analysis.</a:t>
            </a:r>
          </a:p>
          <a:p>
            <a:pPr marL="1252538" lvl="2" indent="-338138">
              <a:spcBef>
                <a:spcPts val="800"/>
              </a:spcBef>
              <a:buFont typeface="Wingdings" pitchFamily="2" charset="2"/>
              <a:buChar char="Ø"/>
            </a:pP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00FF"/>
                </a:solidFill>
              </a:rPr>
              <a:t>23</a:t>
            </a:r>
            <a:r>
              <a:rPr lang="en-US" sz="1800" dirty="0" smtClean="0"/>
              <a:t> transportation and 9 telecom references.</a:t>
            </a:r>
          </a:p>
          <a:p>
            <a:pPr lvl="1">
              <a:spcBef>
                <a:spcPts val="800"/>
              </a:spcBef>
            </a:pPr>
            <a:r>
              <a:rPr lang="en-US" sz="2200" dirty="0" smtClean="0"/>
              <a:t>O’Kelly and Miller, 1994, </a:t>
            </a:r>
            <a:r>
              <a:rPr lang="en-US" sz="2200" i="1" dirty="0" smtClean="0"/>
              <a:t>Journal of Transport Geography.</a:t>
            </a:r>
          </a:p>
          <a:p>
            <a:pPr lvl="1">
              <a:spcBef>
                <a:spcPts val="800"/>
              </a:spcBef>
            </a:pPr>
            <a:r>
              <a:rPr lang="en-US" altLang="ja-JP" sz="2200" dirty="0" smtClean="0"/>
              <a:t>Campbell, 1994, “Integer programming formulations of discrete hub location problems”, </a:t>
            </a:r>
            <a:r>
              <a:rPr lang="en-US" altLang="ja-JP" sz="2200" i="1" dirty="0" smtClean="0"/>
              <a:t>EJOR</a:t>
            </a:r>
            <a:r>
              <a:rPr lang="en-US" altLang="ja-JP" sz="2200" dirty="0" smtClean="0"/>
              <a:t>.</a:t>
            </a:r>
          </a:p>
          <a:p>
            <a:pPr lvl="1">
              <a:spcBef>
                <a:spcPts val="800"/>
              </a:spcBef>
            </a:pPr>
            <a:r>
              <a:rPr lang="en-US" sz="2200" dirty="0" err="1" smtClean="0"/>
              <a:t>Klincewicz</a:t>
            </a:r>
            <a:r>
              <a:rPr lang="en-US" sz="2200" dirty="0" smtClean="0"/>
              <a:t>, 1998,</a:t>
            </a:r>
            <a:r>
              <a:rPr lang="en-US" sz="2200" i="1" dirty="0" smtClean="0"/>
              <a:t> Location Science</a:t>
            </a:r>
            <a:r>
              <a:rPr lang="en-US" sz="2200" dirty="0" smtClean="0"/>
              <a:t>.</a:t>
            </a:r>
          </a:p>
          <a:p>
            <a:pPr>
              <a:spcBef>
                <a:spcPts val="800"/>
              </a:spcBef>
            </a:pPr>
            <a:r>
              <a:rPr lang="en-US" altLang="ja-JP" sz="2400" dirty="0" smtClean="0"/>
              <a:t>Recent surveys:</a:t>
            </a:r>
          </a:p>
          <a:p>
            <a:pPr lvl="1">
              <a:spcBef>
                <a:spcPts val="800"/>
              </a:spcBef>
            </a:pPr>
            <a:r>
              <a:rPr lang="en-US" altLang="ja-JP" sz="2200" dirty="0" smtClean="0"/>
              <a:t>Campbell, Ernst and </a:t>
            </a:r>
            <a:r>
              <a:rPr lang="en-US" altLang="ja-JP" sz="2200" dirty="0" err="1" smtClean="0"/>
              <a:t>Krishnamoorthy</a:t>
            </a:r>
            <a:r>
              <a:rPr lang="en-US" altLang="ja-JP" sz="2200" dirty="0" smtClean="0"/>
              <a:t>, 2002, in </a:t>
            </a:r>
            <a:r>
              <a:rPr lang="en-US" altLang="ja-JP" sz="2200" i="1" dirty="0" smtClean="0"/>
              <a:t>Facility Location: Applications and Theory.</a:t>
            </a:r>
          </a:p>
          <a:p>
            <a:pPr lvl="1">
              <a:spcBef>
                <a:spcPts val="800"/>
              </a:spcBef>
            </a:pPr>
            <a:r>
              <a:rPr lang="en-US" altLang="ja-JP" sz="2200" dirty="0" err="1" smtClean="0"/>
              <a:t>Alumur</a:t>
            </a:r>
            <a:r>
              <a:rPr lang="en-US" altLang="ja-JP" sz="2200" dirty="0" smtClean="0"/>
              <a:t> and Kara, 2008, </a:t>
            </a:r>
            <a:r>
              <a:rPr lang="en-US" altLang="ja-JP" sz="2200" i="1" dirty="0" smtClean="0"/>
              <a:t>EJOR</a:t>
            </a:r>
            <a:r>
              <a:rPr lang="en-US" altLang="ja-JP" sz="2200" dirty="0" smtClean="0"/>
              <a:t> (</a:t>
            </a:r>
            <a:r>
              <a:rPr lang="en-US" altLang="ja-JP" sz="2200" dirty="0" smtClean="0">
                <a:solidFill>
                  <a:srgbClr val="0000FF"/>
                </a:solidFill>
              </a:rPr>
              <a:t>106</a:t>
            </a:r>
            <a:r>
              <a:rPr lang="en-US" altLang="ja-JP" sz="2200" dirty="0" smtClean="0"/>
              <a:t> references).</a:t>
            </a:r>
          </a:p>
          <a:p>
            <a:pPr lvl="1">
              <a:spcBef>
                <a:spcPts val="800"/>
              </a:spcBef>
            </a:pPr>
            <a:r>
              <a:rPr lang="en-US" altLang="ja-JP" sz="2200" i="1" dirty="0" smtClean="0"/>
              <a:t>Computers &amp; Operations Research</a:t>
            </a:r>
            <a:r>
              <a:rPr lang="en-US" altLang="ja-JP" sz="2200" dirty="0" smtClean="0"/>
              <a:t> , 2009, vol. 36.</a:t>
            </a:r>
          </a:p>
          <a:p>
            <a:pPr>
              <a:spcBef>
                <a:spcPts val="800"/>
              </a:spcBef>
            </a:pPr>
            <a:r>
              <a:rPr lang="en-US" altLang="ja-JP" sz="2400" dirty="0" smtClean="0"/>
              <a:t>Much recent and current research</a:t>
            </a:r>
            <a:r>
              <a:rPr lang="en-US" altLang="ja-JP" sz="2400" dirty="0" smtClean="0"/>
              <a:t>…</a:t>
            </a:r>
            <a:endParaRPr lang="en-US" sz="2200" dirty="0" smtClean="0"/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Hub Median Model</a:t>
            </a:r>
            <a:endParaRPr lang="en-US" sz="3200" dirty="0"/>
          </a:p>
        </p:txBody>
      </p:sp>
      <p:sp>
        <p:nvSpPr>
          <p:cNvPr id="422230" name="Rectangle 342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04188" cy="2641002"/>
          </a:xfrm>
          <a:noFill/>
          <a:ln/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sz="2400" i="1" dirty="0" smtClean="0">
                <a:solidFill>
                  <a:srgbClr val="FF0000"/>
                </a:solidFill>
              </a:rPr>
              <a:t>p</a:t>
            </a:r>
            <a:r>
              <a:rPr lang="en-US" sz="2400" dirty="0" smtClean="0">
                <a:solidFill>
                  <a:srgbClr val="FF0000"/>
                </a:solidFill>
              </a:rPr>
              <a:t>-Hub Median</a:t>
            </a:r>
            <a:r>
              <a:rPr lang="en-US" sz="2400" dirty="0" smtClean="0"/>
              <a:t>: Locate </a:t>
            </a:r>
            <a:r>
              <a:rPr lang="en-US" sz="2400" b="1" i="1" dirty="0" smtClean="0">
                <a:solidFill>
                  <a:srgbClr val="0000CC"/>
                </a:solidFill>
              </a:rPr>
              <a:t>p</a:t>
            </a:r>
            <a:r>
              <a:rPr lang="en-US" sz="2400" b="1" dirty="0" smtClean="0">
                <a:solidFill>
                  <a:srgbClr val="0000CC"/>
                </a:solidFill>
              </a:rPr>
              <a:t> fully interconnected hubs </a:t>
            </a:r>
            <a:r>
              <a:rPr lang="en-US" sz="2400" dirty="0" smtClean="0"/>
              <a:t>to minimize the total transportation cost.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 smtClean="0"/>
              <a:t>Assume: 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FontTx/>
              <a:buAutoNum type="arabicParenBoth"/>
              <a:defRPr/>
            </a:pPr>
            <a:r>
              <a:rPr lang="en-US" sz="2200" dirty="0" smtClean="0"/>
              <a:t> </a:t>
            </a:r>
            <a:r>
              <a:rPr lang="en-US" sz="2400" dirty="0" smtClean="0"/>
              <a:t>Every o-d path visits at least 1 hub.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FontTx/>
              <a:buAutoNum type="arabicParenBoth"/>
              <a:defRPr/>
            </a:pPr>
            <a:r>
              <a:rPr lang="en-US" sz="2400" dirty="0" smtClean="0"/>
              <a:t> Inter-hub cost per unit flow is discounted using </a:t>
            </a:r>
            <a:r>
              <a:rPr lang="en-US" sz="2400" dirty="0" smtClean="0">
                <a:sym typeface="Symbol" pitchFamily="18" charset="2"/>
              </a:rPr>
              <a:t>.</a:t>
            </a:r>
          </a:p>
        </p:txBody>
      </p:sp>
      <p:sp>
        <p:nvSpPr>
          <p:cNvPr id="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1111584" y="3689873"/>
            <a:ext cx="7003228" cy="3168127"/>
          </a:xfrm>
          <a:prstGeom prst="rect">
            <a:avLst/>
          </a:prstGeom>
          <a:solidFill>
            <a:srgbClr val="CCECFF">
              <a:alpha val="38824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21969" name="Rectangle 81"/>
          <p:cNvSpPr>
            <a:spLocks noChangeArrowheads="1"/>
          </p:cNvSpPr>
          <p:nvPr/>
        </p:nvSpPr>
        <p:spPr bwMode="auto">
          <a:xfrm>
            <a:off x="5873673" y="3662363"/>
            <a:ext cx="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endParaRPr lang="en-AU" sz="2400">
              <a:latin typeface="Times New Roman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004106" y="3766230"/>
            <a:ext cx="143689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Verdana" pitchFamily="34" charset="0"/>
              </a:rPr>
              <a:t>Boston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668272" y="6045120"/>
            <a:ext cx="815967" cy="27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Verdana" pitchFamily="34" charset="0"/>
              </a:rPr>
              <a:t>Dallas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880945" y="4106378"/>
            <a:ext cx="863731" cy="277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dirty="0">
                <a:latin typeface="Verdana" pitchFamily="34" charset="0"/>
              </a:rPr>
              <a:t>Chicago</a:t>
            </a:r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2097758" y="4745750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5292636" y="4097211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6951106" y="3821066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31"/>
          <p:cNvSpPr>
            <a:spLocks noChangeArrowheads="1"/>
          </p:cNvSpPr>
          <p:nvPr/>
        </p:nvSpPr>
        <p:spPr bwMode="auto">
          <a:xfrm>
            <a:off x="6323541" y="4542938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32"/>
          <p:cNvSpPr>
            <a:spLocks noChangeArrowheads="1"/>
          </p:cNvSpPr>
          <p:nvPr/>
        </p:nvSpPr>
        <p:spPr bwMode="auto">
          <a:xfrm>
            <a:off x="5122808" y="4775542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3"/>
          <p:cNvSpPr>
            <a:spLocks noChangeArrowheads="1"/>
          </p:cNvSpPr>
          <p:nvPr/>
        </p:nvSpPr>
        <p:spPr bwMode="auto">
          <a:xfrm>
            <a:off x="5291309" y="5746059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34"/>
          <p:cNvSpPr>
            <a:spLocks noChangeArrowheads="1"/>
          </p:cNvSpPr>
          <p:nvPr/>
        </p:nvSpPr>
        <p:spPr bwMode="auto">
          <a:xfrm>
            <a:off x="3502814" y="6643243"/>
            <a:ext cx="123390" cy="12833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3299384" y="6115949"/>
            <a:ext cx="118872" cy="11887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Rectangle 34"/>
          <p:cNvSpPr>
            <a:spLocks noChangeArrowheads="1"/>
          </p:cNvSpPr>
          <p:nvPr/>
        </p:nvSpPr>
        <p:spPr bwMode="auto">
          <a:xfrm>
            <a:off x="5475846" y="4263336"/>
            <a:ext cx="118872" cy="11887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34"/>
          <p:cNvSpPr>
            <a:spLocks noChangeArrowheads="1"/>
          </p:cNvSpPr>
          <p:nvPr/>
        </p:nvSpPr>
        <p:spPr bwMode="auto">
          <a:xfrm>
            <a:off x="4594784" y="4339536"/>
            <a:ext cx="118872" cy="11887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5" name="Group 64"/>
          <p:cNvGrpSpPr/>
          <p:nvPr/>
        </p:nvGrpSpPr>
        <p:grpSpPr>
          <a:xfrm>
            <a:off x="2109699" y="4324085"/>
            <a:ext cx="3442985" cy="1824160"/>
            <a:chOff x="2109699" y="4324085"/>
            <a:chExt cx="3442985" cy="1824160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2109699" y="4367627"/>
              <a:ext cx="2544757" cy="4342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3350235" y="5786163"/>
              <a:ext cx="1968936" cy="3620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H="1">
              <a:off x="5227624" y="4324085"/>
              <a:ext cx="325060" cy="4927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H="1" flipV="1">
              <a:off x="4669051" y="4381377"/>
              <a:ext cx="683290" cy="1421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124187" y="3737256"/>
            <a:ext cx="5905265" cy="2948383"/>
            <a:chOff x="1124187" y="3737256"/>
            <a:chExt cx="5905265" cy="2948383"/>
          </a:xfrm>
        </p:grpSpPr>
        <p:grpSp>
          <p:nvGrpSpPr>
            <p:cNvPr id="66" name="Group 65"/>
            <p:cNvGrpSpPr/>
            <p:nvPr/>
          </p:nvGrpSpPr>
          <p:grpSpPr>
            <a:xfrm>
              <a:off x="2109699" y="3874920"/>
              <a:ext cx="4901112" cy="2810719"/>
              <a:chOff x="2109699" y="3874920"/>
              <a:chExt cx="4901112" cy="2810719"/>
            </a:xfrm>
          </p:grpSpPr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>
                <a:off x="2109699" y="4788146"/>
                <a:ext cx="1256457" cy="13761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 flipV="1">
                <a:off x="4699567" y="4353877"/>
                <a:ext cx="481620" cy="4480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 flipV="1">
                <a:off x="5352341" y="4309189"/>
                <a:ext cx="214938" cy="14769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 flipH="1" flipV="1">
                <a:off x="3352888" y="6148245"/>
                <a:ext cx="214938" cy="53739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5337746" y="4151065"/>
                <a:ext cx="200343" cy="1317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 flipH="1">
                <a:off x="5536762" y="3874920"/>
                <a:ext cx="1474049" cy="4342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 flipH="1" flipV="1">
                <a:off x="5567278" y="4295439"/>
                <a:ext cx="808007" cy="303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124187" y="3737256"/>
              <a:ext cx="5905265" cy="2494634"/>
              <a:chOff x="1124187" y="3737256"/>
              <a:chExt cx="5905265" cy="2494634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3289203" y="4256481"/>
                <a:ext cx="3740249" cy="1975409"/>
                <a:chOff x="3289203" y="4256481"/>
                <a:chExt cx="3740249" cy="1975409"/>
              </a:xfrm>
            </p:grpSpPr>
            <p:sp>
              <p:nvSpPr>
                <p:cNvPr id="23" name="Line 23"/>
                <p:cNvSpPr>
                  <a:spLocks noChangeShapeType="1"/>
                </p:cNvSpPr>
                <p:nvPr/>
              </p:nvSpPr>
              <p:spPr bwMode="auto">
                <a:xfrm flipH="1" flipV="1">
                  <a:off x="5620349" y="4411168"/>
                  <a:ext cx="716459" cy="687497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4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3335640" y="4319502"/>
                  <a:ext cx="2219697" cy="1858534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3358195" y="4367627"/>
                  <a:ext cx="1294934" cy="179093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6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4653129" y="4322939"/>
                  <a:ext cx="914149" cy="55000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9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6001976" y="5101244"/>
                  <a:ext cx="1027476" cy="277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1200" dirty="0">
                      <a:latin typeface="Verdana" pitchFamily="34" charset="0"/>
                    </a:rPr>
                    <a:t>Cleveland</a:t>
                  </a:r>
                </a:p>
              </p:txBody>
            </p:sp>
            <p:sp>
              <p:nvSpPr>
                <p:cNvPr id="41" name="Rectangle 44"/>
                <p:cNvSpPr>
                  <a:spLocks noChangeArrowheads="1"/>
                </p:cNvSpPr>
                <p:nvPr/>
              </p:nvSpPr>
              <p:spPr bwMode="auto">
                <a:xfrm>
                  <a:off x="5475731" y="4256481"/>
                  <a:ext cx="123390" cy="128333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Rectangle 45"/>
                <p:cNvSpPr>
                  <a:spLocks noChangeArrowheads="1"/>
                </p:cNvSpPr>
                <p:nvPr/>
              </p:nvSpPr>
              <p:spPr bwMode="auto">
                <a:xfrm>
                  <a:off x="4590771" y="4333252"/>
                  <a:ext cx="123390" cy="128333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Rectangle 46"/>
                <p:cNvSpPr>
                  <a:spLocks noChangeArrowheads="1"/>
                </p:cNvSpPr>
                <p:nvPr/>
              </p:nvSpPr>
              <p:spPr bwMode="auto">
                <a:xfrm>
                  <a:off x="3289203" y="6103557"/>
                  <a:ext cx="123390" cy="128333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3" name="Rectangle 52"/>
              <p:cNvSpPr/>
              <p:nvPr/>
            </p:nvSpPr>
            <p:spPr>
              <a:xfrm>
                <a:off x="1124187" y="3737256"/>
                <a:ext cx="214615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 smtClean="0">
                    <a:solidFill>
                      <a:srgbClr val="000000"/>
                    </a:solidFill>
                    <a:latin typeface="Verdana" pitchFamily="34" charset="0"/>
                  </a:rPr>
                  <a:t>3 Hub Median Optimal Solution </a:t>
                </a:r>
                <a:endParaRPr lang="en-US" sz="1600" b="1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 bwMode="auto">
          <a:xfrm>
            <a:off x="816429" y="3614057"/>
            <a:ext cx="7848600" cy="324394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>
                <a:effectLst/>
              </a:rPr>
              <a:t>Hub </a:t>
            </a:r>
            <a:r>
              <a:rPr lang="en-US" altLang="ja-JP" sz="3200" dirty="0" smtClean="0"/>
              <a:t>Median </a:t>
            </a:r>
            <a:r>
              <a:rPr lang="en-US" altLang="ja-JP" sz="3200" dirty="0" smtClean="0">
                <a:effectLst/>
              </a:rPr>
              <a:t>Formulations</a:t>
            </a:r>
            <a:endParaRPr lang="en-US" altLang="ja-JP" sz="3200" dirty="0">
              <a:effectLst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1" y="1280161"/>
            <a:ext cx="8191948" cy="853440"/>
          </a:xfrm>
        </p:spPr>
        <p:txBody>
          <a:bodyPr/>
          <a:lstStyle/>
          <a:p>
            <a:pPr marL="342900" lvl="1" indent="-342900">
              <a:spcBef>
                <a:spcPts val="1200"/>
              </a:spcBef>
              <a:buFontTx/>
              <a:buChar char="•"/>
            </a:pPr>
            <a:r>
              <a:rPr lang="en-US" sz="2200" dirty="0" smtClean="0">
                <a:sym typeface="Symbol" pitchFamily="18" charset="2"/>
              </a:rPr>
              <a:t>Cost: </a:t>
            </a:r>
            <a:r>
              <a:rPr lang="en-US" sz="2200" i="1" dirty="0" err="1" smtClean="0">
                <a:sym typeface="Symbol" pitchFamily="18" charset="2"/>
              </a:rPr>
              <a:t>i</a:t>
            </a:r>
            <a:r>
              <a:rPr lang="en-US" sz="2200" i="1" dirty="0" smtClean="0">
                <a:sym typeface="Symbol" pitchFamily="18" charset="2"/>
              </a:rPr>
              <a:t>  k  m j</a:t>
            </a:r>
            <a:r>
              <a:rPr lang="en-US" sz="2200" dirty="0" smtClean="0">
                <a:sym typeface="Symbol" pitchFamily="18" charset="2"/>
              </a:rPr>
              <a:t> 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l-GR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χ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ik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sz="2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km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l-GR" sz="22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δ</a:t>
            </a:r>
            <a:r>
              <a:rPr lang="en-US" sz="22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2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mj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endParaRPr lang="en-US" altLang="ja-JP" sz="2200" dirty="0" smtClean="0"/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4656470" y="1572680"/>
            <a:ext cx="4302472" cy="976034"/>
            <a:chOff x="4449636" y="1637996"/>
            <a:chExt cx="4302472" cy="976034"/>
          </a:xfrm>
        </p:grpSpPr>
        <p:grpSp>
          <p:nvGrpSpPr>
            <p:cNvPr id="43" name="Group 42"/>
            <p:cNvGrpSpPr/>
            <p:nvPr/>
          </p:nvGrpSpPr>
          <p:grpSpPr>
            <a:xfrm>
              <a:off x="4679730" y="1642252"/>
              <a:ext cx="4072378" cy="971778"/>
              <a:chOff x="4679730" y="1642252"/>
              <a:chExt cx="4072378" cy="971778"/>
            </a:xfrm>
          </p:grpSpPr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H="1">
                <a:off x="7468954" y="1730829"/>
                <a:ext cx="956588" cy="406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679730" y="2057952"/>
                <a:ext cx="119063" cy="13017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8390158" y="1669240"/>
                <a:ext cx="119063" cy="13017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>
                <a:off x="4735286" y="2122714"/>
                <a:ext cx="1091286" cy="658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 flipV="1">
                <a:off x="5836096" y="2155370"/>
                <a:ext cx="1598847" cy="33209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" name="Text Box 12"/>
              <p:cNvSpPr txBox="1">
                <a:spLocks noChangeArrowheads="1"/>
              </p:cNvSpPr>
              <p:nvPr/>
            </p:nvSpPr>
            <p:spPr bwMode="auto">
              <a:xfrm>
                <a:off x="5871021" y="2213980"/>
                <a:ext cx="330200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k</a:t>
                </a:r>
              </a:p>
            </p:txBody>
          </p:sp>
          <p:sp>
            <p:nvSpPr>
              <p:cNvPr id="17" name="Text Box 13"/>
              <p:cNvSpPr txBox="1">
                <a:spLocks noChangeArrowheads="1"/>
              </p:cNvSpPr>
              <p:nvPr/>
            </p:nvSpPr>
            <p:spPr bwMode="auto">
              <a:xfrm>
                <a:off x="8467945" y="1642252"/>
                <a:ext cx="284163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j</a:t>
                </a: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5750371" y="2099680"/>
                <a:ext cx="182563" cy="182563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" name="Group 18"/>
              <p:cNvGrpSpPr>
                <a:grpSpLocks/>
              </p:cNvGrpSpPr>
              <p:nvPr/>
            </p:nvGrpSpPr>
            <p:grpSpPr bwMode="auto">
              <a:xfrm>
                <a:off x="7349211" y="2062936"/>
                <a:ext cx="520700" cy="431800"/>
                <a:chOff x="3496" y="3657"/>
                <a:chExt cx="328" cy="272"/>
              </a:xfrm>
            </p:grpSpPr>
            <p:sp>
              <p:nvSpPr>
                <p:cNvPr id="2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587" y="3677"/>
                  <a:ext cx="23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i="1" dirty="0" smtClean="0">
                      <a:cs typeface="Tahoma" pitchFamily="34" charset="0"/>
                    </a:rPr>
                    <a:t>m</a:t>
                  </a:r>
                  <a:endParaRPr lang="en-US" sz="2000" i="1" dirty="0">
                    <a:cs typeface="Tahoma" pitchFamily="34" charset="0"/>
                  </a:endParaRPr>
                </a:p>
              </p:txBody>
            </p:sp>
            <p:sp>
              <p:nvSpPr>
                <p:cNvPr id="21" name="Rectangle 17"/>
                <p:cNvSpPr>
                  <a:spLocks noChangeArrowheads="1"/>
                </p:cNvSpPr>
                <p:nvPr/>
              </p:nvSpPr>
              <p:spPr bwMode="auto">
                <a:xfrm>
                  <a:off x="3496" y="3657"/>
                  <a:ext cx="115" cy="11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449636" y="1946504"/>
              <a:ext cx="2841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 err="1" smtClean="0">
                  <a:cs typeface="Tahoma" pitchFamily="34" charset="0"/>
                </a:rPr>
                <a:t>i</a:t>
              </a:r>
              <a:endParaRPr lang="en-US" sz="2000" i="1" dirty="0">
                <a:latin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 rot="171608">
              <a:off x="4840789" y="1889679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collection</a:t>
              </a:r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87947" y="1892879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transfer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 rot="20030257">
              <a:off x="7400328" y="1637996"/>
              <a:ext cx="11555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distribution</a:t>
              </a:r>
              <a:endParaRPr lang="en-US" sz="1400" dirty="0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653143" y="2162167"/>
            <a:ext cx="809897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Single allocation:</a:t>
            </a: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1 if node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is allocated to a hub at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;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0 otherwise</a:t>
            </a: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1 if node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is a hub; 0 otherwise</a:t>
            </a:r>
            <a:endParaRPr lang="en-US" sz="2000" i="1" kern="0" dirty="0" smtClean="0">
              <a:solidFill>
                <a:srgbClr val="000000"/>
              </a:solidFill>
              <a:cs typeface="Tahoma" pitchFamily="34" charset="0"/>
            </a:endParaRP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1415153" y="3843015"/>
            <a:ext cx="9797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Min 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</p:txBody>
      </p:sp>
      <p:graphicFrame>
        <p:nvGraphicFramePr>
          <p:cNvPr id="29" name="Object 2"/>
          <p:cNvGraphicFramePr>
            <a:graphicFrameLocks noChangeAspect="1"/>
          </p:cNvGraphicFramePr>
          <p:nvPr/>
        </p:nvGraphicFramePr>
        <p:xfrm>
          <a:off x="2001838" y="3622675"/>
          <a:ext cx="5510212" cy="796925"/>
        </p:xfrm>
        <a:graphic>
          <a:graphicData uri="http://schemas.openxmlformats.org/presentationml/2006/ole">
            <p:oleObj spid="_x0000_s63492" name="Equation" r:id="rId4" imgW="3098520" imgH="507960" progId="Equation.3">
              <p:embed/>
            </p:oleObj>
          </a:graphicData>
        </a:graphic>
      </p:graphicFrame>
      <p:graphicFrame>
        <p:nvGraphicFramePr>
          <p:cNvPr id="36" name="Object 3"/>
          <p:cNvGraphicFramePr>
            <a:graphicFrameLocks noChangeAspect="1"/>
          </p:cNvGraphicFramePr>
          <p:nvPr/>
        </p:nvGraphicFramePr>
        <p:xfrm>
          <a:off x="2155825" y="5072063"/>
          <a:ext cx="1728788" cy="627062"/>
        </p:xfrm>
        <a:graphic>
          <a:graphicData uri="http://schemas.openxmlformats.org/presentationml/2006/ole">
            <p:oleObj spid="_x0000_s63493" name="Equation" r:id="rId5" imgW="863280" imgH="368280" progId="Equation.3">
              <p:embed/>
            </p:oleObj>
          </a:graphicData>
        </a:graphic>
      </p:graphicFrame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2141538" y="5824538"/>
          <a:ext cx="1712005" cy="611187"/>
        </p:xfrm>
        <a:graphic>
          <a:graphicData uri="http://schemas.openxmlformats.org/presentationml/2006/ole">
            <p:oleObj spid="_x0000_s63494" name="Equation" r:id="rId6" imgW="787320" imgH="368280" progId="Equation.3">
              <p:embed/>
            </p:oleObj>
          </a:graphicData>
        </a:graphic>
      </p:graphicFrame>
      <p:graphicFrame>
        <p:nvGraphicFramePr>
          <p:cNvPr id="38" name="Object 7"/>
          <p:cNvGraphicFramePr>
            <a:graphicFrameLocks noChangeAspect="1"/>
          </p:cNvGraphicFramePr>
          <p:nvPr/>
        </p:nvGraphicFramePr>
        <p:xfrm>
          <a:off x="2217738" y="6443663"/>
          <a:ext cx="1924050" cy="382587"/>
        </p:xfrm>
        <a:graphic>
          <a:graphicData uri="http://schemas.openxmlformats.org/presentationml/2006/ole">
            <p:oleObj spid="_x0000_s63495" name="Equation" r:id="rId7" imgW="965160" imgH="190440" progId="Equation.3">
              <p:embed/>
            </p:oleObj>
          </a:graphicData>
        </a:graphic>
      </p:graphicFrame>
      <p:sp>
        <p:nvSpPr>
          <p:cNvPr id="39" name="Right Brace 38"/>
          <p:cNvSpPr/>
          <p:nvPr/>
        </p:nvSpPr>
        <p:spPr bwMode="auto">
          <a:xfrm>
            <a:off x="4191009" y="5791200"/>
            <a:ext cx="141519" cy="45721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32541" y="5845640"/>
            <a:ext cx="142600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993366"/>
                </a:solidFill>
              </a:rPr>
              <a:t>Use</a:t>
            </a:r>
            <a:r>
              <a:rPr lang="en-US" sz="1800" i="1" dirty="0" smtClean="0">
                <a:solidFill>
                  <a:srgbClr val="993366"/>
                </a:solidFill>
              </a:rPr>
              <a:t> p</a:t>
            </a:r>
            <a:r>
              <a:rPr lang="en-US" sz="1800" dirty="0" smtClean="0">
                <a:solidFill>
                  <a:srgbClr val="993366"/>
                </a:solidFill>
              </a:rPr>
              <a:t> hubs</a:t>
            </a:r>
          </a:p>
        </p:txBody>
      </p:sp>
      <p:sp>
        <p:nvSpPr>
          <p:cNvPr id="41" name="Right Brace 40"/>
          <p:cNvSpPr/>
          <p:nvPr/>
        </p:nvSpPr>
        <p:spPr bwMode="auto">
          <a:xfrm>
            <a:off x="4191014" y="5083631"/>
            <a:ext cx="152400" cy="44632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77777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777777"/>
              </a:solidFill>
              <a:effectLst/>
              <a:latin typeface="Tahoma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56327" y="5138044"/>
            <a:ext cx="225334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777777"/>
                </a:solidFill>
              </a:rPr>
              <a:t>Serve all o-d flows</a:t>
            </a:r>
            <a:endParaRPr lang="en-US" sz="1800" dirty="0">
              <a:solidFill>
                <a:srgbClr val="777777"/>
              </a:solidFill>
            </a:endParaRPr>
          </a:p>
        </p:txBody>
      </p:sp>
      <p:graphicFrame>
        <p:nvGraphicFramePr>
          <p:cNvPr id="63496" name="Object 3"/>
          <p:cNvGraphicFramePr>
            <a:graphicFrameLocks noChangeAspect="1"/>
          </p:cNvGraphicFramePr>
          <p:nvPr/>
        </p:nvGraphicFramePr>
        <p:xfrm>
          <a:off x="2176463" y="4441825"/>
          <a:ext cx="3127375" cy="625475"/>
        </p:xfrm>
        <a:graphic>
          <a:graphicData uri="http://schemas.openxmlformats.org/presentationml/2006/ole">
            <p:oleObj spid="_x0000_s63496" name="Equation" r:id="rId8" imgW="1562040" imgH="368280" progId="Equation.3">
              <p:embed/>
            </p:oleObj>
          </a:graphicData>
        </a:graphic>
      </p:graphicFrame>
      <p:sp>
        <p:nvSpPr>
          <p:cNvPr id="46" name="Right Brace 45"/>
          <p:cNvSpPr/>
          <p:nvPr/>
        </p:nvSpPr>
        <p:spPr bwMode="auto">
          <a:xfrm>
            <a:off x="5464639" y="4463143"/>
            <a:ext cx="141519" cy="45721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97312" y="4506697"/>
            <a:ext cx="26996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0000FF"/>
                </a:solidFill>
              </a:rPr>
              <a:t>Link flows and hubs</a:t>
            </a:r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874948" y="4426184"/>
            <a:ext cx="13287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Subject to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  <a:p>
            <a:pPr eaLnBrk="0" hangingPunct="0"/>
            <a:r>
              <a:rPr lang="en-US" sz="1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endParaRPr lang="en-US" sz="2400" dirty="0"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 bwMode="auto">
          <a:xfrm>
            <a:off x="566057" y="3356517"/>
            <a:ext cx="8276860" cy="350148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>
                <a:effectLst/>
              </a:rPr>
              <a:t>Hub </a:t>
            </a:r>
            <a:r>
              <a:rPr lang="en-US" altLang="ja-JP" sz="3200" dirty="0" smtClean="0"/>
              <a:t>Median </a:t>
            </a:r>
            <a:r>
              <a:rPr lang="en-US" altLang="ja-JP" sz="3200" dirty="0" smtClean="0">
                <a:effectLst/>
              </a:rPr>
              <a:t>Formulations</a:t>
            </a:r>
            <a:endParaRPr lang="en-US" altLang="ja-JP" sz="3200" dirty="0">
              <a:effectLst/>
            </a:endParaRP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1073819" y="3523232"/>
            <a:ext cx="1647611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Min 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535882" y="4121383"/>
            <a:ext cx="13287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Subject to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  <a:p>
            <a:pPr eaLnBrk="0" hangingPunct="0"/>
            <a:r>
              <a:rPr lang="en-US" sz="1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endParaRPr lang="en-US" sz="2400" dirty="0">
              <a:ea typeface="Calibri" pitchFamily="34" charset="0"/>
              <a:cs typeface="Times New Roman" pitchFamily="18" charset="0"/>
            </a:endParaRPr>
          </a:p>
        </p:txBody>
      </p:sp>
      <p:graphicFrame>
        <p:nvGraphicFramePr>
          <p:cNvPr id="29" name="Object 2"/>
          <p:cNvGraphicFramePr>
            <a:graphicFrameLocks noChangeAspect="1"/>
          </p:cNvGraphicFramePr>
          <p:nvPr/>
        </p:nvGraphicFramePr>
        <p:xfrm>
          <a:off x="1644424" y="3490913"/>
          <a:ext cx="3197225" cy="585787"/>
        </p:xfrm>
        <a:graphic>
          <a:graphicData uri="http://schemas.openxmlformats.org/presentationml/2006/ole">
            <p:oleObj spid="_x0000_s216069" name="Equation" r:id="rId4" imgW="1942920" imgH="393480" progId="Equation.3">
              <p:embed/>
            </p:oleObj>
          </a:graphicData>
        </a:graphic>
      </p:graphicFrame>
      <p:sp>
        <p:nvSpPr>
          <p:cNvPr id="35" name="Rectangle 34"/>
          <p:cNvSpPr/>
          <p:nvPr/>
        </p:nvSpPr>
        <p:spPr>
          <a:xfrm>
            <a:off x="566058" y="1258651"/>
            <a:ext cx="8098971" cy="2885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Multiple allocation: </a:t>
            </a:r>
            <a:r>
              <a:rPr lang="en-US" sz="2400" i="1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4 subscripted “path” variables</a:t>
            </a:r>
            <a:endParaRPr lang="en-US" sz="2400" kern="0" dirty="0" smtClean="0">
              <a:solidFill>
                <a:srgbClr val="000000"/>
              </a:solidFill>
              <a:cs typeface="Tahoma" pitchFamily="34" charset="0"/>
              <a:sym typeface="Symbol" pitchFamily="18" charset="2"/>
            </a:endParaRP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ijkm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 fraction of flow that travels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-k-m-j</a:t>
            </a: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i="1" kern="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 1 if node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is a hub; 0 otherwise</a:t>
            </a: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dirty="0" smtClean="0">
                <a:sym typeface="Symbol" pitchFamily="18" charset="2"/>
              </a:rPr>
              <a:t>Cost: </a:t>
            </a:r>
            <a:r>
              <a:rPr lang="en-US" sz="2000" i="1" dirty="0" err="1" smtClean="0">
                <a:sym typeface="Symbol" pitchFamily="18" charset="2"/>
              </a:rPr>
              <a:t>i</a:t>
            </a:r>
            <a:r>
              <a:rPr lang="en-US" sz="2000" i="1" dirty="0" smtClean="0">
                <a:sym typeface="Symbol" pitchFamily="18" charset="2"/>
              </a:rPr>
              <a:t>  k  m j</a:t>
            </a:r>
            <a:r>
              <a:rPr lang="en-US" sz="2000" dirty="0" smtClean="0">
                <a:sym typeface="Symbol" pitchFamily="18" charset="2"/>
              </a:rPr>
              <a:t> :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ijkm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l-G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χ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ik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km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l-GR" sz="2000" i="1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δ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mj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</a:t>
            </a:r>
            <a:endParaRPr lang="en-US" altLang="ja-JP" sz="2000" dirty="0" smtClean="0"/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</p:txBody>
      </p:sp>
      <p:graphicFrame>
        <p:nvGraphicFramePr>
          <p:cNvPr id="37" name="Object 3"/>
          <p:cNvGraphicFramePr>
            <a:graphicFrameLocks noChangeAspect="1"/>
          </p:cNvGraphicFramePr>
          <p:nvPr/>
        </p:nvGraphicFramePr>
        <p:xfrm>
          <a:off x="1992313" y="4192588"/>
          <a:ext cx="2686050" cy="595312"/>
        </p:xfrm>
        <a:graphic>
          <a:graphicData uri="http://schemas.openxmlformats.org/presentationml/2006/ole">
            <p:oleObj spid="_x0000_s216070" name="Equation" r:id="rId5" imgW="1612800" imgH="368280" progId="Equation.3">
              <p:embed/>
            </p:oleObj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974850" y="4792663"/>
          <a:ext cx="1647825" cy="623887"/>
        </p:xfrm>
        <a:graphic>
          <a:graphicData uri="http://schemas.openxmlformats.org/presentationml/2006/ole">
            <p:oleObj spid="_x0000_s216071" name="Equation" r:id="rId6" imgW="761760" imgH="368280" progId="Equation.3">
              <p:embed/>
            </p:oleObj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/>
        </p:nvGraphicFramePr>
        <p:xfrm>
          <a:off x="2133975" y="6128655"/>
          <a:ext cx="2438023" cy="361043"/>
        </p:xfrm>
        <a:graphic>
          <a:graphicData uri="http://schemas.openxmlformats.org/presentationml/2006/ole">
            <p:oleObj spid="_x0000_s216073" name="Equation" r:id="rId7" imgW="1460160" imgH="215640" progId="Equation.3">
              <p:embed/>
            </p:oleObj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/>
        </p:nvGraphicFramePr>
        <p:xfrm>
          <a:off x="2074863" y="5430838"/>
          <a:ext cx="4284662" cy="574675"/>
        </p:xfrm>
        <a:graphic>
          <a:graphicData uri="http://schemas.openxmlformats.org/presentationml/2006/ole">
            <p:oleObj spid="_x0000_s216074" name="Equation" r:id="rId8" imgW="2527200" imgH="368280" progId="Equation.3">
              <p:embed/>
            </p:oleObj>
          </a:graphicData>
        </a:graphic>
      </p:graphicFrame>
      <p:sp>
        <p:nvSpPr>
          <p:cNvPr id="42" name="Right Brace 41"/>
          <p:cNvSpPr/>
          <p:nvPr/>
        </p:nvSpPr>
        <p:spPr bwMode="auto">
          <a:xfrm>
            <a:off x="5965391" y="4794522"/>
            <a:ext cx="168028" cy="50309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50465" y="4850514"/>
            <a:ext cx="20010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993366"/>
                </a:solidFill>
              </a:rPr>
              <a:t>Use</a:t>
            </a:r>
            <a:r>
              <a:rPr lang="en-US" sz="1800" i="1" dirty="0" smtClean="0">
                <a:solidFill>
                  <a:srgbClr val="993366"/>
                </a:solidFill>
              </a:rPr>
              <a:t> p</a:t>
            </a:r>
            <a:r>
              <a:rPr lang="en-US" sz="1800" dirty="0" smtClean="0">
                <a:solidFill>
                  <a:srgbClr val="993366"/>
                </a:solidFill>
              </a:rPr>
              <a:t> hubs</a:t>
            </a:r>
          </a:p>
        </p:txBody>
      </p:sp>
      <p:sp>
        <p:nvSpPr>
          <p:cNvPr id="44" name="Right Brace 43"/>
          <p:cNvSpPr/>
          <p:nvPr/>
        </p:nvSpPr>
        <p:spPr bwMode="auto">
          <a:xfrm>
            <a:off x="6613269" y="5363737"/>
            <a:ext cx="211273" cy="541611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79938" y="5445347"/>
            <a:ext cx="209643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tx2"/>
                </a:solidFill>
              </a:rPr>
              <a:t>Link flows &amp; hubs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46" name="Right Brace 45"/>
          <p:cNvSpPr/>
          <p:nvPr/>
        </p:nvSpPr>
        <p:spPr bwMode="auto">
          <a:xfrm>
            <a:off x="5943878" y="4200294"/>
            <a:ext cx="166964" cy="460916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77777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777777"/>
              </a:solidFill>
              <a:effectLst/>
              <a:latin typeface="Tahoma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30963" y="4274878"/>
            <a:ext cx="225334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777777"/>
                </a:solidFill>
              </a:rPr>
              <a:t>Serve all o-d flows</a:t>
            </a:r>
            <a:endParaRPr lang="en-US" sz="1800" dirty="0">
              <a:solidFill>
                <a:srgbClr val="777777"/>
              </a:solidFill>
            </a:endParaRPr>
          </a:p>
        </p:txBody>
      </p:sp>
      <p:graphicFrame>
        <p:nvGraphicFramePr>
          <p:cNvPr id="216075" name="Object 7"/>
          <p:cNvGraphicFramePr>
            <a:graphicFrameLocks noChangeAspect="1"/>
          </p:cNvGraphicFramePr>
          <p:nvPr/>
        </p:nvGraphicFramePr>
        <p:xfrm>
          <a:off x="2075997" y="6518955"/>
          <a:ext cx="2027238" cy="306387"/>
        </p:xfrm>
        <a:graphic>
          <a:graphicData uri="http://schemas.openxmlformats.org/presentationml/2006/ole">
            <p:oleObj spid="_x0000_s216075" name="Equation" r:id="rId9" imgW="863280" imgH="1904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>
                <a:effectLst/>
              </a:rPr>
              <a:t>Hub </a:t>
            </a:r>
            <a:r>
              <a:rPr lang="en-US" altLang="ja-JP" sz="3200" dirty="0" smtClean="0"/>
              <a:t>Median </a:t>
            </a:r>
            <a:r>
              <a:rPr lang="en-US" altLang="ja-JP" sz="3200" dirty="0" smtClean="0">
                <a:effectLst/>
              </a:rPr>
              <a:t>Formulations</a:t>
            </a:r>
            <a:endParaRPr lang="en-US" altLang="ja-JP" sz="3200" dirty="0">
              <a:effectLst/>
            </a:endParaRP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058" y="1258651"/>
            <a:ext cx="8098971" cy="388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Multiple allocation: </a:t>
            </a:r>
            <a:r>
              <a:rPr lang="en-US" sz="2400" i="1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3 subscripted  “flow” variables</a:t>
            </a:r>
            <a:endParaRPr lang="en-US" sz="2400" kern="0" dirty="0" smtClean="0">
              <a:solidFill>
                <a:srgbClr val="000000"/>
              </a:solidFill>
              <a:cs typeface="Tahoma" pitchFamily="34" charset="0"/>
              <a:sym typeface="Symbol" pitchFamily="18" charset="2"/>
            </a:endParaRP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 flow from origin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to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	</a:t>
            </a: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Y </a:t>
            </a:r>
            <a:r>
              <a:rPr lang="en-US" sz="2000" i="1" kern="0" baseline="30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km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 flow originating at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from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to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m</a:t>
            </a:r>
          </a:p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 X </a:t>
            </a:r>
            <a:r>
              <a:rPr lang="en-US" sz="2000" i="1" kern="0" baseline="30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mj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 flow originating at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from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m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to destination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j</a:t>
            </a: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649222" y="1739590"/>
            <a:ext cx="4302472" cy="976034"/>
            <a:chOff x="4449636" y="1637996"/>
            <a:chExt cx="4302472" cy="976034"/>
          </a:xfrm>
        </p:grpSpPr>
        <p:grpSp>
          <p:nvGrpSpPr>
            <p:cNvPr id="21" name="Group 42"/>
            <p:cNvGrpSpPr/>
            <p:nvPr/>
          </p:nvGrpSpPr>
          <p:grpSpPr>
            <a:xfrm>
              <a:off x="4679730" y="1642252"/>
              <a:ext cx="4072378" cy="971778"/>
              <a:chOff x="4679730" y="1642252"/>
              <a:chExt cx="4072378" cy="971778"/>
            </a:xfrm>
          </p:grpSpPr>
          <p:sp>
            <p:nvSpPr>
              <p:cNvPr id="30" name="Line 7"/>
              <p:cNvSpPr>
                <a:spLocks noChangeShapeType="1"/>
              </p:cNvSpPr>
              <p:nvPr/>
            </p:nvSpPr>
            <p:spPr bwMode="auto">
              <a:xfrm flipH="1">
                <a:off x="7468954" y="1730829"/>
                <a:ext cx="956588" cy="406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4679730" y="2057952"/>
                <a:ext cx="119063" cy="13017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8390158" y="1669240"/>
                <a:ext cx="119063" cy="13017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10"/>
              <p:cNvSpPr>
                <a:spLocks noChangeShapeType="1"/>
              </p:cNvSpPr>
              <p:nvPr/>
            </p:nvSpPr>
            <p:spPr bwMode="auto">
              <a:xfrm>
                <a:off x="4735286" y="2122714"/>
                <a:ext cx="1091286" cy="658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V="1">
                <a:off x="5836096" y="2155370"/>
                <a:ext cx="1598847" cy="33209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" name="Text Box 12"/>
              <p:cNvSpPr txBox="1">
                <a:spLocks noChangeArrowheads="1"/>
              </p:cNvSpPr>
              <p:nvPr/>
            </p:nvSpPr>
            <p:spPr bwMode="auto">
              <a:xfrm>
                <a:off x="5675078" y="2213980"/>
                <a:ext cx="330200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k</a:t>
                </a:r>
              </a:p>
            </p:txBody>
          </p:sp>
          <p:sp>
            <p:nvSpPr>
              <p:cNvPr id="39" name="Text Box 13"/>
              <p:cNvSpPr txBox="1">
                <a:spLocks noChangeArrowheads="1"/>
              </p:cNvSpPr>
              <p:nvPr/>
            </p:nvSpPr>
            <p:spPr bwMode="auto">
              <a:xfrm>
                <a:off x="8467945" y="1642252"/>
                <a:ext cx="284163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j</a:t>
                </a:r>
              </a:p>
            </p:txBody>
          </p:sp>
          <p:sp>
            <p:nvSpPr>
              <p:cNvPr id="49" name="Rectangle 14"/>
              <p:cNvSpPr>
                <a:spLocks noChangeArrowheads="1"/>
              </p:cNvSpPr>
              <p:nvPr/>
            </p:nvSpPr>
            <p:spPr bwMode="auto">
              <a:xfrm>
                <a:off x="5750371" y="2099680"/>
                <a:ext cx="182563" cy="182563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0" name="Group 49"/>
              <p:cNvGrpSpPr>
                <a:grpSpLocks/>
              </p:cNvGrpSpPr>
              <p:nvPr/>
            </p:nvGrpSpPr>
            <p:grpSpPr bwMode="auto">
              <a:xfrm>
                <a:off x="7349219" y="2062949"/>
                <a:ext cx="379413" cy="454026"/>
                <a:chOff x="3496" y="3657"/>
                <a:chExt cx="239" cy="286"/>
              </a:xfrm>
            </p:grpSpPr>
            <p:sp>
              <p:nvSpPr>
                <p:cNvPr id="51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498" y="3691"/>
                  <a:ext cx="23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i="1" dirty="0" smtClean="0">
                      <a:cs typeface="Tahoma" pitchFamily="34" charset="0"/>
                    </a:rPr>
                    <a:t>m</a:t>
                  </a:r>
                  <a:endParaRPr lang="en-US" sz="2000" i="1" dirty="0">
                    <a:cs typeface="Tahoma" pitchFamily="34" charset="0"/>
                  </a:endParaRPr>
                </a:p>
              </p:txBody>
            </p:sp>
            <p:sp>
              <p:nvSpPr>
                <p:cNvPr id="52" name="Rectangle 17"/>
                <p:cNvSpPr>
                  <a:spLocks noChangeArrowheads="1"/>
                </p:cNvSpPr>
                <p:nvPr/>
              </p:nvSpPr>
              <p:spPr bwMode="auto">
                <a:xfrm>
                  <a:off x="3496" y="3657"/>
                  <a:ext cx="115" cy="11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2" name="Text Box 5"/>
            <p:cNvSpPr txBox="1">
              <a:spLocks noChangeArrowheads="1"/>
            </p:cNvSpPr>
            <p:nvPr/>
          </p:nvSpPr>
          <p:spPr bwMode="auto">
            <a:xfrm>
              <a:off x="4449636" y="1946504"/>
              <a:ext cx="2841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 err="1" smtClean="0">
                  <a:cs typeface="Tahoma" pitchFamily="34" charset="0"/>
                </a:rPr>
                <a:t>i</a:t>
              </a:r>
              <a:endParaRPr lang="en-US" sz="2000" dirty="0">
                <a:latin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 rot="171608">
              <a:off x="4840789" y="1889679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collection</a:t>
              </a:r>
              <a:endParaRPr lang="en-US" sz="14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87947" y="1892879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transfer</a:t>
              </a:r>
              <a:endParaRPr lang="en-US" sz="1400" dirty="0"/>
            </a:p>
          </p:txBody>
        </p:sp>
        <p:sp>
          <p:nvSpPr>
            <p:cNvPr id="25" name="TextBox 24"/>
            <p:cNvSpPr txBox="1"/>
            <p:nvPr/>
          </p:nvSpPr>
          <p:spPr>
            <a:xfrm rot="20030257">
              <a:off x="7400328" y="1637996"/>
              <a:ext cx="11555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distribution</a:t>
              </a:r>
              <a:endParaRPr lang="en-US" sz="1400" dirty="0"/>
            </a:p>
          </p:txBody>
        </p:sp>
      </p:grpSp>
      <p:sp>
        <p:nvSpPr>
          <p:cNvPr id="54" name="Rectangle 53"/>
          <p:cNvSpPr/>
          <p:nvPr/>
        </p:nvSpPr>
        <p:spPr>
          <a:xfrm>
            <a:off x="5266179" y="2202186"/>
            <a:ext cx="4507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kern="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2000" i="1" kern="0" baseline="-25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ik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702276" y="2267501"/>
            <a:ext cx="638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kern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i="1" kern="0" baseline="30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kern="0" baseline="-25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km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106067" y="1930043"/>
            <a:ext cx="6254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kern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i="1" kern="0" baseline="30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i="1" kern="0" baseline="-2500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mj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1197433" y="4706631"/>
            <a:ext cx="9797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Min 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</p:txBody>
      </p:sp>
      <p:graphicFrame>
        <p:nvGraphicFramePr>
          <p:cNvPr id="58" name="Object 2"/>
          <p:cNvGraphicFramePr>
            <a:graphicFrameLocks noChangeAspect="1"/>
          </p:cNvGraphicFramePr>
          <p:nvPr/>
        </p:nvGraphicFramePr>
        <p:xfrm>
          <a:off x="1941513" y="4456790"/>
          <a:ext cx="5194300" cy="857250"/>
        </p:xfrm>
        <a:graphic>
          <a:graphicData uri="http://schemas.openxmlformats.org/presentationml/2006/ole">
            <p:oleObj spid="_x0000_s217096" name="Equation" r:id="rId4" imgW="2920680" imgH="5457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 bwMode="auto">
          <a:xfrm>
            <a:off x="682171" y="1596571"/>
            <a:ext cx="7986574" cy="529045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>
                <a:effectLst/>
              </a:rPr>
              <a:t>Hub </a:t>
            </a:r>
            <a:r>
              <a:rPr lang="en-US" altLang="ja-JP" sz="3200" dirty="0" smtClean="0"/>
              <a:t>Median </a:t>
            </a:r>
            <a:r>
              <a:rPr lang="en-US" altLang="ja-JP" sz="3200" dirty="0" smtClean="0">
                <a:effectLst/>
              </a:rPr>
              <a:t>Formulations</a:t>
            </a:r>
            <a:endParaRPr lang="en-US" altLang="ja-JP" sz="3200" dirty="0">
              <a:effectLst/>
            </a:endParaRPr>
          </a:p>
        </p:txBody>
      </p:sp>
      <p:graphicFrame>
        <p:nvGraphicFramePr>
          <p:cNvPr id="26" name="Object 7"/>
          <p:cNvGraphicFramePr>
            <a:graphicFrameLocks noChangeAspect="1"/>
          </p:cNvGraphicFramePr>
          <p:nvPr/>
        </p:nvGraphicFramePr>
        <p:xfrm>
          <a:off x="2184854" y="6507616"/>
          <a:ext cx="1603375" cy="306842"/>
        </p:xfrm>
        <a:graphic>
          <a:graphicData uri="http://schemas.openxmlformats.org/presentationml/2006/ole">
            <p:oleObj spid="_x0000_s218114" name="Equation" r:id="rId4" imgW="863280" imgH="190440" progId="Equation.3">
              <p:embed/>
            </p:oleObj>
          </a:graphicData>
        </a:graphic>
      </p:graphicFrame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1371354" y="1810608"/>
            <a:ext cx="1647611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Min 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775359" y="2466817"/>
            <a:ext cx="13287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Subject to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  <a:p>
            <a:pPr eaLnBrk="0" hangingPunct="0"/>
            <a:r>
              <a:rPr lang="en-US" sz="1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endParaRPr lang="en-US" sz="24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058" y="1109887"/>
            <a:ext cx="80989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hangingPunct="0">
              <a:spcBef>
                <a:spcPts val="15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Multiple allocation – </a:t>
            </a:r>
            <a:r>
              <a:rPr lang="en-US" sz="2400" i="1" kern="0" dirty="0" smtClean="0">
                <a:solidFill>
                  <a:srgbClr val="000000"/>
                </a:solidFill>
                <a:cs typeface="Tahoma" pitchFamily="34" charset="0"/>
                <a:sym typeface="Symbol" pitchFamily="18" charset="2"/>
              </a:rPr>
              <a:t>3 subscripted  “flow” variables</a:t>
            </a: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</p:txBody>
      </p:sp>
      <p:graphicFrame>
        <p:nvGraphicFramePr>
          <p:cNvPr id="37" name="Object 3"/>
          <p:cNvGraphicFramePr>
            <a:graphicFrameLocks noChangeAspect="1"/>
          </p:cNvGraphicFramePr>
          <p:nvPr/>
        </p:nvGraphicFramePr>
        <p:xfrm>
          <a:off x="2118397" y="2503038"/>
          <a:ext cx="1966912" cy="636587"/>
        </p:xfrm>
        <a:graphic>
          <a:graphicData uri="http://schemas.openxmlformats.org/presentationml/2006/ole">
            <p:oleObj spid="_x0000_s218116" name="Equation" r:id="rId5" imgW="1180800" imgH="393480" progId="Equation.3">
              <p:embed/>
            </p:oleObj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2149009" y="3878306"/>
          <a:ext cx="1647825" cy="623887"/>
        </p:xfrm>
        <a:graphic>
          <a:graphicData uri="http://schemas.openxmlformats.org/presentationml/2006/ole">
            <p:oleObj spid="_x0000_s218117" name="Equation" r:id="rId6" imgW="761760" imgH="368280" progId="Equation.3">
              <p:embed/>
            </p:oleObj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/>
        </p:nvGraphicFramePr>
        <p:xfrm>
          <a:off x="3897313" y="6434138"/>
          <a:ext cx="3843337" cy="412750"/>
        </p:xfrm>
        <a:graphic>
          <a:graphicData uri="http://schemas.openxmlformats.org/presentationml/2006/ole">
            <p:oleObj spid="_x0000_s218118" name="Equation" r:id="rId7" imgW="1600200" imgH="253800" progId="Equation.3">
              <p:embed/>
            </p:oleObj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/>
        </p:nvGraphicFramePr>
        <p:xfrm>
          <a:off x="2181225" y="4570643"/>
          <a:ext cx="3897313" cy="614363"/>
        </p:xfrm>
        <a:graphic>
          <a:graphicData uri="http://schemas.openxmlformats.org/presentationml/2006/ole">
            <p:oleObj spid="_x0000_s218119" name="Equation" r:id="rId8" imgW="2298600" imgH="393480" progId="Equation.3">
              <p:embed/>
            </p:oleObj>
          </a:graphicData>
        </a:graphic>
      </p:graphicFrame>
      <p:sp>
        <p:nvSpPr>
          <p:cNvPr id="42" name="Right Brace 41"/>
          <p:cNvSpPr/>
          <p:nvPr/>
        </p:nvSpPr>
        <p:spPr bwMode="auto">
          <a:xfrm>
            <a:off x="5965391" y="3851148"/>
            <a:ext cx="168028" cy="50309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50465" y="3907140"/>
            <a:ext cx="20010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993366"/>
                </a:solidFill>
              </a:rPr>
              <a:t>Use</a:t>
            </a:r>
            <a:r>
              <a:rPr lang="en-US" sz="1800" i="1" dirty="0" smtClean="0">
                <a:solidFill>
                  <a:srgbClr val="993366"/>
                </a:solidFill>
              </a:rPr>
              <a:t> p</a:t>
            </a:r>
            <a:r>
              <a:rPr lang="en-US" sz="1800" dirty="0" smtClean="0">
                <a:solidFill>
                  <a:srgbClr val="993366"/>
                </a:solidFill>
              </a:rPr>
              <a:t> hubs</a:t>
            </a:r>
          </a:p>
        </p:txBody>
      </p:sp>
      <p:sp>
        <p:nvSpPr>
          <p:cNvPr id="44" name="Right Brace 43"/>
          <p:cNvSpPr/>
          <p:nvPr/>
        </p:nvSpPr>
        <p:spPr bwMode="auto">
          <a:xfrm>
            <a:off x="5936343" y="5204119"/>
            <a:ext cx="264097" cy="1007992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55836" y="5503444"/>
            <a:ext cx="209643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tx2"/>
                </a:solidFill>
              </a:rPr>
              <a:t>Link flows &amp; hubs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46" name="Right Brace 45"/>
          <p:cNvSpPr/>
          <p:nvPr/>
        </p:nvSpPr>
        <p:spPr bwMode="auto">
          <a:xfrm>
            <a:off x="5950858" y="2699661"/>
            <a:ext cx="203528" cy="856343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77777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777777"/>
              </a:solidFill>
              <a:effectLst/>
              <a:latin typeface="Tahoma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30963" y="2925112"/>
            <a:ext cx="225334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777777"/>
                </a:solidFill>
              </a:rPr>
              <a:t>Serve all o-d flows</a:t>
            </a:r>
            <a:endParaRPr lang="en-US" sz="1800" dirty="0">
              <a:solidFill>
                <a:srgbClr val="777777"/>
              </a:solidFill>
            </a:endParaRPr>
          </a:p>
        </p:txBody>
      </p:sp>
      <p:graphicFrame>
        <p:nvGraphicFramePr>
          <p:cNvPr id="218120" name="Object 2"/>
          <p:cNvGraphicFramePr>
            <a:graphicFrameLocks noChangeAspect="1"/>
          </p:cNvGraphicFramePr>
          <p:nvPr/>
        </p:nvGraphicFramePr>
        <p:xfrm>
          <a:off x="2086648" y="1582968"/>
          <a:ext cx="5194300" cy="857250"/>
        </p:xfrm>
        <a:graphic>
          <a:graphicData uri="http://schemas.openxmlformats.org/presentationml/2006/ole">
            <p:oleObj spid="_x0000_s218120" name="Equation" r:id="rId9" imgW="2920680" imgH="545760" progId="Equation.3">
              <p:embed/>
            </p:oleObj>
          </a:graphicData>
        </a:graphic>
      </p:graphicFrame>
      <p:graphicFrame>
        <p:nvGraphicFramePr>
          <p:cNvPr id="218122" name="Object 3"/>
          <p:cNvGraphicFramePr>
            <a:graphicFrameLocks noChangeAspect="1"/>
          </p:cNvGraphicFramePr>
          <p:nvPr/>
        </p:nvGraphicFramePr>
        <p:xfrm>
          <a:off x="2146519" y="3213104"/>
          <a:ext cx="1924050" cy="595313"/>
        </p:xfrm>
        <a:graphic>
          <a:graphicData uri="http://schemas.openxmlformats.org/presentationml/2006/ole">
            <p:oleObj spid="_x0000_s218122" name="Equation" r:id="rId10" imgW="1155600" imgH="368280" progId="Equation.3">
              <p:embed/>
            </p:oleObj>
          </a:graphicData>
        </a:graphic>
      </p:graphicFrame>
      <p:sp>
        <p:nvSpPr>
          <p:cNvPr id="50" name="Right Brace 49"/>
          <p:cNvSpPr/>
          <p:nvPr/>
        </p:nvSpPr>
        <p:spPr bwMode="auto">
          <a:xfrm>
            <a:off x="6175847" y="4555080"/>
            <a:ext cx="168028" cy="50309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Tahoma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60921" y="4611072"/>
            <a:ext cx="20010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0000FF"/>
                </a:solidFill>
              </a:rPr>
              <a:t>Flow balance</a:t>
            </a:r>
          </a:p>
        </p:txBody>
      </p:sp>
      <p:graphicFrame>
        <p:nvGraphicFramePr>
          <p:cNvPr id="218123" name="Object 3"/>
          <p:cNvGraphicFramePr>
            <a:graphicFrameLocks noChangeAspect="1"/>
          </p:cNvGraphicFramePr>
          <p:nvPr/>
        </p:nvGraphicFramePr>
        <p:xfrm>
          <a:off x="2215012" y="5225826"/>
          <a:ext cx="2135187" cy="636587"/>
        </p:xfrm>
        <a:graphic>
          <a:graphicData uri="http://schemas.openxmlformats.org/presentationml/2006/ole">
            <p:oleObj spid="_x0000_s218123" name="Equation" r:id="rId11" imgW="1282680" imgH="393480" progId="Equation.3">
              <p:embed/>
            </p:oleObj>
          </a:graphicData>
        </a:graphic>
      </p:graphicFrame>
      <p:graphicFrame>
        <p:nvGraphicFramePr>
          <p:cNvPr id="218124" name="Object 12"/>
          <p:cNvGraphicFramePr>
            <a:graphicFrameLocks noChangeAspect="1"/>
          </p:cNvGraphicFramePr>
          <p:nvPr/>
        </p:nvGraphicFramePr>
        <p:xfrm>
          <a:off x="2193238" y="5790062"/>
          <a:ext cx="2686050" cy="595312"/>
        </p:xfrm>
        <a:graphic>
          <a:graphicData uri="http://schemas.openxmlformats.org/presentationml/2006/ole">
            <p:oleObj spid="_x0000_s218124" name="Equation" r:id="rId12" imgW="1612800" imgH="368280" progId="Equation.3">
              <p:embed/>
            </p:oleObj>
          </a:graphicData>
        </a:graphic>
      </p:graphicFrame>
      <p:sp>
        <p:nvSpPr>
          <p:cNvPr id="54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Hub Center and Hub Covering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59"/>
            <a:ext cx="8034338" cy="3030583"/>
          </a:xfrm>
        </p:spPr>
        <p:txBody>
          <a:bodyPr/>
          <a:lstStyle/>
          <a:p>
            <a:pPr eaLnBrk="1" hangingPunct="1">
              <a:spcBef>
                <a:spcPts val="800"/>
              </a:spcBef>
            </a:pPr>
            <a:r>
              <a:rPr lang="en-US" sz="2400" dirty="0" smtClean="0"/>
              <a:t>Introduced as </a:t>
            </a:r>
            <a:r>
              <a:rPr lang="en-US" sz="2400" dirty="0" smtClean="0"/>
              <a:t>analogues </a:t>
            </a:r>
            <a:r>
              <a:rPr lang="en-US" sz="2400" dirty="0" smtClean="0"/>
              <a:t>of “regular” facility center and covering problems…but notion of covering is different.</a:t>
            </a:r>
          </a:p>
          <a:p>
            <a:pPr eaLnBrk="1" hangingPunct="1">
              <a:spcBef>
                <a:spcPts val="800"/>
              </a:spcBef>
            </a:pPr>
            <a:r>
              <a:rPr lang="en-US" sz="2400" dirty="0" smtClean="0"/>
              <a:t>Campbell (</a:t>
            </a:r>
            <a:r>
              <a:rPr lang="en-US" sz="2400" i="1" dirty="0" smtClean="0"/>
              <a:t>EJOR</a:t>
            </a:r>
            <a:r>
              <a:rPr lang="en-US" sz="2400" dirty="0" smtClean="0"/>
              <a:t> 1994) provided 3 types of centers/covering:</a:t>
            </a:r>
            <a:r>
              <a:rPr lang="en-US" sz="2400" i="1" dirty="0" smtClean="0"/>
              <a:t> </a:t>
            </a:r>
          </a:p>
          <a:p>
            <a:pPr lvl="1" eaLnBrk="1" hangingPunct="1">
              <a:spcBef>
                <a:spcPts val="800"/>
              </a:spcBef>
            </a:pPr>
            <a:r>
              <a:rPr lang="en-US" sz="2000" i="1" dirty="0" smtClean="0"/>
              <a:t>Maximum cost/distance for any o-d pair</a:t>
            </a:r>
          </a:p>
          <a:p>
            <a:pPr lvl="1" eaLnBrk="1" hangingPunct="1">
              <a:spcBef>
                <a:spcPts val="800"/>
              </a:spcBef>
            </a:pPr>
            <a:r>
              <a:rPr lang="en-US" sz="2000" i="1" dirty="0" smtClean="0"/>
              <a:t>Maximum cost /distance for any single link in an o-d path.</a:t>
            </a:r>
          </a:p>
          <a:p>
            <a:pPr lvl="1" eaLnBrk="1" hangingPunct="1">
              <a:spcBef>
                <a:spcPts val="800"/>
              </a:spcBef>
            </a:pPr>
            <a:r>
              <a:rPr lang="en-US" sz="2000" i="1" dirty="0" smtClean="0"/>
              <a:t>Maximum cost/distance between an o/d and a hub.</a:t>
            </a:r>
          </a:p>
          <a:p>
            <a:pPr lvl="1" eaLnBrk="1" hangingPunct="1">
              <a:spcBef>
                <a:spcPts val="600"/>
              </a:spcBef>
            </a:pPr>
            <a:endParaRPr lang="en-US" sz="2000" i="1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4181137" y="4199763"/>
            <a:ext cx="4302472" cy="976034"/>
            <a:chOff x="4449636" y="1637996"/>
            <a:chExt cx="4302472" cy="976034"/>
          </a:xfrm>
        </p:grpSpPr>
        <p:grpSp>
          <p:nvGrpSpPr>
            <p:cNvPr id="8" name="Group 42"/>
            <p:cNvGrpSpPr/>
            <p:nvPr/>
          </p:nvGrpSpPr>
          <p:grpSpPr>
            <a:xfrm>
              <a:off x="4679730" y="1642252"/>
              <a:ext cx="4072378" cy="971778"/>
              <a:chOff x="4679730" y="1642252"/>
              <a:chExt cx="4072378" cy="971778"/>
            </a:xfrm>
          </p:grpSpPr>
          <p:sp>
            <p:nvSpPr>
              <p:cNvPr id="13" name="Line 7"/>
              <p:cNvSpPr>
                <a:spLocks noChangeShapeType="1"/>
              </p:cNvSpPr>
              <p:nvPr/>
            </p:nvSpPr>
            <p:spPr bwMode="auto">
              <a:xfrm flipH="1">
                <a:off x="7468954" y="1730829"/>
                <a:ext cx="956588" cy="406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" name="Rectangle 8"/>
              <p:cNvSpPr>
                <a:spLocks noChangeArrowheads="1"/>
              </p:cNvSpPr>
              <p:nvPr/>
            </p:nvSpPr>
            <p:spPr bwMode="auto">
              <a:xfrm>
                <a:off x="4679730" y="2057952"/>
                <a:ext cx="119063" cy="13017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9"/>
              <p:cNvSpPr>
                <a:spLocks noChangeArrowheads="1"/>
              </p:cNvSpPr>
              <p:nvPr/>
            </p:nvSpPr>
            <p:spPr bwMode="auto">
              <a:xfrm>
                <a:off x="8390158" y="1669240"/>
                <a:ext cx="119063" cy="13017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0"/>
              <p:cNvSpPr>
                <a:spLocks noChangeShapeType="1"/>
              </p:cNvSpPr>
              <p:nvPr/>
            </p:nvSpPr>
            <p:spPr bwMode="auto">
              <a:xfrm>
                <a:off x="4735286" y="2122714"/>
                <a:ext cx="1091286" cy="658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" name="Line 11"/>
              <p:cNvSpPr>
                <a:spLocks noChangeShapeType="1"/>
              </p:cNvSpPr>
              <p:nvPr/>
            </p:nvSpPr>
            <p:spPr bwMode="auto">
              <a:xfrm flipV="1">
                <a:off x="5836096" y="2155370"/>
                <a:ext cx="1598847" cy="33209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" name="Text Box 12"/>
              <p:cNvSpPr txBox="1">
                <a:spLocks noChangeArrowheads="1"/>
              </p:cNvSpPr>
              <p:nvPr/>
            </p:nvSpPr>
            <p:spPr bwMode="auto">
              <a:xfrm>
                <a:off x="5675078" y="2213980"/>
                <a:ext cx="330200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k</a:t>
                </a:r>
              </a:p>
            </p:txBody>
          </p:sp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8467945" y="1642252"/>
                <a:ext cx="284163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j</a:t>
                </a:r>
              </a:p>
            </p:txBody>
          </p:sp>
          <p:sp>
            <p:nvSpPr>
              <p:cNvPr id="20" name="Rectangle 14"/>
              <p:cNvSpPr>
                <a:spLocks noChangeArrowheads="1"/>
              </p:cNvSpPr>
              <p:nvPr/>
            </p:nvSpPr>
            <p:spPr bwMode="auto">
              <a:xfrm>
                <a:off x="5750371" y="2099680"/>
                <a:ext cx="182563" cy="182563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1" name="Group 49"/>
              <p:cNvGrpSpPr>
                <a:grpSpLocks/>
              </p:cNvGrpSpPr>
              <p:nvPr/>
            </p:nvGrpSpPr>
            <p:grpSpPr bwMode="auto">
              <a:xfrm>
                <a:off x="7349219" y="2062949"/>
                <a:ext cx="379413" cy="454026"/>
                <a:chOff x="3496" y="3657"/>
                <a:chExt cx="239" cy="286"/>
              </a:xfrm>
            </p:grpSpPr>
            <p:sp>
              <p:nvSpPr>
                <p:cNvPr id="2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498" y="3691"/>
                  <a:ext cx="237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2000" i="1" dirty="0" smtClean="0">
                      <a:cs typeface="Tahoma" pitchFamily="34" charset="0"/>
                    </a:rPr>
                    <a:t>m</a:t>
                  </a:r>
                  <a:endParaRPr lang="en-US" sz="2000" i="1" dirty="0">
                    <a:cs typeface="Tahoma" pitchFamily="34" charset="0"/>
                  </a:endParaRPr>
                </a:p>
              </p:txBody>
            </p:sp>
            <p:sp>
              <p:nvSpPr>
                <p:cNvPr id="23" name="Rectangle 17"/>
                <p:cNvSpPr>
                  <a:spLocks noChangeArrowheads="1"/>
                </p:cNvSpPr>
                <p:nvPr/>
              </p:nvSpPr>
              <p:spPr bwMode="auto">
                <a:xfrm>
                  <a:off x="3496" y="3657"/>
                  <a:ext cx="115" cy="11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4449636" y="1946504"/>
              <a:ext cx="2841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 err="1" smtClean="0">
                  <a:cs typeface="Tahoma" pitchFamily="34" charset="0"/>
                </a:rPr>
                <a:t>i</a:t>
              </a:r>
              <a:endParaRPr lang="en-US" sz="2000" dirty="0">
                <a:latin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 rot="171608">
              <a:off x="4840789" y="1889679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collection</a:t>
              </a:r>
              <a:endParaRPr lang="en-US" sz="1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87947" y="1892879"/>
              <a:ext cx="1054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transfer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 rot="20030257">
              <a:off x="7400328" y="1637996"/>
              <a:ext cx="11555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distribution</a:t>
              </a:r>
              <a:endParaRPr lang="en-US" sz="1400" dirty="0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620486" y="5129567"/>
            <a:ext cx="79683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</a:rPr>
              <a:t>Much recent attention: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000000"/>
              </a:buClr>
              <a:buFont typeface="Tahoma" pitchFamily="34" charset="0"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Ernst, Hamacher, Jiang, Krishnamoorthy, and </a:t>
            </a:r>
            <a:r>
              <a:rPr lang="en-US" sz="2000" kern="0" dirty="0" err="1" smtClean="0">
                <a:solidFill>
                  <a:srgbClr val="000000"/>
                </a:solidFill>
                <a:cs typeface="Tahoma" pitchFamily="34" charset="0"/>
              </a:rPr>
              <a:t>Woeginger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, 2009, “Uncapacitated single and multiple allocation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-hub center problems”,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Computers &amp; OR </a:t>
            </a:r>
          </a:p>
        </p:txBody>
      </p:sp>
      <p:sp>
        <p:nvSpPr>
          <p:cNvPr id="25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 bwMode="auto">
          <a:xfrm>
            <a:off x="566057" y="3363686"/>
            <a:ext cx="8276860" cy="349431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>
                <a:effectLst/>
              </a:rPr>
              <a:t>Hub </a:t>
            </a:r>
            <a:r>
              <a:rPr lang="en-US" altLang="ja-JP" sz="3200" dirty="0" smtClean="0"/>
              <a:t>Center </a:t>
            </a:r>
            <a:r>
              <a:rPr lang="en-US" altLang="ja-JP" sz="3200" dirty="0" smtClean="0">
                <a:effectLst/>
              </a:rPr>
              <a:t>Formulation</a:t>
            </a:r>
            <a:endParaRPr lang="en-US" altLang="ja-JP" sz="3200" dirty="0">
              <a:effectLst/>
            </a:endParaRP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68096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1204447" y="3359949"/>
            <a:ext cx="1647611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0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Min 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666510" y="3860126"/>
            <a:ext cx="13287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Subject to</a:t>
            </a:r>
            <a:endParaRPr lang="en-US" sz="2000" dirty="0">
              <a:ea typeface="Calibri" pitchFamily="34" charset="0"/>
              <a:cs typeface="Times New Roman" pitchFamily="18" charset="0"/>
            </a:endParaRPr>
          </a:p>
          <a:p>
            <a:pPr eaLnBrk="0" hangingPunct="0"/>
            <a:r>
              <a:rPr lang="en-US" sz="12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endParaRPr lang="en-US" sz="2400" dirty="0">
              <a:ea typeface="Calibri" pitchFamily="34" charset="0"/>
              <a:cs typeface="Times New Roman" pitchFamily="18" charset="0"/>
            </a:endParaRPr>
          </a:p>
        </p:txBody>
      </p:sp>
      <p:graphicFrame>
        <p:nvGraphicFramePr>
          <p:cNvPr id="29" name="Object 2"/>
          <p:cNvGraphicFramePr>
            <a:graphicFrameLocks noChangeAspect="1"/>
          </p:cNvGraphicFramePr>
          <p:nvPr/>
        </p:nvGraphicFramePr>
        <p:xfrm>
          <a:off x="1973033" y="3450773"/>
          <a:ext cx="259082" cy="261260"/>
        </p:xfrm>
        <a:graphic>
          <a:graphicData uri="http://schemas.openxmlformats.org/presentationml/2006/ole">
            <p:oleObj spid="_x0000_s221186" name="Equation" r:id="rId4" imgW="114120" imgH="114120" progId="Equation.3">
              <p:embed/>
            </p:oleObj>
          </a:graphicData>
        </a:graphic>
      </p:graphicFrame>
      <p:sp>
        <p:nvSpPr>
          <p:cNvPr id="35" name="Rectangle 34"/>
          <p:cNvSpPr/>
          <p:nvPr/>
        </p:nvSpPr>
        <p:spPr>
          <a:xfrm>
            <a:off x="566058" y="1258651"/>
            <a:ext cx="809897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  <a:p>
            <a:pPr marL="342900" lvl="1" indent="-342900" eaLnBrk="0" hangingPunct="0">
              <a:spcBef>
                <a:spcPts val="1200"/>
              </a:spcBef>
              <a:buClr>
                <a:srgbClr val="000000"/>
              </a:buClr>
            </a:pPr>
            <a:endParaRPr lang="en-US" sz="2000" i="1" kern="0" dirty="0" smtClean="0">
              <a:solidFill>
                <a:srgbClr val="000000"/>
              </a:solidFill>
              <a:latin typeface="Verdana"/>
              <a:cs typeface="Tahoma" pitchFamily="34" charset="0"/>
            </a:endParaRPr>
          </a:p>
        </p:txBody>
      </p:sp>
      <p:graphicFrame>
        <p:nvGraphicFramePr>
          <p:cNvPr id="37" name="Object 3"/>
          <p:cNvGraphicFramePr>
            <a:graphicFrameLocks noChangeAspect="1"/>
          </p:cNvGraphicFramePr>
          <p:nvPr/>
        </p:nvGraphicFramePr>
        <p:xfrm>
          <a:off x="1948542" y="3865563"/>
          <a:ext cx="1611085" cy="595312"/>
        </p:xfrm>
        <a:graphic>
          <a:graphicData uri="http://schemas.openxmlformats.org/presentationml/2006/ole">
            <p:oleObj spid="_x0000_s221187" name="Equation" r:id="rId5" imgW="888840" imgH="368280" progId="Equation.3">
              <p:embed/>
            </p:oleObj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956034" y="4942114"/>
          <a:ext cx="1581824" cy="604611"/>
        </p:xfrm>
        <a:graphic>
          <a:graphicData uri="http://schemas.openxmlformats.org/presentationml/2006/ole">
            <p:oleObj spid="_x0000_s221188" name="Equation" r:id="rId6" imgW="799920" imgH="368280" progId="Equation.3">
              <p:embed/>
            </p:oleObj>
          </a:graphicData>
        </a:graphic>
      </p:graphicFrame>
      <p:graphicFrame>
        <p:nvGraphicFramePr>
          <p:cNvPr id="40" name="Object 8"/>
          <p:cNvGraphicFramePr>
            <a:graphicFrameLocks noChangeAspect="1"/>
          </p:cNvGraphicFramePr>
          <p:nvPr/>
        </p:nvGraphicFramePr>
        <p:xfrm>
          <a:off x="1927678" y="6312353"/>
          <a:ext cx="1631950" cy="319088"/>
        </p:xfrm>
        <a:graphic>
          <a:graphicData uri="http://schemas.openxmlformats.org/presentationml/2006/ole">
            <p:oleObj spid="_x0000_s221189" name="Equation" r:id="rId7" imgW="977760" imgH="190440" progId="Equation.3">
              <p:embed/>
            </p:oleObj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/>
        </p:nvGraphicFramePr>
        <p:xfrm>
          <a:off x="1951717" y="5513842"/>
          <a:ext cx="1722438" cy="353558"/>
        </p:xfrm>
        <a:graphic>
          <a:graphicData uri="http://schemas.openxmlformats.org/presentationml/2006/ole">
            <p:oleObj spid="_x0000_s221190" name="Equation" r:id="rId8" imgW="1015920" imgH="190440" progId="Equation.3">
              <p:embed/>
            </p:oleObj>
          </a:graphicData>
        </a:graphic>
      </p:graphicFrame>
      <p:sp>
        <p:nvSpPr>
          <p:cNvPr id="42" name="Right Brace 41"/>
          <p:cNvSpPr/>
          <p:nvPr/>
        </p:nvSpPr>
        <p:spPr bwMode="auto">
          <a:xfrm>
            <a:off x="4778848" y="4953000"/>
            <a:ext cx="130609" cy="420812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40122" y="4948485"/>
            <a:ext cx="200102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993366"/>
                </a:solidFill>
              </a:rPr>
              <a:t>Use</a:t>
            </a:r>
            <a:r>
              <a:rPr lang="en-US" sz="1800" i="1" dirty="0" smtClean="0">
                <a:solidFill>
                  <a:srgbClr val="993366"/>
                </a:solidFill>
              </a:rPr>
              <a:t> p</a:t>
            </a:r>
            <a:r>
              <a:rPr lang="en-US" sz="1800" dirty="0" smtClean="0">
                <a:solidFill>
                  <a:srgbClr val="993366"/>
                </a:solidFill>
              </a:rPr>
              <a:t> hubs</a:t>
            </a:r>
          </a:p>
        </p:txBody>
      </p:sp>
      <p:sp>
        <p:nvSpPr>
          <p:cNvPr id="44" name="Right Brace 43"/>
          <p:cNvSpPr/>
          <p:nvPr/>
        </p:nvSpPr>
        <p:spPr bwMode="auto">
          <a:xfrm>
            <a:off x="4784470" y="4452257"/>
            <a:ext cx="201188" cy="408062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972909" y="4476518"/>
            <a:ext cx="209643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tx2"/>
                </a:solidFill>
              </a:rPr>
              <a:t>Link flows &amp; hubs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46" name="Right Brace 45"/>
          <p:cNvSpPr/>
          <p:nvPr/>
        </p:nvSpPr>
        <p:spPr bwMode="auto">
          <a:xfrm>
            <a:off x="4789992" y="4016829"/>
            <a:ext cx="173894" cy="383124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77777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777777"/>
              </a:solidFill>
              <a:effectLst/>
              <a:latin typeface="Tahoma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40365" y="4035393"/>
            <a:ext cx="225334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777777"/>
                </a:solidFill>
              </a:rPr>
              <a:t>Serve all o-d flows</a:t>
            </a:r>
            <a:endParaRPr lang="en-US" sz="1800" dirty="0">
              <a:solidFill>
                <a:srgbClr val="777777"/>
              </a:solidFill>
            </a:endParaRPr>
          </a:p>
        </p:txBody>
      </p:sp>
      <p:graphicFrame>
        <p:nvGraphicFramePr>
          <p:cNvPr id="221192" name="Object 3"/>
          <p:cNvGraphicFramePr>
            <a:graphicFrameLocks noChangeAspect="1"/>
          </p:cNvGraphicFramePr>
          <p:nvPr/>
        </p:nvGraphicFramePr>
        <p:xfrm>
          <a:off x="1955578" y="4495799"/>
          <a:ext cx="1773237" cy="386217"/>
        </p:xfrm>
        <a:graphic>
          <a:graphicData uri="http://schemas.openxmlformats.org/presentationml/2006/ole">
            <p:oleObj spid="_x0000_s221192" name="Equation" r:id="rId9" imgW="977760" imgH="190440" progId="Equation.3">
              <p:embed/>
            </p:oleObj>
          </a:graphicData>
        </a:graphic>
      </p:graphicFrame>
      <p:graphicFrame>
        <p:nvGraphicFramePr>
          <p:cNvPr id="221193" name="Object 9"/>
          <p:cNvGraphicFramePr>
            <a:graphicFrameLocks noChangeAspect="1"/>
          </p:cNvGraphicFramePr>
          <p:nvPr/>
        </p:nvGraphicFramePr>
        <p:xfrm>
          <a:off x="1946060" y="5873296"/>
          <a:ext cx="2541587" cy="354013"/>
        </p:xfrm>
        <a:graphic>
          <a:graphicData uri="http://schemas.openxmlformats.org/presentationml/2006/ole">
            <p:oleObj spid="_x0000_s221193" name="Equation" r:id="rId10" imgW="1498320" imgH="190440" progId="Equation.3">
              <p:embed/>
            </p:oleObj>
          </a:graphicData>
        </a:graphic>
      </p:graphicFrame>
      <p:sp>
        <p:nvSpPr>
          <p:cNvPr id="22" name="Right Brace 21"/>
          <p:cNvSpPr/>
          <p:nvPr/>
        </p:nvSpPr>
        <p:spPr bwMode="auto">
          <a:xfrm>
            <a:off x="4767944" y="5453742"/>
            <a:ext cx="130624" cy="355505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2741" y="5438351"/>
            <a:ext cx="15765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0000FF"/>
                </a:solidFill>
              </a:rPr>
              <a:t>Hub radius</a:t>
            </a:r>
          </a:p>
        </p:txBody>
      </p:sp>
      <p:sp>
        <p:nvSpPr>
          <p:cNvPr id="24" name="Right Brace 23"/>
          <p:cNvSpPr/>
          <p:nvPr/>
        </p:nvSpPr>
        <p:spPr bwMode="auto">
          <a:xfrm>
            <a:off x="4767940" y="5867406"/>
            <a:ext cx="130624" cy="355505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72737" y="5852015"/>
            <a:ext cx="15765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C00000"/>
                </a:solidFill>
              </a:rPr>
              <a:t>Objective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057" y="1230086"/>
            <a:ext cx="8251372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ik</a:t>
            </a:r>
            <a:r>
              <a:rPr lang="en-US" sz="2400" i="1" kern="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</a:rPr>
              <a:t>=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1 if node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is allocated to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, and 0 otherwise</a:t>
            </a:r>
          </a:p>
          <a:p>
            <a:pPr marL="342900" lvl="0" indent="-342900" eaLnBrk="0" hangingPunct="0">
              <a:spcBef>
                <a:spcPct val="20000"/>
              </a:spcBef>
              <a:buClr>
                <a:srgbClr val="000000"/>
              </a:buClr>
              <a:buFontTx/>
              <a:buChar char="•"/>
            </a:pPr>
            <a:r>
              <a:rPr lang="en-US" sz="24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kk</a:t>
            </a:r>
            <a:r>
              <a:rPr lang="en-US" sz="2400" i="1" kern="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</a:rPr>
              <a:t>=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1 node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is a hub</a:t>
            </a:r>
          </a:p>
          <a:p>
            <a:pPr marL="282575" lvl="0" indent="-282575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sz="2400" i="1" kern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z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is the maximum transportation cost between all o–d pairs. </a:t>
            </a:r>
          </a:p>
          <a:p>
            <a:pPr marL="282575" lvl="0" indent="-282575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	</a:t>
            </a:r>
            <a:r>
              <a:rPr lang="en-US" sz="2000" i="1" kern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i="1" kern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= “radius” of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 (maximum distance/cost between hub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k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and the nodes allocated to it). </a:t>
            </a:r>
            <a:endParaRPr lang="en-US" sz="2000" i="1" kern="0" dirty="0" smtClean="0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7343404" y="5315972"/>
            <a:ext cx="1800226" cy="1347559"/>
            <a:chOff x="5122717" y="5207117"/>
            <a:chExt cx="1800225" cy="1347560"/>
          </a:xfrm>
        </p:grpSpPr>
        <p:sp>
          <p:nvSpPr>
            <p:cNvPr id="54" name="Line 7"/>
            <p:cNvSpPr>
              <a:spLocks noChangeShapeType="1"/>
            </p:cNvSpPr>
            <p:nvPr/>
          </p:nvSpPr>
          <p:spPr bwMode="auto">
            <a:xfrm flipH="1">
              <a:off x="5660570" y="5495134"/>
              <a:ext cx="553894" cy="622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5" name="Line 7"/>
            <p:cNvSpPr>
              <a:spLocks noChangeShapeType="1"/>
            </p:cNvSpPr>
            <p:nvPr/>
          </p:nvSpPr>
          <p:spPr bwMode="auto">
            <a:xfrm>
              <a:off x="5212979" y="5299191"/>
              <a:ext cx="436706" cy="8185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56" name="Group 21"/>
            <p:cNvGrpSpPr>
              <a:grpSpLocks/>
            </p:cNvGrpSpPr>
            <p:nvPr/>
          </p:nvGrpSpPr>
          <p:grpSpPr bwMode="auto">
            <a:xfrm>
              <a:off x="5122717" y="5689489"/>
              <a:ext cx="1800225" cy="865188"/>
              <a:chOff x="2014" y="3588"/>
              <a:chExt cx="1134" cy="545"/>
            </a:xfrm>
          </p:grpSpPr>
          <p:sp>
            <p:nvSpPr>
              <p:cNvPr id="60" name="Rectangle 8"/>
              <p:cNvSpPr>
                <a:spLocks noChangeArrowheads="1"/>
              </p:cNvSpPr>
              <p:nvPr/>
            </p:nvSpPr>
            <p:spPr bwMode="auto">
              <a:xfrm>
                <a:off x="2014" y="3934"/>
                <a:ext cx="75" cy="8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10"/>
              <p:cNvSpPr>
                <a:spLocks noChangeShapeType="1"/>
              </p:cNvSpPr>
              <p:nvPr/>
            </p:nvSpPr>
            <p:spPr bwMode="auto">
              <a:xfrm flipV="1">
                <a:off x="2044" y="3865"/>
                <a:ext cx="308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" name="Line 11"/>
              <p:cNvSpPr>
                <a:spLocks noChangeShapeType="1"/>
              </p:cNvSpPr>
              <p:nvPr/>
            </p:nvSpPr>
            <p:spPr bwMode="auto">
              <a:xfrm flipV="1">
                <a:off x="2358" y="3588"/>
                <a:ext cx="790" cy="277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4" name="Text Box 12"/>
              <p:cNvSpPr txBox="1">
                <a:spLocks noChangeArrowheads="1"/>
              </p:cNvSpPr>
              <p:nvPr/>
            </p:nvSpPr>
            <p:spPr bwMode="auto">
              <a:xfrm>
                <a:off x="2380" y="3881"/>
                <a:ext cx="20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i="1" dirty="0">
                    <a:cs typeface="Tahoma" pitchFamily="34" charset="0"/>
                  </a:rPr>
                  <a:t>k</a:t>
                </a:r>
              </a:p>
            </p:txBody>
          </p:sp>
          <p:sp>
            <p:nvSpPr>
              <p:cNvPr id="66" name="Rectangle 14"/>
              <p:cNvSpPr>
                <a:spLocks noChangeArrowheads="1"/>
              </p:cNvSpPr>
              <p:nvPr/>
            </p:nvSpPr>
            <p:spPr bwMode="auto">
              <a:xfrm>
                <a:off x="2304" y="3809"/>
                <a:ext cx="115" cy="11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7" name="Rectangle 9"/>
            <p:cNvSpPr>
              <a:spLocks noChangeArrowheads="1"/>
            </p:cNvSpPr>
            <p:nvPr/>
          </p:nvSpPr>
          <p:spPr bwMode="auto">
            <a:xfrm>
              <a:off x="5174881" y="5207117"/>
              <a:ext cx="119063" cy="13017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6176366" y="5403060"/>
              <a:ext cx="119063" cy="13017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569913" indent="-569913"/>
            <a:r>
              <a:rPr lang="en-US" sz="3200" dirty="0" smtClean="0">
                <a:solidFill>
                  <a:srgbClr val="0000FF"/>
                </a:solidFill>
              </a:rPr>
              <a:t>Hub Location Themes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4926875"/>
          </a:xfrm>
        </p:spPr>
        <p:txBody>
          <a:bodyPr/>
          <a:lstStyle/>
          <a:p>
            <a:pPr>
              <a:spcBef>
                <a:spcPts val="1200"/>
              </a:spcBef>
              <a:buNone/>
            </a:pPr>
            <a:r>
              <a:rPr lang="en-US" sz="2400" dirty="0" smtClean="0"/>
              <a:t>I. Better solution algorithms for “classic” problems.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 smtClean="0"/>
              <a:t>II. More realistic and/or complex problems.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More general topologies for inter-hub network and access network.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Objectives with cost + service.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Other: multiple capacities, </a:t>
            </a:r>
            <a:r>
              <a:rPr lang="en-US" sz="2000" dirty="0" err="1" smtClean="0"/>
              <a:t>bicriteria</a:t>
            </a:r>
            <a:r>
              <a:rPr lang="en-US" sz="2000" dirty="0" smtClean="0"/>
              <a:t> models, etc.</a:t>
            </a:r>
          </a:p>
          <a:p>
            <a:pPr marL="514350" indent="-514350">
              <a:spcBef>
                <a:spcPts val="1200"/>
              </a:spcBef>
              <a:buFont typeface="+mj-lt"/>
              <a:buAutoNum type="romanUcPeriod" startAt="3"/>
            </a:pPr>
            <a:r>
              <a:rPr lang="en-US" sz="2400" dirty="0" smtClean="0"/>
              <a:t>Dynamic hub location.</a:t>
            </a:r>
          </a:p>
          <a:p>
            <a:pPr marL="514350" indent="-514350">
              <a:spcBef>
                <a:spcPts val="1200"/>
              </a:spcBef>
              <a:buFont typeface="+mj-lt"/>
              <a:buAutoNum type="romanUcPeriod" startAt="3"/>
            </a:pPr>
            <a:r>
              <a:rPr lang="en-US" sz="2400" dirty="0" smtClean="0"/>
              <a:t>Models with </a:t>
            </a:r>
            <a:r>
              <a:rPr lang="en-US" sz="2400" dirty="0" err="1" smtClean="0"/>
              <a:t>stochasticity</a:t>
            </a:r>
            <a:r>
              <a:rPr lang="en-US" sz="2400" dirty="0" smtClean="0"/>
              <a:t>.</a:t>
            </a:r>
          </a:p>
          <a:p>
            <a:pPr marL="514350" indent="-514350">
              <a:spcBef>
                <a:spcPts val="1200"/>
              </a:spcBef>
              <a:buFont typeface="+mj-lt"/>
              <a:buAutoNum type="romanUcPeriod" startAt="3"/>
            </a:pPr>
            <a:r>
              <a:rPr lang="en-US" sz="2400" dirty="0" smtClean="0"/>
              <a:t>Competition.</a:t>
            </a:r>
          </a:p>
          <a:p>
            <a:pPr marL="514350" indent="-514350">
              <a:spcBef>
                <a:spcPts val="1200"/>
              </a:spcBef>
              <a:buFont typeface="+mj-lt"/>
              <a:buAutoNum type="romanUcPeriod" startAt="3"/>
            </a:pPr>
            <a:r>
              <a:rPr lang="en-US" sz="2400" dirty="0" smtClean="0"/>
              <a:t>Data sets.</a:t>
            </a:r>
            <a:endParaRPr lang="en-US" sz="2400" dirty="0"/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5DB0"/>
                </a:solidFill>
              </a:rPr>
              <a:t>I. </a:t>
            </a:r>
            <a:r>
              <a:rPr lang="en-US" sz="3200" dirty="0" smtClean="0">
                <a:solidFill>
                  <a:srgbClr val="000000"/>
                </a:solidFill>
                <a:ea typeface="+mn-ea"/>
              </a:rPr>
              <a:t>Better solutions for “classic” problems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r>
              <a:rPr lang="en-US" sz="2600" dirty="0" smtClean="0"/>
              <a:t>Improved formulations lead to better solutions and solving larger problems…</a:t>
            </a:r>
          </a:p>
          <a:p>
            <a:pPr>
              <a:buNone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300" dirty="0" smtClean="0"/>
              <a:t>Hamacher, </a:t>
            </a:r>
            <a:r>
              <a:rPr lang="en-US" sz="2300" dirty="0" err="1" smtClean="0"/>
              <a:t>Labbé</a:t>
            </a:r>
            <a:r>
              <a:rPr lang="en-US" sz="2300" dirty="0" smtClean="0"/>
              <a:t>, Nickel, and </a:t>
            </a:r>
            <a:r>
              <a:rPr lang="en-US" sz="2300" dirty="0" err="1" smtClean="0"/>
              <a:t>Sonneborn</a:t>
            </a:r>
            <a:r>
              <a:rPr lang="en-US" sz="2300" dirty="0" smtClean="0"/>
              <a:t>, 2004 “Adapting polyhedral properties from facility to hub location problems”, </a:t>
            </a:r>
            <a:r>
              <a:rPr lang="en-US" sz="2300" i="1" dirty="0" smtClean="0"/>
              <a:t>Discrete Applied Mathematics. </a:t>
            </a:r>
          </a:p>
          <a:p>
            <a:pPr lvl="1"/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300" dirty="0" err="1" smtClean="0"/>
              <a:t>Marín</a:t>
            </a:r>
            <a:r>
              <a:rPr lang="en-US" sz="2300" dirty="0" smtClean="0"/>
              <a:t>, </a:t>
            </a:r>
            <a:r>
              <a:rPr lang="en-US" sz="2300" dirty="0" err="1" smtClean="0"/>
              <a:t>Cánovas</a:t>
            </a:r>
            <a:r>
              <a:rPr lang="en-US" sz="2300" dirty="0" smtClean="0"/>
              <a:t>, and </a:t>
            </a:r>
            <a:r>
              <a:rPr lang="en-US" sz="2300" dirty="0" err="1" smtClean="0"/>
              <a:t>Landete</a:t>
            </a:r>
            <a:r>
              <a:rPr lang="en-US" sz="2300" dirty="0" smtClean="0"/>
              <a:t>, 2006, “New formulations for the uncapacitated multiple allocation hub location problem”, </a:t>
            </a:r>
            <a:r>
              <a:rPr lang="en-US" sz="2300" i="1" dirty="0" smtClean="0"/>
              <a:t>EJOR.</a:t>
            </a:r>
          </a:p>
          <a:p>
            <a:pPr lvl="1"/>
            <a:r>
              <a:rPr lang="en-US" sz="2000" dirty="0" smtClean="0"/>
              <a:t>Uses preprocessing and polyhedral results to develop tighter formulations.</a:t>
            </a:r>
          </a:p>
          <a:p>
            <a:pPr lvl="1"/>
            <a:r>
              <a:rPr lang="en-US" sz="2000" dirty="0" smtClean="0"/>
              <a:t>Compares several formulations.</a:t>
            </a:r>
            <a:endParaRPr lang="en-US" sz="2400" dirty="0"/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0000"/>
                </a:solidFill>
                <a:ea typeface="+mn-ea"/>
              </a:rPr>
              <a:t>Better solutions for “classic” problems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57784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2200" dirty="0" smtClean="0"/>
              <a:t>Contreras, </a:t>
            </a:r>
            <a:r>
              <a:rPr lang="en-US" sz="2200" dirty="0" err="1" smtClean="0"/>
              <a:t>Cordeau</a:t>
            </a:r>
            <a:r>
              <a:rPr lang="en-US" sz="2200" dirty="0" smtClean="0"/>
              <a:t>, and Laporte, 2010, “Benders decomposition for large-scale uncapacitated hub location”. 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Exact, sophisticated solution algorithm for UMAHLP.</a:t>
            </a:r>
          </a:p>
          <a:p>
            <a:pPr lvl="1">
              <a:spcBef>
                <a:spcPts val="800"/>
              </a:spcBef>
            </a:pPr>
            <a:r>
              <a:rPr lang="en-US" sz="2000" u="sng" dirty="0" smtClean="0"/>
              <a:t>Solves very large problems</a:t>
            </a:r>
            <a:r>
              <a:rPr lang="en-US" sz="2000" dirty="0" smtClean="0"/>
              <a:t> with up to 500 nodes (250,000 commodities). 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~2/3 solved to optimality in average ~8.6 hours.</a:t>
            </a:r>
          </a:p>
          <a:p>
            <a:pPr lvl="4">
              <a:spcBef>
                <a:spcPts val="800"/>
              </a:spcBef>
            </a:pPr>
            <a:endParaRPr lang="en-US" sz="1200" dirty="0" smtClean="0"/>
          </a:p>
          <a:p>
            <a:pPr>
              <a:spcBef>
                <a:spcPts val="800"/>
              </a:spcBef>
            </a:pPr>
            <a:r>
              <a:rPr lang="en-US" sz="2200" dirty="0" smtClean="0"/>
              <a:t>Contreras, </a:t>
            </a:r>
            <a:r>
              <a:rPr lang="en-US" sz="2200" dirty="0" err="1" smtClean="0"/>
              <a:t>Díaz</a:t>
            </a:r>
            <a:r>
              <a:rPr lang="en-US" sz="2200" dirty="0" smtClean="0"/>
              <a:t>, and </a:t>
            </a:r>
            <a:r>
              <a:rPr lang="en-US" sz="2200" dirty="0" err="1" smtClean="0"/>
              <a:t>Fernández</a:t>
            </a:r>
            <a:r>
              <a:rPr lang="en-US" sz="2200" dirty="0" smtClean="0"/>
              <a:t>, 2010, “Branch and price for large scale capacitated hub location problems with single assignment”, </a:t>
            </a:r>
            <a:r>
              <a:rPr lang="en-US" sz="2200" i="1" dirty="0" smtClean="0"/>
              <a:t>INFORMS Journal on Computing.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Single allocation capacitated hub location problem.</a:t>
            </a:r>
          </a:p>
          <a:p>
            <a:pPr lvl="1">
              <a:spcBef>
                <a:spcPts val="800"/>
              </a:spcBef>
            </a:pPr>
            <a:r>
              <a:rPr lang="en-US" sz="2000" u="sng" dirty="0" smtClean="0"/>
              <a:t>Solves largest problems to date</a:t>
            </a:r>
            <a:r>
              <a:rPr lang="en-US" sz="2000" dirty="0" smtClean="0"/>
              <a:t> to optimality (200 nodes) up to 12.5 hrs.  </a:t>
            </a:r>
          </a:p>
          <a:p>
            <a:pPr lvl="1">
              <a:spcBef>
                <a:spcPts val="800"/>
              </a:spcBef>
            </a:pPr>
            <a:r>
              <a:rPr lang="en-US" sz="2000" dirty="0" err="1" smtClean="0"/>
              <a:t>Lagrangean</a:t>
            </a:r>
            <a:r>
              <a:rPr lang="en-US" sz="2000" dirty="0" smtClean="0"/>
              <a:t> relaxation and column generation and branch and price.</a:t>
            </a:r>
            <a:endParaRPr lang="en-US" sz="2000" dirty="0"/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5DB0"/>
                </a:solidFill>
              </a:rPr>
              <a:t>II. </a:t>
            </a:r>
            <a:r>
              <a:rPr lang="en-US" sz="3200" dirty="0" smtClean="0"/>
              <a:t>More Realistic and/or Complex Problems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 smtClean="0"/>
              <a:t>More general topologies for inter-hub network and access network.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Inter-hub network: Trees, incomplete hub networks, isolated hubs, etc.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Access network: “Stopovers”, “feeders”, routes, etc.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Better handling of economies of scale.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Flow dependent discounts, flow thresholds, etc.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Restricted inter-hub networks. 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Objectives with cost + service.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Others: multiple capacities, </a:t>
            </a:r>
            <a:r>
              <a:rPr lang="en-US" sz="2400" dirty="0" err="1" smtClean="0"/>
              <a:t>bicriteria</a:t>
            </a:r>
            <a:r>
              <a:rPr lang="en-US" sz="2400" dirty="0" smtClean="0"/>
              <a:t> models, etc.</a:t>
            </a: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86"/>
          <p:cNvCxnSpPr>
            <a:cxnSpLocks noChangeShapeType="1"/>
            <a:stCxn id="24" idx="3"/>
            <a:endCxn id="27" idx="1"/>
          </p:cNvCxnSpPr>
          <p:nvPr/>
        </p:nvCxnSpPr>
        <p:spPr bwMode="auto">
          <a:xfrm>
            <a:off x="8021956" y="2493105"/>
            <a:ext cx="826947" cy="110668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0" name="Straight Connector 86"/>
          <p:cNvCxnSpPr>
            <a:cxnSpLocks noChangeShapeType="1"/>
            <a:stCxn id="24" idx="0"/>
            <a:endCxn id="13" idx="1"/>
          </p:cNvCxnSpPr>
          <p:nvPr/>
        </p:nvCxnSpPr>
        <p:spPr bwMode="auto">
          <a:xfrm rot="5400000" flipH="1" flipV="1">
            <a:off x="8066926" y="1840666"/>
            <a:ext cx="442327" cy="70648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6" name="Straight Connector 86"/>
          <p:cNvCxnSpPr>
            <a:cxnSpLocks noChangeShapeType="1"/>
            <a:stCxn id="24" idx="2"/>
            <a:endCxn id="14" idx="1"/>
          </p:cNvCxnSpPr>
          <p:nvPr/>
        </p:nvCxnSpPr>
        <p:spPr bwMode="auto">
          <a:xfrm rot="16200000" flipH="1">
            <a:off x="7829081" y="2682921"/>
            <a:ext cx="603665" cy="386336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 smtClean="0">
                <a:effectLst/>
              </a:rPr>
              <a:t>Weaknesses of “Classic” Hub Models</a:t>
            </a:r>
            <a:endParaRPr lang="en-US" altLang="ja-JP" sz="3200" dirty="0">
              <a:effectLst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1" y="1280160"/>
            <a:ext cx="7295605" cy="4959275"/>
          </a:xfrm>
        </p:spPr>
        <p:txBody>
          <a:bodyPr/>
          <a:lstStyle/>
          <a:p>
            <a:pPr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800" dirty="0" smtClean="0"/>
              <a:t>Hub </a:t>
            </a:r>
            <a:r>
              <a:rPr lang="en-AU" sz="2800" dirty="0" err="1" smtClean="0"/>
              <a:t>center</a:t>
            </a:r>
            <a:r>
              <a:rPr lang="en-AU" sz="2800" dirty="0" smtClean="0"/>
              <a:t> and hub covering models:</a:t>
            </a:r>
          </a:p>
          <a:p>
            <a:pPr lvl="1"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400" dirty="0" smtClean="0"/>
              <a:t>Not well motivated by real-world systems.</a:t>
            </a:r>
          </a:p>
          <a:p>
            <a:pPr lvl="1"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400" dirty="0" smtClean="0"/>
              <a:t>Ignore costs: Discounting travel distance or time while ignoring costs seems “odd”.</a:t>
            </a:r>
          </a:p>
          <a:p>
            <a:pPr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800" dirty="0" smtClean="0"/>
              <a:t>Hub median (and UHLP) models:</a:t>
            </a:r>
          </a:p>
          <a:p>
            <a:pPr lvl="1"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400" dirty="0" smtClean="0"/>
              <a:t>Assume fully interconnected hubs. </a:t>
            </a:r>
          </a:p>
          <a:p>
            <a:pPr lvl="1"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400" dirty="0" smtClean="0"/>
              <a:t>Assume a flow-independent cost discount on all hub arcs.</a:t>
            </a:r>
          </a:p>
          <a:p>
            <a:pPr lvl="1" eaLnBrk="1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en-AU" sz="2400" dirty="0" smtClean="0"/>
              <a:t>Ignore travel times and distances.</a:t>
            </a: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6" name="Group 3"/>
          <p:cNvGrpSpPr/>
          <p:nvPr/>
        </p:nvGrpSpPr>
        <p:grpSpPr>
          <a:xfrm rot="21537440">
            <a:off x="7655911" y="1608464"/>
            <a:ext cx="1231473" cy="1888797"/>
            <a:chOff x="7947305" y="1502186"/>
            <a:chExt cx="985762" cy="1627187"/>
          </a:xfrm>
        </p:grpSpPr>
        <p:cxnSp>
          <p:nvCxnSpPr>
            <p:cNvPr id="7" name="Straight Connector 86"/>
            <p:cNvCxnSpPr>
              <a:cxnSpLocks noChangeShapeType="1"/>
              <a:stCxn id="14" idx="0"/>
              <a:endCxn id="13" idx="2"/>
            </p:cNvCxnSpPr>
            <p:nvPr/>
          </p:nvCxnSpPr>
          <p:spPr bwMode="auto">
            <a:xfrm rot="5400000" flipH="1" flipV="1">
              <a:off x="8229384" y="2202711"/>
              <a:ext cx="895948" cy="27146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7947305" y="280925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8441037" y="233257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8476241" y="152289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8731232" y="3037933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8841627" y="150218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8744510" y="1753309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30"/>
            <p:cNvSpPr>
              <a:spLocks noChangeArrowheads="1"/>
            </p:cNvSpPr>
            <p:nvPr/>
          </p:nvSpPr>
          <p:spPr bwMode="auto">
            <a:xfrm>
              <a:off x="8185318" y="181443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6" name="Straight Connector 86"/>
            <p:cNvCxnSpPr>
              <a:cxnSpLocks noChangeShapeType="1"/>
              <a:stCxn id="8" idx="3"/>
              <a:endCxn id="14" idx="1"/>
            </p:cNvCxnSpPr>
            <p:nvPr/>
          </p:nvCxnSpPr>
          <p:spPr bwMode="auto">
            <a:xfrm>
              <a:off x="8038745" y="2854979"/>
              <a:ext cx="434301" cy="1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Straight Connector 86"/>
            <p:cNvCxnSpPr>
              <a:cxnSpLocks noChangeShapeType="1"/>
              <a:stCxn id="13" idx="2"/>
              <a:endCxn id="9" idx="1"/>
            </p:cNvCxnSpPr>
            <p:nvPr/>
          </p:nvCxnSpPr>
          <p:spPr bwMode="auto">
            <a:xfrm rot="5400000">
              <a:off x="8383149" y="1948358"/>
              <a:ext cx="487830" cy="37205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Straight Connector 86"/>
            <p:cNvCxnSpPr>
              <a:cxnSpLocks noChangeShapeType="1"/>
              <a:stCxn id="15" idx="2"/>
              <a:endCxn id="24" idx="0"/>
            </p:cNvCxnSpPr>
            <p:nvPr/>
          </p:nvCxnSpPr>
          <p:spPr bwMode="auto">
            <a:xfrm rot="5400000">
              <a:off x="8058871" y="2019645"/>
              <a:ext cx="285935" cy="58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Straight Connector 86"/>
            <p:cNvCxnSpPr>
              <a:cxnSpLocks noChangeShapeType="1"/>
              <a:stCxn id="11" idx="0"/>
              <a:endCxn id="14" idx="3"/>
            </p:cNvCxnSpPr>
            <p:nvPr/>
          </p:nvCxnSpPr>
          <p:spPr bwMode="auto">
            <a:xfrm rot="16200000" flipV="1">
              <a:off x="8602111" y="2863092"/>
              <a:ext cx="182936" cy="16674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" name="Straight Connector 86"/>
            <p:cNvCxnSpPr>
              <a:cxnSpLocks noChangeShapeType="1"/>
              <a:stCxn id="13" idx="1"/>
              <a:endCxn id="10" idx="2"/>
            </p:cNvCxnSpPr>
            <p:nvPr/>
          </p:nvCxnSpPr>
          <p:spPr bwMode="auto">
            <a:xfrm rot="10800000">
              <a:off x="8521962" y="1614339"/>
              <a:ext cx="222549" cy="2075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Straight Connector 86"/>
            <p:cNvCxnSpPr>
              <a:cxnSpLocks noChangeShapeType="1"/>
              <a:stCxn id="14" idx="0"/>
              <a:endCxn id="9" idx="2"/>
            </p:cNvCxnSpPr>
            <p:nvPr/>
          </p:nvCxnSpPr>
          <p:spPr bwMode="auto">
            <a:xfrm rot="16200000" flipV="1">
              <a:off x="8332993" y="2577783"/>
              <a:ext cx="362398" cy="548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Straight Connector 86"/>
            <p:cNvCxnSpPr>
              <a:cxnSpLocks noChangeShapeType="1"/>
              <a:stCxn id="12" idx="2"/>
              <a:endCxn id="13" idx="0"/>
            </p:cNvCxnSpPr>
            <p:nvPr/>
          </p:nvCxnSpPr>
          <p:spPr bwMode="auto">
            <a:xfrm rot="5400000">
              <a:off x="8770378" y="1636339"/>
              <a:ext cx="159683" cy="7425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Straight Connector 86"/>
            <p:cNvCxnSpPr>
              <a:cxnSpLocks noChangeShapeType="1"/>
              <a:stCxn id="15" idx="3"/>
              <a:endCxn id="13" idx="1"/>
            </p:cNvCxnSpPr>
            <p:nvPr/>
          </p:nvCxnSpPr>
          <p:spPr bwMode="auto">
            <a:xfrm flipV="1">
              <a:off x="8276758" y="1821889"/>
              <a:ext cx="467752" cy="382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4" name="Rectangle 29"/>
            <p:cNvSpPr>
              <a:spLocks noChangeArrowheads="1"/>
            </p:cNvSpPr>
            <p:nvPr/>
          </p:nvSpPr>
          <p:spPr bwMode="auto">
            <a:xfrm>
              <a:off x="8104058" y="2191813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auto">
            <a:xfrm>
              <a:off x="8473046" y="2786417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128"/>
          <p:cNvGrpSpPr/>
          <p:nvPr/>
        </p:nvGrpSpPr>
        <p:grpSpPr>
          <a:xfrm rot="20454446">
            <a:off x="8398613" y="2106249"/>
            <a:ext cx="641252" cy="1051090"/>
            <a:chOff x="8098447" y="4211107"/>
            <a:chExt cx="513305" cy="905507"/>
          </a:xfrm>
        </p:grpSpPr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 rot="1082994">
              <a:off x="8492629" y="464584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 rot="1082994">
              <a:off x="8457149" y="4631879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8" name="Straight Connector 86"/>
            <p:cNvCxnSpPr>
              <a:cxnSpLocks noChangeShapeType="1"/>
              <a:stCxn id="27" idx="0"/>
              <a:endCxn id="13" idx="2"/>
            </p:cNvCxnSpPr>
            <p:nvPr/>
          </p:nvCxnSpPr>
          <p:spPr bwMode="auto">
            <a:xfrm rot="17345554" flipV="1">
              <a:off x="8326589" y="4332434"/>
              <a:ext cx="406490" cy="163836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29" name="Straight Connector 86"/>
            <p:cNvCxnSpPr>
              <a:cxnSpLocks noChangeShapeType="1"/>
              <a:stCxn id="27" idx="2"/>
              <a:endCxn id="14" idx="3"/>
            </p:cNvCxnSpPr>
            <p:nvPr/>
          </p:nvCxnSpPr>
          <p:spPr bwMode="auto">
            <a:xfrm rot="6545554">
              <a:off x="8062439" y="4727908"/>
              <a:ext cx="424714" cy="352698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Hub Median Model</a:t>
            </a:r>
            <a:endParaRPr lang="en-US" sz="3200" dirty="0"/>
          </a:p>
        </p:txBody>
      </p:sp>
      <p:sp>
        <p:nvSpPr>
          <p:cNvPr id="422230" name="Rectangle 342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04188" cy="2641002"/>
          </a:xfrm>
          <a:noFill/>
          <a:ln/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sz="2400" i="1" dirty="0" smtClean="0">
                <a:solidFill>
                  <a:srgbClr val="FF0000"/>
                </a:solidFill>
              </a:rPr>
              <a:t>p</a:t>
            </a:r>
            <a:r>
              <a:rPr lang="en-US" sz="2400" dirty="0" smtClean="0">
                <a:solidFill>
                  <a:srgbClr val="FF0000"/>
                </a:solidFill>
              </a:rPr>
              <a:t>-Hub Median</a:t>
            </a:r>
            <a:r>
              <a:rPr lang="en-US" sz="2400" dirty="0" smtClean="0"/>
              <a:t>: Locate </a:t>
            </a:r>
            <a:r>
              <a:rPr lang="en-US" sz="2400" b="1" i="1" dirty="0" smtClean="0">
                <a:solidFill>
                  <a:srgbClr val="0000CC"/>
                </a:solidFill>
              </a:rPr>
              <a:t>p</a:t>
            </a:r>
            <a:r>
              <a:rPr lang="en-US" sz="2400" b="1" dirty="0" smtClean="0">
                <a:solidFill>
                  <a:srgbClr val="0000CC"/>
                </a:solidFill>
              </a:rPr>
              <a:t> fully interconnected hubs </a:t>
            </a:r>
            <a:r>
              <a:rPr lang="en-US" sz="2400" dirty="0" smtClean="0"/>
              <a:t>to minimize the total transportation cost.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Hub </a:t>
            </a:r>
            <a:r>
              <a:rPr lang="en-US" sz="2000" dirty="0"/>
              <a:t>median and related models </a:t>
            </a:r>
            <a:r>
              <a:rPr lang="en-US" sz="2000" dirty="0" smtClean="0"/>
              <a:t>do </a:t>
            </a:r>
            <a:r>
              <a:rPr lang="en-US" sz="2000" dirty="0"/>
              <a:t>not accurately model economies of </a:t>
            </a:r>
            <a:r>
              <a:rPr lang="en-US" sz="2000" dirty="0" smtClean="0"/>
              <a:t>scale.</a:t>
            </a: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2000" dirty="0" smtClean="0"/>
              <a:t>All </a:t>
            </a:r>
            <a:r>
              <a:rPr lang="en-US" sz="2000" dirty="0"/>
              <a:t>hub-hub flows are </a:t>
            </a:r>
            <a:r>
              <a:rPr lang="en-US" sz="2000" dirty="0" smtClean="0"/>
              <a:t>discounted (even </a:t>
            </a:r>
            <a:r>
              <a:rPr lang="en-US" sz="2000" dirty="0"/>
              <a:t>if </a:t>
            </a:r>
            <a:r>
              <a:rPr lang="en-US" sz="2000" dirty="0" smtClean="0"/>
              <a:t>small) and no </a:t>
            </a:r>
            <a:r>
              <a:rPr lang="en-US" sz="2000" dirty="0"/>
              <a:t>access arc flows are discounted </a:t>
            </a:r>
            <a:r>
              <a:rPr lang="en-US" sz="2000" dirty="0" smtClean="0"/>
              <a:t>(even </a:t>
            </a:r>
            <a:r>
              <a:rPr lang="en-US" sz="2000" dirty="0"/>
              <a:t>if </a:t>
            </a:r>
            <a:r>
              <a:rPr lang="en-US" sz="2000" dirty="0" smtClean="0"/>
              <a:t>large)!</a:t>
            </a:r>
            <a:endParaRPr lang="en-US" sz="2000" dirty="0"/>
          </a:p>
        </p:txBody>
      </p:sp>
      <p:grpSp>
        <p:nvGrpSpPr>
          <p:cNvPr id="2" name="Group 54"/>
          <p:cNvGrpSpPr/>
          <p:nvPr/>
        </p:nvGrpSpPr>
        <p:grpSpPr>
          <a:xfrm>
            <a:off x="1106821" y="3662364"/>
            <a:ext cx="7343709" cy="3195636"/>
            <a:chOff x="613186" y="3662363"/>
            <a:chExt cx="7343709" cy="3195636"/>
          </a:xfrm>
        </p:grpSpPr>
        <p:sp>
          <p:nvSpPr>
            <p:cNvPr id="54" name="Rectangle 53"/>
            <p:cNvSpPr/>
            <p:nvPr/>
          </p:nvSpPr>
          <p:spPr bwMode="auto">
            <a:xfrm>
              <a:off x="613186" y="3689872"/>
              <a:ext cx="7003228" cy="3168127"/>
            </a:xfrm>
            <a:prstGeom prst="rect">
              <a:avLst/>
            </a:prstGeom>
            <a:solidFill>
              <a:srgbClr val="CCECFF">
                <a:alpha val="38824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21969" name="Rectangle 81"/>
            <p:cNvSpPr>
              <a:spLocks noChangeArrowheads="1"/>
            </p:cNvSpPr>
            <p:nvPr/>
          </p:nvSpPr>
          <p:spPr bwMode="auto">
            <a:xfrm>
              <a:off x="5389563" y="3662363"/>
              <a:ext cx="0" cy="365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endParaRPr lang="en-AU" sz="2400">
                <a:latin typeface="Times New Roman" pitchFamily="18" charset="0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6519996" y="3766230"/>
              <a:ext cx="143689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Verdana" pitchFamily="34" charset="0"/>
                </a:rPr>
                <a:t>Boston</a:t>
              </a:r>
            </a:p>
          </p:txBody>
        </p:sp>
        <p:grpSp>
          <p:nvGrpSpPr>
            <p:cNvPr id="3" name="Group 52"/>
            <p:cNvGrpSpPr>
              <a:grpSpLocks/>
            </p:cNvGrpSpPr>
            <p:nvPr/>
          </p:nvGrpSpPr>
          <p:grpSpPr bwMode="auto">
            <a:xfrm>
              <a:off x="1613648" y="3776379"/>
              <a:ext cx="5174428" cy="3019259"/>
              <a:chOff x="756" y="1536"/>
              <a:chExt cx="3900" cy="2635"/>
            </a:xfrm>
          </p:grpSpPr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>
                <a:off x="765" y="2419"/>
                <a:ext cx="947" cy="1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 flipH="1">
                <a:off x="765" y="2052"/>
                <a:ext cx="1918" cy="3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 flipH="1" flipV="1">
                <a:off x="2717" y="2040"/>
                <a:ext cx="363" cy="3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 flipV="1">
                <a:off x="3209" y="2001"/>
                <a:ext cx="162" cy="1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 flipV="1">
                <a:off x="1700" y="3290"/>
                <a:ext cx="1484" cy="3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 flipH="1" flipV="1">
                <a:off x="1702" y="3606"/>
                <a:ext cx="162" cy="4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3198" y="1863"/>
                <a:ext cx="151" cy="1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 flipH="1">
                <a:off x="3115" y="2014"/>
                <a:ext cx="245" cy="4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 flipH="1">
                <a:off x="3348" y="1622"/>
                <a:ext cx="1111" cy="3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 flipH="1" flipV="1">
                <a:off x="3371" y="1989"/>
                <a:ext cx="609" cy="2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H="1" flipV="1">
                <a:off x="2694" y="2064"/>
                <a:ext cx="515" cy="12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 rot="18197456">
                <a:off x="1889" y="2653"/>
                <a:ext cx="388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FF0000"/>
                    </a:solidFill>
                    <a:latin typeface="Verdana" pitchFamily="34" charset="0"/>
                  </a:rPr>
                  <a:t>85</a:t>
                </a:r>
              </a:p>
            </p:txBody>
          </p:sp>
          <p:sp>
            <p:nvSpPr>
              <p:cNvPr id="21" name="Text Box 21"/>
              <p:cNvSpPr txBox="1">
                <a:spLocks noChangeArrowheads="1"/>
              </p:cNvSpPr>
              <p:nvPr/>
            </p:nvSpPr>
            <p:spPr bwMode="auto">
              <a:xfrm>
                <a:off x="1186" y="3516"/>
                <a:ext cx="615" cy="2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200" dirty="0">
                    <a:latin typeface="Verdana" pitchFamily="34" charset="0"/>
                  </a:rPr>
                  <a:t>Dallas</a:t>
                </a:r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2100" y="1824"/>
                <a:ext cx="651" cy="2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200" dirty="0">
                    <a:latin typeface="Verdana" pitchFamily="34" charset="0"/>
                  </a:rPr>
                  <a:t>Chicago</a:t>
                </a:r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 flipH="1" flipV="1">
                <a:off x="3411" y="2090"/>
                <a:ext cx="540" cy="60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4" name="Text Box 24"/>
              <p:cNvSpPr txBox="1">
                <a:spLocks noChangeArrowheads="1"/>
              </p:cNvSpPr>
              <p:nvPr/>
            </p:nvSpPr>
            <p:spPr bwMode="auto">
              <a:xfrm rot="18746692">
                <a:off x="2371" y="2818"/>
                <a:ext cx="398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FF0000"/>
                    </a:solidFill>
                    <a:latin typeface="Verdana" pitchFamily="34" charset="0"/>
                  </a:rPr>
                  <a:t>76</a:t>
                </a:r>
              </a:p>
            </p:txBody>
          </p:sp>
          <p:sp>
            <p:nvSpPr>
              <p:cNvPr id="25" name="Text Box 25"/>
              <p:cNvSpPr txBox="1">
                <a:spLocks noChangeArrowheads="1"/>
              </p:cNvSpPr>
              <p:nvPr/>
            </p:nvSpPr>
            <p:spPr bwMode="auto">
              <a:xfrm rot="20458578">
                <a:off x="3782" y="1536"/>
                <a:ext cx="547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 dirty="0">
                    <a:solidFill>
                      <a:srgbClr val="0000FF"/>
                    </a:solidFill>
                    <a:latin typeface="Verdana" pitchFamily="34" charset="0"/>
                  </a:rPr>
                  <a:t>217</a:t>
                </a:r>
              </a:p>
            </p:txBody>
          </p:sp>
          <p:sp>
            <p:nvSpPr>
              <p:cNvPr id="26" name="Text Box 26"/>
              <p:cNvSpPr txBox="1">
                <a:spLocks noChangeArrowheads="1"/>
              </p:cNvSpPr>
              <p:nvPr/>
            </p:nvSpPr>
            <p:spPr bwMode="auto">
              <a:xfrm rot="4310296">
                <a:off x="1638" y="3782"/>
                <a:ext cx="546" cy="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0000FF"/>
                    </a:solidFill>
                    <a:latin typeface="Verdana" pitchFamily="34" charset="0"/>
                  </a:rPr>
                  <a:t>166</a:t>
                </a:r>
              </a:p>
            </p:txBody>
          </p:sp>
          <p:sp>
            <p:nvSpPr>
              <p:cNvPr id="27" name="Text Box 27"/>
              <p:cNvSpPr txBox="1">
                <a:spLocks noChangeArrowheads="1"/>
              </p:cNvSpPr>
              <p:nvPr/>
            </p:nvSpPr>
            <p:spPr bwMode="auto">
              <a:xfrm rot="21346711">
                <a:off x="2733" y="1783"/>
                <a:ext cx="5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FF0000"/>
                    </a:solidFill>
                    <a:latin typeface="Verdana" pitchFamily="34" charset="0"/>
                  </a:rPr>
                  <a:t>305</a:t>
                </a:r>
              </a:p>
            </p:txBody>
          </p:sp>
          <p:sp>
            <p:nvSpPr>
              <p:cNvPr id="28" name="Rectangle 28"/>
              <p:cNvSpPr>
                <a:spLocks noChangeArrowheads="1"/>
              </p:cNvSpPr>
              <p:nvPr/>
            </p:nvSpPr>
            <p:spPr bwMode="auto">
              <a:xfrm>
                <a:off x="756" y="2382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Rectangle 29"/>
              <p:cNvSpPr>
                <a:spLocks noChangeArrowheads="1"/>
              </p:cNvSpPr>
              <p:nvPr/>
            </p:nvSpPr>
            <p:spPr bwMode="auto">
              <a:xfrm>
                <a:off x="3164" y="1816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30"/>
              <p:cNvSpPr>
                <a:spLocks noChangeArrowheads="1"/>
              </p:cNvSpPr>
              <p:nvPr/>
            </p:nvSpPr>
            <p:spPr bwMode="auto">
              <a:xfrm>
                <a:off x="4414" y="1575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31"/>
              <p:cNvSpPr>
                <a:spLocks noChangeArrowheads="1"/>
              </p:cNvSpPr>
              <p:nvPr/>
            </p:nvSpPr>
            <p:spPr bwMode="auto">
              <a:xfrm>
                <a:off x="3941" y="2205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Rectangle 32"/>
              <p:cNvSpPr>
                <a:spLocks noChangeArrowheads="1"/>
              </p:cNvSpPr>
              <p:nvPr/>
            </p:nvSpPr>
            <p:spPr bwMode="auto">
              <a:xfrm>
                <a:off x="3036" y="2408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Rectangle 33"/>
              <p:cNvSpPr>
                <a:spLocks noChangeArrowheads="1"/>
              </p:cNvSpPr>
              <p:nvPr/>
            </p:nvSpPr>
            <p:spPr bwMode="auto">
              <a:xfrm>
                <a:off x="3163" y="3255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Rectangle 34"/>
              <p:cNvSpPr>
                <a:spLocks noChangeArrowheads="1"/>
              </p:cNvSpPr>
              <p:nvPr/>
            </p:nvSpPr>
            <p:spPr bwMode="auto">
              <a:xfrm>
                <a:off x="1815" y="4038"/>
                <a:ext cx="93" cy="11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35"/>
              <p:cNvGrpSpPr>
                <a:grpSpLocks/>
              </p:cNvGrpSpPr>
              <p:nvPr/>
            </p:nvGrpSpPr>
            <p:grpSpPr bwMode="auto">
              <a:xfrm>
                <a:off x="1689" y="2010"/>
                <a:ext cx="1682" cy="1622"/>
                <a:chOff x="1689" y="2010"/>
                <a:chExt cx="1682" cy="1622"/>
              </a:xfrm>
            </p:grpSpPr>
            <p:sp>
              <p:nvSpPr>
                <p:cNvPr id="44" name="Line 36"/>
                <p:cNvSpPr>
                  <a:spLocks noChangeShapeType="1"/>
                </p:cNvSpPr>
                <p:nvPr/>
              </p:nvSpPr>
              <p:spPr bwMode="auto">
                <a:xfrm flipV="1">
                  <a:off x="1689" y="2010"/>
                  <a:ext cx="1673" cy="1622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1706" y="2052"/>
                  <a:ext cx="976" cy="1563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46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2682" y="2013"/>
                  <a:ext cx="689" cy="48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36" name="Text Box 39"/>
              <p:cNvSpPr txBox="1">
                <a:spLocks noChangeArrowheads="1"/>
              </p:cNvSpPr>
              <p:nvPr/>
            </p:nvSpPr>
            <p:spPr bwMode="auto">
              <a:xfrm rot="2263806">
                <a:off x="3086" y="1661"/>
                <a:ext cx="547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0000FF"/>
                    </a:solidFill>
                    <a:latin typeface="Verdana" pitchFamily="34" charset="0"/>
                  </a:rPr>
                  <a:t>235</a:t>
                </a:r>
              </a:p>
            </p:txBody>
          </p:sp>
          <p:sp>
            <p:nvSpPr>
              <p:cNvPr id="37" name="Text Box 40"/>
              <p:cNvSpPr txBox="1">
                <a:spLocks noChangeArrowheads="1"/>
              </p:cNvSpPr>
              <p:nvPr/>
            </p:nvSpPr>
            <p:spPr bwMode="auto">
              <a:xfrm rot="1346063">
                <a:off x="3578" y="1973"/>
                <a:ext cx="547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0000FF"/>
                    </a:solidFill>
                    <a:latin typeface="Verdana" pitchFamily="34" charset="0"/>
                  </a:rPr>
                  <a:t>120</a:t>
                </a:r>
              </a:p>
            </p:txBody>
          </p:sp>
          <p:sp>
            <p:nvSpPr>
              <p:cNvPr id="38" name="Text Box 41"/>
              <p:cNvSpPr txBox="1">
                <a:spLocks noChangeArrowheads="1"/>
              </p:cNvSpPr>
              <p:nvPr/>
            </p:nvSpPr>
            <p:spPr bwMode="auto">
              <a:xfrm rot="20921048">
                <a:off x="1135" y="2064"/>
                <a:ext cx="547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>
                    <a:solidFill>
                      <a:srgbClr val="0000FF"/>
                    </a:solidFill>
                    <a:latin typeface="Verdana" pitchFamily="34" charset="0"/>
                  </a:rPr>
                  <a:t>94</a:t>
                </a:r>
              </a:p>
            </p:txBody>
          </p:sp>
          <p:sp>
            <p:nvSpPr>
              <p:cNvPr id="39" name="Text Box 42"/>
              <p:cNvSpPr txBox="1">
                <a:spLocks noChangeArrowheads="1"/>
              </p:cNvSpPr>
              <p:nvPr/>
            </p:nvSpPr>
            <p:spPr bwMode="auto">
              <a:xfrm>
                <a:off x="3573" y="2659"/>
                <a:ext cx="1083" cy="2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200" dirty="0">
                    <a:latin typeface="Verdana" pitchFamily="34" charset="0"/>
                  </a:rPr>
                  <a:t>Cleveland</a:t>
                </a:r>
              </a:p>
            </p:txBody>
          </p:sp>
          <p:grpSp>
            <p:nvGrpSpPr>
              <p:cNvPr id="5" name="Group 43"/>
              <p:cNvGrpSpPr>
                <a:grpSpLocks/>
              </p:cNvGrpSpPr>
              <p:nvPr/>
            </p:nvGrpSpPr>
            <p:grpSpPr bwMode="auto">
              <a:xfrm>
                <a:off x="1654" y="1955"/>
                <a:ext cx="1741" cy="1724"/>
                <a:chOff x="1654" y="1955"/>
                <a:chExt cx="1741" cy="1724"/>
              </a:xfrm>
            </p:grpSpPr>
            <p:sp>
              <p:nvSpPr>
                <p:cNvPr id="41" name="Rectangle 44"/>
                <p:cNvSpPr>
                  <a:spLocks noChangeArrowheads="1"/>
                </p:cNvSpPr>
                <p:nvPr/>
              </p:nvSpPr>
              <p:spPr bwMode="auto">
                <a:xfrm>
                  <a:off x="3302" y="1955"/>
                  <a:ext cx="93" cy="112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Rectangle 45"/>
                <p:cNvSpPr>
                  <a:spLocks noChangeArrowheads="1"/>
                </p:cNvSpPr>
                <p:nvPr/>
              </p:nvSpPr>
              <p:spPr bwMode="auto">
                <a:xfrm>
                  <a:off x="2635" y="2022"/>
                  <a:ext cx="93" cy="112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Rectangle 46"/>
                <p:cNvSpPr>
                  <a:spLocks noChangeArrowheads="1"/>
                </p:cNvSpPr>
                <p:nvPr/>
              </p:nvSpPr>
              <p:spPr bwMode="auto">
                <a:xfrm>
                  <a:off x="1654" y="3567"/>
                  <a:ext cx="93" cy="112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0" name="Text Box 43"/>
            <p:cNvSpPr txBox="1">
              <a:spLocks noChangeArrowheads="1"/>
            </p:cNvSpPr>
            <p:nvPr/>
          </p:nvSpPr>
          <p:spPr bwMode="auto">
            <a:xfrm>
              <a:off x="4404656" y="6320636"/>
              <a:ext cx="224356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dirty="0">
                  <a:solidFill>
                    <a:srgbClr val="993300"/>
                  </a:solidFill>
                </a:rPr>
                <a:t>low flows on hub arcs</a:t>
              </a:r>
            </a:p>
          </p:txBody>
        </p:sp>
        <p:sp>
          <p:nvSpPr>
            <p:cNvPr id="51" name="Line 44"/>
            <p:cNvSpPr>
              <a:spLocks noChangeShapeType="1"/>
            </p:cNvSpPr>
            <p:nvPr/>
          </p:nvSpPr>
          <p:spPr bwMode="auto">
            <a:xfrm flipH="1" flipV="1">
              <a:off x="4113900" y="5432680"/>
              <a:ext cx="597948" cy="828270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 flipH="1" flipV="1">
              <a:off x="3417729" y="5262410"/>
              <a:ext cx="1186543" cy="1073843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40077" y="3737256"/>
              <a:ext cx="214615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rgbClr val="000000"/>
                  </a:solidFill>
                  <a:latin typeface="Verdana" pitchFamily="34" charset="0"/>
                </a:rPr>
                <a:t>3 Hub Median Optimal Solution </a:t>
              </a:r>
              <a:endParaRPr lang="en-US" sz="1600" b="1" dirty="0"/>
            </a:p>
          </p:txBody>
        </p:sp>
      </p:grpSp>
      <p:sp>
        <p:nvSpPr>
          <p:cNvPr id="5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Better Handling of Economies of Scale</a:t>
            </a:r>
            <a:endParaRPr lang="en-US" sz="3200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dirty="0" smtClean="0"/>
              <a:t>Flow dependent discounts: Approximate a non-linear discounts by a piece-wise linear concave function. </a:t>
            </a:r>
            <a:endParaRPr lang="en-US" sz="2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6683821" y="2416628"/>
            <a:ext cx="1719944" cy="1012372"/>
            <a:chOff x="4528456" y="5105400"/>
            <a:chExt cx="1719944" cy="1012372"/>
          </a:xfrm>
        </p:grpSpPr>
        <p:cxnSp>
          <p:nvCxnSpPr>
            <p:cNvPr id="6" name="Straight Connector 5"/>
            <p:cNvCxnSpPr/>
            <p:nvPr/>
          </p:nvCxnSpPr>
          <p:spPr bwMode="auto">
            <a:xfrm rot="5400000">
              <a:off x="4027715" y="5617028"/>
              <a:ext cx="1001485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4528457" y="6117771"/>
              <a:ext cx="171994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/>
            <p:cNvCxnSpPr/>
            <p:nvPr/>
          </p:nvCxnSpPr>
          <p:spPr bwMode="auto">
            <a:xfrm rot="5400000" flipH="1" flipV="1">
              <a:off x="4381500" y="5763986"/>
              <a:ext cx="500742" cy="20682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 bwMode="auto">
            <a:xfrm flipV="1">
              <a:off x="4735286" y="5301343"/>
              <a:ext cx="402771" cy="3156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flipV="1">
              <a:off x="5148943" y="5105400"/>
              <a:ext cx="718457" cy="19594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3" y="2080028"/>
            <a:ext cx="593271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O’Kelly and Bryan, 1998,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Trans. Res. B.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Bryan, 1998,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Geographical Analysis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. </a:t>
            </a:r>
            <a:endParaRPr lang="en-US" sz="2000" i="1" kern="0" dirty="0" smtClean="0">
              <a:solidFill>
                <a:srgbClr val="000000"/>
              </a:solidFill>
              <a:cs typeface="Tahoma" pitchFamily="34" charset="0"/>
            </a:endParaRPr>
          </a:p>
          <a:p>
            <a:pPr marL="742950" lvl="1" indent="-285750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err="1" smtClean="0">
                <a:solidFill>
                  <a:srgbClr val="000000"/>
                </a:solidFill>
                <a:cs typeface="Tahoma" pitchFamily="34" charset="0"/>
              </a:rPr>
              <a:t>Kimms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, 2006,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Perspectives on Operations Research</a:t>
            </a:r>
            <a:r>
              <a:rPr lang="en-US" sz="2200" kern="0" dirty="0" smtClean="0">
                <a:solidFill>
                  <a:srgbClr val="000000"/>
                </a:solidFill>
                <a:cs typeface="Tahoma" pitchFamily="34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261" y="4176227"/>
            <a:ext cx="8196942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ts val="600"/>
              </a:spcBef>
              <a:buClr>
                <a:srgbClr val="000000"/>
              </a:buClr>
              <a:buFontTx/>
              <a:buChar char="•"/>
            </a:pPr>
            <a:r>
              <a:rPr lang="en-US" sz="2400" kern="0" dirty="0" smtClean="0">
                <a:solidFill>
                  <a:srgbClr val="000000"/>
                </a:solidFill>
                <a:cs typeface="Tahoma" pitchFamily="34" charset="0"/>
              </a:rPr>
              <a:t>More general topologies for inter-hub network and access network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“Tree of hubs”: Contreras, </a:t>
            </a:r>
            <a:r>
              <a:rPr lang="en-US" sz="2000" kern="0" dirty="0" err="1" smtClean="0">
                <a:solidFill>
                  <a:srgbClr val="000000"/>
                </a:solidFill>
                <a:cs typeface="Tahoma" pitchFamily="34" charset="0"/>
              </a:rPr>
              <a:t>Fernández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and </a:t>
            </a:r>
            <a:r>
              <a:rPr lang="en-US" sz="2000" kern="0" dirty="0" err="1" smtClean="0">
                <a:solidFill>
                  <a:srgbClr val="000000"/>
                </a:solidFill>
                <a:cs typeface="Tahoma" pitchFamily="34" charset="0"/>
              </a:rPr>
              <a:t>Marín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, 2010,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EJOR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.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“Incomplete” hub networks: Alumur and Kara, 2009,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Transportation Research B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Hub arc models: Campbell, Ernst, and Krishnamoorthy, 2005,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Management Science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. </a:t>
            </a:r>
            <a:endParaRPr lang="en-US" sz="2400" kern="0" dirty="0">
              <a:solidFill>
                <a:srgbClr val="000000"/>
              </a:solidFill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Hub Arc </a:t>
            </a:r>
            <a:r>
              <a:rPr lang="en-US" sz="3200" dirty="0" smtClean="0"/>
              <a:t>Model</a:t>
            </a:r>
            <a:endParaRPr lang="en-US" sz="3200" dirty="0"/>
          </a:p>
        </p:txBody>
      </p:sp>
      <p:sp>
        <p:nvSpPr>
          <p:cNvPr id="421969" name="Rectangle 81"/>
          <p:cNvSpPr>
            <a:spLocks noChangeArrowheads="1"/>
          </p:cNvSpPr>
          <p:nvPr/>
        </p:nvSpPr>
        <p:spPr bwMode="auto">
          <a:xfrm>
            <a:off x="5389563" y="3662363"/>
            <a:ext cx="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endParaRPr lang="en-AU" sz="2400">
              <a:latin typeface="Times New Roman" pitchFamily="18" charset="0"/>
            </a:endParaRPr>
          </a:p>
        </p:txBody>
      </p:sp>
      <p:sp>
        <p:nvSpPr>
          <p:cNvPr id="422230" name="Rectangle 342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04188" cy="5244353"/>
          </a:xfrm>
          <a:noFill/>
          <a:ln/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sz="2400" b="1" i="1" dirty="0" smtClean="0"/>
              <a:t>Hub arc perspective:</a:t>
            </a:r>
            <a:r>
              <a:rPr lang="en-US" sz="2400" b="1" dirty="0" smtClean="0"/>
              <a:t> </a:t>
            </a:r>
            <a:r>
              <a:rPr lang="en-US" sz="2400" dirty="0" smtClean="0"/>
              <a:t>Locate </a:t>
            </a:r>
            <a:r>
              <a:rPr lang="en-US" sz="2400" i="1" dirty="0" smtClean="0"/>
              <a:t>q</a:t>
            </a:r>
            <a:r>
              <a:rPr lang="en-US" sz="2400" dirty="0" smtClean="0"/>
              <a:t> hub arcs rather than </a:t>
            </a:r>
            <a:r>
              <a:rPr lang="en-US" sz="2400" i="1" dirty="0" smtClean="0"/>
              <a:t>p</a:t>
            </a:r>
            <a:r>
              <a:rPr lang="en-US" sz="2400" dirty="0" smtClean="0"/>
              <a:t> fully connected hub nodes.</a:t>
            </a:r>
          </a:p>
          <a:p>
            <a:pPr marL="742950" lvl="2" indent="-342900" eaLnBrk="1" hangingPunct="1">
              <a:spcBef>
                <a:spcPts val="600"/>
              </a:spcBef>
              <a:buFont typeface="Tahoma" pitchFamily="34" charset="0"/>
              <a:buChar char="-"/>
            </a:pPr>
            <a:r>
              <a:rPr lang="en-US" sz="2000" dirty="0" smtClean="0"/>
              <a:t>Endpoints of hub arcs are hub nodes. 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sz="2400" b="1" dirty="0" smtClean="0">
                <a:solidFill>
                  <a:srgbClr val="FF0000"/>
                </a:solidFill>
              </a:rPr>
              <a:t>Hub Arc Location Problem</a:t>
            </a:r>
            <a:r>
              <a:rPr lang="en-US" sz="2400" dirty="0" smtClean="0"/>
              <a:t>: Locate </a:t>
            </a:r>
            <a:r>
              <a:rPr lang="en-US" sz="2400" b="1" i="1" dirty="0" smtClean="0">
                <a:solidFill>
                  <a:srgbClr val="0000CC"/>
                </a:solidFill>
              </a:rPr>
              <a:t>q</a:t>
            </a:r>
            <a:r>
              <a:rPr lang="en-US" sz="2400" b="1" dirty="0" smtClean="0">
                <a:solidFill>
                  <a:srgbClr val="0000CC"/>
                </a:solidFill>
              </a:rPr>
              <a:t> hub arcs </a:t>
            </a:r>
            <a:r>
              <a:rPr lang="en-US" sz="2400" dirty="0" smtClean="0"/>
              <a:t>to minimize the total transportation cost.</a:t>
            </a:r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i="1" dirty="0" smtClean="0"/>
              <a:t>q</a:t>
            </a:r>
            <a:r>
              <a:rPr lang="en-US" sz="2000" dirty="0" smtClean="0"/>
              <a:t>  hub arcs and </a:t>
            </a:r>
            <a:r>
              <a:rPr lang="en-US" sz="2000" i="1" dirty="0" smtClean="0"/>
              <a:t>≤2q </a:t>
            </a:r>
            <a:r>
              <a:rPr lang="en-US" sz="2000" dirty="0" smtClean="0"/>
              <a:t>hubs.</a:t>
            </a:r>
          </a:p>
          <a:p>
            <a:pPr lvl="1">
              <a:spcBef>
                <a:spcPts val="1200"/>
              </a:spcBef>
              <a:buFont typeface="Wingdings" pitchFamily="2" charset="2"/>
              <a:buChar char="Ø"/>
            </a:pPr>
            <a:r>
              <a:rPr lang="en-US" sz="2000" dirty="0" smtClean="0"/>
              <a:t>Assume </a:t>
            </a:r>
            <a:r>
              <a:rPr lang="en-US" sz="2000" dirty="0"/>
              <a:t>as in </a:t>
            </a:r>
            <a:r>
              <a:rPr lang="en-US" sz="2000" dirty="0" smtClean="0"/>
              <a:t>the hub </a:t>
            </a:r>
            <a:r>
              <a:rPr lang="en-US" sz="2000" dirty="0"/>
              <a:t>median model that:</a:t>
            </a:r>
          </a:p>
          <a:p>
            <a:pPr lvl="2">
              <a:spcBef>
                <a:spcPts val="1200"/>
              </a:spcBef>
            </a:pPr>
            <a:r>
              <a:rPr lang="en-US" sz="2000" dirty="0"/>
              <a:t>Every o-d path visits at least 1 hub.</a:t>
            </a:r>
            <a:r>
              <a:rPr lang="en-US" sz="2000" i="1" dirty="0"/>
              <a:t> </a:t>
            </a:r>
          </a:p>
          <a:p>
            <a:pPr lvl="2">
              <a:spcBef>
                <a:spcPts val="1200"/>
              </a:spcBef>
            </a:pPr>
            <a:r>
              <a:rPr lang="en-US" sz="2000" dirty="0"/>
              <a:t>Cost per unit flow is discounted on </a:t>
            </a:r>
            <a:r>
              <a:rPr lang="en-US" sz="2000" i="1" dirty="0"/>
              <a:t>q</a:t>
            </a:r>
            <a:r>
              <a:rPr lang="en-US" sz="2000" dirty="0"/>
              <a:t> hub arcs using </a:t>
            </a:r>
            <a:r>
              <a:rPr lang="en-US" sz="2000" dirty="0">
                <a:sym typeface="Symbol" pitchFamily="18" charset="2"/>
              </a:rPr>
              <a:t></a:t>
            </a:r>
            <a:r>
              <a:rPr lang="en-US" sz="2000" dirty="0" smtClean="0">
                <a:sym typeface="Symbol" pitchFamily="18" charset="2"/>
              </a:rPr>
              <a:t>.</a:t>
            </a:r>
          </a:p>
          <a:p>
            <a:pPr lvl="2">
              <a:spcBef>
                <a:spcPts val="1200"/>
              </a:spcBef>
            </a:pPr>
            <a:r>
              <a:rPr lang="en-US" sz="2000" dirty="0" smtClean="0"/>
              <a:t>Each path has at most 3 arcs and one hub arc </a:t>
            </a:r>
            <a:r>
              <a:rPr lang="en-US" sz="2000" dirty="0" smtClean="0">
                <a:sym typeface="Symbol" pitchFamily="18" charset="2"/>
              </a:rPr>
              <a:t>(origin-hub-hub-destination): model HAL1. </a:t>
            </a:r>
          </a:p>
        </p:txBody>
      </p:sp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Hub Median and Hub Arc Location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412507" y="1755775"/>
            <a:ext cx="2027238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0000"/>
              </a:spcBef>
            </a:pPr>
            <a:r>
              <a:rPr lang="en-US" sz="2400" dirty="0">
                <a:latin typeface="Verdana" pitchFamily="34" charset="0"/>
              </a:rPr>
              <a:t>Hub Median</a:t>
            </a:r>
          </a:p>
          <a:p>
            <a:pPr algn="ctr">
              <a:spcBef>
                <a:spcPct val="10000"/>
              </a:spcBef>
            </a:pPr>
            <a:r>
              <a:rPr lang="en-US" sz="2400" i="1" dirty="0">
                <a:latin typeface="Verdana" pitchFamily="34" charset="0"/>
              </a:rPr>
              <a:t>p</a:t>
            </a:r>
            <a:r>
              <a:rPr lang="en-US" sz="2400" dirty="0">
                <a:latin typeface="Verdana" pitchFamily="34" charset="0"/>
              </a:rPr>
              <a:t>=3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5220221" y="1763713"/>
            <a:ext cx="285115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0000"/>
              </a:spcBef>
            </a:pPr>
            <a:r>
              <a:rPr lang="en-US" sz="2400" dirty="0">
                <a:latin typeface="Verdana" pitchFamily="34" charset="0"/>
              </a:rPr>
              <a:t>Hub Arc Location </a:t>
            </a:r>
          </a:p>
          <a:p>
            <a:pPr algn="ctr">
              <a:spcBef>
                <a:spcPct val="10000"/>
              </a:spcBef>
            </a:pPr>
            <a:r>
              <a:rPr lang="en-US" sz="2400" i="1" dirty="0">
                <a:latin typeface="Verdana" pitchFamily="34" charset="0"/>
              </a:rPr>
              <a:t>q</a:t>
            </a:r>
            <a:r>
              <a:rPr lang="en-US" sz="2400" dirty="0">
                <a:latin typeface="Verdana" pitchFamily="34" charset="0"/>
              </a:rPr>
              <a:t>=3</a:t>
            </a:r>
          </a:p>
        </p:txBody>
      </p:sp>
      <p:grpSp>
        <p:nvGrpSpPr>
          <p:cNvPr id="2" name="Group 123"/>
          <p:cNvGrpSpPr>
            <a:grpSpLocks noChangeAspect="1"/>
          </p:cNvGrpSpPr>
          <p:nvPr/>
        </p:nvGrpSpPr>
        <p:grpSpPr bwMode="auto">
          <a:xfrm>
            <a:off x="365279" y="2459515"/>
            <a:ext cx="3607725" cy="3200400"/>
            <a:chOff x="417879" y="3810002"/>
            <a:chExt cx="2237090" cy="1985210"/>
          </a:xfrm>
        </p:grpSpPr>
        <p:cxnSp>
          <p:nvCxnSpPr>
            <p:cNvPr id="13392" name="Straight Connector 120"/>
            <p:cNvCxnSpPr>
              <a:cxnSpLocks noChangeShapeType="1"/>
            </p:cNvCxnSpPr>
            <p:nvPr/>
          </p:nvCxnSpPr>
          <p:spPr bwMode="auto">
            <a:xfrm rot="10800000" flipV="1">
              <a:off x="1752600" y="4572000"/>
              <a:ext cx="457200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3" name="Straight Connector 113"/>
            <p:cNvCxnSpPr>
              <a:cxnSpLocks noChangeShapeType="1"/>
            </p:cNvCxnSpPr>
            <p:nvPr/>
          </p:nvCxnSpPr>
          <p:spPr bwMode="auto">
            <a:xfrm rot="5400000" flipH="1" flipV="1">
              <a:off x="2209800" y="4267200"/>
              <a:ext cx="304800" cy="3048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4" name="Straight Connector 110"/>
            <p:cNvCxnSpPr>
              <a:cxnSpLocks noChangeShapeType="1"/>
            </p:cNvCxnSpPr>
            <p:nvPr/>
          </p:nvCxnSpPr>
          <p:spPr bwMode="auto">
            <a:xfrm flipV="1">
              <a:off x="1524000" y="4419600"/>
              <a:ext cx="228600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5" name="Straight Connector 107"/>
            <p:cNvCxnSpPr>
              <a:cxnSpLocks noChangeShapeType="1"/>
            </p:cNvCxnSpPr>
            <p:nvPr/>
          </p:nvCxnSpPr>
          <p:spPr bwMode="auto">
            <a:xfrm flipV="1">
              <a:off x="1524000" y="4419600"/>
              <a:ext cx="381000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6" name="Straight Connector 98"/>
            <p:cNvCxnSpPr>
              <a:cxnSpLocks noChangeShapeType="1"/>
            </p:cNvCxnSpPr>
            <p:nvPr/>
          </p:nvCxnSpPr>
          <p:spPr bwMode="auto">
            <a:xfrm rot="5400000">
              <a:off x="1752600" y="4648200"/>
              <a:ext cx="533400" cy="381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7" name="Straight Connector 101"/>
            <p:cNvCxnSpPr>
              <a:cxnSpLocks noChangeShapeType="1"/>
            </p:cNvCxnSpPr>
            <p:nvPr/>
          </p:nvCxnSpPr>
          <p:spPr bwMode="auto">
            <a:xfrm rot="10800000">
              <a:off x="1524000" y="4495800"/>
              <a:ext cx="228600" cy="1524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8" name="Straight Connector 104"/>
            <p:cNvCxnSpPr>
              <a:cxnSpLocks noChangeShapeType="1"/>
            </p:cNvCxnSpPr>
            <p:nvPr/>
          </p:nvCxnSpPr>
          <p:spPr bwMode="auto">
            <a:xfrm rot="10800000">
              <a:off x="1905000" y="4419600"/>
              <a:ext cx="304800" cy="1524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9" name="Straight Connector 86"/>
            <p:cNvCxnSpPr>
              <a:cxnSpLocks noChangeShapeType="1"/>
            </p:cNvCxnSpPr>
            <p:nvPr/>
          </p:nvCxnSpPr>
          <p:spPr bwMode="auto">
            <a:xfrm rot="16200000" flipH="1">
              <a:off x="419099" y="4686299"/>
              <a:ext cx="609602" cy="53340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400" name="Straight Connector 89"/>
            <p:cNvCxnSpPr>
              <a:cxnSpLocks noChangeShapeType="1"/>
            </p:cNvCxnSpPr>
            <p:nvPr/>
          </p:nvCxnSpPr>
          <p:spPr bwMode="auto">
            <a:xfrm rot="16200000" flipH="1">
              <a:off x="914401" y="5334001"/>
              <a:ext cx="228600" cy="7620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401" name="Straight Connector 92"/>
            <p:cNvCxnSpPr>
              <a:cxnSpLocks noChangeShapeType="1"/>
            </p:cNvCxnSpPr>
            <p:nvPr/>
          </p:nvCxnSpPr>
          <p:spPr bwMode="auto">
            <a:xfrm rot="10800000" flipV="1">
              <a:off x="990600" y="5105400"/>
              <a:ext cx="838200" cy="1524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402" name="Straight Connector 58"/>
            <p:cNvCxnSpPr>
              <a:cxnSpLocks noChangeShapeType="1"/>
            </p:cNvCxnSpPr>
            <p:nvPr/>
          </p:nvCxnSpPr>
          <p:spPr bwMode="auto">
            <a:xfrm rot="5400000">
              <a:off x="876302" y="4610104"/>
              <a:ext cx="762000" cy="533397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403" name="Straight Connector 73"/>
            <p:cNvCxnSpPr>
              <a:cxnSpLocks noChangeShapeType="1"/>
            </p:cNvCxnSpPr>
            <p:nvPr/>
          </p:nvCxnSpPr>
          <p:spPr bwMode="auto">
            <a:xfrm rot="10800000" flipV="1">
              <a:off x="990600" y="4572000"/>
              <a:ext cx="1219200" cy="685799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404" name="Straight Connector 76"/>
            <p:cNvCxnSpPr>
              <a:cxnSpLocks noChangeShapeType="1"/>
            </p:cNvCxnSpPr>
            <p:nvPr/>
          </p:nvCxnSpPr>
          <p:spPr bwMode="auto">
            <a:xfrm rot="10800000">
              <a:off x="1524000" y="4495801"/>
              <a:ext cx="685800" cy="76199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</p:spPr>
        </p:cxn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417879" y="3810002"/>
              <a:ext cx="2237090" cy="1985210"/>
              <a:chOff x="1047531" y="1672390"/>
              <a:chExt cx="2288499" cy="2316330"/>
            </a:xfrm>
          </p:grpSpPr>
          <p:sp>
            <p:nvSpPr>
              <p:cNvPr id="13412" name="Freeform 5"/>
              <p:cNvSpPr>
                <a:spLocks/>
              </p:cNvSpPr>
              <p:nvPr/>
            </p:nvSpPr>
            <p:spPr bwMode="auto">
              <a:xfrm>
                <a:off x="1047531" y="1672390"/>
                <a:ext cx="2288499" cy="2316330"/>
              </a:xfrm>
              <a:custGeom>
                <a:avLst/>
                <a:gdLst>
                  <a:gd name="T0" fmla="*/ 2147483647 w 3437"/>
                  <a:gd name="T1" fmla="*/ 2147483647 h 3528"/>
                  <a:gd name="T2" fmla="*/ 2147483647 w 3437"/>
                  <a:gd name="T3" fmla="*/ 2147483647 h 3528"/>
                  <a:gd name="T4" fmla="*/ 2147483647 w 3437"/>
                  <a:gd name="T5" fmla="*/ 2147483647 h 3528"/>
                  <a:gd name="T6" fmla="*/ 2147483647 w 3437"/>
                  <a:gd name="T7" fmla="*/ 2147483647 h 3528"/>
                  <a:gd name="T8" fmla="*/ 2147483647 w 3437"/>
                  <a:gd name="T9" fmla="*/ 2147483647 h 3528"/>
                  <a:gd name="T10" fmla="*/ 2147483647 w 3437"/>
                  <a:gd name="T11" fmla="*/ 2147483647 h 3528"/>
                  <a:gd name="T12" fmla="*/ 2147483647 w 3437"/>
                  <a:gd name="T13" fmla="*/ 2147483647 h 3528"/>
                  <a:gd name="T14" fmla="*/ 2147483647 w 3437"/>
                  <a:gd name="T15" fmla="*/ 2147483647 h 3528"/>
                  <a:gd name="T16" fmla="*/ 2147483647 w 3437"/>
                  <a:gd name="T17" fmla="*/ 2147483647 h 3528"/>
                  <a:gd name="T18" fmla="*/ 2147483647 w 3437"/>
                  <a:gd name="T19" fmla="*/ 2147483647 h 3528"/>
                  <a:gd name="T20" fmla="*/ 2147483647 w 3437"/>
                  <a:gd name="T21" fmla="*/ 2147483647 h 3528"/>
                  <a:gd name="T22" fmla="*/ 2147483647 w 3437"/>
                  <a:gd name="T23" fmla="*/ 2147483647 h 3528"/>
                  <a:gd name="T24" fmla="*/ 2147483647 w 3437"/>
                  <a:gd name="T25" fmla="*/ 2147483647 h 3528"/>
                  <a:gd name="T26" fmla="*/ 2147483647 w 3437"/>
                  <a:gd name="T27" fmla="*/ 2147483647 h 3528"/>
                  <a:gd name="T28" fmla="*/ 2147483647 w 3437"/>
                  <a:gd name="T29" fmla="*/ 2147483647 h 3528"/>
                  <a:gd name="T30" fmla="*/ 2147483647 w 3437"/>
                  <a:gd name="T31" fmla="*/ 2147483647 h 3528"/>
                  <a:gd name="T32" fmla="*/ 2147483647 w 3437"/>
                  <a:gd name="T33" fmla="*/ 2147483647 h 3528"/>
                  <a:gd name="T34" fmla="*/ 2147483647 w 3437"/>
                  <a:gd name="T35" fmla="*/ 2147483647 h 3528"/>
                  <a:gd name="T36" fmla="*/ 2147483647 w 3437"/>
                  <a:gd name="T37" fmla="*/ 2147483647 h 3528"/>
                  <a:gd name="T38" fmla="*/ 2147483647 w 3437"/>
                  <a:gd name="T39" fmla="*/ 2147483647 h 3528"/>
                  <a:gd name="T40" fmla="*/ 2147483647 w 3437"/>
                  <a:gd name="T41" fmla="*/ 2147483647 h 3528"/>
                  <a:gd name="T42" fmla="*/ 2147483647 w 3437"/>
                  <a:gd name="T43" fmla="*/ 2147483647 h 3528"/>
                  <a:gd name="T44" fmla="*/ 2147483647 w 3437"/>
                  <a:gd name="T45" fmla="*/ 2147483647 h 3528"/>
                  <a:gd name="T46" fmla="*/ 2147483647 w 3437"/>
                  <a:gd name="T47" fmla="*/ 2147483647 h 3528"/>
                  <a:gd name="T48" fmla="*/ 2147483647 w 3437"/>
                  <a:gd name="T49" fmla="*/ 2147483647 h 3528"/>
                  <a:gd name="T50" fmla="*/ 2147483647 w 3437"/>
                  <a:gd name="T51" fmla="*/ 2147483647 h 3528"/>
                  <a:gd name="T52" fmla="*/ 2147483647 w 3437"/>
                  <a:gd name="T53" fmla="*/ 2147483647 h 3528"/>
                  <a:gd name="T54" fmla="*/ 2147483647 w 3437"/>
                  <a:gd name="T55" fmla="*/ 2147483647 h 3528"/>
                  <a:gd name="T56" fmla="*/ 2147483647 w 3437"/>
                  <a:gd name="T57" fmla="*/ 2147483647 h 3528"/>
                  <a:gd name="T58" fmla="*/ 2147483647 w 3437"/>
                  <a:gd name="T59" fmla="*/ 2147483647 h 3528"/>
                  <a:gd name="T60" fmla="*/ 2147483647 w 3437"/>
                  <a:gd name="T61" fmla="*/ 2147483647 h 3528"/>
                  <a:gd name="T62" fmla="*/ 2147483647 w 3437"/>
                  <a:gd name="T63" fmla="*/ 2147483647 h 3528"/>
                  <a:gd name="T64" fmla="*/ 2147483647 w 3437"/>
                  <a:gd name="T65" fmla="*/ 2147483647 h 3528"/>
                  <a:gd name="T66" fmla="*/ 2147483647 w 3437"/>
                  <a:gd name="T67" fmla="*/ 2147483647 h 3528"/>
                  <a:gd name="T68" fmla="*/ 2147483647 w 3437"/>
                  <a:gd name="T69" fmla="*/ 2147483647 h 3528"/>
                  <a:gd name="T70" fmla="*/ 2147483647 w 3437"/>
                  <a:gd name="T71" fmla="*/ 2147483647 h 3528"/>
                  <a:gd name="T72" fmla="*/ 2147483647 w 3437"/>
                  <a:gd name="T73" fmla="*/ 2147483647 h 3528"/>
                  <a:gd name="T74" fmla="*/ 2147483647 w 3437"/>
                  <a:gd name="T75" fmla="*/ 2147483647 h 3528"/>
                  <a:gd name="T76" fmla="*/ 2147483647 w 3437"/>
                  <a:gd name="T77" fmla="*/ 2147483647 h 3528"/>
                  <a:gd name="T78" fmla="*/ 2147483647 w 3437"/>
                  <a:gd name="T79" fmla="*/ 2147483647 h 3528"/>
                  <a:gd name="T80" fmla="*/ 2147483647 w 3437"/>
                  <a:gd name="T81" fmla="*/ 2147483647 h 3528"/>
                  <a:gd name="T82" fmla="*/ 2147483647 w 3437"/>
                  <a:gd name="T83" fmla="*/ 2147483647 h 3528"/>
                  <a:gd name="T84" fmla="*/ 2147483647 w 3437"/>
                  <a:gd name="T85" fmla="*/ 2147483647 h 3528"/>
                  <a:gd name="T86" fmla="*/ 2147483647 w 3437"/>
                  <a:gd name="T87" fmla="*/ 2147483647 h 3528"/>
                  <a:gd name="T88" fmla="*/ 2147483647 w 3437"/>
                  <a:gd name="T89" fmla="*/ 2147483647 h 3528"/>
                  <a:gd name="T90" fmla="*/ 2147483647 w 3437"/>
                  <a:gd name="T91" fmla="*/ 2147483647 h 3528"/>
                  <a:gd name="T92" fmla="*/ 2147483647 w 3437"/>
                  <a:gd name="T93" fmla="*/ 2147483647 h 3528"/>
                  <a:gd name="T94" fmla="*/ 2147483647 w 3437"/>
                  <a:gd name="T95" fmla="*/ 2147483647 h 3528"/>
                  <a:gd name="T96" fmla="*/ 2147483647 w 3437"/>
                  <a:gd name="T97" fmla="*/ 2147483647 h 3528"/>
                  <a:gd name="T98" fmla="*/ 2147483647 w 3437"/>
                  <a:gd name="T99" fmla="*/ 2147483647 h 3528"/>
                  <a:gd name="T100" fmla="*/ 2147483647 w 3437"/>
                  <a:gd name="T101" fmla="*/ 2147483647 h 3528"/>
                  <a:gd name="T102" fmla="*/ 2147483647 w 3437"/>
                  <a:gd name="T103" fmla="*/ 2147483647 h 3528"/>
                  <a:gd name="T104" fmla="*/ 0 w 3437"/>
                  <a:gd name="T105" fmla="*/ 2147483647 h 3528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437"/>
                  <a:gd name="T160" fmla="*/ 0 h 3528"/>
                  <a:gd name="T161" fmla="*/ 3437 w 3437"/>
                  <a:gd name="T162" fmla="*/ 3528 h 3528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437" h="3528">
                    <a:moveTo>
                      <a:pt x="1292" y="462"/>
                    </a:moveTo>
                    <a:lnTo>
                      <a:pt x="1373" y="453"/>
                    </a:lnTo>
                    <a:lnTo>
                      <a:pt x="1446" y="481"/>
                    </a:lnTo>
                    <a:lnTo>
                      <a:pt x="1503" y="434"/>
                    </a:lnTo>
                    <a:lnTo>
                      <a:pt x="1584" y="359"/>
                    </a:lnTo>
                    <a:lnTo>
                      <a:pt x="1576" y="425"/>
                    </a:lnTo>
                    <a:lnTo>
                      <a:pt x="1633" y="434"/>
                    </a:lnTo>
                    <a:lnTo>
                      <a:pt x="1665" y="481"/>
                    </a:lnTo>
                    <a:lnTo>
                      <a:pt x="1747" y="444"/>
                    </a:lnTo>
                    <a:lnTo>
                      <a:pt x="1820" y="425"/>
                    </a:lnTo>
                    <a:lnTo>
                      <a:pt x="1893" y="453"/>
                    </a:lnTo>
                    <a:lnTo>
                      <a:pt x="1942" y="462"/>
                    </a:lnTo>
                    <a:lnTo>
                      <a:pt x="1991" y="500"/>
                    </a:lnTo>
                    <a:lnTo>
                      <a:pt x="1909" y="538"/>
                    </a:lnTo>
                    <a:lnTo>
                      <a:pt x="1852" y="538"/>
                    </a:lnTo>
                    <a:lnTo>
                      <a:pt x="1771" y="557"/>
                    </a:lnTo>
                    <a:lnTo>
                      <a:pt x="1698" y="604"/>
                    </a:lnTo>
                    <a:lnTo>
                      <a:pt x="1657" y="670"/>
                    </a:lnTo>
                    <a:lnTo>
                      <a:pt x="1682" y="755"/>
                    </a:lnTo>
                    <a:lnTo>
                      <a:pt x="1674" y="821"/>
                    </a:lnTo>
                    <a:lnTo>
                      <a:pt x="1657" y="906"/>
                    </a:lnTo>
                    <a:lnTo>
                      <a:pt x="1657" y="981"/>
                    </a:lnTo>
                    <a:lnTo>
                      <a:pt x="1698" y="1085"/>
                    </a:lnTo>
                    <a:lnTo>
                      <a:pt x="1714" y="1170"/>
                    </a:lnTo>
                    <a:lnTo>
                      <a:pt x="1787" y="1142"/>
                    </a:lnTo>
                    <a:lnTo>
                      <a:pt x="1820" y="1066"/>
                    </a:lnTo>
                    <a:lnTo>
                      <a:pt x="1820" y="1009"/>
                    </a:lnTo>
                    <a:lnTo>
                      <a:pt x="1804" y="934"/>
                    </a:lnTo>
                    <a:lnTo>
                      <a:pt x="1787" y="859"/>
                    </a:lnTo>
                    <a:lnTo>
                      <a:pt x="1787" y="793"/>
                    </a:lnTo>
                    <a:lnTo>
                      <a:pt x="1804" y="708"/>
                    </a:lnTo>
                    <a:lnTo>
                      <a:pt x="1860" y="632"/>
                    </a:lnTo>
                    <a:lnTo>
                      <a:pt x="1885" y="547"/>
                    </a:lnTo>
                    <a:lnTo>
                      <a:pt x="1958" y="585"/>
                    </a:lnTo>
                    <a:lnTo>
                      <a:pt x="2023" y="613"/>
                    </a:lnTo>
                    <a:lnTo>
                      <a:pt x="2047" y="679"/>
                    </a:lnTo>
                    <a:lnTo>
                      <a:pt x="2023" y="774"/>
                    </a:lnTo>
                    <a:lnTo>
                      <a:pt x="2023" y="840"/>
                    </a:lnTo>
                    <a:lnTo>
                      <a:pt x="2072" y="783"/>
                    </a:lnTo>
                    <a:lnTo>
                      <a:pt x="2112" y="821"/>
                    </a:lnTo>
                    <a:lnTo>
                      <a:pt x="2145" y="877"/>
                    </a:lnTo>
                    <a:lnTo>
                      <a:pt x="2129" y="991"/>
                    </a:lnTo>
                    <a:lnTo>
                      <a:pt x="2104" y="1076"/>
                    </a:lnTo>
                    <a:lnTo>
                      <a:pt x="2137" y="1142"/>
                    </a:lnTo>
                    <a:lnTo>
                      <a:pt x="2186" y="1142"/>
                    </a:lnTo>
                    <a:lnTo>
                      <a:pt x="2226" y="1104"/>
                    </a:lnTo>
                    <a:lnTo>
                      <a:pt x="2307" y="1066"/>
                    </a:lnTo>
                    <a:lnTo>
                      <a:pt x="2364" y="1009"/>
                    </a:lnTo>
                    <a:lnTo>
                      <a:pt x="2446" y="962"/>
                    </a:lnTo>
                    <a:lnTo>
                      <a:pt x="2478" y="896"/>
                    </a:lnTo>
                    <a:lnTo>
                      <a:pt x="2437" y="821"/>
                    </a:lnTo>
                    <a:lnTo>
                      <a:pt x="2486" y="811"/>
                    </a:lnTo>
                    <a:lnTo>
                      <a:pt x="2567" y="783"/>
                    </a:lnTo>
                    <a:lnTo>
                      <a:pt x="2624" y="783"/>
                    </a:lnTo>
                    <a:lnTo>
                      <a:pt x="2673" y="745"/>
                    </a:lnTo>
                    <a:lnTo>
                      <a:pt x="2681" y="670"/>
                    </a:lnTo>
                    <a:lnTo>
                      <a:pt x="2689" y="613"/>
                    </a:lnTo>
                    <a:lnTo>
                      <a:pt x="2746" y="528"/>
                    </a:lnTo>
                    <a:lnTo>
                      <a:pt x="2811" y="472"/>
                    </a:lnTo>
                    <a:lnTo>
                      <a:pt x="2893" y="444"/>
                    </a:lnTo>
                    <a:lnTo>
                      <a:pt x="2990" y="415"/>
                    </a:lnTo>
                    <a:lnTo>
                      <a:pt x="3055" y="396"/>
                    </a:lnTo>
                    <a:lnTo>
                      <a:pt x="3104" y="330"/>
                    </a:lnTo>
                    <a:lnTo>
                      <a:pt x="3136" y="255"/>
                    </a:lnTo>
                    <a:lnTo>
                      <a:pt x="3128" y="189"/>
                    </a:lnTo>
                    <a:lnTo>
                      <a:pt x="3169" y="76"/>
                    </a:lnTo>
                    <a:lnTo>
                      <a:pt x="3193" y="10"/>
                    </a:lnTo>
                    <a:lnTo>
                      <a:pt x="3258" y="0"/>
                    </a:lnTo>
                    <a:lnTo>
                      <a:pt x="3307" y="47"/>
                    </a:lnTo>
                    <a:lnTo>
                      <a:pt x="3331" y="142"/>
                    </a:lnTo>
                    <a:lnTo>
                      <a:pt x="3396" y="227"/>
                    </a:lnTo>
                    <a:lnTo>
                      <a:pt x="3437" y="264"/>
                    </a:lnTo>
                    <a:lnTo>
                      <a:pt x="3426" y="321"/>
                    </a:lnTo>
                    <a:lnTo>
                      <a:pt x="3364" y="377"/>
                    </a:lnTo>
                    <a:lnTo>
                      <a:pt x="3291" y="491"/>
                    </a:lnTo>
                    <a:lnTo>
                      <a:pt x="3250" y="547"/>
                    </a:lnTo>
                    <a:lnTo>
                      <a:pt x="3209" y="604"/>
                    </a:lnTo>
                    <a:lnTo>
                      <a:pt x="3193" y="679"/>
                    </a:lnTo>
                    <a:lnTo>
                      <a:pt x="3201" y="745"/>
                    </a:lnTo>
                    <a:lnTo>
                      <a:pt x="3266" y="821"/>
                    </a:lnTo>
                    <a:lnTo>
                      <a:pt x="3209" y="906"/>
                    </a:lnTo>
                    <a:lnTo>
                      <a:pt x="3136" y="934"/>
                    </a:lnTo>
                    <a:lnTo>
                      <a:pt x="3104" y="1019"/>
                    </a:lnTo>
                    <a:lnTo>
                      <a:pt x="3055" y="1066"/>
                    </a:lnTo>
                    <a:lnTo>
                      <a:pt x="2998" y="1094"/>
                    </a:lnTo>
                    <a:lnTo>
                      <a:pt x="2990" y="1208"/>
                    </a:lnTo>
                    <a:lnTo>
                      <a:pt x="2958" y="1292"/>
                    </a:lnTo>
                    <a:lnTo>
                      <a:pt x="2925" y="1387"/>
                    </a:lnTo>
                    <a:lnTo>
                      <a:pt x="2925" y="1453"/>
                    </a:lnTo>
                    <a:lnTo>
                      <a:pt x="2917" y="1509"/>
                    </a:lnTo>
                    <a:lnTo>
                      <a:pt x="2884" y="1557"/>
                    </a:lnTo>
                    <a:lnTo>
                      <a:pt x="2876" y="1613"/>
                    </a:lnTo>
                    <a:lnTo>
                      <a:pt x="2893" y="1717"/>
                    </a:lnTo>
                    <a:lnTo>
                      <a:pt x="2982" y="1830"/>
                    </a:lnTo>
                    <a:lnTo>
                      <a:pt x="2958" y="1915"/>
                    </a:lnTo>
                    <a:lnTo>
                      <a:pt x="2901" y="1962"/>
                    </a:lnTo>
                    <a:lnTo>
                      <a:pt x="2819" y="2028"/>
                    </a:lnTo>
                    <a:lnTo>
                      <a:pt x="2763" y="2123"/>
                    </a:lnTo>
                    <a:lnTo>
                      <a:pt x="2706" y="2189"/>
                    </a:lnTo>
                    <a:lnTo>
                      <a:pt x="2665" y="2283"/>
                    </a:lnTo>
                    <a:lnTo>
                      <a:pt x="2632" y="2339"/>
                    </a:lnTo>
                    <a:lnTo>
                      <a:pt x="2584" y="2415"/>
                    </a:lnTo>
                    <a:lnTo>
                      <a:pt x="2502" y="2509"/>
                    </a:lnTo>
                    <a:lnTo>
                      <a:pt x="2494" y="2622"/>
                    </a:lnTo>
                    <a:lnTo>
                      <a:pt x="2486" y="2688"/>
                    </a:lnTo>
                    <a:lnTo>
                      <a:pt x="2511" y="2755"/>
                    </a:lnTo>
                    <a:lnTo>
                      <a:pt x="2576" y="2887"/>
                    </a:lnTo>
                    <a:lnTo>
                      <a:pt x="2616" y="2971"/>
                    </a:lnTo>
                    <a:lnTo>
                      <a:pt x="2657" y="3038"/>
                    </a:lnTo>
                    <a:lnTo>
                      <a:pt x="2673" y="3104"/>
                    </a:lnTo>
                    <a:lnTo>
                      <a:pt x="2722" y="3188"/>
                    </a:lnTo>
                    <a:lnTo>
                      <a:pt x="2754" y="3264"/>
                    </a:lnTo>
                    <a:lnTo>
                      <a:pt x="2746" y="3377"/>
                    </a:lnTo>
                    <a:lnTo>
                      <a:pt x="2714" y="3434"/>
                    </a:lnTo>
                    <a:lnTo>
                      <a:pt x="2665" y="3443"/>
                    </a:lnTo>
                    <a:lnTo>
                      <a:pt x="2624" y="3405"/>
                    </a:lnTo>
                    <a:lnTo>
                      <a:pt x="2567" y="3368"/>
                    </a:lnTo>
                    <a:lnTo>
                      <a:pt x="2502" y="3264"/>
                    </a:lnTo>
                    <a:lnTo>
                      <a:pt x="2462" y="3198"/>
                    </a:lnTo>
                    <a:lnTo>
                      <a:pt x="2413" y="3104"/>
                    </a:lnTo>
                    <a:lnTo>
                      <a:pt x="2397" y="3047"/>
                    </a:lnTo>
                    <a:lnTo>
                      <a:pt x="2389" y="2953"/>
                    </a:lnTo>
                    <a:lnTo>
                      <a:pt x="2307" y="2858"/>
                    </a:lnTo>
                    <a:lnTo>
                      <a:pt x="2259" y="2811"/>
                    </a:lnTo>
                    <a:lnTo>
                      <a:pt x="2202" y="2849"/>
                    </a:lnTo>
                    <a:lnTo>
                      <a:pt x="2104" y="2877"/>
                    </a:lnTo>
                    <a:lnTo>
                      <a:pt x="2056" y="2830"/>
                    </a:lnTo>
                    <a:lnTo>
                      <a:pt x="1942" y="2783"/>
                    </a:lnTo>
                    <a:lnTo>
                      <a:pt x="1820" y="2821"/>
                    </a:lnTo>
                    <a:lnTo>
                      <a:pt x="1698" y="2830"/>
                    </a:lnTo>
                    <a:lnTo>
                      <a:pt x="1641" y="2877"/>
                    </a:lnTo>
                    <a:lnTo>
                      <a:pt x="1657" y="2962"/>
                    </a:lnTo>
                    <a:lnTo>
                      <a:pt x="1706" y="3019"/>
                    </a:lnTo>
                    <a:lnTo>
                      <a:pt x="1633" y="3019"/>
                    </a:lnTo>
                    <a:lnTo>
                      <a:pt x="1519" y="3047"/>
                    </a:lnTo>
                    <a:lnTo>
                      <a:pt x="1430" y="3009"/>
                    </a:lnTo>
                    <a:lnTo>
                      <a:pt x="1324" y="2962"/>
                    </a:lnTo>
                    <a:lnTo>
                      <a:pt x="1235" y="2962"/>
                    </a:lnTo>
                    <a:lnTo>
                      <a:pt x="1137" y="2990"/>
                    </a:lnTo>
                    <a:lnTo>
                      <a:pt x="958" y="3160"/>
                    </a:lnTo>
                    <a:lnTo>
                      <a:pt x="861" y="3236"/>
                    </a:lnTo>
                    <a:lnTo>
                      <a:pt x="820" y="3320"/>
                    </a:lnTo>
                    <a:lnTo>
                      <a:pt x="812" y="3387"/>
                    </a:lnTo>
                    <a:lnTo>
                      <a:pt x="828" y="3453"/>
                    </a:lnTo>
                    <a:lnTo>
                      <a:pt x="828" y="3528"/>
                    </a:lnTo>
                    <a:lnTo>
                      <a:pt x="747" y="3509"/>
                    </a:lnTo>
                    <a:lnTo>
                      <a:pt x="658" y="3471"/>
                    </a:lnTo>
                    <a:lnTo>
                      <a:pt x="625" y="3405"/>
                    </a:lnTo>
                    <a:lnTo>
                      <a:pt x="577" y="3311"/>
                    </a:lnTo>
                    <a:lnTo>
                      <a:pt x="536" y="3207"/>
                    </a:lnTo>
                    <a:lnTo>
                      <a:pt x="471" y="3085"/>
                    </a:lnTo>
                    <a:lnTo>
                      <a:pt x="430" y="3047"/>
                    </a:lnTo>
                    <a:lnTo>
                      <a:pt x="349" y="3000"/>
                    </a:lnTo>
                    <a:lnTo>
                      <a:pt x="260" y="2971"/>
                    </a:lnTo>
                    <a:lnTo>
                      <a:pt x="203" y="3047"/>
                    </a:lnTo>
                    <a:lnTo>
                      <a:pt x="113" y="3038"/>
                    </a:lnTo>
                    <a:lnTo>
                      <a:pt x="32" y="2971"/>
                    </a:lnTo>
                    <a:lnTo>
                      <a:pt x="16" y="2905"/>
                    </a:lnTo>
                    <a:lnTo>
                      <a:pt x="0" y="2821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3413" name="Rectangle 7"/>
              <p:cNvSpPr>
                <a:spLocks noChangeArrowheads="1"/>
              </p:cNvSpPr>
              <p:nvPr/>
            </p:nvSpPr>
            <p:spPr bwMode="auto">
              <a:xfrm>
                <a:off x="1072167" y="2617831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4" name="Rectangle 8"/>
              <p:cNvSpPr>
                <a:spLocks noChangeArrowheads="1"/>
              </p:cNvSpPr>
              <p:nvPr/>
            </p:nvSpPr>
            <p:spPr bwMode="auto">
              <a:xfrm>
                <a:off x="1682744" y="3588221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5" name="Rectangle 9"/>
              <p:cNvSpPr>
                <a:spLocks noChangeArrowheads="1"/>
              </p:cNvSpPr>
              <p:nvPr/>
            </p:nvSpPr>
            <p:spPr bwMode="auto">
              <a:xfrm>
                <a:off x="2428488" y="3128631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6" name="Rectangle 10"/>
              <p:cNvSpPr>
                <a:spLocks noChangeArrowheads="1"/>
              </p:cNvSpPr>
              <p:nvPr/>
            </p:nvSpPr>
            <p:spPr bwMode="auto">
              <a:xfrm>
                <a:off x="2405183" y="2313189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7" name="Rectangle 11"/>
              <p:cNvSpPr>
                <a:spLocks noChangeArrowheads="1"/>
              </p:cNvSpPr>
              <p:nvPr/>
            </p:nvSpPr>
            <p:spPr bwMode="auto">
              <a:xfrm>
                <a:off x="2363235" y="2628336"/>
                <a:ext cx="67250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8" name="Rectangle 12"/>
              <p:cNvSpPr>
                <a:spLocks noChangeArrowheads="1"/>
              </p:cNvSpPr>
              <p:nvPr/>
            </p:nvSpPr>
            <p:spPr bwMode="auto">
              <a:xfrm>
                <a:off x="3126956" y="2144454"/>
                <a:ext cx="67250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9" name="Rectangle 13"/>
              <p:cNvSpPr>
                <a:spLocks noChangeArrowheads="1"/>
              </p:cNvSpPr>
              <p:nvPr/>
            </p:nvSpPr>
            <p:spPr bwMode="auto">
              <a:xfrm>
                <a:off x="2860619" y="2510812"/>
                <a:ext cx="67916" cy="84696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21" name="Rectangle 28"/>
              <p:cNvSpPr>
                <a:spLocks noChangeArrowheads="1"/>
              </p:cNvSpPr>
              <p:nvPr/>
            </p:nvSpPr>
            <p:spPr bwMode="auto">
              <a:xfrm>
                <a:off x="1596185" y="3311810"/>
                <a:ext cx="67916" cy="84696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22" name="Rectangle 29"/>
              <p:cNvSpPr>
                <a:spLocks noChangeArrowheads="1"/>
              </p:cNvSpPr>
              <p:nvPr/>
            </p:nvSpPr>
            <p:spPr bwMode="auto">
              <a:xfrm>
                <a:off x="2142176" y="2399197"/>
                <a:ext cx="67250" cy="84696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23" name="Rectangle 30"/>
              <p:cNvSpPr>
                <a:spLocks noChangeArrowheads="1"/>
              </p:cNvSpPr>
              <p:nvPr/>
            </p:nvSpPr>
            <p:spPr bwMode="auto">
              <a:xfrm>
                <a:off x="2512384" y="2367026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183"/>
          <p:cNvGrpSpPr>
            <a:grpSpLocks noChangeAspect="1"/>
          </p:cNvGrpSpPr>
          <p:nvPr/>
        </p:nvGrpSpPr>
        <p:grpSpPr bwMode="auto">
          <a:xfrm>
            <a:off x="5012615" y="2467454"/>
            <a:ext cx="3606059" cy="3200400"/>
            <a:chOff x="3530048" y="3878181"/>
            <a:chExt cx="2237090" cy="1985210"/>
          </a:xfrm>
        </p:grpSpPr>
        <p:cxnSp>
          <p:nvCxnSpPr>
            <p:cNvPr id="13359" name="Straight Connector 180"/>
            <p:cNvCxnSpPr>
              <a:cxnSpLocks noChangeShapeType="1"/>
            </p:cNvCxnSpPr>
            <p:nvPr/>
          </p:nvCxnSpPr>
          <p:spPr bwMode="auto">
            <a:xfrm rot="10800000" flipV="1">
              <a:off x="4114800" y="5181600"/>
              <a:ext cx="762000" cy="1524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0" name="Straight Connector 168"/>
            <p:cNvCxnSpPr>
              <a:cxnSpLocks noChangeShapeType="1"/>
            </p:cNvCxnSpPr>
            <p:nvPr/>
          </p:nvCxnSpPr>
          <p:spPr bwMode="auto">
            <a:xfrm rot="10800000" flipV="1">
              <a:off x="4628684" y="4509740"/>
              <a:ext cx="392152" cy="4553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1" name="Straight Connector 162"/>
            <p:cNvCxnSpPr>
              <a:cxnSpLocks noChangeShapeType="1"/>
            </p:cNvCxnSpPr>
            <p:nvPr/>
          </p:nvCxnSpPr>
          <p:spPr bwMode="auto">
            <a:xfrm rot="10800000" flipV="1">
              <a:off x="4648200" y="4315520"/>
              <a:ext cx="914400" cy="2286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2" name="Straight Connector 176"/>
            <p:cNvCxnSpPr>
              <a:cxnSpLocks noChangeShapeType="1"/>
            </p:cNvCxnSpPr>
            <p:nvPr/>
          </p:nvCxnSpPr>
          <p:spPr bwMode="auto">
            <a:xfrm rot="10800000" flipV="1">
              <a:off x="4648200" y="4450268"/>
              <a:ext cx="211872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3" name="Straight Connector 173"/>
            <p:cNvCxnSpPr>
              <a:cxnSpLocks noChangeShapeType="1"/>
            </p:cNvCxnSpPr>
            <p:nvPr/>
          </p:nvCxnSpPr>
          <p:spPr bwMode="auto">
            <a:xfrm rot="10800000">
              <a:off x="5029200" y="4495800"/>
              <a:ext cx="304800" cy="1524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4" name="Straight Connector 165"/>
            <p:cNvCxnSpPr>
              <a:cxnSpLocks noChangeShapeType="1"/>
            </p:cNvCxnSpPr>
            <p:nvPr/>
          </p:nvCxnSpPr>
          <p:spPr bwMode="auto">
            <a:xfrm flipV="1">
              <a:off x="4876802" y="4648200"/>
              <a:ext cx="457198" cy="7620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5" name="Straight Connector 159"/>
            <p:cNvCxnSpPr>
              <a:cxnSpLocks noChangeShapeType="1"/>
            </p:cNvCxnSpPr>
            <p:nvPr/>
          </p:nvCxnSpPr>
          <p:spPr bwMode="auto">
            <a:xfrm rot="5400000">
              <a:off x="5295902" y="4381500"/>
              <a:ext cx="304798" cy="22860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6" name="Straight Connector 153"/>
            <p:cNvCxnSpPr>
              <a:cxnSpLocks noChangeShapeType="1"/>
            </p:cNvCxnSpPr>
            <p:nvPr/>
          </p:nvCxnSpPr>
          <p:spPr bwMode="auto">
            <a:xfrm rot="16200000" flipH="1">
              <a:off x="4684445" y="4913046"/>
              <a:ext cx="380998" cy="7619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7" name="Straight Connector 144"/>
            <p:cNvCxnSpPr>
              <a:cxnSpLocks noChangeShapeType="1"/>
            </p:cNvCxnSpPr>
            <p:nvPr/>
          </p:nvCxnSpPr>
          <p:spPr bwMode="auto">
            <a:xfrm rot="16200000" flipH="1">
              <a:off x="4038600" y="5410200"/>
              <a:ext cx="228600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8" name="Straight Connector 147"/>
            <p:cNvCxnSpPr>
              <a:cxnSpLocks noChangeShapeType="1"/>
            </p:cNvCxnSpPr>
            <p:nvPr/>
          </p:nvCxnSpPr>
          <p:spPr bwMode="auto">
            <a:xfrm rot="16200000" flipH="1">
              <a:off x="3543300" y="4762500"/>
              <a:ext cx="609600" cy="5334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69" name="Straight Connector 128"/>
            <p:cNvCxnSpPr>
              <a:cxnSpLocks noChangeShapeType="1"/>
            </p:cNvCxnSpPr>
            <p:nvPr/>
          </p:nvCxnSpPr>
          <p:spPr bwMode="auto">
            <a:xfrm rot="5400000">
              <a:off x="3986214" y="4662490"/>
              <a:ext cx="762000" cy="533400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370" name="Straight Connector 124"/>
            <p:cNvCxnSpPr>
              <a:cxnSpLocks noChangeShapeType="1"/>
            </p:cNvCxnSpPr>
            <p:nvPr/>
          </p:nvCxnSpPr>
          <p:spPr bwMode="auto">
            <a:xfrm rot="10800000" flipV="1">
              <a:off x="3581401" y="4552952"/>
              <a:ext cx="1047751" cy="171449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371" name="Straight Connector 125"/>
            <p:cNvCxnSpPr>
              <a:cxnSpLocks noChangeShapeType="1"/>
            </p:cNvCxnSpPr>
            <p:nvPr/>
          </p:nvCxnSpPr>
          <p:spPr bwMode="auto">
            <a:xfrm rot="5400000">
              <a:off x="4864896" y="4705354"/>
              <a:ext cx="526256" cy="411952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</p:spPr>
        </p:cxn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530048" y="3878181"/>
              <a:ext cx="2237090" cy="1985210"/>
              <a:chOff x="1047531" y="1672390"/>
              <a:chExt cx="2288499" cy="2316330"/>
            </a:xfrm>
          </p:grpSpPr>
          <p:sp>
            <p:nvSpPr>
              <p:cNvPr id="13380" name="Freeform 5"/>
              <p:cNvSpPr>
                <a:spLocks/>
              </p:cNvSpPr>
              <p:nvPr/>
            </p:nvSpPr>
            <p:spPr bwMode="auto">
              <a:xfrm>
                <a:off x="1047531" y="1672390"/>
                <a:ext cx="2288499" cy="2316330"/>
              </a:xfrm>
              <a:custGeom>
                <a:avLst/>
                <a:gdLst>
                  <a:gd name="T0" fmla="*/ 2147483647 w 3437"/>
                  <a:gd name="T1" fmla="*/ 2147483647 h 3528"/>
                  <a:gd name="T2" fmla="*/ 2147483647 w 3437"/>
                  <a:gd name="T3" fmla="*/ 2147483647 h 3528"/>
                  <a:gd name="T4" fmla="*/ 2147483647 w 3437"/>
                  <a:gd name="T5" fmla="*/ 2147483647 h 3528"/>
                  <a:gd name="T6" fmla="*/ 2147483647 w 3437"/>
                  <a:gd name="T7" fmla="*/ 2147483647 h 3528"/>
                  <a:gd name="T8" fmla="*/ 2147483647 w 3437"/>
                  <a:gd name="T9" fmla="*/ 2147483647 h 3528"/>
                  <a:gd name="T10" fmla="*/ 2147483647 w 3437"/>
                  <a:gd name="T11" fmla="*/ 2147483647 h 3528"/>
                  <a:gd name="T12" fmla="*/ 2147483647 w 3437"/>
                  <a:gd name="T13" fmla="*/ 2147483647 h 3528"/>
                  <a:gd name="T14" fmla="*/ 2147483647 w 3437"/>
                  <a:gd name="T15" fmla="*/ 2147483647 h 3528"/>
                  <a:gd name="T16" fmla="*/ 2147483647 w 3437"/>
                  <a:gd name="T17" fmla="*/ 2147483647 h 3528"/>
                  <a:gd name="T18" fmla="*/ 2147483647 w 3437"/>
                  <a:gd name="T19" fmla="*/ 2147483647 h 3528"/>
                  <a:gd name="T20" fmla="*/ 2147483647 w 3437"/>
                  <a:gd name="T21" fmla="*/ 2147483647 h 3528"/>
                  <a:gd name="T22" fmla="*/ 2147483647 w 3437"/>
                  <a:gd name="T23" fmla="*/ 2147483647 h 3528"/>
                  <a:gd name="T24" fmla="*/ 2147483647 w 3437"/>
                  <a:gd name="T25" fmla="*/ 2147483647 h 3528"/>
                  <a:gd name="T26" fmla="*/ 2147483647 w 3437"/>
                  <a:gd name="T27" fmla="*/ 2147483647 h 3528"/>
                  <a:gd name="T28" fmla="*/ 2147483647 w 3437"/>
                  <a:gd name="T29" fmla="*/ 2147483647 h 3528"/>
                  <a:gd name="T30" fmla="*/ 2147483647 w 3437"/>
                  <a:gd name="T31" fmla="*/ 2147483647 h 3528"/>
                  <a:gd name="T32" fmla="*/ 2147483647 w 3437"/>
                  <a:gd name="T33" fmla="*/ 2147483647 h 3528"/>
                  <a:gd name="T34" fmla="*/ 2147483647 w 3437"/>
                  <a:gd name="T35" fmla="*/ 2147483647 h 3528"/>
                  <a:gd name="T36" fmla="*/ 2147483647 w 3437"/>
                  <a:gd name="T37" fmla="*/ 2147483647 h 3528"/>
                  <a:gd name="T38" fmla="*/ 2147483647 w 3437"/>
                  <a:gd name="T39" fmla="*/ 2147483647 h 3528"/>
                  <a:gd name="T40" fmla="*/ 2147483647 w 3437"/>
                  <a:gd name="T41" fmla="*/ 2147483647 h 3528"/>
                  <a:gd name="T42" fmla="*/ 2147483647 w 3437"/>
                  <a:gd name="T43" fmla="*/ 2147483647 h 3528"/>
                  <a:gd name="T44" fmla="*/ 2147483647 w 3437"/>
                  <a:gd name="T45" fmla="*/ 2147483647 h 3528"/>
                  <a:gd name="T46" fmla="*/ 2147483647 w 3437"/>
                  <a:gd name="T47" fmla="*/ 2147483647 h 3528"/>
                  <a:gd name="T48" fmla="*/ 2147483647 w 3437"/>
                  <a:gd name="T49" fmla="*/ 2147483647 h 3528"/>
                  <a:gd name="T50" fmla="*/ 2147483647 w 3437"/>
                  <a:gd name="T51" fmla="*/ 2147483647 h 3528"/>
                  <a:gd name="T52" fmla="*/ 2147483647 w 3437"/>
                  <a:gd name="T53" fmla="*/ 2147483647 h 3528"/>
                  <a:gd name="T54" fmla="*/ 2147483647 w 3437"/>
                  <a:gd name="T55" fmla="*/ 2147483647 h 3528"/>
                  <a:gd name="T56" fmla="*/ 2147483647 w 3437"/>
                  <a:gd name="T57" fmla="*/ 2147483647 h 3528"/>
                  <a:gd name="T58" fmla="*/ 2147483647 w 3437"/>
                  <a:gd name="T59" fmla="*/ 2147483647 h 3528"/>
                  <a:gd name="T60" fmla="*/ 2147483647 w 3437"/>
                  <a:gd name="T61" fmla="*/ 2147483647 h 3528"/>
                  <a:gd name="T62" fmla="*/ 2147483647 w 3437"/>
                  <a:gd name="T63" fmla="*/ 2147483647 h 3528"/>
                  <a:gd name="T64" fmla="*/ 2147483647 w 3437"/>
                  <a:gd name="T65" fmla="*/ 2147483647 h 3528"/>
                  <a:gd name="T66" fmla="*/ 2147483647 w 3437"/>
                  <a:gd name="T67" fmla="*/ 2147483647 h 3528"/>
                  <a:gd name="T68" fmla="*/ 2147483647 w 3437"/>
                  <a:gd name="T69" fmla="*/ 2147483647 h 3528"/>
                  <a:gd name="T70" fmla="*/ 2147483647 w 3437"/>
                  <a:gd name="T71" fmla="*/ 2147483647 h 3528"/>
                  <a:gd name="T72" fmla="*/ 2147483647 w 3437"/>
                  <a:gd name="T73" fmla="*/ 2147483647 h 3528"/>
                  <a:gd name="T74" fmla="*/ 2147483647 w 3437"/>
                  <a:gd name="T75" fmla="*/ 2147483647 h 3528"/>
                  <a:gd name="T76" fmla="*/ 2147483647 w 3437"/>
                  <a:gd name="T77" fmla="*/ 2147483647 h 3528"/>
                  <a:gd name="T78" fmla="*/ 2147483647 w 3437"/>
                  <a:gd name="T79" fmla="*/ 2147483647 h 3528"/>
                  <a:gd name="T80" fmla="*/ 2147483647 w 3437"/>
                  <a:gd name="T81" fmla="*/ 2147483647 h 3528"/>
                  <a:gd name="T82" fmla="*/ 2147483647 w 3437"/>
                  <a:gd name="T83" fmla="*/ 2147483647 h 3528"/>
                  <a:gd name="T84" fmla="*/ 2147483647 w 3437"/>
                  <a:gd name="T85" fmla="*/ 2147483647 h 3528"/>
                  <a:gd name="T86" fmla="*/ 2147483647 w 3437"/>
                  <a:gd name="T87" fmla="*/ 2147483647 h 3528"/>
                  <a:gd name="T88" fmla="*/ 2147483647 w 3437"/>
                  <a:gd name="T89" fmla="*/ 2147483647 h 3528"/>
                  <a:gd name="T90" fmla="*/ 2147483647 w 3437"/>
                  <a:gd name="T91" fmla="*/ 2147483647 h 3528"/>
                  <a:gd name="T92" fmla="*/ 2147483647 w 3437"/>
                  <a:gd name="T93" fmla="*/ 2147483647 h 3528"/>
                  <a:gd name="T94" fmla="*/ 2147483647 w 3437"/>
                  <a:gd name="T95" fmla="*/ 2147483647 h 3528"/>
                  <a:gd name="T96" fmla="*/ 2147483647 w 3437"/>
                  <a:gd name="T97" fmla="*/ 2147483647 h 3528"/>
                  <a:gd name="T98" fmla="*/ 2147483647 w 3437"/>
                  <a:gd name="T99" fmla="*/ 2147483647 h 3528"/>
                  <a:gd name="T100" fmla="*/ 2147483647 w 3437"/>
                  <a:gd name="T101" fmla="*/ 2147483647 h 3528"/>
                  <a:gd name="T102" fmla="*/ 2147483647 w 3437"/>
                  <a:gd name="T103" fmla="*/ 2147483647 h 3528"/>
                  <a:gd name="T104" fmla="*/ 0 w 3437"/>
                  <a:gd name="T105" fmla="*/ 2147483647 h 3528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3437"/>
                  <a:gd name="T160" fmla="*/ 0 h 3528"/>
                  <a:gd name="T161" fmla="*/ 3437 w 3437"/>
                  <a:gd name="T162" fmla="*/ 3528 h 3528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3437" h="3528">
                    <a:moveTo>
                      <a:pt x="1292" y="462"/>
                    </a:moveTo>
                    <a:lnTo>
                      <a:pt x="1373" y="453"/>
                    </a:lnTo>
                    <a:lnTo>
                      <a:pt x="1446" y="481"/>
                    </a:lnTo>
                    <a:lnTo>
                      <a:pt x="1503" y="434"/>
                    </a:lnTo>
                    <a:lnTo>
                      <a:pt x="1584" y="359"/>
                    </a:lnTo>
                    <a:lnTo>
                      <a:pt x="1576" y="425"/>
                    </a:lnTo>
                    <a:lnTo>
                      <a:pt x="1633" y="434"/>
                    </a:lnTo>
                    <a:lnTo>
                      <a:pt x="1665" y="481"/>
                    </a:lnTo>
                    <a:lnTo>
                      <a:pt x="1747" y="444"/>
                    </a:lnTo>
                    <a:lnTo>
                      <a:pt x="1820" y="425"/>
                    </a:lnTo>
                    <a:lnTo>
                      <a:pt x="1893" y="453"/>
                    </a:lnTo>
                    <a:lnTo>
                      <a:pt x="1942" y="462"/>
                    </a:lnTo>
                    <a:lnTo>
                      <a:pt x="1991" y="500"/>
                    </a:lnTo>
                    <a:lnTo>
                      <a:pt x="1909" y="538"/>
                    </a:lnTo>
                    <a:lnTo>
                      <a:pt x="1852" y="538"/>
                    </a:lnTo>
                    <a:lnTo>
                      <a:pt x="1771" y="557"/>
                    </a:lnTo>
                    <a:lnTo>
                      <a:pt x="1698" y="604"/>
                    </a:lnTo>
                    <a:lnTo>
                      <a:pt x="1657" y="670"/>
                    </a:lnTo>
                    <a:lnTo>
                      <a:pt x="1682" y="755"/>
                    </a:lnTo>
                    <a:lnTo>
                      <a:pt x="1674" y="821"/>
                    </a:lnTo>
                    <a:lnTo>
                      <a:pt x="1657" y="906"/>
                    </a:lnTo>
                    <a:lnTo>
                      <a:pt x="1657" y="981"/>
                    </a:lnTo>
                    <a:lnTo>
                      <a:pt x="1698" y="1085"/>
                    </a:lnTo>
                    <a:lnTo>
                      <a:pt x="1714" y="1170"/>
                    </a:lnTo>
                    <a:lnTo>
                      <a:pt x="1787" y="1142"/>
                    </a:lnTo>
                    <a:lnTo>
                      <a:pt x="1820" y="1066"/>
                    </a:lnTo>
                    <a:lnTo>
                      <a:pt x="1820" y="1009"/>
                    </a:lnTo>
                    <a:lnTo>
                      <a:pt x="1804" y="934"/>
                    </a:lnTo>
                    <a:lnTo>
                      <a:pt x="1787" y="859"/>
                    </a:lnTo>
                    <a:lnTo>
                      <a:pt x="1787" y="793"/>
                    </a:lnTo>
                    <a:lnTo>
                      <a:pt x="1804" y="708"/>
                    </a:lnTo>
                    <a:lnTo>
                      <a:pt x="1860" y="632"/>
                    </a:lnTo>
                    <a:lnTo>
                      <a:pt x="1885" y="547"/>
                    </a:lnTo>
                    <a:lnTo>
                      <a:pt x="1958" y="585"/>
                    </a:lnTo>
                    <a:lnTo>
                      <a:pt x="2023" y="613"/>
                    </a:lnTo>
                    <a:lnTo>
                      <a:pt x="2047" y="679"/>
                    </a:lnTo>
                    <a:lnTo>
                      <a:pt x="2023" y="774"/>
                    </a:lnTo>
                    <a:lnTo>
                      <a:pt x="2023" y="840"/>
                    </a:lnTo>
                    <a:lnTo>
                      <a:pt x="2072" y="783"/>
                    </a:lnTo>
                    <a:lnTo>
                      <a:pt x="2112" y="821"/>
                    </a:lnTo>
                    <a:lnTo>
                      <a:pt x="2145" y="877"/>
                    </a:lnTo>
                    <a:lnTo>
                      <a:pt x="2129" y="991"/>
                    </a:lnTo>
                    <a:lnTo>
                      <a:pt x="2104" y="1076"/>
                    </a:lnTo>
                    <a:lnTo>
                      <a:pt x="2137" y="1142"/>
                    </a:lnTo>
                    <a:lnTo>
                      <a:pt x="2186" y="1142"/>
                    </a:lnTo>
                    <a:lnTo>
                      <a:pt x="2226" y="1104"/>
                    </a:lnTo>
                    <a:lnTo>
                      <a:pt x="2307" y="1066"/>
                    </a:lnTo>
                    <a:lnTo>
                      <a:pt x="2364" y="1009"/>
                    </a:lnTo>
                    <a:lnTo>
                      <a:pt x="2446" y="962"/>
                    </a:lnTo>
                    <a:lnTo>
                      <a:pt x="2478" y="896"/>
                    </a:lnTo>
                    <a:lnTo>
                      <a:pt x="2437" y="821"/>
                    </a:lnTo>
                    <a:lnTo>
                      <a:pt x="2486" y="811"/>
                    </a:lnTo>
                    <a:lnTo>
                      <a:pt x="2567" y="783"/>
                    </a:lnTo>
                    <a:lnTo>
                      <a:pt x="2624" y="783"/>
                    </a:lnTo>
                    <a:lnTo>
                      <a:pt x="2673" y="745"/>
                    </a:lnTo>
                    <a:lnTo>
                      <a:pt x="2681" y="670"/>
                    </a:lnTo>
                    <a:lnTo>
                      <a:pt x="2689" y="613"/>
                    </a:lnTo>
                    <a:lnTo>
                      <a:pt x="2746" y="528"/>
                    </a:lnTo>
                    <a:lnTo>
                      <a:pt x="2811" y="472"/>
                    </a:lnTo>
                    <a:lnTo>
                      <a:pt x="2893" y="444"/>
                    </a:lnTo>
                    <a:lnTo>
                      <a:pt x="2990" y="415"/>
                    </a:lnTo>
                    <a:lnTo>
                      <a:pt x="3055" y="396"/>
                    </a:lnTo>
                    <a:lnTo>
                      <a:pt x="3104" y="330"/>
                    </a:lnTo>
                    <a:lnTo>
                      <a:pt x="3136" y="255"/>
                    </a:lnTo>
                    <a:lnTo>
                      <a:pt x="3128" y="189"/>
                    </a:lnTo>
                    <a:lnTo>
                      <a:pt x="3169" y="76"/>
                    </a:lnTo>
                    <a:lnTo>
                      <a:pt x="3193" y="10"/>
                    </a:lnTo>
                    <a:lnTo>
                      <a:pt x="3258" y="0"/>
                    </a:lnTo>
                    <a:lnTo>
                      <a:pt x="3307" y="47"/>
                    </a:lnTo>
                    <a:lnTo>
                      <a:pt x="3331" y="142"/>
                    </a:lnTo>
                    <a:lnTo>
                      <a:pt x="3396" y="227"/>
                    </a:lnTo>
                    <a:lnTo>
                      <a:pt x="3437" y="264"/>
                    </a:lnTo>
                    <a:lnTo>
                      <a:pt x="3426" y="321"/>
                    </a:lnTo>
                    <a:lnTo>
                      <a:pt x="3364" y="377"/>
                    </a:lnTo>
                    <a:lnTo>
                      <a:pt x="3291" y="491"/>
                    </a:lnTo>
                    <a:lnTo>
                      <a:pt x="3250" y="547"/>
                    </a:lnTo>
                    <a:lnTo>
                      <a:pt x="3209" y="604"/>
                    </a:lnTo>
                    <a:lnTo>
                      <a:pt x="3193" y="679"/>
                    </a:lnTo>
                    <a:lnTo>
                      <a:pt x="3201" y="745"/>
                    </a:lnTo>
                    <a:lnTo>
                      <a:pt x="3266" y="821"/>
                    </a:lnTo>
                    <a:lnTo>
                      <a:pt x="3209" y="906"/>
                    </a:lnTo>
                    <a:lnTo>
                      <a:pt x="3136" y="934"/>
                    </a:lnTo>
                    <a:lnTo>
                      <a:pt x="3104" y="1019"/>
                    </a:lnTo>
                    <a:lnTo>
                      <a:pt x="3055" y="1066"/>
                    </a:lnTo>
                    <a:lnTo>
                      <a:pt x="2998" y="1094"/>
                    </a:lnTo>
                    <a:lnTo>
                      <a:pt x="2990" y="1208"/>
                    </a:lnTo>
                    <a:lnTo>
                      <a:pt x="2958" y="1292"/>
                    </a:lnTo>
                    <a:lnTo>
                      <a:pt x="2925" y="1387"/>
                    </a:lnTo>
                    <a:lnTo>
                      <a:pt x="2925" y="1453"/>
                    </a:lnTo>
                    <a:lnTo>
                      <a:pt x="2917" y="1509"/>
                    </a:lnTo>
                    <a:lnTo>
                      <a:pt x="2884" y="1557"/>
                    </a:lnTo>
                    <a:lnTo>
                      <a:pt x="2876" y="1613"/>
                    </a:lnTo>
                    <a:lnTo>
                      <a:pt x="2893" y="1717"/>
                    </a:lnTo>
                    <a:lnTo>
                      <a:pt x="2982" y="1830"/>
                    </a:lnTo>
                    <a:lnTo>
                      <a:pt x="2958" y="1915"/>
                    </a:lnTo>
                    <a:lnTo>
                      <a:pt x="2901" y="1962"/>
                    </a:lnTo>
                    <a:lnTo>
                      <a:pt x="2819" y="2028"/>
                    </a:lnTo>
                    <a:lnTo>
                      <a:pt x="2763" y="2123"/>
                    </a:lnTo>
                    <a:lnTo>
                      <a:pt x="2706" y="2189"/>
                    </a:lnTo>
                    <a:lnTo>
                      <a:pt x="2665" y="2283"/>
                    </a:lnTo>
                    <a:lnTo>
                      <a:pt x="2632" y="2339"/>
                    </a:lnTo>
                    <a:lnTo>
                      <a:pt x="2584" y="2415"/>
                    </a:lnTo>
                    <a:lnTo>
                      <a:pt x="2502" y="2509"/>
                    </a:lnTo>
                    <a:lnTo>
                      <a:pt x="2494" y="2622"/>
                    </a:lnTo>
                    <a:lnTo>
                      <a:pt x="2486" y="2688"/>
                    </a:lnTo>
                    <a:lnTo>
                      <a:pt x="2511" y="2755"/>
                    </a:lnTo>
                    <a:lnTo>
                      <a:pt x="2576" y="2887"/>
                    </a:lnTo>
                    <a:lnTo>
                      <a:pt x="2616" y="2971"/>
                    </a:lnTo>
                    <a:lnTo>
                      <a:pt x="2657" y="3038"/>
                    </a:lnTo>
                    <a:lnTo>
                      <a:pt x="2673" y="3104"/>
                    </a:lnTo>
                    <a:lnTo>
                      <a:pt x="2722" y="3188"/>
                    </a:lnTo>
                    <a:lnTo>
                      <a:pt x="2754" y="3264"/>
                    </a:lnTo>
                    <a:lnTo>
                      <a:pt x="2746" y="3377"/>
                    </a:lnTo>
                    <a:lnTo>
                      <a:pt x="2714" y="3434"/>
                    </a:lnTo>
                    <a:lnTo>
                      <a:pt x="2665" y="3443"/>
                    </a:lnTo>
                    <a:lnTo>
                      <a:pt x="2624" y="3405"/>
                    </a:lnTo>
                    <a:lnTo>
                      <a:pt x="2567" y="3368"/>
                    </a:lnTo>
                    <a:lnTo>
                      <a:pt x="2502" y="3264"/>
                    </a:lnTo>
                    <a:lnTo>
                      <a:pt x="2462" y="3198"/>
                    </a:lnTo>
                    <a:lnTo>
                      <a:pt x="2413" y="3104"/>
                    </a:lnTo>
                    <a:lnTo>
                      <a:pt x="2397" y="3047"/>
                    </a:lnTo>
                    <a:lnTo>
                      <a:pt x="2389" y="2953"/>
                    </a:lnTo>
                    <a:lnTo>
                      <a:pt x="2307" y="2858"/>
                    </a:lnTo>
                    <a:lnTo>
                      <a:pt x="2259" y="2811"/>
                    </a:lnTo>
                    <a:lnTo>
                      <a:pt x="2202" y="2849"/>
                    </a:lnTo>
                    <a:lnTo>
                      <a:pt x="2104" y="2877"/>
                    </a:lnTo>
                    <a:lnTo>
                      <a:pt x="2056" y="2830"/>
                    </a:lnTo>
                    <a:lnTo>
                      <a:pt x="1942" y="2783"/>
                    </a:lnTo>
                    <a:lnTo>
                      <a:pt x="1820" y="2821"/>
                    </a:lnTo>
                    <a:lnTo>
                      <a:pt x="1698" y="2830"/>
                    </a:lnTo>
                    <a:lnTo>
                      <a:pt x="1641" y="2877"/>
                    </a:lnTo>
                    <a:lnTo>
                      <a:pt x="1657" y="2962"/>
                    </a:lnTo>
                    <a:lnTo>
                      <a:pt x="1706" y="3019"/>
                    </a:lnTo>
                    <a:lnTo>
                      <a:pt x="1633" y="3019"/>
                    </a:lnTo>
                    <a:lnTo>
                      <a:pt x="1519" y="3047"/>
                    </a:lnTo>
                    <a:lnTo>
                      <a:pt x="1430" y="3009"/>
                    </a:lnTo>
                    <a:lnTo>
                      <a:pt x="1324" y="2962"/>
                    </a:lnTo>
                    <a:lnTo>
                      <a:pt x="1235" y="2962"/>
                    </a:lnTo>
                    <a:lnTo>
                      <a:pt x="1137" y="2990"/>
                    </a:lnTo>
                    <a:lnTo>
                      <a:pt x="958" y="3160"/>
                    </a:lnTo>
                    <a:lnTo>
                      <a:pt x="861" y="3236"/>
                    </a:lnTo>
                    <a:lnTo>
                      <a:pt x="820" y="3320"/>
                    </a:lnTo>
                    <a:lnTo>
                      <a:pt x="812" y="3387"/>
                    </a:lnTo>
                    <a:lnTo>
                      <a:pt x="828" y="3453"/>
                    </a:lnTo>
                    <a:lnTo>
                      <a:pt x="828" y="3528"/>
                    </a:lnTo>
                    <a:lnTo>
                      <a:pt x="747" y="3509"/>
                    </a:lnTo>
                    <a:lnTo>
                      <a:pt x="658" y="3471"/>
                    </a:lnTo>
                    <a:lnTo>
                      <a:pt x="625" y="3405"/>
                    </a:lnTo>
                    <a:lnTo>
                      <a:pt x="577" y="3311"/>
                    </a:lnTo>
                    <a:lnTo>
                      <a:pt x="536" y="3207"/>
                    </a:lnTo>
                    <a:lnTo>
                      <a:pt x="471" y="3085"/>
                    </a:lnTo>
                    <a:lnTo>
                      <a:pt x="430" y="3047"/>
                    </a:lnTo>
                    <a:lnTo>
                      <a:pt x="349" y="3000"/>
                    </a:lnTo>
                    <a:lnTo>
                      <a:pt x="260" y="2971"/>
                    </a:lnTo>
                    <a:lnTo>
                      <a:pt x="203" y="3047"/>
                    </a:lnTo>
                    <a:lnTo>
                      <a:pt x="113" y="3038"/>
                    </a:lnTo>
                    <a:lnTo>
                      <a:pt x="32" y="2971"/>
                    </a:lnTo>
                    <a:lnTo>
                      <a:pt x="16" y="2905"/>
                    </a:lnTo>
                    <a:lnTo>
                      <a:pt x="0" y="2821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3381" name="Rectangle 7"/>
              <p:cNvSpPr>
                <a:spLocks noChangeArrowheads="1"/>
              </p:cNvSpPr>
              <p:nvPr/>
            </p:nvSpPr>
            <p:spPr bwMode="auto">
              <a:xfrm>
                <a:off x="1072167" y="2617831"/>
                <a:ext cx="67916" cy="8469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2" name="Rectangle 8"/>
              <p:cNvSpPr>
                <a:spLocks noChangeArrowheads="1"/>
              </p:cNvSpPr>
              <p:nvPr/>
            </p:nvSpPr>
            <p:spPr bwMode="auto">
              <a:xfrm>
                <a:off x="1682744" y="3588221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3" name="Rectangle 9"/>
              <p:cNvSpPr>
                <a:spLocks noChangeArrowheads="1"/>
              </p:cNvSpPr>
              <p:nvPr/>
            </p:nvSpPr>
            <p:spPr bwMode="auto">
              <a:xfrm>
                <a:off x="2428488" y="3128631"/>
                <a:ext cx="67916" cy="8469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4" name="Rectangle 10"/>
              <p:cNvSpPr>
                <a:spLocks noChangeArrowheads="1"/>
              </p:cNvSpPr>
              <p:nvPr/>
            </p:nvSpPr>
            <p:spPr bwMode="auto">
              <a:xfrm>
                <a:off x="2405183" y="2313189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5" name="Rectangle 11"/>
              <p:cNvSpPr>
                <a:spLocks noChangeArrowheads="1"/>
              </p:cNvSpPr>
              <p:nvPr/>
            </p:nvSpPr>
            <p:spPr bwMode="auto">
              <a:xfrm>
                <a:off x="2363235" y="2628336"/>
                <a:ext cx="67250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6" name="Rectangle 12"/>
              <p:cNvSpPr>
                <a:spLocks noChangeArrowheads="1"/>
              </p:cNvSpPr>
              <p:nvPr/>
            </p:nvSpPr>
            <p:spPr bwMode="auto">
              <a:xfrm>
                <a:off x="3126956" y="2144454"/>
                <a:ext cx="67250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7" name="Rectangle 13"/>
              <p:cNvSpPr>
                <a:spLocks noChangeArrowheads="1"/>
              </p:cNvSpPr>
              <p:nvPr/>
            </p:nvSpPr>
            <p:spPr bwMode="auto">
              <a:xfrm>
                <a:off x="2860619" y="2510812"/>
                <a:ext cx="67916" cy="8469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89" name="Rectangle 28"/>
              <p:cNvSpPr>
                <a:spLocks noChangeArrowheads="1"/>
              </p:cNvSpPr>
              <p:nvPr/>
            </p:nvSpPr>
            <p:spPr bwMode="auto">
              <a:xfrm>
                <a:off x="1596185" y="3311810"/>
                <a:ext cx="67916" cy="8469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90" name="Rectangle 29"/>
              <p:cNvSpPr>
                <a:spLocks noChangeArrowheads="1"/>
              </p:cNvSpPr>
              <p:nvPr/>
            </p:nvSpPr>
            <p:spPr bwMode="auto">
              <a:xfrm>
                <a:off x="2142176" y="2399197"/>
                <a:ext cx="67250" cy="8469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91" name="Rectangle 30"/>
              <p:cNvSpPr>
                <a:spLocks noChangeArrowheads="1"/>
              </p:cNvSpPr>
              <p:nvPr/>
            </p:nvSpPr>
            <p:spPr bwMode="auto">
              <a:xfrm>
                <a:off x="2512384" y="2367026"/>
                <a:ext cx="67916" cy="8469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3378" name="Straight Connector 150"/>
            <p:cNvCxnSpPr>
              <a:cxnSpLocks noChangeShapeType="1"/>
            </p:cNvCxnSpPr>
            <p:nvPr/>
          </p:nvCxnSpPr>
          <p:spPr bwMode="auto">
            <a:xfrm rot="10800000" flipV="1">
              <a:off x="4191000" y="5181600"/>
              <a:ext cx="685800" cy="3810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79" name="Straight Connector 156"/>
            <p:cNvCxnSpPr>
              <a:cxnSpLocks noChangeShapeType="1"/>
            </p:cNvCxnSpPr>
            <p:nvPr/>
          </p:nvCxnSpPr>
          <p:spPr bwMode="auto">
            <a:xfrm rot="10800000">
              <a:off x="4648200" y="4572000"/>
              <a:ext cx="226398" cy="1994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3320" name="Straight Connector 185"/>
          <p:cNvCxnSpPr>
            <a:cxnSpLocks noChangeShapeType="1"/>
          </p:cNvCxnSpPr>
          <p:nvPr/>
        </p:nvCxnSpPr>
        <p:spPr bwMode="auto">
          <a:xfrm rot="16200000" flipH="1">
            <a:off x="2218569" y="3871913"/>
            <a:ext cx="42354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323" name="Text Box 3"/>
          <p:cNvSpPr txBox="1">
            <a:spLocks noChangeArrowheads="1"/>
          </p:cNvSpPr>
          <p:nvPr/>
        </p:nvSpPr>
        <p:spPr bwMode="auto">
          <a:xfrm>
            <a:off x="1171097" y="5585334"/>
            <a:ext cx="2028825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0000"/>
              </a:spcBef>
            </a:pPr>
            <a:r>
              <a:rPr lang="en-US" sz="2000" dirty="0">
                <a:solidFill>
                  <a:srgbClr val="0000CC"/>
                </a:solidFill>
                <a:latin typeface="Verdana" pitchFamily="34" charset="0"/>
              </a:rPr>
              <a:t>3 hubs &amp; </a:t>
            </a:r>
          </a:p>
          <a:p>
            <a:pPr algn="ctr">
              <a:spcBef>
                <a:spcPct val="10000"/>
              </a:spcBef>
            </a:pPr>
            <a:r>
              <a:rPr lang="en-US" sz="2000" dirty="0">
                <a:solidFill>
                  <a:srgbClr val="0000CC"/>
                </a:solidFill>
                <a:latin typeface="Verdana" pitchFamily="34" charset="0"/>
              </a:rPr>
              <a:t>3 hub arcs</a:t>
            </a:r>
          </a:p>
        </p:txBody>
      </p:sp>
      <p:sp>
        <p:nvSpPr>
          <p:cNvPr id="13324" name="Text Box 3"/>
          <p:cNvSpPr txBox="1">
            <a:spLocks noChangeArrowheads="1"/>
          </p:cNvSpPr>
          <p:nvPr/>
        </p:nvSpPr>
        <p:spPr bwMode="auto">
          <a:xfrm>
            <a:off x="5805655" y="5582159"/>
            <a:ext cx="2028825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0000"/>
              </a:spcBef>
            </a:pPr>
            <a:r>
              <a:rPr lang="en-US" sz="2000">
                <a:solidFill>
                  <a:srgbClr val="0000CC"/>
                </a:solidFill>
                <a:latin typeface="Verdana" pitchFamily="34" charset="0"/>
              </a:rPr>
              <a:t>5 hubs &amp; </a:t>
            </a:r>
          </a:p>
          <a:p>
            <a:pPr algn="ctr">
              <a:spcBef>
                <a:spcPct val="10000"/>
              </a:spcBef>
            </a:pPr>
            <a:r>
              <a:rPr lang="en-US" sz="2000">
                <a:solidFill>
                  <a:srgbClr val="0000CC"/>
                </a:solidFill>
                <a:latin typeface="Verdana" pitchFamily="34" charset="0"/>
              </a:rPr>
              <a:t>3 hub arcs</a:t>
            </a:r>
          </a:p>
        </p:txBody>
      </p:sp>
      <p:sp>
        <p:nvSpPr>
          <p:cNvPr id="7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Time Definite Hub Arc Location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261350" cy="498951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 smtClean="0"/>
              <a:t>Combine service level (travel time) constraints with cost minimization to model time definite transportation.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Motivation: Time definite trucking: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/>
              <a:t>1 to 4 day very reliable scheduled service between terminals.</a:t>
            </a:r>
          </a:p>
          <a:p>
            <a:pPr lvl="1" eaLnBrk="1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/>
              <a:t>Air freight service by truck!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701273" y="3724337"/>
            <a:ext cx="5899150" cy="2072362"/>
            <a:chOff x="701273" y="4230785"/>
            <a:chExt cx="5899150" cy="2072362"/>
          </a:xfrm>
        </p:grpSpPr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701273" y="4240310"/>
              <a:ext cx="5070889" cy="203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823510" y="4230785"/>
              <a:ext cx="5776913" cy="2072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en-US" sz="1600" b="1" dirty="0">
                  <a:solidFill>
                    <a:srgbClr val="000080"/>
                  </a:solidFill>
                  <a:latin typeface="Arial" charset="0"/>
                </a:rPr>
                <a:t>             </a:t>
              </a:r>
              <a:r>
                <a:rPr lang="en-US" sz="1600" b="1" dirty="0" smtClean="0">
                  <a:solidFill>
                    <a:srgbClr val="000080"/>
                  </a:solidFill>
                  <a:latin typeface="Arial" charset="0"/>
                </a:rPr>
                <a:t>	               </a:t>
              </a:r>
              <a:r>
                <a:rPr lang="en-US" sz="1600" b="1" dirty="0" smtClean="0">
                  <a:solidFill>
                    <a:srgbClr val="0000FF"/>
                  </a:solidFill>
                  <a:latin typeface="Arial" charset="0"/>
                </a:rPr>
                <a:t>Transit</a:t>
              </a:r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	  </a:t>
              </a:r>
              <a:r>
                <a:rPr lang="en-US" sz="1600" b="1" dirty="0" smtClean="0">
                  <a:solidFill>
                    <a:srgbClr val="0000FF"/>
                  </a:solidFill>
                  <a:latin typeface="Arial" charset="0"/>
                </a:rPr>
                <a:t>Drop-off      </a:t>
              </a:r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Pickup      </a:t>
              </a:r>
            </a:p>
            <a:p>
              <a:pPr>
                <a:spcBef>
                  <a:spcPts val="0"/>
                </a:spcBef>
              </a:pPr>
              <a:r>
                <a:rPr lang="en-US" sz="1600" b="1" dirty="0" err="1">
                  <a:solidFill>
                    <a:srgbClr val="0000FF"/>
                  </a:solidFill>
                  <a:latin typeface="Arial" charset="0"/>
                </a:rPr>
                <a:t>Dest</a:t>
              </a:r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     </a:t>
              </a:r>
              <a:r>
                <a:rPr lang="en-US" sz="1600" b="1" dirty="0" smtClean="0">
                  <a:solidFill>
                    <a:srgbClr val="0000FF"/>
                  </a:solidFill>
                  <a:latin typeface="Arial" charset="0"/>
                </a:rPr>
                <a:t>Distance     Days</a:t>
              </a:r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	  </a:t>
              </a:r>
              <a:r>
                <a:rPr lang="en-US" sz="1600" b="1" dirty="0" smtClean="0">
                  <a:solidFill>
                    <a:srgbClr val="0000FF"/>
                  </a:solidFill>
                  <a:latin typeface="Arial" charset="0"/>
                </a:rPr>
                <a:t>  at </a:t>
              </a:r>
              <a:r>
                <a:rPr lang="en-US" sz="1600" b="1" dirty="0">
                  <a:solidFill>
                    <a:srgbClr val="0000FF"/>
                  </a:solidFill>
                  <a:latin typeface="Arial" charset="0"/>
                </a:rPr>
                <a:t>STL       </a:t>
              </a:r>
              <a:r>
                <a:rPr lang="en-US" sz="1600" b="1" dirty="0" smtClean="0">
                  <a:solidFill>
                    <a:srgbClr val="0000FF"/>
                  </a:solidFill>
                  <a:latin typeface="Arial" charset="0"/>
                </a:rPr>
                <a:t>at </a:t>
              </a:r>
              <a:r>
                <a:rPr lang="en-US" sz="1600" b="1" dirty="0" err="1">
                  <a:solidFill>
                    <a:srgbClr val="0000FF"/>
                  </a:solidFill>
                  <a:latin typeface="Arial" charset="0"/>
                </a:rPr>
                <a:t>Dest</a:t>
              </a:r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endParaRPr lang="en-US" sz="1600" dirty="0"/>
            </a:p>
            <a:p>
              <a:pPr>
                <a:spcBef>
                  <a:spcPts val="400"/>
                </a:spcBef>
              </a:pP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ATL </a:t>
              </a:r>
              <a:r>
                <a:rPr lang="en-US" sz="1600" b="1" dirty="0" smtClean="0">
                  <a:latin typeface="Arial" charset="0"/>
                </a:rPr>
                <a:t> </a:t>
              </a:r>
              <a:r>
                <a:rPr lang="en-US" sz="1600" b="1" dirty="0">
                  <a:latin typeface="Arial" charset="0"/>
                </a:rPr>
                <a:t>	</a:t>
              </a:r>
              <a:r>
                <a:rPr lang="en-US" sz="1600" b="1" dirty="0" smtClean="0">
                  <a:latin typeface="Arial" charset="0"/>
                </a:rPr>
                <a:t>  575 	   2 </a:t>
              </a:r>
              <a:r>
                <a:rPr lang="en-US" sz="1600" b="1" dirty="0">
                  <a:solidFill>
                    <a:srgbClr val="000000"/>
                  </a:solidFill>
                  <a:latin typeface="Arial" charset="0"/>
                </a:rPr>
                <a:t>	  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   22:00</a:t>
              </a:r>
              <a:r>
                <a:rPr lang="en-US" sz="1600" b="1" dirty="0">
                  <a:latin typeface="Arial" charset="0"/>
                </a:rPr>
                <a:t>	</a:t>
              </a:r>
              <a:r>
                <a:rPr lang="en-US" sz="1600" b="1" dirty="0" smtClean="0">
                  <a:latin typeface="Arial" charset="0"/>
                </a:rPr>
                <a:t>        7:00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 </a:t>
              </a:r>
              <a:r>
                <a:rPr lang="en-US" sz="1600" b="1" dirty="0">
                  <a:latin typeface="Arial" charset="0"/>
                </a:rPr>
                <a:t>	</a:t>
              </a:r>
            </a:p>
            <a:p>
              <a:pPr>
                <a:spcBef>
                  <a:spcPts val="400"/>
                </a:spcBef>
              </a:pP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JFK</a:t>
              </a:r>
              <a:r>
                <a:rPr lang="en-US" sz="1600" b="1" dirty="0" smtClean="0">
                  <a:latin typeface="Arial" charset="0"/>
                </a:rPr>
                <a:t>	  982 	   2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	     22:00</a:t>
              </a:r>
              <a:r>
                <a:rPr lang="en-US" sz="1600" b="1" dirty="0" smtClean="0">
                  <a:latin typeface="Arial" charset="0"/>
                </a:rPr>
                <a:t>	        9:00	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 </a:t>
              </a:r>
              <a:endParaRPr lang="en-US" sz="1600" b="1" dirty="0" smtClean="0">
                <a:latin typeface="Arial" charset="0"/>
              </a:endParaRPr>
            </a:p>
            <a:p>
              <a:pPr>
                <a:spcBef>
                  <a:spcPts val="400"/>
                </a:spcBef>
              </a:pP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MIA</a:t>
              </a:r>
              <a:r>
                <a:rPr lang="en-US" sz="1600" b="1" dirty="0" smtClean="0">
                  <a:latin typeface="Arial" charset="0"/>
                </a:rPr>
                <a:t> 	1230 	   3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	     22:00</a:t>
              </a:r>
              <a:r>
                <a:rPr lang="en-US" sz="1600" b="1" dirty="0" smtClean="0">
                  <a:latin typeface="Arial" charset="0"/>
                </a:rPr>
                <a:t>	        8:00</a:t>
              </a:r>
            </a:p>
            <a:p>
              <a:pPr>
                <a:spcBef>
                  <a:spcPts val="400"/>
                </a:spcBef>
              </a:pP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ORD</a:t>
              </a:r>
              <a:r>
                <a:rPr lang="en-US" sz="1600" b="1" dirty="0" smtClean="0">
                  <a:latin typeface="Arial" charset="0"/>
                </a:rPr>
                <a:t>	  308 	   1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	     22:00</a:t>
              </a:r>
              <a:r>
                <a:rPr lang="en-US" sz="1600" b="1" dirty="0" smtClean="0">
                  <a:latin typeface="Arial" charset="0"/>
                </a:rPr>
                <a:t>	        9:00</a:t>
              </a:r>
            </a:p>
            <a:p>
              <a:pPr>
                <a:spcBef>
                  <a:spcPts val="400"/>
                </a:spcBef>
              </a:pP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SEA</a:t>
              </a:r>
              <a:r>
                <a:rPr lang="en-US" sz="1600" b="1" dirty="0">
                  <a:latin typeface="Arial" charset="0"/>
                </a:rPr>
                <a:t>	</a:t>
              </a:r>
              <a:r>
                <a:rPr lang="en-US" sz="1600" b="1" dirty="0" smtClean="0">
                  <a:latin typeface="Arial" charset="0"/>
                </a:rPr>
                <a:t>2087	   4</a:t>
              </a:r>
              <a:r>
                <a:rPr lang="en-US" sz="1600" b="1" dirty="0">
                  <a:solidFill>
                    <a:srgbClr val="000000"/>
                  </a:solidFill>
                  <a:latin typeface="Arial" charset="0"/>
                </a:rPr>
                <a:t>	   </a:t>
              </a:r>
              <a:r>
                <a:rPr lang="en-US" sz="1600" b="1" dirty="0" smtClean="0">
                  <a:solidFill>
                    <a:srgbClr val="000000"/>
                  </a:solidFill>
                  <a:latin typeface="Arial" charset="0"/>
                </a:rPr>
                <a:t>  22:00</a:t>
              </a:r>
              <a:r>
                <a:rPr lang="en-US" sz="1600" b="1" dirty="0">
                  <a:latin typeface="Arial" charset="0"/>
                </a:rPr>
                <a:t>	</a:t>
              </a:r>
              <a:r>
                <a:rPr lang="en-US" sz="1600" b="1" dirty="0" smtClean="0">
                  <a:latin typeface="Arial" charset="0"/>
                </a:rPr>
                <a:t>        8:30</a:t>
              </a:r>
              <a:endParaRPr lang="en-US" sz="1600" b="1" dirty="0">
                <a:latin typeface="Arial" charset="0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720323" y="4781643"/>
              <a:ext cx="5066127" cy="4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2606587" y="4259359"/>
              <a:ext cx="0" cy="201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527090" y="4259360"/>
              <a:ext cx="0" cy="201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3570553" y="4262562"/>
              <a:ext cx="0" cy="201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5957893" y="3937986"/>
            <a:ext cx="2998777" cy="2042187"/>
            <a:chOff x="6194738" y="1672563"/>
            <a:chExt cx="2580415" cy="1839542"/>
          </a:xfrm>
        </p:grpSpPr>
        <p:grpSp>
          <p:nvGrpSpPr>
            <p:cNvPr id="4" name="Group 159"/>
            <p:cNvGrpSpPr>
              <a:grpSpLocks noChangeAspect="1"/>
            </p:cNvGrpSpPr>
            <p:nvPr/>
          </p:nvGrpSpPr>
          <p:grpSpPr bwMode="auto">
            <a:xfrm>
              <a:off x="6194738" y="1672563"/>
              <a:ext cx="2580415" cy="1839543"/>
              <a:chOff x="519596" y="1635125"/>
              <a:chExt cx="3097102" cy="2207853"/>
            </a:xfrm>
          </p:grpSpPr>
          <p:pic>
            <p:nvPicPr>
              <p:cNvPr id="14" name="Picture 1"/>
              <p:cNvPicPr>
                <a:picLocks noChangeAspect="1" noChangeArrowheads="1"/>
              </p:cNvPicPr>
              <p:nvPr/>
            </p:nvPicPr>
            <p:blipFill>
              <a:blip r:embed="rId2" cstate="screen"/>
              <a:srcRect/>
              <a:stretch>
                <a:fillRect/>
              </a:stretch>
            </p:blipFill>
            <p:spPr bwMode="auto">
              <a:xfrm>
                <a:off x="582613" y="1635125"/>
                <a:ext cx="3017837" cy="1851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5" name="Rectangle 30"/>
              <p:cNvSpPr>
                <a:spLocks noChangeArrowheads="1"/>
              </p:cNvSpPr>
              <p:nvPr/>
            </p:nvSpPr>
            <p:spPr bwMode="auto">
              <a:xfrm>
                <a:off x="519596" y="3434923"/>
                <a:ext cx="3097102" cy="4080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endParaRPr lang="en-US" sz="1800" dirty="0"/>
              </a:p>
            </p:txBody>
          </p:sp>
        </p:grpSp>
        <p:sp>
          <p:nvSpPr>
            <p:cNvPr id="13" name="5-Point Star 12"/>
            <p:cNvSpPr/>
            <p:nvPr/>
          </p:nvSpPr>
          <p:spPr bwMode="auto">
            <a:xfrm>
              <a:off x="7701565" y="2318200"/>
              <a:ext cx="182880" cy="182880"/>
            </a:xfrm>
            <a:prstGeom prst="star5">
              <a:avLst/>
            </a:prstGeom>
            <a:solidFill>
              <a:srgbClr val="FF00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8129" y="6164057"/>
            <a:ext cx="7891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ts val="1200"/>
              </a:spcBef>
              <a:buClr>
                <a:srgbClr val="000000"/>
              </a:buClr>
              <a:buFontTx/>
              <a:buChar char="•"/>
            </a:pPr>
            <a:r>
              <a:rPr lang="en-US" sz="1800" kern="0" dirty="0" smtClean="0">
                <a:solidFill>
                  <a:srgbClr val="000000"/>
                </a:solidFill>
                <a:cs typeface="Tahoma" pitchFamily="34" charset="0"/>
              </a:rPr>
              <a:t>Campbell, 2009, “Hub location for time definite transportation”, </a:t>
            </a:r>
            <a:r>
              <a:rPr lang="en-US" sz="1800" i="1" kern="0" dirty="0" smtClean="0">
                <a:solidFill>
                  <a:srgbClr val="000000"/>
                </a:solidFill>
                <a:cs typeface="Tahoma" pitchFamily="34" charset="0"/>
              </a:rPr>
              <a:t>Computers &amp; 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Service Levels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034338" cy="5080001"/>
          </a:xfrm>
        </p:spPr>
        <p:txBody>
          <a:bodyPr/>
          <a:lstStyle/>
          <a:p>
            <a:pPr eaLnBrk="1" hangingPunct="1">
              <a:spcBef>
                <a:spcPts val="2400"/>
              </a:spcBef>
            </a:pPr>
            <a:r>
              <a:rPr lang="en-US" sz="2400" dirty="0" smtClean="0"/>
              <a:t>Limit the travel distance via the hub network to ensure the schedule (high service level) can be met with ground transport.</a:t>
            </a:r>
          </a:p>
          <a:p>
            <a:pPr eaLnBrk="1" hangingPunct="1">
              <a:spcBef>
                <a:spcPts val="2400"/>
              </a:spcBef>
            </a:pPr>
            <a:endParaRPr lang="en-US" sz="2400" dirty="0" smtClean="0"/>
          </a:p>
          <a:p>
            <a:pPr eaLnBrk="1" hangingPunct="1">
              <a:spcBef>
                <a:spcPts val="2400"/>
              </a:spcBef>
            </a:pPr>
            <a:endParaRPr lang="en-US" sz="2400" dirty="0" smtClean="0"/>
          </a:p>
          <a:p>
            <a:pPr eaLnBrk="1" hangingPunct="1">
              <a:spcBef>
                <a:spcPts val="2400"/>
              </a:spcBef>
            </a:pPr>
            <a:endParaRPr lang="en-US" sz="2400" dirty="0" smtClean="0"/>
          </a:p>
          <a:p>
            <a:pPr eaLnBrk="1" hangingPunct="1">
              <a:spcBef>
                <a:spcPts val="2400"/>
              </a:spcBef>
            </a:pPr>
            <a:r>
              <a:rPr lang="en-US" sz="2400" dirty="0" smtClean="0"/>
              <a:t>Problems with High service levels (High SL) have reduced sizes, since long paths are not feasible.</a:t>
            </a:r>
          </a:p>
          <a:p>
            <a:pPr eaLnBrk="1" hangingPunct="1">
              <a:spcBef>
                <a:spcPts val="2400"/>
              </a:spcBef>
            </a:pPr>
            <a:r>
              <a:rPr lang="en-US" sz="2400" dirty="0" smtClean="0"/>
              <a:t>Formulate as MIP and solve via CPLEX 10.1.1.</a:t>
            </a:r>
          </a:p>
          <a:p>
            <a:pPr eaLnBrk="1" hangingPunct="1">
              <a:spcBef>
                <a:spcPts val="2400"/>
              </a:spcBef>
              <a:buNone/>
            </a:pPr>
            <a:endParaRPr lang="en-US" sz="2400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2943" y="3440849"/>
            <a:ext cx="8253345" cy="973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40000"/>
              </a:spcBef>
              <a:buClr>
                <a:schemeClr val="tx1"/>
              </a:buClr>
              <a:buFontTx/>
              <a:buChar char="•"/>
              <a:defRPr/>
            </a:pPr>
            <a:endParaRPr lang="en-US" sz="2200" kern="0" dirty="0">
              <a:latin typeface="+mn-lt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97997" y="2639834"/>
            <a:ext cx="5222875" cy="178510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 smtClean="0">
                <a:latin typeface="Arial" charset="0"/>
              </a:rPr>
              <a:t>			High Service Level</a:t>
            </a:r>
          </a:p>
          <a:p>
            <a:r>
              <a:rPr lang="en-US" sz="2000" u="sng" dirty="0" smtClean="0">
                <a:latin typeface="Arial" charset="0"/>
              </a:rPr>
              <a:t>Direct </a:t>
            </a:r>
            <a:r>
              <a:rPr lang="en-US" sz="2000" u="sng" dirty="0">
                <a:latin typeface="Arial" charset="0"/>
              </a:rPr>
              <a:t>o-d Distance</a:t>
            </a:r>
            <a:r>
              <a:rPr lang="en-US" sz="2000" dirty="0">
                <a:latin typeface="Arial" charset="0"/>
              </a:rPr>
              <a:t>       </a:t>
            </a:r>
            <a:r>
              <a:rPr lang="en-US" sz="2000" u="sng" dirty="0">
                <a:latin typeface="Arial" charset="0"/>
              </a:rPr>
              <a:t>Max Travel Distance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Arial" charset="0"/>
              </a:rPr>
              <a:t>      </a:t>
            </a:r>
            <a:r>
              <a:rPr lang="en-US" sz="2000" dirty="0" smtClean="0"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0 -   </a:t>
            </a:r>
            <a:r>
              <a:rPr lang="en-US" sz="2000" dirty="0" smtClean="0">
                <a:latin typeface="Arial" charset="0"/>
              </a:rPr>
              <a:t>400 miles                600 miles</a:t>
            </a:r>
            <a:endParaRPr lang="en-US" sz="2000" dirty="0">
              <a:latin typeface="Arial" charset="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latin typeface="Arial" charset="0"/>
              </a:rPr>
              <a:t>   </a:t>
            </a:r>
            <a:r>
              <a:rPr lang="en-US" sz="2000" dirty="0" smtClean="0">
                <a:latin typeface="Arial" charset="0"/>
              </a:rPr>
              <a:t>400 </a:t>
            </a:r>
            <a:r>
              <a:rPr lang="en-US" sz="2000" dirty="0">
                <a:latin typeface="Arial" charset="0"/>
              </a:rPr>
              <a:t>- </a:t>
            </a:r>
            <a:r>
              <a:rPr lang="en-US" sz="2000" dirty="0" smtClean="0">
                <a:latin typeface="Arial" charset="0"/>
              </a:rPr>
              <a:t>1000 miles              1200 miles</a:t>
            </a:r>
            <a:endParaRPr lang="en-US" sz="2000" dirty="0">
              <a:latin typeface="Arial" charset="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latin typeface="Arial" charset="0"/>
              </a:rPr>
              <a:t> </a:t>
            </a:r>
            <a:r>
              <a:rPr lang="en-US" sz="2000" dirty="0" smtClean="0">
                <a:latin typeface="Arial" charset="0"/>
              </a:rPr>
              <a:t>1000 </a:t>
            </a:r>
            <a:r>
              <a:rPr lang="en-US" sz="2000" dirty="0">
                <a:latin typeface="Arial" charset="0"/>
              </a:rPr>
              <a:t>- </a:t>
            </a:r>
            <a:r>
              <a:rPr lang="en-US" sz="2000" dirty="0" smtClean="0">
                <a:latin typeface="Arial" charset="0"/>
              </a:rPr>
              <a:t>1800 miles </a:t>
            </a:r>
            <a:r>
              <a:rPr lang="en-US" sz="2000" dirty="0">
                <a:latin typeface="Arial" charset="0"/>
              </a:rPr>
              <a:t>	    </a:t>
            </a:r>
            <a:r>
              <a:rPr lang="en-US" sz="2000" dirty="0" smtClean="0"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2000</a:t>
            </a:r>
            <a:r>
              <a:rPr lang="en-US" sz="2000" dirty="0"/>
              <a:t> </a:t>
            </a:r>
            <a:r>
              <a:rPr lang="en-US" sz="2000" dirty="0" smtClean="0"/>
              <a:t>miles</a:t>
            </a:r>
            <a:endParaRPr lang="en-US" sz="2000" dirty="0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6019343" y="2644157"/>
            <a:ext cx="2922028" cy="1712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155577" cy="9461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Time Definite Hub Arc Solutions for CAB</a:t>
            </a:r>
            <a:endParaRPr lang="en-US" sz="3200" dirty="0" smtClean="0">
              <a:sym typeface="Symbol" pitchFamily="18" charset="2"/>
            </a:endParaRPr>
          </a:p>
        </p:txBody>
      </p:sp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5464174" y="4459288"/>
            <a:ext cx="36798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Medium</a:t>
            </a:r>
            <a:r>
              <a:rPr lang="en-US" sz="2000" dirty="0"/>
              <a:t> SL </a:t>
            </a:r>
            <a:r>
              <a:rPr lang="en-US" sz="2000" dirty="0" smtClean="0"/>
              <a:t>solution - 9 hubs! </a:t>
            </a:r>
          </a:p>
          <a:p>
            <a:pPr algn="ctr"/>
            <a:r>
              <a:rPr lang="en-US" sz="2000" dirty="0" smtClean="0"/>
              <a:t> </a:t>
            </a:r>
            <a:endParaRPr lang="en-US" sz="2000" dirty="0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82613" y="1635125"/>
            <a:ext cx="3017837" cy="1851025"/>
            <a:chOff x="902970" y="1691640"/>
            <a:chExt cx="3017838" cy="1851025"/>
          </a:xfrm>
        </p:grpSpPr>
        <p:pic>
          <p:nvPicPr>
            <p:cNvPr id="23576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02970" y="1691640"/>
              <a:ext cx="3017838" cy="185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974725" y="2149793"/>
              <a:ext cx="2673350" cy="1265237"/>
              <a:chOff x="1534" y="9694"/>
              <a:chExt cx="4210" cy="1993"/>
            </a:xfrm>
          </p:grpSpPr>
          <p:cxnSp>
            <p:nvCxnSpPr>
              <p:cNvPr id="23578" name="AutoShape 4"/>
              <p:cNvCxnSpPr>
                <a:cxnSpLocks noChangeShapeType="1"/>
              </p:cNvCxnSpPr>
              <p:nvPr/>
            </p:nvCxnSpPr>
            <p:spPr bwMode="auto">
              <a:xfrm flipV="1">
                <a:off x="5504" y="10005"/>
                <a:ext cx="166" cy="1682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79" name="AutoShape 5"/>
              <p:cNvCxnSpPr>
                <a:cxnSpLocks noChangeShapeType="1"/>
              </p:cNvCxnSpPr>
              <p:nvPr/>
            </p:nvCxnSpPr>
            <p:spPr bwMode="auto">
              <a:xfrm flipV="1">
                <a:off x="1534" y="9898"/>
                <a:ext cx="4210" cy="28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80" name="AutoShape 6"/>
              <p:cNvCxnSpPr>
                <a:cxnSpLocks noChangeShapeType="1"/>
              </p:cNvCxnSpPr>
              <p:nvPr/>
            </p:nvCxnSpPr>
            <p:spPr bwMode="auto">
              <a:xfrm flipV="1">
                <a:off x="3848" y="10005"/>
                <a:ext cx="1410" cy="1043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81" name="AutoShape 7"/>
              <p:cNvCxnSpPr>
                <a:cxnSpLocks noChangeShapeType="1"/>
              </p:cNvCxnSpPr>
              <p:nvPr/>
            </p:nvCxnSpPr>
            <p:spPr bwMode="auto">
              <a:xfrm flipV="1">
                <a:off x="1830" y="10325"/>
                <a:ext cx="2573" cy="422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23582" name="Freeform 8"/>
              <p:cNvSpPr>
                <a:spLocks/>
              </p:cNvSpPr>
              <p:nvPr/>
            </p:nvSpPr>
            <p:spPr bwMode="auto">
              <a:xfrm>
                <a:off x="4575" y="9694"/>
                <a:ext cx="1169" cy="227"/>
              </a:xfrm>
              <a:custGeom>
                <a:avLst/>
                <a:gdLst>
                  <a:gd name="T0" fmla="*/ 1169 w 1169"/>
                  <a:gd name="T1" fmla="*/ 173 h 227"/>
                  <a:gd name="T2" fmla="*/ 533 w 1169"/>
                  <a:gd name="T3" fmla="*/ 9 h 227"/>
                  <a:gd name="T4" fmla="*/ 0 w 1169"/>
                  <a:gd name="T5" fmla="*/ 227 h 227"/>
                  <a:gd name="T6" fmla="*/ 0 60000 65536"/>
                  <a:gd name="T7" fmla="*/ 0 60000 65536"/>
                  <a:gd name="T8" fmla="*/ 0 60000 65536"/>
                  <a:gd name="T9" fmla="*/ 0 w 1169"/>
                  <a:gd name="T10" fmla="*/ 0 h 227"/>
                  <a:gd name="T11" fmla="*/ 1169 w 1169"/>
                  <a:gd name="T12" fmla="*/ 227 h 2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69" h="227">
                    <a:moveTo>
                      <a:pt x="1169" y="173"/>
                    </a:moveTo>
                    <a:cubicBezTo>
                      <a:pt x="1063" y="146"/>
                      <a:pt x="728" y="0"/>
                      <a:pt x="533" y="9"/>
                    </a:cubicBezTo>
                    <a:cubicBezTo>
                      <a:pt x="338" y="18"/>
                      <a:pt x="111" y="182"/>
                      <a:pt x="0" y="227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200650" y="2571750"/>
            <a:ext cx="3017838" cy="1851025"/>
            <a:chOff x="4091940" y="3017520"/>
            <a:chExt cx="3017838" cy="1851025"/>
          </a:xfrm>
        </p:grpSpPr>
        <p:pic>
          <p:nvPicPr>
            <p:cNvPr id="23569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91940" y="3017520"/>
              <a:ext cx="3017838" cy="185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4163695" y="3485833"/>
              <a:ext cx="2673350" cy="1265237"/>
              <a:chOff x="1534" y="5946"/>
              <a:chExt cx="4210" cy="1993"/>
            </a:xfrm>
          </p:grpSpPr>
          <p:cxnSp>
            <p:nvCxnSpPr>
              <p:cNvPr id="23571" name="AutoShape 11"/>
              <p:cNvCxnSpPr>
                <a:cxnSpLocks noChangeShapeType="1"/>
              </p:cNvCxnSpPr>
              <p:nvPr/>
            </p:nvCxnSpPr>
            <p:spPr bwMode="auto">
              <a:xfrm flipV="1">
                <a:off x="5504" y="6324"/>
                <a:ext cx="94" cy="161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72" name="AutoShape 12"/>
              <p:cNvCxnSpPr>
                <a:cxnSpLocks noChangeShapeType="1"/>
              </p:cNvCxnSpPr>
              <p:nvPr/>
            </p:nvCxnSpPr>
            <p:spPr bwMode="auto">
              <a:xfrm flipV="1">
                <a:off x="1534" y="6150"/>
                <a:ext cx="4210" cy="28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73" name="AutoShape 13"/>
              <p:cNvCxnSpPr>
                <a:cxnSpLocks noChangeShapeType="1"/>
              </p:cNvCxnSpPr>
              <p:nvPr/>
            </p:nvCxnSpPr>
            <p:spPr bwMode="auto">
              <a:xfrm flipV="1">
                <a:off x="3968" y="6494"/>
                <a:ext cx="931" cy="113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74" name="AutoShape 14"/>
              <p:cNvCxnSpPr>
                <a:cxnSpLocks noChangeShapeType="1"/>
              </p:cNvCxnSpPr>
              <p:nvPr/>
            </p:nvCxnSpPr>
            <p:spPr bwMode="auto">
              <a:xfrm flipV="1">
                <a:off x="1830" y="6553"/>
                <a:ext cx="2183" cy="422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23575" name="Freeform 15"/>
              <p:cNvSpPr>
                <a:spLocks/>
              </p:cNvSpPr>
              <p:nvPr/>
            </p:nvSpPr>
            <p:spPr bwMode="auto">
              <a:xfrm>
                <a:off x="4575" y="5946"/>
                <a:ext cx="1169" cy="227"/>
              </a:xfrm>
              <a:custGeom>
                <a:avLst/>
                <a:gdLst>
                  <a:gd name="T0" fmla="*/ 1169 w 1169"/>
                  <a:gd name="T1" fmla="*/ 173 h 227"/>
                  <a:gd name="T2" fmla="*/ 533 w 1169"/>
                  <a:gd name="T3" fmla="*/ 9 h 227"/>
                  <a:gd name="T4" fmla="*/ 0 w 1169"/>
                  <a:gd name="T5" fmla="*/ 227 h 227"/>
                  <a:gd name="T6" fmla="*/ 0 60000 65536"/>
                  <a:gd name="T7" fmla="*/ 0 60000 65536"/>
                  <a:gd name="T8" fmla="*/ 0 60000 65536"/>
                  <a:gd name="T9" fmla="*/ 0 w 1169"/>
                  <a:gd name="T10" fmla="*/ 0 h 227"/>
                  <a:gd name="T11" fmla="*/ 1169 w 1169"/>
                  <a:gd name="T12" fmla="*/ 227 h 2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69" h="227">
                    <a:moveTo>
                      <a:pt x="1169" y="173"/>
                    </a:moveTo>
                    <a:cubicBezTo>
                      <a:pt x="1063" y="146"/>
                      <a:pt x="728" y="0"/>
                      <a:pt x="533" y="9"/>
                    </a:cubicBezTo>
                    <a:cubicBezTo>
                      <a:pt x="338" y="18"/>
                      <a:pt x="111" y="182"/>
                      <a:pt x="0" y="227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182813" y="4275138"/>
            <a:ext cx="3017837" cy="1851025"/>
            <a:chOff x="1280160" y="4320540"/>
            <a:chExt cx="3017838" cy="1851025"/>
          </a:xfrm>
        </p:grpSpPr>
        <p:pic>
          <p:nvPicPr>
            <p:cNvPr id="23562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80160" y="4320540"/>
              <a:ext cx="3017838" cy="185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1351915" y="4895850"/>
              <a:ext cx="2673350" cy="1162050"/>
              <a:chOff x="1534" y="2369"/>
              <a:chExt cx="4210" cy="1830"/>
            </a:xfrm>
          </p:grpSpPr>
          <p:cxnSp>
            <p:nvCxnSpPr>
              <p:cNvPr id="23564" name="AutoShape 18"/>
              <p:cNvCxnSpPr>
                <a:cxnSpLocks noChangeShapeType="1"/>
              </p:cNvCxnSpPr>
              <p:nvPr/>
            </p:nvCxnSpPr>
            <p:spPr bwMode="auto">
              <a:xfrm flipV="1">
                <a:off x="5504" y="2584"/>
                <a:ext cx="94" cy="161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65" name="AutoShape 19"/>
              <p:cNvCxnSpPr>
                <a:cxnSpLocks noChangeShapeType="1"/>
              </p:cNvCxnSpPr>
              <p:nvPr/>
            </p:nvCxnSpPr>
            <p:spPr bwMode="auto">
              <a:xfrm flipH="1">
                <a:off x="4589" y="2369"/>
                <a:ext cx="1155" cy="94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66" name="AutoShape 20"/>
              <p:cNvCxnSpPr>
                <a:cxnSpLocks noChangeShapeType="1"/>
              </p:cNvCxnSpPr>
              <p:nvPr/>
            </p:nvCxnSpPr>
            <p:spPr bwMode="auto">
              <a:xfrm>
                <a:off x="1534" y="2703"/>
                <a:ext cx="3365" cy="51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67" name="AutoShape 21"/>
              <p:cNvCxnSpPr>
                <a:cxnSpLocks noChangeShapeType="1"/>
              </p:cNvCxnSpPr>
              <p:nvPr/>
            </p:nvCxnSpPr>
            <p:spPr bwMode="auto">
              <a:xfrm flipV="1">
                <a:off x="3968" y="3248"/>
                <a:ext cx="487" cy="64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3568" name="AutoShape 22"/>
              <p:cNvCxnSpPr>
                <a:cxnSpLocks noChangeShapeType="1"/>
              </p:cNvCxnSpPr>
              <p:nvPr/>
            </p:nvCxnSpPr>
            <p:spPr bwMode="auto">
              <a:xfrm flipV="1">
                <a:off x="2408" y="2813"/>
                <a:ext cx="1605" cy="55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</p:grpSp>
      </p:grpSp>
      <p:sp>
        <p:nvSpPr>
          <p:cNvPr id="23560" name="Rectangle 29"/>
          <p:cNvSpPr>
            <a:spLocks noChangeArrowheads="1"/>
          </p:cNvSpPr>
          <p:nvPr/>
        </p:nvSpPr>
        <p:spPr bwMode="auto">
          <a:xfrm>
            <a:off x="1814733" y="6073775"/>
            <a:ext cx="341290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High</a:t>
            </a:r>
            <a:r>
              <a:rPr lang="en-US" sz="2000" dirty="0"/>
              <a:t> SL </a:t>
            </a:r>
            <a:r>
              <a:rPr lang="en-US" sz="2000" dirty="0" smtClean="0"/>
              <a:t>solution - 10 hubs </a:t>
            </a:r>
          </a:p>
          <a:p>
            <a:pPr algn="ctr"/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23561" name="Rectangle 30"/>
          <p:cNvSpPr>
            <a:spLocks noChangeArrowheads="1"/>
          </p:cNvSpPr>
          <p:nvPr/>
        </p:nvSpPr>
        <p:spPr bwMode="auto">
          <a:xfrm>
            <a:off x="498475" y="3368675"/>
            <a:ext cx="31210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/>
              <a:t>Low</a:t>
            </a:r>
            <a:r>
              <a:rPr lang="en-US" sz="2000" dirty="0"/>
              <a:t> SL </a:t>
            </a:r>
            <a:r>
              <a:rPr lang="en-US" sz="2000" dirty="0" smtClean="0"/>
              <a:t>solution - 9 hubs! </a:t>
            </a:r>
            <a:endParaRPr lang="en-US" sz="2000" dirty="0"/>
          </a:p>
        </p:txBody>
      </p:sp>
      <p:sp>
        <p:nvSpPr>
          <p:cNvPr id="32" name="Rectangle 31"/>
          <p:cNvSpPr/>
          <p:nvPr/>
        </p:nvSpPr>
        <p:spPr>
          <a:xfrm>
            <a:off x="3247212" y="1240619"/>
            <a:ext cx="28536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ym typeface="Symbol" pitchFamily="18" charset="2"/>
              </a:rPr>
              <a:t></a:t>
            </a:r>
            <a:r>
              <a:rPr lang="en-US" sz="2000" dirty="0" smtClean="0"/>
              <a:t>=0.2, </a:t>
            </a:r>
            <a:r>
              <a:rPr lang="en-US" sz="2000" i="1" dirty="0" smtClean="0"/>
              <a:t>p</a:t>
            </a:r>
            <a:r>
              <a:rPr lang="en-US" sz="2000" dirty="0" smtClean="0"/>
              <a:t>=10, and </a:t>
            </a:r>
            <a:r>
              <a:rPr lang="en-US" sz="2000" i="1" dirty="0" smtClean="0"/>
              <a:t>q</a:t>
            </a:r>
            <a:r>
              <a:rPr lang="en-US" sz="2000" dirty="0" smtClean="0"/>
              <a:t>=5 </a:t>
            </a:r>
            <a:endParaRPr lang="en-US" sz="2000" dirty="0"/>
          </a:p>
        </p:txBody>
      </p:sp>
      <p:sp>
        <p:nvSpPr>
          <p:cNvPr id="33" name="Line 169"/>
          <p:cNvSpPr>
            <a:spLocks noChangeShapeType="1"/>
          </p:cNvSpPr>
          <p:nvPr/>
        </p:nvSpPr>
        <p:spPr bwMode="auto">
          <a:xfrm>
            <a:off x="731520" y="1005840"/>
            <a:ext cx="79552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580394" y="2165985"/>
            <a:ext cx="2794316" cy="1265238"/>
            <a:chOff x="1473" y="6056"/>
            <a:chExt cx="4399" cy="1992"/>
          </a:xfrm>
          <a:solidFill>
            <a:srgbClr val="FF0000"/>
          </a:solidFill>
        </p:grpSpPr>
        <p:sp>
          <p:nvSpPr>
            <p:cNvPr id="35" name="Oval 4"/>
            <p:cNvSpPr>
              <a:spLocks noChangeArrowheads="1"/>
            </p:cNvSpPr>
            <p:nvPr/>
          </p:nvSpPr>
          <p:spPr bwMode="auto">
            <a:xfrm>
              <a:off x="1473" y="6376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5"/>
            <p:cNvSpPr>
              <a:spLocks noChangeArrowheads="1"/>
            </p:cNvSpPr>
            <p:nvPr/>
          </p:nvSpPr>
          <p:spPr bwMode="auto">
            <a:xfrm>
              <a:off x="4330" y="6515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Oval 6"/>
            <p:cNvSpPr>
              <a:spLocks noChangeArrowheads="1"/>
            </p:cNvSpPr>
            <p:nvPr/>
          </p:nvSpPr>
          <p:spPr bwMode="auto">
            <a:xfrm>
              <a:off x="3775" y="7245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Oval 7"/>
            <p:cNvSpPr>
              <a:spLocks noChangeArrowheads="1"/>
            </p:cNvSpPr>
            <p:nvPr/>
          </p:nvSpPr>
          <p:spPr bwMode="auto">
            <a:xfrm>
              <a:off x="5447" y="7876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Oval 8"/>
            <p:cNvSpPr>
              <a:spLocks noChangeArrowheads="1"/>
            </p:cNvSpPr>
            <p:nvPr/>
          </p:nvSpPr>
          <p:spPr bwMode="auto">
            <a:xfrm>
              <a:off x="1772" y="6906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" name="Oval 9"/>
            <p:cNvSpPr>
              <a:spLocks noChangeArrowheads="1"/>
            </p:cNvSpPr>
            <p:nvPr/>
          </p:nvSpPr>
          <p:spPr bwMode="auto">
            <a:xfrm>
              <a:off x="5620" y="6196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Oval 10"/>
            <p:cNvSpPr>
              <a:spLocks noChangeArrowheads="1"/>
            </p:cNvSpPr>
            <p:nvPr/>
          </p:nvSpPr>
          <p:spPr bwMode="auto">
            <a:xfrm>
              <a:off x="5699" y="6056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4523" y="6144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5185" y="6199"/>
              <a:ext cx="173" cy="17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5198746" y="2571750"/>
            <a:ext cx="3019741" cy="1851025"/>
            <a:chOff x="5198114" y="2571750"/>
            <a:chExt cx="3020374" cy="1851025"/>
          </a:xfrm>
        </p:grpSpPr>
        <p:pic>
          <p:nvPicPr>
            <p:cNvPr id="46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200650" y="2571750"/>
              <a:ext cx="3017838" cy="185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5198111" y="3098780"/>
              <a:ext cx="2794307" cy="1265232"/>
              <a:chOff x="1473" y="6590"/>
              <a:chExt cx="4399" cy="1992"/>
            </a:xfrm>
            <a:solidFill>
              <a:srgbClr val="FF0000"/>
            </a:solidFill>
          </p:grpSpPr>
          <p:sp>
            <p:nvSpPr>
              <p:cNvPr id="48" name="Oval 15"/>
              <p:cNvSpPr>
                <a:spLocks noChangeArrowheads="1"/>
              </p:cNvSpPr>
              <p:nvPr/>
            </p:nvSpPr>
            <p:spPr bwMode="auto">
              <a:xfrm>
                <a:off x="1473" y="6910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9" name="Oval 16"/>
              <p:cNvSpPr>
                <a:spLocks noChangeArrowheads="1"/>
              </p:cNvSpPr>
              <p:nvPr/>
            </p:nvSpPr>
            <p:spPr bwMode="auto">
              <a:xfrm>
                <a:off x="4810" y="6983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0" name="Oval 17"/>
              <p:cNvSpPr>
                <a:spLocks noChangeArrowheads="1"/>
              </p:cNvSpPr>
              <p:nvPr/>
            </p:nvSpPr>
            <p:spPr bwMode="auto">
              <a:xfrm>
                <a:off x="3895" y="8131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1" name="Oval 18"/>
              <p:cNvSpPr>
                <a:spLocks noChangeArrowheads="1"/>
              </p:cNvSpPr>
              <p:nvPr/>
            </p:nvSpPr>
            <p:spPr bwMode="auto">
              <a:xfrm>
                <a:off x="5447" y="8410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2" name="Oval 19"/>
              <p:cNvSpPr>
                <a:spLocks noChangeArrowheads="1"/>
              </p:cNvSpPr>
              <p:nvPr/>
            </p:nvSpPr>
            <p:spPr bwMode="auto">
              <a:xfrm>
                <a:off x="1764" y="7440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3" name="Oval 20"/>
              <p:cNvSpPr>
                <a:spLocks noChangeArrowheads="1"/>
              </p:cNvSpPr>
              <p:nvPr/>
            </p:nvSpPr>
            <p:spPr bwMode="auto">
              <a:xfrm>
                <a:off x="3955" y="7047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4" name="Oval 21"/>
              <p:cNvSpPr>
                <a:spLocks noChangeArrowheads="1"/>
              </p:cNvSpPr>
              <p:nvPr/>
            </p:nvSpPr>
            <p:spPr bwMode="auto">
              <a:xfrm>
                <a:off x="5699" y="6590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5" name="Oval 22"/>
              <p:cNvSpPr>
                <a:spLocks noChangeArrowheads="1"/>
              </p:cNvSpPr>
              <p:nvPr/>
            </p:nvSpPr>
            <p:spPr bwMode="auto">
              <a:xfrm>
                <a:off x="4523" y="6678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6" name="Oval 23"/>
              <p:cNvSpPr>
                <a:spLocks noChangeArrowheads="1"/>
              </p:cNvSpPr>
              <p:nvPr/>
            </p:nvSpPr>
            <p:spPr bwMode="auto">
              <a:xfrm>
                <a:off x="5604" y="6740"/>
                <a:ext cx="173" cy="17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grpSp>
        <p:nvGrpSpPr>
          <p:cNvPr id="11" name="Group 66"/>
          <p:cNvGrpSpPr>
            <a:grpSpLocks/>
          </p:cNvGrpSpPr>
          <p:nvPr/>
        </p:nvGrpSpPr>
        <p:grpSpPr bwMode="auto">
          <a:xfrm>
            <a:off x="2180910" y="4275138"/>
            <a:ext cx="3019740" cy="1851025"/>
            <a:chOff x="2180594" y="4274820"/>
            <a:chExt cx="3020374" cy="1851025"/>
          </a:xfrm>
        </p:grpSpPr>
        <p:pic>
          <p:nvPicPr>
            <p:cNvPr id="59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83130" y="4274820"/>
              <a:ext cx="3017838" cy="185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2" name="Group 25"/>
            <p:cNvGrpSpPr>
              <a:grpSpLocks/>
            </p:cNvGrpSpPr>
            <p:nvPr/>
          </p:nvGrpSpPr>
          <p:grpSpPr bwMode="auto">
            <a:xfrm>
              <a:off x="2180591" y="4804072"/>
              <a:ext cx="2794306" cy="1265233"/>
              <a:chOff x="1473" y="11202"/>
              <a:chExt cx="4399" cy="1992"/>
            </a:xfrm>
            <a:solidFill>
              <a:srgbClr val="FF0000"/>
            </a:solidFill>
          </p:grpSpPr>
          <p:sp>
            <p:nvSpPr>
              <p:cNvPr id="61" name="Oval 26"/>
              <p:cNvSpPr>
                <a:spLocks noChangeArrowheads="1"/>
              </p:cNvSpPr>
              <p:nvPr/>
            </p:nvSpPr>
            <p:spPr bwMode="auto">
              <a:xfrm>
                <a:off x="1473" y="11522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2" name="Oval 27"/>
              <p:cNvSpPr>
                <a:spLocks noChangeArrowheads="1"/>
              </p:cNvSpPr>
              <p:nvPr/>
            </p:nvSpPr>
            <p:spPr bwMode="auto">
              <a:xfrm>
                <a:off x="4375" y="12076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3" name="Oval 28"/>
              <p:cNvSpPr>
                <a:spLocks noChangeArrowheads="1"/>
              </p:cNvSpPr>
              <p:nvPr/>
            </p:nvSpPr>
            <p:spPr bwMode="auto">
              <a:xfrm>
                <a:off x="3887" y="12719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4" name="Oval 29"/>
              <p:cNvSpPr>
                <a:spLocks noChangeArrowheads="1"/>
              </p:cNvSpPr>
              <p:nvPr/>
            </p:nvSpPr>
            <p:spPr bwMode="auto">
              <a:xfrm>
                <a:off x="5447" y="13022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5" name="Oval 30"/>
              <p:cNvSpPr>
                <a:spLocks noChangeArrowheads="1"/>
              </p:cNvSpPr>
              <p:nvPr/>
            </p:nvSpPr>
            <p:spPr bwMode="auto">
              <a:xfrm>
                <a:off x="2340" y="12196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6" name="Oval 31"/>
              <p:cNvSpPr>
                <a:spLocks noChangeArrowheads="1"/>
              </p:cNvSpPr>
              <p:nvPr/>
            </p:nvSpPr>
            <p:spPr bwMode="auto">
              <a:xfrm>
                <a:off x="3947" y="11640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7" name="Oval 32"/>
              <p:cNvSpPr>
                <a:spLocks noChangeArrowheads="1"/>
              </p:cNvSpPr>
              <p:nvPr/>
            </p:nvSpPr>
            <p:spPr bwMode="auto">
              <a:xfrm>
                <a:off x="5699" y="11202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8" name="Oval 33"/>
              <p:cNvSpPr>
                <a:spLocks noChangeArrowheads="1"/>
              </p:cNvSpPr>
              <p:nvPr/>
            </p:nvSpPr>
            <p:spPr bwMode="auto">
              <a:xfrm>
                <a:off x="4523" y="11290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9" name="Oval 34"/>
              <p:cNvSpPr>
                <a:spLocks noChangeArrowheads="1"/>
              </p:cNvSpPr>
              <p:nvPr/>
            </p:nvSpPr>
            <p:spPr bwMode="auto">
              <a:xfrm>
                <a:off x="5611" y="11329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70" name="Oval 35"/>
              <p:cNvSpPr>
                <a:spLocks noChangeArrowheads="1"/>
              </p:cNvSpPr>
              <p:nvPr/>
            </p:nvSpPr>
            <p:spPr bwMode="auto">
              <a:xfrm>
                <a:off x="4833" y="11585"/>
                <a:ext cx="173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Time Definite Hub Locations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956550" cy="4839286"/>
          </a:xfrm>
          <a:solidFill>
            <a:srgbClr val="CCFFCC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400" dirty="0" smtClean="0"/>
              <a:t>High service levels make problems “easier”.</a:t>
            </a:r>
          </a:p>
          <a:p>
            <a:pPr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400" dirty="0" smtClean="0"/>
              <a:t>High service levels “force” some hub locations.</a:t>
            </a:r>
            <a:endParaRPr lang="en-US" sz="1800" dirty="0" smtClean="0"/>
          </a:p>
          <a:p>
            <a:pPr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400" dirty="0" smtClean="0"/>
              <a:t>Good hub cities:</a:t>
            </a:r>
          </a:p>
          <a:p>
            <a:pPr lvl="1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000" dirty="0" smtClean="0"/>
              <a:t>Large origins and destinations.</a:t>
            </a:r>
          </a:p>
          <a:p>
            <a:pPr lvl="2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1800" dirty="0" smtClean="0"/>
              <a:t>Chicago, New York, Los Angeles.</a:t>
            </a:r>
          </a:p>
          <a:p>
            <a:pPr lvl="1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000" dirty="0" smtClean="0"/>
              <a:t>Large isolated cities near the perimeter.</a:t>
            </a:r>
          </a:p>
          <a:p>
            <a:pPr lvl="2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1800" dirty="0" smtClean="0"/>
              <a:t>Miami, Seattle.</a:t>
            </a:r>
          </a:p>
          <a:p>
            <a:pPr lvl="1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000" i="1" dirty="0" smtClean="0"/>
              <a:t>Some</a:t>
            </a:r>
            <a:r>
              <a:rPr lang="en-US" sz="2000" dirty="0" smtClean="0"/>
              <a:t> centrally located cities. </a:t>
            </a:r>
          </a:p>
          <a:p>
            <a:pPr lvl="2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1800" dirty="0" smtClean="0"/>
              <a:t>Kansas City, Cleveland.</a:t>
            </a:r>
          </a:p>
          <a:p>
            <a:pPr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400" dirty="0" smtClean="0"/>
              <a:t>Poor hub cities:</a:t>
            </a:r>
          </a:p>
          <a:p>
            <a:pPr lvl="1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2000" dirty="0" smtClean="0"/>
              <a:t>Medium or small cities near large origins &amp; destinations.</a:t>
            </a:r>
          </a:p>
          <a:p>
            <a:pPr lvl="2" eaLnBrk="1" hangingPunct="1">
              <a:lnSpc>
                <a:spcPct val="95000"/>
              </a:lnSpc>
              <a:spcBef>
                <a:spcPct val="30000"/>
              </a:spcBef>
            </a:pPr>
            <a:r>
              <a:rPr lang="en-US" sz="1800" dirty="0" smtClean="0"/>
              <a:t>Tampa.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6164488" y="3281090"/>
            <a:ext cx="2403475" cy="1525830"/>
            <a:chOff x="2169795" y="4274820"/>
            <a:chExt cx="3031173" cy="1851025"/>
          </a:xfrm>
        </p:grpSpPr>
        <p:pic>
          <p:nvPicPr>
            <p:cNvPr id="27654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83130" y="4274820"/>
              <a:ext cx="3017838" cy="185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2169796" y="4804072"/>
              <a:ext cx="2798765" cy="1265233"/>
              <a:chOff x="1456" y="11202"/>
              <a:chExt cx="4406" cy="1992"/>
            </a:xfrm>
            <a:solidFill>
              <a:srgbClr val="FF0000"/>
            </a:solidFill>
          </p:grpSpPr>
          <p:sp>
            <p:nvSpPr>
              <p:cNvPr id="8" name="Oval 26"/>
              <p:cNvSpPr>
                <a:spLocks noChangeArrowheads="1"/>
              </p:cNvSpPr>
              <p:nvPr/>
            </p:nvSpPr>
            <p:spPr bwMode="auto">
              <a:xfrm>
                <a:off x="1456" y="11522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Oval 27"/>
              <p:cNvSpPr>
                <a:spLocks noChangeArrowheads="1"/>
              </p:cNvSpPr>
              <p:nvPr/>
            </p:nvSpPr>
            <p:spPr bwMode="auto">
              <a:xfrm>
                <a:off x="4358" y="12076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Oval 28"/>
              <p:cNvSpPr>
                <a:spLocks noChangeArrowheads="1"/>
              </p:cNvSpPr>
              <p:nvPr/>
            </p:nvSpPr>
            <p:spPr bwMode="auto">
              <a:xfrm>
                <a:off x="3870" y="12719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Oval 29"/>
              <p:cNvSpPr>
                <a:spLocks noChangeArrowheads="1"/>
              </p:cNvSpPr>
              <p:nvPr/>
            </p:nvSpPr>
            <p:spPr bwMode="auto">
              <a:xfrm>
                <a:off x="5430" y="13022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Oval 30"/>
              <p:cNvSpPr>
                <a:spLocks noChangeArrowheads="1"/>
              </p:cNvSpPr>
              <p:nvPr/>
            </p:nvSpPr>
            <p:spPr bwMode="auto">
              <a:xfrm>
                <a:off x="2323" y="12196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Oval 31"/>
              <p:cNvSpPr>
                <a:spLocks noChangeArrowheads="1"/>
              </p:cNvSpPr>
              <p:nvPr/>
            </p:nvSpPr>
            <p:spPr bwMode="auto">
              <a:xfrm>
                <a:off x="3930" y="11640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" name="Oval 32"/>
              <p:cNvSpPr>
                <a:spLocks noChangeArrowheads="1"/>
              </p:cNvSpPr>
              <p:nvPr/>
            </p:nvSpPr>
            <p:spPr bwMode="auto">
              <a:xfrm>
                <a:off x="5682" y="11202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5" name="Oval 33"/>
              <p:cNvSpPr>
                <a:spLocks noChangeArrowheads="1"/>
              </p:cNvSpPr>
              <p:nvPr/>
            </p:nvSpPr>
            <p:spPr bwMode="auto">
              <a:xfrm>
                <a:off x="4506" y="11290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6" name="Oval 34"/>
              <p:cNvSpPr>
                <a:spLocks noChangeArrowheads="1"/>
              </p:cNvSpPr>
              <p:nvPr/>
            </p:nvSpPr>
            <p:spPr bwMode="auto">
              <a:xfrm>
                <a:off x="5017" y="11262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7" name="Oval 35"/>
              <p:cNvSpPr>
                <a:spLocks noChangeArrowheads="1"/>
              </p:cNvSpPr>
              <p:nvPr/>
            </p:nvSpPr>
            <p:spPr bwMode="auto">
              <a:xfrm>
                <a:off x="4898" y="12170"/>
                <a:ext cx="180" cy="172"/>
              </a:xfrm>
              <a:prstGeom prst="rect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9" name="Line 169"/>
          <p:cNvSpPr>
            <a:spLocks noChangeShapeType="1"/>
          </p:cNvSpPr>
          <p:nvPr/>
        </p:nvSpPr>
        <p:spPr bwMode="auto">
          <a:xfrm>
            <a:off x="731520" y="1005840"/>
            <a:ext cx="79552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Models with Congestion</a:t>
            </a:r>
            <a:endParaRPr lang="en-US" sz="3200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400" dirty="0" err="1" smtClean="0"/>
              <a:t>Elhedhli</a:t>
            </a:r>
            <a:r>
              <a:rPr lang="en-US" sz="2400" dirty="0" smtClean="0"/>
              <a:t> and Wu, 2010, “A </a:t>
            </a:r>
            <a:r>
              <a:rPr lang="en-US" sz="2400" dirty="0" err="1" smtClean="0"/>
              <a:t>Lagrangean</a:t>
            </a:r>
            <a:r>
              <a:rPr lang="en-US" sz="2400" dirty="0" smtClean="0"/>
              <a:t> heuristic for hub-and-spoke system design with capacity selection and congestion”, </a:t>
            </a:r>
            <a:r>
              <a:rPr lang="en-US" sz="2400" i="1" dirty="0" smtClean="0"/>
              <a:t>INFORMS Journal on Computing</a:t>
            </a:r>
            <a:r>
              <a:rPr lang="en-US" sz="2400" dirty="0" smtClean="0"/>
              <a:t>. 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Single allocation. 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Minimize sum of transportation cost, fixed cost and congestion “cost”.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Congestion at hub </a:t>
            </a:r>
            <a:r>
              <a:rPr lang="en-US" sz="2000" i="1" dirty="0" smtClean="0"/>
              <a:t>k: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1099458" y="5329707"/>
            <a:ext cx="650965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>
              <a:spcBef>
                <a:spcPts val="600"/>
              </a:spcBef>
              <a:buFont typeface="Tahoma" pitchFamily="34" charset="0"/>
              <a:buChar char="-"/>
            </a:pPr>
            <a:r>
              <a:rPr lang="en-US" sz="2000" dirty="0" smtClean="0"/>
              <a:t>Uses multiple capacity levels.</a:t>
            </a:r>
          </a:p>
          <a:p>
            <a:pPr marL="282575" indent="-282575">
              <a:spcBef>
                <a:spcPts val="600"/>
              </a:spcBef>
              <a:buFont typeface="Tahoma" pitchFamily="34" charset="0"/>
              <a:buChar char="-"/>
            </a:pPr>
            <a:r>
              <a:rPr lang="en-US" sz="2000" dirty="0" smtClean="0"/>
              <a:t>Solves small problems up to 4 hubs and 25 nodes to within 1% of optimality.</a:t>
            </a:r>
            <a:endParaRPr lang="en-US" sz="2000" dirty="0"/>
          </a:p>
        </p:txBody>
      </p:sp>
      <p:graphicFrame>
        <p:nvGraphicFramePr>
          <p:cNvPr id="301058" name="Object 3"/>
          <p:cNvGraphicFramePr>
            <a:graphicFrameLocks noChangeAspect="1"/>
          </p:cNvGraphicFramePr>
          <p:nvPr/>
        </p:nvGraphicFramePr>
        <p:xfrm>
          <a:off x="2779486" y="3867149"/>
          <a:ext cx="3546475" cy="1238250"/>
        </p:xfrm>
        <a:graphic>
          <a:graphicData uri="http://schemas.openxmlformats.org/presentationml/2006/ole">
            <p:oleObj spid="_x0000_s330754" name="Equation" r:id="rId3" imgW="2222280" imgH="774360" progId="Equation.3">
              <p:embed/>
            </p:oleObj>
          </a:graphicData>
        </a:graphic>
      </p:graphicFrame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Another Model with Congestion</a:t>
            </a:r>
            <a:endParaRPr lang="en-US" sz="3200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sz="2400" dirty="0" err="1" smtClean="0"/>
              <a:t>Koksalan</a:t>
            </a:r>
            <a:r>
              <a:rPr lang="en-US" sz="2400" dirty="0" smtClean="0"/>
              <a:t> and </a:t>
            </a:r>
            <a:r>
              <a:rPr lang="en-US" sz="2400" dirty="0" err="1" smtClean="0"/>
              <a:t>Soylu</a:t>
            </a:r>
            <a:r>
              <a:rPr lang="en-US" sz="2400" dirty="0" smtClean="0"/>
              <a:t>, 2010, “</a:t>
            </a:r>
            <a:r>
              <a:rPr lang="en-US" sz="2400" dirty="0" err="1" smtClean="0"/>
              <a:t>Bicriteria</a:t>
            </a:r>
            <a:r>
              <a:rPr lang="en-US" sz="2400" dirty="0" smtClean="0"/>
              <a:t> p-hub location problems and evolutionary algorithms”, </a:t>
            </a:r>
            <a:r>
              <a:rPr lang="en-US" sz="2400" i="1" dirty="0" smtClean="0"/>
              <a:t>INFORMS Journal on Computing</a:t>
            </a:r>
            <a:r>
              <a:rPr lang="en-US" sz="2400" dirty="0" smtClean="0"/>
              <a:t>. 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Two multiple allocation </a:t>
            </a:r>
            <a:r>
              <a:rPr lang="en-US" sz="2000" dirty="0" err="1" smtClean="0"/>
              <a:t>bicriteria</a:t>
            </a:r>
            <a:r>
              <a:rPr lang="en-US" sz="2000" dirty="0" smtClean="0"/>
              <a:t> uncapacitated p-HMP models. </a:t>
            </a:r>
          </a:p>
          <a:p>
            <a:pPr lvl="2">
              <a:spcBef>
                <a:spcPts val="600"/>
              </a:spcBef>
            </a:pPr>
            <a:r>
              <a:rPr lang="en-US" sz="1800" dirty="0" smtClean="0"/>
              <a:t>Model 1: Minimize total transportation cost and minimize total collection and distribution cost.</a:t>
            </a:r>
          </a:p>
          <a:p>
            <a:pPr lvl="2">
              <a:spcBef>
                <a:spcPts val="600"/>
              </a:spcBef>
            </a:pPr>
            <a:r>
              <a:rPr lang="en-US" sz="1800" dirty="0" smtClean="0"/>
              <a:t>Model 2: Minimize total transportation cost and minimize maximum delay at a hub.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Delay (congestion) at hub </a:t>
            </a:r>
            <a:r>
              <a:rPr lang="en-US" sz="2000" i="1" dirty="0" smtClean="0"/>
              <a:t>k: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1099458" y="5558313"/>
            <a:ext cx="65096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>
              <a:buFont typeface="Tahoma" pitchFamily="34" charset="0"/>
              <a:buChar char="-"/>
            </a:pPr>
            <a:r>
              <a:rPr lang="en-US" sz="2000" dirty="0" smtClean="0"/>
              <a:t>Solves with “favorable weight based evolutionary algorithm”.</a:t>
            </a:r>
            <a:endParaRPr lang="en-US" sz="2000" dirty="0"/>
          </a:p>
        </p:txBody>
      </p:sp>
      <p:graphicFrame>
        <p:nvGraphicFramePr>
          <p:cNvPr id="301058" name="Object 3"/>
          <p:cNvGraphicFramePr>
            <a:graphicFrameLocks noChangeAspect="1"/>
          </p:cNvGraphicFramePr>
          <p:nvPr/>
        </p:nvGraphicFramePr>
        <p:xfrm>
          <a:off x="4654550" y="4258805"/>
          <a:ext cx="3040063" cy="933450"/>
        </p:xfrm>
        <a:graphic>
          <a:graphicData uri="http://schemas.openxmlformats.org/presentationml/2006/ole">
            <p:oleObj spid="_x0000_s331778" name="Equation" r:id="rId3" imgW="1904760" imgH="583920" progId="Equation.3">
              <p:embed/>
            </p:oleObj>
          </a:graphicData>
        </a:graphic>
      </p:graphicFrame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5DB0"/>
                </a:solidFill>
              </a:rPr>
              <a:t>III. </a:t>
            </a:r>
            <a:r>
              <a:rPr lang="en-US" sz="3200" dirty="0" smtClean="0"/>
              <a:t>Dynamic Hub Location</a:t>
            </a:r>
            <a:endParaRPr lang="en-US" sz="3200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pPr>
              <a:spcBef>
                <a:spcPts val="800"/>
              </a:spcBef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How should a hub network respond to changing demand??</a:t>
            </a:r>
          </a:p>
          <a:p>
            <a:pPr>
              <a:spcBef>
                <a:spcPts val="800"/>
              </a:spcBef>
            </a:pPr>
            <a:endParaRPr lang="en-US" sz="2400" dirty="0" smtClean="0"/>
          </a:p>
          <a:p>
            <a:pPr>
              <a:spcBef>
                <a:spcPts val="800"/>
              </a:spcBef>
              <a:buFont typeface="Wingdings" pitchFamily="2" charset="2"/>
              <a:buChar char="Ø"/>
            </a:pPr>
            <a:r>
              <a:rPr lang="en-US" sz="2400" dirty="0" smtClean="0"/>
              <a:t>Contreras, </a:t>
            </a:r>
            <a:r>
              <a:rPr lang="en-US" sz="2400" dirty="0" err="1" smtClean="0"/>
              <a:t>Cordeau</a:t>
            </a:r>
            <a:r>
              <a:rPr lang="en-US" sz="2400" dirty="0" smtClean="0"/>
              <a:t>, Laporte, 2010, “The dynamic hub location problem”, </a:t>
            </a:r>
            <a:r>
              <a:rPr lang="en-US" sz="2400" i="1" dirty="0" smtClean="0"/>
              <a:t>Transportation Science.</a:t>
            </a:r>
            <a:endParaRPr lang="en-US" sz="2400" dirty="0" smtClean="0"/>
          </a:p>
          <a:p>
            <a:pPr lvl="1">
              <a:spcBef>
                <a:spcPts val="800"/>
              </a:spcBef>
            </a:pPr>
            <a:r>
              <a:rPr lang="en-US" sz="2000" dirty="0" smtClean="0"/>
              <a:t>Multiple allocation, fully interconnected hubs.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Dynamic (multi-period) uncapacitated hub location with up to 10 time periods.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In each period, adds new o-d pairs (commodities) and increase or decrease the flow for existing o-d pairs.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Hubs can be added, relocated or removed.</a:t>
            </a:r>
          </a:p>
          <a:p>
            <a:pPr lvl="1">
              <a:spcBef>
                <a:spcPts val="800"/>
              </a:spcBef>
            </a:pPr>
            <a:r>
              <a:rPr lang="en-US" sz="2000" dirty="0" smtClean="0"/>
              <a:t>Solves up to 100 nodes and 10 time periods with branch and bound with </a:t>
            </a:r>
            <a:r>
              <a:rPr lang="en-US" sz="2000" dirty="0" err="1" smtClean="0"/>
              <a:t>Langrangean</a:t>
            </a:r>
            <a:r>
              <a:rPr lang="en-US" sz="2000" dirty="0" smtClean="0"/>
              <a:t> relaxation.</a:t>
            </a:r>
          </a:p>
          <a:p>
            <a:endParaRPr lang="en-US" sz="2400" dirty="0"/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Isolated Hubs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67688" cy="5116436"/>
          </a:xfrm>
        </p:spPr>
        <p:txBody>
          <a:bodyPr/>
          <a:lstStyle/>
          <a:p>
            <a:pPr eaLnBrk="1" hangingPunct="1">
              <a:spcBef>
                <a:spcPts val="1200"/>
              </a:spcBef>
              <a:spcAft>
                <a:spcPts val="300"/>
              </a:spcAft>
            </a:pPr>
            <a:r>
              <a:rPr lang="en-US" sz="2400" b="1" i="1" dirty="0" smtClean="0">
                <a:solidFill>
                  <a:srgbClr val="FF0000"/>
                </a:solidFill>
              </a:rPr>
              <a:t>Isolated hubs </a:t>
            </a:r>
            <a:r>
              <a:rPr lang="en-US" sz="2400" dirty="0" smtClean="0"/>
              <a:t>are not endpoints of hub arcs.</a:t>
            </a:r>
          </a:p>
          <a:p>
            <a:pPr lvl="1" eaLnBrk="1" hangingPunct="1">
              <a:spcBef>
                <a:spcPts val="1200"/>
              </a:spcBef>
              <a:spcAft>
                <a:spcPts val="300"/>
              </a:spcAft>
              <a:buClr>
                <a:srgbClr val="000000"/>
              </a:buClr>
            </a:pPr>
            <a:r>
              <a:rPr lang="en-US" sz="2000" dirty="0" smtClean="0">
                <a:solidFill>
                  <a:srgbClr val="000000"/>
                </a:solidFill>
              </a:rPr>
              <a:t>Provide only a </a:t>
            </a:r>
            <a:r>
              <a:rPr lang="en-US" sz="2000" dirty="0" smtClean="0"/>
              <a:t>switching, sorting, connecting function; not a consolidation/break-bulk function.</a:t>
            </a:r>
            <a:endParaRPr lang="en-US" sz="2000" dirty="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ts val="1200"/>
              </a:spcBef>
              <a:spcAft>
                <a:spcPts val="300"/>
              </a:spcAft>
              <a:buClr>
                <a:srgbClr val="000000"/>
              </a:buClr>
            </a:pPr>
            <a:r>
              <a:rPr lang="en-US" sz="2000" dirty="0" smtClean="0">
                <a:solidFill>
                  <a:srgbClr val="000000"/>
                </a:solidFill>
              </a:rPr>
              <a:t>Give flexibility to respond to expanding demand with incremental steps.</a:t>
            </a:r>
          </a:p>
          <a:p>
            <a:pPr marL="342900" lvl="1" indent="-342900">
              <a:spcBef>
                <a:spcPts val="1200"/>
              </a:spcBef>
              <a:spcAft>
                <a:spcPts val="300"/>
              </a:spcAft>
              <a:buFont typeface="Tahoma" pitchFamily="34" charset="0"/>
              <a:buChar char="•"/>
            </a:pPr>
            <a:r>
              <a:rPr lang="en-US" sz="2400" dirty="0" smtClean="0"/>
              <a:t>How can isolated hubs be used, especially in response to increasing demand in a fixed region and demand in an expanding region. </a:t>
            </a:r>
            <a:endParaRPr lang="en-US" sz="2000" dirty="0" smtClean="0"/>
          </a:p>
        </p:txBody>
      </p:sp>
      <p:grpSp>
        <p:nvGrpSpPr>
          <p:cNvPr id="6" name="Group 3"/>
          <p:cNvGrpSpPr/>
          <p:nvPr/>
        </p:nvGrpSpPr>
        <p:grpSpPr>
          <a:xfrm rot="21537440">
            <a:off x="7278634" y="4819750"/>
            <a:ext cx="1231473" cy="1888797"/>
            <a:chOff x="7947305" y="1502186"/>
            <a:chExt cx="985762" cy="1627187"/>
          </a:xfrm>
        </p:grpSpPr>
        <p:cxnSp>
          <p:nvCxnSpPr>
            <p:cNvPr id="14" name="Straight Connector 86"/>
            <p:cNvCxnSpPr>
              <a:cxnSpLocks noChangeShapeType="1"/>
              <a:stCxn id="21" idx="0"/>
              <a:endCxn id="20" idx="2"/>
            </p:cNvCxnSpPr>
            <p:nvPr/>
          </p:nvCxnSpPr>
          <p:spPr bwMode="auto">
            <a:xfrm rot="5400000" flipH="1" flipV="1">
              <a:off x="8229384" y="2202711"/>
              <a:ext cx="895948" cy="27146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7947305" y="280925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8441037" y="233257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8476241" y="152289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8731232" y="3037933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8841627" y="150218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8744510" y="1753309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8"/>
            <p:cNvSpPr>
              <a:spLocks noChangeArrowheads="1"/>
            </p:cNvSpPr>
            <p:nvPr/>
          </p:nvSpPr>
          <p:spPr bwMode="auto">
            <a:xfrm>
              <a:off x="8473046" y="2786417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8185318" y="181443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3" name="Straight Connector 86"/>
            <p:cNvCxnSpPr>
              <a:cxnSpLocks noChangeShapeType="1"/>
              <a:stCxn id="15" idx="3"/>
              <a:endCxn id="21" idx="1"/>
            </p:cNvCxnSpPr>
            <p:nvPr/>
          </p:nvCxnSpPr>
          <p:spPr bwMode="auto">
            <a:xfrm>
              <a:off x="8038745" y="2854979"/>
              <a:ext cx="434301" cy="1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Straight Connector 86"/>
            <p:cNvCxnSpPr>
              <a:cxnSpLocks noChangeShapeType="1"/>
              <a:stCxn id="20" idx="2"/>
              <a:endCxn id="16" idx="1"/>
            </p:cNvCxnSpPr>
            <p:nvPr/>
          </p:nvCxnSpPr>
          <p:spPr bwMode="auto">
            <a:xfrm rot="5400000">
              <a:off x="8383149" y="1948358"/>
              <a:ext cx="487830" cy="37205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Straight Connector 86"/>
            <p:cNvCxnSpPr>
              <a:cxnSpLocks noChangeShapeType="1"/>
              <a:stCxn id="22" idx="2"/>
              <a:endCxn id="32" idx="0"/>
            </p:cNvCxnSpPr>
            <p:nvPr/>
          </p:nvCxnSpPr>
          <p:spPr bwMode="auto">
            <a:xfrm rot="5400000">
              <a:off x="8058871" y="2019645"/>
              <a:ext cx="285935" cy="58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Straight Connector 86"/>
            <p:cNvCxnSpPr>
              <a:cxnSpLocks noChangeShapeType="1"/>
              <a:stCxn id="18" idx="0"/>
              <a:endCxn id="21" idx="3"/>
            </p:cNvCxnSpPr>
            <p:nvPr/>
          </p:nvCxnSpPr>
          <p:spPr bwMode="auto">
            <a:xfrm rot="16200000" flipV="1">
              <a:off x="8602111" y="2863092"/>
              <a:ext cx="182936" cy="16674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Straight Connector 86"/>
            <p:cNvCxnSpPr>
              <a:cxnSpLocks noChangeShapeType="1"/>
              <a:stCxn id="20" idx="1"/>
              <a:endCxn id="17" idx="2"/>
            </p:cNvCxnSpPr>
            <p:nvPr/>
          </p:nvCxnSpPr>
          <p:spPr bwMode="auto">
            <a:xfrm rot="10800000">
              <a:off x="8521962" y="1614339"/>
              <a:ext cx="222549" cy="2075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Straight Connector 86"/>
            <p:cNvCxnSpPr>
              <a:cxnSpLocks noChangeShapeType="1"/>
              <a:stCxn id="21" idx="0"/>
              <a:endCxn id="16" idx="2"/>
            </p:cNvCxnSpPr>
            <p:nvPr/>
          </p:nvCxnSpPr>
          <p:spPr bwMode="auto">
            <a:xfrm rot="16200000" flipV="1">
              <a:off x="8332993" y="2577783"/>
              <a:ext cx="362398" cy="548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Straight Connector 86"/>
            <p:cNvCxnSpPr>
              <a:cxnSpLocks noChangeShapeType="1"/>
              <a:stCxn id="19" idx="2"/>
              <a:endCxn id="20" idx="0"/>
            </p:cNvCxnSpPr>
            <p:nvPr/>
          </p:nvCxnSpPr>
          <p:spPr bwMode="auto">
            <a:xfrm rot="5400000">
              <a:off x="8770378" y="1636339"/>
              <a:ext cx="159683" cy="7425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Straight Connector 86"/>
            <p:cNvCxnSpPr>
              <a:cxnSpLocks noChangeShapeType="1"/>
              <a:stCxn id="22" idx="3"/>
              <a:endCxn id="20" idx="1"/>
            </p:cNvCxnSpPr>
            <p:nvPr/>
          </p:nvCxnSpPr>
          <p:spPr bwMode="auto">
            <a:xfrm flipV="1">
              <a:off x="8276758" y="1821889"/>
              <a:ext cx="467752" cy="382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8104058" y="2191813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128"/>
          <p:cNvGrpSpPr/>
          <p:nvPr/>
        </p:nvGrpSpPr>
        <p:grpSpPr>
          <a:xfrm rot="20454446">
            <a:off x="7921141" y="5307324"/>
            <a:ext cx="702749" cy="991530"/>
            <a:chOff x="8031777" y="4184639"/>
            <a:chExt cx="562532" cy="854197"/>
          </a:xfrm>
        </p:grpSpPr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 rot="1082994">
              <a:off x="8492629" y="464584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 rot="1082994">
              <a:off x="8457149" y="4631879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0" name="Straight Connector 86"/>
            <p:cNvCxnSpPr>
              <a:cxnSpLocks noChangeShapeType="1"/>
              <a:stCxn id="9" idx="0"/>
              <a:endCxn id="20" idx="2"/>
            </p:cNvCxnSpPr>
            <p:nvPr/>
          </p:nvCxnSpPr>
          <p:spPr bwMode="auto">
            <a:xfrm rot="16200000" flipV="1">
              <a:off x="8309947" y="4398223"/>
              <a:ext cx="450615" cy="23448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1" name="Straight Connector 86"/>
            <p:cNvCxnSpPr>
              <a:cxnSpLocks noChangeShapeType="1"/>
              <a:stCxn id="9" idx="2"/>
              <a:endCxn id="21" idx="3"/>
            </p:cNvCxnSpPr>
            <p:nvPr/>
          </p:nvCxnSpPr>
          <p:spPr bwMode="auto">
            <a:xfrm rot="5400000">
              <a:off x="8131542" y="4665898"/>
              <a:ext cx="273173" cy="47270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</p:grpSp>
      <p:cxnSp>
        <p:nvCxnSpPr>
          <p:cNvPr id="33" name="Straight Connector 86"/>
          <p:cNvCxnSpPr>
            <a:cxnSpLocks noChangeShapeType="1"/>
            <a:stCxn id="15" idx="0"/>
            <a:endCxn id="32" idx="2"/>
          </p:cNvCxnSpPr>
          <p:nvPr/>
        </p:nvCxnSpPr>
        <p:spPr bwMode="auto">
          <a:xfrm rot="5400000" flipH="1" flipV="1">
            <a:off x="7172620" y="5959189"/>
            <a:ext cx="561494" cy="21420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" name="Straight Connector 86"/>
          <p:cNvCxnSpPr>
            <a:cxnSpLocks noChangeShapeType="1"/>
            <a:stCxn id="16" idx="1"/>
            <a:endCxn id="32" idx="3"/>
          </p:cNvCxnSpPr>
          <p:nvPr/>
        </p:nvCxnSpPr>
        <p:spPr bwMode="auto">
          <a:xfrm rot="10800000">
            <a:off x="7644680" y="5704392"/>
            <a:ext cx="252075" cy="13229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70" y="4722689"/>
            <a:ext cx="65766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0" hangingPunct="0">
              <a:spcBef>
                <a:spcPts val="1200"/>
              </a:spcBef>
              <a:spcAft>
                <a:spcPts val="300"/>
              </a:spcAft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Campbell, 2010, “Designing Hub Networks with Connected and Isolated Hubs”, HICSS 43 presentation.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614598" y="1274397"/>
            <a:ext cx="7715016" cy="213282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Hub Arc Location with Isolated Hubs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518083" cy="4994910"/>
          </a:xfrm>
        </p:spPr>
        <p:txBody>
          <a:bodyPr/>
          <a:lstStyle/>
          <a:p>
            <a:pPr eaLnBrk="1" hangingPunct="1">
              <a:spcBef>
                <a:spcPts val="1200"/>
              </a:spcBef>
              <a:spcAft>
                <a:spcPts val="0"/>
              </a:spcAft>
            </a:pPr>
            <a:r>
              <a:rPr lang="en-US" sz="2400" dirty="0" smtClean="0"/>
              <a:t>Locate </a:t>
            </a:r>
            <a:r>
              <a:rPr lang="en-US" sz="2400" b="1" i="1" dirty="0" smtClean="0">
                <a:solidFill>
                  <a:srgbClr val="0000CC"/>
                </a:solidFill>
              </a:rPr>
              <a:t>q</a:t>
            </a:r>
            <a:r>
              <a:rPr lang="en-US" sz="2400" b="1" dirty="0" smtClean="0">
                <a:solidFill>
                  <a:srgbClr val="0000CC"/>
                </a:solidFill>
              </a:rPr>
              <a:t> hub arcs with </a:t>
            </a:r>
            <a:r>
              <a:rPr lang="en-US" sz="2400" b="1" i="1" dirty="0" smtClean="0">
                <a:solidFill>
                  <a:srgbClr val="0000CC"/>
                </a:solidFill>
              </a:rPr>
              <a:t>p</a:t>
            </a:r>
            <a:r>
              <a:rPr lang="en-US" sz="2400" b="1" dirty="0" smtClean="0">
                <a:solidFill>
                  <a:srgbClr val="0000CC"/>
                </a:solidFill>
              </a:rPr>
              <a:t> hubs</a:t>
            </a:r>
            <a:r>
              <a:rPr lang="en-US" sz="2400" b="1" dirty="0" smtClean="0"/>
              <a:t> </a:t>
            </a:r>
            <a:r>
              <a:rPr lang="en-US" sz="2400" dirty="0" smtClean="0"/>
              <a:t>to minimize the total transportation cost.</a:t>
            </a:r>
          </a:p>
          <a:p>
            <a:pPr lvl="1" eaLnBrk="1" hangingPunct="1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000" dirty="0" smtClean="0"/>
              <a:t>If </a:t>
            </a:r>
            <a:r>
              <a:rPr lang="en-US" sz="2000" i="1" dirty="0" smtClean="0"/>
              <a:t>p&gt;2q</a:t>
            </a:r>
            <a:r>
              <a:rPr lang="en-US" sz="2000" dirty="0" smtClean="0"/>
              <a:t> there will be isolated hubs; When </a:t>
            </a:r>
            <a:r>
              <a:rPr lang="en-US" sz="2000" i="1" dirty="0" smtClean="0"/>
              <a:t>p</a:t>
            </a:r>
            <a:r>
              <a:rPr lang="en-US" sz="2000" dirty="0" smtClean="0">
                <a:sym typeface="Symbol" pitchFamily="18" charset="2"/>
              </a:rPr>
              <a:t></a:t>
            </a:r>
            <a:r>
              <a:rPr lang="en-US" sz="2000" i="1" dirty="0" smtClean="0">
                <a:sym typeface="Symbol" pitchFamily="18" charset="2"/>
              </a:rPr>
              <a:t>2q </a:t>
            </a:r>
            <a:r>
              <a:rPr lang="en-US" sz="2000" dirty="0" smtClean="0">
                <a:sym typeface="Symbol" pitchFamily="18" charset="2"/>
              </a:rPr>
              <a:t>isolated hubs may provide lower costs.</a:t>
            </a:r>
          </a:p>
          <a:p>
            <a:pPr lvl="1" eaLnBrk="1" hangingPunct="1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000" dirty="0" smtClean="0">
                <a:sym typeface="Symbol" pitchFamily="18" charset="2"/>
              </a:rPr>
              <a:t>Each non-hub is connected to one or more hubs.</a:t>
            </a:r>
            <a:endParaRPr lang="en-US" sz="2200" dirty="0" smtClean="0">
              <a:sym typeface="Symbol" pitchFamily="18" charset="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97217" y="3753518"/>
            <a:ext cx="6160771" cy="2338388"/>
          </a:xfrm>
          <a:prstGeom prst="rect">
            <a:avLst/>
          </a:prstGeom>
          <a:noFill/>
          <a:ln w="4127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assumptions: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Every o-d path visits at least 1 hub.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Hub arc cost per unit flow is discounted using 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</a:t>
            </a:r>
            <a:r>
              <a:rPr lang="en-US" sz="2000" kern="0" noProof="0" dirty="0" smtClean="0">
                <a:latin typeface="+mn-lt"/>
                <a:cs typeface="+mn-cs"/>
                <a:sym typeface="Symbol" pitchFamily="18" charset="2"/>
              </a:rPr>
              <a:t>.</a:t>
            </a:r>
            <a:r>
              <a:rPr lang="en-US" sz="2000" kern="0" dirty="0" smtClean="0">
                <a:latin typeface="+mn-lt"/>
                <a:cs typeface="+mn-cs"/>
                <a:sym typeface="Symbol" pitchFamily="18" charset="2"/>
              </a:rPr>
              <a:t> 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itchFamily="18" charset="2"/>
            </a:endParaRPr>
          </a:p>
          <a:p>
            <a:pPr marL="577850" marR="0" lvl="0" indent="-5778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3.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Each path has at most 3 arcs and one hub arc: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origin-hub-hub-destination.</a:t>
            </a:r>
          </a:p>
        </p:txBody>
      </p:sp>
      <p:graphicFrame>
        <p:nvGraphicFramePr>
          <p:cNvPr id="39" name="Object 2"/>
          <p:cNvGraphicFramePr>
            <a:graphicFrameLocks noChangeAspect="1"/>
          </p:cNvGraphicFramePr>
          <p:nvPr/>
        </p:nvGraphicFramePr>
        <p:xfrm>
          <a:off x="3509645" y="6054761"/>
          <a:ext cx="2145883" cy="465773"/>
        </p:xfrm>
        <a:graphic>
          <a:graphicData uri="http://schemas.openxmlformats.org/presentationml/2006/ole">
            <p:oleObj spid="_x0000_s219138" name="Equation" r:id="rId3" imgW="901440" imgH="215640" progId="Equation.3">
              <p:embed/>
            </p:oleObj>
          </a:graphicData>
        </a:graphic>
      </p:graphicFrame>
      <p:sp>
        <p:nvSpPr>
          <p:cNvPr id="40" name="Rectangle 29"/>
          <p:cNvSpPr>
            <a:spLocks noChangeArrowheads="1"/>
          </p:cNvSpPr>
          <p:nvPr/>
        </p:nvSpPr>
        <p:spPr bwMode="auto">
          <a:xfrm>
            <a:off x="1196021" y="6052054"/>
            <a:ext cx="26596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/>
              <a:t>Cost:   </a:t>
            </a:r>
            <a:r>
              <a:rPr lang="en-US" sz="2000" i="1" dirty="0" err="1" smtClean="0"/>
              <a:t>i</a:t>
            </a:r>
            <a:r>
              <a:rPr lang="en-US" sz="2000" i="1" dirty="0" smtClean="0"/>
              <a:t>-k-m-j = </a:t>
            </a:r>
            <a:endParaRPr lang="en-US" sz="2000" i="1" dirty="0"/>
          </a:p>
        </p:txBody>
      </p:sp>
      <p:sp>
        <p:nvSpPr>
          <p:cNvPr id="58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1" name="Group 3"/>
          <p:cNvGrpSpPr/>
          <p:nvPr/>
        </p:nvGrpSpPr>
        <p:grpSpPr>
          <a:xfrm rot="21537440">
            <a:off x="7278634" y="4819750"/>
            <a:ext cx="1231473" cy="1888797"/>
            <a:chOff x="7947305" y="1502186"/>
            <a:chExt cx="985762" cy="1627187"/>
          </a:xfrm>
        </p:grpSpPr>
        <p:cxnSp>
          <p:nvCxnSpPr>
            <p:cNvPr id="32" name="Straight Connector 86"/>
            <p:cNvCxnSpPr>
              <a:cxnSpLocks noChangeShapeType="1"/>
              <a:stCxn id="61" idx="0"/>
              <a:endCxn id="60" idx="2"/>
            </p:cNvCxnSpPr>
            <p:nvPr/>
          </p:nvCxnSpPr>
          <p:spPr bwMode="auto">
            <a:xfrm rot="5400000" flipH="1" flipV="1">
              <a:off x="8229384" y="2202711"/>
              <a:ext cx="895948" cy="27146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33" name="Rectangle 7"/>
            <p:cNvSpPr>
              <a:spLocks noChangeArrowheads="1"/>
            </p:cNvSpPr>
            <p:nvPr/>
          </p:nvSpPr>
          <p:spPr bwMode="auto">
            <a:xfrm>
              <a:off x="7947305" y="280925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9"/>
            <p:cNvSpPr>
              <a:spLocks noChangeArrowheads="1"/>
            </p:cNvSpPr>
            <p:nvPr/>
          </p:nvSpPr>
          <p:spPr bwMode="auto">
            <a:xfrm>
              <a:off x="8441037" y="2332579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0"/>
            <p:cNvSpPr>
              <a:spLocks noChangeArrowheads="1"/>
            </p:cNvSpPr>
            <p:nvPr/>
          </p:nvSpPr>
          <p:spPr bwMode="auto">
            <a:xfrm>
              <a:off x="8476241" y="152289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8731232" y="3037933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8841627" y="1502186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Rectangle 13"/>
            <p:cNvSpPr>
              <a:spLocks noChangeArrowheads="1"/>
            </p:cNvSpPr>
            <p:nvPr/>
          </p:nvSpPr>
          <p:spPr bwMode="auto">
            <a:xfrm>
              <a:off x="8744510" y="1753309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8473046" y="2786417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30"/>
            <p:cNvSpPr>
              <a:spLocks noChangeArrowheads="1"/>
            </p:cNvSpPr>
            <p:nvPr/>
          </p:nvSpPr>
          <p:spPr bwMode="auto">
            <a:xfrm>
              <a:off x="8185318" y="1814438"/>
              <a:ext cx="91440" cy="9144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63" name="Straight Connector 86"/>
            <p:cNvCxnSpPr>
              <a:cxnSpLocks noChangeShapeType="1"/>
              <a:stCxn id="33" idx="3"/>
              <a:endCxn id="61" idx="1"/>
            </p:cNvCxnSpPr>
            <p:nvPr/>
          </p:nvCxnSpPr>
          <p:spPr bwMode="auto">
            <a:xfrm>
              <a:off x="8038745" y="2854979"/>
              <a:ext cx="434301" cy="1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4" name="Straight Connector 86"/>
            <p:cNvCxnSpPr>
              <a:cxnSpLocks noChangeShapeType="1"/>
              <a:stCxn id="60" idx="2"/>
              <a:endCxn id="34" idx="1"/>
            </p:cNvCxnSpPr>
            <p:nvPr/>
          </p:nvCxnSpPr>
          <p:spPr bwMode="auto">
            <a:xfrm rot="5400000">
              <a:off x="8383149" y="1948358"/>
              <a:ext cx="487830" cy="37205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5" name="Straight Connector 86"/>
            <p:cNvCxnSpPr>
              <a:cxnSpLocks noChangeShapeType="1"/>
              <a:stCxn id="62" idx="2"/>
              <a:endCxn id="71" idx="0"/>
            </p:cNvCxnSpPr>
            <p:nvPr/>
          </p:nvCxnSpPr>
          <p:spPr bwMode="auto">
            <a:xfrm rot="5400000">
              <a:off x="8058871" y="2019645"/>
              <a:ext cx="285935" cy="58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6" name="Straight Connector 86"/>
            <p:cNvCxnSpPr>
              <a:cxnSpLocks noChangeShapeType="1"/>
              <a:stCxn id="36" idx="0"/>
              <a:endCxn id="61" idx="3"/>
            </p:cNvCxnSpPr>
            <p:nvPr/>
          </p:nvCxnSpPr>
          <p:spPr bwMode="auto">
            <a:xfrm rot="16200000" flipV="1">
              <a:off x="8602111" y="2863092"/>
              <a:ext cx="182936" cy="16674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7" name="Straight Connector 86"/>
            <p:cNvCxnSpPr>
              <a:cxnSpLocks noChangeShapeType="1"/>
              <a:stCxn id="60" idx="1"/>
              <a:endCxn id="35" idx="2"/>
            </p:cNvCxnSpPr>
            <p:nvPr/>
          </p:nvCxnSpPr>
          <p:spPr bwMode="auto">
            <a:xfrm rot="10800000">
              <a:off x="8521962" y="1614339"/>
              <a:ext cx="222549" cy="2075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8" name="Straight Connector 86"/>
            <p:cNvCxnSpPr>
              <a:cxnSpLocks noChangeShapeType="1"/>
              <a:stCxn id="61" idx="0"/>
              <a:endCxn id="34" idx="2"/>
            </p:cNvCxnSpPr>
            <p:nvPr/>
          </p:nvCxnSpPr>
          <p:spPr bwMode="auto">
            <a:xfrm rot="16200000" flipV="1">
              <a:off x="8332993" y="2577783"/>
              <a:ext cx="362398" cy="548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9" name="Straight Connector 86"/>
            <p:cNvCxnSpPr>
              <a:cxnSpLocks noChangeShapeType="1"/>
              <a:stCxn id="59" idx="2"/>
              <a:endCxn id="60" idx="0"/>
            </p:cNvCxnSpPr>
            <p:nvPr/>
          </p:nvCxnSpPr>
          <p:spPr bwMode="auto">
            <a:xfrm rot="5400000">
              <a:off x="8770378" y="1636339"/>
              <a:ext cx="159683" cy="7425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0" name="Straight Connector 86"/>
            <p:cNvCxnSpPr>
              <a:cxnSpLocks noChangeShapeType="1"/>
              <a:stCxn id="62" idx="3"/>
              <a:endCxn id="60" idx="1"/>
            </p:cNvCxnSpPr>
            <p:nvPr/>
          </p:nvCxnSpPr>
          <p:spPr bwMode="auto">
            <a:xfrm flipV="1">
              <a:off x="8276758" y="1821889"/>
              <a:ext cx="467752" cy="382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71" name="Rectangle 29"/>
            <p:cNvSpPr>
              <a:spLocks noChangeArrowheads="1"/>
            </p:cNvSpPr>
            <p:nvPr/>
          </p:nvSpPr>
          <p:spPr bwMode="auto">
            <a:xfrm>
              <a:off x="8104058" y="2191813"/>
              <a:ext cx="137160" cy="1371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241300"/>
            <a:ext cx="8610146" cy="946150"/>
          </a:xfrm>
        </p:spPr>
        <p:txBody>
          <a:bodyPr/>
          <a:lstStyle/>
          <a:p>
            <a:pPr algn="ctr" eaLnBrk="1" hangingPunct="1"/>
            <a:r>
              <a:rPr lang="en-US" sz="3200" dirty="0" smtClean="0"/>
              <a:t>Hub Network Expansion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2400" dirty="0" smtClean="0"/>
              <a:t>No SL, </a:t>
            </a:r>
            <a:r>
              <a:rPr lang="en-US" sz="2400" dirty="0" smtClean="0">
                <a:sym typeface="Symbol" pitchFamily="18" charset="2"/>
              </a:rPr>
              <a:t></a:t>
            </a:r>
            <a:r>
              <a:rPr lang="en-US" sz="2400" dirty="0" smtClean="0"/>
              <a:t>=0.6 </a:t>
            </a:r>
            <a:endParaRPr lang="en-US" sz="2400" dirty="0" smtClean="0">
              <a:sym typeface="Symbol" pitchFamily="18" charset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131" y="1800897"/>
            <a:ext cx="468791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# of hubs , # of hub arcs, # isolated hubs</a:t>
            </a:r>
          </a:p>
          <a:p>
            <a:pPr algn="ctr"/>
            <a:r>
              <a:rPr lang="en-US" sz="1600" b="1" dirty="0" smtClean="0">
                <a:solidFill>
                  <a:srgbClr val="0000CC"/>
                </a:solidFill>
              </a:rPr>
              <a:t>Transportation Cost</a:t>
            </a:r>
            <a:endParaRPr lang="en-US" sz="1600" b="1" dirty="0">
              <a:solidFill>
                <a:srgbClr val="0000CC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44479" y="1395209"/>
            <a:ext cx="2635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Add a hub arc between existing hubs</a:t>
            </a:r>
            <a:endParaRPr lang="en-US" sz="1600" dirty="0">
              <a:solidFill>
                <a:srgbClr val="0000CC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31601" y="2399769"/>
            <a:ext cx="264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Add a new isolated hub</a:t>
            </a:r>
            <a:endParaRPr lang="en-US" sz="1600" b="1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7578" y="3760635"/>
            <a:ext cx="824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3, 2, 0</a:t>
            </a:r>
          </a:p>
          <a:p>
            <a:pPr algn="ctr"/>
            <a:r>
              <a:rPr lang="en-US" sz="1600" b="1" dirty="0" smtClean="0">
                <a:solidFill>
                  <a:srgbClr val="0000CC"/>
                </a:solidFill>
              </a:rPr>
              <a:t>965.2</a:t>
            </a:r>
            <a:endParaRPr lang="en-US" sz="1600" b="1" dirty="0">
              <a:solidFill>
                <a:srgbClr val="0000CC"/>
              </a:solidFill>
            </a:endParaRPr>
          </a:p>
        </p:txBody>
      </p:sp>
      <p:grpSp>
        <p:nvGrpSpPr>
          <p:cNvPr id="2" name="Group 78"/>
          <p:cNvGrpSpPr/>
          <p:nvPr/>
        </p:nvGrpSpPr>
        <p:grpSpPr>
          <a:xfrm>
            <a:off x="239406" y="4537524"/>
            <a:ext cx="600924" cy="284166"/>
            <a:chOff x="239406" y="4563282"/>
            <a:chExt cx="600924" cy="284166"/>
          </a:xfrm>
        </p:grpSpPr>
        <p:cxnSp>
          <p:nvCxnSpPr>
            <p:cNvPr id="74" name="AutoShape 7"/>
            <p:cNvCxnSpPr>
              <a:cxnSpLocks noChangeShapeType="1"/>
            </p:cNvCxnSpPr>
            <p:nvPr/>
          </p:nvCxnSpPr>
          <p:spPr bwMode="auto">
            <a:xfrm rot="10800000">
              <a:off x="515874" y="4617902"/>
              <a:ext cx="262522" cy="174929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66" name="AutoShape 7"/>
            <p:cNvCxnSpPr>
              <a:cxnSpLocks noChangeShapeType="1"/>
            </p:cNvCxnSpPr>
            <p:nvPr/>
          </p:nvCxnSpPr>
          <p:spPr bwMode="auto">
            <a:xfrm flipV="1">
              <a:off x="280170" y="4635455"/>
              <a:ext cx="223850" cy="143425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67" name="Oval 4"/>
            <p:cNvSpPr>
              <a:spLocks noChangeArrowheads="1"/>
            </p:cNvSpPr>
            <p:nvPr/>
          </p:nvSpPr>
          <p:spPr bwMode="auto">
            <a:xfrm>
              <a:off x="726003" y="4738211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69" name="Oval 8"/>
            <p:cNvSpPr>
              <a:spLocks noChangeArrowheads="1"/>
            </p:cNvSpPr>
            <p:nvPr/>
          </p:nvSpPr>
          <p:spPr bwMode="auto">
            <a:xfrm>
              <a:off x="239406" y="4736375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2" name="Oval 12"/>
            <p:cNvSpPr>
              <a:spLocks noChangeArrowheads="1"/>
            </p:cNvSpPr>
            <p:nvPr/>
          </p:nvSpPr>
          <p:spPr bwMode="auto">
            <a:xfrm>
              <a:off x="463481" y="4563282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3" name="Group 126"/>
          <p:cNvGrpSpPr/>
          <p:nvPr/>
        </p:nvGrpSpPr>
        <p:grpSpPr>
          <a:xfrm>
            <a:off x="1004336" y="3178939"/>
            <a:ext cx="1159314" cy="2371707"/>
            <a:chOff x="1004336" y="3204697"/>
            <a:chExt cx="1159314" cy="2371707"/>
          </a:xfrm>
        </p:grpSpPr>
        <p:sp>
          <p:nvSpPr>
            <p:cNvPr id="6" name="TextBox 5"/>
            <p:cNvSpPr txBox="1"/>
            <p:nvPr/>
          </p:nvSpPr>
          <p:spPr>
            <a:xfrm>
              <a:off x="1324375" y="3204697"/>
              <a:ext cx="8135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3, 3, 0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949.2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24373" y="4428198"/>
              <a:ext cx="8392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4, 2, 1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906.6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cxnSp>
          <p:nvCxnSpPr>
            <p:cNvPr id="10" name="Straight Arrow Connector 9"/>
            <p:cNvCxnSpPr>
              <a:endCxn id="6" idx="1"/>
            </p:cNvCxnSpPr>
            <p:nvPr/>
          </p:nvCxnSpPr>
          <p:spPr bwMode="auto">
            <a:xfrm rot="5400000" flipH="1" flipV="1">
              <a:off x="986046" y="3515376"/>
              <a:ext cx="356619" cy="32003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" name="Straight Arrow Connector 11"/>
            <p:cNvCxnSpPr>
              <a:endCxn id="7" idx="1"/>
            </p:cNvCxnSpPr>
            <p:nvPr/>
          </p:nvCxnSpPr>
          <p:spPr bwMode="auto">
            <a:xfrm rot="16200000" flipH="1">
              <a:off x="987138" y="4383350"/>
              <a:ext cx="354651" cy="319820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8" name="Group 125"/>
            <p:cNvGrpSpPr/>
            <p:nvPr/>
          </p:nvGrpSpPr>
          <p:grpSpPr>
            <a:xfrm>
              <a:off x="1268106" y="5096682"/>
              <a:ext cx="600924" cy="479722"/>
              <a:chOff x="1268106" y="5096682"/>
              <a:chExt cx="600924" cy="479722"/>
            </a:xfrm>
          </p:grpSpPr>
          <p:sp>
            <p:nvSpPr>
              <p:cNvPr id="71" name="Oval 11"/>
              <p:cNvSpPr>
                <a:spLocks noChangeArrowheads="1"/>
              </p:cNvSpPr>
              <p:nvPr/>
            </p:nvSpPr>
            <p:spPr bwMode="auto">
              <a:xfrm>
                <a:off x="1515446" y="5467167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grpSp>
            <p:nvGrpSpPr>
              <p:cNvPr id="9" name="Group 79"/>
              <p:cNvGrpSpPr/>
              <p:nvPr/>
            </p:nvGrpSpPr>
            <p:grpSpPr>
              <a:xfrm>
                <a:off x="1268106" y="5096682"/>
                <a:ext cx="600924" cy="284166"/>
                <a:chOff x="239406" y="4563282"/>
                <a:chExt cx="600924" cy="284166"/>
              </a:xfrm>
            </p:grpSpPr>
            <p:cxnSp>
              <p:nvCxnSpPr>
                <p:cNvPr id="85" name="AutoShape 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15874" y="4617902"/>
                  <a:ext cx="262522" cy="174929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81" name="AutoShape 7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0170" y="4635455"/>
                  <a:ext cx="223850" cy="143425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82" name="Oval 4"/>
                <p:cNvSpPr>
                  <a:spLocks noChangeArrowheads="1"/>
                </p:cNvSpPr>
                <p:nvPr/>
              </p:nvSpPr>
              <p:spPr bwMode="auto">
                <a:xfrm>
                  <a:off x="726003" y="4738211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83" name="Oval 8"/>
                <p:cNvSpPr>
                  <a:spLocks noChangeArrowheads="1"/>
                </p:cNvSpPr>
                <p:nvPr/>
              </p:nvSpPr>
              <p:spPr bwMode="auto">
                <a:xfrm>
                  <a:off x="239406" y="4736375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84" name="Oval 12"/>
                <p:cNvSpPr>
                  <a:spLocks noChangeArrowheads="1"/>
                </p:cNvSpPr>
                <p:nvPr/>
              </p:nvSpPr>
              <p:spPr bwMode="auto">
                <a:xfrm>
                  <a:off x="463481" y="4563282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</p:grpSp>
      <p:grpSp>
        <p:nvGrpSpPr>
          <p:cNvPr id="11" name="Group 127"/>
          <p:cNvGrpSpPr/>
          <p:nvPr/>
        </p:nvGrpSpPr>
        <p:grpSpPr>
          <a:xfrm>
            <a:off x="2071136" y="3833615"/>
            <a:ext cx="1225856" cy="2468953"/>
            <a:chOff x="2071136" y="3859373"/>
            <a:chExt cx="1225856" cy="2468953"/>
          </a:xfrm>
        </p:grpSpPr>
        <p:sp>
          <p:nvSpPr>
            <p:cNvPr id="15" name="TextBox 14"/>
            <p:cNvSpPr txBox="1"/>
            <p:nvPr/>
          </p:nvSpPr>
          <p:spPr>
            <a:xfrm>
              <a:off x="2391175" y="3859373"/>
              <a:ext cx="8135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4, 3, 1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890.6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91174" y="5082874"/>
              <a:ext cx="9058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5, 2, 2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875.7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cxnSp>
          <p:nvCxnSpPr>
            <p:cNvPr id="17" name="Straight Arrow Connector 16"/>
            <p:cNvCxnSpPr>
              <a:endCxn id="15" idx="1"/>
            </p:cNvCxnSpPr>
            <p:nvPr/>
          </p:nvCxnSpPr>
          <p:spPr bwMode="auto">
            <a:xfrm rot="5400000" flipH="1" flipV="1">
              <a:off x="2052845" y="4170053"/>
              <a:ext cx="356621" cy="32003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" name="Straight Arrow Connector 17"/>
            <p:cNvCxnSpPr>
              <a:endCxn id="16" idx="1"/>
            </p:cNvCxnSpPr>
            <p:nvPr/>
          </p:nvCxnSpPr>
          <p:spPr bwMode="auto">
            <a:xfrm rot="16200000" flipH="1">
              <a:off x="2053935" y="5038022"/>
              <a:ext cx="354657" cy="319822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8" name="Oval 6"/>
            <p:cNvSpPr>
              <a:spLocks noChangeArrowheads="1"/>
            </p:cNvSpPr>
            <p:nvPr/>
          </p:nvSpPr>
          <p:spPr bwMode="auto">
            <a:xfrm>
              <a:off x="2593021" y="6219089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86" name="Oval 11"/>
            <p:cNvSpPr>
              <a:spLocks noChangeArrowheads="1"/>
            </p:cNvSpPr>
            <p:nvPr/>
          </p:nvSpPr>
          <p:spPr bwMode="auto">
            <a:xfrm>
              <a:off x="2825134" y="6129155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13" name="Group 86"/>
            <p:cNvGrpSpPr/>
            <p:nvPr/>
          </p:nvGrpSpPr>
          <p:grpSpPr>
            <a:xfrm>
              <a:off x="2463494" y="5734857"/>
              <a:ext cx="600924" cy="284166"/>
              <a:chOff x="239406" y="4563282"/>
              <a:chExt cx="600924" cy="284166"/>
            </a:xfrm>
          </p:grpSpPr>
          <p:cxnSp>
            <p:nvCxnSpPr>
              <p:cNvPr id="88" name="AutoShape 7"/>
              <p:cNvCxnSpPr>
                <a:cxnSpLocks noChangeShapeType="1"/>
              </p:cNvCxnSpPr>
              <p:nvPr/>
            </p:nvCxnSpPr>
            <p:spPr bwMode="auto">
              <a:xfrm flipV="1">
                <a:off x="280170" y="4635455"/>
                <a:ext cx="223850" cy="143425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90" name="Oval 8"/>
              <p:cNvSpPr>
                <a:spLocks noChangeArrowheads="1"/>
              </p:cNvSpPr>
              <p:nvPr/>
            </p:nvSpPr>
            <p:spPr bwMode="auto">
              <a:xfrm>
                <a:off x="239406" y="4736375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cxnSp>
            <p:nvCxnSpPr>
              <p:cNvPr id="92" name="AutoShape 7"/>
              <p:cNvCxnSpPr>
                <a:cxnSpLocks noChangeShapeType="1"/>
              </p:cNvCxnSpPr>
              <p:nvPr/>
            </p:nvCxnSpPr>
            <p:spPr bwMode="auto">
              <a:xfrm rot="10800000">
                <a:off x="515874" y="4617902"/>
                <a:ext cx="262522" cy="17492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91" name="Oval 12"/>
              <p:cNvSpPr>
                <a:spLocks noChangeArrowheads="1"/>
              </p:cNvSpPr>
              <p:nvPr/>
            </p:nvSpPr>
            <p:spPr bwMode="auto">
              <a:xfrm>
                <a:off x="463481" y="4563282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89" name="Oval 4"/>
              <p:cNvSpPr>
                <a:spLocks noChangeArrowheads="1"/>
              </p:cNvSpPr>
              <p:nvPr/>
            </p:nvSpPr>
            <p:spPr bwMode="auto">
              <a:xfrm>
                <a:off x="726003" y="4738211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grpSp>
        <p:nvGrpSpPr>
          <p:cNvPr id="14" name="Group 128"/>
          <p:cNvGrpSpPr/>
          <p:nvPr/>
        </p:nvGrpSpPr>
        <p:grpSpPr>
          <a:xfrm>
            <a:off x="3163692" y="3708849"/>
            <a:ext cx="1215125" cy="2536202"/>
            <a:chOff x="3163692" y="3734607"/>
            <a:chExt cx="1215125" cy="2536202"/>
          </a:xfrm>
        </p:grpSpPr>
        <p:sp>
          <p:nvSpPr>
            <p:cNvPr id="19" name="TextBox 18"/>
            <p:cNvSpPr txBox="1"/>
            <p:nvPr/>
          </p:nvSpPr>
          <p:spPr>
            <a:xfrm>
              <a:off x="3483731" y="4462533"/>
              <a:ext cx="895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5, 3, 1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859.1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83730" y="5686034"/>
              <a:ext cx="800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6, 2, 3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862.7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cxnSp>
          <p:nvCxnSpPr>
            <p:cNvPr id="21" name="Straight Arrow Connector 20"/>
            <p:cNvCxnSpPr>
              <a:endCxn id="19" idx="1"/>
            </p:cNvCxnSpPr>
            <p:nvPr/>
          </p:nvCxnSpPr>
          <p:spPr bwMode="auto">
            <a:xfrm rot="5400000" flipH="1" flipV="1">
              <a:off x="3145398" y="4773216"/>
              <a:ext cx="356627" cy="32003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" name="Straight Arrow Connector 21"/>
            <p:cNvCxnSpPr>
              <a:endCxn id="20" idx="1"/>
            </p:cNvCxnSpPr>
            <p:nvPr/>
          </p:nvCxnSpPr>
          <p:spPr bwMode="auto">
            <a:xfrm rot="16200000" flipH="1">
              <a:off x="3146492" y="5641183"/>
              <a:ext cx="354655" cy="319821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3" name="Oval 6"/>
            <p:cNvSpPr>
              <a:spLocks noChangeArrowheads="1"/>
            </p:cNvSpPr>
            <p:nvPr/>
          </p:nvSpPr>
          <p:spPr bwMode="auto">
            <a:xfrm>
              <a:off x="3712208" y="4218839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25" name="Group 102"/>
            <p:cNvGrpSpPr/>
            <p:nvPr/>
          </p:nvGrpSpPr>
          <p:grpSpPr>
            <a:xfrm>
              <a:off x="3582681" y="3734607"/>
              <a:ext cx="600924" cy="503535"/>
              <a:chOff x="3582681" y="3734607"/>
              <a:chExt cx="600924" cy="503535"/>
            </a:xfrm>
          </p:grpSpPr>
          <p:cxnSp>
            <p:nvCxnSpPr>
              <p:cNvPr id="101" name="AutoShape 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940882" y="3991734"/>
                <a:ext cx="244610" cy="14439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grpSp>
            <p:nvGrpSpPr>
              <p:cNvPr id="26" name="Group 94"/>
              <p:cNvGrpSpPr/>
              <p:nvPr/>
            </p:nvGrpSpPr>
            <p:grpSpPr>
              <a:xfrm>
                <a:off x="3582681" y="3734607"/>
                <a:ext cx="600924" cy="284166"/>
                <a:chOff x="239406" y="4563282"/>
                <a:chExt cx="600924" cy="284166"/>
              </a:xfrm>
            </p:grpSpPr>
            <p:cxnSp>
              <p:nvCxnSpPr>
                <p:cNvPr id="100" name="AutoShape 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15874" y="4617902"/>
                  <a:ext cx="262522" cy="174929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96" name="AutoShape 7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0170" y="4635455"/>
                  <a:ext cx="223850" cy="143425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98" name="Oval 8"/>
                <p:cNvSpPr>
                  <a:spLocks noChangeArrowheads="1"/>
                </p:cNvSpPr>
                <p:nvPr/>
              </p:nvSpPr>
              <p:spPr bwMode="auto">
                <a:xfrm>
                  <a:off x="239406" y="4736375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99" name="Oval 12"/>
                <p:cNvSpPr>
                  <a:spLocks noChangeArrowheads="1"/>
                </p:cNvSpPr>
                <p:nvPr/>
              </p:nvSpPr>
              <p:spPr bwMode="auto">
                <a:xfrm>
                  <a:off x="463481" y="4563282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97" name="Oval 4"/>
                <p:cNvSpPr>
                  <a:spLocks noChangeArrowheads="1"/>
                </p:cNvSpPr>
                <p:nvPr/>
              </p:nvSpPr>
              <p:spPr bwMode="auto">
                <a:xfrm>
                  <a:off x="726003" y="4738211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sp>
            <p:nvSpPr>
              <p:cNvPr id="94" name="Oval 11"/>
              <p:cNvSpPr>
                <a:spLocks noChangeArrowheads="1"/>
              </p:cNvSpPr>
              <p:nvPr/>
            </p:nvSpPr>
            <p:spPr bwMode="auto">
              <a:xfrm>
                <a:off x="3944321" y="4128905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grpSp>
        <p:nvGrpSpPr>
          <p:cNvPr id="27" name="Group 129"/>
          <p:cNvGrpSpPr/>
          <p:nvPr/>
        </p:nvGrpSpPr>
        <p:grpSpPr>
          <a:xfrm>
            <a:off x="4282007" y="3137349"/>
            <a:ext cx="4612857" cy="3339168"/>
            <a:chOff x="4282007" y="3163107"/>
            <a:chExt cx="4612857" cy="3339168"/>
          </a:xfrm>
        </p:grpSpPr>
        <p:cxnSp>
          <p:nvCxnSpPr>
            <p:cNvPr id="143" name="AutoShape 7"/>
            <p:cNvCxnSpPr>
              <a:cxnSpLocks noChangeShapeType="1"/>
            </p:cNvCxnSpPr>
            <p:nvPr/>
          </p:nvCxnSpPr>
          <p:spPr bwMode="auto">
            <a:xfrm rot="16200000" flipH="1">
              <a:off x="6874681" y="3479006"/>
              <a:ext cx="309563" cy="1524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25" name="AutoShape 7"/>
            <p:cNvCxnSpPr>
              <a:cxnSpLocks noChangeShapeType="1"/>
            </p:cNvCxnSpPr>
            <p:nvPr/>
          </p:nvCxnSpPr>
          <p:spPr bwMode="auto">
            <a:xfrm flipV="1">
              <a:off x="5853116" y="4000514"/>
              <a:ext cx="500063" cy="2381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38" name="TextBox 37"/>
            <p:cNvSpPr txBox="1"/>
            <p:nvPr/>
          </p:nvSpPr>
          <p:spPr>
            <a:xfrm>
              <a:off x="4602046" y="3867958"/>
              <a:ext cx="8843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5, 4, 1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843.2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02045" y="5091459"/>
              <a:ext cx="8328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6, 3, 2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841.6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cxnSp>
          <p:nvCxnSpPr>
            <p:cNvPr id="40" name="Straight Arrow Connector 39"/>
            <p:cNvCxnSpPr>
              <a:endCxn id="38" idx="1"/>
            </p:cNvCxnSpPr>
            <p:nvPr/>
          </p:nvCxnSpPr>
          <p:spPr bwMode="auto">
            <a:xfrm rot="5400000" flipH="1" flipV="1">
              <a:off x="4263711" y="4178643"/>
              <a:ext cx="356631" cy="32003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Straight Arrow Connector 40"/>
            <p:cNvCxnSpPr>
              <a:endCxn id="39" idx="1"/>
            </p:cNvCxnSpPr>
            <p:nvPr/>
          </p:nvCxnSpPr>
          <p:spPr bwMode="auto">
            <a:xfrm rot="16200000" flipH="1">
              <a:off x="4264803" y="5046604"/>
              <a:ext cx="354663" cy="319822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>
              <a:off x="5694602" y="4535512"/>
              <a:ext cx="8607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6, 4, 2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825.7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94601" y="5720377"/>
              <a:ext cx="800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7, 3, 3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831.2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cxnSp>
          <p:nvCxnSpPr>
            <p:cNvPr id="45" name="Straight Arrow Connector 44"/>
            <p:cNvCxnSpPr/>
            <p:nvPr/>
          </p:nvCxnSpPr>
          <p:spPr bwMode="auto">
            <a:xfrm rot="5400000" flipH="1" flipV="1">
              <a:off x="5356266" y="4807562"/>
              <a:ext cx="356633" cy="32003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" name="Straight Arrow Connector 45"/>
            <p:cNvCxnSpPr>
              <a:endCxn id="44" idx="1"/>
            </p:cNvCxnSpPr>
            <p:nvPr/>
          </p:nvCxnSpPr>
          <p:spPr bwMode="auto">
            <a:xfrm rot="16200000" flipH="1">
              <a:off x="5357358" y="5675521"/>
              <a:ext cx="354665" cy="319821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6787158" y="3915178"/>
              <a:ext cx="8757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6, 5, 1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812.0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787158" y="5138679"/>
              <a:ext cx="8006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7, 4, 3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815.3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cxnSp>
          <p:nvCxnSpPr>
            <p:cNvPr id="49" name="Straight Arrow Connector 48"/>
            <p:cNvCxnSpPr>
              <a:endCxn id="47" idx="1"/>
            </p:cNvCxnSpPr>
            <p:nvPr/>
          </p:nvCxnSpPr>
          <p:spPr bwMode="auto">
            <a:xfrm rot="5400000" flipH="1" flipV="1">
              <a:off x="6448820" y="4225867"/>
              <a:ext cx="356639" cy="32003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Straight Arrow Connector 49"/>
            <p:cNvCxnSpPr>
              <a:endCxn id="48" idx="1"/>
            </p:cNvCxnSpPr>
            <p:nvPr/>
          </p:nvCxnSpPr>
          <p:spPr bwMode="auto">
            <a:xfrm rot="16200000" flipH="1">
              <a:off x="6449913" y="5093821"/>
              <a:ext cx="354669" cy="319821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0" name="TextBox 59"/>
            <p:cNvSpPr txBox="1"/>
            <p:nvPr/>
          </p:nvSpPr>
          <p:spPr>
            <a:xfrm>
              <a:off x="7944109" y="3320602"/>
              <a:ext cx="8757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6, 6, 0</a:t>
              </a:r>
            </a:p>
            <a:p>
              <a:pPr algn="ctr"/>
              <a:r>
                <a:rPr lang="en-US" sz="1600" dirty="0" smtClean="0">
                  <a:solidFill>
                    <a:srgbClr val="0000CC"/>
                  </a:solidFill>
                </a:rPr>
                <a:t>803.5</a:t>
              </a:r>
              <a:endParaRPr lang="en-US" sz="1600" dirty="0">
                <a:solidFill>
                  <a:srgbClr val="0000CC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44109" y="4544103"/>
              <a:ext cx="8264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7, 5, 2</a:t>
              </a:r>
            </a:p>
            <a:p>
              <a:pPr algn="ctr"/>
              <a:r>
                <a:rPr lang="en-US" sz="1600" b="1" dirty="0" smtClean="0">
                  <a:solidFill>
                    <a:srgbClr val="0000CC"/>
                  </a:solidFill>
                </a:rPr>
                <a:t>801.7</a:t>
              </a:r>
              <a:endParaRPr lang="en-US" sz="1600" b="1" dirty="0">
                <a:solidFill>
                  <a:srgbClr val="0000CC"/>
                </a:solidFill>
              </a:endParaRPr>
            </a:p>
          </p:txBody>
        </p:sp>
        <p:cxnSp>
          <p:nvCxnSpPr>
            <p:cNvPr id="62" name="Straight Arrow Connector 61"/>
            <p:cNvCxnSpPr>
              <a:endCxn id="60" idx="1"/>
            </p:cNvCxnSpPr>
            <p:nvPr/>
          </p:nvCxnSpPr>
          <p:spPr bwMode="auto">
            <a:xfrm rot="5400000" flipH="1" flipV="1">
              <a:off x="7605768" y="3631295"/>
              <a:ext cx="356645" cy="32003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Straight Arrow Connector 62"/>
            <p:cNvCxnSpPr>
              <a:endCxn id="61" idx="1"/>
            </p:cNvCxnSpPr>
            <p:nvPr/>
          </p:nvCxnSpPr>
          <p:spPr bwMode="auto">
            <a:xfrm rot="16200000" flipH="1">
              <a:off x="7606861" y="4499242"/>
              <a:ext cx="354675" cy="319822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0" name="Oval 10"/>
            <p:cNvSpPr>
              <a:spLocks noChangeArrowheads="1"/>
            </p:cNvSpPr>
            <p:nvPr/>
          </p:nvSpPr>
          <p:spPr bwMode="auto">
            <a:xfrm>
              <a:off x="5041974" y="6393038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4" name="Oval 6"/>
            <p:cNvSpPr>
              <a:spLocks noChangeArrowheads="1"/>
            </p:cNvSpPr>
            <p:nvPr/>
          </p:nvSpPr>
          <p:spPr bwMode="auto">
            <a:xfrm>
              <a:off x="4850446" y="6228614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28" name="Group 104"/>
            <p:cNvGrpSpPr/>
            <p:nvPr/>
          </p:nvGrpSpPr>
          <p:grpSpPr>
            <a:xfrm>
              <a:off x="4720919" y="5744382"/>
              <a:ext cx="600924" cy="503535"/>
              <a:chOff x="3582681" y="3734607"/>
              <a:chExt cx="600924" cy="503535"/>
            </a:xfrm>
          </p:grpSpPr>
          <p:cxnSp>
            <p:nvCxnSpPr>
              <p:cNvPr id="108" name="AutoShape 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940882" y="3991734"/>
                <a:ext cx="244610" cy="14439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grpSp>
            <p:nvGrpSpPr>
              <p:cNvPr id="29" name="Group 94"/>
              <p:cNvGrpSpPr/>
              <p:nvPr/>
            </p:nvGrpSpPr>
            <p:grpSpPr>
              <a:xfrm>
                <a:off x="3582681" y="3734607"/>
                <a:ext cx="600924" cy="284166"/>
                <a:chOff x="239406" y="4563282"/>
                <a:chExt cx="600924" cy="284166"/>
              </a:xfrm>
            </p:grpSpPr>
            <p:cxnSp>
              <p:nvCxnSpPr>
                <p:cNvPr id="109" name="AutoShape 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15874" y="4617902"/>
                  <a:ext cx="262522" cy="174929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10" name="AutoShape 7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0170" y="4635455"/>
                  <a:ext cx="223850" cy="143425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112" name="Oval 8"/>
                <p:cNvSpPr>
                  <a:spLocks noChangeArrowheads="1"/>
                </p:cNvSpPr>
                <p:nvPr/>
              </p:nvSpPr>
              <p:spPr bwMode="auto">
                <a:xfrm>
                  <a:off x="239406" y="4736375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13" name="Oval 12"/>
                <p:cNvSpPr>
                  <a:spLocks noChangeArrowheads="1"/>
                </p:cNvSpPr>
                <p:nvPr/>
              </p:nvSpPr>
              <p:spPr bwMode="auto">
                <a:xfrm>
                  <a:off x="463481" y="4563282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11" name="Oval 4"/>
                <p:cNvSpPr>
                  <a:spLocks noChangeArrowheads="1"/>
                </p:cNvSpPr>
                <p:nvPr/>
              </p:nvSpPr>
              <p:spPr bwMode="auto">
                <a:xfrm>
                  <a:off x="726003" y="4738211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sp>
            <p:nvSpPr>
              <p:cNvPr id="106" name="Oval 11"/>
              <p:cNvSpPr>
                <a:spLocks noChangeArrowheads="1"/>
              </p:cNvSpPr>
              <p:nvPr/>
            </p:nvSpPr>
            <p:spPr bwMode="auto">
              <a:xfrm>
                <a:off x="3944321" y="4128905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sp>
          <p:nvSpPr>
            <p:cNvPr id="114" name="Oval 10"/>
            <p:cNvSpPr>
              <a:spLocks noChangeArrowheads="1"/>
            </p:cNvSpPr>
            <p:nvPr/>
          </p:nvSpPr>
          <p:spPr bwMode="auto">
            <a:xfrm>
              <a:off x="6127824" y="4426126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15" name="Oval 6"/>
            <p:cNvSpPr>
              <a:spLocks noChangeArrowheads="1"/>
            </p:cNvSpPr>
            <p:nvPr/>
          </p:nvSpPr>
          <p:spPr bwMode="auto">
            <a:xfrm>
              <a:off x="5936296" y="4261702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30" name="Group 115"/>
            <p:cNvGrpSpPr/>
            <p:nvPr/>
          </p:nvGrpSpPr>
          <p:grpSpPr>
            <a:xfrm>
              <a:off x="5806769" y="3777470"/>
              <a:ext cx="600924" cy="503535"/>
              <a:chOff x="3582681" y="3734607"/>
              <a:chExt cx="600924" cy="503535"/>
            </a:xfrm>
          </p:grpSpPr>
          <p:cxnSp>
            <p:nvCxnSpPr>
              <p:cNvPr id="119" name="AutoShape 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940882" y="3991734"/>
                <a:ext cx="244610" cy="14439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117" name="Oval 11"/>
              <p:cNvSpPr>
                <a:spLocks noChangeArrowheads="1"/>
              </p:cNvSpPr>
              <p:nvPr/>
            </p:nvSpPr>
            <p:spPr bwMode="auto">
              <a:xfrm>
                <a:off x="3944321" y="4128905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grpSp>
            <p:nvGrpSpPr>
              <p:cNvPr id="31" name="Group 94"/>
              <p:cNvGrpSpPr/>
              <p:nvPr/>
            </p:nvGrpSpPr>
            <p:grpSpPr>
              <a:xfrm>
                <a:off x="3582681" y="3734607"/>
                <a:ext cx="600924" cy="284166"/>
                <a:chOff x="239406" y="4563282"/>
                <a:chExt cx="600924" cy="284166"/>
              </a:xfrm>
            </p:grpSpPr>
            <p:cxnSp>
              <p:nvCxnSpPr>
                <p:cNvPr id="120" name="AutoShape 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15874" y="4617902"/>
                  <a:ext cx="262522" cy="174929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21" name="AutoShape 7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0170" y="4635455"/>
                  <a:ext cx="223850" cy="143425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122" name="Oval 4"/>
                <p:cNvSpPr>
                  <a:spLocks noChangeArrowheads="1"/>
                </p:cNvSpPr>
                <p:nvPr/>
              </p:nvSpPr>
              <p:spPr bwMode="auto">
                <a:xfrm>
                  <a:off x="726003" y="4738211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23" name="Oval 8"/>
                <p:cNvSpPr>
                  <a:spLocks noChangeArrowheads="1"/>
                </p:cNvSpPr>
                <p:nvPr/>
              </p:nvSpPr>
              <p:spPr bwMode="auto">
                <a:xfrm>
                  <a:off x="239406" y="4736375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24" name="Oval 12"/>
                <p:cNvSpPr>
                  <a:spLocks noChangeArrowheads="1"/>
                </p:cNvSpPr>
                <p:nvPr/>
              </p:nvSpPr>
              <p:spPr bwMode="auto">
                <a:xfrm>
                  <a:off x="463481" y="4563282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  <p:cxnSp>
          <p:nvCxnSpPr>
            <p:cNvPr id="131" name="AutoShape 7"/>
            <p:cNvCxnSpPr>
              <a:cxnSpLocks noChangeShapeType="1"/>
            </p:cNvCxnSpPr>
            <p:nvPr/>
          </p:nvCxnSpPr>
          <p:spPr bwMode="auto">
            <a:xfrm flipV="1">
              <a:off x="6953254" y="3386151"/>
              <a:ext cx="500063" cy="2381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32" name="Oval 10"/>
            <p:cNvSpPr>
              <a:spLocks noChangeArrowheads="1"/>
            </p:cNvSpPr>
            <p:nvPr/>
          </p:nvSpPr>
          <p:spPr bwMode="auto">
            <a:xfrm>
              <a:off x="7227962" y="3811763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3" name="Oval 6"/>
            <p:cNvSpPr>
              <a:spLocks noChangeArrowheads="1"/>
            </p:cNvSpPr>
            <p:nvPr/>
          </p:nvSpPr>
          <p:spPr bwMode="auto">
            <a:xfrm>
              <a:off x="7036434" y="3647339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32" name="Group 133"/>
            <p:cNvGrpSpPr/>
            <p:nvPr/>
          </p:nvGrpSpPr>
          <p:grpSpPr>
            <a:xfrm>
              <a:off x="6906907" y="3163107"/>
              <a:ext cx="600924" cy="503535"/>
              <a:chOff x="3582681" y="3734607"/>
              <a:chExt cx="600924" cy="503535"/>
            </a:xfrm>
          </p:grpSpPr>
          <p:cxnSp>
            <p:nvCxnSpPr>
              <p:cNvPr id="137" name="AutoShape 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940882" y="3991734"/>
                <a:ext cx="244610" cy="14439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135" name="Oval 11"/>
              <p:cNvSpPr>
                <a:spLocks noChangeArrowheads="1"/>
              </p:cNvSpPr>
              <p:nvPr/>
            </p:nvSpPr>
            <p:spPr bwMode="auto">
              <a:xfrm>
                <a:off x="3944321" y="4128905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grpSp>
            <p:nvGrpSpPr>
              <p:cNvPr id="33" name="Group 94"/>
              <p:cNvGrpSpPr/>
              <p:nvPr/>
            </p:nvGrpSpPr>
            <p:grpSpPr>
              <a:xfrm>
                <a:off x="3582681" y="3734607"/>
                <a:ext cx="600924" cy="284166"/>
                <a:chOff x="239406" y="4563282"/>
                <a:chExt cx="600924" cy="284166"/>
              </a:xfrm>
            </p:grpSpPr>
            <p:cxnSp>
              <p:nvCxnSpPr>
                <p:cNvPr id="138" name="AutoShape 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15874" y="4617902"/>
                  <a:ext cx="262522" cy="174929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39" name="AutoShape 7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0170" y="4635455"/>
                  <a:ext cx="223850" cy="143425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140" name="Oval 4"/>
                <p:cNvSpPr>
                  <a:spLocks noChangeArrowheads="1"/>
                </p:cNvSpPr>
                <p:nvPr/>
              </p:nvSpPr>
              <p:spPr bwMode="auto">
                <a:xfrm>
                  <a:off x="726003" y="4738211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41" name="Oval 8"/>
                <p:cNvSpPr>
                  <a:spLocks noChangeArrowheads="1"/>
                </p:cNvSpPr>
                <p:nvPr/>
              </p:nvSpPr>
              <p:spPr bwMode="auto">
                <a:xfrm>
                  <a:off x="239406" y="4736375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42" name="Oval 12"/>
                <p:cNvSpPr>
                  <a:spLocks noChangeArrowheads="1"/>
                </p:cNvSpPr>
                <p:nvPr/>
              </p:nvSpPr>
              <p:spPr bwMode="auto">
                <a:xfrm>
                  <a:off x="463481" y="4563282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  <p:cxnSp>
          <p:nvCxnSpPr>
            <p:cNvPr id="146" name="AutoShape 7"/>
            <p:cNvCxnSpPr>
              <a:cxnSpLocks noChangeShapeType="1"/>
            </p:cNvCxnSpPr>
            <p:nvPr/>
          </p:nvCxnSpPr>
          <p:spPr bwMode="auto">
            <a:xfrm rot="16200000" flipH="1">
              <a:off x="8151031" y="5436394"/>
              <a:ext cx="309563" cy="1524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47" name="AutoShape 7"/>
            <p:cNvCxnSpPr>
              <a:cxnSpLocks noChangeShapeType="1"/>
            </p:cNvCxnSpPr>
            <p:nvPr/>
          </p:nvCxnSpPr>
          <p:spPr bwMode="auto">
            <a:xfrm flipV="1">
              <a:off x="8229604" y="5343539"/>
              <a:ext cx="500063" cy="2381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48" name="Oval 10"/>
            <p:cNvSpPr>
              <a:spLocks noChangeArrowheads="1"/>
            </p:cNvSpPr>
            <p:nvPr/>
          </p:nvSpPr>
          <p:spPr bwMode="auto">
            <a:xfrm>
              <a:off x="8504312" y="5769151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49" name="Oval 6"/>
            <p:cNvSpPr>
              <a:spLocks noChangeArrowheads="1"/>
            </p:cNvSpPr>
            <p:nvPr/>
          </p:nvSpPr>
          <p:spPr bwMode="auto">
            <a:xfrm>
              <a:off x="8312784" y="5604727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34" name="Group 149"/>
            <p:cNvGrpSpPr/>
            <p:nvPr/>
          </p:nvGrpSpPr>
          <p:grpSpPr>
            <a:xfrm>
              <a:off x="8183257" y="5120495"/>
              <a:ext cx="600924" cy="503535"/>
              <a:chOff x="3582681" y="3734607"/>
              <a:chExt cx="600924" cy="503535"/>
            </a:xfrm>
          </p:grpSpPr>
          <p:cxnSp>
            <p:nvCxnSpPr>
              <p:cNvPr id="153" name="AutoShape 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940882" y="3991734"/>
                <a:ext cx="244610" cy="144399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151" name="Oval 11"/>
              <p:cNvSpPr>
                <a:spLocks noChangeArrowheads="1"/>
              </p:cNvSpPr>
              <p:nvPr/>
            </p:nvSpPr>
            <p:spPr bwMode="auto">
              <a:xfrm>
                <a:off x="3944321" y="4128905"/>
                <a:ext cx="114327" cy="109237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grpSp>
            <p:nvGrpSpPr>
              <p:cNvPr id="35" name="Group 94"/>
              <p:cNvGrpSpPr/>
              <p:nvPr/>
            </p:nvGrpSpPr>
            <p:grpSpPr>
              <a:xfrm>
                <a:off x="3582681" y="3734607"/>
                <a:ext cx="600924" cy="284166"/>
                <a:chOff x="239406" y="4563282"/>
                <a:chExt cx="600924" cy="284166"/>
              </a:xfrm>
            </p:grpSpPr>
            <p:cxnSp>
              <p:nvCxnSpPr>
                <p:cNvPr id="154" name="AutoShape 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15874" y="4617902"/>
                  <a:ext cx="262522" cy="174929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55" name="AutoShape 7"/>
                <p:cNvCxnSpPr>
                  <a:cxnSpLocks noChangeShapeType="1"/>
                </p:cNvCxnSpPr>
                <p:nvPr/>
              </p:nvCxnSpPr>
              <p:spPr bwMode="auto">
                <a:xfrm flipV="1">
                  <a:off x="280170" y="4635455"/>
                  <a:ext cx="223850" cy="143425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sp>
              <p:nvSpPr>
                <p:cNvPr id="156" name="Oval 4"/>
                <p:cNvSpPr>
                  <a:spLocks noChangeArrowheads="1"/>
                </p:cNvSpPr>
                <p:nvPr/>
              </p:nvSpPr>
              <p:spPr bwMode="auto">
                <a:xfrm>
                  <a:off x="726003" y="4738211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57" name="Oval 8"/>
                <p:cNvSpPr>
                  <a:spLocks noChangeArrowheads="1"/>
                </p:cNvSpPr>
                <p:nvPr/>
              </p:nvSpPr>
              <p:spPr bwMode="auto">
                <a:xfrm>
                  <a:off x="239406" y="4736375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58" name="Oval 12"/>
                <p:cNvSpPr>
                  <a:spLocks noChangeArrowheads="1"/>
                </p:cNvSpPr>
                <p:nvPr/>
              </p:nvSpPr>
              <p:spPr bwMode="auto">
                <a:xfrm>
                  <a:off x="463481" y="4563282"/>
                  <a:ext cx="114327" cy="109237"/>
                </a:xfrm>
                <a:prstGeom prst="rect">
                  <a:avLst/>
                </a:pr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  <p:sp>
          <p:nvSpPr>
            <p:cNvPr id="159" name="Oval 10"/>
            <p:cNvSpPr>
              <a:spLocks noChangeArrowheads="1"/>
            </p:cNvSpPr>
            <p:nvPr/>
          </p:nvSpPr>
          <p:spPr bwMode="auto">
            <a:xfrm>
              <a:off x="8780537" y="5616751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cxnSp>
        <p:nvCxnSpPr>
          <p:cNvPr id="144" name="Straight Arrow Connector 143"/>
          <p:cNvCxnSpPr/>
          <p:nvPr/>
        </p:nvCxnSpPr>
        <p:spPr bwMode="auto">
          <a:xfrm flipV="1">
            <a:off x="5654040" y="1641878"/>
            <a:ext cx="390439" cy="33932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1" name="Straight Arrow Connector 160"/>
          <p:cNvCxnSpPr/>
          <p:nvPr/>
        </p:nvCxnSpPr>
        <p:spPr bwMode="auto">
          <a:xfrm>
            <a:off x="5654040" y="2209800"/>
            <a:ext cx="396240" cy="27432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68" name="TextBox 167"/>
          <p:cNvSpPr txBox="1"/>
          <p:nvPr/>
        </p:nvSpPr>
        <p:spPr>
          <a:xfrm>
            <a:off x="1" y="5052490"/>
            <a:ext cx="1157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Start with a 3-hub optimal solution</a:t>
            </a:r>
            <a:endParaRPr lang="en-US" sz="1400" b="1" dirty="0">
              <a:solidFill>
                <a:srgbClr val="0000CC"/>
              </a:solidFill>
            </a:endParaRPr>
          </a:p>
        </p:txBody>
      </p:sp>
      <p:sp>
        <p:nvSpPr>
          <p:cNvPr id="126" name="Line 169"/>
          <p:cNvSpPr>
            <a:spLocks noChangeShapeType="1"/>
          </p:cNvSpPr>
          <p:nvPr/>
        </p:nvSpPr>
        <p:spPr bwMode="auto">
          <a:xfrm>
            <a:off x="731520" y="118872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241300"/>
            <a:ext cx="8504238" cy="946150"/>
          </a:xfrm>
        </p:spPr>
        <p:txBody>
          <a:bodyPr/>
          <a:lstStyle/>
          <a:p>
            <a:pPr algn="ctr" eaLnBrk="1" hangingPunct="1"/>
            <a:r>
              <a:rPr lang="en-US" sz="3200" dirty="0" smtClean="0"/>
              <a:t>Geographic Expansion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2400" i="1" dirty="0" smtClean="0"/>
              <a:t>q</a:t>
            </a:r>
            <a:r>
              <a:rPr lang="en-US" sz="2400" dirty="0" smtClean="0"/>
              <a:t>=3 hub arcs </a:t>
            </a:r>
            <a:endParaRPr lang="en-US" sz="2400" dirty="0" smtClean="0">
              <a:sym typeface="Symbol" pitchFamily="18" charset="2"/>
            </a:endParaRPr>
          </a:p>
        </p:txBody>
      </p:sp>
      <p:grpSp>
        <p:nvGrpSpPr>
          <p:cNvPr id="2" name="Group 135"/>
          <p:cNvGrpSpPr/>
          <p:nvPr/>
        </p:nvGrpSpPr>
        <p:grpSpPr>
          <a:xfrm>
            <a:off x="3764280" y="1459865"/>
            <a:ext cx="5151120" cy="3142615"/>
            <a:chOff x="3764280" y="1459865"/>
            <a:chExt cx="5151120" cy="3142615"/>
          </a:xfrm>
        </p:grpSpPr>
        <p:sp>
          <p:nvSpPr>
            <p:cNvPr id="135" name="Right Arrow 134"/>
            <p:cNvSpPr/>
            <p:nvPr/>
          </p:nvSpPr>
          <p:spPr bwMode="auto">
            <a:xfrm>
              <a:off x="3764280" y="3642360"/>
              <a:ext cx="1600200" cy="960120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grpSp>
          <p:nvGrpSpPr>
            <p:cNvPr id="3" name="Group 157"/>
            <p:cNvGrpSpPr>
              <a:grpSpLocks/>
            </p:cNvGrpSpPr>
            <p:nvPr/>
          </p:nvGrpSpPr>
          <p:grpSpPr bwMode="auto">
            <a:xfrm>
              <a:off x="5166360" y="1459865"/>
              <a:ext cx="3749040" cy="2533706"/>
              <a:chOff x="4769450" y="2571750"/>
              <a:chExt cx="3749508" cy="2533925"/>
            </a:xfrm>
          </p:grpSpPr>
          <p:sp>
            <p:nvSpPr>
              <p:cNvPr id="25617" name="Rectangle 6"/>
              <p:cNvSpPr>
                <a:spLocks noChangeArrowheads="1"/>
              </p:cNvSpPr>
              <p:nvPr/>
            </p:nvSpPr>
            <p:spPr bwMode="auto">
              <a:xfrm>
                <a:off x="4769450" y="4459288"/>
                <a:ext cx="3749508" cy="646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 smtClean="0">
                    <a:sym typeface="Symbol" pitchFamily="18" charset="2"/>
                  </a:rPr>
                  <a:t>Allow 1  </a:t>
                </a:r>
                <a:r>
                  <a:rPr lang="en-US" sz="1600" b="1" dirty="0">
                    <a:sym typeface="Symbol" pitchFamily="18" charset="2"/>
                  </a:rPr>
                  <a:t>Isolated </a:t>
                </a:r>
                <a:r>
                  <a:rPr lang="en-US" sz="1600" b="1" dirty="0" smtClean="0">
                    <a:sym typeface="Symbol" pitchFamily="18" charset="2"/>
                  </a:rPr>
                  <a:t>Hub</a:t>
                </a:r>
                <a:r>
                  <a:rPr lang="en-US" sz="1600" dirty="0" smtClean="0">
                    <a:sym typeface="Symbol" pitchFamily="18" charset="2"/>
                  </a:rPr>
                  <a:t> </a:t>
                </a:r>
              </a:p>
              <a:p>
                <a:pPr algn="ctr"/>
                <a:r>
                  <a:rPr lang="en-US" sz="2000" b="1" dirty="0" smtClean="0">
                    <a:solidFill>
                      <a:srgbClr val="000000"/>
                    </a:solidFill>
                    <a:sym typeface="Symbol" pitchFamily="18" charset="2"/>
                  </a:rPr>
                  <a:t>1 isolated hub, </a:t>
                </a:r>
                <a:r>
                  <a:rPr lang="en-US" sz="2000" b="1" dirty="0" smtClean="0">
                    <a:solidFill>
                      <a:srgbClr val="0000CC"/>
                    </a:solidFill>
                    <a:sym typeface="Symbol" pitchFamily="18" charset="2"/>
                  </a:rPr>
                  <a:t>Cost=914</a:t>
                </a:r>
              </a:p>
            </p:txBody>
          </p:sp>
          <p:grpSp>
            <p:nvGrpSpPr>
              <p:cNvPr id="4" name="Group 20"/>
              <p:cNvGrpSpPr>
                <a:grpSpLocks/>
              </p:cNvGrpSpPr>
              <p:nvPr/>
            </p:nvGrpSpPr>
            <p:grpSpPr bwMode="auto">
              <a:xfrm>
                <a:off x="5200650" y="2571750"/>
                <a:ext cx="3017838" cy="1851025"/>
                <a:chOff x="4091940" y="3017520"/>
                <a:chExt cx="3017838" cy="1851025"/>
              </a:xfrm>
            </p:grpSpPr>
            <p:pic>
              <p:nvPicPr>
                <p:cNvPr id="25621" name="Picture 1"/>
                <p:cNvPicPr>
                  <a:picLocks noChangeAspect="1" noChangeArrowheads="1"/>
                </p:cNvPicPr>
                <p:nvPr/>
              </p:nvPicPr>
              <p:blipFill>
                <a:blip r:embed="rId2" cstate="screen"/>
                <a:srcRect/>
                <a:stretch>
                  <a:fillRect/>
                </a:stretch>
              </p:blipFill>
              <p:spPr bwMode="auto">
                <a:xfrm>
                  <a:off x="4091940" y="3017520"/>
                  <a:ext cx="3017838" cy="18510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grpSp>
              <p:nvGrpSpPr>
                <p:cNvPr id="5" name="Group 10"/>
                <p:cNvGrpSpPr>
                  <a:grpSpLocks/>
                </p:cNvGrpSpPr>
                <p:nvPr/>
              </p:nvGrpSpPr>
              <p:grpSpPr bwMode="auto">
                <a:xfrm>
                  <a:off x="6050915" y="3694063"/>
                  <a:ext cx="713105" cy="1057010"/>
                  <a:chOff x="4506" y="6274"/>
                  <a:chExt cx="1123" cy="1665"/>
                </a:xfrm>
              </p:grpSpPr>
              <p:cxnSp>
                <p:nvCxnSpPr>
                  <p:cNvPr id="25623" name="AutoShape 11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4734" y="7044"/>
                    <a:ext cx="1665" cy="125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  <p:cxnSp>
                <p:nvCxnSpPr>
                  <p:cNvPr id="25625" name="AutoShape 13"/>
                  <p:cNvCxnSpPr>
                    <a:cxnSpLocks noChangeShapeType="1"/>
                    <a:stCxn id="96" idx="3"/>
                    <a:endCxn id="100" idx="1"/>
                  </p:cNvCxnSpPr>
                  <p:nvPr/>
                </p:nvCxnSpPr>
                <p:spPr bwMode="auto">
                  <a:xfrm flipV="1">
                    <a:off x="4506" y="6285"/>
                    <a:ext cx="1047" cy="732"/>
                  </a:xfrm>
                  <a:prstGeom prst="straightConnector1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</p:cxnSp>
            </p:grpSp>
          </p:grpSp>
          <p:grpSp>
            <p:nvGrpSpPr>
              <p:cNvPr id="6" name="Group 3"/>
              <p:cNvGrpSpPr>
                <a:grpSpLocks/>
              </p:cNvGrpSpPr>
              <p:nvPr/>
            </p:nvGrpSpPr>
            <p:grpSpPr bwMode="auto">
              <a:xfrm>
                <a:off x="5372815" y="3161095"/>
                <a:ext cx="2566272" cy="1209344"/>
                <a:chOff x="1747" y="6144"/>
                <a:chExt cx="4040" cy="1904"/>
              </a:xfrm>
              <a:solidFill>
                <a:srgbClr val="FF0000"/>
              </a:solidFill>
            </p:grpSpPr>
            <p:sp>
              <p:nvSpPr>
                <p:cNvPr id="96" name="Oval 6"/>
                <p:cNvSpPr>
                  <a:spLocks noChangeArrowheads="1"/>
                </p:cNvSpPr>
                <p:nvPr/>
              </p:nvSpPr>
              <p:spPr bwMode="auto">
                <a:xfrm>
                  <a:off x="4380" y="6938"/>
                  <a:ext cx="180" cy="172"/>
                </a:xfrm>
                <a:prstGeom prst="rect">
                  <a:avLst/>
                </a:prstGeom>
                <a:grpFill/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97" name="Oval 7"/>
                <p:cNvSpPr>
                  <a:spLocks noChangeArrowheads="1"/>
                </p:cNvSpPr>
                <p:nvPr/>
              </p:nvSpPr>
              <p:spPr bwMode="auto">
                <a:xfrm>
                  <a:off x="5430" y="7876"/>
                  <a:ext cx="180" cy="172"/>
                </a:xfrm>
                <a:prstGeom prst="rect">
                  <a:avLst/>
                </a:prstGeom>
                <a:grpFill/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02" name="Oval 12"/>
                <p:cNvSpPr>
                  <a:spLocks noChangeArrowheads="1"/>
                </p:cNvSpPr>
                <p:nvPr/>
              </p:nvSpPr>
              <p:spPr bwMode="auto">
                <a:xfrm>
                  <a:off x="1747" y="6903"/>
                  <a:ext cx="180" cy="172"/>
                </a:xfrm>
                <a:prstGeom prst="rect">
                  <a:avLst/>
                </a:prstGeom>
                <a:grpFill/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01" name="Oval 11"/>
                <p:cNvSpPr>
                  <a:spLocks noChangeArrowheads="1"/>
                </p:cNvSpPr>
                <p:nvPr/>
              </p:nvSpPr>
              <p:spPr bwMode="auto">
                <a:xfrm>
                  <a:off x="4521" y="6144"/>
                  <a:ext cx="180" cy="172"/>
                </a:xfrm>
                <a:prstGeom prst="rect">
                  <a:avLst/>
                </a:prstGeom>
                <a:grpFill/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100" name="Oval 10"/>
                <p:cNvSpPr>
                  <a:spLocks noChangeArrowheads="1"/>
                </p:cNvSpPr>
                <p:nvPr/>
              </p:nvSpPr>
              <p:spPr bwMode="auto">
                <a:xfrm>
                  <a:off x="5607" y="6206"/>
                  <a:ext cx="180" cy="172"/>
                </a:xfrm>
                <a:prstGeom prst="rect">
                  <a:avLst/>
                </a:prstGeom>
                <a:grpFill/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cxnSp>
            <p:nvCxnSpPr>
              <p:cNvPr id="25620" name="AutoShape 14"/>
              <p:cNvCxnSpPr>
                <a:cxnSpLocks noChangeShapeType="1"/>
              </p:cNvCxnSpPr>
              <p:nvPr/>
            </p:nvCxnSpPr>
            <p:spPr bwMode="auto">
              <a:xfrm>
                <a:off x="7196141" y="3209925"/>
                <a:ext cx="685797" cy="38101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7" name="Group 158"/>
          <p:cNvGrpSpPr>
            <a:grpSpLocks/>
          </p:cNvGrpSpPr>
          <p:nvPr/>
        </p:nvGrpSpPr>
        <p:grpSpPr bwMode="auto">
          <a:xfrm>
            <a:off x="5181600" y="4351379"/>
            <a:ext cx="3657599" cy="2445066"/>
            <a:chOff x="1730078" y="4275138"/>
            <a:chExt cx="3657579" cy="2444930"/>
          </a:xfrm>
        </p:grpSpPr>
        <p:grpSp>
          <p:nvGrpSpPr>
            <p:cNvPr id="8" name="Group 28"/>
            <p:cNvGrpSpPr>
              <a:grpSpLocks/>
            </p:cNvGrpSpPr>
            <p:nvPr/>
          </p:nvGrpSpPr>
          <p:grpSpPr bwMode="auto">
            <a:xfrm>
              <a:off x="2182813" y="4275138"/>
              <a:ext cx="3017837" cy="1851025"/>
              <a:chOff x="1280160" y="4320540"/>
              <a:chExt cx="3017838" cy="1851025"/>
            </a:xfrm>
          </p:grpSpPr>
          <p:pic>
            <p:nvPicPr>
              <p:cNvPr id="25610" name="Picture 1"/>
              <p:cNvPicPr>
                <a:picLocks noChangeAspect="1" noChangeArrowheads="1"/>
              </p:cNvPicPr>
              <p:nvPr/>
            </p:nvPicPr>
            <p:blipFill>
              <a:blip r:embed="rId2" cstate="screen"/>
              <a:srcRect/>
              <a:stretch>
                <a:fillRect/>
              </a:stretch>
            </p:blipFill>
            <p:spPr bwMode="auto">
              <a:xfrm>
                <a:off x="1280160" y="4320540"/>
                <a:ext cx="3017838" cy="1851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17"/>
              <p:cNvGrpSpPr>
                <a:grpSpLocks/>
              </p:cNvGrpSpPr>
              <p:nvPr/>
            </p:nvGrpSpPr>
            <p:grpSpPr bwMode="auto">
              <a:xfrm>
                <a:off x="1513205" y="4969510"/>
                <a:ext cx="2446655" cy="1089025"/>
                <a:chOff x="1788" y="2485"/>
                <a:chExt cx="3853" cy="1715"/>
              </a:xfrm>
            </p:grpSpPr>
            <p:cxnSp>
              <p:nvCxnSpPr>
                <p:cNvPr id="25612" name="AutoShape 18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4746" y="3304"/>
                  <a:ext cx="1654" cy="137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5613" name="AutoShape 19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539" y="2493"/>
                  <a:ext cx="1080" cy="30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25614" name="AutoShape 20"/>
                <p:cNvCxnSpPr>
                  <a:cxnSpLocks noChangeShapeType="1"/>
                </p:cNvCxnSpPr>
                <p:nvPr/>
              </p:nvCxnSpPr>
              <p:spPr bwMode="auto">
                <a:xfrm flipV="1">
                  <a:off x="1788" y="2485"/>
                  <a:ext cx="2758" cy="743"/>
                </a:xfrm>
                <a:prstGeom prst="straightConnector1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</p:cxnSp>
          </p:grpSp>
        </p:grpSp>
        <p:sp>
          <p:nvSpPr>
            <p:cNvPr id="25608" name="Rectangle 29"/>
            <p:cNvSpPr>
              <a:spLocks noChangeArrowheads="1"/>
            </p:cNvSpPr>
            <p:nvPr/>
          </p:nvSpPr>
          <p:spPr bwMode="auto">
            <a:xfrm>
              <a:off x="1730078" y="6073773"/>
              <a:ext cx="3657579" cy="646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600" b="1" dirty="0" smtClean="0">
                  <a:solidFill>
                    <a:srgbClr val="000000"/>
                  </a:solidFill>
                  <a:sym typeface="Symbol" pitchFamily="18" charset="2"/>
                </a:rPr>
                <a:t>Allow hub arcs to be moved</a:t>
              </a:r>
              <a:r>
                <a:rPr lang="en-US" sz="1600" dirty="0" smtClean="0">
                  <a:solidFill>
                    <a:srgbClr val="000000"/>
                  </a:solidFill>
                  <a:sym typeface="Symbol" pitchFamily="18" charset="2"/>
                </a:rPr>
                <a:t> </a:t>
              </a:r>
            </a:p>
            <a:p>
              <a:pPr algn="ctr"/>
              <a:r>
                <a:rPr lang="en-US" sz="2000" b="1" dirty="0" smtClean="0">
                  <a:solidFill>
                    <a:srgbClr val="000000"/>
                  </a:solidFill>
                  <a:sym typeface="Symbol" pitchFamily="18" charset="2"/>
                </a:rPr>
                <a:t>1 </a:t>
              </a:r>
              <a:r>
                <a:rPr lang="en-US" sz="2000" b="1" dirty="0">
                  <a:solidFill>
                    <a:srgbClr val="000000"/>
                  </a:solidFill>
                  <a:sym typeface="Symbol" pitchFamily="18" charset="2"/>
                </a:rPr>
                <a:t>isolated </a:t>
              </a:r>
              <a:r>
                <a:rPr lang="en-US" sz="2000" b="1" dirty="0" smtClean="0">
                  <a:solidFill>
                    <a:srgbClr val="000000"/>
                  </a:solidFill>
                  <a:sym typeface="Symbol" pitchFamily="18" charset="2"/>
                </a:rPr>
                <a:t>hub, </a:t>
              </a:r>
              <a:r>
                <a:rPr lang="en-US" sz="2000" b="1" dirty="0" smtClean="0">
                  <a:solidFill>
                    <a:srgbClr val="0000CC"/>
                  </a:solidFill>
                  <a:sym typeface="Symbol" pitchFamily="18" charset="2"/>
                </a:rPr>
                <a:t>Cost=864</a:t>
              </a:r>
              <a:r>
                <a:rPr lang="en-US" sz="2000" b="1" dirty="0" smtClean="0">
                  <a:solidFill>
                    <a:srgbClr val="0000CC"/>
                  </a:solidFill>
                </a:rPr>
                <a:t> </a:t>
              </a:r>
              <a:endParaRPr lang="en-US" sz="2000" b="1" dirty="0">
                <a:solidFill>
                  <a:srgbClr val="0000CC"/>
                </a:solidFill>
              </a:endParaRPr>
            </a:p>
          </p:txBody>
        </p:sp>
        <p:grpSp>
          <p:nvGrpSpPr>
            <p:cNvPr id="10" name="Group 3"/>
            <p:cNvGrpSpPr>
              <a:grpSpLocks/>
            </p:cNvGrpSpPr>
            <p:nvPr/>
          </p:nvGrpSpPr>
          <p:grpSpPr bwMode="auto">
            <a:xfrm>
              <a:off x="2354341" y="4870833"/>
              <a:ext cx="2570084" cy="1209344"/>
              <a:chOff x="1741" y="6144"/>
              <a:chExt cx="4046" cy="1904"/>
            </a:xfrm>
            <a:solidFill>
              <a:srgbClr val="FF0000"/>
            </a:solidFill>
          </p:grpSpPr>
          <p:sp>
            <p:nvSpPr>
              <p:cNvPr id="145" name="Oval 4"/>
              <p:cNvSpPr>
                <a:spLocks noChangeArrowheads="1"/>
              </p:cNvSpPr>
              <p:nvPr/>
            </p:nvSpPr>
            <p:spPr bwMode="auto">
              <a:xfrm>
                <a:off x="1741" y="6893"/>
                <a:ext cx="180" cy="172"/>
              </a:xfrm>
              <a:prstGeom prst="rect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46" name="Oval 6"/>
              <p:cNvSpPr>
                <a:spLocks noChangeArrowheads="1"/>
              </p:cNvSpPr>
              <p:nvPr/>
            </p:nvSpPr>
            <p:spPr bwMode="auto">
              <a:xfrm>
                <a:off x="4380" y="6938"/>
                <a:ext cx="180" cy="172"/>
              </a:xfrm>
              <a:prstGeom prst="rect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47" name="Oval 7"/>
              <p:cNvSpPr>
                <a:spLocks noChangeArrowheads="1"/>
              </p:cNvSpPr>
              <p:nvPr/>
            </p:nvSpPr>
            <p:spPr bwMode="auto">
              <a:xfrm>
                <a:off x="5430" y="7876"/>
                <a:ext cx="180" cy="172"/>
              </a:xfrm>
              <a:prstGeom prst="rect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50" name="Oval 10"/>
              <p:cNvSpPr>
                <a:spLocks noChangeArrowheads="1"/>
              </p:cNvSpPr>
              <p:nvPr/>
            </p:nvSpPr>
            <p:spPr bwMode="auto">
              <a:xfrm>
                <a:off x="5607" y="6206"/>
                <a:ext cx="180" cy="172"/>
              </a:xfrm>
              <a:prstGeom prst="rect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151" name="Oval 11"/>
              <p:cNvSpPr>
                <a:spLocks noChangeArrowheads="1"/>
              </p:cNvSpPr>
              <p:nvPr/>
            </p:nvSpPr>
            <p:spPr bwMode="auto">
              <a:xfrm>
                <a:off x="4521" y="6144"/>
                <a:ext cx="180" cy="172"/>
              </a:xfrm>
              <a:prstGeom prst="rect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grpSp>
        <p:nvGrpSpPr>
          <p:cNvPr id="11" name="Group 133"/>
          <p:cNvGrpSpPr/>
          <p:nvPr/>
        </p:nvGrpSpPr>
        <p:grpSpPr>
          <a:xfrm>
            <a:off x="0" y="2620010"/>
            <a:ext cx="3840480" cy="2470389"/>
            <a:chOff x="0" y="2406650"/>
            <a:chExt cx="3840480" cy="2470389"/>
          </a:xfrm>
        </p:grpSpPr>
        <p:sp>
          <p:nvSpPr>
            <p:cNvPr id="63533" name="Freeform 45"/>
            <p:cNvSpPr>
              <a:spLocks noEditPoints="1"/>
            </p:cNvSpPr>
            <p:nvPr/>
          </p:nvSpPr>
          <p:spPr bwMode="auto">
            <a:xfrm>
              <a:off x="2802573" y="3052763"/>
              <a:ext cx="61912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" y="0"/>
                </a:cxn>
                <a:cxn ang="0">
                  <a:pos x="39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5" y="40"/>
                </a:cxn>
                <a:cxn ang="0">
                  <a:pos x="0" y="40"/>
                </a:cxn>
                <a:cxn ang="0">
                  <a:pos x="34" y="40"/>
                </a:cxn>
                <a:cxn ang="0">
                  <a:pos x="34" y="40"/>
                </a:cxn>
                <a:cxn ang="0">
                  <a:pos x="34" y="0"/>
                </a:cxn>
                <a:cxn ang="0">
                  <a:pos x="34" y="6"/>
                </a:cxn>
                <a:cxn ang="0">
                  <a:pos x="0" y="6"/>
                </a:cxn>
                <a:cxn ang="0">
                  <a:pos x="5" y="0"/>
                </a:cxn>
                <a:cxn ang="0">
                  <a:pos x="5" y="40"/>
                </a:cxn>
              </a:cxnLst>
              <a:rect l="0" t="0" r="r" b="b"/>
              <a:pathLst>
                <a:path w="39" h="45">
                  <a:moveTo>
                    <a:pt x="0" y="0"/>
                  </a:moveTo>
                  <a:lnTo>
                    <a:pt x="39" y="0"/>
                  </a:lnTo>
                  <a:lnTo>
                    <a:pt x="39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5" y="40"/>
                  </a:moveTo>
                  <a:lnTo>
                    <a:pt x="0" y="40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0"/>
                  </a:lnTo>
                  <a:lnTo>
                    <a:pt x="34" y="6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2" name="Rectangle 44"/>
            <p:cNvSpPr>
              <a:spLocks noChangeArrowheads="1"/>
            </p:cNvSpPr>
            <p:nvPr/>
          </p:nvSpPr>
          <p:spPr bwMode="auto">
            <a:xfrm>
              <a:off x="2807336" y="3057526"/>
              <a:ext cx="53975" cy="635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8" name="Rectangle 40"/>
            <p:cNvSpPr>
              <a:spLocks noChangeArrowheads="1"/>
            </p:cNvSpPr>
            <p:nvPr/>
          </p:nvSpPr>
          <p:spPr bwMode="auto">
            <a:xfrm>
              <a:off x="2702560" y="2990850"/>
              <a:ext cx="53975" cy="7143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9" name="Freeform 41"/>
            <p:cNvSpPr>
              <a:spLocks noEditPoints="1"/>
            </p:cNvSpPr>
            <p:nvPr/>
          </p:nvSpPr>
          <p:spPr bwMode="auto">
            <a:xfrm>
              <a:off x="2697797" y="2990850"/>
              <a:ext cx="63500" cy="809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51"/>
                </a:cxn>
                <a:cxn ang="0">
                  <a:pos x="0" y="51"/>
                </a:cxn>
                <a:cxn ang="0">
                  <a:pos x="0" y="0"/>
                </a:cxn>
                <a:cxn ang="0">
                  <a:pos x="6" y="45"/>
                </a:cxn>
                <a:cxn ang="0">
                  <a:pos x="0" y="45"/>
                </a:cxn>
                <a:cxn ang="0">
                  <a:pos x="34" y="45"/>
                </a:cxn>
                <a:cxn ang="0">
                  <a:pos x="34" y="45"/>
                </a:cxn>
                <a:cxn ang="0">
                  <a:pos x="34" y="0"/>
                </a:cxn>
                <a:cxn ang="0">
                  <a:pos x="34" y="5"/>
                </a:cxn>
                <a:cxn ang="0">
                  <a:pos x="0" y="5"/>
                </a:cxn>
                <a:cxn ang="0">
                  <a:pos x="6" y="0"/>
                </a:cxn>
                <a:cxn ang="0">
                  <a:pos x="6" y="45"/>
                </a:cxn>
              </a:cxnLst>
              <a:rect l="0" t="0" r="r" b="b"/>
              <a:pathLst>
                <a:path w="40" h="51">
                  <a:moveTo>
                    <a:pt x="0" y="0"/>
                  </a:moveTo>
                  <a:lnTo>
                    <a:pt x="40" y="0"/>
                  </a:lnTo>
                  <a:lnTo>
                    <a:pt x="40" y="51"/>
                  </a:lnTo>
                  <a:lnTo>
                    <a:pt x="0" y="51"/>
                  </a:lnTo>
                  <a:lnTo>
                    <a:pt x="0" y="0"/>
                  </a:lnTo>
                  <a:close/>
                  <a:moveTo>
                    <a:pt x="6" y="45"/>
                  </a:moveTo>
                  <a:lnTo>
                    <a:pt x="0" y="45"/>
                  </a:lnTo>
                  <a:lnTo>
                    <a:pt x="34" y="45"/>
                  </a:lnTo>
                  <a:lnTo>
                    <a:pt x="34" y="45"/>
                  </a:lnTo>
                  <a:lnTo>
                    <a:pt x="34" y="0"/>
                  </a:lnTo>
                  <a:lnTo>
                    <a:pt x="34" y="5"/>
                  </a:lnTo>
                  <a:lnTo>
                    <a:pt x="0" y="5"/>
                  </a:lnTo>
                  <a:lnTo>
                    <a:pt x="6" y="0"/>
                  </a:lnTo>
                  <a:lnTo>
                    <a:pt x="6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3" name="Freeform 55"/>
            <p:cNvSpPr>
              <a:spLocks noEditPoints="1"/>
            </p:cNvSpPr>
            <p:nvPr/>
          </p:nvSpPr>
          <p:spPr bwMode="auto">
            <a:xfrm>
              <a:off x="2974023" y="3143250"/>
              <a:ext cx="71437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0"/>
                </a:cxn>
                <a:cxn ang="0">
                  <a:pos x="45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5" y="39"/>
                </a:cxn>
                <a:cxn ang="0">
                  <a:pos x="0" y="39"/>
                </a:cxn>
                <a:cxn ang="0">
                  <a:pos x="39" y="39"/>
                </a:cxn>
                <a:cxn ang="0">
                  <a:pos x="39" y="39"/>
                </a:cxn>
                <a:cxn ang="0">
                  <a:pos x="39" y="0"/>
                </a:cxn>
                <a:cxn ang="0">
                  <a:pos x="39" y="5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39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lnTo>
                    <a:pt x="45" y="0"/>
                  </a:lnTo>
                  <a:lnTo>
                    <a:pt x="45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5" y="39"/>
                  </a:moveTo>
                  <a:lnTo>
                    <a:pt x="0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9" y="0"/>
                  </a:lnTo>
                  <a:lnTo>
                    <a:pt x="39" y="5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3" name="Freeform 35"/>
            <p:cNvSpPr>
              <a:spLocks noEditPoints="1"/>
            </p:cNvSpPr>
            <p:nvPr/>
          </p:nvSpPr>
          <p:spPr bwMode="auto">
            <a:xfrm>
              <a:off x="2964498" y="4122738"/>
              <a:ext cx="71437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0"/>
                </a:cxn>
                <a:cxn ang="0">
                  <a:pos x="45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6" y="39"/>
                </a:cxn>
                <a:cxn ang="0">
                  <a:pos x="0" y="39"/>
                </a:cxn>
                <a:cxn ang="0">
                  <a:pos x="40" y="39"/>
                </a:cxn>
                <a:cxn ang="0">
                  <a:pos x="40" y="39"/>
                </a:cxn>
                <a:cxn ang="0">
                  <a:pos x="40" y="0"/>
                </a:cxn>
                <a:cxn ang="0">
                  <a:pos x="40" y="5"/>
                </a:cxn>
                <a:cxn ang="0">
                  <a:pos x="0" y="5"/>
                </a:cxn>
                <a:cxn ang="0">
                  <a:pos x="6" y="0"/>
                </a:cxn>
                <a:cxn ang="0">
                  <a:pos x="6" y="39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lnTo>
                    <a:pt x="45" y="0"/>
                  </a:lnTo>
                  <a:lnTo>
                    <a:pt x="45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6" y="39"/>
                  </a:moveTo>
                  <a:lnTo>
                    <a:pt x="0" y="39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40" y="0"/>
                  </a:lnTo>
                  <a:lnTo>
                    <a:pt x="40" y="5"/>
                  </a:lnTo>
                  <a:lnTo>
                    <a:pt x="0" y="5"/>
                  </a:lnTo>
                  <a:lnTo>
                    <a:pt x="6" y="0"/>
                  </a:lnTo>
                  <a:lnTo>
                    <a:pt x="6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2" name="Rectangle 34"/>
            <p:cNvSpPr>
              <a:spLocks noChangeArrowheads="1"/>
            </p:cNvSpPr>
            <p:nvPr/>
          </p:nvSpPr>
          <p:spPr bwMode="auto">
            <a:xfrm>
              <a:off x="2964498" y="4127501"/>
              <a:ext cx="63500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93" name="Freeform 5"/>
            <p:cNvSpPr>
              <a:spLocks noEditPoints="1"/>
            </p:cNvSpPr>
            <p:nvPr/>
          </p:nvSpPr>
          <p:spPr bwMode="auto">
            <a:xfrm>
              <a:off x="424498" y="2406650"/>
              <a:ext cx="3008312" cy="1841500"/>
            </a:xfrm>
            <a:custGeom>
              <a:avLst/>
              <a:gdLst/>
              <a:ahLst/>
              <a:cxnLst>
                <a:cxn ang="0">
                  <a:pos x="1027" y="113"/>
                </a:cxn>
                <a:cxn ang="0">
                  <a:pos x="1129" y="147"/>
                </a:cxn>
                <a:cxn ang="0">
                  <a:pos x="1225" y="169"/>
                </a:cxn>
                <a:cxn ang="0">
                  <a:pos x="1362" y="192"/>
                </a:cxn>
                <a:cxn ang="0">
                  <a:pos x="1248" y="277"/>
                </a:cxn>
                <a:cxn ang="0">
                  <a:pos x="1293" y="373"/>
                </a:cxn>
                <a:cxn ang="0">
                  <a:pos x="1316" y="209"/>
                </a:cxn>
                <a:cxn ang="0">
                  <a:pos x="1407" y="294"/>
                </a:cxn>
                <a:cxn ang="0">
                  <a:pos x="1441" y="385"/>
                </a:cxn>
                <a:cxn ang="0">
                  <a:pos x="1572" y="283"/>
                </a:cxn>
                <a:cxn ang="0">
                  <a:pos x="1691" y="175"/>
                </a:cxn>
                <a:cxn ang="0">
                  <a:pos x="1821" y="34"/>
                </a:cxn>
                <a:cxn ang="0">
                  <a:pos x="1867" y="158"/>
                </a:cxn>
                <a:cxn ang="0">
                  <a:pos x="1782" y="334"/>
                </a:cxn>
                <a:cxn ang="0">
                  <a:pos x="1702" y="498"/>
                </a:cxn>
                <a:cxn ang="0">
                  <a:pos x="1713" y="645"/>
                </a:cxn>
                <a:cxn ang="0">
                  <a:pos x="1549" y="832"/>
                </a:cxn>
                <a:cxn ang="0">
                  <a:pos x="1640" y="1069"/>
                </a:cxn>
                <a:cxn ang="0">
                  <a:pos x="1509" y="1024"/>
                </a:cxn>
                <a:cxn ang="0">
                  <a:pos x="1379" y="934"/>
                </a:cxn>
                <a:cxn ang="0">
                  <a:pos x="1259" y="996"/>
                </a:cxn>
                <a:cxn ang="0">
                  <a:pos x="981" y="1041"/>
                </a:cxn>
                <a:cxn ang="0">
                  <a:pos x="902" y="1154"/>
                </a:cxn>
                <a:cxn ang="0">
                  <a:pos x="726" y="979"/>
                </a:cxn>
                <a:cxn ang="0">
                  <a:pos x="561" y="871"/>
                </a:cxn>
                <a:cxn ang="0">
                  <a:pos x="386" y="871"/>
                </a:cxn>
                <a:cxn ang="0">
                  <a:pos x="227" y="786"/>
                </a:cxn>
                <a:cxn ang="0">
                  <a:pos x="142" y="719"/>
                </a:cxn>
                <a:cxn ang="0">
                  <a:pos x="34" y="503"/>
                </a:cxn>
                <a:cxn ang="0">
                  <a:pos x="22" y="288"/>
                </a:cxn>
                <a:cxn ang="0">
                  <a:pos x="90" y="17"/>
                </a:cxn>
                <a:cxn ang="0">
                  <a:pos x="90" y="22"/>
                </a:cxn>
                <a:cxn ang="0">
                  <a:pos x="28" y="294"/>
                </a:cxn>
                <a:cxn ang="0">
                  <a:pos x="39" y="503"/>
                </a:cxn>
                <a:cxn ang="0">
                  <a:pos x="147" y="719"/>
                </a:cxn>
                <a:cxn ang="0">
                  <a:pos x="232" y="786"/>
                </a:cxn>
                <a:cxn ang="0">
                  <a:pos x="442" y="866"/>
                </a:cxn>
                <a:cxn ang="0">
                  <a:pos x="584" y="883"/>
                </a:cxn>
                <a:cxn ang="0">
                  <a:pos x="726" y="973"/>
                </a:cxn>
                <a:cxn ang="0">
                  <a:pos x="902" y="1149"/>
                </a:cxn>
                <a:cxn ang="0">
                  <a:pos x="1044" y="979"/>
                </a:cxn>
                <a:cxn ang="0">
                  <a:pos x="1231" y="973"/>
                </a:cxn>
                <a:cxn ang="0">
                  <a:pos x="1435" y="939"/>
                </a:cxn>
                <a:cxn ang="0">
                  <a:pos x="1572" y="1103"/>
                </a:cxn>
                <a:cxn ang="0">
                  <a:pos x="1606" y="1024"/>
                </a:cxn>
                <a:cxn ang="0">
                  <a:pos x="1572" y="798"/>
                </a:cxn>
                <a:cxn ang="0">
                  <a:pos x="1719" y="617"/>
                </a:cxn>
                <a:cxn ang="0">
                  <a:pos x="1713" y="447"/>
                </a:cxn>
                <a:cxn ang="0">
                  <a:pos x="1827" y="294"/>
                </a:cxn>
                <a:cxn ang="0">
                  <a:pos x="1884" y="136"/>
                </a:cxn>
                <a:cxn ang="0">
                  <a:pos x="1793" y="62"/>
                </a:cxn>
                <a:cxn ang="0">
                  <a:pos x="1640" y="203"/>
                </a:cxn>
                <a:cxn ang="0">
                  <a:pos x="1526" y="294"/>
                </a:cxn>
                <a:cxn ang="0">
                  <a:pos x="1413" y="402"/>
                </a:cxn>
                <a:cxn ang="0">
                  <a:pos x="1367" y="305"/>
                </a:cxn>
                <a:cxn ang="0">
                  <a:pos x="1293" y="260"/>
                </a:cxn>
                <a:cxn ang="0">
                  <a:pos x="1259" y="407"/>
                </a:cxn>
                <a:cxn ang="0">
                  <a:pos x="1231" y="249"/>
                </a:cxn>
                <a:cxn ang="0">
                  <a:pos x="1322" y="181"/>
                </a:cxn>
                <a:cxn ang="0">
                  <a:pos x="1208" y="152"/>
                </a:cxn>
                <a:cxn ang="0">
                  <a:pos x="1146" y="130"/>
                </a:cxn>
                <a:cxn ang="0">
                  <a:pos x="715" y="90"/>
                </a:cxn>
              </a:cxnLst>
              <a:rect l="0" t="0" r="r" b="b"/>
              <a:pathLst>
                <a:path w="1895" h="1160">
                  <a:moveTo>
                    <a:pt x="153" y="0"/>
                  </a:moveTo>
                  <a:lnTo>
                    <a:pt x="153" y="0"/>
                  </a:lnTo>
                  <a:lnTo>
                    <a:pt x="210" y="11"/>
                  </a:lnTo>
                  <a:lnTo>
                    <a:pt x="317" y="39"/>
                  </a:lnTo>
                  <a:lnTo>
                    <a:pt x="352" y="45"/>
                  </a:lnTo>
                  <a:lnTo>
                    <a:pt x="522" y="68"/>
                  </a:lnTo>
                  <a:lnTo>
                    <a:pt x="624" y="79"/>
                  </a:lnTo>
                  <a:lnTo>
                    <a:pt x="715" y="85"/>
                  </a:lnTo>
                  <a:lnTo>
                    <a:pt x="930" y="90"/>
                  </a:lnTo>
                  <a:lnTo>
                    <a:pt x="998" y="90"/>
                  </a:lnTo>
                  <a:lnTo>
                    <a:pt x="998" y="96"/>
                  </a:lnTo>
                  <a:lnTo>
                    <a:pt x="1027" y="113"/>
                  </a:lnTo>
                  <a:lnTo>
                    <a:pt x="1027" y="113"/>
                  </a:lnTo>
                  <a:lnTo>
                    <a:pt x="1044" y="102"/>
                  </a:lnTo>
                  <a:lnTo>
                    <a:pt x="1049" y="102"/>
                  </a:lnTo>
                  <a:lnTo>
                    <a:pt x="1072" y="113"/>
                  </a:lnTo>
                  <a:lnTo>
                    <a:pt x="1101" y="124"/>
                  </a:lnTo>
                  <a:lnTo>
                    <a:pt x="1101" y="124"/>
                  </a:lnTo>
                  <a:lnTo>
                    <a:pt x="1118" y="119"/>
                  </a:lnTo>
                  <a:lnTo>
                    <a:pt x="1118" y="119"/>
                  </a:lnTo>
                  <a:lnTo>
                    <a:pt x="1146" y="124"/>
                  </a:lnTo>
                  <a:lnTo>
                    <a:pt x="1163" y="124"/>
                  </a:lnTo>
                  <a:lnTo>
                    <a:pt x="1169" y="130"/>
                  </a:lnTo>
                  <a:lnTo>
                    <a:pt x="1163" y="130"/>
                  </a:lnTo>
                  <a:lnTo>
                    <a:pt x="1129" y="147"/>
                  </a:lnTo>
                  <a:lnTo>
                    <a:pt x="1129" y="147"/>
                  </a:lnTo>
                  <a:lnTo>
                    <a:pt x="1106" y="186"/>
                  </a:lnTo>
                  <a:lnTo>
                    <a:pt x="1101" y="181"/>
                  </a:lnTo>
                  <a:lnTo>
                    <a:pt x="1129" y="175"/>
                  </a:lnTo>
                  <a:lnTo>
                    <a:pt x="1135" y="175"/>
                  </a:lnTo>
                  <a:lnTo>
                    <a:pt x="1157" y="186"/>
                  </a:lnTo>
                  <a:lnTo>
                    <a:pt x="1157" y="186"/>
                  </a:lnTo>
                  <a:lnTo>
                    <a:pt x="1180" y="169"/>
                  </a:lnTo>
                  <a:lnTo>
                    <a:pt x="1208" y="147"/>
                  </a:lnTo>
                  <a:lnTo>
                    <a:pt x="1208" y="147"/>
                  </a:lnTo>
                  <a:lnTo>
                    <a:pt x="1214" y="152"/>
                  </a:lnTo>
                  <a:lnTo>
                    <a:pt x="1208" y="169"/>
                  </a:lnTo>
                  <a:lnTo>
                    <a:pt x="1208" y="169"/>
                  </a:lnTo>
                  <a:lnTo>
                    <a:pt x="1225" y="169"/>
                  </a:lnTo>
                  <a:lnTo>
                    <a:pt x="1231" y="169"/>
                  </a:lnTo>
                  <a:lnTo>
                    <a:pt x="1242" y="186"/>
                  </a:lnTo>
                  <a:lnTo>
                    <a:pt x="1237" y="186"/>
                  </a:lnTo>
                  <a:lnTo>
                    <a:pt x="1265" y="175"/>
                  </a:lnTo>
                  <a:lnTo>
                    <a:pt x="1271" y="175"/>
                  </a:lnTo>
                  <a:lnTo>
                    <a:pt x="1293" y="169"/>
                  </a:lnTo>
                  <a:lnTo>
                    <a:pt x="1299" y="169"/>
                  </a:lnTo>
                  <a:lnTo>
                    <a:pt x="1322" y="175"/>
                  </a:lnTo>
                  <a:lnTo>
                    <a:pt x="1322" y="175"/>
                  </a:lnTo>
                  <a:lnTo>
                    <a:pt x="1339" y="181"/>
                  </a:lnTo>
                  <a:lnTo>
                    <a:pt x="1345" y="181"/>
                  </a:lnTo>
                  <a:lnTo>
                    <a:pt x="1362" y="192"/>
                  </a:lnTo>
                  <a:lnTo>
                    <a:pt x="1362" y="192"/>
                  </a:lnTo>
                  <a:lnTo>
                    <a:pt x="1362" y="198"/>
                  </a:lnTo>
                  <a:lnTo>
                    <a:pt x="1328" y="209"/>
                  </a:lnTo>
                  <a:lnTo>
                    <a:pt x="1328" y="209"/>
                  </a:lnTo>
                  <a:lnTo>
                    <a:pt x="1305" y="209"/>
                  </a:lnTo>
                  <a:lnTo>
                    <a:pt x="1311" y="209"/>
                  </a:lnTo>
                  <a:lnTo>
                    <a:pt x="1276" y="215"/>
                  </a:lnTo>
                  <a:lnTo>
                    <a:pt x="1276" y="215"/>
                  </a:lnTo>
                  <a:lnTo>
                    <a:pt x="1254" y="232"/>
                  </a:lnTo>
                  <a:lnTo>
                    <a:pt x="1254" y="232"/>
                  </a:lnTo>
                  <a:lnTo>
                    <a:pt x="1237" y="249"/>
                  </a:lnTo>
                  <a:lnTo>
                    <a:pt x="1237" y="249"/>
                  </a:lnTo>
                  <a:lnTo>
                    <a:pt x="1248" y="277"/>
                  </a:lnTo>
                  <a:lnTo>
                    <a:pt x="1248" y="277"/>
                  </a:lnTo>
                  <a:lnTo>
                    <a:pt x="1242" y="300"/>
                  </a:lnTo>
                  <a:lnTo>
                    <a:pt x="1237" y="322"/>
                  </a:lnTo>
                  <a:lnTo>
                    <a:pt x="1237" y="322"/>
                  </a:lnTo>
                  <a:lnTo>
                    <a:pt x="1237" y="345"/>
                  </a:lnTo>
                  <a:lnTo>
                    <a:pt x="1237" y="345"/>
                  </a:lnTo>
                  <a:lnTo>
                    <a:pt x="1254" y="379"/>
                  </a:lnTo>
                  <a:lnTo>
                    <a:pt x="1254" y="379"/>
                  </a:lnTo>
                  <a:lnTo>
                    <a:pt x="1259" y="407"/>
                  </a:lnTo>
                  <a:lnTo>
                    <a:pt x="1254" y="402"/>
                  </a:lnTo>
                  <a:lnTo>
                    <a:pt x="1282" y="396"/>
                  </a:lnTo>
                  <a:lnTo>
                    <a:pt x="1282" y="396"/>
                  </a:lnTo>
                  <a:lnTo>
                    <a:pt x="1293" y="373"/>
                  </a:lnTo>
                  <a:lnTo>
                    <a:pt x="1293" y="373"/>
                  </a:lnTo>
                  <a:lnTo>
                    <a:pt x="1293" y="356"/>
                  </a:lnTo>
                  <a:lnTo>
                    <a:pt x="1293" y="356"/>
                  </a:lnTo>
                  <a:lnTo>
                    <a:pt x="1288" y="334"/>
                  </a:lnTo>
                  <a:lnTo>
                    <a:pt x="1282" y="311"/>
                  </a:lnTo>
                  <a:lnTo>
                    <a:pt x="1282" y="305"/>
                  </a:lnTo>
                  <a:lnTo>
                    <a:pt x="1282" y="288"/>
                  </a:lnTo>
                  <a:lnTo>
                    <a:pt x="1282" y="288"/>
                  </a:lnTo>
                  <a:lnTo>
                    <a:pt x="1288" y="260"/>
                  </a:lnTo>
                  <a:lnTo>
                    <a:pt x="1288" y="260"/>
                  </a:lnTo>
                  <a:lnTo>
                    <a:pt x="1311" y="232"/>
                  </a:lnTo>
                  <a:lnTo>
                    <a:pt x="1311" y="237"/>
                  </a:lnTo>
                  <a:lnTo>
                    <a:pt x="1316" y="209"/>
                  </a:lnTo>
                  <a:lnTo>
                    <a:pt x="1316" y="209"/>
                  </a:lnTo>
                  <a:lnTo>
                    <a:pt x="1322" y="209"/>
                  </a:lnTo>
                  <a:lnTo>
                    <a:pt x="1350" y="220"/>
                  </a:lnTo>
                  <a:lnTo>
                    <a:pt x="1373" y="226"/>
                  </a:lnTo>
                  <a:lnTo>
                    <a:pt x="1373" y="232"/>
                  </a:lnTo>
                  <a:lnTo>
                    <a:pt x="1384" y="249"/>
                  </a:lnTo>
                  <a:lnTo>
                    <a:pt x="1384" y="254"/>
                  </a:lnTo>
                  <a:lnTo>
                    <a:pt x="1373" y="283"/>
                  </a:lnTo>
                  <a:lnTo>
                    <a:pt x="1373" y="283"/>
                  </a:lnTo>
                  <a:lnTo>
                    <a:pt x="1373" y="300"/>
                  </a:lnTo>
                  <a:lnTo>
                    <a:pt x="1367" y="300"/>
                  </a:lnTo>
                  <a:lnTo>
                    <a:pt x="1384" y="283"/>
                  </a:lnTo>
                  <a:lnTo>
                    <a:pt x="1390" y="283"/>
                  </a:lnTo>
                  <a:lnTo>
                    <a:pt x="1407" y="294"/>
                  </a:lnTo>
                  <a:lnTo>
                    <a:pt x="1407" y="294"/>
                  </a:lnTo>
                  <a:lnTo>
                    <a:pt x="1418" y="311"/>
                  </a:lnTo>
                  <a:lnTo>
                    <a:pt x="1418" y="317"/>
                  </a:lnTo>
                  <a:lnTo>
                    <a:pt x="1413" y="351"/>
                  </a:lnTo>
                  <a:lnTo>
                    <a:pt x="1413" y="351"/>
                  </a:lnTo>
                  <a:lnTo>
                    <a:pt x="1401" y="379"/>
                  </a:lnTo>
                  <a:lnTo>
                    <a:pt x="1401" y="373"/>
                  </a:lnTo>
                  <a:lnTo>
                    <a:pt x="1413" y="396"/>
                  </a:lnTo>
                  <a:lnTo>
                    <a:pt x="1413" y="396"/>
                  </a:lnTo>
                  <a:lnTo>
                    <a:pt x="1430" y="396"/>
                  </a:lnTo>
                  <a:lnTo>
                    <a:pt x="1430" y="396"/>
                  </a:lnTo>
                  <a:lnTo>
                    <a:pt x="1441" y="385"/>
                  </a:lnTo>
                  <a:lnTo>
                    <a:pt x="1441" y="385"/>
                  </a:lnTo>
                  <a:lnTo>
                    <a:pt x="1475" y="373"/>
                  </a:lnTo>
                  <a:lnTo>
                    <a:pt x="1475" y="373"/>
                  </a:lnTo>
                  <a:lnTo>
                    <a:pt x="1492" y="356"/>
                  </a:lnTo>
                  <a:lnTo>
                    <a:pt x="1492" y="356"/>
                  </a:lnTo>
                  <a:lnTo>
                    <a:pt x="1526" y="339"/>
                  </a:lnTo>
                  <a:lnTo>
                    <a:pt x="1520" y="339"/>
                  </a:lnTo>
                  <a:lnTo>
                    <a:pt x="1537" y="317"/>
                  </a:lnTo>
                  <a:lnTo>
                    <a:pt x="1537" y="322"/>
                  </a:lnTo>
                  <a:lnTo>
                    <a:pt x="1520" y="300"/>
                  </a:lnTo>
                  <a:lnTo>
                    <a:pt x="1520" y="294"/>
                  </a:lnTo>
                  <a:lnTo>
                    <a:pt x="1520" y="294"/>
                  </a:lnTo>
                  <a:lnTo>
                    <a:pt x="1537" y="288"/>
                  </a:lnTo>
                  <a:lnTo>
                    <a:pt x="1572" y="283"/>
                  </a:lnTo>
                  <a:lnTo>
                    <a:pt x="1572" y="283"/>
                  </a:lnTo>
                  <a:lnTo>
                    <a:pt x="1589" y="283"/>
                  </a:lnTo>
                  <a:lnTo>
                    <a:pt x="1589" y="283"/>
                  </a:lnTo>
                  <a:lnTo>
                    <a:pt x="1606" y="271"/>
                  </a:lnTo>
                  <a:lnTo>
                    <a:pt x="1606" y="271"/>
                  </a:lnTo>
                  <a:lnTo>
                    <a:pt x="1611" y="249"/>
                  </a:lnTo>
                  <a:lnTo>
                    <a:pt x="1611" y="232"/>
                  </a:lnTo>
                  <a:lnTo>
                    <a:pt x="1611" y="232"/>
                  </a:lnTo>
                  <a:lnTo>
                    <a:pt x="1634" y="203"/>
                  </a:lnTo>
                  <a:lnTo>
                    <a:pt x="1634" y="203"/>
                  </a:lnTo>
                  <a:lnTo>
                    <a:pt x="1657" y="181"/>
                  </a:lnTo>
                  <a:lnTo>
                    <a:pt x="1657" y="181"/>
                  </a:lnTo>
                  <a:lnTo>
                    <a:pt x="1691" y="175"/>
                  </a:lnTo>
                  <a:lnTo>
                    <a:pt x="1725" y="164"/>
                  </a:lnTo>
                  <a:lnTo>
                    <a:pt x="1747" y="158"/>
                  </a:lnTo>
                  <a:lnTo>
                    <a:pt x="1747" y="158"/>
                  </a:lnTo>
                  <a:lnTo>
                    <a:pt x="1764" y="141"/>
                  </a:lnTo>
                  <a:lnTo>
                    <a:pt x="1764" y="141"/>
                  </a:lnTo>
                  <a:lnTo>
                    <a:pt x="1776" y="113"/>
                  </a:lnTo>
                  <a:lnTo>
                    <a:pt x="1776" y="119"/>
                  </a:lnTo>
                  <a:lnTo>
                    <a:pt x="1776" y="96"/>
                  </a:lnTo>
                  <a:lnTo>
                    <a:pt x="1776" y="96"/>
                  </a:lnTo>
                  <a:lnTo>
                    <a:pt x="1787" y="56"/>
                  </a:lnTo>
                  <a:lnTo>
                    <a:pt x="1799" y="39"/>
                  </a:lnTo>
                  <a:lnTo>
                    <a:pt x="1799" y="34"/>
                  </a:lnTo>
                  <a:lnTo>
                    <a:pt x="1821" y="34"/>
                  </a:lnTo>
                  <a:lnTo>
                    <a:pt x="1827" y="34"/>
                  </a:lnTo>
                  <a:lnTo>
                    <a:pt x="1844" y="51"/>
                  </a:lnTo>
                  <a:lnTo>
                    <a:pt x="1844" y="51"/>
                  </a:lnTo>
                  <a:lnTo>
                    <a:pt x="1855" y="79"/>
                  </a:lnTo>
                  <a:lnTo>
                    <a:pt x="1855" y="79"/>
                  </a:lnTo>
                  <a:lnTo>
                    <a:pt x="1878" y="107"/>
                  </a:lnTo>
                  <a:lnTo>
                    <a:pt x="1878" y="107"/>
                  </a:lnTo>
                  <a:lnTo>
                    <a:pt x="1889" y="119"/>
                  </a:lnTo>
                  <a:lnTo>
                    <a:pt x="1895" y="119"/>
                  </a:lnTo>
                  <a:lnTo>
                    <a:pt x="1889" y="136"/>
                  </a:lnTo>
                  <a:lnTo>
                    <a:pt x="1889" y="141"/>
                  </a:lnTo>
                  <a:lnTo>
                    <a:pt x="1867" y="158"/>
                  </a:lnTo>
                  <a:lnTo>
                    <a:pt x="1867" y="158"/>
                  </a:lnTo>
                  <a:lnTo>
                    <a:pt x="1838" y="192"/>
                  </a:lnTo>
                  <a:lnTo>
                    <a:pt x="1821" y="209"/>
                  </a:lnTo>
                  <a:lnTo>
                    <a:pt x="1810" y="232"/>
                  </a:lnTo>
                  <a:lnTo>
                    <a:pt x="1810" y="226"/>
                  </a:lnTo>
                  <a:lnTo>
                    <a:pt x="1804" y="254"/>
                  </a:lnTo>
                  <a:lnTo>
                    <a:pt x="1804" y="249"/>
                  </a:lnTo>
                  <a:lnTo>
                    <a:pt x="1804" y="271"/>
                  </a:lnTo>
                  <a:lnTo>
                    <a:pt x="1804" y="271"/>
                  </a:lnTo>
                  <a:lnTo>
                    <a:pt x="1827" y="294"/>
                  </a:lnTo>
                  <a:lnTo>
                    <a:pt x="1827" y="300"/>
                  </a:lnTo>
                  <a:lnTo>
                    <a:pt x="1810" y="322"/>
                  </a:lnTo>
                  <a:lnTo>
                    <a:pt x="1810" y="328"/>
                  </a:lnTo>
                  <a:lnTo>
                    <a:pt x="1782" y="334"/>
                  </a:lnTo>
                  <a:lnTo>
                    <a:pt x="1782" y="334"/>
                  </a:lnTo>
                  <a:lnTo>
                    <a:pt x="1770" y="362"/>
                  </a:lnTo>
                  <a:lnTo>
                    <a:pt x="1770" y="362"/>
                  </a:lnTo>
                  <a:lnTo>
                    <a:pt x="1753" y="379"/>
                  </a:lnTo>
                  <a:lnTo>
                    <a:pt x="1753" y="379"/>
                  </a:lnTo>
                  <a:lnTo>
                    <a:pt x="1730" y="385"/>
                  </a:lnTo>
                  <a:lnTo>
                    <a:pt x="1730" y="385"/>
                  </a:lnTo>
                  <a:lnTo>
                    <a:pt x="1730" y="419"/>
                  </a:lnTo>
                  <a:lnTo>
                    <a:pt x="1730" y="419"/>
                  </a:lnTo>
                  <a:lnTo>
                    <a:pt x="1719" y="447"/>
                  </a:lnTo>
                  <a:lnTo>
                    <a:pt x="1702" y="475"/>
                  </a:lnTo>
                  <a:lnTo>
                    <a:pt x="1702" y="475"/>
                  </a:lnTo>
                  <a:lnTo>
                    <a:pt x="1702" y="498"/>
                  </a:lnTo>
                  <a:lnTo>
                    <a:pt x="1702" y="498"/>
                  </a:lnTo>
                  <a:lnTo>
                    <a:pt x="1702" y="515"/>
                  </a:lnTo>
                  <a:lnTo>
                    <a:pt x="1702" y="515"/>
                  </a:lnTo>
                  <a:lnTo>
                    <a:pt x="1691" y="532"/>
                  </a:lnTo>
                  <a:lnTo>
                    <a:pt x="1691" y="532"/>
                  </a:lnTo>
                  <a:lnTo>
                    <a:pt x="1685" y="549"/>
                  </a:lnTo>
                  <a:lnTo>
                    <a:pt x="1685" y="549"/>
                  </a:lnTo>
                  <a:lnTo>
                    <a:pt x="1691" y="583"/>
                  </a:lnTo>
                  <a:lnTo>
                    <a:pt x="1691" y="577"/>
                  </a:lnTo>
                  <a:lnTo>
                    <a:pt x="1725" y="617"/>
                  </a:lnTo>
                  <a:lnTo>
                    <a:pt x="1725" y="617"/>
                  </a:lnTo>
                  <a:lnTo>
                    <a:pt x="1719" y="645"/>
                  </a:lnTo>
                  <a:lnTo>
                    <a:pt x="1713" y="645"/>
                  </a:lnTo>
                  <a:lnTo>
                    <a:pt x="1696" y="662"/>
                  </a:lnTo>
                  <a:lnTo>
                    <a:pt x="1662" y="679"/>
                  </a:lnTo>
                  <a:lnTo>
                    <a:pt x="1668" y="679"/>
                  </a:lnTo>
                  <a:lnTo>
                    <a:pt x="1645" y="713"/>
                  </a:lnTo>
                  <a:lnTo>
                    <a:pt x="1645" y="713"/>
                  </a:lnTo>
                  <a:lnTo>
                    <a:pt x="1623" y="730"/>
                  </a:lnTo>
                  <a:lnTo>
                    <a:pt x="1623" y="730"/>
                  </a:lnTo>
                  <a:lnTo>
                    <a:pt x="1611" y="764"/>
                  </a:lnTo>
                  <a:lnTo>
                    <a:pt x="1594" y="781"/>
                  </a:lnTo>
                  <a:lnTo>
                    <a:pt x="1577" y="803"/>
                  </a:lnTo>
                  <a:lnTo>
                    <a:pt x="1577" y="803"/>
                  </a:lnTo>
                  <a:lnTo>
                    <a:pt x="1549" y="832"/>
                  </a:lnTo>
                  <a:lnTo>
                    <a:pt x="1549" y="832"/>
                  </a:lnTo>
                  <a:lnTo>
                    <a:pt x="1549" y="866"/>
                  </a:lnTo>
                  <a:lnTo>
                    <a:pt x="1543" y="888"/>
                  </a:lnTo>
                  <a:lnTo>
                    <a:pt x="1543" y="888"/>
                  </a:lnTo>
                  <a:lnTo>
                    <a:pt x="1555" y="911"/>
                  </a:lnTo>
                  <a:lnTo>
                    <a:pt x="1577" y="951"/>
                  </a:lnTo>
                  <a:lnTo>
                    <a:pt x="1589" y="979"/>
                  </a:lnTo>
                  <a:lnTo>
                    <a:pt x="1606" y="996"/>
                  </a:lnTo>
                  <a:lnTo>
                    <a:pt x="1606" y="996"/>
                  </a:lnTo>
                  <a:lnTo>
                    <a:pt x="1611" y="1018"/>
                  </a:lnTo>
                  <a:lnTo>
                    <a:pt x="1611" y="1018"/>
                  </a:lnTo>
                  <a:lnTo>
                    <a:pt x="1628" y="1047"/>
                  </a:lnTo>
                  <a:lnTo>
                    <a:pt x="1640" y="1069"/>
                  </a:lnTo>
                  <a:lnTo>
                    <a:pt x="1640" y="1069"/>
                  </a:lnTo>
                  <a:lnTo>
                    <a:pt x="1640" y="1109"/>
                  </a:lnTo>
                  <a:lnTo>
                    <a:pt x="1640" y="1109"/>
                  </a:lnTo>
                  <a:lnTo>
                    <a:pt x="1628" y="1126"/>
                  </a:lnTo>
                  <a:lnTo>
                    <a:pt x="1623" y="1126"/>
                  </a:lnTo>
                  <a:lnTo>
                    <a:pt x="1606" y="1132"/>
                  </a:lnTo>
                  <a:lnTo>
                    <a:pt x="1606" y="1132"/>
                  </a:lnTo>
                  <a:lnTo>
                    <a:pt x="1589" y="1120"/>
                  </a:lnTo>
                  <a:lnTo>
                    <a:pt x="1589" y="1120"/>
                  </a:lnTo>
                  <a:lnTo>
                    <a:pt x="1572" y="1109"/>
                  </a:lnTo>
                  <a:lnTo>
                    <a:pt x="1566" y="1103"/>
                  </a:lnTo>
                  <a:lnTo>
                    <a:pt x="1543" y="1075"/>
                  </a:lnTo>
                  <a:lnTo>
                    <a:pt x="1532" y="1052"/>
                  </a:lnTo>
                  <a:lnTo>
                    <a:pt x="1509" y="1024"/>
                  </a:lnTo>
                  <a:lnTo>
                    <a:pt x="1509" y="1018"/>
                  </a:lnTo>
                  <a:lnTo>
                    <a:pt x="1503" y="1002"/>
                  </a:lnTo>
                  <a:lnTo>
                    <a:pt x="1503" y="1002"/>
                  </a:lnTo>
                  <a:lnTo>
                    <a:pt x="1503" y="973"/>
                  </a:lnTo>
                  <a:lnTo>
                    <a:pt x="1503" y="973"/>
                  </a:lnTo>
                  <a:lnTo>
                    <a:pt x="1475" y="945"/>
                  </a:lnTo>
                  <a:lnTo>
                    <a:pt x="1452" y="928"/>
                  </a:lnTo>
                  <a:lnTo>
                    <a:pt x="1458" y="928"/>
                  </a:lnTo>
                  <a:lnTo>
                    <a:pt x="1435" y="939"/>
                  </a:lnTo>
                  <a:lnTo>
                    <a:pt x="1435" y="945"/>
                  </a:lnTo>
                  <a:lnTo>
                    <a:pt x="1401" y="951"/>
                  </a:lnTo>
                  <a:lnTo>
                    <a:pt x="1396" y="951"/>
                  </a:lnTo>
                  <a:lnTo>
                    <a:pt x="1379" y="934"/>
                  </a:lnTo>
                  <a:lnTo>
                    <a:pt x="1384" y="934"/>
                  </a:lnTo>
                  <a:lnTo>
                    <a:pt x="1339" y="922"/>
                  </a:lnTo>
                  <a:lnTo>
                    <a:pt x="1339" y="922"/>
                  </a:lnTo>
                  <a:lnTo>
                    <a:pt x="1299" y="934"/>
                  </a:lnTo>
                  <a:lnTo>
                    <a:pt x="1293" y="934"/>
                  </a:lnTo>
                  <a:lnTo>
                    <a:pt x="1254" y="934"/>
                  </a:lnTo>
                  <a:lnTo>
                    <a:pt x="1254" y="934"/>
                  </a:lnTo>
                  <a:lnTo>
                    <a:pt x="1231" y="951"/>
                  </a:lnTo>
                  <a:lnTo>
                    <a:pt x="1231" y="951"/>
                  </a:lnTo>
                  <a:lnTo>
                    <a:pt x="1237" y="973"/>
                  </a:lnTo>
                  <a:lnTo>
                    <a:pt x="1237" y="973"/>
                  </a:lnTo>
                  <a:lnTo>
                    <a:pt x="1254" y="990"/>
                  </a:lnTo>
                  <a:lnTo>
                    <a:pt x="1259" y="996"/>
                  </a:lnTo>
                  <a:lnTo>
                    <a:pt x="1254" y="996"/>
                  </a:lnTo>
                  <a:lnTo>
                    <a:pt x="1225" y="996"/>
                  </a:lnTo>
                  <a:lnTo>
                    <a:pt x="1225" y="996"/>
                  </a:lnTo>
                  <a:lnTo>
                    <a:pt x="1186" y="1007"/>
                  </a:lnTo>
                  <a:lnTo>
                    <a:pt x="1186" y="1007"/>
                  </a:lnTo>
                  <a:lnTo>
                    <a:pt x="1152" y="990"/>
                  </a:lnTo>
                  <a:lnTo>
                    <a:pt x="1112" y="979"/>
                  </a:lnTo>
                  <a:lnTo>
                    <a:pt x="1112" y="979"/>
                  </a:lnTo>
                  <a:lnTo>
                    <a:pt x="1078" y="979"/>
                  </a:lnTo>
                  <a:lnTo>
                    <a:pt x="1084" y="979"/>
                  </a:lnTo>
                  <a:lnTo>
                    <a:pt x="1044" y="985"/>
                  </a:lnTo>
                  <a:lnTo>
                    <a:pt x="1049" y="985"/>
                  </a:lnTo>
                  <a:lnTo>
                    <a:pt x="981" y="1041"/>
                  </a:lnTo>
                  <a:lnTo>
                    <a:pt x="947" y="1064"/>
                  </a:lnTo>
                  <a:lnTo>
                    <a:pt x="947" y="1064"/>
                  </a:lnTo>
                  <a:lnTo>
                    <a:pt x="930" y="1092"/>
                  </a:lnTo>
                  <a:lnTo>
                    <a:pt x="930" y="1092"/>
                  </a:lnTo>
                  <a:lnTo>
                    <a:pt x="930" y="1109"/>
                  </a:lnTo>
                  <a:lnTo>
                    <a:pt x="930" y="1109"/>
                  </a:lnTo>
                  <a:lnTo>
                    <a:pt x="936" y="1132"/>
                  </a:lnTo>
                  <a:lnTo>
                    <a:pt x="936" y="1132"/>
                  </a:lnTo>
                  <a:lnTo>
                    <a:pt x="936" y="1154"/>
                  </a:lnTo>
                  <a:lnTo>
                    <a:pt x="936" y="1154"/>
                  </a:lnTo>
                  <a:lnTo>
                    <a:pt x="930" y="1160"/>
                  </a:lnTo>
                  <a:lnTo>
                    <a:pt x="902" y="1154"/>
                  </a:lnTo>
                  <a:lnTo>
                    <a:pt x="902" y="1154"/>
                  </a:lnTo>
                  <a:lnTo>
                    <a:pt x="868" y="1137"/>
                  </a:lnTo>
                  <a:lnTo>
                    <a:pt x="868" y="1137"/>
                  </a:lnTo>
                  <a:lnTo>
                    <a:pt x="857" y="1115"/>
                  </a:lnTo>
                  <a:lnTo>
                    <a:pt x="840" y="1086"/>
                  </a:lnTo>
                  <a:lnTo>
                    <a:pt x="822" y="1052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783" y="1007"/>
                  </a:lnTo>
                  <a:lnTo>
                    <a:pt x="783" y="1007"/>
                  </a:lnTo>
                  <a:lnTo>
                    <a:pt x="754" y="990"/>
                  </a:lnTo>
                  <a:lnTo>
                    <a:pt x="754" y="990"/>
                  </a:lnTo>
                  <a:lnTo>
                    <a:pt x="720" y="979"/>
                  </a:lnTo>
                  <a:lnTo>
                    <a:pt x="726" y="979"/>
                  </a:lnTo>
                  <a:lnTo>
                    <a:pt x="703" y="1002"/>
                  </a:lnTo>
                  <a:lnTo>
                    <a:pt x="703" y="1007"/>
                  </a:lnTo>
                  <a:lnTo>
                    <a:pt x="669" y="1002"/>
                  </a:lnTo>
                  <a:lnTo>
                    <a:pt x="669" y="1002"/>
                  </a:lnTo>
                  <a:lnTo>
                    <a:pt x="635" y="979"/>
                  </a:lnTo>
                  <a:lnTo>
                    <a:pt x="635" y="979"/>
                  </a:lnTo>
                  <a:lnTo>
                    <a:pt x="630" y="956"/>
                  </a:lnTo>
                  <a:lnTo>
                    <a:pt x="624" y="934"/>
                  </a:lnTo>
                  <a:lnTo>
                    <a:pt x="624" y="934"/>
                  </a:lnTo>
                  <a:lnTo>
                    <a:pt x="596" y="905"/>
                  </a:lnTo>
                  <a:lnTo>
                    <a:pt x="578" y="883"/>
                  </a:lnTo>
                  <a:lnTo>
                    <a:pt x="578" y="883"/>
                  </a:lnTo>
                  <a:lnTo>
                    <a:pt x="561" y="871"/>
                  </a:lnTo>
                  <a:lnTo>
                    <a:pt x="561" y="871"/>
                  </a:lnTo>
                  <a:lnTo>
                    <a:pt x="527" y="871"/>
                  </a:lnTo>
                  <a:lnTo>
                    <a:pt x="527" y="871"/>
                  </a:lnTo>
                  <a:lnTo>
                    <a:pt x="510" y="883"/>
                  </a:lnTo>
                  <a:lnTo>
                    <a:pt x="499" y="894"/>
                  </a:lnTo>
                  <a:lnTo>
                    <a:pt x="493" y="894"/>
                  </a:lnTo>
                  <a:lnTo>
                    <a:pt x="476" y="888"/>
                  </a:lnTo>
                  <a:lnTo>
                    <a:pt x="437" y="877"/>
                  </a:lnTo>
                  <a:lnTo>
                    <a:pt x="431" y="877"/>
                  </a:lnTo>
                  <a:lnTo>
                    <a:pt x="437" y="871"/>
                  </a:lnTo>
                  <a:lnTo>
                    <a:pt x="442" y="866"/>
                  </a:lnTo>
                  <a:lnTo>
                    <a:pt x="442" y="871"/>
                  </a:lnTo>
                  <a:lnTo>
                    <a:pt x="386" y="871"/>
                  </a:lnTo>
                  <a:lnTo>
                    <a:pt x="386" y="871"/>
                  </a:lnTo>
                  <a:lnTo>
                    <a:pt x="261" y="803"/>
                  </a:lnTo>
                  <a:lnTo>
                    <a:pt x="261" y="803"/>
                  </a:lnTo>
                  <a:lnTo>
                    <a:pt x="255" y="798"/>
                  </a:lnTo>
                  <a:lnTo>
                    <a:pt x="255" y="792"/>
                  </a:lnTo>
                  <a:lnTo>
                    <a:pt x="255" y="792"/>
                  </a:lnTo>
                  <a:lnTo>
                    <a:pt x="255" y="792"/>
                  </a:lnTo>
                  <a:lnTo>
                    <a:pt x="255" y="792"/>
                  </a:lnTo>
                  <a:lnTo>
                    <a:pt x="255" y="792"/>
                  </a:lnTo>
                  <a:lnTo>
                    <a:pt x="249" y="792"/>
                  </a:lnTo>
                  <a:lnTo>
                    <a:pt x="244" y="792"/>
                  </a:lnTo>
                  <a:lnTo>
                    <a:pt x="232" y="792"/>
                  </a:lnTo>
                  <a:lnTo>
                    <a:pt x="227" y="786"/>
                  </a:lnTo>
                  <a:lnTo>
                    <a:pt x="221" y="786"/>
                  </a:lnTo>
                  <a:lnTo>
                    <a:pt x="215" y="786"/>
                  </a:lnTo>
                  <a:lnTo>
                    <a:pt x="215" y="781"/>
                  </a:lnTo>
                  <a:lnTo>
                    <a:pt x="215" y="781"/>
                  </a:lnTo>
                  <a:lnTo>
                    <a:pt x="170" y="786"/>
                  </a:lnTo>
                  <a:lnTo>
                    <a:pt x="170" y="786"/>
                  </a:lnTo>
                  <a:lnTo>
                    <a:pt x="170" y="786"/>
                  </a:lnTo>
                  <a:lnTo>
                    <a:pt x="170" y="752"/>
                  </a:lnTo>
                  <a:lnTo>
                    <a:pt x="170" y="758"/>
                  </a:lnTo>
                  <a:lnTo>
                    <a:pt x="153" y="741"/>
                  </a:lnTo>
                  <a:lnTo>
                    <a:pt x="153" y="741"/>
                  </a:lnTo>
                  <a:lnTo>
                    <a:pt x="142" y="719"/>
                  </a:lnTo>
                  <a:lnTo>
                    <a:pt x="142" y="719"/>
                  </a:lnTo>
                  <a:lnTo>
                    <a:pt x="113" y="696"/>
                  </a:lnTo>
                  <a:lnTo>
                    <a:pt x="85" y="673"/>
                  </a:lnTo>
                  <a:lnTo>
                    <a:pt x="85" y="673"/>
                  </a:lnTo>
                  <a:lnTo>
                    <a:pt x="68" y="651"/>
                  </a:lnTo>
                  <a:lnTo>
                    <a:pt x="68" y="651"/>
                  </a:lnTo>
                  <a:lnTo>
                    <a:pt x="62" y="622"/>
                  </a:lnTo>
                  <a:lnTo>
                    <a:pt x="45" y="571"/>
                  </a:lnTo>
                  <a:lnTo>
                    <a:pt x="45" y="571"/>
                  </a:lnTo>
                  <a:lnTo>
                    <a:pt x="45" y="554"/>
                  </a:lnTo>
                  <a:lnTo>
                    <a:pt x="45" y="554"/>
                  </a:lnTo>
                  <a:lnTo>
                    <a:pt x="34" y="543"/>
                  </a:lnTo>
                  <a:lnTo>
                    <a:pt x="34" y="537"/>
                  </a:lnTo>
                  <a:lnTo>
                    <a:pt x="34" y="503"/>
                  </a:lnTo>
                  <a:lnTo>
                    <a:pt x="34" y="509"/>
                  </a:lnTo>
                  <a:lnTo>
                    <a:pt x="17" y="481"/>
                  </a:lnTo>
                  <a:lnTo>
                    <a:pt x="17" y="481"/>
                  </a:lnTo>
                  <a:lnTo>
                    <a:pt x="5" y="441"/>
                  </a:lnTo>
                  <a:lnTo>
                    <a:pt x="5" y="441"/>
                  </a:lnTo>
                  <a:lnTo>
                    <a:pt x="11" y="396"/>
                  </a:lnTo>
                  <a:lnTo>
                    <a:pt x="11" y="402"/>
                  </a:lnTo>
                  <a:lnTo>
                    <a:pt x="0" y="379"/>
                  </a:lnTo>
                  <a:lnTo>
                    <a:pt x="0" y="373"/>
                  </a:lnTo>
                  <a:lnTo>
                    <a:pt x="17" y="334"/>
                  </a:lnTo>
                  <a:lnTo>
                    <a:pt x="17" y="334"/>
                  </a:lnTo>
                  <a:lnTo>
                    <a:pt x="22" y="288"/>
                  </a:lnTo>
                  <a:lnTo>
                    <a:pt x="22" y="288"/>
                  </a:lnTo>
                  <a:lnTo>
                    <a:pt x="28" y="254"/>
                  </a:lnTo>
                  <a:lnTo>
                    <a:pt x="28" y="260"/>
                  </a:lnTo>
                  <a:lnTo>
                    <a:pt x="34" y="232"/>
                  </a:lnTo>
                  <a:lnTo>
                    <a:pt x="34" y="232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68" y="152"/>
                  </a:lnTo>
                  <a:lnTo>
                    <a:pt x="85" y="96"/>
                  </a:lnTo>
                  <a:lnTo>
                    <a:pt x="85" y="96"/>
                  </a:lnTo>
                  <a:lnTo>
                    <a:pt x="79" y="62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90" y="17"/>
                  </a:lnTo>
                  <a:lnTo>
                    <a:pt x="90" y="17"/>
                  </a:lnTo>
                  <a:lnTo>
                    <a:pt x="147" y="34"/>
                  </a:lnTo>
                  <a:lnTo>
                    <a:pt x="142" y="39"/>
                  </a:lnTo>
                  <a:lnTo>
                    <a:pt x="147" y="5"/>
                  </a:lnTo>
                  <a:lnTo>
                    <a:pt x="147" y="0"/>
                  </a:lnTo>
                  <a:lnTo>
                    <a:pt x="153" y="0"/>
                  </a:lnTo>
                  <a:close/>
                  <a:moveTo>
                    <a:pt x="153" y="5"/>
                  </a:moveTo>
                  <a:lnTo>
                    <a:pt x="153" y="5"/>
                  </a:lnTo>
                  <a:lnTo>
                    <a:pt x="147" y="39"/>
                  </a:lnTo>
                  <a:lnTo>
                    <a:pt x="147" y="39"/>
                  </a:lnTo>
                  <a:lnTo>
                    <a:pt x="147" y="39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85" y="28"/>
                  </a:lnTo>
                  <a:lnTo>
                    <a:pt x="85" y="28"/>
                  </a:lnTo>
                  <a:lnTo>
                    <a:pt x="85" y="62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73" y="158"/>
                  </a:lnTo>
                  <a:lnTo>
                    <a:pt x="56" y="215"/>
                  </a:lnTo>
                  <a:lnTo>
                    <a:pt x="56" y="215"/>
                  </a:lnTo>
                  <a:lnTo>
                    <a:pt x="39" y="237"/>
                  </a:lnTo>
                  <a:lnTo>
                    <a:pt x="39" y="232"/>
                  </a:lnTo>
                  <a:lnTo>
                    <a:pt x="34" y="260"/>
                  </a:lnTo>
                  <a:lnTo>
                    <a:pt x="34" y="260"/>
                  </a:lnTo>
                  <a:lnTo>
                    <a:pt x="28" y="294"/>
                  </a:lnTo>
                  <a:lnTo>
                    <a:pt x="28" y="288"/>
                  </a:lnTo>
                  <a:lnTo>
                    <a:pt x="22" y="334"/>
                  </a:lnTo>
                  <a:lnTo>
                    <a:pt x="22" y="334"/>
                  </a:lnTo>
                  <a:lnTo>
                    <a:pt x="5" y="379"/>
                  </a:lnTo>
                  <a:lnTo>
                    <a:pt x="0" y="373"/>
                  </a:lnTo>
                  <a:lnTo>
                    <a:pt x="17" y="396"/>
                  </a:lnTo>
                  <a:lnTo>
                    <a:pt x="17" y="396"/>
                  </a:lnTo>
                  <a:lnTo>
                    <a:pt x="11" y="441"/>
                  </a:lnTo>
                  <a:lnTo>
                    <a:pt x="11" y="441"/>
                  </a:lnTo>
                  <a:lnTo>
                    <a:pt x="22" y="475"/>
                  </a:lnTo>
                  <a:lnTo>
                    <a:pt x="22" y="475"/>
                  </a:lnTo>
                  <a:lnTo>
                    <a:pt x="39" y="503"/>
                  </a:lnTo>
                  <a:lnTo>
                    <a:pt x="39" y="503"/>
                  </a:lnTo>
                  <a:lnTo>
                    <a:pt x="39" y="537"/>
                  </a:lnTo>
                  <a:lnTo>
                    <a:pt x="39" y="537"/>
                  </a:lnTo>
                  <a:lnTo>
                    <a:pt x="51" y="554"/>
                  </a:lnTo>
                  <a:lnTo>
                    <a:pt x="51" y="554"/>
                  </a:lnTo>
                  <a:lnTo>
                    <a:pt x="51" y="571"/>
                  </a:lnTo>
                  <a:lnTo>
                    <a:pt x="51" y="571"/>
                  </a:lnTo>
                  <a:lnTo>
                    <a:pt x="68" y="617"/>
                  </a:lnTo>
                  <a:lnTo>
                    <a:pt x="73" y="651"/>
                  </a:lnTo>
                  <a:lnTo>
                    <a:pt x="73" y="645"/>
                  </a:lnTo>
                  <a:lnTo>
                    <a:pt x="90" y="668"/>
                  </a:lnTo>
                  <a:lnTo>
                    <a:pt x="90" y="668"/>
                  </a:lnTo>
                  <a:lnTo>
                    <a:pt x="119" y="690"/>
                  </a:lnTo>
                  <a:lnTo>
                    <a:pt x="147" y="719"/>
                  </a:lnTo>
                  <a:lnTo>
                    <a:pt x="147" y="719"/>
                  </a:lnTo>
                  <a:lnTo>
                    <a:pt x="159" y="735"/>
                  </a:lnTo>
                  <a:lnTo>
                    <a:pt x="159" y="735"/>
                  </a:lnTo>
                  <a:lnTo>
                    <a:pt x="170" y="752"/>
                  </a:lnTo>
                  <a:lnTo>
                    <a:pt x="176" y="752"/>
                  </a:lnTo>
                  <a:lnTo>
                    <a:pt x="176" y="786"/>
                  </a:lnTo>
                  <a:lnTo>
                    <a:pt x="170" y="781"/>
                  </a:lnTo>
                  <a:lnTo>
                    <a:pt x="215" y="775"/>
                  </a:lnTo>
                  <a:lnTo>
                    <a:pt x="215" y="781"/>
                  </a:lnTo>
                  <a:lnTo>
                    <a:pt x="215" y="781"/>
                  </a:lnTo>
                  <a:lnTo>
                    <a:pt x="221" y="781"/>
                  </a:lnTo>
                  <a:lnTo>
                    <a:pt x="227" y="781"/>
                  </a:lnTo>
                  <a:lnTo>
                    <a:pt x="232" y="786"/>
                  </a:lnTo>
                  <a:lnTo>
                    <a:pt x="244" y="786"/>
                  </a:lnTo>
                  <a:lnTo>
                    <a:pt x="249" y="786"/>
                  </a:lnTo>
                  <a:lnTo>
                    <a:pt x="255" y="786"/>
                  </a:lnTo>
                  <a:lnTo>
                    <a:pt x="255" y="786"/>
                  </a:lnTo>
                  <a:lnTo>
                    <a:pt x="255" y="786"/>
                  </a:lnTo>
                  <a:lnTo>
                    <a:pt x="261" y="792"/>
                  </a:lnTo>
                  <a:lnTo>
                    <a:pt x="261" y="792"/>
                  </a:lnTo>
                  <a:lnTo>
                    <a:pt x="261" y="792"/>
                  </a:lnTo>
                  <a:lnTo>
                    <a:pt x="266" y="803"/>
                  </a:lnTo>
                  <a:lnTo>
                    <a:pt x="266" y="798"/>
                  </a:lnTo>
                  <a:lnTo>
                    <a:pt x="386" y="866"/>
                  </a:lnTo>
                  <a:lnTo>
                    <a:pt x="386" y="866"/>
                  </a:lnTo>
                  <a:lnTo>
                    <a:pt x="442" y="866"/>
                  </a:lnTo>
                  <a:lnTo>
                    <a:pt x="442" y="866"/>
                  </a:lnTo>
                  <a:lnTo>
                    <a:pt x="442" y="871"/>
                  </a:lnTo>
                  <a:lnTo>
                    <a:pt x="437" y="877"/>
                  </a:lnTo>
                  <a:lnTo>
                    <a:pt x="437" y="871"/>
                  </a:lnTo>
                  <a:lnTo>
                    <a:pt x="476" y="883"/>
                  </a:lnTo>
                  <a:lnTo>
                    <a:pt x="499" y="888"/>
                  </a:lnTo>
                  <a:lnTo>
                    <a:pt x="493" y="888"/>
                  </a:lnTo>
                  <a:lnTo>
                    <a:pt x="510" y="877"/>
                  </a:lnTo>
                  <a:lnTo>
                    <a:pt x="522" y="866"/>
                  </a:lnTo>
                  <a:lnTo>
                    <a:pt x="527" y="866"/>
                  </a:lnTo>
                  <a:lnTo>
                    <a:pt x="567" y="866"/>
                  </a:lnTo>
                  <a:lnTo>
                    <a:pt x="567" y="866"/>
                  </a:lnTo>
                  <a:lnTo>
                    <a:pt x="584" y="883"/>
                  </a:lnTo>
                  <a:lnTo>
                    <a:pt x="584" y="883"/>
                  </a:lnTo>
                  <a:lnTo>
                    <a:pt x="601" y="900"/>
                  </a:lnTo>
                  <a:lnTo>
                    <a:pt x="630" y="928"/>
                  </a:lnTo>
                  <a:lnTo>
                    <a:pt x="630" y="928"/>
                  </a:lnTo>
                  <a:lnTo>
                    <a:pt x="635" y="956"/>
                  </a:lnTo>
                  <a:lnTo>
                    <a:pt x="641" y="979"/>
                  </a:lnTo>
                  <a:lnTo>
                    <a:pt x="641" y="979"/>
                  </a:lnTo>
                  <a:lnTo>
                    <a:pt x="669" y="996"/>
                  </a:lnTo>
                  <a:lnTo>
                    <a:pt x="669" y="996"/>
                  </a:lnTo>
                  <a:lnTo>
                    <a:pt x="703" y="1002"/>
                  </a:lnTo>
                  <a:lnTo>
                    <a:pt x="698" y="1002"/>
                  </a:lnTo>
                  <a:lnTo>
                    <a:pt x="720" y="979"/>
                  </a:lnTo>
                  <a:lnTo>
                    <a:pt x="726" y="973"/>
                  </a:lnTo>
                  <a:lnTo>
                    <a:pt x="754" y="985"/>
                  </a:lnTo>
                  <a:lnTo>
                    <a:pt x="754" y="985"/>
                  </a:lnTo>
                  <a:lnTo>
                    <a:pt x="788" y="1002"/>
                  </a:lnTo>
                  <a:lnTo>
                    <a:pt x="788" y="1002"/>
                  </a:lnTo>
                  <a:lnTo>
                    <a:pt x="800" y="1013"/>
                  </a:lnTo>
                  <a:lnTo>
                    <a:pt x="800" y="1013"/>
                  </a:lnTo>
                  <a:lnTo>
                    <a:pt x="828" y="1052"/>
                  </a:lnTo>
                  <a:lnTo>
                    <a:pt x="840" y="1086"/>
                  </a:lnTo>
                  <a:lnTo>
                    <a:pt x="857" y="1115"/>
                  </a:lnTo>
                  <a:lnTo>
                    <a:pt x="874" y="1137"/>
                  </a:lnTo>
                  <a:lnTo>
                    <a:pt x="868" y="1132"/>
                  </a:lnTo>
                  <a:lnTo>
                    <a:pt x="902" y="1149"/>
                  </a:lnTo>
                  <a:lnTo>
                    <a:pt x="902" y="1149"/>
                  </a:lnTo>
                  <a:lnTo>
                    <a:pt x="930" y="1154"/>
                  </a:lnTo>
                  <a:lnTo>
                    <a:pt x="930" y="1154"/>
                  </a:lnTo>
                  <a:lnTo>
                    <a:pt x="930" y="1132"/>
                  </a:lnTo>
                  <a:lnTo>
                    <a:pt x="930" y="1132"/>
                  </a:lnTo>
                  <a:lnTo>
                    <a:pt x="925" y="1109"/>
                  </a:lnTo>
                  <a:lnTo>
                    <a:pt x="925" y="1109"/>
                  </a:lnTo>
                  <a:lnTo>
                    <a:pt x="925" y="1086"/>
                  </a:lnTo>
                  <a:lnTo>
                    <a:pt x="925" y="1086"/>
                  </a:lnTo>
                  <a:lnTo>
                    <a:pt x="942" y="1058"/>
                  </a:lnTo>
                  <a:lnTo>
                    <a:pt x="942" y="1058"/>
                  </a:lnTo>
                  <a:lnTo>
                    <a:pt x="976" y="1035"/>
                  </a:lnTo>
                  <a:lnTo>
                    <a:pt x="1044" y="985"/>
                  </a:lnTo>
                  <a:lnTo>
                    <a:pt x="1044" y="979"/>
                  </a:lnTo>
                  <a:lnTo>
                    <a:pt x="1078" y="973"/>
                  </a:lnTo>
                  <a:lnTo>
                    <a:pt x="1078" y="973"/>
                  </a:lnTo>
                  <a:lnTo>
                    <a:pt x="1112" y="973"/>
                  </a:lnTo>
                  <a:lnTo>
                    <a:pt x="1112" y="973"/>
                  </a:lnTo>
                  <a:lnTo>
                    <a:pt x="1152" y="990"/>
                  </a:lnTo>
                  <a:lnTo>
                    <a:pt x="1186" y="1002"/>
                  </a:lnTo>
                  <a:lnTo>
                    <a:pt x="1186" y="1002"/>
                  </a:lnTo>
                  <a:lnTo>
                    <a:pt x="1225" y="990"/>
                  </a:lnTo>
                  <a:lnTo>
                    <a:pt x="1225" y="990"/>
                  </a:lnTo>
                  <a:lnTo>
                    <a:pt x="1254" y="990"/>
                  </a:lnTo>
                  <a:lnTo>
                    <a:pt x="1254" y="996"/>
                  </a:lnTo>
                  <a:lnTo>
                    <a:pt x="1237" y="979"/>
                  </a:lnTo>
                  <a:lnTo>
                    <a:pt x="1231" y="973"/>
                  </a:lnTo>
                  <a:lnTo>
                    <a:pt x="1225" y="951"/>
                  </a:lnTo>
                  <a:lnTo>
                    <a:pt x="1231" y="945"/>
                  </a:lnTo>
                  <a:lnTo>
                    <a:pt x="1248" y="934"/>
                  </a:lnTo>
                  <a:lnTo>
                    <a:pt x="1248" y="928"/>
                  </a:lnTo>
                  <a:lnTo>
                    <a:pt x="1293" y="928"/>
                  </a:lnTo>
                  <a:lnTo>
                    <a:pt x="1293" y="928"/>
                  </a:lnTo>
                  <a:lnTo>
                    <a:pt x="1339" y="917"/>
                  </a:lnTo>
                  <a:lnTo>
                    <a:pt x="1339" y="917"/>
                  </a:lnTo>
                  <a:lnTo>
                    <a:pt x="1384" y="934"/>
                  </a:lnTo>
                  <a:lnTo>
                    <a:pt x="1384" y="934"/>
                  </a:lnTo>
                  <a:lnTo>
                    <a:pt x="1401" y="945"/>
                  </a:lnTo>
                  <a:lnTo>
                    <a:pt x="1401" y="945"/>
                  </a:lnTo>
                  <a:lnTo>
                    <a:pt x="1435" y="939"/>
                  </a:lnTo>
                  <a:lnTo>
                    <a:pt x="1435" y="939"/>
                  </a:lnTo>
                  <a:lnTo>
                    <a:pt x="1458" y="928"/>
                  </a:lnTo>
                  <a:lnTo>
                    <a:pt x="1458" y="928"/>
                  </a:lnTo>
                  <a:lnTo>
                    <a:pt x="1475" y="939"/>
                  </a:lnTo>
                  <a:lnTo>
                    <a:pt x="1509" y="973"/>
                  </a:lnTo>
                  <a:lnTo>
                    <a:pt x="1509" y="973"/>
                  </a:lnTo>
                  <a:lnTo>
                    <a:pt x="1509" y="1002"/>
                  </a:lnTo>
                  <a:lnTo>
                    <a:pt x="1509" y="1002"/>
                  </a:lnTo>
                  <a:lnTo>
                    <a:pt x="1515" y="1018"/>
                  </a:lnTo>
                  <a:lnTo>
                    <a:pt x="1515" y="1018"/>
                  </a:lnTo>
                  <a:lnTo>
                    <a:pt x="1532" y="1047"/>
                  </a:lnTo>
                  <a:lnTo>
                    <a:pt x="1549" y="1069"/>
                  </a:lnTo>
                  <a:lnTo>
                    <a:pt x="1572" y="1103"/>
                  </a:lnTo>
                  <a:lnTo>
                    <a:pt x="1572" y="1103"/>
                  </a:lnTo>
                  <a:lnTo>
                    <a:pt x="1594" y="1115"/>
                  </a:lnTo>
                  <a:lnTo>
                    <a:pt x="1594" y="1115"/>
                  </a:lnTo>
                  <a:lnTo>
                    <a:pt x="1606" y="1126"/>
                  </a:lnTo>
                  <a:lnTo>
                    <a:pt x="1606" y="1126"/>
                  </a:lnTo>
                  <a:lnTo>
                    <a:pt x="1623" y="1120"/>
                  </a:lnTo>
                  <a:lnTo>
                    <a:pt x="1623" y="1126"/>
                  </a:lnTo>
                  <a:lnTo>
                    <a:pt x="1634" y="1103"/>
                  </a:lnTo>
                  <a:lnTo>
                    <a:pt x="1634" y="1109"/>
                  </a:lnTo>
                  <a:lnTo>
                    <a:pt x="1634" y="1069"/>
                  </a:lnTo>
                  <a:lnTo>
                    <a:pt x="1634" y="1075"/>
                  </a:lnTo>
                  <a:lnTo>
                    <a:pt x="1623" y="1047"/>
                  </a:lnTo>
                  <a:lnTo>
                    <a:pt x="1606" y="1024"/>
                  </a:lnTo>
                  <a:lnTo>
                    <a:pt x="1606" y="1018"/>
                  </a:lnTo>
                  <a:lnTo>
                    <a:pt x="1600" y="1002"/>
                  </a:lnTo>
                  <a:lnTo>
                    <a:pt x="1600" y="1002"/>
                  </a:lnTo>
                  <a:lnTo>
                    <a:pt x="1583" y="979"/>
                  </a:lnTo>
                  <a:lnTo>
                    <a:pt x="1572" y="951"/>
                  </a:lnTo>
                  <a:lnTo>
                    <a:pt x="1549" y="911"/>
                  </a:lnTo>
                  <a:lnTo>
                    <a:pt x="1537" y="888"/>
                  </a:lnTo>
                  <a:lnTo>
                    <a:pt x="1537" y="888"/>
                  </a:lnTo>
                  <a:lnTo>
                    <a:pt x="1543" y="866"/>
                  </a:lnTo>
                  <a:lnTo>
                    <a:pt x="1543" y="832"/>
                  </a:lnTo>
                  <a:lnTo>
                    <a:pt x="1543" y="832"/>
                  </a:lnTo>
                  <a:lnTo>
                    <a:pt x="1577" y="798"/>
                  </a:lnTo>
                  <a:lnTo>
                    <a:pt x="1572" y="798"/>
                  </a:lnTo>
                  <a:lnTo>
                    <a:pt x="1594" y="775"/>
                  </a:lnTo>
                  <a:lnTo>
                    <a:pt x="1606" y="758"/>
                  </a:lnTo>
                  <a:lnTo>
                    <a:pt x="1617" y="730"/>
                  </a:lnTo>
                  <a:lnTo>
                    <a:pt x="1617" y="730"/>
                  </a:lnTo>
                  <a:lnTo>
                    <a:pt x="1640" y="707"/>
                  </a:lnTo>
                  <a:lnTo>
                    <a:pt x="1640" y="707"/>
                  </a:lnTo>
                  <a:lnTo>
                    <a:pt x="1662" y="679"/>
                  </a:lnTo>
                  <a:lnTo>
                    <a:pt x="1662" y="679"/>
                  </a:lnTo>
                  <a:lnTo>
                    <a:pt x="1691" y="656"/>
                  </a:lnTo>
                  <a:lnTo>
                    <a:pt x="1713" y="639"/>
                  </a:lnTo>
                  <a:lnTo>
                    <a:pt x="1713" y="645"/>
                  </a:lnTo>
                  <a:lnTo>
                    <a:pt x="1719" y="617"/>
                  </a:lnTo>
                  <a:lnTo>
                    <a:pt x="1719" y="617"/>
                  </a:lnTo>
                  <a:lnTo>
                    <a:pt x="1691" y="583"/>
                  </a:lnTo>
                  <a:lnTo>
                    <a:pt x="1685" y="583"/>
                  </a:lnTo>
                  <a:lnTo>
                    <a:pt x="1679" y="549"/>
                  </a:lnTo>
                  <a:lnTo>
                    <a:pt x="1679" y="549"/>
                  </a:lnTo>
                  <a:lnTo>
                    <a:pt x="1685" y="532"/>
                  </a:lnTo>
                  <a:lnTo>
                    <a:pt x="1685" y="526"/>
                  </a:lnTo>
                  <a:lnTo>
                    <a:pt x="1696" y="515"/>
                  </a:lnTo>
                  <a:lnTo>
                    <a:pt x="1696" y="515"/>
                  </a:lnTo>
                  <a:lnTo>
                    <a:pt x="1696" y="498"/>
                  </a:lnTo>
                  <a:lnTo>
                    <a:pt x="1696" y="498"/>
                  </a:lnTo>
                  <a:lnTo>
                    <a:pt x="1696" y="475"/>
                  </a:lnTo>
                  <a:lnTo>
                    <a:pt x="1696" y="475"/>
                  </a:lnTo>
                  <a:lnTo>
                    <a:pt x="1713" y="447"/>
                  </a:lnTo>
                  <a:lnTo>
                    <a:pt x="1725" y="419"/>
                  </a:lnTo>
                  <a:lnTo>
                    <a:pt x="1725" y="419"/>
                  </a:lnTo>
                  <a:lnTo>
                    <a:pt x="1725" y="385"/>
                  </a:lnTo>
                  <a:lnTo>
                    <a:pt x="1725" y="379"/>
                  </a:lnTo>
                  <a:lnTo>
                    <a:pt x="1747" y="373"/>
                  </a:lnTo>
                  <a:lnTo>
                    <a:pt x="1747" y="373"/>
                  </a:lnTo>
                  <a:lnTo>
                    <a:pt x="1764" y="356"/>
                  </a:lnTo>
                  <a:lnTo>
                    <a:pt x="1764" y="356"/>
                  </a:lnTo>
                  <a:lnTo>
                    <a:pt x="1776" y="334"/>
                  </a:lnTo>
                  <a:lnTo>
                    <a:pt x="1776" y="328"/>
                  </a:lnTo>
                  <a:lnTo>
                    <a:pt x="1804" y="322"/>
                  </a:lnTo>
                  <a:lnTo>
                    <a:pt x="1804" y="322"/>
                  </a:lnTo>
                  <a:lnTo>
                    <a:pt x="1827" y="294"/>
                  </a:lnTo>
                  <a:lnTo>
                    <a:pt x="1827" y="300"/>
                  </a:lnTo>
                  <a:lnTo>
                    <a:pt x="1799" y="277"/>
                  </a:lnTo>
                  <a:lnTo>
                    <a:pt x="1799" y="271"/>
                  </a:lnTo>
                  <a:lnTo>
                    <a:pt x="1799" y="254"/>
                  </a:lnTo>
                  <a:lnTo>
                    <a:pt x="1799" y="249"/>
                  </a:lnTo>
                  <a:lnTo>
                    <a:pt x="1804" y="226"/>
                  </a:lnTo>
                  <a:lnTo>
                    <a:pt x="1804" y="226"/>
                  </a:lnTo>
                  <a:lnTo>
                    <a:pt x="1821" y="209"/>
                  </a:lnTo>
                  <a:lnTo>
                    <a:pt x="1833" y="192"/>
                  </a:lnTo>
                  <a:lnTo>
                    <a:pt x="1861" y="152"/>
                  </a:lnTo>
                  <a:lnTo>
                    <a:pt x="1861" y="152"/>
                  </a:lnTo>
                  <a:lnTo>
                    <a:pt x="1884" y="136"/>
                  </a:lnTo>
                  <a:lnTo>
                    <a:pt x="1884" y="136"/>
                  </a:lnTo>
                  <a:lnTo>
                    <a:pt x="1889" y="119"/>
                  </a:lnTo>
                  <a:lnTo>
                    <a:pt x="1889" y="124"/>
                  </a:lnTo>
                  <a:lnTo>
                    <a:pt x="1872" y="113"/>
                  </a:lnTo>
                  <a:lnTo>
                    <a:pt x="1872" y="107"/>
                  </a:lnTo>
                  <a:lnTo>
                    <a:pt x="1850" y="85"/>
                  </a:lnTo>
                  <a:lnTo>
                    <a:pt x="1850" y="85"/>
                  </a:lnTo>
                  <a:lnTo>
                    <a:pt x="1838" y="51"/>
                  </a:lnTo>
                  <a:lnTo>
                    <a:pt x="1838" y="51"/>
                  </a:lnTo>
                  <a:lnTo>
                    <a:pt x="1821" y="39"/>
                  </a:lnTo>
                  <a:lnTo>
                    <a:pt x="1827" y="39"/>
                  </a:lnTo>
                  <a:lnTo>
                    <a:pt x="1799" y="39"/>
                  </a:lnTo>
                  <a:lnTo>
                    <a:pt x="1804" y="39"/>
                  </a:lnTo>
                  <a:lnTo>
                    <a:pt x="1793" y="62"/>
                  </a:lnTo>
                  <a:lnTo>
                    <a:pt x="1782" y="96"/>
                  </a:lnTo>
                  <a:lnTo>
                    <a:pt x="1782" y="96"/>
                  </a:lnTo>
                  <a:lnTo>
                    <a:pt x="1782" y="119"/>
                  </a:lnTo>
                  <a:lnTo>
                    <a:pt x="1782" y="119"/>
                  </a:lnTo>
                  <a:lnTo>
                    <a:pt x="1770" y="141"/>
                  </a:lnTo>
                  <a:lnTo>
                    <a:pt x="1770" y="141"/>
                  </a:lnTo>
                  <a:lnTo>
                    <a:pt x="1753" y="164"/>
                  </a:lnTo>
                  <a:lnTo>
                    <a:pt x="1747" y="164"/>
                  </a:lnTo>
                  <a:lnTo>
                    <a:pt x="1725" y="169"/>
                  </a:lnTo>
                  <a:lnTo>
                    <a:pt x="1691" y="181"/>
                  </a:lnTo>
                  <a:lnTo>
                    <a:pt x="1662" y="186"/>
                  </a:lnTo>
                  <a:lnTo>
                    <a:pt x="1662" y="186"/>
                  </a:lnTo>
                  <a:lnTo>
                    <a:pt x="1640" y="203"/>
                  </a:lnTo>
                  <a:lnTo>
                    <a:pt x="1640" y="203"/>
                  </a:lnTo>
                  <a:lnTo>
                    <a:pt x="1617" y="232"/>
                  </a:lnTo>
                  <a:lnTo>
                    <a:pt x="1617" y="232"/>
                  </a:lnTo>
                  <a:lnTo>
                    <a:pt x="1617" y="249"/>
                  </a:lnTo>
                  <a:lnTo>
                    <a:pt x="1611" y="271"/>
                  </a:lnTo>
                  <a:lnTo>
                    <a:pt x="1611" y="277"/>
                  </a:lnTo>
                  <a:lnTo>
                    <a:pt x="1594" y="288"/>
                  </a:lnTo>
                  <a:lnTo>
                    <a:pt x="1589" y="288"/>
                  </a:lnTo>
                  <a:lnTo>
                    <a:pt x="1572" y="288"/>
                  </a:lnTo>
                  <a:lnTo>
                    <a:pt x="1572" y="288"/>
                  </a:lnTo>
                  <a:lnTo>
                    <a:pt x="1543" y="294"/>
                  </a:lnTo>
                  <a:lnTo>
                    <a:pt x="1520" y="300"/>
                  </a:lnTo>
                  <a:lnTo>
                    <a:pt x="1526" y="294"/>
                  </a:lnTo>
                  <a:lnTo>
                    <a:pt x="1537" y="317"/>
                  </a:lnTo>
                  <a:lnTo>
                    <a:pt x="1537" y="322"/>
                  </a:lnTo>
                  <a:lnTo>
                    <a:pt x="1526" y="345"/>
                  </a:lnTo>
                  <a:lnTo>
                    <a:pt x="1526" y="345"/>
                  </a:lnTo>
                  <a:lnTo>
                    <a:pt x="1498" y="356"/>
                  </a:lnTo>
                  <a:lnTo>
                    <a:pt x="1498" y="356"/>
                  </a:lnTo>
                  <a:lnTo>
                    <a:pt x="1475" y="379"/>
                  </a:lnTo>
                  <a:lnTo>
                    <a:pt x="1475" y="379"/>
                  </a:lnTo>
                  <a:lnTo>
                    <a:pt x="1447" y="390"/>
                  </a:lnTo>
                  <a:lnTo>
                    <a:pt x="1447" y="390"/>
                  </a:lnTo>
                  <a:lnTo>
                    <a:pt x="1430" y="402"/>
                  </a:lnTo>
                  <a:lnTo>
                    <a:pt x="1430" y="402"/>
                  </a:lnTo>
                  <a:lnTo>
                    <a:pt x="1413" y="402"/>
                  </a:lnTo>
                  <a:lnTo>
                    <a:pt x="1413" y="402"/>
                  </a:lnTo>
                  <a:lnTo>
                    <a:pt x="1396" y="379"/>
                  </a:lnTo>
                  <a:lnTo>
                    <a:pt x="1396" y="379"/>
                  </a:lnTo>
                  <a:lnTo>
                    <a:pt x="1407" y="351"/>
                  </a:lnTo>
                  <a:lnTo>
                    <a:pt x="1407" y="351"/>
                  </a:lnTo>
                  <a:lnTo>
                    <a:pt x="1413" y="311"/>
                  </a:lnTo>
                  <a:lnTo>
                    <a:pt x="1413" y="317"/>
                  </a:lnTo>
                  <a:lnTo>
                    <a:pt x="1401" y="300"/>
                  </a:lnTo>
                  <a:lnTo>
                    <a:pt x="1401" y="300"/>
                  </a:lnTo>
                  <a:lnTo>
                    <a:pt x="1384" y="288"/>
                  </a:lnTo>
                  <a:lnTo>
                    <a:pt x="1390" y="288"/>
                  </a:lnTo>
                  <a:lnTo>
                    <a:pt x="1373" y="305"/>
                  </a:lnTo>
                  <a:lnTo>
                    <a:pt x="1367" y="305"/>
                  </a:lnTo>
                  <a:lnTo>
                    <a:pt x="1367" y="300"/>
                  </a:lnTo>
                  <a:lnTo>
                    <a:pt x="1367" y="283"/>
                  </a:lnTo>
                  <a:lnTo>
                    <a:pt x="1367" y="283"/>
                  </a:lnTo>
                  <a:lnTo>
                    <a:pt x="1379" y="249"/>
                  </a:lnTo>
                  <a:lnTo>
                    <a:pt x="1379" y="254"/>
                  </a:lnTo>
                  <a:lnTo>
                    <a:pt x="1367" y="232"/>
                  </a:lnTo>
                  <a:lnTo>
                    <a:pt x="1367" y="232"/>
                  </a:lnTo>
                  <a:lnTo>
                    <a:pt x="1345" y="226"/>
                  </a:lnTo>
                  <a:lnTo>
                    <a:pt x="1316" y="215"/>
                  </a:lnTo>
                  <a:lnTo>
                    <a:pt x="1322" y="209"/>
                  </a:lnTo>
                  <a:lnTo>
                    <a:pt x="1316" y="237"/>
                  </a:lnTo>
                  <a:lnTo>
                    <a:pt x="1311" y="237"/>
                  </a:lnTo>
                  <a:lnTo>
                    <a:pt x="1293" y="260"/>
                  </a:lnTo>
                  <a:lnTo>
                    <a:pt x="1293" y="260"/>
                  </a:lnTo>
                  <a:lnTo>
                    <a:pt x="1288" y="288"/>
                  </a:lnTo>
                  <a:lnTo>
                    <a:pt x="1288" y="288"/>
                  </a:lnTo>
                  <a:lnTo>
                    <a:pt x="1288" y="305"/>
                  </a:lnTo>
                  <a:lnTo>
                    <a:pt x="1288" y="305"/>
                  </a:lnTo>
                  <a:lnTo>
                    <a:pt x="1293" y="334"/>
                  </a:lnTo>
                  <a:lnTo>
                    <a:pt x="1299" y="356"/>
                  </a:lnTo>
                  <a:lnTo>
                    <a:pt x="1299" y="356"/>
                  </a:lnTo>
                  <a:lnTo>
                    <a:pt x="1299" y="373"/>
                  </a:lnTo>
                  <a:lnTo>
                    <a:pt x="1299" y="373"/>
                  </a:lnTo>
                  <a:lnTo>
                    <a:pt x="1288" y="402"/>
                  </a:lnTo>
                  <a:lnTo>
                    <a:pt x="1282" y="402"/>
                  </a:lnTo>
                  <a:lnTo>
                    <a:pt x="1259" y="407"/>
                  </a:lnTo>
                  <a:lnTo>
                    <a:pt x="1254" y="407"/>
                  </a:lnTo>
                  <a:lnTo>
                    <a:pt x="1254" y="407"/>
                  </a:lnTo>
                  <a:lnTo>
                    <a:pt x="1248" y="379"/>
                  </a:lnTo>
                  <a:lnTo>
                    <a:pt x="1248" y="379"/>
                  </a:lnTo>
                  <a:lnTo>
                    <a:pt x="1231" y="351"/>
                  </a:lnTo>
                  <a:lnTo>
                    <a:pt x="1231" y="345"/>
                  </a:lnTo>
                  <a:lnTo>
                    <a:pt x="1231" y="322"/>
                  </a:lnTo>
                  <a:lnTo>
                    <a:pt x="1231" y="322"/>
                  </a:lnTo>
                  <a:lnTo>
                    <a:pt x="1237" y="294"/>
                  </a:lnTo>
                  <a:lnTo>
                    <a:pt x="1242" y="277"/>
                  </a:lnTo>
                  <a:lnTo>
                    <a:pt x="1242" y="277"/>
                  </a:lnTo>
                  <a:lnTo>
                    <a:pt x="1231" y="249"/>
                  </a:lnTo>
                  <a:lnTo>
                    <a:pt x="1231" y="249"/>
                  </a:lnTo>
                  <a:lnTo>
                    <a:pt x="1248" y="226"/>
                  </a:lnTo>
                  <a:lnTo>
                    <a:pt x="1248" y="226"/>
                  </a:lnTo>
                  <a:lnTo>
                    <a:pt x="1276" y="209"/>
                  </a:lnTo>
                  <a:lnTo>
                    <a:pt x="1276" y="209"/>
                  </a:lnTo>
                  <a:lnTo>
                    <a:pt x="1305" y="203"/>
                  </a:lnTo>
                  <a:lnTo>
                    <a:pt x="1305" y="203"/>
                  </a:lnTo>
                  <a:lnTo>
                    <a:pt x="1328" y="203"/>
                  </a:lnTo>
                  <a:lnTo>
                    <a:pt x="1328" y="203"/>
                  </a:lnTo>
                  <a:lnTo>
                    <a:pt x="1356" y="192"/>
                  </a:lnTo>
                  <a:lnTo>
                    <a:pt x="1356" y="198"/>
                  </a:lnTo>
                  <a:lnTo>
                    <a:pt x="1339" y="186"/>
                  </a:lnTo>
                  <a:lnTo>
                    <a:pt x="1339" y="186"/>
                  </a:lnTo>
                  <a:lnTo>
                    <a:pt x="1322" y="181"/>
                  </a:lnTo>
                  <a:lnTo>
                    <a:pt x="1322" y="181"/>
                  </a:lnTo>
                  <a:lnTo>
                    <a:pt x="1293" y="175"/>
                  </a:lnTo>
                  <a:lnTo>
                    <a:pt x="1293" y="175"/>
                  </a:lnTo>
                  <a:lnTo>
                    <a:pt x="1271" y="181"/>
                  </a:lnTo>
                  <a:lnTo>
                    <a:pt x="1271" y="181"/>
                  </a:lnTo>
                  <a:lnTo>
                    <a:pt x="1242" y="192"/>
                  </a:lnTo>
                  <a:lnTo>
                    <a:pt x="1237" y="192"/>
                  </a:lnTo>
                  <a:lnTo>
                    <a:pt x="1225" y="175"/>
                  </a:lnTo>
                  <a:lnTo>
                    <a:pt x="1225" y="175"/>
                  </a:lnTo>
                  <a:lnTo>
                    <a:pt x="1208" y="175"/>
                  </a:lnTo>
                  <a:lnTo>
                    <a:pt x="1203" y="169"/>
                  </a:lnTo>
                  <a:lnTo>
                    <a:pt x="1208" y="147"/>
                  </a:lnTo>
                  <a:lnTo>
                    <a:pt x="1208" y="152"/>
                  </a:lnTo>
                  <a:lnTo>
                    <a:pt x="1180" y="175"/>
                  </a:lnTo>
                  <a:lnTo>
                    <a:pt x="1157" y="192"/>
                  </a:lnTo>
                  <a:lnTo>
                    <a:pt x="1157" y="192"/>
                  </a:lnTo>
                  <a:lnTo>
                    <a:pt x="1129" y="181"/>
                  </a:lnTo>
                  <a:lnTo>
                    <a:pt x="1135" y="181"/>
                  </a:lnTo>
                  <a:lnTo>
                    <a:pt x="1101" y="186"/>
                  </a:lnTo>
                  <a:lnTo>
                    <a:pt x="1101" y="186"/>
                  </a:lnTo>
                  <a:lnTo>
                    <a:pt x="1101" y="181"/>
                  </a:lnTo>
                  <a:lnTo>
                    <a:pt x="1129" y="141"/>
                  </a:lnTo>
                  <a:lnTo>
                    <a:pt x="1129" y="141"/>
                  </a:lnTo>
                  <a:lnTo>
                    <a:pt x="1163" y="124"/>
                  </a:lnTo>
                  <a:lnTo>
                    <a:pt x="1163" y="130"/>
                  </a:lnTo>
                  <a:lnTo>
                    <a:pt x="1146" y="130"/>
                  </a:lnTo>
                  <a:lnTo>
                    <a:pt x="1118" y="124"/>
                  </a:lnTo>
                  <a:lnTo>
                    <a:pt x="1118" y="124"/>
                  </a:lnTo>
                  <a:lnTo>
                    <a:pt x="1101" y="130"/>
                  </a:lnTo>
                  <a:lnTo>
                    <a:pt x="1095" y="130"/>
                  </a:lnTo>
                  <a:lnTo>
                    <a:pt x="1067" y="119"/>
                  </a:lnTo>
                  <a:lnTo>
                    <a:pt x="1044" y="107"/>
                  </a:lnTo>
                  <a:lnTo>
                    <a:pt x="1049" y="107"/>
                  </a:lnTo>
                  <a:lnTo>
                    <a:pt x="1027" y="119"/>
                  </a:lnTo>
                  <a:lnTo>
                    <a:pt x="1027" y="119"/>
                  </a:lnTo>
                  <a:lnTo>
                    <a:pt x="998" y="96"/>
                  </a:lnTo>
                  <a:lnTo>
                    <a:pt x="998" y="96"/>
                  </a:lnTo>
                  <a:lnTo>
                    <a:pt x="930" y="96"/>
                  </a:lnTo>
                  <a:lnTo>
                    <a:pt x="715" y="90"/>
                  </a:lnTo>
                  <a:lnTo>
                    <a:pt x="624" y="85"/>
                  </a:lnTo>
                  <a:lnTo>
                    <a:pt x="522" y="73"/>
                  </a:lnTo>
                  <a:lnTo>
                    <a:pt x="352" y="51"/>
                  </a:lnTo>
                  <a:lnTo>
                    <a:pt x="317" y="45"/>
                  </a:lnTo>
                  <a:lnTo>
                    <a:pt x="204" y="17"/>
                  </a:lnTo>
                  <a:lnTo>
                    <a:pt x="153" y="5"/>
                  </a:lnTo>
                  <a:lnTo>
                    <a:pt x="153" y="0"/>
                  </a:lnTo>
                  <a:lnTo>
                    <a:pt x="153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4" name="Rectangle 26"/>
            <p:cNvSpPr>
              <a:spLocks noChangeArrowheads="1"/>
            </p:cNvSpPr>
            <p:nvPr/>
          </p:nvSpPr>
          <p:spPr bwMode="auto">
            <a:xfrm>
              <a:off x="2378710" y="3017838"/>
              <a:ext cx="53975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5" name="Freeform 27"/>
            <p:cNvSpPr>
              <a:spLocks noEditPoints="1"/>
            </p:cNvSpPr>
            <p:nvPr/>
          </p:nvSpPr>
          <p:spPr bwMode="auto">
            <a:xfrm>
              <a:off x="2373947" y="3008313"/>
              <a:ext cx="63500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6" y="39"/>
                </a:cxn>
                <a:cxn ang="0">
                  <a:pos x="0" y="39"/>
                </a:cxn>
                <a:cxn ang="0">
                  <a:pos x="34" y="39"/>
                </a:cxn>
                <a:cxn ang="0">
                  <a:pos x="34" y="39"/>
                </a:cxn>
                <a:cxn ang="0">
                  <a:pos x="34" y="0"/>
                </a:cxn>
                <a:cxn ang="0">
                  <a:pos x="34" y="5"/>
                </a:cxn>
                <a:cxn ang="0">
                  <a:pos x="0" y="5"/>
                </a:cxn>
                <a:cxn ang="0">
                  <a:pos x="6" y="0"/>
                </a:cxn>
                <a:cxn ang="0">
                  <a:pos x="6" y="39"/>
                </a:cxn>
              </a:cxnLst>
              <a:rect l="0" t="0" r="r" b="b"/>
              <a:pathLst>
                <a:path w="40" h="45">
                  <a:moveTo>
                    <a:pt x="0" y="0"/>
                  </a:moveTo>
                  <a:lnTo>
                    <a:pt x="40" y="0"/>
                  </a:lnTo>
                  <a:lnTo>
                    <a:pt x="40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6" y="39"/>
                  </a:moveTo>
                  <a:lnTo>
                    <a:pt x="0" y="39"/>
                  </a:lnTo>
                  <a:lnTo>
                    <a:pt x="34" y="39"/>
                  </a:lnTo>
                  <a:lnTo>
                    <a:pt x="34" y="39"/>
                  </a:lnTo>
                  <a:lnTo>
                    <a:pt x="34" y="0"/>
                  </a:lnTo>
                  <a:lnTo>
                    <a:pt x="34" y="5"/>
                  </a:lnTo>
                  <a:lnTo>
                    <a:pt x="0" y="5"/>
                  </a:lnTo>
                  <a:lnTo>
                    <a:pt x="6" y="0"/>
                  </a:lnTo>
                  <a:lnTo>
                    <a:pt x="6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8" name="Rectangle 30"/>
            <p:cNvSpPr>
              <a:spLocks noChangeArrowheads="1"/>
            </p:cNvSpPr>
            <p:nvPr/>
          </p:nvSpPr>
          <p:spPr bwMode="auto">
            <a:xfrm>
              <a:off x="2288223" y="3521075"/>
              <a:ext cx="53975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9" name="Freeform 31"/>
            <p:cNvSpPr>
              <a:spLocks noEditPoints="1"/>
            </p:cNvSpPr>
            <p:nvPr/>
          </p:nvSpPr>
          <p:spPr bwMode="auto">
            <a:xfrm>
              <a:off x="2288223" y="3511550"/>
              <a:ext cx="63500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6" y="39"/>
                </a:cxn>
                <a:cxn ang="0">
                  <a:pos x="0" y="39"/>
                </a:cxn>
                <a:cxn ang="0">
                  <a:pos x="34" y="39"/>
                </a:cxn>
                <a:cxn ang="0">
                  <a:pos x="34" y="39"/>
                </a:cxn>
                <a:cxn ang="0">
                  <a:pos x="34" y="0"/>
                </a:cxn>
                <a:cxn ang="0">
                  <a:pos x="34" y="5"/>
                </a:cxn>
                <a:cxn ang="0">
                  <a:pos x="0" y="5"/>
                </a:cxn>
                <a:cxn ang="0">
                  <a:pos x="6" y="0"/>
                </a:cxn>
                <a:cxn ang="0">
                  <a:pos x="6" y="39"/>
                </a:cxn>
              </a:cxnLst>
              <a:rect l="0" t="0" r="r" b="b"/>
              <a:pathLst>
                <a:path w="40" h="45">
                  <a:moveTo>
                    <a:pt x="0" y="0"/>
                  </a:moveTo>
                  <a:lnTo>
                    <a:pt x="40" y="0"/>
                  </a:lnTo>
                  <a:lnTo>
                    <a:pt x="40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6" y="39"/>
                  </a:moveTo>
                  <a:lnTo>
                    <a:pt x="0" y="39"/>
                  </a:lnTo>
                  <a:lnTo>
                    <a:pt x="34" y="39"/>
                  </a:lnTo>
                  <a:lnTo>
                    <a:pt x="34" y="39"/>
                  </a:lnTo>
                  <a:lnTo>
                    <a:pt x="34" y="0"/>
                  </a:lnTo>
                  <a:lnTo>
                    <a:pt x="34" y="5"/>
                  </a:lnTo>
                  <a:lnTo>
                    <a:pt x="0" y="5"/>
                  </a:lnTo>
                  <a:lnTo>
                    <a:pt x="6" y="0"/>
                  </a:lnTo>
                  <a:lnTo>
                    <a:pt x="6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5632" name="AutoShape 4"/>
            <p:cNvCxnSpPr>
              <a:cxnSpLocks noChangeShapeType="1"/>
            </p:cNvCxnSpPr>
            <p:nvPr/>
          </p:nvCxnSpPr>
          <p:spPr bwMode="auto">
            <a:xfrm rot="5400000" flipH="1" flipV="1">
              <a:off x="2529106" y="3559831"/>
              <a:ext cx="1039138" cy="82541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25629" name="Rectangle 30"/>
            <p:cNvSpPr>
              <a:spLocks noChangeArrowheads="1"/>
            </p:cNvSpPr>
            <p:nvPr/>
          </p:nvSpPr>
          <p:spPr bwMode="auto">
            <a:xfrm>
              <a:off x="0" y="4169153"/>
              <a:ext cx="384048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 smtClean="0"/>
                <a:t>Optimal with no west-coast cities, </a:t>
              </a:r>
              <a:r>
                <a:rPr lang="en-US" sz="2000" i="1" dirty="0" smtClean="0"/>
                <a:t>p</a:t>
              </a:r>
              <a:r>
                <a:rPr lang="en-US" sz="2000" dirty="0" smtClean="0"/>
                <a:t>=4</a:t>
              </a:r>
            </a:p>
          </p:txBody>
        </p:sp>
        <p:cxnSp>
          <p:nvCxnSpPr>
            <p:cNvPr id="25630" name="AutoShape 7"/>
            <p:cNvCxnSpPr>
              <a:cxnSpLocks noChangeShapeType="1"/>
            </p:cNvCxnSpPr>
            <p:nvPr/>
          </p:nvCxnSpPr>
          <p:spPr bwMode="auto">
            <a:xfrm>
              <a:off x="2399456" y="3043179"/>
              <a:ext cx="690490" cy="28572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63504" name="Rectangle 16"/>
            <p:cNvSpPr>
              <a:spLocks noChangeArrowheads="1"/>
            </p:cNvSpPr>
            <p:nvPr/>
          </p:nvSpPr>
          <p:spPr bwMode="auto">
            <a:xfrm>
              <a:off x="1900872" y="3717925"/>
              <a:ext cx="64008" cy="7315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06" name="Rectangle 18"/>
            <p:cNvSpPr>
              <a:spLocks noChangeArrowheads="1"/>
            </p:cNvSpPr>
            <p:nvPr/>
          </p:nvSpPr>
          <p:spPr bwMode="auto">
            <a:xfrm>
              <a:off x="1973898" y="3933826"/>
              <a:ext cx="73152" cy="7302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508" name="Rectangle 20"/>
            <p:cNvSpPr>
              <a:spLocks noChangeArrowheads="1"/>
            </p:cNvSpPr>
            <p:nvPr/>
          </p:nvSpPr>
          <p:spPr bwMode="auto">
            <a:xfrm>
              <a:off x="2253297" y="3251200"/>
              <a:ext cx="73152" cy="7143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0" name="Rectangle 22"/>
            <p:cNvSpPr>
              <a:spLocks noChangeArrowheads="1"/>
            </p:cNvSpPr>
            <p:nvPr/>
          </p:nvSpPr>
          <p:spPr bwMode="auto">
            <a:xfrm>
              <a:off x="2045335" y="2809875"/>
              <a:ext cx="73152" cy="7315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2" name="Rectangle 24"/>
            <p:cNvSpPr>
              <a:spLocks noChangeArrowheads="1"/>
            </p:cNvSpPr>
            <p:nvPr/>
          </p:nvSpPr>
          <p:spPr bwMode="auto">
            <a:xfrm>
              <a:off x="2008823" y="3246438"/>
              <a:ext cx="73152" cy="7315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516" name="Rectangle 28"/>
            <p:cNvSpPr>
              <a:spLocks noChangeArrowheads="1"/>
            </p:cNvSpPr>
            <p:nvPr/>
          </p:nvSpPr>
          <p:spPr bwMode="auto">
            <a:xfrm>
              <a:off x="2315210" y="3889374"/>
              <a:ext cx="73152" cy="7315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0" name="Rectangle 32"/>
            <p:cNvSpPr>
              <a:spLocks noChangeArrowheads="1"/>
            </p:cNvSpPr>
            <p:nvPr/>
          </p:nvSpPr>
          <p:spPr bwMode="auto">
            <a:xfrm>
              <a:off x="2631122" y="3573463"/>
              <a:ext cx="73152" cy="7302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4" name="Rectangle 36"/>
            <p:cNvSpPr>
              <a:spLocks noChangeArrowheads="1"/>
            </p:cNvSpPr>
            <p:nvPr/>
          </p:nvSpPr>
          <p:spPr bwMode="auto">
            <a:xfrm>
              <a:off x="2812099" y="4002088"/>
              <a:ext cx="53975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5" name="Freeform 37"/>
            <p:cNvSpPr>
              <a:spLocks noEditPoints="1"/>
            </p:cNvSpPr>
            <p:nvPr/>
          </p:nvSpPr>
          <p:spPr bwMode="auto">
            <a:xfrm>
              <a:off x="2802573" y="3997325"/>
              <a:ext cx="73152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" y="0"/>
                </a:cxn>
                <a:cxn ang="0">
                  <a:pos x="39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5" y="39"/>
                </a:cxn>
                <a:cxn ang="0">
                  <a:pos x="0" y="39"/>
                </a:cxn>
                <a:cxn ang="0">
                  <a:pos x="34" y="39"/>
                </a:cxn>
                <a:cxn ang="0">
                  <a:pos x="34" y="39"/>
                </a:cxn>
                <a:cxn ang="0">
                  <a:pos x="34" y="0"/>
                </a:cxn>
                <a:cxn ang="0">
                  <a:pos x="34" y="5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39"/>
                </a:cxn>
              </a:cxnLst>
              <a:rect l="0" t="0" r="r" b="b"/>
              <a:pathLst>
                <a:path w="39" h="45">
                  <a:moveTo>
                    <a:pt x="0" y="0"/>
                  </a:moveTo>
                  <a:lnTo>
                    <a:pt x="39" y="0"/>
                  </a:lnTo>
                  <a:lnTo>
                    <a:pt x="39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5" y="39"/>
                  </a:moveTo>
                  <a:lnTo>
                    <a:pt x="0" y="39"/>
                  </a:lnTo>
                  <a:lnTo>
                    <a:pt x="34" y="39"/>
                  </a:lnTo>
                  <a:lnTo>
                    <a:pt x="34" y="39"/>
                  </a:lnTo>
                  <a:lnTo>
                    <a:pt x="34" y="0"/>
                  </a:lnTo>
                  <a:lnTo>
                    <a:pt x="34" y="5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6" name="Rectangle 38"/>
            <p:cNvSpPr>
              <a:spLocks noChangeArrowheads="1"/>
            </p:cNvSpPr>
            <p:nvPr/>
          </p:nvSpPr>
          <p:spPr bwMode="auto">
            <a:xfrm>
              <a:off x="2608898" y="2959101"/>
              <a:ext cx="63500" cy="635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7" name="Freeform 39"/>
            <p:cNvSpPr>
              <a:spLocks noEditPoints="1"/>
            </p:cNvSpPr>
            <p:nvPr/>
          </p:nvSpPr>
          <p:spPr bwMode="auto">
            <a:xfrm>
              <a:off x="2604135" y="2954338"/>
              <a:ext cx="71437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0"/>
                </a:cxn>
                <a:cxn ang="0">
                  <a:pos x="45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6" y="40"/>
                </a:cxn>
                <a:cxn ang="0">
                  <a:pos x="0" y="40"/>
                </a:cxn>
                <a:cxn ang="0">
                  <a:pos x="40" y="40"/>
                </a:cxn>
                <a:cxn ang="0">
                  <a:pos x="40" y="40"/>
                </a:cxn>
                <a:cxn ang="0">
                  <a:pos x="40" y="0"/>
                </a:cxn>
                <a:cxn ang="0">
                  <a:pos x="4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40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lnTo>
                    <a:pt x="45" y="0"/>
                  </a:lnTo>
                  <a:lnTo>
                    <a:pt x="45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6" y="40"/>
                  </a:moveTo>
                  <a:lnTo>
                    <a:pt x="0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0" y="0"/>
                  </a:lnTo>
                  <a:lnTo>
                    <a:pt x="40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0" name="Rectangle 42"/>
            <p:cNvSpPr>
              <a:spLocks noChangeArrowheads="1"/>
            </p:cNvSpPr>
            <p:nvPr/>
          </p:nvSpPr>
          <p:spPr bwMode="auto">
            <a:xfrm>
              <a:off x="2567623" y="3197225"/>
              <a:ext cx="63500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1" name="Freeform 43"/>
            <p:cNvSpPr>
              <a:spLocks noEditPoints="1"/>
            </p:cNvSpPr>
            <p:nvPr/>
          </p:nvSpPr>
          <p:spPr bwMode="auto">
            <a:xfrm>
              <a:off x="2567623" y="3197225"/>
              <a:ext cx="73025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6" y="0"/>
                </a:cxn>
                <a:cxn ang="0">
                  <a:pos x="46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6" y="39"/>
                </a:cxn>
                <a:cxn ang="0">
                  <a:pos x="0" y="39"/>
                </a:cxn>
                <a:cxn ang="0">
                  <a:pos x="40" y="39"/>
                </a:cxn>
                <a:cxn ang="0">
                  <a:pos x="40" y="39"/>
                </a:cxn>
                <a:cxn ang="0">
                  <a:pos x="40" y="0"/>
                </a:cxn>
                <a:cxn ang="0">
                  <a:pos x="40" y="5"/>
                </a:cxn>
                <a:cxn ang="0">
                  <a:pos x="0" y="5"/>
                </a:cxn>
                <a:cxn ang="0">
                  <a:pos x="6" y="0"/>
                </a:cxn>
                <a:cxn ang="0">
                  <a:pos x="6" y="39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lnTo>
                    <a:pt x="46" y="0"/>
                  </a:lnTo>
                  <a:lnTo>
                    <a:pt x="46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6" y="39"/>
                  </a:moveTo>
                  <a:lnTo>
                    <a:pt x="0" y="39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40" y="0"/>
                  </a:lnTo>
                  <a:lnTo>
                    <a:pt x="40" y="5"/>
                  </a:lnTo>
                  <a:lnTo>
                    <a:pt x="0" y="5"/>
                  </a:lnTo>
                  <a:lnTo>
                    <a:pt x="6" y="0"/>
                  </a:lnTo>
                  <a:lnTo>
                    <a:pt x="6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4" name="Rectangle 46"/>
            <p:cNvSpPr>
              <a:spLocks noChangeArrowheads="1"/>
            </p:cNvSpPr>
            <p:nvPr/>
          </p:nvSpPr>
          <p:spPr bwMode="auto">
            <a:xfrm>
              <a:off x="3234373" y="2819400"/>
              <a:ext cx="63500" cy="7143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5" name="Freeform 47"/>
            <p:cNvSpPr>
              <a:spLocks noEditPoints="1"/>
            </p:cNvSpPr>
            <p:nvPr/>
          </p:nvSpPr>
          <p:spPr bwMode="auto">
            <a:xfrm>
              <a:off x="3234373" y="2814637"/>
              <a:ext cx="73025" cy="809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6" y="0"/>
                </a:cxn>
                <a:cxn ang="0">
                  <a:pos x="46" y="51"/>
                </a:cxn>
                <a:cxn ang="0">
                  <a:pos x="0" y="51"/>
                </a:cxn>
                <a:cxn ang="0">
                  <a:pos x="0" y="0"/>
                </a:cxn>
                <a:cxn ang="0">
                  <a:pos x="6" y="45"/>
                </a:cxn>
                <a:cxn ang="0">
                  <a:pos x="0" y="45"/>
                </a:cxn>
                <a:cxn ang="0">
                  <a:pos x="40" y="45"/>
                </a:cxn>
                <a:cxn ang="0">
                  <a:pos x="40" y="45"/>
                </a:cxn>
                <a:cxn ang="0">
                  <a:pos x="40" y="0"/>
                </a:cxn>
                <a:cxn ang="0">
                  <a:pos x="4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45"/>
                </a:cxn>
              </a:cxnLst>
              <a:rect l="0" t="0" r="r" b="b"/>
              <a:pathLst>
                <a:path w="46" h="51">
                  <a:moveTo>
                    <a:pt x="0" y="0"/>
                  </a:moveTo>
                  <a:lnTo>
                    <a:pt x="46" y="0"/>
                  </a:lnTo>
                  <a:lnTo>
                    <a:pt x="46" y="51"/>
                  </a:lnTo>
                  <a:lnTo>
                    <a:pt x="0" y="51"/>
                  </a:lnTo>
                  <a:lnTo>
                    <a:pt x="0" y="0"/>
                  </a:lnTo>
                  <a:close/>
                  <a:moveTo>
                    <a:pt x="6" y="45"/>
                  </a:moveTo>
                  <a:lnTo>
                    <a:pt x="0" y="45"/>
                  </a:lnTo>
                  <a:lnTo>
                    <a:pt x="40" y="45"/>
                  </a:lnTo>
                  <a:lnTo>
                    <a:pt x="40" y="45"/>
                  </a:lnTo>
                  <a:lnTo>
                    <a:pt x="40" y="0"/>
                  </a:lnTo>
                  <a:lnTo>
                    <a:pt x="40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6" name="Rectangle 48"/>
            <p:cNvSpPr>
              <a:spLocks noChangeArrowheads="1"/>
            </p:cNvSpPr>
            <p:nvPr/>
          </p:nvSpPr>
          <p:spPr bwMode="auto">
            <a:xfrm>
              <a:off x="3116898" y="2963863"/>
              <a:ext cx="63500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7" name="Freeform 49"/>
            <p:cNvSpPr>
              <a:spLocks noEditPoints="1"/>
            </p:cNvSpPr>
            <p:nvPr/>
          </p:nvSpPr>
          <p:spPr bwMode="auto">
            <a:xfrm>
              <a:off x="3116898" y="2963863"/>
              <a:ext cx="73025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6" y="0"/>
                </a:cxn>
                <a:cxn ang="0">
                  <a:pos x="46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6" y="39"/>
                </a:cxn>
                <a:cxn ang="0">
                  <a:pos x="0" y="39"/>
                </a:cxn>
                <a:cxn ang="0">
                  <a:pos x="40" y="39"/>
                </a:cxn>
                <a:cxn ang="0">
                  <a:pos x="40" y="39"/>
                </a:cxn>
                <a:cxn ang="0">
                  <a:pos x="40" y="0"/>
                </a:cxn>
                <a:cxn ang="0">
                  <a:pos x="40" y="5"/>
                </a:cxn>
                <a:cxn ang="0">
                  <a:pos x="0" y="5"/>
                </a:cxn>
                <a:cxn ang="0">
                  <a:pos x="6" y="0"/>
                </a:cxn>
                <a:cxn ang="0">
                  <a:pos x="6" y="39"/>
                </a:cxn>
              </a:cxnLst>
              <a:rect l="0" t="0" r="r" b="b"/>
              <a:pathLst>
                <a:path w="46" h="45">
                  <a:moveTo>
                    <a:pt x="0" y="0"/>
                  </a:moveTo>
                  <a:lnTo>
                    <a:pt x="46" y="0"/>
                  </a:lnTo>
                  <a:lnTo>
                    <a:pt x="46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6" y="39"/>
                  </a:moveTo>
                  <a:lnTo>
                    <a:pt x="0" y="39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40" y="0"/>
                  </a:lnTo>
                  <a:lnTo>
                    <a:pt x="40" y="5"/>
                  </a:lnTo>
                  <a:lnTo>
                    <a:pt x="0" y="5"/>
                  </a:lnTo>
                  <a:lnTo>
                    <a:pt x="6" y="0"/>
                  </a:lnTo>
                  <a:lnTo>
                    <a:pt x="6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0" name="Rectangle 52"/>
            <p:cNvSpPr>
              <a:spLocks noChangeArrowheads="1"/>
            </p:cNvSpPr>
            <p:nvPr/>
          </p:nvSpPr>
          <p:spPr bwMode="auto">
            <a:xfrm>
              <a:off x="3001010" y="3106738"/>
              <a:ext cx="61912" cy="6350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1" name="Freeform 53"/>
            <p:cNvSpPr>
              <a:spLocks noEditPoints="1"/>
            </p:cNvSpPr>
            <p:nvPr/>
          </p:nvSpPr>
          <p:spPr bwMode="auto">
            <a:xfrm>
              <a:off x="3001010" y="3101975"/>
              <a:ext cx="71437" cy="71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5" y="0"/>
                </a:cxn>
                <a:cxn ang="0">
                  <a:pos x="45" y="45"/>
                </a:cxn>
                <a:cxn ang="0">
                  <a:pos x="0" y="45"/>
                </a:cxn>
                <a:cxn ang="0">
                  <a:pos x="0" y="0"/>
                </a:cxn>
                <a:cxn ang="0">
                  <a:pos x="5" y="40"/>
                </a:cxn>
                <a:cxn ang="0">
                  <a:pos x="0" y="40"/>
                </a:cxn>
                <a:cxn ang="0">
                  <a:pos x="39" y="40"/>
                </a:cxn>
                <a:cxn ang="0">
                  <a:pos x="39" y="40"/>
                </a:cxn>
                <a:cxn ang="0">
                  <a:pos x="39" y="0"/>
                </a:cxn>
                <a:cxn ang="0">
                  <a:pos x="39" y="6"/>
                </a:cxn>
                <a:cxn ang="0">
                  <a:pos x="0" y="6"/>
                </a:cxn>
                <a:cxn ang="0">
                  <a:pos x="5" y="0"/>
                </a:cxn>
                <a:cxn ang="0">
                  <a:pos x="5" y="40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lnTo>
                    <a:pt x="45" y="0"/>
                  </a:lnTo>
                  <a:lnTo>
                    <a:pt x="45" y="45"/>
                  </a:lnTo>
                  <a:lnTo>
                    <a:pt x="0" y="45"/>
                  </a:lnTo>
                  <a:lnTo>
                    <a:pt x="0" y="0"/>
                  </a:lnTo>
                  <a:close/>
                  <a:moveTo>
                    <a:pt x="5" y="40"/>
                  </a:moveTo>
                  <a:lnTo>
                    <a:pt x="0" y="40"/>
                  </a:lnTo>
                  <a:lnTo>
                    <a:pt x="39" y="40"/>
                  </a:lnTo>
                  <a:lnTo>
                    <a:pt x="39" y="40"/>
                  </a:lnTo>
                  <a:lnTo>
                    <a:pt x="39" y="0"/>
                  </a:lnTo>
                  <a:lnTo>
                    <a:pt x="39" y="6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2" name="Rectangle 54"/>
            <p:cNvSpPr>
              <a:spLocks noChangeArrowheads="1"/>
            </p:cNvSpPr>
            <p:nvPr/>
          </p:nvSpPr>
          <p:spPr bwMode="auto">
            <a:xfrm>
              <a:off x="2974023" y="3148013"/>
              <a:ext cx="61912" cy="619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5634" name="AutoShape 6"/>
            <p:cNvCxnSpPr>
              <a:cxnSpLocks noChangeShapeType="1"/>
              <a:stCxn id="63518" idx="3"/>
            </p:cNvCxnSpPr>
            <p:nvPr/>
          </p:nvCxnSpPr>
          <p:spPr bwMode="auto">
            <a:xfrm flipV="1">
              <a:off x="2342198" y="3081215"/>
              <a:ext cx="748065" cy="47081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12" name="Group 130"/>
          <p:cNvGrpSpPr/>
          <p:nvPr/>
        </p:nvGrpSpPr>
        <p:grpSpPr>
          <a:xfrm>
            <a:off x="45720" y="2727322"/>
            <a:ext cx="4998720" cy="2743095"/>
            <a:chOff x="45720" y="2498722"/>
            <a:chExt cx="4998720" cy="2743095"/>
          </a:xfrm>
        </p:grpSpPr>
        <p:grpSp>
          <p:nvGrpSpPr>
            <p:cNvPr id="13" name="Group 129"/>
            <p:cNvGrpSpPr/>
            <p:nvPr/>
          </p:nvGrpSpPr>
          <p:grpSpPr>
            <a:xfrm>
              <a:off x="457842" y="2498722"/>
              <a:ext cx="4586598" cy="2095757"/>
              <a:chOff x="457842" y="2498722"/>
              <a:chExt cx="4586598" cy="2095757"/>
            </a:xfrm>
          </p:grpSpPr>
          <p:sp>
            <p:nvSpPr>
              <p:cNvPr id="119" name="Rectangle 6"/>
              <p:cNvSpPr>
                <a:spLocks noChangeArrowheads="1"/>
              </p:cNvSpPr>
              <p:nvPr/>
            </p:nvSpPr>
            <p:spPr bwMode="auto">
              <a:xfrm>
                <a:off x="3909436" y="3271040"/>
                <a:ext cx="1135004" cy="1323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 smtClean="0">
                    <a:solidFill>
                      <a:srgbClr val="0000CC"/>
                    </a:solidFill>
                  </a:rPr>
                  <a:t>Add 5 West- Coast cities </a:t>
                </a:r>
                <a:endParaRPr lang="en-US" sz="1600" b="1" dirty="0">
                  <a:solidFill>
                    <a:srgbClr val="0000CC"/>
                  </a:solidFill>
                </a:endParaRPr>
              </a:p>
            </p:txBody>
          </p:sp>
          <p:grpSp>
            <p:nvGrpSpPr>
              <p:cNvPr id="14" name="Group 127"/>
              <p:cNvGrpSpPr/>
              <p:nvPr/>
            </p:nvGrpSpPr>
            <p:grpSpPr>
              <a:xfrm>
                <a:off x="457842" y="2498722"/>
                <a:ext cx="1077658" cy="1182432"/>
                <a:chOff x="5672801" y="4451350"/>
                <a:chExt cx="1077658" cy="1182432"/>
              </a:xfrm>
            </p:grpSpPr>
            <p:sp>
              <p:nvSpPr>
                <p:cNvPr id="122" name="Rectangle 16"/>
                <p:cNvSpPr>
                  <a:spLocks noChangeArrowheads="1"/>
                </p:cNvSpPr>
                <p:nvPr/>
              </p:nvSpPr>
              <p:spPr bwMode="auto">
                <a:xfrm>
                  <a:off x="5844251" y="4451350"/>
                  <a:ext cx="82296" cy="82296"/>
                </a:xfrm>
                <a:prstGeom prst="rect">
                  <a:avLst/>
                </a:prstGeom>
                <a:solidFill>
                  <a:srgbClr val="0000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Rectangle 16"/>
                <p:cNvSpPr>
                  <a:spLocks noChangeArrowheads="1"/>
                </p:cNvSpPr>
                <p:nvPr/>
              </p:nvSpPr>
              <p:spPr bwMode="auto">
                <a:xfrm>
                  <a:off x="5672801" y="5127625"/>
                  <a:ext cx="82296" cy="82296"/>
                </a:xfrm>
                <a:prstGeom prst="rect">
                  <a:avLst/>
                </a:prstGeom>
                <a:solidFill>
                  <a:srgbClr val="0000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Rectangle 16"/>
                <p:cNvSpPr>
                  <a:spLocks noChangeArrowheads="1"/>
                </p:cNvSpPr>
                <p:nvPr/>
              </p:nvSpPr>
              <p:spPr bwMode="auto">
                <a:xfrm>
                  <a:off x="6225251" y="5551486"/>
                  <a:ext cx="82296" cy="82296"/>
                </a:xfrm>
                <a:prstGeom prst="rect">
                  <a:avLst/>
                </a:prstGeom>
                <a:solidFill>
                  <a:srgbClr val="0000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Rectangle 16"/>
                <p:cNvSpPr>
                  <a:spLocks noChangeArrowheads="1"/>
                </p:cNvSpPr>
                <p:nvPr/>
              </p:nvSpPr>
              <p:spPr bwMode="auto">
                <a:xfrm>
                  <a:off x="6668163" y="5137149"/>
                  <a:ext cx="82296" cy="82296"/>
                </a:xfrm>
                <a:prstGeom prst="rect">
                  <a:avLst/>
                </a:prstGeom>
                <a:solidFill>
                  <a:srgbClr val="0000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Rectangle 16"/>
                <p:cNvSpPr>
                  <a:spLocks noChangeArrowheads="1"/>
                </p:cNvSpPr>
                <p:nvPr/>
              </p:nvSpPr>
              <p:spPr bwMode="auto">
                <a:xfrm>
                  <a:off x="5849013" y="5446712"/>
                  <a:ext cx="82296" cy="82296"/>
                </a:xfrm>
                <a:prstGeom prst="rect">
                  <a:avLst/>
                </a:prstGeom>
                <a:solidFill>
                  <a:srgbClr val="0000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29" name="Rectangle 128"/>
            <p:cNvSpPr/>
            <p:nvPr/>
          </p:nvSpPr>
          <p:spPr>
            <a:xfrm>
              <a:off x="45720" y="4841707"/>
              <a:ext cx="41605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2000" b="1" dirty="0" smtClean="0">
                  <a:solidFill>
                    <a:srgbClr val="000000"/>
                  </a:solidFill>
                  <a:sym typeface="Symbol" pitchFamily="18" charset="2"/>
                </a:rPr>
                <a:t>No isolated hubs</a:t>
              </a:r>
              <a:r>
                <a:rPr lang="en-US" sz="2000" dirty="0" smtClean="0">
                  <a:solidFill>
                    <a:srgbClr val="000000"/>
                  </a:solidFill>
                  <a:sym typeface="Symbol" pitchFamily="18" charset="2"/>
                </a:rPr>
                <a:t>, </a:t>
              </a:r>
              <a:r>
                <a:rPr lang="en-US" sz="2000" b="1" dirty="0" smtClean="0">
                  <a:solidFill>
                    <a:srgbClr val="0000CC"/>
                  </a:solidFill>
                  <a:sym typeface="Symbol" pitchFamily="18" charset="2"/>
                </a:rPr>
                <a:t>Cost=1085</a:t>
              </a:r>
              <a:r>
                <a:rPr lang="en-US" sz="2000" dirty="0" smtClean="0">
                  <a:solidFill>
                    <a:srgbClr val="000000"/>
                  </a:solidFill>
                </a:rPr>
                <a:t> 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Group 132"/>
          <p:cNvGrpSpPr/>
          <p:nvPr/>
        </p:nvGrpSpPr>
        <p:grpSpPr>
          <a:xfrm>
            <a:off x="2255003" y="3194845"/>
            <a:ext cx="893655" cy="1209233"/>
            <a:chOff x="2255003" y="2983825"/>
            <a:chExt cx="893655" cy="1209233"/>
          </a:xfrm>
        </p:grpSpPr>
        <p:sp>
          <p:nvSpPr>
            <p:cNvPr id="87" name="Oval 7"/>
            <p:cNvSpPr>
              <a:spLocks noChangeArrowheads="1"/>
            </p:cNvSpPr>
            <p:nvPr/>
          </p:nvSpPr>
          <p:spPr bwMode="auto">
            <a:xfrm>
              <a:off x="2926356" y="4083821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1" name="Oval 11"/>
            <p:cNvSpPr>
              <a:spLocks noChangeArrowheads="1"/>
            </p:cNvSpPr>
            <p:nvPr/>
          </p:nvSpPr>
          <p:spPr bwMode="auto">
            <a:xfrm>
              <a:off x="2339478" y="2983825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86" name="Oval 6"/>
            <p:cNvSpPr>
              <a:spLocks noChangeArrowheads="1"/>
            </p:cNvSpPr>
            <p:nvPr/>
          </p:nvSpPr>
          <p:spPr bwMode="auto">
            <a:xfrm>
              <a:off x="2255003" y="3497622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90" name="Oval 10"/>
            <p:cNvSpPr>
              <a:spLocks noChangeArrowheads="1"/>
            </p:cNvSpPr>
            <p:nvPr/>
          </p:nvSpPr>
          <p:spPr bwMode="auto">
            <a:xfrm>
              <a:off x="3034331" y="3013675"/>
              <a:ext cx="114327" cy="1092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85" name="Line 169"/>
          <p:cNvSpPr>
            <a:spLocks noChangeShapeType="1"/>
          </p:cNvSpPr>
          <p:nvPr/>
        </p:nvSpPr>
        <p:spPr bwMode="auto">
          <a:xfrm>
            <a:off x="731520" y="118872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Findings for Isolated Hubs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095957" cy="5059045"/>
          </a:xfrm>
          <a:solidFill>
            <a:srgbClr val="CCFFCC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Isolated hubs are useful to respond efficiently to:</a:t>
            </a:r>
          </a:p>
          <a:p>
            <a:pPr lvl="1"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an expanding service region and</a:t>
            </a:r>
          </a:p>
          <a:p>
            <a:pPr lvl="1"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an increasing intensity of demand.</a:t>
            </a:r>
          </a:p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Adding isolated hubs may be a more cost effective than adding connected hubs (and hub arcs).</a:t>
            </a:r>
          </a:p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Isolated hubs seem most useful in networks having:   </a:t>
            </a:r>
            <a:r>
              <a:rPr lang="en-US" sz="2400" i="1" dirty="0" smtClean="0"/>
              <a:t>few hub arcs</a:t>
            </a:r>
            <a:r>
              <a:rPr lang="en-US" sz="2400" dirty="0" smtClean="0"/>
              <a:t>, </a:t>
            </a:r>
            <a:r>
              <a:rPr lang="en-US" sz="2400" i="1" dirty="0" smtClean="0"/>
              <a:t>small </a:t>
            </a:r>
            <a:r>
              <a:rPr lang="en-US" sz="2400" i="1" dirty="0" smtClean="0">
                <a:sym typeface="Symbol" pitchFamily="18" charset="2"/>
              </a:rPr>
              <a:t> values</a:t>
            </a:r>
            <a:r>
              <a:rPr lang="en-US" sz="2400" dirty="0" smtClean="0">
                <a:sym typeface="Symbol" pitchFamily="18" charset="2"/>
              </a:rPr>
              <a:t> (more incentive for consolidation), and/or </a:t>
            </a:r>
            <a:r>
              <a:rPr lang="en-US" sz="2400" i="1" dirty="0" smtClean="0"/>
              <a:t>high service levels</a:t>
            </a:r>
            <a:r>
              <a:rPr lang="en-US" sz="2400" dirty="0" smtClean="0"/>
              <a:t>.</a:t>
            </a:r>
          </a:p>
          <a:p>
            <a:pPr eaLnBrk="1" hangingPunct="1"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/>
              <a:t>With expansion, the same hubs are often optimal – but the roles change from isolated to connected.</a:t>
            </a: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5DB0"/>
                </a:solidFill>
              </a:rPr>
              <a:t>IV. </a:t>
            </a:r>
            <a:r>
              <a:rPr lang="en-US" sz="3200" dirty="0" smtClean="0"/>
              <a:t>Models with </a:t>
            </a:r>
            <a:r>
              <a:rPr lang="en-US" sz="3200" dirty="0" err="1" smtClean="0"/>
              <a:t>Stochasticity</a:t>
            </a:r>
            <a:endParaRPr lang="en-US" sz="3200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503920" cy="5116436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How should </a:t>
            </a:r>
            <a:r>
              <a:rPr lang="en-US" sz="2400" dirty="0" err="1" smtClean="0">
                <a:solidFill>
                  <a:srgbClr val="0000FF"/>
                </a:solidFill>
              </a:rPr>
              <a:t>stochasticity</a:t>
            </a:r>
            <a:r>
              <a:rPr lang="en-US" sz="2400" dirty="0" smtClean="0">
                <a:solidFill>
                  <a:srgbClr val="0000FF"/>
                </a:solidFill>
              </a:rPr>
              <a:t> be incorporated??</a:t>
            </a:r>
          </a:p>
          <a:p>
            <a:pPr>
              <a:spcBef>
                <a:spcPts val="8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200" dirty="0" err="1" smtClean="0"/>
              <a:t>Lium</a:t>
            </a:r>
            <a:r>
              <a:rPr lang="en-US" sz="2200" dirty="0" smtClean="0"/>
              <a:t>, </a:t>
            </a:r>
            <a:r>
              <a:rPr lang="en-US" sz="2200" dirty="0" err="1" smtClean="0"/>
              <a:t>Crainic</a:t>
            </a:r>
            <a:r>
              <a:rPr lang="en-US" sz="2200" dirty="0" smtClean="0"/>
              <a:t> and Wallace, 2009, “A study of demand </a:t>
            </a:r>
            <a:r>
              <a:rPr lang="en-US" sz="2200" dirty="0" err="1" smtClean="0"/>
              <a:t>stochasticity</a:t>
            </a:r>
            <a:r>
              <a:rPr lang="en-US" sz="2200" dirty="0" smtClean="0"/>
              <a:t> in service network design, </a:t>
            </a:r>
            <a:r>
              <a:rPr lang="en-US" sz="2200" i="1" dirty="0" smtClean="0"/>
              <a:t>Transportation Science</a:t>
            </a:r>
            <a:r>
              <a:rPr lang="en-US" sz="2200" dirty="0" smtClean="0"/>
              <a:t>.</a:t>
            </a:r>
          </a:p>
          <a:p>
            <a:pPr lvl="1">
              <a:spcBef>
                <a:spcPts val="800"/>
              </a:spcBef>
              <a:spcAft>
                <a:spcPts val="0"/>
              </a:spcAft>
            </a:pPr>
            <a:r>
              <a:rPr lang="en-US" sz="2000" dirty="0" smtClean="0"/>
              <a:t>Does not assume particular topology and shows hub-and-spoke structures arise due to uncertainty.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42258" y="3230894"/>
            <a:ext cx="8142514" cy="1015663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19063" lvl="1">
              <a:spcBef>
                <a:spcPts val="600"/>
              </a:spcBef>
            </a:pPr>
            <a:r>
              <a:rPr lang="en-US" sz="2000" dirty="0" smtClean="0"/>
              <a:t>“consolidation in hub-and-spoke networks takes place not necessarily because of economy of scale or other similar volume-related reasons, but as a result of the need to hedge against uncertainty”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42260" y="4586530"/>
            <a:ext cx="8240486" cy="220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ts val="800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200" kern="0" dirty="0" smtClean="0">
                <a:solidFill>
                  <a:srgbClr val="000000"/>
                </a:solidFill>
                <a:cs typeface="Tahoma" pitchFamily="34" charset="0"/>
              </a:rPr>
              <a:t>Sim, Lowe and Thomas, 2009, “The stochastic p-hub center problem with service-level constraint”, </a:t>
            </a:r>
            <a:r>
              <a:rPr lang="en-US" sz="2200" i="1" kern="0" dirty="0" smtClean="0">
                <a:solidFill>
                  <a:srgbClr val="000000"/>
                </a:solidFill>
                <a:cs typeface="Tahoma" pitchFamily="34" charset="0"/>
              </a:rPr>
              <a:t>Computers &amp; OR.</a:t>
            </a:r>
            <a:endParaRPr lang="en-US" sz="2200" kern="0" dirty="0" smtClean="0">
              <a:solidFill>
                <a:srgbClr val="000000"/>
              </a:solidFill>
              <a:cs typeface="Tahoma" pitchFamily="34" charset="0"/>
            </a:endParaRPr>
          </a:p>
          <a:p>
            <a:pPr marL="742950" lvl="1" indent="-285750" eaLnBrk="0" hangingPunct="0">
              <a:spcBef>
                <a:spcPts val="8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Single assignment hub covering where the travel time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T</a:t>
            </a:r>
            <a:r>
              <a:rPr lang="en-US" sz="2000" i="1" kern="0" baseline="-25000" dirty="0" err="1" smtClean="0">
                <a:solidFill>
                  <a:srgbClr val="000000"/>
                </a:solidFill>
                <a:cs typeface="Tahoma" pitchFamily="34" charset="0"/>
              </a:rPr>
              <a:t>ij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is normally distributed with a given mean and standard deviation.</a:t>
            </a:r>
            <a:endParaRPr lang="en-US" sz="2400" kern="0" dirty="0" smtClean="0">
              <a:solidFill>
                <a:srgbClr val="000000"/>
              </a:solidFill>
              <a:cs typeface="Tahoma" pitchFamily="34" charset="0"/>
            </a:endParaRPr>
          </a:p>
          <a:p>
            <a:pPr marL="742950" lvl="1" indent="-285750" eaLnBrk="0" hangingPunct="0">
              <a:spcBef>
                <a:spcPts val="800"/>
              </a:spcBef>
              <a:buClr>
                <a:srgbClr val="000000"/>
              </a:buClr>
              <a:buFontTx/>
              <a:buChar char="-"/>
            </a:pP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Locate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p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hubs to minimize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  <a:sym typeface="Symbol"/>
              </a:rPr>
              <a:t>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so that the probability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  <a:sym typeface="Symbol"/>
              </a:rPr>
              <a:t>is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at least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  <a:sym typeface="Symbol"/>
              </a:rPr>
              <a:t>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 that the total travel time along the path </a:t>
            </a:r>
            <a:r>
              <a:rPr lang="en-US" sz="2000" i="1" kern="0" dirty="0" err="1" smtClean="0">
                <a:solidFill>
                  <a:srgbClr val="000000"/>
                </a:solidFill>
                <a:cs typeface="Tahoma" pitchFamily="34" charset="0"/>
              </a:rPr>
              <a:t>i→k→l→j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</a:rPr>
              <a:t> </a:t>
            </a:r>
            <a:r>
              <a:rPr lang="en-US" sz="2000" kern="0" dirty="0" smtClean="0">
                <a:solidFill>
                  <a:srgbClr val="000000"/>
                </a:solidFill>
                <a:cs typeface="Tahoma" pitchFamily="34" charset="0"/>
              </a:rPr>
              <a:t>is at most </a:t>
            </a:r>
            <a:r>
              <a:rPr lang="en-US" sz="2000" i="1" kern="0" dirty="0" smtClean="0">
                <a:solidFill>
                  <a:srgbClr val="000000"/>
                </a:solidFill>
                <a:cs typeface="Tahoma" pitchFamily="34" charset="0"/>
                <a:sym typeface="Symbol"/>
              </a:rPr>
              <a:t>.</a:t>
            </a:r>
            <a:endParaRPr lang="en-US" sz="2000" i="1" kern="0" dirty="0" smtClean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5DB0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045224" cy="946150"/>
          </a:xfrm>
        </p:spPr>
        <p:txBody>
          <a:bodyPr/>
          <a:lstStyle/>
          <a:p>
            <a:r>
              <a:rPr lang="en-US" sz="3200" dirty="0" smtClean="0">
                <a:solidFill>
                  <a:srgbClr val="780272"/>
                </a:solidFill>
              </a:rPr>
              <a:t>V.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smtClean="0"/>
              <a:t>Competitive Hub Location</a:t>
            </a:r>
            <a:endParaRPr lang="en-US" sz="3200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59"/>
            <a:ext cx="8167688" cy="5000897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200" dirty="0" smtClean="0"/>
              <a:t>Suppose two firms develop hub networks to </a:t>
            </a:r>
            <a:r>
              <a:rPr lang="en-US" sz="2200" b="1" i="1" dirty="0" smtClean="0"/>
              <a:t>compete</a:t>
            </a:r>
            <a:r>
              <a:rPr lang="en-US" sz="2200" dirty="0" smtClean="0"/>
              <a:t> for customers.</a:t>
            </a:r>
          </a:p>
          <a:p>
            <a:pPr>
              <a:spcBef>
                <a:spcPts val="1200"/>
              </a:spcBef>
            </a:pPr>
            <a:r>
              <a:rPr lang="en-US" altLang="ja-JP" sz="2000" b="1" dirty="0" smtClean="0"/>
              <a:t>Sequential location - Maximum capture problem: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err="1" smtClean="0"/>
              <a:t>Marianov</a:t>
            </a:r>
            <a:r>
              <a:rPr lang="en-US" altLang="ja-JP" sz="2000" dirty="0" smtClean="0"/>
              <a:t>, Serra and </a:t>
            </a:r>
            <a:r>
              <a:rPr lang="en-US" altLang="ja-JP" sz="2000" dirty="0" err="1" smtClean="0"/>
              <a:t>ReVelle</a:t>
            </a:r>
            <a:r>
              <a:rPr lang="en-US" altLang="ja-JP" sz="2000" dirty="0" smtClean="0"/>
              <a:t>, 1999, “Location of hubs in a competitive environment”, </a:t>
            </a:r>
            <a:r>
              <a:rPr lang="en-US" altLang="ja-JP" sz="2000" i="1" dirty="0" smtClean="0"/>
              <a:t>EJOR</a:t>
            </a:r>
            <a:r>
              <a:rPr lang="en-US" altLang="ja-JP" sz="2000" dirty="0" smtClean="0"/>
              <a:t>.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err="1" smtClean="0"/>
              <a:t>Eiselt</a:t>
            </a:r>
            <a:r>
              <a:rPr lang="en-US" altLang="ja-JP" sz="2000" dirty="0" smtClean="0"/>
              <a:t> and </a:t>
            </a:r>
            <a:r>
              <a:rPr lang="en-US" altLang="ja-JP" sz="2000" dirty="0" err="1" smtClean="0"/>
              <a:t>Marianov</a:t>
            </a:r>
            <a:r>
              <a:rPr lang="en-US" altLang="ja-JP" sz="2000" dirty="0" smtClean="0"/>
              <a:t>, 2009, “A conditional p-hub location problem with attraction functions”, </a:t>
            </a:r>
            <a:r>
              <a:rPr lang="en-US" altLang="ja-JP" sz="2000" i="1" dirty="0" smtClean="0"/>
              <a:t>Computers &amp; OR</a:t>
            </a:r>
            <a:r>
              <a:rPr lang="en-US" altLang="ja-JP" sz="2000" dirty="0" smtClean="0"/>
              <a:t>.</a:t>
            </a:r>
          </a:p>
          <a:p>
            <a:pPr>
              <a:spcBef>
                <a:spcPts val="1200"/>
              </a:spcBef>
            </a:pPr>
            <a:r>
              <a:rPr lang="en-US" altLang="ja-JP" sz="2000" b="1" dirty="0" err="1" smtClean="0"/>
              <a:t>Stackelberg</a:t>
            </a:r>
            <a:r>
              <a:rPr lang="en-US" altLang="ja-JP" sz="2000" b="1" dirty="0" smtClean="0"/>
              <a:t> hub problems</a:t>
            </a:r>
            <a:r>
              <a:rPr lang="en-US" altLang="ja-JP" sz="2000" dirty="0" smtClean="0"/>
              <a:t>: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Sasaki and Fukushima, 2001, “</a:t>
            </a:r>
            <a:r>
              <a:rPr lang="en-US" altLang="ja-JP" sz="2000" dirty="0" err="1" smtClean="0"/>
              <a:t>Stackelberg</a:t>
            </a:r>
            <a:r>
              <a:rPr lang="en-US" altLang="ja-JP" sz="2000" dirty="0" smtClean="0"/>
              <a:t> hub location problem”, </a:t>
            </a:r>
            <a:r>
              <a:rPr lang="en-US" altLang="ja-JP" sz="2000" i="1" dirty="0" smtClean="0"/>
              <a:t>Journal of Operations Research Society of Japan</a:t>
            </a:r>
            <a:r>
              <a:rPr lang="en-US" altLang="ja-JP" sz="2000" dirty="0" smtClean="0"/>
              <a:t>.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Sasaki, 2005, “Hub network design model in a competitive environment with flow threshold”, </a:t>
            </a:r>
            <a:r>
              <a:rPr lang="en-US" altLang="ja-JP" sz="2000" i="1" dirty="0" smtClean="0"/>
              <a:t>Journal of Operations Research Society of Japan</a:t>
            </a:r>
            <a:r>
              <a:rPr lang="en-US" altLang="ja-JP" sz="2000" dirty="0" smtClean="0"/>
              <a:t>.</a:t>
            </a:r>
            <a:endParaRPr lang="en-US" altLang="ja-JP" sz="2000" i="1" dirty="0" smtClean="0"/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8229600" cy="950976"/>
          </a:xfrm>
        </p:spPr>
        <p:txBody>
          <a:bodyPr/>
          <a:lstStyle/>
          <a:p>
            <a:r>
              <a:rPr kumimoji="1" lang="en-US" altLang="ja-JP" sz="3200" dirty="0" err="1" smtClean="0"/>
              <a:t>Stackelberg</a:t>
            </a:r>
            <a:r>
              <a:rPr kumimoji="1" lang="en-US" altLang="ja-JP" sz="3200" dirty="0" smtClean="0"/>
              <a:t> Hub Arc Location</a:t>
            </a:r>
            <a:endParaRPr kumimoji="1" lang="ja-JP" altLang="en-US" sz="3200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0080" y="1280160"/>
            <a:ext cx="8009068" cy="531658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200" dirty="0" smtClean="0"/>
              <a:t>Use revenue maximizing hub arc models with </a:t>
            </a:r>
            <a:r>
              <a:rPr lang="en-US" sz="2200" dirty="0" err="1" smtClean="0"/>
              <a:t>Stackelberg</a:t>
            </a:r>
            <a:r>
              <a:rPr lang="en-US" sz="2200" dirty="0" smtClean="0"/>
              <a:t> competition. </a:t>
            </a:r>
          </a:p>
          <a:p>
            <a:pPr>
              <a:spcBef>
                <a:spcPts val="1200"/>
              </a:spcBef>
            </a:pPr>
            <a:r>
              <a:rPr kumimoji="1" lang="en-US" altLang="ja-JP" sz="2200" dirty="0" smtClean="0"/>
              <a:t>Two competitors (a </a:t>
            </a:r>
            <a:r>
              <a:rPr kumimoji="1" lang="en-US" altLang="ja-JP" sz="2200" dirty="0" smtClean="0">
                <a:solidFill>
                  <a:srgbClr val="FF0000"/>
                </a:solidFill>
              </a:rPr>
              <a:t>leader</a:t>
            </a:r>
            <a:r>
              <a:rPr kumimoji="1" lang="en-US" altLang="ja-JP" sz="2200" dirty="0" smtClean="0"/>
              <a:t> and </a:t>
            </a:r>
            <a:r>
              <a:rPr kumimoji="1" lang="en-US" altLang="ja-JP" sz="2200" dirty="0" smtClean="0">
                <a:solidFill>
                  <a:srgbClr val="0000FF"/>
                </a:solidFill>
              </a:rPr>
              <a:t>follower</a:t>
            </a:r>
            <a:r>
              <a:rPr kumimoji="1" lang="en-US" altLang="ja-JP" sz="2200" dirty="0" smtClean="0"/>
              <a:t>) in a market.</a:t>
            </a:r>
          </a:p>
          <a:p>
            <a:pPr lvl="1">
              <a:spcBef>
                <a:spcPts val="1200"/>
              </a:spcBef>
            </a:pPr>
            <a:r>
              <a:rPr kumimoji="1" lang="en-US" altLang="ja-JP" sz="2000" dirty="0" smtClean="0"/>
              <a:t>The </a:t>
            </a:r>
            <a:r>
              <a:rPr kumimoji="1" lang="en-US" altLang="ja-JP" sz="2000" dirty="0" smtClean="0">
                <a:solidFill>
                  <a:srgbClr val="FF0000"/>
                </a:solidFill>
              </a:rPr>
              <a:t>leader first optimally locates its own </a:t>
            </a:r>
            <a:r>
              <a:rPr lang="en-US" altLang="ja-JP" sz="2000" i="1" dirty="0" err="1" smtClean="0">
                <a:solidFill>
                  <a:srgbClr val="FF0000"/>
                </a:solidFill>
              </a:rPr>
              <a:t>q</a:t>
            </a:r>
            <a:r>
              <a:rPr lang="en-US" altLang="ja-JP" sz="2000" i="1" baseline="30000" dirty="0" err="1" smtClean="0">
                <a:solidFill>
                  <a:srgbClr val="FF0000"/>
                </a:solidFill>
              </a:rPr>
              <a:t>A</a:t>
            </a:r>
            <a:r>
              <a:rPr kumimoji="1" lang="en-US" altLang="ja-JP" sz="2000" dirty="0" smtClean="0">
                <a:solidFill>
                  <a:srgbClr val="FF0000"/>
                </a:solidFill>
              </a:rPr>
              <a:t> hub arcs</a:t>
            </a:r>
            <a:r>
              <a:rPr kumimoji="1" lang="en-US" altLang="ja-JP" sz="2000" dirty="0" smtClean="0"/>
              <a:t>, knowing that the follower will later locate its own hub arcs.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The </a:t>
            </a:r>
            <a:r>
              <a:rPr lang="en-US" altLang="ja-JP" sz="2000" dirty="0" smtClean="0">
                <a:solidFill>
                  <a:srgbClr val="0000FF"/>
                </a:solidFill>
              </a:rPr>
              <a:t>follower optimally locates its own </a:t>
            </a:r>
            <a:r>
              <a:rPr lang="en-US" altLang="ja-JP" sz="2000" i="1" dirty="0" err="1" smtClean="0">
                <a:solidFill>
                  <a:srgbClr val="0000FF"/>
                </a:solidFill>
              </a:rPr>
              <a:t>q</a:t>
            </a:r>
            <a:r>
              <a:rPr lang="en-US" altLang="ja-JP" sz="2000" i="1" baseline="30000" dirty="0" err="1" smtClean="0">
                <a:solidFill>
                  <a:srgbClr val="0000FF"/>
                </a:solidFill>
              </a:rPr>
              <a:t>B</a:t>
            </a:r>
            <a:r>
              <a:rPr lang="en-US" altLang="ja-JP" sz="2000" dirty="0" smtClean="0">
                <a:solidFill>
                  <a:srgbClr val="0000FF"/>
                </a:solidFill>
              </a:rPr>
              <a:t> hub arcs after the leader</a:t>
            </a:r>
            <a:r>
              <a:rPr lang="en-US" altLang="ja-JP" sz="2000" dirty="0" smtClean="0"/>
              <a:t>, knowing the leader’s hub arc locations.</a:t>
            </a:r>
          </a:p>
          <a:p>
            <a:pPr>
              <a:spcBef>
                <a:spcPts val="1200"/>
              </a:spcBef>
            </a:pPr>
            <a:r>
              <a:rPr lang="en-US" altLang="ja-JP" sz="2200" dirty="0" smtClean="0"/>
              <a:t>Assume: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Competitors cannot share hubs.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Customers travel via the lowest cost path in each network.</a:t>
            </a:r>
          </a:p>
          <a:p>
            <a:pPr>
              <a:spcBef>
                <a:spcPts val="1200"/>
              </a:spcBef>
            </a:pPr>
            <a:r>
              <a:rPr kumimoji="1" lang="en-US" altLang="ja-JP" sz="2200" dirty="0" smtClean="0"/>
              <a:t>The objective is to find an optimal solution for the leader - given the follower will subsequently design its optimal hub arc network.</a:t>
            </a:r>
            <a:endParaRPr kumimoji="1" lang="ja-JP" altLang="en-US" sz="2200" dirty="0"/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56978" cy="939800"/>
          </a:xfrm>
        </p:spPr>
        <p:txBody>
          <a:bodyPr/>
          <a:lstStyle/>
          <a:p>
            <a:r>
              <a:rPr lang="en-US" altLang="ja-JP" sz="3200" dirty="0" smtClean="0"/>
              <a:t>How to Allocate Customers among Competitors?</a:t>
            </a:r>
            <a:endParaRPr lang="en-US" altLang="ja-JP" sz="32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1" y="1371600"/>
            <a:ext cx="8073614" cy="474412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ja-JP" sz="2400" dirty="0" smtClean="0"/>
              <a:t>Customers are allocated between competitors based on the service disutility, which may depend on many factors: 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Fares/rates, travel times, departure and arrival times, frequencies, customer loyalty programs, etc. </a:t>
            </a:r>
            <a:endParaRPr lang="en-US" altLang="ja-JP" sz="2000" dirty="0">
              <a:sym typeface="Symbol" pitchFamily="18" charset="2"/>
            </a:endParaRPr>
          </a:p>
          <a:p>
            <a:pPr>
              <a:spcBef>
                <a:spcPts val="1200"/>
              </a:spcBef>
            </a:pPr>
            <a:r>
              <a:rPr lang="en-US" altLang="ja-JP" sz="2400" dirty="0" smtClean="0">
                <a:sym typeface="Symbol" pitchFamily="18" charset="2"/>
              </a:rPr>
              <a:t>For a strategic location model, we assume </a:t>
            </a:r>
            <a:r>
              <a:rPr lang="en-US" altLang="ja-JP" sz="2400" u="sng" dirty="0" smtClean="0">
                <a:sym typeface="Symbol" pitchFamily="18" charset="2"/>
              </a:rPr>
              <a:t>revenues (fares/rates) are the same</a:t>
            </a:r>
            <a:r>
              <a:rPr lang="en-US" altLang="ja-JP" sz="2400" dirty="0" smtClean="0">
                <a:sym typeface="Symbol" pitchFamily="18" charset="2"/>
              </a:rPr>
              <a:t> for each competitor.</a:t>
            </a:r>
          </a:p>
          <a:p>
            <a:pPr>
              <a:spcBef>
                <a:spcPts val="1200"/>
              </a:spcBef>
            </a:pPr>
            <a:r>
              <a:rPr lang="en-US" altLang="ja-JP" sz="2400" dirty="0" smtClean="0">
                <a:sym typeface="Symbol" pitchFamily="18" charset="2"/>
              </a:rPr>
              <a:t>We focus on disutility measures in terms of </a:t>
            </a:r>
            <a:r>
              <a:rPr lang="en-US" altLang="ja-JP" sz="2400" b="1" i="1" dirty="0" smtClean="0">
                <a:sym typeface="Symbol" pitchFamily="18" charset="2"/>
              </a:rPr>
              <a:t>travel distance</a:t>
            </a:r>
            <a:r>
              <a:rPr lang="en-US" altLang="ja-JP" sz="2400" dirty="0" smtClean="0">
                <a:sym typeface="Symbol" pitchFamily="18" charset="2"/>
              </a:rPr>
              <a:t> (time) and </a:t>
            </a:r>
            <a:r>
              <a:rPr lang="en-US" altLang="ja-JP" sz="2400" b="1" i="1" dirty="0" smtClean="0">
                <a:sym typeface="Symbol" pitchFamily="18" charset="2"/>
              </a:rPr>
              <a:t>travel cost.</a:t>
            </a:r>
          </a:p>
          <a:p>
            <a:pPr marL="342900" lvl="1" indent="-342900">
              <a:spcBef>
                <a:spcPts val="1200"/>
              </a:spcBef>
              <a:buFontTx/>
              <a:buChar char="•"/>
            </a:pPr>
            <a:r>
              <a:rPr lang="en-US" altLang="ja-JP" sz="2400" dirty="0" smtClean="0">
                <a:sym typeface="Symbol" pitchFamily="18" charset="2"/>
              </a:rPr>
              <a:t>Key factors may differ between passenger and freight transportation.</a:t>
            </a:r>
            <a:endParaRPr lang="en-US" altLang="ja-JP" sz="2400" b="1" i="1" dirty="0" smtClean="0">
              <a:sym typeface="Symbol" pitchFamily="18" charset="2"/>
            </a:endParaRPr>
          </a:p>
          <a:p>
            <a:pPr>
              <a:buNone/>
            </a:pPr>
            <a:endParaRPr lang="en-US" altLang="ja-JP" i="1" dirty="0" smtClean="0">
              <a:sym typeface="Symbol" pitchFamily="18" charset="2"/>
            </a:endParaRPr>
          </a:p>
          <a:p>
            <a:pPr>
              <a:buNone/>
            </a:pPr>
            <a:endParaRPr lang="en-US" altLang="ja-JP" i="1" baseline="-25000" dirty="0" smtClean="0">
              <a:sym typeface="Symbol" pitchFamily="18" charset="2"/>
            </a:endParaRPr>
          </a:p>
        </p:txBody>
      </p:sp>
      <p:sp>
        <p:nvSpPr>
          <p:cNvPr id="4" name="Line 169"/>
          <p:cNvSpPr>
            <a:spLocks noChangeShapeType="1"/>
          </p:cNvSpPr>
          <p:nvPr/>
        </p:nvSpPr>
        <p:spPr bwMode="auto">
          <a:xfrm>
            <a:off x="731520" y="118872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Cost &amp; Service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315325" cy="5030788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AU" sz="2600" dirty="0" smtClean="0"/>
              <a:t>For </a:t>
            </a:r>
            <a:r>
              <a:rPr lang="en-AU" sz="2600" b="1" dirty="0" smtClean="0">
                <a:solidFill>
                  <a:srgbClr val="D60093"/>
                </a:solidFill>
              </a:rPr>
              <a:t>freight</a:t>
            </a:r>
            <a:r>
              <a:rPr lang="en-AU" sz="2600" dirty="0" smtClean="0"/>
              <a:t>, a shipper does not care about the path as long as the freight arrives “on time”.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AU" sz="2400" dirty="0" smtClean="0"/>
              <a:t>Often pick up at end of day and deliver at the beginning of a future day.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AU" sz="2400" dirty="0" smtClean="0"/>
              <a:t>Allocate between competitors based on relative </a:t>
            </a:r>
            <a:r>
              <a:rPr lang="en-AU" sz="2400" b="1" dirty="0" smtClean="0">
                <a:solidFill>
                  <a:srgbClr val="D60093"/>
                </a:solidFill>
              </a:rPr>
              <a:t>cost</a:t>
            </a:r>
            <a:r>
              <a:rPr lang="en-AU" sz="2400" dirty="0" smtClean="0"/>
              <a:t> of service.</a:t>
            </a:r>
            <a:endParaRPr lang="en-AU" sz="2000" dirty="0" smtClean="0"/>
          </a:p>
          <a:p>
            <a:pPr eaLnBrk="1" hangingPunct="1">
              <a:spcBef>
                <a:spcPts val="1200"/>
              </a:spcBef>
              <a:defRPr/>
            </a:pPr>
            <a:r>
              <a:rPr lang="en-AU" sz="2600" b="1" dirty="0" smtClean="0">
                <a:solidFill>
                  <a:srgbClr val="00B050"/>
                </a:solidFill>
              </a:rPr>
              <a:t>Passengers</a:t>
            </a:r>
            <a:r>
              <a:rPr lang="en-AU" sz="2600" dirty="0" smtClean="0"/>
              <a:t> are more sensitive to the total travel time (though longer trips allow more </a:t>
            </a:r>
            <a:r>
              <a:rPr lang="en-AU" sz="2600" dirty="0" err="1" smtClean="0"/>
              <a:t>circuity</a:t>
            </a:r>
            <a:r>
              <a:rPr lang="en-AU" sz="2600" dirty="0" smtClean="0"/>
              <a:t>). 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AU" sz="2400" dirty="0" smtClean="0"/>
              <a:t>Allocate between competitors based on relative </a:t>
            </a:r>
            <a:r>
              <a:rPr lang="en-AU" sz="2400" b="1" dirty="0" smtClean="0">
                <a:solidFill>
                  <a:srgbClr val="00B050"/>
                </a:solidFill>
              </a:rPr>
              <a:t>service</a:t>
            </a:r>
            <a:r>
              <a:rPr lang="en-AU" sz="2400" dirty="0" smtClean="0"/>
              <a:t> (travel time or </a:t>
            </a:r>
            <a:r>
              <a:rPr lang="en-AU" sz="2400" b="1" dirty="0" smtClean="0">
                <a:solidFill>
                  <a:srgbClr val="00B050"/>
                </a:solidFill>
              </a:rPr>
              <a:t>distance</a:t>
            </a:r>
            <a:r>
              <a:rPr lang="en-AU" sz="2400" dirty="0" smtClean="0"/>
              <a:t>).</a:t>
            </a:r>
          </a:p>
        </p:txBody>
      </p:sp>
      <p:sp>
        <p:nvSpPr>
          <p:cNvPr id="32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 smtClean="0"/>
              <a:t>Distance Ratio and Cost Ratio</a:t>
            </a:r>
            <a:endParaRPr kumimoji="1" lang="ja-JP" altLang="en-US" sz="32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637790" y="1280160"/>
            <a:ext cx="8118935" cy="2205488"/>
            <a:chOff x="411872" y="1332609"/>
            <a:chExt cx="8420156" cy="2205488"/>
          </a:xfrm>
        </p:grpSpPr>
        <p:grpSp>
          <p:nvGrpSpPr>
            <p:cNvPr id="4" name="グループ化 11"/>
            <p:cNvGrpSpPr/>
            <p:nvPr/>
          </p:nvGrpSpPr>
          <p:grpSpPr>
            <a:xfrm>
              <a:off x="411872" y="1332609"/>
              <a:ext cx="8420156" cy="1822121"/>
              <a:chOff x="268571" y="3756280"/>
              <a:chExt cx="8621710" cy="1822121"/>
            </a:xfrm>
          </p:grpSpPr>
          <p:sp>
            <p:nvSpPr>
              <p:cNvPr id="10" name="テキスト ボックス 9"/>
              <p:cNvSpPr txBox="1"/>
              <p:nvPr/>
            </p:nvSpPr>
            <p:spPr>
              <a:xfrm>
                <a:off x="313899" y="4216587"/>
                <a:ext cx="854251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88975" indent="-688975" algn="l">
                  <a:spcBef>
                    <a:spcPts val="300"/>
                  </a:spcBef>
                </a:pPr>
                <a:r>
                  <a:rPr lang="en-US" altLang="ja-JP" sz="2000" i="1" dirty="0" err="1" smtClean="0">
                    <a:cs typeface="Tahoma" pitchFamily="34" charset="0"/>
                  </a:rPr>
                  <a:t>D</a:t>
                </a:r>
                <a:r>
                  <a:rPr lang="en-US" altLang="ja-JP" sz="2000" i="1" baseline="-25000" dirty="0" err="1" smtClean="0">
                    <a:cs typeface="Tahoma" pitchFamily="34" charset="0"/>
                  </a:rPr>
                  <a:t>ij</a:t>
                </a:r>
                <a:r>
                  <a:rPr lang="en-US" altLang="ja-JP" sz="2000" i="1" baseline="30000" dirty="0" err="1" smtClean="0">
                    <a:cs typeface="Tahoma" pitchFamily="34" charset="0"/>
                  </a:rPr>
                  <a:t>A</a:t>
                </a:r>
                <a:r>
                  <a:rPr lang="en-US" altLang="ja-JP" sz="2000" dirty="0" smtClean="0">
                    <a:latin typeface="+mj-lt"/>
                  </a:rPr>
                  <a:t>:</a:t>
                </a:r>
                <a:r>
                  <a:rPr lang="en-US" altLang="ja-JP" sz="2000" dirty="0" smtClean="0"/>
                  <a:t> The distance for the trip from </a:t>
                </a:r>
                <a:r>
                  <a:rPr lang="en-US" altLang="ja-JP" sz="2000" i="1" dirty="0" err="1" smtClean="0"/>
                  <a:t>i</a:t>
                </a:r>
                <a:r>
                  <a:rPr lang="en-US" altLang="ja-JP" sz="2000" i="1" dirty="0" smtClean="0"/>
                  <a:t>  </a:t>
                </a:r>
                <a:r>
                  <a:rPr lang="en-US" altLang="ja-JP" sz="2000" dirty="0" smtClean="0"/>
                  <a:t>to </a:t>
                </a:r>
                <a:r>
                  <a:rPr lang="en-US" altLang="ja-JP" sz="2000" i="1" dirty="0" smtClean="0"/>
                  <a:t>j</a:t>
                </a:r>
                <a:r>
                  <a:rPr lang="en-US" altLang="ja-JP" sz="2000" dirty="0" smtClean="0"/>
                  <a:t>  that achieves the </a:t>
                </a:r>
                <a:r>
                  <a:rPr lang="en-US" altLang="ja-JP" sz="2000" u="sng" dirty="0" smtClean="0"/>
                  <a:t>minimum cost</a:t>
                </a:r>
                <a:r>
                  <a:rPr lang="en-US" altLang="ja-JP" sz="2000" dirty="0" smtClean="0"/>
                  <a:t> for </a:t>
                </a:r>
                <a:r>
                  <a:rPr lang="en-US" altLang="ja-JP" sz="2000" dirty="0" smtClean="0">
                    <a:solidFill>
                      <a:srgbClr val="FF0000"/>
                    </a:solidFill>
                  </a:rPr>
                  <a:t>Firm A.</a:t>
                </a:r>
                <a:endParaRPr kumimoji="1" lang="ja-JP" altLang="en-US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テキスト ボックス 10"/>
              <p:cNvSpPr txBox="1"/>
              <p:nvPr/>
            </p:nvSpPr>
            <p:spPr>
              <a:xfrm>
                <a:off x="268571" y="4870515"/>
                <a:ext cx="86217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88975" indent="-688975" algn="l">
                  <a:spcBef>
                    <a:spcPts val="300"/>
                  </a:spcBef>
                </a:pPr>
                <a:r>
                  <a:rPr lang="en-US" altLang="ja-JP" sz="2000" i="1" dirty="0" err="1" smtClean="0">
                    <a:cs typeface="Tahoma" pitchFamily="34" charset="0"/>
                  </a:rPr>
                  <a:t>D</a:t>
                </a:r>
                <a:r>
                  <a:rPr lang="en-US" altLang="ja-JP" sz="2000" i="1" baseline="-25000" dirty="0" err="1" smtClean="0">
                    <a:cs typeface="Tahoma" pitchFamily="34" charset="0"/>
                  </a:rPr>
                  <a:t>ij</a:t>
                </a:r>
                <a:r>
                  <a:rPr lang="en-US" altLang="ja-JP" sz="2000" i="1" baseline="30000" dirty="0" err="1" smtClean="0">
                    <a:cs typeface="Tahoma" pitchFamily="34" charset="0"/>
                  </a:rPr>
                  <a:t>B</a:t>
                </a:r>
                <a:r>
                  <a:rPr lang="en-US" altLang="ja-JP" sz="2000" i="1" baseline="30000" dirty="0" smtClean="0">
                    <a:cs typeface="Tahoma" pitchFamily="34" charset="0"/>
                  </a:rPr>
                  <a:t> </a:t>
                </a:r>
                <a:r>
                  <a:rPr lang="en-US" altLang="ja-JP" sz="2000" dirty="0" smtClean="0"/>
                  <a:t>: The distance for the trip from </a:t>
                </a:r>
                <a:r>
                  <a:rPr lang="en-US" altLang="ja-JP" sz="2000" i="1" dirty="0" err="1" smtClean="0"/>
                  <a:t>i</a:t>
                </a:r>
                <a:r>
                  <a:rPr lang="en-US" altLang="ja-JP" sz="2000" i="1" dirty="0" smtClean="0"/>
                  <a:t>  </a:t>
                </a:r>
                <a:r>
                  <a:rPr lang="en-US" altLang="ja-JP" sz="2000" dirty="0" smtClean="0"/>
                  <a:t>to </a:t>
                </a:r>
                <a:r>
                  <a:rPr lang="en-US" altLang="ja-JP" sz="2000" i="1" dirty="0" smtClean="0"/>
                  <a:t>j</a:t>
                </a:r>
                <a:r>
                  <a:rPr lang="en-US" altLang="ja-JP" sz="2000" dirty="0" smtClean="0"/>
                  <a:t>  that achieves the </a:t>
                </a:r>
                <a:r>
                  <a:rPr lang="en-US" altLang="ja-JP" sz="2000" u="sng" dirty="0" smtClean="0"/>
                  <a:t>minimum cost</a:t>
                </a:r>
                <a:r>
                  <a:rPr lang="en-US" altLang="ja-JP" sz="2000" dirty="0" smtClean="0"/>
                  <a:t> for </a:t>
                </a:r>
                <a:r>
                  <a:rPr lang="en-US" altLang="ja-JP" sz="2000" dirty="0" smtClean="0">
                    <a:solidFill>
                      <a:srgbClr val="0000FF"/>
                    </a:solidFill>
                  </a:rPr>
                  <a:t>Firm B.</a:t>
                </a:r>
                <a:endParaRPr kumimoji="1" lang="ja-JP" altLang="en-US" sz="20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4" name="テキスト ボックス 13"/>
              <p:cNvSpPr txBox="1"/>
              <p:nvPr/>
            </p:nvSpPr>
            <p:spPr>
              <a:xfrm>
                <a:off x="268571" y="3756280"/>
                <a:ext cx="45658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2400" b="1" dirty="0" smtClean="0"/>
                  <a:t>Distance ratio </a:t>
                </a:r>
                <a:r>
                  <a:rPr kumimoji="1" lang="en-US" altLang="ja-JP" sz="2400" dirty="0" smtClean="0">
                    <a:solidFill>
                      <a:srgbClr val="00B050"/>
                    </a:solidFill>
                  </a:rPr>
                  <a:t>(passengers):</a:t>
                </a:r>
                <a:endParaRPr kumimoji="1" lang="ja-JP" altLang="en-US" sz="24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411872" y="3137987"/>
              <a:ext cx="4235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2000" i="1" dirty="0" err="1" smtClean="0">
                  <a:solidFill>
                    <a:srgbClr val="00B050"/>
                  </a:solidFill>
                  <a:cs typeface="Tahoma" pitchFamily="34" charset="0"/>
                </a:rPr>
                <a:t>DR</a:t>
              </a:r>
              <a:r>
                <a:rPr lang="en-US" altLang="ja-JP" sz="2000" i="1" baseline="-25000" dirty="0" err="1" smtClean="0">
                  <a:solidFill>
                    <a:srgbClr val="00B050"/>
                  </a:solidFill>
                  <a:cs typeface="Tahoma" pitchFamily="34" charset="0"/>
                </a:rPr>
                <a:t>ij</a:t>
              </a:r>
              <a:r>
                <a:rPr lang="en-US" altLang="ja-JP" sz="2000" i="1" baseline="30000" dirty="0" smtClean="0">
                  <a:solidFill>
                    <a:srgbClr val="00B050"/>
                  </a:solidFill>
                  <a:cs typeface="Tahoma" pitchFamily="34" charset="0"/>
                </a:rPr>
                <a:t> </a:t>
              </a:r>
              <a:r>
                <a:rPr lang="en-US" altLang="ja-JP" sz="2000" i="1" dirty="0" smtClean="0">
                  <a:cs typeface="Tahoma" pitchFamily="34" charset="0"/>
                </a:rPr>
                <a:t>=(</a:t>
              </a:r>
              <a:r>
                <a:rPr lang="en-US" altLang="ja-JP" sz="2000" i="1" dirty="0" err="1" smtClean="0">
                  <a:cs typeface="Tahoma" pitchFamily="34" charset="0"/>
                </a:rPr>
                <a:t>D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A</a:t>
              </a:r>
              <a:r>
                <a:rPr lang="en-US" altLang="ja-JP" sz="2000" i="1" dirty="0" err="1" smtClean="0">
                  <a:cs typeface="Tahoma" pitchFamily="34" charset="0"/>
                </a:rPr>
                <a:t>–D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B</a:t>
              </a:r>
              <a:r>
                <a:rPr lang="en-US" altLang="ja-JP" sz="2000" i="1" dirty="0" smtClean="0">
                  <a:cs typeface="Tahoma" pitchFamily="34" charset="0"/>
                </a:rPr>
                <a:t>)</a:t>
              </a:r>
              <a:r>
                <a:rPr lang="en-US" altLang="ja-JP" sz="2000" i="1" baseline="30000" dirty="0" smtClean="0">
                  <a:cs typeface="Tahoma" pitchFamily="34" charset="0"/>
                </a:rPr>
                <a:t> </a:t>
              </a:r>
              <a:r>
                <a:rPr lang="en-US" altLang="ja-JP" sz="2000" i="1" dirty="0" smtClean="0">
                  <a:cs typeface="Tahoma" pitchFamily="34" charset="0"/>
                </a:rPr>
                <a:t>/(</a:t>
              </a:r>
              <a:r>
                <a:rPr lang="en-US" altLang="ja-JP" sz="2000" i="1" dirty="0" err="1" smtClean="0">
                  <a:cs typeface="Tahoma" pitchFamily="34" charset="0"/>
                </a:rPr>
                <a:t>D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A</a:t>
              </a:r>
              <a:r>
                <a:rPr lang="en-US" altLang="ja-JP" sz="2000" i="1" baseline="30000" dirty="0" smtClean="0">
                  <a:cs typeface="Tahoma" pitchFamily="34" charset="0"/>
                </a:rPr>
                <a:t> </a:t>
              </a:r>
              <a:r>
                <a:rPr lang="en-US" altLang="ja-JP" sz="2000" i="1" dirty="0" smtClean="0">
                  <a:cs typeface="Tahoma" pitchFamily="34" charset="0"/>
                </a:rPr>
                <a:t>+</a:t>
              </a:r>
              <a:r>
                <a:rPr lang="en-US" altLang="ja-JP" sz="2000" i="1" dirty="0" err="1" smtClean="0">
                  <a:cs typeface="Tahoma" pitchFamily="34" charset="0"/>
                </a:rPr>
                <a:t>D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B</a:t>
              </a:r>
              <a:r>
                <a:rPr lang="en-US" altLang="ja-JP" sz="2000" i="1" dirty="0" smtClean="0">
                  <a:cs typeface="Tahoma" pitchFamily="34" charset="0"/>
                </a:rPr>
                <a:t>)</a:t>
              </a:r>
              <a:endParaRPr lang="en-US" sz="2000" dirty="0">
                <a:cs typeface="Tahoma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83118" y="3979378"/>
            <a:ext cx="8146194" cy="1817720"/>
            <a:chOff x="457200" y="4323634"/>
            <a:chExt cx="8146194" cy="1817720"/>
          </a:xfrm>
        </p:grpSpPr>
        <p:grpSp>
          <p:nvGrpSpPr>
            <p:cNvPr id="3" name="グループ化 14"/>
            <p:cNvGrpSpPr/>
            <p:nvPr/>
          </p:nvGrpSpPr>
          <p:grpSpPr>
            <a:xfrm>
              <a:off x="457200" y="4323634"/>
              <a:ext cx="8146194" cy="852545"/>
              <a:chOff x="268571" y="1547100"/>
              <a:chExt cx="7490045" cy="852545"/>
            </a:xfrm>
          </p:grpSpPr>
          <p:sp>
            <p:nvSpPr>
              <p:cNvPr id="7" name="テキスト ボックス 6"/>
              <p:cNvSpPr txBox="1"/>
              <p:nvPr/>
            </p:nvSpPr>
            <p:spPr>
              <a:xfrm>
                <a:off x="268572" y="1999535"/>
                <a:ext cx="74900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31825" indent="-631825" algn="l"/>
                <a:r>
                  <a:rPr lang="en-US" altLang="ja-JP" sz="2000" i="1" dirty="0" err="1" smtClean="0">
                    <a:cs typeface="Tahoma" pitchFamily="34" charset="0"/>
                  </a:rPr>
                  <a:t>C</a:t>
                </a:r>
                <a:r>
                  <a:rPr lang="en-US" altLang="ja-JP" sz="2000" i="1" baseline="-25000" dirty="0" err="1" smtClean="0">
                    <a:cs typeface="Tahoma" pitchFamily="34" charset="0"/>
                  </a:rPr>
                  <a:t>ij</a:t>
                </a:r>
                <a:r>
                  <a:rPr lang="en-US" altLang="ja-JP" sz="2000" i="1" baseline="30000" dirty="0" err="1" smtClean="0">
                    <a:cs typeface="Tahoma" pitchFamily="34" charset="0"/>
                  </a:rPr>
                  <a:t>A</a:t>
                </a:r>
                <a:r>
                  <a:rPr lang="en-US" altLang="ja-JP" sz="2000" i="1" baseline="30000" dirty="0" smtClean="0">
                    <a:cs typeface="Tahoma" pitchFamily="34" charset="0"/>
                  </a:rPr>
                  <a:t> </a:t>
                </a:r>
                <a:r>
                  <a:rPr lang="en-US" altLang="ja-JP" sz="2000" dirty="0" smtClean="0"/>
                  <a:t>: The minimum cost for the trip from </a:t>
                </a:r>
                <a:r>
                  <a:rPr lang="en-US" altLang="ja-JP" sz="2000" i="1" dirty="0" err="1" smtClean="0"/>
                  <a:t>i</a:t>
                </a:r>
                <a:r>
                  <a:rPr lang="en-US" altLang="ja-JP" sz="2000" i="1" dirty="0" smtClean="0"/>
                  <a:t>  </a:t>
                </a:r>
                <a:r>
                  <a:rPr lang="en-US" altLang="ja-JP" sz="2000" dirty="0" smtClean="0"/>
                  <a:t>to </a:t>
                </a:r>
                <a:r>
                  <a:rPr lang="en-US" altLang="ja-JP" sz="2000" i="1" dirty="0" smtClean="0"/>
                  <a:t>j</a:t>
                </a:r>
                <a:r>
                  <a:rPr lang="en-US" altLang="ja-JP" sz="2000" dirty="0" smtClean="0"/>
                  <a:t>  for </a:t>
                </a:r>
                <a:r>
                  <a:rPr lang="en-US" altLang="ja-JP" sz="2000" dirty="0" smtClean="0">
                    <a:solidFill>
                      <a:srgbClr val="FF0000"/>
                    </a:solidFill>
                  </a:rPr>
                  <a:t>Firm A.</a:t>
                </a:r>
                <a:endParaRPr kumimoji="1" lang="ja-JP" altLang="en-US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テキスト ボックス 12"/>
              <p:cNvSpPr txBox="1"/>
              <p:nvPr/>
            </p:nvSpPr>
            <p:spPr>
              <a:xfrm>
                <a:off x="268571" y="1547100"/>
                <a:ext cx="27625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ja-JP" sz="2400" b="1" dirty="0" smtClean="0"/>
                  <a:t>Cost ratio </a:t>
                </a:r>
                <a:r>
                  <a:rPr kumimoji="1" lang="en-US" altLang="ja-JP" sz="2400" dirty="0" smtClean="0">
                    <a:solidFill>
                      <a:srgbClr val="D60093"/>
                    </a:solidFill>
                  </a:rPr>
                  <a:t>(freight):</a:t>
                </a:r>
                <a:endParaRPr kumimoji="1" lang="ja-JP" altLang="en-US" sz="2400" dirty="0">
                  <a:solidFill>
                    <a:srgbClr val="D60093"/>
                  </a:solidFill>
                </a:endParaRPr>
              </a:p>
            </p:txBody>
          </p:sp>
        </p:grpSp>
        <p:sp>
          <p:nvSpPr>
            <p:cNvPr id="20" name="テキスト ボックス 6"/>
            <p:cNvSpPr txBox="1"/>
            <p:nvPr/>
          </p:nvSpPr>
          <p:spPr>
            <a:xfrm>
              <a:off x="457201" y="5218342"/>
              <a:ext cx="8127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31825" indent="-631825" algn="l"/>
              <a:r>
                <a:rPr lang="en-US" altLang="ja-JP" sz="2000" i="1" dirty="0" err="1" smtClean="0">
                  <a:cs typeface="Tahoma" pitchFamily="34" charset="0"/>
                </a:rPr>
                <a:t>C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B</a:t>
              </a:r>
              <a:r>
                <a:rPr lang="en-US" altLang="ja-JP" sz="2000" i="1" baseline="30000" dirty="0" smtClean="0">
                  <a:cs typeface="Tahoma" pitchFamily="34" charset="0"/>
                </a:rPr>
                <a:t> </a:t>
              </a:r>
              <a:r>
                <a:rPr lang="en-US" altLang="ja-JP" sz="2000" dirty="0" smtClean="0">
                  <a:cs typeface="Tahoma" pitchFamily="34" charset="0"/>
                </a:rPr>
                <a:t>:</a:t>
              </a:r>
              <a:r>
                <a:rPr lang="en-US" altLang="ja-JP" sz="2000" dirty="0" smtClean="0"/>
                <a:t> The minimum cost for the trip from</a:t>
              </a:r>
              <a:r>
                <a:rPr lang="en-US" altLang="ja-JP" sz="2000" i="1" dirty="0" smtClean="0"/>
                <a:t> </a:t>
              </a:r>
              <a:r>
                <a:rPr lang="en-US" altLang="ja-JP" sz="2000" i="1" dirty="0" err="1" smtClean="0"/>
                <a:t>i</a:t>
              </a:r>
              <a:r>
                <a:rPr lang="en-US" altLang="ja-JP" sz="2000" i="1" dirty="0" smtClean="0"/>
                <a:t>  </a:t>
              </a:r>
              <a:r>
                <a:rPr lang="en-US" altLang="ja-JP" sz="2000" dirty="0" smtClean="0"/>
                <a:t>to </a:t>
              </a:r>
              <a:r>
                <a:rPr lang="en-US" altLang="ja-JP" sz="2000" i="1" dirty="0" smtClean="0"/>
                <a:t>j</a:t>
              </a:r>
              <a:r>
                <a:rPr lang="en-US" altLang="ja-JP" sz="2000" dirty="0" smtClean="0"/>
                <a:t>  for </a:t>
              </a:r>
              <a:r>
                <a:rPr lang="en-US" altLang="ja-JP" sz="2000" dirty="0" smtClean="0">
                  <a:solidFill>
                    <a:srgbClr val="0000FF"/>
                  </a:solidFill>
                </a:rPr>
                <a:t>Firm B.</a:t>
              </a:r>
              <a:endParaRPr kumimoji="1" lang="ja-JP" altLang="en-US" sz="2000" dirty="0">
                <a:solidFill>
                  <a:srgbClr val="0000FF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5741244"/>
              <a:ext cx="377089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2000" i="1" dirty="0" err="1" smtClean="0">
                  <a:solidFill>
                    <a:srgbClr val="D60093"/>
                  </a:solidFill>
                  <a:cs typeface="Tahoma" pitchFamily="34" charset="0"/>
                </a:rPr>
                <a:t>CR</a:t>
              </a:r>
              <a:r>
                <a:rPr lang="en-US" altLang="ja-JP" sz="2000" i="1" baseline="-25000" dirty="0" err="1" smtClean="0">
                  <a:solidFill>
                    <a:srgbClr val="D60093"/>
                  </a:solidFill>
                  <a:cs typeface="Tahoma" pitchFamily="34" charset="0"/>
                </a:rPr>
                <a:t>ij</a:t>
              </a:r>
              <a:r>
                <a:rPr lang="en-US" altLang="ja-JP" sz="2000" i="1" baseline="30000" dirty="0" smtClean="0">
                  <a:solidFill>
                    <a:srgbClr val="D60093"/>
                  </a:solidFill>
                  <a:cs typeface="Tahoma" pitchFamily="34" charset="0"/>
                </a:rPr>
                <a:t> </a:t>
              </a:r>
              <a:r>
                <a:rPr lang="en-US" altLang="ja-JP" sz="2000" i="1" dirty="0" smtClean="0">
                  <a:cs typeface="Tahoma" pitchFamily="34" charset="0"/>
                </a:rPr>
                <a:t>=(</a:t>
              </a:r>
              <a:r>
                <a:rPr lang="en-US" altLang="ja-JP" sz="2000" i="1" dirty="0" err="1" smtClean="0">
                  <a:cs typeface="Tahoma" pitchFamily="34" charset="0"/>
                </a:rPr>
                <a:t>C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A</a:t>
              </a:r>
              <a:r>
                <a:rPr lang="en-US" altLang="ja-JP" sz="2000" i="1" dirty="0" err="1" smtClean="0">
                  <a:cs typeface="Tahoma" pitchFamily="34" charset="0"/>
                </a:rPr>
                <a:t>–C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B</a:t>
              </a:r>
              <a:r>
                <a:rPr lang="en-US" altLang="ja-JP" sz="2000" i="1" dirty="0" smtClean="0">
                  <a:cs typeface="Tahoma" pitchFamily="34" charset="0"/>
                </a:rPr>
                <a:t>)</a:t>
              </a:r>
              <a:r>
                <a:rPr lang="en-US" altLang="ja-JP" sz="2000" i="1" baseline="30000" dirty="0" smtClean="0">
                  <a:cs typeface="Tahoma" pitchFamily="34" charset="0"/>
                </a:rPr>
                <a:t> </a:t>
              </a:r>
              <a:r>
                <a:rPr lang="en-US" altLang="ja-JP" sz="2000" i="1" dirty="0" smtClean="0">
                  <a:cs typeface="Tahoma" pitchFamily="34" charset="0"/>
                </a:rPr>
                <a:t>/(</a:t>
              </a:r>
              <a:r>
                <a:rPr lang="en-US" altLang="ja-JP" sz="2000" i="1" dirty="0" err="1" smtClean="0">
                  <a:cs typeface="Tahoma" pitchFamily="34" charset="0"/>
                </a:rPr>
                <a:t>C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A</a:t>
              </a:r>
              <a:r>
                <a:rPr lang="en-US" altLang="ja-JP" sz="2000" i="1" baseline="30000" dirty="0" smtClean="0">
                  <a:cs typeface="Tahoma" pitchFamily="34" charset="0"/>
                </a:rPr>
                <a:t> </a:t>
              </a:r>
              <a:r>
                <a:rPr lang="en-US" altLang="ja-JP" sz="2000" i="1" dirty="0" smtClean="0">
                  <a:cs typeface="Tahoma" pitchFamily="34" charset="0"/>
                </a:rPr>
                <a:t>+</a:t>
              </a:r>
              <a:r>
                <a:rPr lang="en-US" altLang="ja-JP" sz="2000" i="1" dirty="0" err="1" smtClean="0">
                  <a:cs typeface="Tahoma" pitchFamily="34" charset="0"/>
                </a:rPr>
                <a:t>C</a:t>
              </a:r>
              <a:r>
                <a:rPr lang="en-US" altLang="ja-JP" sz="2000" i="1" baseline="-25000" dirty="0" err="1" smtClean="0">
                  <a:cs typeface="Tahoma" pitchFamily="34" charset="0"/>
                </a:rPr>
                <a:t>ij</a:t>
              </a:r>
              <a:r>
                <a:rPr lang="en-US" altLang="ja-JP" sz="2000" i="1" baseline="30000" dirty="0" err="1" smtClean="0">
                  <a:cs typeface="Tahoma" pitchFamily="34" charset="0"/>
                </a:rPr>
                <a:t>B</a:t>
              </a:r>
              <a:r>
                <a:rPr lang="en-US" altLang="ja-JP" sz="2000" i="1" dirty="0" smtClean="0">
                  <a:cs typeface="Tahoma" pitchFamily="34" charset="0"/>
                </a:rPr>
                <a:t>)</a:t>
              </a:r>
              <a:endParaRPr lang="en-US" sz="2000" dirty="0">
                <a:cs typeface="Tahoma" pitchFamily="34" charset="0"/>
              </a:endParaRPr>
            </a:p>
          </p:txBody>
        </p:sp>
      </p:grpSp>
      <p:sp>
        <p:nvSpPr>
          <p:cNvPr id="1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4" name="Group 16"/>
          <p:cNvGrpSpPr/>
          <p:nvPr/>
        </p:nvGrpSpPr>
        <p:grpSpPr>
          <a:xfrm>
            <a:off x="4215577" y="3005096"/>
            <a:ext cx="4538328" cy="1163283"/>
            <a:chOff x="2548142" y="4853850"/>
            <a:chExt cx="4538328" cy="1163283"/>
          </a:xfrm>
        </p:grpSpPr>
        <p:sp>
          <p:nvSpPr>
            <p:cNvPr id="35" name="Text Box 5"/>
            <p:cNvSpPr txBox="1">
              <a:spLocks noChangeArrowheads="1"/>
            </p:cNvSpPr>
            <p:nvPr/>
          </p:nvSpPr>
          <p:spPr bwMode="auto">
            <a:xfrm>
              <a:off x="2548142" y="5446582"/>
              <a:ext cx="2841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ja-JP" sz="1800" i="1" dirty="0" err="1">
                  <a:latin typeface="Times New Roman" pitchFamily="18" charset="0"/>
                </a:rPr>
                <a:t>i</a:t>
              </a:r>
              <a:endParaRPr kumimoji="0" lang="en-US" altLang="ja-JP" sz="1800" i="1" dirty="0">
                <a:latin typeface="Times New Roman" pitchFamily="18" charset="0"/>
              </a:endParaRP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 flipH="1">
              <a:off x="6002767" y="4979219"/>
              <a:ext cx="774551" cy="7100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ja-JP" altLang="en-US"/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>
              <a:off x="2796989" y="5753769"/>
              <a:ext cx="1086522" cy="1613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ja-JP" altLang="en-US"/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 flipV="1">
              <a:off x="3905025" y="5678466"/>
              <a:ext cx="2086985" cy="23666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ja-JP" altLang="en-US"/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3710791" y="5461677"/>
              <a:ext cx="3302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ja-JP" sz="1800" i="1" dirty="0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40" name="Text Box 13"/>
            <p:cNvSpPr txBox="1">
              <a:spLocks noChangeArrowheads="1"/>
            </p:cNvSpPr>
            <p:nvPr/>
          </p:nvSpPr>
          <p:spPr bwMode="auto">
            <a:xfrm>
              <a:off x="6802307" y="4853850"/>
              <a:ext cx="2841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ja-JP" sz="1800" i="1" dirty="0">
                  <a:latin typeface="Times New Roman" pitchFamily="18" charset="0"/>
                </a:rPr>
                <a:t>j</a:t>
              </a:r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auto">
            <a:xfrm>
              <a:off x="3775337" y="5804408"/>
              <a:ext cx="210312" cy="21272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grpSp>
          <p:nvGrpSpPr>
            <p:cNvPr id="42" name="Group 15"/>
            <p:cNvGrpSpPr>
              <a:grpSpLocks/>
            </p:cNvGrpSpPr>
            <p:nvPr/>
          </p:nvGrpSpPr>
          <p:grpSpPr bwMode="auto">
            <a:xfrm>
              <a:off x="5819776" y="5255134"/>
              <a:ext cx="284163" cy="531813"/>
              <a:chOff x="3349" y="3508"/>
              <a:chExt cx="179" cy="335"/>
            </a:xfrm>
          </p:grpSpPr>
          <p:sp>
            <p:nvSpPr>
              <p:cNvPr id="45" name="Text Box 16"/>
              <p:cNvSpPr txBox="1">
                <a:spLocks noChangeArrowheads="1"/>
              </p:cNvSpPr>
              <p:nvPr/>
            </p:nvSpPr>
            <p:spPr bwMode="auto">
              <a:xfrm>
                <a:off x="3349" y="3508"/>
                <a:ext cx="17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ja-JP" sz="1800" i="1" dirty="0">
                    <a:latin typeface="Times New Roman" pitchFamily="18" charset="0"/>
                  </a:rPr>
                  <a:t>l</a:t>
                </a:r>
              </a:p>
            </p:txBody>
          </p:sp>
          <p:sp>
            <p:nvSpPr>
              <p:cNvPr id="46" name="Rectangle 17"/>
              <p:cNvSpPr>
                <a:spLocks noChangeArrowheads="1"/>
              </p:cNvSpPr>
              <p:nvPr/>
            </p:nvSpPr>
            <p:spPr bwMode="auto">
              <a:xfrm>
                <a:off x="3383" y="3713"/>
                <a:ext cx="132" cy="13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43" name="円/楕円 21"/>
            <p:cNvSpPr/>
            <p:nvPr/>
          </p:nvSpPr>
          <p:spPr bwMode="auto">
            <a:xfrm>
              <a:off x="2745142" y="5664259"/>
              <a:ext cx="146304" cy="146304"/>
            </a:xfrm>
            <a:prstGeom prst="rect">
              <a:avLst/>
            </a:prstGeom>
            <a:solidFill>
              <a:schemeClr val="tx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44" name="円/楕円 22"/>
            <p:cNvSpPr/>
            <p:nvPr/>
          </p:nvSpPr>
          <p:spPr bwMode="auto">
            <a:xfrm>
              <a:off x="6696655" y="4902260"/>
              <a:ext cx="146304" cy="146304"/>
            </a:xfrm>
            <a:prstGeom prst="rect">
              <a:avLst/>
            </a:prstGeom>
            <a:solidFill>
              <a:schemeClr val="tx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</p:grpSp>
      <p:sp>
        <p:nvSpPr>
          <p:cNvPr id="29" name="テキスト ボックス 6"/>
          <p:cNvSpPr txBox="1"/>
          <p:nvPr/>
        </p:nvSpPr>
        <p:spPr>
          <a:xfrm>
            <a:off x="648930" y="6285137"/>
            <a:ext cx="849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631825"/>
            <a:r>
              <a:rPr lang="en-US" altLang="ja-JP" sz="2000" i="1" dirty="0" smtClean="0">
                <a:solidFill>
                  <a:srgbClr val="990000"/>
                </a:solidFill>
                <a:cs typeface="Tahoma" pitchFamily="34" charset="0"/>
              </a:rPr>
              <a:t>As </a:t>
            </a:r>
            <a:r>
              <a:rPr lang="en-US" altLang="ja-JP" sz="2000" i="1" dirty="0" err="1" smtClean="0">
                <a:solidFill>
                  <a:srgbClr val="990000"/>
                </a:solidFill>
                <a:cs typeface="Tahoma" pitchFamily="34" charset="0"/>
              </a:rPr>
              <a:t>D</a:t>
            </a:r>
            <a:r>
              <a:rPr lang="en-US" altLang="ja-JP" sz="2000" i="1" baseline="-25000" dirty="0" err="1" smtClean="0">
                <a:solidFill>
                  <a:srgbClr val="990000"/>
                </a:solidFill>
                <a:cs typeface="Tahoma" pitchFamily="34" charset="0"/>
              </a:rPr>
              <a:t>ij</a:t>
            </a:r>
            <a:r>
              <a:rPr lang="en-US" altLang="ja-JP" sz="2000" i="1" baseline="30000" dirty="0" err="1" smtClean="0">
                <a:solidFill>
                  <a:srgbClr val="990000"/>
                </a:solidFill>
                <a:cs typeface="Tahoma" pitchFamily="34" charset="0"/>
              </a:rPr>
              <a:t>A</a:t>
            </a:r>
            <a:r>
              <a:rPr lang="en-US" altLang="ja-JP" sz="2000" i="1" dirty="0" smtClean="0">
                <a:solidFill>
                  <a:srgbClr val="990000"/>
                </a:solidFill>
              </a:rPr>
              <a:t> (or </a:t>
            </a:r>
            <a:r>
              <a:rPr lang="en-US" altLang="ja-JP" sz="2000" i="1" dirty="0" err="1" smtClean="0">
                <a:solidFill>
                  <a:srgbClr val="990000"/>
                </a:solidFill>
                <a:cs typeface="Tahoma" pitchFamily="34" charset="0"/>
              </a:rPr>
              <a:t>C</a:t>
            </a:r>
            <a:r>
              <a:rPr lang="en-US" altLang="ja-JP" sz="2000" i="1" baseline="-25000" dirty="0" err="1" smtClean="0">
                <a:solidFill>
                  <a:srgbClr val="990000"/>
                </a:solidFill>
                <a:cs typeface="Tahoma" pitchFamily="34" charset="0"/>
              </a:rPr>
              <a:t>ij</a:t>
            </a:r>
            <a:r>
              <a:rPr lang="en-US" altLang="ja-JP" sz="2000" i="1" baseline="30000" dirty="0" err="1" smtClean="0">
                <a:solidFill>
                  <a:srgbClr val="990000"/>
                </a:solidFill>
                <a:cs typeface="Tahoma" pitchFamily="34" charset="0"/>
              </a:rPr>
              <a:t>A</a:t>
            </a:r>
            <a:r>
              <a:rPr lang="en-US" altLang="ja-JP" sz="2000" i="1" dirty="0" smtClean="0">
                <a:solidFill>
                  <a:srgbClr val="990000"/>
                </a:solidFill>
              </a:rPr>
              <a:t>) </a:t>
            </a:r>
            <a:r>
              <a:rPr lang="en-US" altLang="ja-JP" sz="2000" i="1" dirty="0" smtClean="0">
                <a:solidFill>
                  <a:srgbClr val="990000"/>
                </a:solidFill>
                <a:sym typeface="Symbol"/>
              </a:rPr>
              <a:t> 0, </a:t>
            </a:r>
            <a:r>
              <a:rPr lang="en-US" altLang="ja-JP" sz="2000" i="1" dirty="0" err="1" smtClean="0">
                <a:solidFill>
                  <a:srgbClr val="990000"/>
                </a:solidFill>
                <a:cs typeface="Tahoma" pitchFamily="34" charset="0"/>
              </a:rPr>
              <a:t>DR</a:t>
            </a:r>
            <a:r>
              <a:rPr lang="en-US" altLang="ja-JP" sz="2000" i="1" baseline="-25000" dirty="0" err="1" smtClean="0">
                <a:solidFill>
                  <a:srgbClr val="990000"/>
                </a:solidFill>
                <a:cs typeface="Tahoma" pitchFamily="34" charset="0"/>
              </a:rPr>
              <a:t>ij</a:t>
            </a:r>
            <a:r>
              <a:rPr lang="en-US" altLang="ja-JP" sz="2000" i="1" baseline="30000" dirty="0" smtClean="0">
                <a:solidFill>
                  <a:srgbClr val="990000"/>
                </a:solidFill>
                <a:cs typeface="Tahoma" pitchFamily="34" charset="0"/>
              </a:rPr>
              <a:t>  </a:t>
            </a:r>
            <a:r>
              <a:rPr lang="en-US" altLang="ja-JP" sz="2000" i="1" dirty="0" smtClean="0">
                <a:solidFill>
                  <a:srgbClr val="990000"/>
                </a:solidFill>
                <a:cs typeface="Tahoma" pitchFamily="34" charset="0"/>
              </a:rPr>
              <a:t>(or </a:t>
            </a:r>
            <a:r>
              <a:rPr lang="en-US" altLang="ja-JP" sz="2000" i="1" dirty="0" err="1" smtClean="0">
                <a:solidFill>
                  <a:srgbClr val="990000"/>
                </a:solidFill>
                <a:cs typeface="Tahoma" pitchFamily="34" charset="0"/>
              </a:rPr>
              <a:t>CR</a:t>
            </a:r>
            <a:r>
              <a:rPr lang="en-US" altLang="ja-JP" sz="2000" i="1" baseline="-25000" dirty="0" err="1" smtClean="0">
                <a:solidFill>
                  <a:srgbClr val="990000"/>
                </a:solidFill>
                <a:cs typeface="Tahoma" pitchFamily="34" charset="0"/>
              </a:rPr>
              <a:t>ij</a:t>
            </a:r>
            <a:r>
              <a:rPr lang="en-US" altLang="ja-JP" sz="2000" i="1" dirty="0" smtClean="0">
                <a:solidFill>
                  <a:srgbClr val="990000"/>
                </a:solidFill>
                <a:cs typeface="Tahoma" pitchFamily="34" charset="0"/>
              </a:rPr>
              <a:t>)</a:t>
            </a:r>
            <a:r>
              <a:rPr lang="en-US" altLang="ja-JP" sz="2000" i="1" dirty="0" smtClean="0">
                <a:solidFill>
                  <a:srgbClr val="990000"/>
                </a:solidFill>
                <a:sym typeface="Symbol"/>
              </a:rPr>
              <a:t> -1,  and Firm A captures all revenue.</a:t>
            </a:r>
            <a:endParaRPr kumimoji="1" lang="ja-JP" altLang="en-US" sz="2000" i="1" dirty="0">
              <a:solidFill>
                <a:srgbClr val="99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>
          <a:xfrm>
            <a:off x="640080" y="182880"/>
            <a:ext cx="8493162" cy="950976"/>
          </a:xfrm>
        </p:spPr>
        <p:txBody>
          <a:bodyPr/>
          <a:lstStyle/>
          <a:p>
            <a:r>
              <a:rPr lang="en-US" altLang="ja-JP" sz="3200" dirty="0" smtClean="0"/>
              <a:t>5-level </a:t>
            </a:r>
            <a:r>
              <a:rPr lang="en-US" altLang="ja-JP" sz="3200" dirty="0"/>
              <a:t>S</a:t>
            </a:r>
            <a:r>
              <a:rPr lang="en-US" altLang="ja-JP" sz="3200" dirty="0" smtClean="0"/>
              <a:t>tep Function for Customer Allocation</a:t>
            </a:r>
            <a:endParaRPr kumimoji="1" lang="ja-JP" altLang="en-US" sz="3200" dirty="0"/>
          </a:p>
        </p:txBody>
      </p:sp>
      <p:pic>
        <p:nvPicPr>
          <p:cNvPr id="10" name="Picture 20" descr="step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3356" y="1506828"/>
            <a:ext cx="5376184" cy="3015835"/>
          </a:xfrm>
          <a:noFill/>
          <a:ln/>
        </p:spPr>
      </p:pic>
      <p:grpSp>
        <p:nvGrpSpPr>
          <p:cNvPr id="2" name="Group 30"/>
          <p:cNvGrpSpPr/>
          <p:nvPr/>
        </p:nvGrpSpPr>
        <p:grpSpPr>
          <a:xfrm>
            <a:off x="5667267" y="1880312"/>
            <a:ext cx="3091709" cy="2785378"/>
            <a:chOff x="5751491" y="1555448"/>
            <a:chExt cx="3091709" cy="2785378"/>
          </a:xfrm>
        </p:grpSpPr>
        <p:sp>
          <p:nvSpPr>
            <p:cNvPr id="21" name="Rectangle 20"/>
            <p:cNvSpPr/>
            <p:nvPr/>
          </p:nvSpPr>
          <p:spPr bwMode="auto">
            <a:xfrm>
              <a:off x="5751492" y="2201779"/>
              <a:ext cx="3091708" cy="2139047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51491" y="2201779"/>
              <a:ext cx="1782729" cy="2139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800" i="1" dirty="0" err="1" smtClean="0"/>
                <a:t>CR</a:t>
              </a:r>
              <a:r>
                <a:rPr lang="en-US" sz="1800" i="1" baseline="-25000" dirty="0" err="1" smtClean="0"/>
                <a:t>ij</a:t>
              </a:r>
              <a:r>
                <a:rPr lang="en-US" sz="1800" dirty="0" smtClean="0"/>
                <a:t> or </a:t>
              </a:r>
              <a:r>
                <a:rPr lang="en-US" sz="1800" i="1" dirty="0" err="1" smtClean="0"/>
                <a:t>Dr</a:t>
              </a:r>
              <a:r>
                <a:rPr lang="en-US" sz="1800" i="1" baseline="-25000" dirty="0" err="1" smtClean="0"/>
                <a:t>ij</a:t>
              </a:r>
              <a:endParaRPr lang="en-US" sz="1800" i="1" baseline="-25000" dirty="0" smtClean="0"/>
            </a:p>
            <a:p>
              <a:pPr algn="ctr">
                <a:spcBef>
                  <a:spcPts val="600"/>
                </a:spcBef>
              </a:pPr>
              <a:r>
                <a:rPr lang="en-US" sz="1800" i="1" dirty="0" smtClean="0">
                  <a:sym typeface="Symbol"/>
                </a:rPr>
                <a:t> </a:t>
              </a:r>
              <a:r>
                <a:rPr lang="en-US" sz="1800" i="1" dirty="0" smtClean="0"/>
                <a:t>–r</a:t>
              </a:r>
              <a:r>
                <a:rPr lang="en-US" sz="1800" i="1" baseline="-25000" dirty="0" smtClean="0"/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i="1" dirty="0" smtClean="0"/>
                <a:t>–r</a:t>
              </a:r>
              <a:r>
                <a:rPr lang="en-US" sz="1800" i="1" baseline="-25000" dirty="0" smtClean="0"/>
                <a:t>1</a:t>
              </a:r>
              <a:r>
                <a:rPr lang="en-US" sz="1800" i="1" dirty="0" smtClean="0"/>
                <a:t> to –r</a:t>
              </a:r>
              <a:r>
                <a:rPr lang="en-US" sz="1800" i="1" baseline="-25000" dirty="0" smtClean="0"/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i="1" dirty="0" smtClean="0"/>
                <a:t>–r</a:t>
              </a:r>
              <a:r>
                <a:rPr lang="en-US" sz="1800" i="1" baseline="-25000" dirty="0" smtClean="0"/>
                <a:t>2</a:t>
              </a:r>
              <a:r>
                <a:rPr lang="en-US" sz="1800" i="1" dirty="0" smtClean="0"/>
                <a:t> to r</a:t>
              </a:r>
              <a:r>
                <a:rPr lang="en-US" sz="1800" i="1" baseline="-25000" dirty="0" smtClean="0"/>
                <a:t>2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i="1" dirty="0" smtClean="0"/>
                <a:t>r</a:t>
              </a:r>
              <a:r>
                <a:rPr lang="en-US" sz="1800" i="1" baseline="-25000" dirty="0" smtClean="0"/>
                <a:t>2</a:t>
              </a:r>
              <a:r>
                <a:rPr lang="en-US" sz="1800" i="1" dirty="0" smtClean="0"/>
                <a:t> to r</a:t>
              </a:r>
              <a:r>
                <a:rPr lang="en-US" sz="1800" i="1" baseline="-25000" dirty="0" smtClean="0"/>
                <a:t>1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i="1" dirty="0" smtClean="0"/>
                <a:t>&gt; r</a:t>
              </a:r>
              <a:r>
                <a:rPr lang="en-US" sz="1800" i="1" baseline="-25000" dirty="0" smtClean="0"/>
                <a:t>1</a:t>
              </a:r>
              <a:endParaRPr lang="en-US" sz="1800" i="1" baseline="-250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25932" y="2201779"/>
              <a:ext cx="1417268" cy="21390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l-GR" sz="1800" i="1" dirty="0" smtClean="0"/>
                <a:t>Φ</a:t>
              </a:r>
              <a:r>
                <a:rPr lang="en-US" sz="1800" i="1" baseline="-25000" dirty="0" err="1" smtClean="0"/>
                <a:t>ij</a:t>
              </a:r>
              <a:r>
                <a:rPr lang="en-US" sz="1800" i="1" baseline="30000" dirty="0" err="1" smtClean="0"/>
                <a:t>A</a:t>
              </a:r>
              <a:r>
                <a:rPr lang="en-US" sz="1800" i="1" dirty="0" smtClean="0"/>
                <a:t>(</a:t>
              </a:r>
              <a:r>
                <a:rPr lang="en-US" sz="1800" i="1" dirty="0" err="1" smtClean="0"/>
                <a:t>x</a:t>
              </a:r>
              <a:r>
                <a:rPr lang="en-US" sz="1800" i="1" baseline="30000" dirty="0" err="1" smtClean="0"/>
                <a:t>A</a:t>
              </a:r>
              <a:r>
                <a:rPr lang="en-US" sz="1800" i="1" dirty="0" err="1" smtClean="0"/>
                <a:t>,x</a:t>
              </a:r>
              <a:r>
                <a:rPr lang="en-US" sz="1800" i="1" baseline="30000" dirty="0" err="1" smtClean="0"/>
                <a:t>B</a:t>
              </a:r>
              <a:r>
                <a:rPr lang="en-US" sz="1800" i="1" dirty="0" smtClean="0"/>
                <a:t>)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dirty="0" smtClean="0"/>
                <a:t>100%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dirty="0" smtClean="0"/>
                <a:t>75%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dirty="0" smtClean="0"/>
                <a:t>50%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dirty="0" smtClean="0"/>
                <a:t>25%</a:t>
              </a:r>
            </a:p>
            <a:p>
              <a:pPr algn="ctr">
                <a:spcBef>
                  <a:spcPts val="600"/>
                </a:spcBef>
              </a:pPr>
              <a:r>
                <a:rPr lang="en-US" sz="1800" dirty="0" smtClean="0"/>
                <a:t>0%</a:t>
              </a:r>
              <a:endParaRPr lang="en-US" sz="1800" dirty="0"/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>
              <a:off x="6114695" y="2586787"/>
              <a:ext cx="2523970" cy="0"/>
            </a:xfrm>
            <a:prstGeom prst="lin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" name="Rectangle 21"/>
            <p:cNvSpPr/>
            <p:nvPr/>
          </p:nvSpPr>
          <p:spPr>
            <a:xfrm>
              <a:off x="5753505" y="1555448"/>
              <a:ext cx="308744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l-GR" sz="1800" i="1" dirty="0" smtClean="0"/>
                <a:t>Φ</a:t>
              </a:r>
              <a:r>
                <a:rPr lang="en-US" sz="1800" i="1" baseline="-25000" dirty="0" err="1" smtClean="0"/>
                <a:t>ij</a:t>
              </a:r>
              <a:r>
                <a:rPr lang="en-US" sz="1800" i="1" baseline="30000" dirty="0" err="1" smtClean="0"/>
                <a:t>A</a:t>
              </a:r>
              <a:r>
                <a:rPr lang="en-US" sz="1800" i="1" dirty="0" smtClean="0"/>
                <a:t>(</a:t>
              </a:r>
              <a:r>
                <a:rPr lang="en-US" sz="1800" i="1" dirty="0" err="1" smtClean="0"/>
                <a:t>x</a:t>
              </a:r>
              <a:r>
                <a:rPr lang="en-US" sz="1800" i="1" baseline="30000" dirty="0" err="1" smtClean="0"/>
                <a:t>A</a:t>
              </a:r>
              <a:r>
                <a:rPr lang="en-US" sz="1800" i="1" dirty="0" err="1" smtClean="0"/>
                <a:t>,x</a:t>
              </a:r>
              <a:r>
                <a:rPr lang="en-US" sz="1800" i="1" baseline="30000" dirty="0" err="1" smtClean="0"/>
                <a:t>B</a:t>
              </a:r>
              <a:r>
                <a:rPr lang="en-US" sz="1800" i="1" dirty="0" smtClean="0"/>
                <a:t>) </a:t>
              </a:r>
              <a:r>
                <a:rPr lang="en-US" sz="1800" dirty="0" smtClean="0"/>
                <a:t>= fraction of demand captured by </a:t>
              </a:r>
              <a:r>
                <a:rPr lang="en-US" sz="1800" dirty="0" smtClean="0">
                  <a:solidFill>
                    <a:srgbClr val="FF0066"/>
                  </a:solidFill>
                </a:rPr>
                <a:t>Firm A</a:t>
              </a:r>
              <a:r>
                <a:rPr lang="en-US" sz="1800" dirty="0" smtClean="0"/>
                <a:t> 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1295400" y="5250486"/>
            <a:ext cx="6531429" cy="131318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en-US" sz="2200" i="1" dirty="0" smtClean="0"/>
              <a:t>r</a:t>
            </a:r>
            <a:r>
              <a:rPr lang="en-US" sz="2200" i="1" baseline="-25000" dirty="0" smtClean="0"/>
              <a:t>1 </a:t>
            </a:r>
            <a:r>
              <a:rPr lang="en-US" sz="2200" dirty="0" smtClean="0"/>
              <a:t>and </a:t>
            </a:r>
            <a:r>
              <a:rPr lang="en-US" sz="2200" i="1" dirty="0" smtClean="0"/>
              <a:t>r</a:t>
            </a:r>
            <a:r>
              <a:rPr lang="en-US" sz="2200" i="1" baseline="-25000" dirty="0" smtClean="0"/>
              <a:t>2</a:t>
            </a:r>
            <a:r>
              <a:rPr lang="en-US" sz="2200" dirty="0" smtClean="0"/>
              <a:t> determine selectivity level of customers.</a:t>
            </a:r>
          </a:p>
          <a:p>
            <a:pPr>
              <a:spcBef>
                <a:spcPts val="800"/>
              </a:spcBef>
            </a:pPr>
            <a:r>
              <a:rPr lang="en-US" sz="2200" i="1" dirty="0" smtClean="0"/>
              <a:t>r</a:t>
            </a:r>
            <a:r>
              <a:rPr lang="en-US" sz="2200" i="1" baseline="-25000" dirty="0" smtClean="0"/>
              <a:t>1 </a:t>
            </a:r>
            <a:r>
              <a:rPr lang="en-US" sz="2200" i="1" dirty="0" smtClean="0"/>
              <a:t>= r</a:t>
            </a:r>
            <a:r>
              <a:rPr lang="en-US" sz="2200" i="1" baseline="-25000" dirty="0" smtClean="0"/>
              <a:t>2</a:t>
            </a:r>
            <a:r>
              <a:rPr lang="en-US" sz="2200" i="1" dirty="0" smtClean="0"/>
              <a:t> = 0 is an “all-or-nothing” allocation. </a:t>
            </a:r>
          </a:p>
          <a:p>
            <a:pPr lvl="0">
              <a:spcBef>
                <a:spcPts val="800"/>
              </a:spcBef>
            </a:pPr>
            <a:r>
              <a:rPr lang="en-US" sz="2200" i="1" dirty="0" smtClean="0">
                <a:solidFill>
                  <a:srgbClr val="000000"/>
                </a:solidFill>
              </a:rPr>
              <a:t>r</a:t>
            </a:r>
            <a:r>
              <a:rPr lang="en-US" sz="2200" i="1" baseline="-25000" dirty="0" smtClean="0">
                <a:solidFill>
                  <a:srgbClr val="000000"/>
                </a:solidFill>
              </a:rPr>
              <a:t>1 </a:t>
            </a:r>
            <a:r>
              <a:rPr lang="en-US" sz="2200" i="1" dirty="0" smtClean="0">
                <a:solidFill>
                  <a:srgbClr val="000000"/>
                </a:solidFill>
              </a:rPr>
              <a:t>= 0.75, r</a:t>
            </a:r>
            <a:r>
              <a:rPr lang="en-US" sz="2200" i="1" baseline="-25000" dirty="0" smtClean="0">
                <a:solidFill>
                  <a:srgbClr val="000000"/>
                </a:solidFill>
              </a:rPr>
              <a:t>2</a:t>
            </a:r>
            <a:r>
              <a:rPr lang="en-US" sz="2200" i="1" dirty="0" smtClean="0">
                <a:solidFill>
                  <a:srgbClr val="000000"/>
                </a:solidFill>
              </a:rPr>
              <a:t> = 0.50 is insensitive to differences. </a:t>
            </a:r>
            <a:endParaRPr lang="en-US" sz="2000" i="1" dirty="0"/>
          </a:p>
        </p:txBody>
      </p:sp>
      <p:sp>
        <p:nvSpPr>
          <p:cNvPr id="18" name="Line 169"/>
          <p:cNvSpPr>
            <a:spLocks noChangeShapeType="1"/>
          </p:cNvSpPr>
          <p:nvPr/>
        </p:nvSpPr>
        <p:spPr bwMode="auto">
          <a:xfrm>
            <a:off x="731520" y="1005840"/>
            <a:ext cx="804672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92141" y="1388168"/>
            <a:ext cx="1785152" cy="52322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1400" dirty="0" smtClean="0"/>
              <a:t>Fraction of demand captured by </a:t>
            </a:r>
            <a:r>
              <a:rPr lang="en-US" sz="1400" dirty="0" smtClean="0">
                <a:solidFill>
                  <a:srgbClr val="FF0066"/>
                </a:solidFill>
              </a:rPr>
              <a:t>Firm A</a:t>
            </a:r>
            <a:endParaRPr lang="en-US" sz="1400" dirty="0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US" altLang="ja-JP" sz="3200" dirty="0" smtClean="0"/>
              <a:t>Notation</a:t>
            </a:r>
            <a:endParaRPr lang="en-US" altLang="ja-JP" sz="3200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188720"/>
            <a:ext cx="8170433" cy="548746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ja-JP" sz="2400" dirty="0"/>
              <a:t>Given:  </a:t>
            </a:r>
          </a:p>
          <a:p>
            <a:pPr lvl="1">
              <a:spcBef>
                <a:spcPts val="600"/>
              </a:spcBef>
            </a:pPr>
            <a:r>
              <a:rPr lang="en-US" altLang="ja-JP" sz="2000" i="1" dirty="0" smtClean="0"/>
              <a:t>V</a:t>
            </a:r>
            <a:r>
              <a:rPr lang="en-US" altLang="ja-JP" sz="2000" dirty="0" smtClean="0"/>
              <a:t> = set of demand nodes, </a:t>
            </a:r>
            <a:r>
              <a:rPr lang="en-US" altLang="ja-JP" sz="2000" i="1" dirty="0" smtClean="0"/>
              <a:t>V</a:t>
            </a:r>
            <a:r>
              <a:rPr lang="en-US" altLang="ja-JP" sz="2000" dirty="0" smtClean="0"/>
              <a:t> (|</a:t>
            </a:r>
            <a:r>
              <a:rPr lang="en-US" altLang="ja-JP" sz="2000" i="1" dirty="0" smtClean="0"/>
              <a:t>V </a:t>
            </a:r>
            <a:r>
              <a:rPr lang="en-US" altLang="ja-JP" sz="2000" dirty="0" smtClean="0"/>
              <a:t>|=</a:t>
            </a:r>
            <a:r>
              <a:rPr lang="en-US" altLang="ja-JP" sz="2000" i="1" dirty="0" smtClean="0"/>
              <a:t>n</a:t>
            </a:r>
            <a:r>
              <a:rPr lang="en-US" altLang="ja-JP" sz="2000" dirty="0" smtClean="0"/>
              <a:t>)</a:t>
            </a:r>
            <a:endParaRPr lang="en-US" altLang="ja-JP" sz="2000" dirty="0"/>
          </a:p>
          <a:p>
            <a:pPr lvl="1">
              <a:spcBef>
                <a:spcPts val="600"/>
              </a:spcBef>
            </a:pPr>
            <a:r>
              <a:rPr lang="en-US" altLang="ja-JP" sz="2000" i="1" dirty="0" err="1" smtClean="0"/>
              <a:t>W</a:t>
            </a:r>
            <a:r>
              <a:rPr lang="en-US" altLang="ja-JP" sz="2000" i="1" baseline="-25000" dirty="0" err="1" smtClean="0"/>
              <a:t>ij</a:t>
            </a:r>
            <a:r>
              <a:rPr lang="en-US" altLang="ja-JP" sz="2000" i="1" baseline="-25000" dirty="0" smtClean="0"/>
              <a:t>  </a:t>
            </a:r>
            <a:r>
              <a:rPr lang="en-US" altLang="ja-JP" sz="2000" dirty="0" smtClean="0"/>
              <a:t>= set </a:t>
            </a:r>
            <a:r>
              <a:rPr lang="en-US" altLang="ja-JP" sz="2000" dirty="0"/>
              <a:t>of origin-destination </a:t>
            </a:r>
            <a:r>
              <a:rPr lang="en-US" altLang="ja-JP" sz="2000" dirty="0" smtClean="0"/>
              <a:t>flows </a:t>
            </a:r>
            <a:endParaRPr lang="en-US" altLang="ja-JP" sz="2000" i="1" baseline="-25000" dirty="0"/>
          </a:p>
          <a:p>
            <a:pPr lvl="1">
              <a:spcBef>
                <a:spcPts val="600"/>
              </a:spcBef>
            </a:pPr>
            <a:r>
              <a:rPr lang="en-US" altLang="ja-JP" sz="2000" i="1" dirty="0" err="1" smtClean="0"/>
              <a:t>F</a:t>
            </a:r>
            <a:r>
              <a:rPr lang="en-US" altLang="ja-JP" sz="2000" i="1" baseline="-25000" dirty="0" err="1" smtClean="0"/>
              <a:t>ij</a:t>
            </a:r>
            <a:r>
              <a:rPr lang="en-US" altLang="ja-JP" sz="2000" i="1" baseline="-25000" dirty="0" smtClean="0"/>
              <a:t> </a:t>
            </a:r>
            <a:r>
              <a:rPr lang="en-US" altLang="ja-JP" sz="2000" dirty="0" smtClean="0"/>
              <a:t>= set </a:t>
            </a:r>
            <a:r>
              <a:rPr lang="en-US" altLang="ja-JP" sz="2000" dirty="0"/>
              <a:t>of origin-destination </a:t>
            </a:r>
            <a:r>
              <a:rPr lang="en-US" altLang="ja-JP" sz="2000" dirty="0" smtClean="0"/>
              <a:t>revenues (e.g. airfares) </a:t>
            </a:r>
            <a:endParaRPr lang="en-US" altLang="ja-JP" sz="2000" i="1" baseline="-25000" dirty="0"/>
          </a:p>
          <a:p>
            <a:pPr lvl="1">
              <a:spcBef>
                <a:spcPts val="600"/>
              </a:spcBef>
            </a:pPr>
            <a:r>
              <a:rPr lang="en-US" altLang="ja-JP" sz="2000" i="1" dirty="0" err="1" smtClean="0"/>
              <a:t>d</a:t>
            </a:r>
            <a:r>
              <a:rPr lang="en-US" altLang="ja-JP" sz="2000" i="1" baseline="-25000" dirty="0" err="1" smtClean="0"/>
              <a:t>ij</a:t>
            </a:r>
            <a:r>
              <a:rPr lang="en-US" altLang="ja-JP" sz="2000" i="1" baseline="-25000" dirty="0" smtClean="0"/>
              <a:t> </a:t>
            </a:r>
            <a:r>
              <a:rPr lang="en-US" altLang="ja-JP" sz="2000" dirty="0" smtClean="0"/>
              <a:t>= distance between </a:t>
            </a:r>
            <a:r>
              <a:rPr lang="en-US" altLang="ja-JP" sz="2000" i="1" dirty="0" err="1" smtClean="0"/>
              <a:t>i</a:t>
            </a:r>
            <a:r>
              <a:rPr lang="en-US" altLang="ja-JP" sz="2000" dirty="0" smtClean="0"/>
              <a:t> and </a:t>
            </a:r>
            <a:r>
              <a:rPr lang="en-US" altLang="ja-JP" sz="2000" i="1" dirty="0" smtClean="0"/>
              <a:t>j </a:t>
            </a:r>
            <a:endParaRPr lang="en-US" altLang="ja-JP" sz="2000" i="1" baseline="-25000" dirty="0" smtClean="0"/>
          </a:p>
          <a:p>
            <a:pPr lvl="1">
              <a:spcBef>
                <a:spcPts val="600"/>
              </a:spcBef>
            </a:pPr>
            <a:r>
              <a:rPr lang="en-US" altLang="ja-JP" sz="2000" i="1" dirty="0" err="1" smtClean="0"/>
              <a:t>C</a:t>
            </a:r>
            <a:r>
              <a:rPr lang="en-US" altLang="ja-JP" sz="2000" i="1" baseline="-25000" dirty="0" err="1" smtClean="0"/>
              <a:t>ijkl</a:t>
            </a:r>
            <a:r>
              <a:rPr lang="en-US" altLang="ja-JP" sz="2000" i="1" baseline="-25000" dirty="0" smtClean="0"/>
              <a:t> </a:t>
            </a:r>
            <a:r>
              <a:rPr lang="en-US" altLang="ja-JP" sz="2000" dirty="0" smtClean="0"/>
              <a:t>= unit </a:t>
            </a:r>
            <a:r>
              <a:rPr lang="en-US" altLang="ja-JP" sz="2000" dirty="0"/>
              <a:t>cost for </a:t>
            </a:r>
            <a:r>
              <a:rPr lang="en-US" altLang="ja-JP" sz="2000" dirty="0" smtClean="0"/>
              <a:t>the path </a:t>
            </a:r>
            <a:r>
              <a:rPr lang="en-US" altLang="ja-JP" sz="2000" i="1" dirty="0" err="1" smtClean="0">
                <a:sym typeface="Symbol" pitchFamily="18" charset="2"/>
              </a:rPr>
              <a:t>i</a:t>
            </a:r>
            <a:r>
              <a:rPr lang="en-US" altLang="ja-JP" sz="2000" i="1" dirty="0" smtClean="0">
                <a:sym typeface="Symbol" pitchFamily="18" charset="2"/>
              </a:rPr>
              <a:t> </a:t>
            </a:r>
            <a:r>
              <a:rPr lang="en-US" altLang="ja-JP" sz="2000" dirty="0" smtClean="0">
                <a:sym typeface="Symbol" pitchFamily="18" charset="2"/>
              </a:rPr>
              <a:t> </a:t>
            </a:r>
            <a:r>
              <a:rPr lang="en-US" altLang="ja-JP" sz="2000" i="1" dirty="0" smtClean="0">
                <a:sym typeface="Symbol" pitchFamily="18" charset="2"/>
              </a:rPr>
              <a:t>k </a:t>
            </a:r>
            <a:r>
              <a:rPr lang="en-US" altLang="ja-JP" sz="2000" dirty="0" smtClean="0">
                <a:sym typeface="Symbol" pitchFamily="18" charset="2"/>
              </a:rPr>
              <a:t> </a:t>
            </a:r>
            <a:r>
              <a:rPr lang="en-US" altLang="ja-JP" sz="2000" i="1" dirty="0" smtClean="0">
                <a:sym typeface="Symbol" pitchFamily="18" charset="2"/>
              </a:rPr>
              <a:t>l </a:t>
            </a:r>
            <a:r>
              <a:rPr lang="en-US" altLang="ja-JP" sz="2000" dirty="0" smtClean="0">
                <a:sym typeface="Symbol" pitchFamily="18" charset="2"/>
              </a:rPr>
              <a:t> </a:t>
            </a:r>
            <a:r>
              <a:rPr lang="en-US" altLang="ja-JP" sz="2000" i="1" dirty="0" smtClean="0">
                <a:sym typeface="Symbol" pitchFamily="18" charset="2"/>
              </a:rPr>
              <a:t>j</a:t>
            </a:r>
            <a:r>
              <a:rPr lang="en-US" altLang="ja-JP" sz="2000" dirty="0" smtClean="0">
                <a:sym typeface="Symbol" pitchFamily="18" charset="2"/>
              </a:rPr>
              <a:t>  = </a:t>
            </a:r>
            <a:r>
              <a:rPr lang="en-US" altLang="ja-JP" sz="2000" i="1" dirty="0" err="1" smtClean="0">
                <a:sym typeface="Symbol" pitchFamily="18" charset="2"/>
              </a:rPr>
              <a:t>d</a:t>
            </a:r>
            <a:r>
              <a:rPr lang="en-US" altLang="ja-JP" sz="2000" i="1" baseline="-25000" dirty="0" err="1" smtClean="0">
                <a:sym typeface="Symbol" pitchFamily="18" charset="2"/>
              </a:rPr>
              <a:t>ik</a:t>
            </a:r>
            <a:r>
              <a:rPr lang="en-US" altLang="ja-JP" sz="2000" i="1" dirty="0" smtClean="0">
                <a:sym typeface="Symbol" pitchFamily="18" charset="2"/>
              </a:rPr>
              <a:t>+</a:t>
            </a:r>
            <a:r>
              <a:rPr lang="en-US" altLang="ja-JP" sz="2000" i="1" dirty="0" err="1" smtClean="0">
                <a:sym typeface="Symbol" pitchFamily="18" charset="2"/>
              </a:rPr>
              <a:t>d</a:t>
            </a:r>
            <a:r>
              <a:rPr lang="en-US" altLang="ja-JP" sz="2000" i="1" baseline="-25000" dirty="0" err="1" smtClean="0">
                <a:sym typeface="Symbol" pitchFamily="18" charset="2"/>
              </a:rPr>
              <a:t>kl</a:t>
            </a:r>
            <a:r>
              <a:rPr lang="en-US" altLang="ja-JP" sz="2000" i="1" dirty="0" err="1" smtClean="0">
                <a:sym typeface="Symbol" pitchFamily="18" charset="2"/>
              </a:rPr>
              <a:t>+d</a:t>
            </a:r>
            <a:r>
              <a:rPr lang="en-US" altLang="ja-JP" sz="2000" i="1" baseline="-25000" dirty="0" err="1" smtClean="0">
                <a:sym typeface="Symbol" pitchFamily="18" charset="2"/>
              </a:rPr>
              <a:t>lj</a:t>
            </a:r>
            <a:r>
              <a:rPr lang="en-US" altLang="ja-JP" sz="2000" i="1" baseline="-25000" dirty="0" smtClean="0">
                <a:sym typeface="Symbol" pitchFamily="18" charset="2"/>
              </a:rPr>
              <a:t> </a:t>
            </a:r>
            <a:r>
              <a:rPr lang="en-US" altLang="ja-JP" sz="2000" dirty="0" smtClean="0">
                <a:sym typeface="Symbol" pitchFamily="18" charset="2"/>
              </a:rPr>
              <a:t>s</a:t>
            </a:r>
          </a:p>
          <a:p>
            <a:pPr lvl="1">
              <a:spcBef>
                <a:spcPts val="600"/>
              </a:spcBef>
            </a:pPr>
            <a:r>
              <a:rPr lang="en-US" altLang="ja-JP" sz="2000" i="1" dirty="0" smtClean="0">
                <a:sym typeface="Symbol"/>
              </a:rPr>
              <a:t></a:t>
            </a:r>
            <a:r>
              <a:rPr lang="en-US" altLang="ja-JP" sz="2000" dirty="0" smtClean="0">
                <a:sym typeface="Symbol" pitchFamily="18" charset="2"/>
              </a:rPr>
              <a:t> = cost </a:t>
            </a:r>
            <a:r>
              <a:rPr lang="en-US" altLang="ja-JP" sz="2000" dirty="0" smtClean="0"/>
              <a:t>discount </a:t>
            </a:r>
            <a:r>
              <a:rPr lang="en-US" altLang="ja-JP" sz="2000" dirty="0"/>
              <a:t>factor </a:t>
            </a:r>
            <a:r>
              <a:rPr lang="en-US" altLang="ja-JP" sz="2000" dirty="0" smtClean="0">
                <a:sym typeface="Symbol" pitchFamily="18" charset="2"/>
              </a:rPr>
              <a:t>for </a:t>
            </a:r>
            <a:r>
              <a:rPr lang="en-US" altLang="ja-JP" sz="2000" dirty="0">
                <a:sym typeface="Symbol" pitchFamily="18" charset="2"/>
              </a:rPr>
              <a:t>hub arcs, 0&lt;</a:t>
            </a:r>
            <a:r>
              <a:rPr lang="en-US" altLang="ja-JP" sz="2000" i="1" dirty="0" smtClean="0">
                <a:sym typeface="Symbol" pitchFamily="18" charset="2"/>
              </a:rPr>
              <a:t></a:t>
            </a:r>
            <a:r>
              <a:rPr lang="en-US" altLang="ja-JP" sz="2000" dirty="0" smtClean="0">
                <a:sym typeface="Symbol" pitchFamily="18" charset="2"/>
              </a:rPr>
              <a:t>≤1.</a:t>
            </a:r>
          </a:p>
          <a:p>
            <a:pPr lvl="1">
              <a:spcBef>
                <a:spcPts val="600"/>
              </a:spcBef>
            </a:pPr>
            <a:endParaRPr lang="en-US" altLang="ja-JP" sz="2400" dirty="0" smtClean="0">
              <a:sym typeface="Symbol" pitchFamily="18" charset="2"/>
            </a:endParaRPr>
          </a:p>
          <a:p>
            <a:pPr lvl="1">
              <a:spcBef>
                <a:spcPts val="600"/>
              </a:spcBef>
            </a:pPr>
            <a:endParaRPr lang="en-US" altLang="ja-JP" sz="2400" dirty="0" smtClean="0">
              <a:sym typeface="Symbol" pitchFamily="18" charset="2"/>
            </a:endParaRPr>
          </a:p>
          <a:p>
            <a:pPr>
              <a:spcBef>
                <a:spcPts val="600"/>
              </a:spcBef>
            </a:pPr>
            <a:r>
              <a:rPr lang="en-US" altLang="ja-JP" sz="2400" dirty="0" smtClean="0">
                <a:sym typeface="Symbol" pitchFamily="18" charset="2"/>
              </a:rPr>
              <a:t>Decision variables:	</a:t>
            </a:r>
          </a:p>
          <a:p>
            <a:pPr lvl="1">
              <a:spcBef>
                <a:spcPts val="600"/>
              </a:spcBef>
            </a:pPr>
            <a:r>
              <a:rPr lang="en-US" altLang="ja-JP" sz="20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ijkl</a:t>
            </a:r>
            <a:r>
              <a:rPr lang="en-US" altLang="ja-JP" sz="2000" i="1" baseline="30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ja-JP" sz="2000" i="1" baseline="30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ja-JP" sz="2000" dirty="0" smtClean="0"/>
              <a:t>(</a:t>
            </a:r>
            <a:r>
              <a:rPr lang="en-US" altLang="ja-JP" sz="20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ijkl</a:t>
            </a:r>
            <a:r>
              <a:rPr lang="en-US" altLang="ja-JP" sz="2000" i="1" baseline="30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ja-JP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sz="2000" dirty="0" smtClean="0"/>
              <a:t> = flow for </a:t>
            </a:r>
            <a:r>
              <a:rPr lang="en-US" altLang="ja-JP" sz="2000" i="1" dirty="0" err="1" smtClean="0"/>
              <a:t>i</a:t>
            </a:r>
            <a:r>
              <a:rPr lang="en-US" altLang="ja-JP" sz="2000" dirty="0" smtClean="0">
                <a:sym typeface="Symbol" pitchFamily="18" charset="2"/>
              </a:rPr>
              <a:t>  </a:t>
            </a:r>
            <a:r>
              <a:rPr lang="en-US" altLang="ja-JP" sz="2000" i="1" dirty="0" smtClean="0"/>
              <a:t>k </a:t>
            </a:r>
            <a:r>
              <a:rPr lang="en-US" altLang="ja-JP" sz="2000" dirty="0" smtClean="0">
                <a:sym typeface="Symbol" pitchFamily="18" charset="2"/>
              </a:rPr>
              <a:t> </a:t>
            </a:r>
            <a:r>
              <a:rPr lang="en-US" altLang="ja-JP" sz="2000" i="1" dirty="0" smtClean="0"/>
              <a:t>l</a:t>
            </a:r>
            <a:r>
              <a:rPr lang="en-US" altLang="ja-JP" sz="2000" dirty="0" smtClean="0"/>
              <a:t> </a:t>
            </a:r>
            <a:r>
              <a:rPr lang="en-US" altLang="ja-JP" sz="2000" dirty="0" smtClean="0">
                <a:sym typeface="Symbol" pitchFamily="18" charset="2"/>
              </a:rPr>
              <a:t> </a:t>
            </a:r>
            <a:r>
              <a:rPr lang="en-US" altLang="ja-JP" sz="2000" i="1" dirty="0" smtClean="0"/>
              <a:t>j  </a:t>
            </a:r>
            <a:r>
              <a:rPr lang="en-US" altLang="ja-JP" sz="2000" dirty="0" smtClean="0"/>
              <a:t>for Firm A (B)</a:t>
            </a:r>
          </a:p>
          <a:p>
            <a:pPr lvl="1">
              <a:spcBef>
                <a:spcPts val="600"/>
              </a:spcBef>
            </a:pPr>
            <a:r>
              <a:rPr lang="en-US" altLang="ja-JP" sz="2000" dirty="0" smtClean="0"/>
              <a:t> </a:t>
            </a:r>
            <a:r>
              <a:rPr lang="en-US" altLang="ja-JP" sz="20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kl</a:t>
            </a:r>
            <a:r>
              <a:rPr lang="en-US" altLang="ja-JP" sz="2000" i="1" baseline="30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ja-JP" sz="2000" i="1" baseline="30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ja-JP" sz="2000" dirty="0" smtClean="0"/>
              <a:t>(</a:t>
            </a:r>
            <a:r>
              <a:rPr lang="en-US" altLang="ja-JP" sz="20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kl</a:t>
            </a:r>
            <a:r>
              <a:rPr lang="en-US" altLang="ja-JP" sz="2000" i="1" baseline="30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ja-JP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sz="2000" dirty="0" smtClean="0"/>
              <a:t>  = 1 if there is a hub arc </a:t>
            </a:r>
            <a:r>
              <a:rPr lang="en-US" altLang="ja-JP" sz="2000" i="1" dirty="0" smtClean="0"/>
              <a:t>k–l  </a:t>
            </a:r>
            <a:r>
              <a:rPr lang="en-US" altLang="ja-JP" sz="2000" dirty="0" smtClean="0"/>
              <a:t>for Firm A (B)</a:t>
            </a:r>
          </a:p>
          <a:p>
            <a:pPr lvl="1">
              <a:spcBef>
                <a:spcPts val="600"/>
              </a:spcBef>
            </a:pPr>
            <a:r>
              <a:rPr lang="en-US" altLang="ja-JP" sz="2000" i="1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ja-JP" sz="2000" i="1" baseline="30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ja-JP" sz="2000" i="1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2000" dirty="0" smtClean="0"/>
              <a:t> (</a:t>
            </a:r>
            <a:r>
              <a:rPr lang="en-US" altLang="ja-JP" sz="2000" i="1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ja-JP" sz="2000" i="1" baseline="30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ja-JP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sz="2000" dirty="0" smtClean="0"/>
              <a:t> = 1 if there is a hub at city </a:t>
            </a:r>
            <a:r>
              <a:rPr lang="en-US" altLang="ja-JP" sz="2000" i="1" dirty="0" smtClean="0"/>
              <a:t>k  </a:t>
            </a:r>
            <a:r>
              <a:rPr lang="en-US" altLang="ja-JP" sz="2000" dirty="0" smtClean="0"/>
              <a:t>for Firm A (B)</a:t>
            </a:r>
            <a:endParaRPr lang="en-US" altLang="ja-JP" sz="2000" dirty="0">
              <a:sym typeface="Symbol" pitchFamily="18" charset="2"/>
            </a:endParaRPr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62466" name="数式" r:id="rId4" imgW="114120" imgH="215640" progId="Equation.3">
              <p:embed/>
            </p:oleObj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4258501" y="4271915"/>
            <a:ext cx="4469094" cy="1030123"/>
            <a:chOff x="946835" y="1900239"/>
            <a:chExt cx="6958498" cy="1830539"/>
          </a:xfrm>
        </p:grpSpPr>
        <p:sp>
          <p:nvSpPr>
            <p:cNvPr id="11" name="Oval 4"/>
            <p:cNvSpPr>
              <a:spLocks noChangeAspect="1" noChangeArrowheads="1"/>
            </p:cNvSpPr>
            <p:nvPr/>
          </p:nvSpPr>
          <p:spPr bwMode="auto">
            <a:xfrm>
              <a:off x="1203315" y="2688166"/>
              <a:ext cx="179340" cy="18288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3198495" y="2105988"/>
              <a:ext cx="237744" cy="237744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5456240" y="2106613"/>
              <a:ext cx="237744" cy="237744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946835" y="2788495"/>
              <a:ext cx="379379" cy="942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kumimoji="0" lang="en-AU" sz="2000" i="1" dirty="0" err="1">
                  <a:latin typeface="+mn-lt"/>
                </a:rPr>
                <a:t>i</a:t>
              </a:r>
              <a:endParaRPr kumimoji="0" lang="en-AU" sz="2000" i="1" dirty="0">
                <a:latin typeface="+mn-lt"/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7648853" y="2605616"/>
              <a:ext cx="256480" cy="942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kumimoji="0" lang="en-AU" sz="2000" i="1" dirty="0">
                  <a:latin typeface="+mn-lt"/>
                </a:rPr>
                <a:t>j</a:t>
              </a: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 flipV="1">
              <a:off x="1368415" y="2243147"/>
              <a:ext cx="1830080" cy="5270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>
              <a:off x="3436239" y="2220006"/>
              <a:ext cx="202000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med" len="lg"/>
              <a:tailEnd type="none" w="med" len="lg"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5693984" y="2243147"/>
              <a:ext cx="1820685" cy="4450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3158625" y="2369434"/>
              <a:ext cx="543088" cy="942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kumimoji="0" lang="en-AU" sz="2000" i="1" dirty="0">
                  <a:latin typeface="+mn-lt"/>
                </a:rPr>
                <a:t>k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449888" y="2312989"/>
              <a:ext cx="256480" cy="9422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kumimoji="0" lang="en-AU" sz="2000" i="1" dirty="0">
                  <a:latin typeface="+mn-lt"/>
                </a:rPr>
                <a:t>l</a:t>
              </a:r>
            </a:p>
          </p:txBody>
        </p:sp>
        <p:graphicFrame>
          <p:nvGraphicFramePr>
            <p:cNvPr id="21" name="Object 17"/>
            <p:cNvGraphicFramePr>
              <a:graphicFrameLocks/>
            </p:cNvGraphicFramePr>
            <p:nvPr/>
          </p:nvGraphicFramePr>
          <p:xfrm>
            <a:off x="4640263" y="1900239"/>
            <a:ext cx="12700" cy="30162"/>
          </p:xfrm>
          <a:graphic>
            <a:graphicData uri="http://schemas.openxmlformats.org/presentationml/2006/ole">
              <p:oleObj spid="_x0000_s62467" name="数式" r:id="rId5" imgW="190440" imgH="241200" progId="Equation.3">
                <p:embed/>
              </p:oleObj>
            </a:graphicData>
          </a:graphic>
        </p:graphicFrame>
        <p:sp>
          <p:nvSpPr>
            <p:cNvPr id="24" name="Oval 4"/>
            <p:cNvSpPr>
              <a:spLocks noChangeAspect="1" noChangeArrowheads="1"/>
            </p:cNvSpPr>
            <p:nvPr/>
          </p:nvSpPr>
          <p:spPr bwMode="auto">
            <a:xfrm>
              <a:off x="7514669" y="2605616"/>
              <a:ext cx="179340" cy="18288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22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79"/>
            <a:ext cx="7391400" cy="950976"/>
          </a:xfrm>
        </p:spPr>
        <p:txBody>
          <a:bodyPr/>
          <a:lstStyle/>
          <a:p>
            <a:r>
              <a:rPr lang="en-AU" altLang="ja-JP" sz="3200" dirty="0" smtClean="0"/>
              <a:t>HALCE-B (</a:t>
            </a:r>
            <a:r>
              <a:rPr lang="en-AU" altLang="ja-JP" sz="3200" dirty="0" smtClean="0">
                <a:solidFill>
                  <a:srgbClr val="0000FF"/>
                </a:solidFill>
              </a:rPr>
              <a:t>Firm B</a:t>
            </a:r>
            <a:r>
              <a:rPr lang="en-AU" altLang="ja-JP" sz="3200" dirty="0" smtClean="0"/>
              <a:t>’s problem)</a:t>
            </a:r>
            <a:endParaRPr lang="en-US" altLang="ja-JP" sz="3200" dirty="0"/>
          </a:p>
        </p:txBody>
      </p:sp>
      <p:graphicFrame>
        <p:nvGraphicFramePr>
          <p:cNvPr id="102404" name="Object 4"/>
          <p:cNvGraphicFramePr>
            <a:graphicFrameLocks/>
          </p:cNvGraphicFramePr>
          <p:nvPr/>
        </p:nvGraphicFramePr>
        <p:xfrm>
          <a:off x="196850" y="1318863"/>
          <a:ext cx="6513513" cy="5421312"/>
        </p:xfrm>
        <a:graphic>
          <a:graphicData uri="http://schemas.openxmlformats.org/presentationml/2006/ole">
            <p:oleObj spid="_x0000_s60418" name="数式" r:id="rId4" imgW="2819160" imgH="2565360" progId="Equation.3">
              <p:embed/>
            </p:oleObj>
          </a:graphicData>
        </a:graphic>
      </p:graphicFrame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1501254" y="4246647"/>
            <a:ext cx="5209109" cy="1929642"/>
          </a:xfrm>
          <a:prstGeom prst="rect">
            <a:avLst/>
          </a:prstGeom>
          <a:noFill/>
          <a:ln w="38100">
            <a:solidFill>
              <a:schemeClr val="accent4">
                <a:lumMod val="65000"/>
                <a:lumOff val="35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7019925" y="4653847"/>
            <a:ext cx="1261884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kumimoji="0" lang="en-AU" sz="2400" dirty="0">
                <a:solidFill>
                  <a:schemeClr val="accent4">
                    <a:lumMod val="65000"/>
                    <a:lumOff val="35000"/>
                  </a:schemeClr>
                </a:solidFill>
                <a:latin typeface="Times New Roman" pitchFamily="18" charset="0"/>
              </a:rPr>
              <a:t>Network</a:t>
            </a:r>
          </a:p>
          <a:p>
            <a:pPr algn="l" eaLnBrk="0" hangingPunct="0"/>
            <a:r>
              <a:rPr kumimoji="0" lang="en-AU" sz="2400" dirty="0">
                <a:solidFill>
                  <a:schemeClr val="accent4">
                    <a:lumMod val="65000"/>
                    <a:lumOff val="35000"/>
                  </a:schemeClr>
                </a:solidFill>
                <a:latin typeface="Times New Roman" pitchFamily="18" charset="0"/>
              </a:rPr>
              <a:t>Flow</a:t>
            </a:r>
            <a:endParaRPr kumimoji="0" lang="en-US" altLang="ja-JP" sz="2400" dirty="0">
              <a:solidFill>
                <a:schemeClr val="accent4">
                  <a:lumMod val="65000"/>
                  <a:lumOff val="3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02408" name="AutoShape 8"/>
          <p:cNvSpPr>
            <a:spLocks/>
          </p:cNvSpPr>
          <p:nvPr/>
        </p:nvSpPr>
        <p:spPr bwMode="auto">
          <a:xfrm>
            <a:off x="6094412" y="2232622"/>
            <a:ext cx="409575" cy="1831060"/>
          </a:xfrm>
          <a:prstGeom prst="rightBrace">
            <a:avLst>
              <a:gd name="adj1" fmla="val 49354"/>
              <a:gd name="adj2" fmla="val 50000"/>
            </a:avLst>
          </a:prstGeom>
          <a:noFill/>
          <a:ln w="38100">
            <a:solidFill>
              <a:srgbClr val="6633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6892925" y="2739677"/>
            <a:ext cx="1364476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kumimoji="0" lang="en-AU" sz="2400" dirty="0" smtClean="0">
                <a:solidFill>
                  <a:srgbClr val="663300"/>
                </a:solidFill>
                <a:latin typeface="Times New Roman" pitchFamily="18" charset="0"/>
              </a:rPr>
              <a:t>Hub arcs </a:t>
            </a:r>
            <a:endParaRPr kumimoji="0" lang="en-AU" sz="2400" dirty="0">
              <a:solidFill>
                <a:srgbClr val="663300"/>
              </a:solidFill>
              <a:latin typeface="Times New Roman" pitchFamily="18" charset="0"/>
            </a:endParaRPr>
          </a:p>
          <a:p>
            <a:pPr algn="l" eaLnBrk="0" hangingPunct="0"/>
            <a:r>
              <a:rPr kumimoji="0" lang="en-AU" sz="2400" dirty="0">
                <a:solidFill>
                  <a:srgbClr val="663300"/>
                </a:solidFill>
                <a:latin typeface="Times New Roman" pitchFamily="18" charset="0"/>
              </a:rPr>
              <a:t>&amp; hubs</a:t>
            </a:r>
            <a:endParaRPr kumimoji="0" lang="en-US" altLang="ja-JP" sz="2400" dirty="0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02410" name="Text Box 10"/>
          <p:cNvSpPr txBox="1">
            <a:spLocks noChangeArrowheads="1"/>
          </p:cNvSpPr>
          <p:nvPr/>
        </p:nvSpPr>
        <p:spPr bwMode="auto">
          <a:xfrm>
            <a:off x="6344356" y="1284996"/>
            <a:ext cx="2642482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ja-JP" sz="2400" dirty="0" smtClean="0">
                <a:solidFill>
                  <a:srgbClr val="0000FF"/>
                </a:solidFill>
                <a:latin typeface="Times New Roman" pitchFamily="18" charset="0"/>
              </a:rPr>
              <a:t>Maximize B’s total </a:t>
            </a:r>
          </a:p>
          <a:p>
            <a:pPr eaLnBrk="0" hangingPunct="0"/>
            <a:r>
              <a:rPr kumimoji="0" lang="en-US" altLang="ja-JP" sz="2400" dirty="0" smtClean="0">
                <a:solidFill>
                  <a:srgbClr val="0000FF"/>
                </a:solidFill>
                <a:latin typeface="Times New Roman" pitchFamily="18" charset="0"/>
              </a:rPr>
              <a:t>revenue</a:t>
            </a:r>
            <a:endParaRPr kumimoji="0" lang="en-US" altLang="ja-JP" sz="24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9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79"/>
            <a:ext cx="7391400" cy="950976"/>
          </a:xfrm>
        </p:spPr>
        <p:txBody>
          <a:bodyPr/>
          <a:lstStyle/>
          <a:p>
            <a:r>
              <a:rPr lang="en-AU" altLang="ja-JP" sz="3200" dirty="0" smtClean="0"/>
              <a:t>HALCE-A (</a:t>
            </a:r>
            <a:r>
              <a:rPr lang="en-AU" altLang="ja-JP" sz="3200" dirty="0" smtClean="0">
                <a:solidFill>
                  <a:srgbClr val="FF0066"/>
                </a:solidFill>
              </a:rPr>
              <a:t>Firm A</a:t>
            </a:r>
            <a:r>
              <a:rPr lang="en-AU" altLang="ja-JP" sz="3200" dirty="0" smtClean="0"/>
              <a:t>’s Problem)</a:t>
            </a:r>
            <a:endParaRPr lang="en-US" altLang="ja-JP" sz="3200" dirty="0"/>
          </a:p>
        </p:txBody>
      </p:sp>
      <p:graphicFrame>
        <p:nvGraphicFramePr>
          <p:cNvPr id="102404" name="Object 4"/>
          <p:cNvGraphicFramePr>
            <a:graphicFrameLocks/>
          </p:cNvGraphicFramePr>
          <p:nvPr/>
        </p:nvGraphicFramePr>
        <p:xfrm>
          <a:off x="196850" y="1323272"/>
          <a:ext cx="6513513" cy="5367338"/>
        </p:xfrm>
        <a:graphic>
          <a:graphicData uri="http://schemas.openxmlformats.org/presentationml/2006/ole">
            <p:oleObj spid="_x0000_s61442" name="数式" r:id="rId4" imgW="2819160" imgH="2539800" progId="Equation.3">
              <p:embed/>
            </p:oleObj>
          </a:graphicData>
        </a:graphic>
      </p:graphicFrame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1294878" y="3617843"/>
            <a:ext cx="5400889" cy="2564326"/>
          </a:xfrm>
          <a:prstGeom prst="rect">
            <a:avLst/>
          </a:prstGeom>
          <a:noFill/>
          <a:ln w="38100">
            <a:solidFill>
              <a:schemeClr val="accent4">
                <a:lumMod val="65000"/>
                <a:lumOff val="35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7019925" y="4375555"/>
            <a:ext cx="1261884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kumimoji="0" lang="en-AU" sz="2400" dirty="0">
                <a:solidFill>
                  <a:schemeClr val="accent4">
                    <a:lumMod val="65000"/>
                    <a:lumOff val="35000"/>
                  </a:schemeClr>
                </a:solidFill>
                <a:latin typeface="Times New Roman" pitchFamily="18" charset="0"/>
              </a:rPr>
              <a:t>Network</a:t>
            </a:r>
          </a:p>
          <a:p>
            <a:pPr algn="l" eaLnBrk="0" hangingPunct="0"/>
            <a:r>
              <a:rPr kumimoji="0" lang="en-AU" sz="2400" dirty="0">
                <a:solidFill>
                  <a:schemeClr val="accent4">
                    <a:lumMod val="65000"/>
                    <a:lumOff val="35000"/>
                  </a:schemeClr>
                </a:solidFill>
                <a:latin typeface="Times New Roman" pitchFamily="18" charset="0"/>
              </a:rPr>
              <a:t>Flow</a:t>
            </a:r>
            <a:endParaRPr kumimoji="0" lang="en-US" altLang="ja-JP" sz="2400" dirty="0">
              <a:solidFill>
                <a:schemeClr val="accent4">
                  <a:lumMod val="65000"/>
                  <a:lumOff val="3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02408" name="AutoShape 8"/>
          <p:cNvSpPr>
            <a:spLocks/>
          </p:cNvSpPr>
          <p:nvPr/>
        </p:nvSpPr>
        <p:spPr bwMode="auto">
          <a:xfrm>
            <a:off x="6610350" y="2213112"/>
            <a:ext cx="409575" cy="1219203"/>
          </a:xfrm>
          <a:prstGeom prst="rightBrace">
            <a:avLst>
              <a:gd name="adj1" fmla="val 49354"/>
              <a:gd name="adj2" fmla="val 50000"/>
            </a:avLst>
          </a:prstGeom>
          <a:noFill/>
          <a:ln w="38100">
            <a:solidFill>
              <a:srgbClr val="6633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ja-JP" altLang="en-US">
              <a:solidFill>
                <a:srgbClr val="663300"/>
              </a:solidFill>
            </a:endParaRP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7156450" y="2410479"/>
            <a:ext cx="1364476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kumimoji="0" lang="en-AU" sz="2400" dirty="0" smtClean="0">
                <a:solidFill>
                  <a:srgbClr val="663300"/>
                </a:solidFill>
                <a:latin typeface="Times New Roman" pitchFamily="18" charset="0"/>
              </a:rPr>
              <a:t>Hub arcs </a:t>
            </a:r>
            <a:endParaRPr kumimoji="0" lang="en-AU" sz="2400" dirty="0">
              <a:solidFill>
                <a:srgbClr val="663300"/>
              </a:solidFill>
              <a:latin typeface="Times New Roman" pitchFamily="18" charset="0"/>
            </a:endParaRPr>
          </a:p>
          <a:p>
            <a:pPr algn="l" eaLnBrk="0" hangingPunct="0"/>
            <a:r>
              <a:rPr kumimoji="0" lang="en-AU" sz="2400" dirty="0">
                <a:solidFill>
                  <a:srgbClr val="663300"/>
                </a:solidFill>
                <a:latin typeface="Times New Roman" pitchFamily="18" charset="0"/>
              </a:rPr>
              <a:t>&amp; hubs</a:t>
            </a:r>
            <a:endParaRPr kumimoji="0" lang="en-US" altLang="ja-JP" sz="2400" dirty="0">
              <a:solidFill>
                <a:srgbClr val="663300"/>
              </a:solidFill>
              <a:latin typeface="Times New Roman" pitchFamily="18" charset="0"/>
            </a:endParaRPr>
          </a:p>
        </p:txBody>
      </p:sp>
      <p:sp>
        <p:nvSpPr>
          <p:cNvPr id="102410" name="Text Box 10"/>
          <p:cNvSpPr txBox="1">
            <a:spLocks noChangeArrowheads="1"/>
          </p:cNvSpPr>
          <p:nvPr/>
        </p:nvSpPr>
        <p:spPr bwMode="auto">
          <a:xfrm>
            <a:off x="6210625" y="1291427"/>
            <a:ext cx="2865641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ja-JP" sz="2400" dirty="0" smtClean="0">
                <a:solidFill>
                  <a:srgbClr val="FF0066"/>
                </a:solidFill>
                <a:latin typeface="Times New Roman" pitchFamily="18" charset="0"/>
              </a:rPr>
              <a:t>Maximize A’s total revenue</a:t>
            </a:r>
            <a:endParaRPr kumimoji="0" lang="en-US" altLang="ja-JP" sz="2400" dirty="0">
              <a:solidFill>
                <a:srgbClr val="FF0066"/>
              </a:solidFill>
              <a:latin typeface="Times New Roman" pitchFamily="18" charset="0"/>
            </a:endParaRPr>
          </a:p>
        </p:txBody>
      </p:sp>
      <p:sp>
        <p:nvSpPr>
          <p:cNvPr id="12" name="角丸四角形 11"/>
          <p:cNvSpPr/>
          <p:nvPr/>
        </p:nvSpPr>
        <p:spPr bwMode="auto">
          <a:xfrm>
            <a:off x="1294879" y="6237158"/>
            <a:ext cx="4983480" cy="535428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50" charset="-128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798851" y="5950261"/>
            <a:ext cx="2201244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kumimoji="0" lang="en-AU" sz="2400" dirty="0" smtClean="0">
                <a:solidFill>
                  <a:srgbClr val="0000FF"/>
                </a:solidFill>
                <a:latin typeface="Times New Roman" pitchFamily="18" charset="0"/>
              </a:rPr>
              <a:t>Firm B finds an </a:t>
            </a:r>
          </a:p>
          <a:p>
            <a:pPr algn="l" eaLnBrk="0" hangingPunct="0"/>
            <a:r>
              <a:rPr kumimoji="0" lang="en-AU" altLang="ja-JP" sz="2400" dirty="0" smtClean="0">
                <a:solidFill>
                  <a:srgbClr val="0000FF"/>
                </a:solidFill>
                <a:latin typeface="Times New Roman" pitchFamily="18" charset="0"/>
              </a:rPr>
              <a:t>optimal solution</a:t>
            </a:r>
            <a:endParaRPr kumimoji="0" lang="en-US" altLang="ja-JP" sz="24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9144000" cy="939800"/>
          </a:xfrm>
        </p:spPr>
        <p:txBody>
          <a:bodyPr/>
          <a:lstStyle/>
          <a:p>
            <a:r>
              <a:rPr kumimoji="1" lang="en-US" altLang="ja-JP" sz="3200" dirty="0" smtClean="0"/>
              <a:t>Optimal Solution Algorithm</a:t>
            </a:r>
            <a:endParaRPr kumimoji="1" lang="ja-JP" altLang="en-US" sz="3200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0081" y="1280160"/>
            <a:ext cx="7879976" cy="460586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ja-JP" sz="2400" dirty="0" smtClean="0"/>
              <a:t>“Smart” enumeration algorithm:</a:t>
            </a:r>
          </a:p>
          <a:p>
            <a:pPr marL="688975" indent="-463550">
              <a:spcBef>
                <a:spcPts val="1200"/>
              </a:spcBef>
              <a:buSzPct val="100000"/>
              <a:buFont typeface="Wingdings" pitchFamily="2" charset="2"/>
              <a:buChar char="Ø"/>
            </a:pPr>
            <a:r>
              <a:rPr lang="en-US" altLang="ja-JP" sz="2200" dirty="0" smtClean="0"/>
              <a:t>Enumerate </a:t>
            </a:r>
            <a:r>
              <a:rPr lang="en-US" altLang="ja-JP" sz="2200" i="1" dirty="0" smtClean="0">
                <a:solidFill>
                  <a:srgbClr val="FF0066"/>
                </a:solidFill>
              </a:rPr>
              <a:t>all</a:t>
            </a:r>
            <a:r>
              <a:rPr lang="en-US" altLang="ja-JP" sz="2200" dirty="0" smtClean="0"/>
              <a:t> of </a:t>
            </a:r>
            <a:r>
              <a:rPr lang="en-US" altLang="ja-JP" sz="2200" dirty="0" smtClean="0">
                <a:solidFill>
                  <a:srgbClr val="FF0066"/>
                </a:solidFill>
              </a:rPr>
              <a:t>Firm A</a:t>
            </a:r>
            <a:r>
              <a:rPr lang="en-US" altLang="ja-JP" sz="2200" dirty="0" smtClean="0"/>
              <a:t>’s sets of </a:t>
            </a:r>
            <a:r>
              <a:rPr lang="en-US" altLang="ja-JP" sz="2200" i="1" dirty="0" err="1" smtClean="0"/>
              <a:t>q</a:t>
            </a:r>
            <a:r>
              <a:rPr lang="en-US" altLang="ja-JP" sz="2200" i="1" baseline="30000" dirty="0" err="1" smtClean="0"/>
              <a:t>A</a:t>
            </a:r>
            <a:r>
              <a:rPr lang="en-US" altLang="ja-JP" sz="2200" dirty="0" smtClean="0"/>
              <a:t> hub arcs.</a:t>
            </a:r>
          </a:p>
          <a:p>
            <a:pPr marL="688975" indent="-463550">
              <a:spcBef>
                <a:spcPts val="1200"/>
              </a:spcBef>
              <a:buSzPct val="100000"/>
              <a:buFont typeface="Wingdings" pitchFamily="2" charset="2"/>
              <a:buChar char="Ø"/>
            </a:pPr>
            <a:r>
              <a:rPr kumimoji="1" lang="en-US" altLang="ja-JP" sz="2200" dirty="0" smtClean="0"/>
              <a:t>For each set of Firm A’s hub arcs, use bounding tests to enumerate </a:t>
            </a:r>
            <a:r>
              <a:rPr kumimoji="1" lang="en-US" altLang="ja-JP" sz="2200" i="1" dirty="0" smtClean="0">
                <a:solidFill>
                  <a:srgbClr val="0000FF"/>
                </a:solidFill>
              </a:rPr>
              <a:t>only some </a:t>
            </a:r>
            <a:r>
              <a:rPr kumimoji="1" lang="en-US" altLang="ja-JP" sz="2200" dirty="0" smtClean="0"/>
              <a:t>of </a:t>
            </a:r>
            <a:r>
              <a:rPr kumimoji="1" lang="en-US" altLang="ja-JP" sz="2200" dirty="0" smtClean="0">
                <a:solidFill>
                  <a:srgbClr val="0000FF"/>
                </a:solidFill>
              </a:rPr>
              <a:t>Firm B</a:t>
            </a:r>
            <a:r>
              <a:rPr kumimoji="1" lang="en-US" altLang="ja-JP" sz="2200" dirty="0" smtClean="0"/>
              <a:t>’s </a:t>
            </a:r>
            <a:r>
              <a:rPr kumimoji="1" lang="en-US" altLang="ja-JP" sz="2200" i="1" dirty="0" err="1" smtClean="0"/>
              <a:t>q</a:t>
            </a:r>
            <a:r>
              <a:rPr kumimoji="1" lang="en-US" altLang="ja-JP" sz="2200" i="1" baseline="30000" dirty="0" err="1" smtClean="0"/>
              <a:t>B</a:t>
            </a:r>
            <a:r>
              <a:rPr kumimoji="1" lang="en-US" altLang="ja-JP" sz="2200" dirty="0" smtClean="0"/>
              <a:t> hub arcs and </a:t>
            </a:r>
            <a:r>
              <a:rPr kumimoji="1" lang="en-US" altLang="ja-JP" sz="2200" i="1" dirty="0" smtClean="0"/>
              <a:t>only some  </a:t>
            </a:r>
            <a:r>
              <a:rPr kumimoji="1" lang="en-US" altLang="ja-JP" sz="2200" dirty="0" smtClean="0"/>
              <a:t>OD pairs.</a:t>
            </a:r>
          </a:p>
          <a:p>
            <a:pPr>
              <a:spcBef>
                <a:spcPts val="1200"/>
              </a:spcBef>
            </a:pPr>
            <a:r>
              <a:rPr lang="en-US" altLang="ja-JP" sz="2400" dirty="0" smtClean="0"/>
              <a:t>Bounding tests are effective and allow problems with up to 3 hub arcs for </a:t>
            </a:r>
            <a:r>
              <a:rPr lang="en-US" altLang="ja-JP" sz="2400" dirty="0" smtClean="0">
                <a:solidFill>
                  <a:srgbClr val="FF0000"/>
                </a:solidFill>
              </a:rPr>
              <a:t>Firm A</a:t>
            </a:r>
            <a:r>
              <a:rPr lang="en-US" altLang="ja-JP" sz="2400" dirty="0" smtClean="0"/>
              <a:t> and </a:t>
            </a:r>
            <a:r>
              <a:rPr lang="en-US" altLang="ja-JP" sz="2400" dirty="0" smtClean="0">
                <a:solidFill>
                  <a:srgbClr val="0000FF"/>
                </a:solidFill>
              </a:rPr>
              <a:t>Firm B</a:t>
            </a:r>
            <a:r>
              <a:rPr lang="en-US" altLang="ja-JP" sz="2400" dirty="0" smtClean="0"/>
              <a:t> to be solved to optimality.</a:t>
            </a:r>
          </a:p>
          <a:p>
            <a:pPr>
              <a:spcBef>
                <a:spcPts val="1200"/>
              </a:spcBef>
            </a:pPr>
            <a:endParaRPr kumimoji="1" lang="en-US" altLang="ja-JP" sz="2400" dirty="0" smtClean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r>
              <a:rPr kumimoji="1" lang="en-US" altLang="ja-JP" sz="2400" dirty="0" smtClean="0"/>
              <a:t>But we would still like to solve larger problems…</a:t>
            </a:r>
            <a:endParaRPr kumimoji="1" lang="ja-JP" altLang="en-US" sz="2400" dirty="0"/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kumimoji="1" lang="en-US" altLang="ja-JP" sz="3200" dirty="0" smtClean="0"/>
              <a:t>540 Problem Scenarios with CAB data</a:t>
            </a:r>
            <a:endParaRPr kumimoji="1" lang="ja-JP" altLang="en-US" sz="3200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40080" y="1280160"/>
            <a:ext cx="8443913" cy="4868347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kumimoji="1" lang="en-US" altLang="ja-JP" sz="2400" dirty="0" smtClean="0"/>
              <a:t>2 OD revenue sets: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>
                <a:solidFill>
                  <a:srgbClr val="FF0066"/>
                </a:solidFill>
              </a:rPr>
              <a:t>airfare </a:t>
            </a:r>
            <a:r>
              <a:rPr lang="en-US" altLang="ja-JP" sz="2000" dirty="0" smtClean="0"/>
              <a:t>: IATA Y class airfares 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>
                <a:solidFill>
                  <a:srgbClr val="00B050"/>
                </a:solidFill>
              </a:rPr>
              <a:t>distance </a:t>
            </a:r>
            <a:r>
              <a:rPr lang="en-US" altLang="ja-JP" sz="2000" i="1" dirty="0" smtClean="0"/>
              <a:t>: direct OD distance</a:t>
            </a:r>
            <a:endParaRPr kumimoji="1" lang="en-US" altLang="ja-JP" sz="2000" i="1" dirty="0" smtClean="0"/>
          </a:p>
          <a:p>
            <a:pPr>
              <a:spcBef>
                <a:spcPts val="800"/>
              </a:spcBef>
            </a:pPr>
            <a:r>
              <a:rPr lang="en-US" altLang="ja-JP" sz="2400" dirty="0" smtClean="0"/>
              <a:t>3 levels of customer selectivity: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>
                <a:solidFill>
                  <a:srgbClr val="0070C0"/>
                </a:solidFill>
              </a:rPr>
              <a:t>low:</a:t>
            </a:r>
            <a:r>
              <a:rPr lang="en-US" altLang="ja-JP" sz="2000" i="1" dirty="0" smtClean="0"/>
              <a:t> </a:t>
            </a:r>
            <a:r>
              <a:rPr lang="en-US" altLang="ja-JP" sz="2000" dirty="0" smtClean="0"/>
              <a:t>(</a:t>
            </a:r>
            <a:r>
              <a:rPr lang="en-US" altLang="ja-JP" sz="2000" i="1" dirty="0" smtClean="0"/>
              <a:t>r</a:t>
            </a:r>
            <a:r>
              <a:rPr lang="en-US" altLang="ja-JP" sz="2000" i="1" baseline="-25000" dirty="0" smtClean="0"/>
              <a:t>1</a:t>
            </a:r>
            <a:r>
              <a:rPr lang="en-US" altLang="ja-JP" sz="2000" dirty="0" smtClean="0"/>
              <a:t>, </a:t>
            </a:r>
            <a:r>
              <a:rPr lang="en-US" altLang="ja-JP" sz="2000" i="1" dirty="0" smtClean="0"/>
              <a:t>r</a:t>
            </a:r>
            <a:r>
              <a:rPr lang="en-US" altLang="ja-JP" sz="2000" i="1" baseline="-25000" dirty="0" smtClean="0"/>
              <a:t>2</a:t>
            </a:r>
            <a:r>
              <a:rPr lang="en-US" altLang="ja-JP" sz="2000" dirty="0" smtClean="0"/>
              <a:t>)=(0.75,0.25)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>
                <a:solidFill>
                  <a:srgbClr val="CC6600"/>
                </a:solidFill>
              </a:rPr>
              <a:t>medium:</a:t>
            </a:r>
            <a:r>
              <a:rPr lang="en-US" altLang="ja-JP" sz="2000" i="1" dirty="0" smtClean="0"/>
              <a:t> </a:t>
            </a:r>
            <a:r>
              <a:rPr lang="en-US" altLang="ja-JP" sz="2000" dirty="0" smtClean="0"/>
              <a:t>(</a:t>
            </a:r>
            <a:r>
              <a:rPr lang="en-US" altLang="ja-JP" sz="2000" i="1" dirty="0" smtClean="0"/>
              <a:t>r</a:t>
            </a:r>
            <a:r>
              <a:rPr lang="en-US" altLang="ja-JP" sz="2000" i="1" baseline="-25000" dirty="0" smtClean="0"/>
              <a:t>1</a:t>
            </a:r>
            <a:r>
              <a:rPr lang="en-US" altLang="ja-JP" sz="2000" dirty="0" smtClean="0"/>
              <a:t>, </a:t>
            </a:r>
            <a:r>
              <a:rPr lang="en-US" altLang="ja-JP" sz="2000" i="1" dirty="0" smtClean="0"/>
              <a:t>r</a:t>
            </a:r>
            <a:r>
              <a:rPr lang="en-US" altLang="ja-JP" sz="2000" i="1" baseline="-25000" dirty="0" smtClean="0"/>
              <a:t>2</a:t>
            </a:r>
            <a:r>
              <a:rPr lang="en-US" altLang="ja-JP" sz="2000" dirty="0" smtClean="0"/>
              <a:t>)=(0.083,0.015) 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>
                <a:solidFill>
                  <a:srgbClr val="FF0000"/>
                </a:solidFill>
              </a:rPr>
              <a:t>high:</a:t>
            </a:r>
            <a:r>
              <a:rPr lang="en-US" altLang="ja-JP" sz="2000" dirty="0" smtClean="0"/>
              <a:t> (</a:t>
            </a:r>
            <a:r>
              <a:rPr lang="en-US" altLang="ja-JP" sz="2000" i="1" dirty="0" smtClean="0"/>
              <a:t>r</a:t>
            </a:r>
            <a:r>
              <a:rPr lang="en-US" altLang="ja-JP" sz="2000" i="1" baseline="-25000" dirty="0" smtClean="0"/>
              <a:t>1</a:t>
            </a:r>
            <a:r>
              <a:rPr lang="en-US" altLang="ja-JP" sz="2000" dirty="0" smtClean="0"/>
              <a:t>, </a:t>
            </a:r>
            <a:r>
              <a:rPr lang="en-US" altLang="ja-JP" sz="2000" i="1" dirty="0" smtClean="0"/>
              <a:t>r</a:t>
            </a:r>
            <a:r>
              <a:rPr lang="en-US" altLang="ja-JP" sz="2000" i="1" baseline="-25000" dirty="0" smtClean="0"/>
              <a:t>2</a:t>
            </a:r>
            <a:r>
              <a:rPr lang="en-US" altLang="ja-JP" sz="2000" dirty="0" smtClean="0"/>
              <a:t>)=(0,0) (“all-or-nothing”)</a:t>
            </a:r>
            <a:endParaRPr lang="en-US" altLang="ja-JP" sz="2000" i="1" dirty="0" smtClean="0"/>
          </a:p>
          <a:p>
            <a:pPr>
              <a:spcBef>
                <a:spcPts val="800"/>
              </a:spcBef>
            </a:pPr>
            <a:r>
              <a:rPr lang="en-US" altLang="ja-JP" sz="2400" i="1" dirty="0" smtClean="0"/>
              <a:t>2 Customer allocation schemes: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/>
              <a:t>Distance ratio allocation (passenger) </a:t>
            </a:r>
          </a:p>
          <a:p>
            <a:pPr lvl="1">
              <a:spcBef>
                <a:spcPts val="800"/>
              </a:spcBef>
            </a:pPr>
            <a:r>
              <a:rPr lang="en-US" altLang="ja-JP" sz="2000" i="1" dirty="0" smtClean="0"/>
              <a:t>Cost ratio allocation (freight)</a:t>
            </a:r>
          </a:p>
          <a:p>
            <a:pPr>
              <a:spcBef>
                <a:spcPts val="800"/>
              </a:spcBef>
            </a:pPr>
            <a:r>
              <a:rPr lang="en-US" altLang="ja-JP" sz="2400" dirty="0" smtClean="0"/>
              <a:t>5 values of </a:t>
            </a:r>
            <a:r>
              <a:rPr lang="en-US" altLang="ja-JP" sz="2400" dirty="0" smtClean="0">
                <a:sym typeface="Symbol"/>
              </a:rPr>
              <a:t>: 0.2, 0.4, 0.6, 0.8, 1.0 </a:t>
            </a:r>
          </a:p>
          <a:p>
            <a:pPr>
              <a:spcBef>
                <a:spcPts val="800"/>
              </a:spcBef>
            </a:pPr>
            <a:r>
              <a:rPr lang="en-US" altLang="ja-JP" sz="2400" dirty="0" smtClean="0">
                <a:sym typeface="Symbol"/>
              </a:rPr>
              <a:t>Up to 3 hub arcs for Firms A and B.</a:t>
            </a:r>
            <a:endParaRPr kumimoji="1" lang="ja-JP" altLang="en-US" dirty="0"/>
          </a:p>
        </p:txBody>
      </p:sp>
      <p:graphicFrame>
        <p:nvGraphicFramePr>
          <p:cNvPr id="5" name="Chart 3"/>
          <p:cNvGraphicFramePr>
            <a:graphicFrameLocks/>
          </p:cNvGraphicFramePr>
          <p:nvPr/>
        </p:nvGraphicFramePr>
        <p:xfrm>
          <a:off x="5801598" y="1989653"/>
          <a:ext cx="3320716" cy="246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82" name="Picture 2" descr="D:\mihiro\research\CompHubArc\maps\CAB9a\map9aA2B2a6.eps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576512"/>
            <a:ext cx="4038600" cy="2187575"/>
          </a:xfrm>
          <a:prstGeom prst="rect">
            <a:avLst/>
          </a:prstGeom>
          <a:noFill/>
        </p:spPr>
      </p:pic>
      <p:pic>
        <p:nvPicPr>
          <p:cNvPr id="276483" name="Picture 3" descr="D:\mihiro\research\CompHubArc\maps\CAB11a\map11aA2B2a6.eps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2576512"/>
            <a:ext cx="4038600" cy="2187575"/>
          </a:xfrm>
          <a:prstGeom prst="rect">
            <a:avLst/>
          </a:prstGeom>
          <a:noFill/>
        </p:spPr>
      </p:pic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8009068" cy="939800"/>
          </a:xfrm>
        </p:spPr>
        <p:txBody>
          <a:bodyPr/>
          <a:lstStyle/>
          <a:p>
            <a:r>
              <a:rPr kumimoji="1" lang="en-US" altLang="ja-JP" sz="3200" dirty="0" smtClean="0"/>
              <a:t>Results: </a:t>
            </a:r>
            <a:r>
              <a:rPr lang="en-US" altLang="ja-JP" sz="3200" i="1" dirty="0" smtClean="0">
                <a:solidFill>
                  <a:srgbClr val="FF0000"/>
                </a:solidFill>
              </a:rPr>
              <a:t>High</a:t>
            </a:r>
            <a:r>
              <a:rPr lang="en-US" altLang="ja-JP" sz="3200" dirty="0" smtClean="0"/>
              <a:t> Customer Selectivity</a:t>
            </a:r>
            <a:endParaRPr kumimoji="1" lang="ja-JP" altLang="en-US" sz="32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992582" y="5829726"/>
            <a:ext cx="50064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 smtClean="0">
                <a:solidFill>
                  <a:srgbClr val="FF0000"/>
                </a:solidFill>
              </a:rPr>
              <a:t>Red lines: Firm A’s optimal solution</a:t>
            </a:r>
          </a:p>
          <a:p>
            <a:pPr algn="l"/>
            <a:r>
              <a:rPr lang="en-US" altLang="ja-JP" sz="2400" dirty="0" smtClean="0">
                <a:solidFill>
                  <a:srgbClr val="0000FF"/>
                </a:solidFill>
              </a:rPr>
              <a:t>Blue lines: Firm B’s optimal solution</a:t>
            </a:r>
            <a:endParaRPr kumimoji="1"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64695" y="4940490"/>
            <a:ext cx="2636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Revenue = </a:t>
            </a:r>
            <a:r>
              <a:rPr kumimoji="1" lang="en-US" altLang="ja-JP" sz="2400" i="1" dirty="0" smtClean="0">
                <a:solidFill>
                  <a:srgbClr val="FF0066"/>
                </a:solidFill>
              </a:rPr>
              <a:t>airfare</a:t>
            </a:r>
            <a:endParaRPr kumimoji="1" lang="ja-JP" altLang="en-US" sz="2400" i="1" dirty="0">
              <a:solidFill>
                <a:srgbClr val="FF0066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185398" y="4940490"/>
            <a:ext cx="288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Revenue = </a:t>
            </a:r>
            <a:r>
              <a:rPr kumimoji="1" lang="en-US" altLang="ja-JP" sz="2400" i="1" dirty="0" smtClean="0">
                <a:solidFill>
                  <a:srgbClr val="00B050"/>
                </a:solidFill>
              </a:rPr>
              <a:t>distance</a:t>
            </a:r>
            <a:endParaRPr kumimoji="1" lang="ja-JP" altLang="en-US" sz="2400" i="1" dirty="0">
              <a:solidFill>
                <a:srgbClr val="00B050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658631" y="1225210"/>
            <a:ext cx="34279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i="1" dirty="0" smtClean="0"/>
              <a:t>Distance ratio allocation</a:t>
            </a:r>
            <a:endParaRPr lang="en-US" altLang="ja-JP" sz="2400" dirty="0" smtClean="0"/>
          </a:p>
          <a:p>
            <a:pPr algn="ctr"/>
            <a:r>
              <a:rPr lang="en-US" altLang="ja-JP" sz="2400" i="1" dirty="0" err="1" smtClean="0"/>
              <a:t>q</a:t>
            </a:r>
            <a:r>
              <a:rPr lang="en-US" altLang="ja-JP" sz="2400" i="1" baseline="30000" dirty="0" err="1" smtClean="0"/>
              <a:t>A</a:t>
            </a:r>
            <a:r>
              <a:rPr lang="en-US" altLang="ja-JP" sz="2400" dirty="0" smtClean="0"/>
              <a:t>=</a:t>
            </a:r>
            <a:r>
              <a:rPr lang="en-US" altLang="ja-JP" sz="2400" i="1" dirty="0" err="1" smtClean="0"/>
              <a:t>q</a:t>
            </a:r>
            <a:r>
              <a:rPr lang="en-US" altLang="ja-JP" sz="2400" i="1" baseline="30000" dirty="0" err="1" smtClean="0"/>
              <a:t>B</a:t>
            </a:r>
            <a:r>
              <a:rPr lang="en-US" altLang="ja-JP" sz="2400" dirty="0" smtClean="0"/>
              <a:t>=2, </a:t>
            </a:r>
            <a:r>
              <a:rPr lang="en-US" altLang="ja-JP" sz="2400" i="1" dirty="0" smtClean="0">
                <a:latin typeface="Symbol" pitchFamily="18" charset="2"/>
              </a:rPr>
              <a:t>a</a:t>
            </a:r>
            <a:r>
              <a:rPr lang="en-US" altLang="ja-JP" sz="2400" dirty="0" smtClean="0"/>
              <a:t>=0.6</a:t>
            </a:r>
            <a:endParaRPr kumimoji="1" lang="ja-JP" altLang="en-US" sz="2400" dirty="0"/>
          </a:p>
        </p:txBody>
      </p:sp>
      <p:sp>
        <p:nvSpPr>
          <p:cNvPr id="1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8009068" cy="939800"/>
          </a:xfrm>
        </p:spPr>
        <p:txBody>
          <a:bodyPr/>
          <a:lstStyle/>
          <a:p>
            <a:r>
              <a:rPr kumimoji="1" lang="en-US" altLang="ja-JP" sz="3200" dirty="0" smtClean="0"/>
              <a:t>Hub Use with Distance Ratio Allocation</a:t>
            </a:r>
            <a:endParaRPr kumimoji="1" lang="ja-JP" altLang="en-US" sz="3200" dirty="0"/>
          </a:p>
        </p:txBody>
      </p:sp>
      <p:pic>
        <p:nvPicPr>
          <p:cNvPr id="281605" name="Picture 5" descr="D:\mihiro\research\presentation\09SeminarSeriesUMSL\usa-map.ep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8679" y="1857374"/>
            <a:ext cx="7818121" cy="4200526"/>
          </a:xfrm>
          <a:prstGeom prst="rect">
            <a:avLst/>
          </a:prstGeom>
          <a:noFill/>
        </p:spPr>
      </p:pic>
      <p:grpSp>
        <p:nvGrpSpPr>
          <p:cNvPr id="3" name="Group 29"/>
          <p:cNvGrpSpPr/>
          <p:nvPr/>
        </p:nvGrpSpPr>
        <p:grpSpPr>
          <a:xfrm>
            <a:off x="4807115" y="2565198"/>
            <a:ext cx="3761749" cy="1268709"/>
            <a:chOff x="4831179" y="2574689"/>
            <a:chExt cx="3761749" cy="1268709"/>
          </a:xfrm>
        </p:grpSpPr>
        <p:sp>
          <p:nvSpPr>
            <p:cNvPr id="10" name="円/楕円 9"/>
            <p:cNvSpPr/>
            <p:nvPr/>
          </p:nvSpPr>
          <p:spPr bwMode="auto">
            <a:xfrm>
              <a:off x="5657850" y="2757488"/>
              <a:ext cx="471488" cy="457200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11" name="円/楕円 10"/>
            <p:cNvSpPr/>
            <p:nvPr/>
          </p:nvSpPr>
          <p:spPr bwMode="auto">
            <a:xfrm>
              <a:off x="7509933" y="2974799"/>
              <a:ext cx="471488" cy="457200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4831179" y="2574689"/>
              <a:ext cx="9300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 smtClean="0">
                  <a:solidFill>
                    <a:srgbClr val="FF0000"/>
                  </a:solidFill>
                </a:rPr>
                <a:t>92.2%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7662865" y="3443288"/>
              <a:ext cx="9300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 smtClean="0">
                  <a:solidFill>
                    <a:srgbClr val="FF0000"/>
                  </a:solidFill>
                </a:rPr>
                <a:t>86</a:t>
              </a:r>
              <a:r>
                <a:rPr kumimoji="1" lang="en-US" altLang="ja-JP" sz="2000" dirty="0" smtClean="0">
                  <a:solidFill>
                    <a:srgbClr val="FF0000"/>
                  </a:solidFill>
                </a:rPr>
                <a:t>.3%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30"/>
          <p:cNvGrpSpPr/>
          <p:nvPr/>
        </p:nvGrpSpPr>
        <p:grpSpPr>
          <a:xfrm>
            <a:off x="868679" y="3157598"/>
            <a:ext cx="6171935" cy="1825882"/>
            <a:chOff x="868679" y="3157598"/>
            <a:chExt cx="6171935" cy="1825882"/>
          </a:xfrm>
        </p:grpSpPr>
        <p:sp>
          <p:nvSpPr>
            <p:cNvPr id="14" name="円/楕円 13"/>
            <p:cNvSpPr/>
            <p:nvPr/>
          </p:nvSpPr>
          <p:spPr bwMode="auto">
            <a:xfrm>
              <a:off x="1570672" y="4126170"/>
              <a:ext cx="471488" cy="457200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868679" y="4583370"/>
              <a:ext cx="9112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 smtClean="0">
                  <a:solidFill>
                    <a:srgbClr val="FF0000"/>
                  </a:solidFill>
                </a:rPr>
                <a:t>57.4%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18" name="円/楕円 17"/>
            <p:cNvSpPr/>
            <p:nvPr/>
          </p:nvSpPr>
          <p:spPr bwMode="auto">
            <a:xfrm>
              <a:off x="6081712" y="4126170"/>
              <a:ext cx="471488" cy="457200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19" name="円/楕円 18"/>
            <p:cNvSpPr/>
            <p:nvPr/>
          </p:nvSpPr>
          <p:spPr bwMode="auto">
            <a:xfrm>
              <a:off x="3308032" y="3157598"/>
              <a:ext cx="471488" cy="457200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50" charset="-128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6129338" y="4535715"/>
              <a:ext cx="9112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 smtClean="0">
                  <a:solidFill>
                    <a:srgbClr val="FF0000"/>
                  </a:solidFill>
                </a:rPr>
                <a:t>47.8%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3308032" y="3614798"/>
              <a:ext cx="9112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solidFill>
                    <a:srgbClr val="FF0000"/>
                  </a:solidFill>
                </a:rPr>
                <a:t>4</a:t>
              </a:r>
              <a:r>
                <a:rPr kumimoji="1" lang="en-US" altLang="ja-JP" sz="2000" dirty="0" smtClean="0">
                  <a:solidFill>
                    <a:srgbClr val="FF0000"/>
                  </a:solidFill>
                </a:rPr>
                <a:t>7.0%</a:t>
              </a:r>
              <a:endParaRPr kumimoji="1" lang="ja-JP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902746" y="2938705"/>
            <a:ext cx="7162900" cy="3220646"/>
            <a:chOff x="902746" y="2938705"/>
            <a:chExt cx="7162900" cy="3220646"/>
          </a:xfrm>
        </p:grpSpPr>
        <p:grpSp>
          <p:nvGrpSpPr>
            <p:cNvPr id="5" name="Group 15"/>
            <p:cNvGrpSpPr/>
            <p:nvPr/>
          </p:nvGrpSpPr>
          <p:grpSpPr>
            <a:xfrm>
              <a:off x="1229721" y="2938705"/>
              <a:ext cx="6835925" cy="2756543"/>
              <a:chOff x="1229721" y="2938705"/>
              <a:chExt cx="6835925" cy="2756543"/>
            </a:xfrm>
          </p:grpSpPr>
          <p:cxnSp>
            <p:nvCxnSpPr>
              <p:cNvPr id="17" name="直線コネクタ 16"/>
              <p:cNvCxnSpPr/>
              <p:nvPr/>
            </p:nvCxnSpPr>
            <p:spPr bwMode="auto">
              <a:xfrm rot="16200000" flipH="1">
                <a:off x="5473026" y="3469877"/>
                <a:ext cx="1168746" cy="423864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コネクタ 31"/>
              <p:cNvCxnSpPr/>
              <p:nvPr/>
            </p:nvCxnSpPr>
            <p:spPr bwMode="auto">
              <a:xfrm flipV="1">
                <a:off x="3643952" y="3026116"/>
                <a:ext cx="2132961" cy="345734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線コネクタ 36"/>
              <p:cNvCxnSpPr/>
              <p:nvPr/>
            </p:nvCxnSpPr>
            <p:spPr bwMode="auto">
              <a:xfrm flipV="1">
                <a:off x="6391915" y="3228976"/>
                <a:ext cx="1270948" cy="1073302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線コネクタ 14"/>
              <p:cNvCxnSpPr/>
              <p:nvPr/>
            </p:nvCxnSpPr>
            <p:spPr bwMode="auto">
              <a:xfrm rot="10800000">
                <a:off x="6081713" y="3026116"/>
                <a:ext cx="1581151" cy="131480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線コネクタ 18"/>
              <p:cNvCxnSpPr/>
              <p:nvPr/>
            </p:nvCxnSpPr>
            <p:spPr bwMode="auto">
              <a:xfrm rot="5400000">
                <a:off x="7891910" y="2929561"/>
                <a:ext cx="164592" cy="182880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直線コネクタ 21"/>
              <p:cNvCxnSpPr/>
              <p:nvPr/>
            </p:nvCxnSpPr>
            <p:spPr bwMode="auto">
              <a:xfrm rot="5400000">
                <a:off x="4588115" y="3214566"/>
                <a:ext cx="1329994" cy="1095732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直線コネクタ 23"/>
              <p:cNvCxnSpPr/>
              <p:nvPr/>
            </p:nvCxnSpPr>
            <p:spPr bwMode="auto">
              <a:xfrm rot="10800000" flipV="1">
                <a:off x="2042161" y="3228974"/>
                <a:ext cx="5620705" cy="1073304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" name="直線コネクタ 25"/>
              <p:cNvCxnSpPr/>
              <p:nvPr/>
            </p:nvCxnSpPr>
            <p:spPr bwMode="auto">
              <a:xfrm rot="5400000">
                <a:off x="6034439" y="4066823"/>
                <a:ext cx="2466275" cy="790576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直線コネクタ 27"/>
              <p:cNvCxnSpPr/>
              <p:nvPr/>
            </p:nvCxnSpPr>
            <p:spPr bwMode="auto">
              <a:xfrm rot="10800000" flipV="1">
                <a:off x="1229721" y="3026114"/>
                <a:ext cx="4547194" cy="588683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テキスト ボックス 14"/>
            <p:cNvSpPr txBox="1"/>
            <p:nvPr/>
          </p:nvSpPr>
          <p:spPr>
            <a:xfrm>
              <a:off x="902746" y="5790019"/>
              <a:ext cx="2575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800" dirty="0" smtClean="0">
                  <a:solidFill>
                    <a:srgbClr val="FF0000"/>
                  </a:solidFill>
                </a:rPr>
                <a:t>Top hub arcs for Firm A</a:t>
              </a:r>
              <a:endParaRPr kumimoji="1" lang="ja-JP" altLang="en-US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893780" y="2666995"/>
            <a:ext cx="7122463" cy="3773848"/>
            <a:chOff x="893780" y="2666995"/>
            <a:chExt cx="7122463" cy="3773848"/>
          </a:xfrm>
        </p:grpSpPr>
        <p:grpSp>
          <p:nvGrpSpPr>
            <p:cNvPr id="6" name="Group 41"/>
            <p:cNvGrpSpPr/>
            <p:nvPr/>
          </p:nvGrpSpPr>
          <p:grpSpPr>
            <a:xfrm>
              <a:off x="1869743" y="2666995"/>
              <a:ext cx="6146500" cy="1852691"/>
              <a:chOff x="1869743" y="2666995"/>
              <a:chExt cx="6146500" cy="1852691"/>
            </a:xfrm>
          </p:grpSpPr>
          <p:cxnSp>
            <p:nvCxnSpPr>
              <p:cNvPr id="43" name="直線コネクタ 16"/>
              <p:cNvCxnSpPr/>
              <p:nvPr/>
            </p:nvCxnSpPr>
            <p:spPr bwMode="auto">
              <a:xfrm>
                <a:off x="6553200" y="2957513"/>
                <a:ext cx="1463043" cy="1588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線コネクタ 31"/>
              <p:cNvCxnSpPr/>
              <p:nvPr/>
            </p:nvCxnSpPr>
            <p:spPr bwMode="auto">
              <a:xfrm flipV="1">
                <a:off x="5072063" y="3100388"/>
                <a:ext cx="1547812" cy="357187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線コネクタ 36"/>
              <p:cNvCxnSpPr/>
              <p:nvPr/>
            </p:nvCxnSpPr>
            <p:spPr bwMode="auto">
              <a:xfrm rot="5400000">
                <a:off x="6219825" y="3133726"/>
                <a:ext cx="357190" cy="157163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線コネクタ 24"/>
              <p:cNvCxnSpPr/>
              <p:nvPr/>
            </p:nvCxnSpPr>
            <p:spPr bwMode="auto">
              <a:xfrm rot="16200000" flipH="1">
                <a:off x="5486378" y="3533824"/>
                <a:ext cx="1266896" cy="400024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線コネクタ 17"/>
              <p:cNvCxnSpPr/>
              <p:nvPr/>
            </p:nvCxnSpPr>
            <p:spPr bwMode="auto">
              <a:xfrm rot="5400000">
                <a:off x="4048230" y="3286300"/>
                <a:ext cx="1700289" cy="461679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直線コネクタ 20"/>
              <p:cNvCxnSpPr/>
              <p:nvPr/>
            </p:nvCxnSpPr>
            <p:spPr bwMode="auto">
              <a:xfrm rot="10800000" flipV="1">
                <a:off x="5691116" y="3457574"/>
                <a:ext cx="1625904" cy="709733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直線コネクタ 22"/>
              <p:cNvCxnSpPr/>
              <p:nvPr/>
            </p:nvCxnSpPr>
            <p:spPr bwMode="auto">
              <a:xfrm rot="10800000">
                <a:off x="1869743" y="4367285"/>
                <a:ext cx="2625206" cy="152401"/>
              </a:xfrm>
              <a:prstGeom prst="line">
                <a:avLst/>
              </a:prstGeom>
              <a:solidFill>
                <a:schemeClr val="tx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7" name="テキスト ボックス 14"/>
            <p:cNvSpPr txBox="1"/>
            <p:nvPr/>
          </p:nvSpPr>
          <p:spPr>
            <a:xfrm>
              <a:off x="893780" y="6071511"/>
              <a:ext cx="25734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800" dirty="0" smtClean="0">
                  <a:solidFill>
                    <a:srgbClr val="0000FF"/>
                  </a:solidFill>
                </a:rPr>
                <a:t>Top hub arcs for Firm B</a:t>
              </a:r>
              <a:endParaRPr kumimoji="1" lang="ja-JP" altLang="en-US" sz="18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kumimoji="1" lang="en-US" altLang="ja-JP" sz="3200" dirty="0" smtClean="0"/>
              <a:t>Cost Ratio vs. Distance Ratio</a:t>
            </a:r>
            <a:endParaRPr kumimoji="1" lang="ja-JP" altLang="en-US" sz="3200" dirty="0"/>
          </a:p>
        </p:txBody>
      </p:sp>
      <p:pic>
        <p:nvPicPr>
          <p:cNvPr id="7" name="Picture 2" descr="D:\mihiro\research\CompHubArc\maps\CAB11a\map11aA3B3a6.eps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476496"/>
            <a:ext cx="4038600" cy="2187575"/>
          </a:xfrm>
          <a:prstGeom prst="rect">
            <a:avLst/>
          </a:prstGeom>
          <a:noFill/>
        </p:spPr>
      </p:pic>
      <p:pic>
        <p:nvPicPr>
          <p:cNvPr id="316419" name="Picture 3" descr="D:\mihiro\research\CompHubArc\maps\CAB10a\map10aA3B3a6.eps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476496"/>
            <a:ext cx="4038600" cy="2187575"/>
          </a:xfrm>
          <a:prstGeom prst="rect">
            <a:avLst/>
          </a:prstGeom>
          <a:noFill/>
        </p:spPr>
      </p:pic>
      <p:sp>
        <p:nvSpPr>
          <p:cNvPr id="10" name="テキスト ボックス 9"/>
          <p:cNvSpPr txBox="1"/>
          <p:nvPr/>
        </p:nvSpPr>
        <p:spPr>
          <a:xfrm>
            <a:off x="2071436" y="1297466"/>
            <a:ext cx="5096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Revenue=</a:t>
            </a:r>
            <a:r>
              <a:rPr kumimoji="1" lang="en-US" altLang="ja-JP" sz="2400" i="1" dirty="0" smtClean="0">
                <a:solidFill>
                  <a:srgbClr val="00B050"/>
                </a:solidFill>
              </a:rPr>
              <a:t>distance</a:t>
            </a:r>
            <a:r>
              <a:rPr kumimoji="1" lang="en-US" altLang="ja-JP" sz="2400" i="1" dirty="0" smtClean="0"/>
              <a:t>, </a:t>
            </a:r>
            <a:r>
              <a:rPr kumimoji="1" lang="en-US" altLang="ja-JP" sz="2400" i="1" dirty="0" err="1" smtClean="0"/>
              <a:t>q</a:t>
            </a:r>
            <a:r>
              <a:rPr kumimoji="1" lang="en-US" altLang="ja-JP" sz="2400" i="1" baseline="30000" dirty="0" err="1" smtClean="0"/>
              <a:t>A</a:t>
            </a:r>
            <a:r>
              <a:rPr kumimoji="1" lang="en-US" altLang="ja-JP" sz="2400" i="1" dirty="0" smtClean="0"/>
              <a:t>=</a:t>
            </a:r>
            <a:r>
              <a:rPr kumimoji="1" lang="en-US" altLang="ja-JP" sz="2400" i="1" dirty="0" err="1" smtClean="0"/>
              <a:t>q</a:t>
            </a:r>
            <a:r>
              <a:rPr kumimoji="1" lang="en-US" altLang="ja-JP" sz="2400" i="1" baseline="30000" dirty="0" err="1" smtClean="0"/>
              <a:t>B</a:t>
            </a:r>
            <a:r>
              <a:rPr kumimoji="1" lang="en-US" altLang="ja-JP" sz="2400" i="1" dirty="0" smtClean="0"/>
              <a:t>=3, </a:t>
            </a:r>
            <a:r>
              <a:rPr kumimoji="1" lang="en-US" altLang="ja-JP" sz="2400" i="1" dirty="0" smtClean="0">
                <a:latin typeface="Symbol" pitchFamily="18" charset="2"/>
              </a:rPr>
              <a:t>a</a:t>
            </a:r>
            <a:r>
              <a:rPr kumimoji="1" lang="en-US" altLang="ja-JP" sz="2400" i="1" dirty="0" smtClean="0"/>
              <a:t>=0.6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84025" y="4940490"/>
            <a:ext cx="3502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i="1" dirty="0" smtClean="0"/>
              <a:t>Cost Ratio allocation (freight)</a:t>
            </a:r>
            <a:endParaRPr lang="en-US" altLang="ja-JP" sz="2000" dirty="0" smtClean="0"/>
          </a:p>
          <a:p>
            <a:pPr algn="ctr"/>
            <a:r>
              <a:rPr kumimoji="1" lang="en-US" altLang="ja-JP" sz="2000" dirty="0" smtClean="0"/>
              <a:t>Firm A’s hubs=</a:t>
            </a:r>
            <a:r>
              <a:rPr kumimoji="1" lang="en-US" altLang="ja-JP" sz="2000" dirty="0" smtClean="0">
                <a:solidFill>
                  <a:srgbClr val="FF0066"/>
                </a:solidFill>
              </a:rPr>
              <a:t>4</a:t>
            </a:r>
            <a:r>
              <a:rPr kumimoji="1" lang="en-US" altLang="ja-JP" sz="2000" dirty="0" smtClean="0"/>
              <a:t>,6,8,</a:t>
            </a:r>
            <a:r>
              <a:rPr kumimoji="1" lang="en-US" altLang="ja-JP" sz="2000" dirty="0" smtClean="0">
                <a:solidFill>
                  <a:srgbClr val="FF0066"/>
                </a:solidFill>
              </a:rPr>
              <a:t>12</a:t>
            </a:r>
            <a:r>
              <a:rPr kumimoji="1" lang="en-US" altLang="ja-JP" sz="2000" dirty="0" smtClean="0"/>
              <a:t>,</a:t>
            </a:r>
            <a:r>
              <a:rPr kumimoji="1" lang="en-US" altLang="ja-JP" sz="2000" dirty="0" smtClean="0">
                <a:solidFill>
                  <a:srgbClr val="FF0066"/>
                </a:solidFill>
              </a:rPr>
              <a:t>17</a:t>
            </a:r>
            <a:r>
              <a:rPr kumimoji="1" lang="en-US" altLang="ja-JP" sz="2000" dirty="0" smtClean="0"/>
              <a:t>,</a:t>
            </a:r>
            <a:r>
              <a:rPr kumimoji="1" lang="en-US" altLang="ja-JP" sz="2000" dirty="0" smtClean="0">
                <a:solidFill>
                  <a:srgbClr val="FF0066"/>
                </a:solidFill>
              </a:rPr>
              <a:t>22</a:t>
            </a:r>
            <a:endParaRPr kumimoji="1" lang="ja-JP" altLang="en-US" sz="2000" dirty="0">
              <a:solidFill>
                <a:srgbClr val="FF0066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428364" y="4940490"/>
            <a:ext cx="44322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i="1" dirty="0" smtClean="0"/>
              <a:t>Distance ratio allocation (passengers)</a:t>
            </a:r>
            <a:endParaRPr lang="en-US" altLang="ja-JP" sz="2000" dirty="0" smtClean="0"/>
          </a:p>
          <a:p>
            <a:pPr algn="ctr"/>
            <a:r>
              <a:rPr lang="en-US" altLang="ja-JP" sz="2000" dirty="0" smtClean="0"/>
              <a:t>Firm A’s hubs=1,</a:t>
            </a:r>
            <a:r>
              <a:rPr lang="en-US" altLang="ja-JP" sz="2000" dirty="0" smtClean="0">
                <a:solidFill>
                  <a:srgbClr val="FF0066"/>
                </a:solidFill>
              </a:rPr>
              <a:t>4</a:t>
            </a:r>
            <a:r>
              <a:rPr lang="en-US" altLang="ja-JP" sz="2000" dirty="0" smtClean="0"/>
              <a:t>,</a:t>
            </a:r>
            <a:r>
              <a:rPr lang="en-US" altLang="ja-JP" sz="2000" dirty="0" smtClean="0">
                <a:solidFill>
                  <a:srgbClr val="FF0066"/>
                </a:solidFill>
              </a:rPr>
              <a:t>12</a:t>
            </a:r>
            <a:r>
              <a:rPr lang="en-US" altLang="ja-JP" sz="2000" dirty="0" smtClean="0"/>
              <a:t>,14,</a:t>
            </a:r>
            <a:r>
              <a:rPr lang="en-US" altLang="ja-JP" sz="2000" dirty="0" smtClean="0">
                <a:solidFill>
                  <a:srgbClr val="FF0066"/>
                </a:solidFill>
              </a:rPr>
              <a:t>17</a:t>
            </a:r>
            <a:r>
              <a:rPr lang="en-US" altLang="ja-JP" sz="2000" dirty="0" smtClean="0"/>
              <a:t>,</a:t>
            </a:r>
            <a:r>
              <a:rPr lang="en-US" altLang="ja-JP" sz="2000" dirty="0" smtClean="0">
                <a:solidFill>
                  <a:srgbClr val="FF0066"/>
                </a:solidFill>
              </a:rPr>
              <a:t>22</a:t>
            </a:r>
            <a:endParaRPr kumimoji="1" lang="ja-JP" altLang="en-US" sz="2000" dirty="0">
              <a:solidFill>
                <a:srgbClr val="FF0066"/>
              </a:solidFill>
            </a:endParaRPr>
          </a:p>
        </p:txBody>
      </p:sp>
      <p:sp>
        <p:nvSpPr>
          <p:cNvPr id="11" name="テキスト ボックス 7"/>
          <p:cNvSpPr txBox="1"/>
          <p:nvPr/>
        </p:nvSpPr>
        <p:spPr>
          <a:xfrm>
            <a:off x="2281734" y="6070741"/>
            <a:ext cx="3799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800" dirty="0" smtClean="0">
                <a:solidFill>
                  <a:srgbClr val="FF0000"/>
                </a:solidFill>
              </a:rPr>
              <a:t>Red lines: Firm A’s optimal solution</a:t>
            </a:r>
          </a:p>
          <a:p>
            <a:pPr algn="l"/>
            <a:r>
              <a:rPr lang="en-US" altLang="ja-JP" sz="1800" dirty="0" smtClean="0">
                <a:solidFill>
                  <a:srgbClr val="0000FF"/>
                </a:solidFill>
              </a:rPr>
              <a:t>Blue lines: Firm B’s optimal solution</a:t>
            </a:r>
            <a:endParaRPr kumimoji="1" lang="ja-JP" altLang="en-US" sz="1800" dirty="0">
              <a:solidFill>
                <a:srgbClr val="0000FF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3032" y="1938169"/>
            <a:ext cx="9025668" cy="585973"/>
            <a:chOff x="43032" y="1938169"/>
            <a:chExt cx="9025668" cy="585973"/>
          </a:xfrm>
        </p:grpSpPr>
        <p:sp>
          <p:nvSpPr>
            <p:cNvPr id="12" name="TextBox 11"/>
            <p:cNvSpPr txBox="1"/>
            <p:nvPr/>
          </p:nvSpPr>
          <p:spPr>
            <a:xfrm>
              <a:off x="6691256" y="2000922"/>
              <a:ext cx="23774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D60093"/>
                  </a:solidFill>
                </a:rPr>
                <a:t>Only 15% of revenues are from paths with a hub arc.</a:t>
              </a:r>
              <a:endParaRPr lang="en-US" sz="1400" dirty="0">
                <a:solidFill>
                  <a:srgbClr val="D60093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032" y="1938169"/>
              <a:ext cx="24850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D60093"/>
                  </a:solidFill>
                </a:rPr>
                <a:t>Over 67% of revenues are from paths with a hub arc.</a:t>
              </a:r>
              <a:endParaRPr lang="en-US" sz="1400" dirty="0">
                <a:solidFill>
                  <a:srgbClr val="D60093"/>
                </a:solidFill>
              </a:endParaRPr>
            </a:p>
          </p:txBody>
        </p:sp>
      </p:grpSp>
      <p:sp>
        <p:nvSpPr>
          <p:cNvPr id="1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kumimoji="1" lang="en-US" altLang="ja-JP" sz="3200" dirty="0" smtClean="0"/>
              <a:t>Findings</a:t>
            </a:r>
            <a:endParaRPr kumimoji="1" lang="ja-JP" altLang="en-US" sz="3200" dirty="0"/>
          </a:p>
        </p:txBody>
      </p:sp>
      <p:sp>
        <p:nvSpPr>
          <p:cNvPr id="10" name="コンテンツ プレースホルダ 9"/>
          <p:cNvSpPr>
            <a:spLocks noGrp="1"/>
          </p:cNvSpPr>
          <p:nvPr>
            <p:ph sz="half" idx="2"/>
          </p:nvPr>
        </p:nvSpPr>
        <p:spPr>
          <a:xfrm>
            <a:off x="640080" y="1280159"/>
            <a:ext cx="8010434" cy="5247250"/>
          </a:xfrm>
          <a:solidFill>
            <a:srgbClr val="CCFFCC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ja-JP" sz="2400" dirty="0" smtClean="0"/>
              <a:t>The leader (Firm A) usually has an advantage, but not always (“first entry paradox”).</a:t>
            </a:r>
            <a:endParaRPr lang="ja-JP" altLang="en-US" sz="2400" smtClean="0"/>
          </a:p>
          <a:p>
            <a:pPr>
              <a:spcBef>
                <a:spcPts val="1200"/>
              </a:spcBef>
            </a:pPr>
            <a:r>
              <a:rPr lang="en-US" altLang="ja-JP" sz="2400" i="1" dirty="0" smtClean="0"/>
              <a:t>Distance ratio allocation </a:t>
            </a:r>
            <a:r>
              <a:rPr lang="en-US" altLang="ja-JP" sz="2400" dirty="0" smtClean="0"/>
              <a:t>encourages one-stop routes (as preferred by passengers). </a:t>
            </a:r>
          </a:p>
          <a:p>
            <a:pPr>
              <a:spcBef>
                <a:spcPts val="1200"/>
              </a:spcBef>
            </a:pPr>
            <a:r>
              <a:rPr lang="en-US" altLang="ja-JP" sz="2400" i="1" dirty="0" smtClean="0"/>
              <a:t>Cost ratio allocation </a:t>
            </a:r>
            <a:r>
              <a:rPr lang="en-US" altLang="ja-JP" sz="2400" dirty="0" smtClean="0"/>
              <a:t>encourages more circuitous two-stop routes (as in freight transportation).</a:t>
            </a:r>
          </a:p>
          <a:p>
            <a:pPr>
              <a:spcBef>
                <a:spcPts val="1200"/>
              </a:spcBef>
            </a:pPr>
            <a:r>
              <a:rPr lang="en-US" altLang="ja-JP" sz="2400" dirty="0" smtClean="0"/>
              <a:t>Large origins/destinations have a large </a:t>
            </a:r>
            <a:r>
              <a:rPr lang="en-US" altLang="ja-JP" sz="2400" i="1" dirty="0" smtClean="0"/>
              <a:t>advantage</a:t>
            </a:r>
            <a:r>
              <a:rPr lang="en-US" altLang="ja-JP" sz="2400" dirty="0" smtClean="0"/>
              <a:t> for hub location.</a:t>
            </a:r>
          </a:p>
          <a:p>
            <a:pPr lvl="1">
              <a:spcBef>
                <a:spcPts val="1200"/>
              </a:spcBef>
            </a:pPr>
            <a:r>
              <a:rPr lang="en-US" altLang="ja-JP" sz="2000" dirty="0" smtClean="0"/>
              <a:t>Peripheral cities have a geographic </a:t>
            </a:r>
            <a:r>
              <a:rPr lang="en-US" altLang="ja-JP" sz="2000" i="1" dirty="0" smtClean="0"/>
              <a:t>disadvantage</a:t>
            </a:r>
            <a:r>
              <a:rPr lang="en-US" altLang="ja-JP" sz="2000" dirty="0" smtClean="0"/>
              <a:t> for hub location.</a:t>
            </a:r>
          </a:p>
          <a:p>
            <a:pPr>
              <a:spcBef>
                <a:spcPts val="1200"/>
              </a:spcBef>
            </a:pPr>
            <a:r>
              <a:rPr lang="en-US" altLang="ja-JP" sz="2400" dirty="0" smtClean="0"/>
              <a:t>Though the optimal hub arcs vary considerably, the competitors generally use the same optimal hub nodes.</a:t>
            </a: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229600" cy="939800"/>
          </a:xfrm>
        </p:spPr>
        <p:txBody>
          <a:bodyPr/>
          <a:lstStyle/>
          <a:p>
            <a:r>
              <a:rPr lang="en-AU" sz="3200" dirty="0" smtClean="0"/>
              <a:t>Competitive Model Conclusions</a:t>
            </a:r>
            <a:r>
              <a:rPr lang="en-AU" altLang="ja-JP" sz="3200" dirty="0" smtClean="0"/>
              <a:t> </a:t>
            </a:r>
            <a:endParaRPr lang="en-US" altLang="ja-JP" sz="3200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1"/>
            <a:ext cx="8202706" cy="3404382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ja-JP" sz="2400" dirty="0" smtClean="0"/>
              <a:t>There are some interesting differences between the leader’s and follower’s strategies:</a:t>
            </a:r>
          </a:p>
          <a:p>
            <a:pPr lvl="1">
              <a:spcBef>
                <a:spcPts val="1200"/>
              </a:spcBef>
            </a:pPr>
            <a:r>
              <a:rPr kumimoji="1" lang="en-US" altLang="ja-JP" sz="2000" dirty="0" smtClean="0"/>
              <a:t>The leader tends to use fewer hubs more intensively, b</a:t>
            </a:r>
            <a:r>
              <a:rPr lang="en-US" altLang="ja-JP" sz="2000" dirty="0" smtClean="0"/>
              <a:t>ut the follower performs about as well in many cases!</a:t>
            </a:r>
          </a:p>
          <a:p>
            <a:pPr lvl="1">
              <a:spcBef>
                <a:spcPts val="1200"/>
              </a:spcBef>
            </a:pPr>
            <a:r>
              <a:rPr kumimoji="1" lang="en-US" altLang="ja-JP" sz="2000" dirty="0" smtClean="0"/>
              <a:t>The leader </a:t>
            </a:r>
            <a:r>
              <a:rPr lang="en-US" altLang="ja-JP" sz="2000" dirty="0" smtClean="0"/>
              <a:t>tends to capture the higher revenue customers, while the follower captures more, but less valuable, customers.</a:t>
            </a:r>
          </a:p>
          <a:p>
            <a:pPr>
              <a:spcBef>
                <a:spcPts val="1200"/>
              </a:spcBef>
            </a:pPr>
            <a:r>
              <a:rPr lang="en-US" altLang="ja-JP" sz="2400" dirty="0" smtClean="0"/>
              <a:t>Optimal network design can be very sensitive to the customer allocation mechanisms.</a:t>
            </a:r>
            <a:endParaRPr lang="en-US" altLang="ja-JP" sz="2400" dirty="0"/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780272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>
                <a:solidFill>
                  <a:srgbClr val="0000FF"/>
                </a:solidFill>
              </a:rPr>
              <a:t>VI</a:t>
            </a:r>
            <a:r>
              <a:rPr lang="en-US" sz="3200" dirty="0" smtClean="0"/>
              <a:t>. Hub Location Data Sets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61300" cy="472260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sz="2800" dirty="0" smtClean="0"/>
              <a:t>Much work has been done with only a few data sets: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400" b="1" dirty="0" smtClean="0"/>
              <a:t>CAB25</a:t>
            </a:r>
            <a:r>
              <a:rPr lang="en-US" sz="2400" dirty="0" smtClean="0"/>
              <a:t>: 25 cities in US.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400" b="1" dirty="0" smtClean="0"/>
              <a:t>AP</a:t>
            </a:r>
            <a:r>
              <a:rPr lang="en-US" sz="2400" dirty="0" smtClean="0"/>
              <a:t>: up to 200 postal locations in Sydney, Australia.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400" dirty="0" smtClean="0"/>
              <a:t>“</a:t>
            </a:r>
            <a:r>
              <a:rPr lang="en-US" sz="2400" b="1" dirty="0" smtClean="0"/>
              <a:t>Turkish data</a:t>
            </a:r>
            <a:r>
              <a:rPr lang="en-US" sz="2400" dirty="0" smtClean="0"/>
              <a:t>”: 81 nodes in Turkey</a:t>
            </a:r>
            <a:r>
              <a:rPr lang="en-US" sz="2000" dirty="0" smtClean="0"/>
              <a:t> </a:t>
            </a:r>
          </a:p>
          <a:p>
            <a:pPr eaLnBrk="1" hangingPunct="1">
              <a:spcBef>
                <a:spcPts val="1200"/>
              </a:spcBef>
              <a:defRPr/>
            </a:pPr>
            <a:endParaRPr lang="en-US" sz="2800" dirty="0" smtClean="0"/>
          </a:p>
          <a:p>
            <a:pPr eaLnBrk="1" hangingPunct="1">
              <a:spcBef>
                <a:spcPts val="1200"/>
              </a:spcBef>
              <a:defRPr/>
            </a:pPr>
            <a:r>
              <a:rPr lang="en-US" sz="2800" dirty="0" smtClean="0"/>
              <a:t>What should alpha be?  </a:t>
            </a:r>
          </a:p>
        </p:txBody>
      </p:sp>
      <p:sp>
        <p:nvSpPr>
          <p:cNvPr id="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CAB25 Data Set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61300" cy="1637211"/>
          </a:xfrm>
        </p:spPr>
        <p:txBody>
          <a:bodyPr/>
          <a:lstStyle/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25 US cities with symmetric flows based on air passenger traffic  in 1970.</a:t>
            </a:r>
          </a:p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No flow from a node to itself</a:t>
            </a:r>
            <a:r>
              <a:rPr lang="en-US" sz="2000" i="1" dirty="0" smtClean="0">
                <a:solidFill>
                  <a:srgbClr val="000000"/>
                </a:solidFill>
              </a:rPr>
              <a:t> </a:t>
            </a:r>
            <a:r>
              <a:rPr lang="en-US" sz="2000" dirty="0" smtClean="0">
                <a:solidFill>
                  <a:srgbClr val="000000"/>
                </a:solidFill>
              </a:rPr>
              <a:t>(</a:t>
            </a:r>
            <a:r>
              <a:rPr lang="en-US" sz="2000" i="1" dirty="0" err="1" smtClean="0">
                <a:solidFill>
                  <a:srgbClr val="000000"/>
                </a:solidFill>
              </a:rPr>
              <a:t>W</a:t>
            </a:r>
            <a:r>
              <a:rPr lang="en-US" sz="2000" i="1" baseline="-25000" dirty="0" err="1" smtClean="0">
                <a:solidFill>
                  <a:srgbClr val="000000"/>
                </a:solidFill>
              </a:rPr>
              <a:t>ii</a:t>
            </a:r>
            <a:r>
              <a:rPr lang="en-US" sz="2000" dirty="0" smtClean="0"/>
              <a:t>=0).</a:t>
            </a:r>
          </a:p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Subsets are alphabetical.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1426029" y="2950029"/>
          <a:ext cx="6291942" cy="3907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AP Data Sets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8112034" cy="2257697"/>
          </a:xfrm>
        </p:spPr>
        <p:txBody>
          <a:bodyPr/>
          <a:lstStyle/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Up to 200 postal codes in Sydney with asymmetric flows of mail from 1993(?) and given collection, transfer and distribution costs.</a:t>
            </a:r>
          </a:p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42.4% of flows (including all flows </a:t>
            </a:r>
            <a:r>
              <a:rPr lang="en-US" sz="2000" i="1" dirty="0" err="1" smtClean="0"/>
              <a:t>W</a:t>
            </a:r>
            <a:r>
              <a:rPr lang="en-US" sz="2000" i="1" baseline="-25000" dirty="0" err="1" smtClean="0"/>
              <a:t>ii</a:t>
            </a:r>
            <a:r>
              <a:rPr lang="en-US" sz="2000" dirty="0" smtClean="0"/>
              <a:t>) are at minimum level of 0.01 (mean flow=0.0995)</a:t>
            </a:r>
          </a:p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Smaller data sets are created to be “ a reasonable approximation” of the larger problem. 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799074" y="3646714"/>
          <a:ext cx="3751154" cy="3211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4794139" y="3646714"/>
          <a:ext cx="3772918" cy="3211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Turkish network: TR81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61300" cy="4722607"/>
          </a:xfrm>
        </p:spPr>
        <p:txBody>
          <a:bodyPr/>
          <a:lstStyle/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81 nodes for provinces in Turkey with asymmetric flows generated based on populations.</a:t>
            </a:r>
          </a:p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Often used with </a:t>
            </a:r>
            <a:r>
              <a:rPr lang="en-US" sz="2000" dirty="0" smtClean="0">
                <a:sym typeface="Symbol" pitchFamily="18" charset="2"/>
              </a:rPr>
              <a:t>=0.9 (from </a:t>
            </a:r>
            <a:r>
              <a:rPr lang="en-US" sz="2000" dirty="0" err="1" smtClean="0">
                <a:sym typeface="Symbol" pitchFamily="18" charset="2"/>
              </a:rPr>
              <a:t>interhub</a:t>
            </a:r>
            <a:r>
              <a:rPr lang="en-US" sz="2000" dirty="0" smtClean="0">
                <a:sym typeface="Symbol" pitchFamily="18" charset="2"/>
              </a:rPr>
              <a:t> travel time discount).</a:t>
            </a:r>
          </a:p>
          <a:p>
            <a:pPr eaLnBrk="1" hangingPunct="1">
              <a:spcBef>
                <a:spcPts val="900"/>
              </a:spcBef>
              <a:defRPr/>
            </a:pPr>
            <a:r>
              <a:rPr lang="en-US" sz="2000" dirty="0" smtClean="0"/>
              <a:t>Smaller versions selected in various ways. </a:t>
            </a:r>
          </a:p>
          <a:p>
            <a:pPr lvl="1" eaLnBrk="1" hangingPunct="1">
              <a:spcBef>
                <a:spcPts val="900"/>
              </a:spcBef>
              <a:defRPr/>
            </a:pPr>
            <a:endParaRPr lang="en-US" sz="2000" dirty="0" smtClean="0"/>
          </a:p>
        </p:txBody>
      </p:sp>
      <p:graphicFrame>
        <p:nvGraphicFramePr>
          <p:cNvPr id="5" name="Chart 4"/>
          <p:cNvGraphicFramePr/>
          <p:nvPr/>
        </p:nvGraphicFramePr>
        <p:xfrm>
          <a:off x="598714" y="3516085"/>
          <a:ext cx="7957457" cy="3341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Concentration of Demand</a:t>
            </a:r>
          </a:p>
        </p:txBody>
      </p:sp>
      <p:graphicFrame>
        <p:nvGraphicFramePr>
          <p:cNvPr id="44" name="Chart 43"/>
          <p:cNvGraphicFramePr/>
          <p:nvPr/>
        </p:nvGraphicFramePr>
        <p:xfrm>
          <a:off x="1132114" y="1447800"/>
          <a:ext cx="6270172" cy="5170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Spatial Distribution of Demand</a:t>
            </a:r>
          </a:p>
        </p:txBody>
      </p:sp>
      <p:graphicFrame>
        <p:nvGraphicFramePr>
          <p:cNvPr id="45" name="Chart 44"/>
          <p:cNvGraphicFramePr/>
          <p:nvPr/>
        </p:nvGraphicFramePr>
        <p:xfrm>
          <a:off x="1426029" y="1556657"/>
          <a:ext cx="6215742" cy="5301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Distribution of Demand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61300" cy="472260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sz="2400" dirty="0" smtClean="0"/>
              <a:t>Optimal hub locations and hub networks reflect the underlying distributions of flows (and aggregated flows).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400" dirty="0" smtClean="0"/>
              <a:t>All data sets have flows heavily concentrated in a few large nodes.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400" dirty="0" smtClean="0"/>
              <a:t>CAB is least centrally concentrated with large peripheral demand centers.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400" dirty="0" smtClean="0"/>
              <a:t>AP has concentrated demand and is least evenly distributed over the region.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000" dirty="0" smtClean="0"/>
              <a:t>Subsets of AP may not be as similar to each other as “designed”.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400" dirty="0" smtClean="0"/>
              <a:t>TR81 is most evenly distributed in space. </a:t>
            </a:r>
            <a:endParaRPr lang="en-US" sz="2000" dirty="0" smtClean="0"/>
          </a:p>
        </p:txBody>
      </p:sp>
      <p:sp>
        <p:nvSpPr>
          <p:cNvPr id="4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Alpha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61300" cy="4722607"/>
          </a:xfrm>
        </p:spPr>
        <p:txBody>
          <a:bodyPr/>
          <a:lstStyle/>
          <a:p>
            <a:pPr eaLnBrk="1" hangingPunct="1">
              <a:spcBef>
                <a:spcPts val="900"/>
              </a:spcBef>
              <a:defRPr/>
            </a:pPr>
            <a:r>
              <a:rPr lang="en-US" sz="2400" dirty="0" smtClean="0"/>
              <a:t>What is the “right” value of</a:t>
            </a:r>
            <a:r>
              <a:rPr lang="en-US" altLang="ja-JP" sz="2400" i="1" dirty="0" smtClean="0">
                <a:sym typeface="Symbol" pitchFamily="18" charset="2"/>
              </a:rPr>
              <a:t>?</a:t>
            </a:r>
            <a:endParaRPr lang="en-US" sz="2400" dirty="0" smtClean="0"/>
          </a:p>
          <a:p>
            <a:pPr eaLnBrk="1" hangingPunct="1">
              <a:spcBef>
                <a:spcPts val="900"/>
              </a:spcBef>
              <a:defRPr/>
            </a:pPr>
            <a:endParaRPr lang="en-US" sz="2000" dirty="0" smtClean="0"/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979712" y="2130892"/>
          <a:ext cx="7913916" cy="3186508"/>
        </p:xfrm>
        <a:graphic>
          <a:graphicData uri="http://schemas.openxmlformats.org/drawingml/2006/table">
            <a:tbl>
              <a:tblPr/>
              <a:tblGrid>
                <a:gridCol w="1245709"/>
                <a:gridCol w="1636520"/>
                <a:gridCol w="1453327"/>
                <a:gridCol w="3578360"/>
              </a:tblGrid>
              <a:tr h="2930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Value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Mode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Location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Reference</a:t>
                      </a:r>
                      <a:endParaRPr lang="en-US" sz="1800" b="1" dirty="0">
                        <a:latin typeface="Tahoma" pitchFamily="34" charset="0"/>
                        <a:ea typeface="Calibri"/>
                        <a:cs typeface="Tahoma" pitchFamily="34" charset="0"/>
                      </a:endParaRP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1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0.25-0.375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Truck-postal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Australia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Ernst and Krishnamoorthy, </a:t>
                      </a:r>
                      <a:endParaRPr lang="en-US" sz="1800" dirty="0" smtClean="0">
                        <a:latin typeface="Tahoma" pitchFamily="34" charset="0"/>
                        <a:ea typeface="Calibri"/>
                        <a:cs typeface="Tahoma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Location Science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 </a:t>
                      </a: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1996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1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0.7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Truck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EU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Limbourg</a:t>
                      </a: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 and </a:t>
                      </a:r>
                      <a:r>
                        <a:rPr lang="en-US" sz="1800" dirty="0" err="1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Jourquin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, </a:t>
                      </a:r>
                      <a:r>
                        <a:rPr lang="en-US" sz="1800" i="1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Transportation Research E 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 2009</a:t>
                      </a:r>
                      <a:endParaRPr lang="en-US" sz="1800" dirty="0">
                        <a:latin typeface="Tahoma" pitchFamily="34" charset="0"/>
                        <a:ea typeface="Calibri"/>
                        <a:cs typeface="Tahoma" pitchFamily="34" charset="0"/>
                      </a:endParaRP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1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0.365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Truck-rail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EU</a:t>
                      </a:r>
                      <a:endParaRPr lang="en-US" sz="1800" dirty="0">
                        <a:latin typeface="Tahoma" pitchFamily="34" charset="0"/>
                        <a:ea typeface="Calibri"/>
                        <a:cs typeface="Tahoma" pitchFamily="34" charset="0"/>
                      </a:endParaRP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Limbourg</a:t>
                      </a: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 and </a:t>
                      </a:r>
                      <a:r>
                        <a:rPr lang="en-US" sz="1800" dirty="0" err="1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Jourquin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, </a:t>
                      </a:r>
                      <a:r>
                        <a:rPr lang="en-US" sz="1800" i="1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Transportation Research E 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 </a:t>
                      </a: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2009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0.7 – 1.0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LTL 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Brazil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Cunha and 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Silva,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1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EJOR</a:t>
                      </a: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 </a:t>
                      </a: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2007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19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0.4946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Truck (time definite)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Taiwan</a:t>
                      </a:r>
                    </a:p>
                  </a:txBody>
                  <a:tcPr marL="65568" marR="6556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Chen, </a:t>
                      </a:r>
                      <a:r>
                        <a:rPr lang="en-US" sz="1800" i="1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Networks and Spatial </a:t>
                      </a:r>
                      <a:r>
                        <a:rPr lang="en-US" sz="1800" i="1" dirty="0" smtClean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Economics </a:t>
                      </a:r>
                      <a:r>
                        <a:rPr lang="en-US" sz="1800" dirty="0">
                          <a:latin typeface="Tahoma" pitchFamily="34" charset="0"/>
                          <a:ea typeface="Calibri"/>
                          <a:cs typeface="Tahoma" pitchFamily="34" charset="0"/>
                        </a:rPr>
                        <a:t>2010  </a:t>
                      </a:r>
                    </a:p>
                  </a:txBody>
                  <a:tcPr marL="65568" marR="6556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5" name="Picture 10" descr="http://www.umsl.edu/~cts/images/rotating/image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495800" y="5978108"/>
            <a:ext cx="4061039" cy="879892"/>
          </a:xfrm>
          <a:prstGeom prst="rect">
            <a:avLst/>
          </a:prstGeom>
          <a:noFill/>
        </p:spPr>
      </p:pic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New Directions for Hub Location Research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" y="1280160"/>
            <a:ext cx="7861300" cy="472260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sz="2600" dirty="0" smtClean="0"/>
              <a:t>Better, more realistic models: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200" dirty="0" smtClean="0"/>
              <a:t>Incorporate cost, service and competition.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200" dirty="0" smtClean="0"/>
              <a:t>Model relevant costs (especially economies of scale) more accurately.</a:t>
            </a:r>
          </a:p>
          <a:p>
            <a:pPr lvl="1" eaLnBrk="1" hangingPunct="1">
              <a:spcBef>
                <a:spcPts val="1200"/>
              </a:spcBef>
              <a:defRPr/>
            </a:pPr>
            <a:r>
              <a:rPr lang="en-US" sz="2200" dirty="0" smtClean="0"/>
              <a:t>More complex networks with longer paths and direct routes.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600" dirty="0" smtClean="0"/>
              <a:t>Solve larger problems.(?)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600" dirty="0" smtClean="0"/>
              <a:t>Link to service network design.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600" dirty="0" smtClean="0"/>
              <a:t>Link to telecom hub location.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sz="2600" dirty="0" smtClean="0"/>
              <a:t>Link to practice.</a:t>
            </a:r>
          </a:p>
          <a:p>
            <a:pPr lvl="1" eaLnBrk="1" hangingPunct="1">
              <a:lnSpc>
                <a:spcPct val="95000"/>
              </a:lnSpc>
              <a:spcBef>
                <a:spcPts val="1200"/>
              </a:spcBef>
              <a:buFontTx/>
              <a:buNone/>
              <a:defRPr/>
            </a:pPr>
            <a:endParaRPr lang="en-US" sz="2000" dirty="0" smtClean="0"/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5746750" y="4872038"/>
            <a:ext cx="3108325" cy="1543050"/>
            <a:chOff x="5494254" y="4836695"/>
            <a:chExt cx="3108325" cy="1542633"/>
          </a:xfrm>
        </p:grpSpPr>
        <p:sp>
          <p:nvSpPr>
            <p:cNvPr id="29702" name="Oval 5"/>
            <p:cNvSpPr>
              <a:spLocks noChangeArrowheads="1"/>
            </p:cNvSpPr>
            <p:nvPr/>
          </p:nvSpPr>
          <p:spPr bwMode="auto">
            <a:xfrm>
              <a:off x="7750184" y="5019341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3" name="Oval 6"/>
            <p:cNvSpPr>
              <a:spLocks noChangeArrowheads="1"/>
            </p:cNvSpPr>
            <p:nvPr/>
          </p:nvSpPr>
          <p:spPr bwMode="auto">
            <a:xfrm>
              <a:off x="5494254" y="5841903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Oval 7"/>
            <p:cNvSpPr>
              <a:spLocks noChangeArrowheads="1"/>
            </p:cNvSpPr>
            <p:nvPr/>
          </p:nvSpPr>
          <p:spPr bwMode="auto">
            <a:xfrm>
              <a:off x="5553949" y="6292604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Oval 8"/>
            <p:cNvSpPr>
              <a:spLocks noChangeArrowheads="1"/>
            </p:cNvSpPr>
            <p:nvPr/>
          </p:nvSpPr>
          <p:spPr bwMode="auto">
            <a:xfrm>
              <a:off x="8227747" y="6243986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Oval 9"/>
            <p:cNvSpPr>
              <a:spLocks noChangeArrowheads="1"/>
            </p:cNvSpPr>
            <p:nvPr/>
          </p:nvSpPr>
          <p:spPr bwMode="auto">
            <a:xfrm>
              <a:off x="6295283" y="5759121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Oval 10"/>
            <p:cNvSpPr>
              <a:spLocks noChangeArrowheads="1"/>
            </p:cNvSpPr>
            <p:nvPr/>
          </p:nvSpPr>
          <p:spPr bwMode="auto">
            <a:xfrm>
              <a:off x="8524836" y="5477926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Oval 11"/>
            <p:cNvSpPr>
              <a:spLocks noChangeArrowheads="1"/>
            </p:cNvSpPr>
            <p:nvPr/>
          </p:nvSpPr>
          <p:spPr bwMode="auto">
            <a:xfrm>
              <a:off x="7621076" y="5751237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12"/>
            <p:cNvSpPr>
              <a:spLocks noChangeShapeType="1"/>
            </p:cNvSpPr>
            <p:nvPr/>
          </p:nvSpPr>
          <p:spPr bwMode="auto">
            <a:xfrm flipH="1">
              <a:off x="8113910" y="5338642"/>
              <a:ext cx="136050" cy="58604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0" name="Line 13"/>
            <p:cNvSpPr>
              <a:spLocks noChangeShapeType="1"/>
            </p:cNvSpPr>
            <p:nvPr/>
          </p:nvSpPr>
          <p:spPr bwMode="auto">
            <a:xfrm flipH="1">
              <a:off x="6023183" y="5811681"/>
              <a:ext cx="308195" cy="33112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1" name="Line 14"/>
            <p:cNvSpPr>
              <a:spLocks noChangeShapeType="1"/>
            </p:cNvSpPr>
            <p:nvPr/>
          </p:nvSpPr>
          <p:spPr bwMode="auto">
            <a:xfrm>
              <a:off x="5501195" y="5890521"/>
              <a:ext cx="494222" cy="30484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2" name="Line 15"/>
            <p:cNvSpPr>
              <a:spLocks noChangeShapeType="1"/>
            </p:cNvSpPr>
            <p:nvPr/>
          </p:nvSpPr>
          <p:spPr bwMode="auto">
            <a:xfrm flipV="1">
              <a:off x="5590044" y="6166460"/>
              <a:ext cx="435915" cy="17082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3" name="Line 16"/>
            <p:cNvSpPr>
              <a:spLocks noChangeShapeType="1"/>
            </p:cNvSpPr>
            <p:nvPr/>
          </p:nvSpPr>
          <p:spPr bwMode="auto">
            <a:xfrm flipH="1">
              <a:off x="7497520" y="5046935"/>
              <a:ext cx="294312" cy="20235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4" name="Line 17"/>
            <p:cNvSpPr>
              <a:spLocks noChangeShapeType="1"/>
            </p:cNvSpPr>
            <p:nvPr/>
          </p:nvSpPr>
          <p:spPr bwMode="auto">
            <a:xfrm flipH="1" flipV="1">
              <a:off x="8266619" y="5336014"/>
              <a:ext cx="299865" cy="18133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5" name="Line 18"/>
            <p:cNvSpPr>
              <a:spLocks noChangeShapeType="1"/>
            </p:cNvSpPr>
            <p:nvPr/>
          </p:nvSpPr>
          <p:spPr bwMode="auto">
            <a:xfrm>
              <a:off x="7658559" y="5793285"/>
              <a:ext cx="449798" cy="1892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16" name="Line 19"/>
            <p:cNvSpPr>
              <a:spLocks noChangeShapeType="1"/>
            </p:cNvSpPr>
            <p:nvPr/>
          </p:nvSpPr>
          <p:spPr bwMode="auto">
            <a:xfrm flipH="1" flipV="1">
              <a:off x="8116686" y="6014037"/>
              <a:ext cx="158262" cy="27593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0" name="Line 23"/>
            <p:cNvSpPr>
              <a:spLocks noChangeShapeType="1"/>
            </p:cNvSpPr>
            <p:nvPr/>
          </p:nvSpPr>
          <p:spPr bwMode="auto">
            <a:xfrm flipH="1">
              <a:off x="6087043" y="5798541"/>
              <a:ext cx="1588175" cy="33638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1" name="Line 24"/>
            <p:cNvSpPr>
              <a:spLocks noChangeShapeType="1"/>
            </p:cNvSpPr>
            <p:nvPr/>
          </p:nvSpPr>
          <p:spPr bwMode="auto">
            <a:xfrm flipV="1">
              <a:off x="7664112" y="5367550"/>
              <a:ext cx="566412" cy="43099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2" name="Oval 25"/>
            <p:cNvSpPr>
              <a:spLocks noChangeArrowheads="1"/>
            </p:cNvSpPr>
            <p:nvPr/>
          </p:nvSpPr>
          <p:spPr bwMode="auto">
            <a:xfrm>
              <a:off x="7417001" y="6127040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Line 26"/>
            <p:cNvSpPr>
              <a:spLocks noChangeShapeType="1"/>
            </p:cNvSpPr>
            <p:nvPr/>
          </p:nvSpPr>
          <p:spPr bwMode="auto">
            <a:xfrm>
              <a:off x="6053725" y="6155948"/>
              <a:ext cx="1388265" cy="210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4" name="Line 27"/>
            <p:cNvSpPr>
              <a:spLocks noChangeShapeType="1"/>
            </p:cNvSpPr>
            <p:nvPr/>
          </p:nvSpPr>
          <p:spPr bwMode="auto">
            <a:xfrm flipH="1">
              <a:off x="7453096" y="6008781"/>
              <a:ext cx="688579" cy="168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8" name="Line 31"/>
            <p:cNvSpPr>
              <a:spLocks noChangeShapeType="1"/>
            </p:cNvSpPr>
            <p:nvPr/>
          </p:nvSpPr>
          <p:spPr bwMode="auto">
            <a:xfrm flipH="1" flipV="1">
              <a:off x="7491967" y="5336014"/>
              <a:ext cx="769099" cy="262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9" name="Line 32"/>
            <p:cNvSpPr>
              <a:spLocks noChangeShapeType="1"/>
            </p:cNvSpPr>
            <p:nvPr/>
          </p:nvSpPr>
          <p:spPr bwMode="auto">
            <a:xfrm>
              <a:off x="7780726" y="5046935"/>
              <a:ext cx="483116" cy="2549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30" name="Line 33"/>
            <p:cNvSpPr>
              <a:spLocks noChangeShapeType="1"/>
            </p:cNvSpPr>
            <p:nvPr/>
          </p:nvSpPr>
          <p:spPr bwMode="auto">
            <a:xfrm flipH="1" flipV="1">
              <a:off x="7497520" y="5322874"/>
              <a:ext cx="161039" cy="438875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31" name="Oval 34"/>
            <p:cNvSpPr>
              <a:spLocks noChangeArrowheads="1"/>
            </p:cNvSpPr>
            <p:nvPr/>
          </p:nvSpPr>
          <p:spPr bwMode="auto">
            <a:xfrm>
              <a:off x="7106029" y="5029853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2" name="Line 35"/>
            <p:cNvSpPr>
              <a:spLocks noChangeShapeType="1"/>
            </p:cNvSpPr>
            <p:nvPr/>
          </p:nvSpPr>
          <p:spPr bwMode="auto">
            <a:xfrm>
              <a:off x="7147677" y="5067959"/>
              <a:ext cx="360949" cy="25491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35" name="Line 38"/>
            <p:cNvSpPr>
              <a:spLocks noChangeShapeType="1"/>
            </p:cNvSpPr>
            <p:nvPr/>
          </p:nvSpPr>
          <p:spPr bwMode="auto">
            <a:xfrm flipH="1">
              <a:off x="6364696" y="5336014"/>
              <a:ext cx="1066187" cy="46252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36" name="Oval 39"/>
            <p:cNvSpPr>
              <a:spLocks noChangeArrowheads="1"/>
            </p:cNvSpPr>
            <p:nvPr/>
          </p:nvSpPr>
          <p:spPr bwMode="auto">
            <a:xfrm>
              <a:off x="8369351" y="4836695"/>
              <a:ext cx="77743" cy="867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7" name="Line 40"/>
            <p:cNvSpPr>
              <a:spLocks noChangeShapeType="1"/>
            </p:cNvSpPr>
            <p:nvPr/>
          </p:nvSpPr>
          <p:spPr bwMode="auto">
            <a:xfrm flipV="1">
              <a:off x="8236077" y="4881371"/>
              <a:ext cx="194357" cy="41785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38" name="Line 26"/>
            <p:cNvSpPr>
              <a:spLocks noChangeShapeType="1"/>
            </p:cNvSpPr>
            <p:nvPr/>
          </p:nvSpPr>
          <p:spPr bwMode="auto">
            <a:xfrm flipV="1">
              <a:off x="5544388" y="5077326"/>
              <a:ext cx="1614401" cy="8219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725" name="Rectangle 28"/>
            <p:cNvSpPr>
              <a:spLocks noChangeArrowheads="1"/>
            </p:cNvSpPr>
            <p:nvPr/>
          </p:nvSpPr>
          <p:spPr bwMode="auto">
            <a:xfrm>
              <a:off x="5953770" y="6092877"/>
              <a:ext cx="158262" cy="1497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6" name="Rectangle 29"/>
            <p:cNvSpPr>
              <a:spLocks noChangeArrowheads="1"/>
            </p:cNvSpPr>
            <p:nvPr/>
          </p:nvSpPr>
          <p:spPr bwMode="auto">
            <a:xfrm>
              <a:off x="8050050" y="5935197"/>
              <a:ext cx="158262" cy="1497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3" name="Rectangle 36"/>
            <p:cNvSpPr>
              <a:spLocks noChangeArrowheads="1"/>
            </p:cNvSpPr>
            <p:nvPr/>
          </p:nvSpPr>
          <p:spPr bwMode="auto">
            <a:xfrm>
              <a:off x="8179158" y="5245348"/>
              <a:ext cx="158262" cy="1497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Rectangle 37"/>
            <p:cNvSpPr>
              <a:spLocks noChangeArrowheads="1"/>
            </p:cNvSpPr>
            <p:nvPr/>
          </p:nvSpPr>
          <p:spPr bwMode="auto">
            <a:xfrm>
              <a:off x="7397565" y="5262430"/>
              <a:ext cx="158262" cy="1497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40080" y="182880"/>
            <a:ext cx="8504238" cy="946150"/>
          </a:xfrm>
        </p:spPr>
        <p:txBody>
          <a:bodyPr/>
          <a:lstStyle/>
          <a:p>
            <a:pPr algn="ctr" eaLnBrk="1" hangingPunct="1"/>
            <a:r>
              <a:rPr lang="en-US" sz="3600" dirty="0" smtClean="0"/>
              <a:t>Questions?</a:t>
            </a:r>
            <a:endParaRPr lang="en-US" sz="3200" dirty="0" smtClean="0">
              <a:sym typeface="Symbol" pitchFamily="18" charset="2"/>
            </a:endParaRPr>
          </a:p>
        </p:txBody>
      </p:sp>
      <p:pic>
        <p:nvPicPr>
          <p:cNvPr id="59400" name="Picture 8" descr="http://www.umsl.edu/~cts/images/rotating/image2.jpg"/>
          <p:cNvPicPr>
            <a:picLocks noChangeAspect="1" noChangeArrowheads="1"/>
          </p:cNvPicPr>
          <p:nvPr/>
        </p:nvPicPr>
        <p:blipFill>
          <a:blip r:embed="rId2" cstate="screen"/>
          <a:stretch>
            <a:fillRect/>
          </a:stretch>
        </p:blipFill>
        <p:spPr bwMode="auto">
          <a:xfrm>
            <a:off x="463641" y="1629906"/>
            <a:ext cx="4642337" cy="1005840"/>
          </a:xfrm>
          <a:prstGeom prst="rect">
            <a:avLst/>
          </a:prstGeom>
          <a:noFill/>
        </p:spPr>
      </p:pic>
      <p:pic>
        <p:nvPicPr>
          <p:cNvPr id="59402" name="Picture 10" descr="http://www.umsl.edu/~cts/images/rotating/image7.jp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465216" y="2946165"/>
            <a:ext cx="4642337" cy="1005840"/>
          </a:xfrm>
          <a:prstGeom prst="rect">
            <a:avLst/>
          </a:prstGeom>
          <a:noFill/>
        </p:spPr>
      </p:pic>
      <p:pic>
        <p:nvPicPr>
          <p:cNvPr id="59406" name="Picture 14" descr="http://www.umsl.edu/~cts/images/rotating/image6.jp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2920909" y="4227615"/>
            <a:ext cx="4642337" cy="1005840"/>
          </a:xfrm>
          <a:prstGeom prst="rect">
            <a:avLst/>
          </a:prstGeom>
          <a:noFill/>
        </p:spPr>
      </p:pic>
      <p:pic>
        <p:nvPicPr>
          <p:cNvPr id="59408" name="Picture 16" descr="http://www.umsl.edu/~cts/images/rotating/image3.jpg"/>
          <p:cNvPicPr>
            <a:picLocks noChangeAspect="1" noChangeArrowheads="1"/>
          </p:cNvPicPr>
          <p:nvPr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068838" y="5499592"/>
            <a:ext cx="4642337" cy="1005840"/>
          </a:xfrm>
          <a:prstGeom prst="rect">
            <a:avLst/>
          </a:prstGeom>
          <a:noFill/>
        </p:spPr>
      </p:pic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731520" y="1005840"/>
            <a:ext cx="749808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24676</TotalTime>
  <Words>5000</Words>
  <Application>Microsoft Office PowerPoint</Application>
  <PresentationFormat>On-screen Show (4:3)</PresentationFormat>
  <Paragraphs>742</Paragraphs>
  <Slides>74</Slides>
  <Notes>24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Global</vt:lpstr>
      <vt:lpstr>Equation</vt:lpstr>
      <vt:lpstr>数式</vt:lpstr>
      <vt:lpstr>Hub Location &amp; Hub Network Design</vt:lpstr>
      <vt:lpstr>Outline</vt:lpstr>
      <vt:lpstr>Design a Network to Serve 32 Cities</vt:lpstr>
      <vt:lpstr>One Hub</vt:lpstr>
      <vt:lpstr>Two Hubs and One Hub Arc</vt:lpstr>
      <vt:lpstr>Multiple Allocation Four Hub Median</vt:lpstr>
      <vt:lpstr>Single Allocation Four Hub Median</vt:lpstr>
      <vt:lpstr>Multiple Hubs and Hub Arcs</vt:lpstr>
      <vt:lpstr>Final Network</vt:lpstr>
      <vt:lpstr>Hub Networks</vt:lpstr>
      <vt:lpstr>Hub Location Applications</vt:lpstr>
      <vt:lpstr>Hub Location Motivation</vt:lpstr>
      <vt:lpstr>Hub Location Research</vt:lpstr>
      <vt:lpstr>Hub Location Foundations</vt:lpstr>
      <vt:lpstr>Hub Location &amp; Network Design</vt:lpstr>
      <vt:lpstr>Traditional Discrete Location Models</vt:lpstr>
      <vt:lpstr>Discrete Hub Location Models</vt:lpstr>
      <vt:lpstr>Hub Location Research</vt:lpstr>
      <vt:lpstr>Hub Location Literature</vt:lpstr>
      <vt:lpstr>Hub Median Model</vt:lpstr>
      <vt:lpstr>Hub Median Formulations</vt:lpstr>
      <vt:lpstr>Hub Median Formulations</vt:lpstr>
      <vt:lpstr>Hub Median Formulations</vt:lpstr>
      <vt:lpstr>Hub Median Formulations</vt:lpstr>
      <vt:lpstr>Hub Center and Hub Covering</vt:lpstr>
      <vt:lpstr>Hub Center Formulation</vt:lpstr>
      <vt:lpstr>Hub Location Themes</vt:lpstr>
      <vt:lpstr>I. Better solutions for “classic” problems</vt:lpstr>
      <vt:lpstr>Better solutions for “classic” problems</vt:lpstr>
      <vt:lpstr>II. More Realistic and/or Complex Problems</vt:lpstr>
      <vt:lpstr>Weaknesses of “Classic” Hub Models</vt:lpstr>
      <vt:lpstr>Hub Median Model</vt:lpstr>
      <vt:lpstr>Better Handling of Economies of Scale</vt:lpstr>
      <vt:lpstr>Hub Arc Model</vt:lpstr>
      <vt:lpstr>Hub Median and Hub Arc Location</vt:lpstr>
      <vt:lpstr>Time Definite Hub Arc Location</vt:lpstr>
      <vt:lpstr>Service Levels</vt:lpstr>
      <vt:lpstr>Time Definite Hub Arc Solutions for CAB</vt:lpstr>
      <vt:lpstr>Time Definite Hub Locations</vt:lpstr>
      <vt:lpstr>Models with Congestion</vt:lpstr>
      <vt:lpstr>Another Model with Congestion</vt:lpstr>
      <vt:lpstr>III. Dynamic Hub Location</vt:lpstr>
      <vt:lpstr>Isolated Hubs</vt:lpstr>
      <vt:lpstr>Hub Arc Location with Isolated Hubs</vt:lpstr>
      <vt:lpstr>Hub Network Expansion  No SL, =0.6 </vt:lpstr>
      <vt:lpstr>Geographic Expansion q=3 hub arcs </vt:lpstr>
      <vt:lpstr>Findings for Isolated Hubs</vt:lpstr>
      <vt:lpstr>IV. Models with Stochasticity</vt:lpstr>
      <vt:lpstr>V. Competitive Hub Location</vt:lpstr>
      <vt:lpstr>Stackelberg Hub Arc Location</vt:lpstr>
      <vt:lpstr>How to Allocate Customers among Competitors?</vt:lpstr>
      <vt:lpstr>Cost &amp; Service</vt:lpstr>
      <vt:lpstr>Distance Ratio and Cost Ratio</vt:lpstr>
      <vt:lpstr>5-level Step Function for Customer Allocation</vt:lpstr>
      <vt:lpstr>Notation</vt:lpstr>
      <vt:lpstr>HALCE-B (Firm B’s problem)</vt:lpstr>
      <vt:lpstr>HALCE-A (Firm A’s Problem)</vt:lpstr>
      <vt:lpstr>Optimal Solution Algorithm</vt:lpstr>
      <vt:lpstr>540 Problem Scenarios with CAB data</vt:lpstr>
      <vt:lpstr>Results: High Customer Selectivity</vt:lpstr>
      <vt:lpstr>Hub Use with Distance Ratio Allocation</vt:lpstr>
      <vt:lpstr>Cost Ratio vs. Distance Ratio</vt:lpstr>
      <vt:lpstr>Findings</vt:lpstr>
      <vt:lpstr>Competitive Model Conclusions </vt:lpstr>
      <vt:lpstr>VI. Hub Location Data Sets</vt:lpstr>
      <vt:lpstr>CAB25 Data Set</vt:lpstr>
      <vt:lpstr>AP Data Sets</vt:lpstr>
      <vt:lpstr>Turkish network: TR81</vt:lpstr>
      <vt:lpstr>Concentration of Demand</vt:lpstr>
      <vt:lpstr>Spatial Distribution of Demand</vt:lpstr>
      <vt:lpstr>Distribution of Demand</vt:lpstr>
      <vt:lpstr>Alpha</vt:lpstr>
      <vt:lpstr>New Directions for Hub Location Research</vt:lpstr>
      <vt:lpstr>Questions?</vt:lpstr>
    </vt:vector>
  </TitlesOfParts>
  <Company>CSIRO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Models for Hub Location and Network Design</dc:title>
  <dc:creator>campbell</dc:creator>
  <cp:lastModifiedBy>campbelljf</cp:lastModifiedBy>
  <cp:revision>870</cp:revision>
  <cp:lastPrinted>2003-03-12T21:56:48Z</cp:lastPrinted>
  <dcterms:created xsi:type="dcterms:W3CDTF">2000-03-29T05:50:46Z</dcterms:created>
  <dcterms:modified xsi:type="dcterms:W3CDTF">2010-05-17T21:53:07Z</dcterms:modified>
</cp:coreProperties>
</file>
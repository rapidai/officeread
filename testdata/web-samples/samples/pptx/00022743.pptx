
<file path=[Content_Types].xml><?xml version="1.0" encoding="utf-8"?>
<Types xmlns="http://schemas.openxmlformats.org/package/2006/content-types">
  <Override PartName="/ppt/slideMasters/slideMaster3.xml" ContentType="application/vnd.openxmlformats-officedocument.presentationml.slideMaster+xml"/>
  <Override PartName="/ppt/theme/theme5.xml" ContentType="application/vnd.openxmlformats-officedocument.theme+xml"/>
  <Override PartName="/ppt/slideLayouts/slideLayout57.xml" ContentType="application/vnd.openxmlformats-officedocument.presentationml.slideLayout+xml"/>
  <Override PartName="/ppt/slideLayouts/slideLayout157.xml" ContentType="application/vnd.openxmlformats-officedocument.presentationml.slideLayout+xml"/>
  <Override PartName="/ppt/notesSlides/notesSlide2.xml" ContentType="application/vnd.openxmlformats-officedocument.presentationml.notesSlide+xml"/>
  <Override PartName="/ppt/slideLayouts/slideLayout46.xml" ContentType="application/vnd.openxmlformats-officedocument.presentationml.slideLayout+xml"/>
  <Override PartName="/ppt/slideLayouts/slideLayout93.xml" ContentType="application/vnd.openxmlformats-officedocument.presentationml.slideLayout+xml"/>
  <Override PartName="/ppt/slideLayouts/slideLayout135.xml" ContentType="application/vnd.openxmlformats-officedocument.presentationml.slideLayout+xml"/>
  <Override PartName="/ppt/slideLayouts/slideLayout146.xml" ContentType="application/vnd.openxmlformats-officedocument.presentationml.slideLayout+xml"/>
  <Override PartName="/ppt/slideLayouts/slideLayout182.xml" ContentType="application/vnd.openxmlformats-officedocument.presentationml.slideLayout+xml"/>
  <Override PartName="/ppt/slideLayouts/slideLayout193.xml" ContentType="application/vnd.openxmlformats-officedocument.presentationml.slideLayout+xml"/>
  <Override PartName="/ppt/slideMasters/slideMaster19.xml" ContentType="application/vnd.openxmlformats-officedocument.presentationml.slideMaster+xml"/>
  <Override PartName="/ppt/slides/slide25.xml" ContentType="application/vnd.openxmlformats-officedocument.presentationml.slid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slideLayouts/slideLayout82.xml" ContentType="application/vnd.openxmlformats-officedocument.presentationml.slideLayout+xml"/>
  <Override PartName="/ppt/slideLayouts/slideLayout124.xml" ContentType="application/vnd.openxmlformats-officedocument.presentationml.slideLayout+xml"/>
  <Override PartName="/ppt/slideLayouts/slideLayout171.xml" ContentType="application/vnd.openxmlformats-officedocument.presentationml.slideLayout+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60.xml" ContentType="application/vnd.openxmlformats-officedocument.presentationml.slideLayout+xml"/>
  <Override PartName="/ppt/slideLayouts/slideLayout71.xml" ContentType="application/vnd.openxmlformats-officedocument.presentationml.slideLayout+xml"/>
  <Override PartName="/ppt/slideLayouts/slideLayout113.xml" ContentType="application/vnd.openxmlformats-officedocument.presentationml.slideLayout+xml"/>
  <Override PartName="/ppt/slideLayouts/slideLayout160.xml" ContentType="application/vnd.openxmlformats-officedocument.presentationml.slideLayout+xml"/>
  <Override PartName="/ppt/theme/theme18.xml" ContentType="application/vnd.openxmlformats-officedocument.theme+xml"/>
  <Override PartName="/ppt/theme/themeOverride1.xml" ContentType="application/vnd.openxmlformats-officedocument.themeOverride+xml"/>
  <Override PartName="/ppt/tableStyles.xml" ContentType="application/vnd.openxmlformats-officedocument.presentationml.tableStyles+xml"/>
  <Override PartName="/ppt/slideLayouts/slideLayout102.xml" ContentType="application/vnd.openxmlformats-officedocument.presentationml.slideLayout+xml"/>
  <Override PartName="/ppt/slideMasters/slideMaster8.xml" ContentType="application/vnd.openxmlformats-officedocument.presentationml.slideMaster+xml"/>
  <Override PartName="/ppt/slideMasters/slideMaster11.xml" ContentType="application/vnd.openxmlformats-officedocument.presentationml.slideMaster+xml"/>
  <Override PartName="/ppt/slideLayouts/slideLayout198.xml" ContentType="application/vnd.openxmlformats-officedocument.presentationml.slideLayout+xml"/>
  <Override PartName="/ppt/slideLayouts/slideLayout203.xml" ContentType="application/vnd.openxmlformats-officedocument.presentationml.slideLayout+xml"/>
  <Override PartName="/ppt/notesSlides/notesSlide7.xml" ContentType="application/vnd.openxmlformats-officedocument.presentationml.notesSlide+xml"/>
  <Override PartName="/ppt/slideLayouts/slideLayout87.xml" ContentType="application/vnd.openxmlformats-officedocument.presentationml.slideLayout+xml"/>
  <Override PartName="/ppt/slideLayouts/slideLayout98.xml" ContentType="application/vnd.openxmlformats-officedocument.presentationml.slideLayout+xml"/>
  <Override PartName="/ppt/theme/theme10.xml" ContentType="application/vnd.openxmlformats-officedocument.theme+xml"/>
  <Override PartName="/ppt/slideLayouts/slideLayout187.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76.xml" ContentType="application/vnd.openxmlformats-officedocument.presentationml.slideLayout+xml"/>
  <Override PartName="/ppt/slideLayouts/slideLayout118.xml" ContentType="application/vnd.openxmlformats-officedocument.presentationml.slideLayout+xml"/>
  <Override PartName="/ppt/slideLayouts/slideLayout129.xml" ContentType="application/vnd.openxmlformats-officedocument.presentationml.slideLayout+xml"/>
  <Override PartName="/ppt/slideLayouts/slideLayout165.xml" ContentType="application/vnd.openxmlformats-officedocument.presentationml.slideLayout+xml"/>
  <Override PartName="/ppt/slideLayouts/slideLayout176.xml" ContentType="application/vnd.openxmlformats-officedocument.presentationml.slideLayout+xml"/>
  <Default Extension="png" ContentType="image/png"/>
  <Override PartName="/ppt/slideLayouts/slideLayout18.xml" ContentType="application/vnd.openxmlformats-officedocument.presentationml.slideLayout+xml"/>
  <Override PartName="/ppt/theme/theme2.xml" ContentType="application/vnd.openxmlformats-officedocument.theme+xml"/>
  <Override PartName="/ppt/slideLayouts/slideLayout65.xml" ContentType="application/vnd.openxmlformats-officedocument.presentationml.slideLayout+xml"/>
  <Override PartName="/ppt/slideLayouts/slideLayout107.xml" ContentType="application/vnd.openxmlformats-officedocument.presentationml.slideLayout+xml"/>
  <Override PartName="/ppt/slideLayouts/slideLayout15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slideLayouts/slideLayout90.xml" ContentType="application/vnd.openxmlformats-officedocument.presentationml.slideLayout+xml"/>
  <Override PartName="/ppt/slideLayouts/slideLayout143.xml" ContentType="application/vnd.openxmlformats-officedocument.presentationml.slideLayout+xml"/>
  <Override PartName="/ppt/slideLayouts/slideLayout190.xml" ContentType="application/vnd.openxmlformats-officedocument.presentationml.slideLayout+xml"/>
  <Override PartName="/ppt/presentation.xml" ContentType="application/vnd.openxmlformats-officedocument.presentationml.presentation.main+xml"/>
  <Override PartName="/ppt/slideMasters/slideMaster16.xml" ContentType="application/vnd.openxmlformats-officedocument.presentationml.slideMaster+xml"/>
  <Override PartName="/ppt/slides/slide22.xml" ContentType="application/vnd.openxmlformats-officedocument.presentationml.slide+xml"/>
  <Override PartName="/ppt/slideLayouts/slideLayout32.xml" ContentType="application/vnd.openxmlformats-officedocument.presentationml.slideLayout+xml"/>
  <Override PartName="/ppt/slideLayouts/slideLayout132.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21.xml" ContentType="application/vnd.openxmlformats-officedocument.presentationml.slideLayout+xml"/>
  <Override PartName="/ppt/slideLayouts/slideLayout110.xml" ContentType="application/vnd.openxmlformats-officedocument.presentationml.slideLayout+xml"/>
  <Override PartName="/ppt/slideLayouts/slideLayout121.xml" ContentType="application/vnd.openxmlformats-officedocument.presentationml.slideLayout+xml"/>
  <Override PartName="/ppt/slideLayouts/slideLayout208.xml" ContentType="application/vnd.openxmlformats-officedocument.presentationml.slideLayout+xml"/>
  <Override PartName="/ppt/slideLayouts/slideLayout10.xml" ContentType="application/vnd.openxmlformats-officedocument.presentationml.slideLayout+xml"/>
  <Override PartName="/ppt/theme/theme15.xml" ContentType="application/vnd.openxmlformats-officedocument.theme+xml"/>
  <Override PartName="/ppt/slideMasters/slideMaster5.xml" ContentType="application/vnd.openxmlformats-officedocument.presentationml.slideMaster+xml"/>
  <Override PartName="/ppt/slideLayouts/slideLayout59.xml" ContentType="application/vnd.openxmlformats-officedocument.presentationml.slideLayout+xml"/>
  <Override PartName="/ppt/theme/theme7.xml" ContentType="application/vnd.openxmlformats-officedocument.theme+xml"/>
  <Override PartName="/ppt/slideLayouts/slideLayout159.xml" ContentType="application/vnd.openxmlformats-officedocument.presentationml.slideLayout+xml"/>
  <Override PartName="/ppt/notesSlides/notesSlide4.xml" ContentType="application/vnd.openxmlformats-officedocument.presentationml.notesSlide+xml"/>
  <Override PartName="/ppt/slideLayouts/slideLayout48.xml" ContentType="application/vnd.openxmlformats-officedocument.presentationml.slideLayout+xml"/>
  <Override PartName="/ppt/slideLayouts/slideLayout95.xml" ContentType="application/vnd.openxmlformats-officedocument.presentationml.slideLayout+xml"/>
  <Override PartName="/ppt/slideLayouts/slideLayout137.xml" ContentType="application/vnd.openxmlformats-officedocument.presentationml.slideLayout+xml"/>
  <Override PartName="/ppt/slideLayouts/slideLayout148.xml" ContentType="application/vnd.openxmlformats-officedocument.presentationml.slideLayout+xml"/>
  <Override PartName="/ppt/slideLayouts/slideLayout184.xml" ContentType="application/vnd.openxmlformats-officedocument.presentationml.slideLayout+xml"/>
  <Override PartName="/ppt/slideLayouts/slideLayout195.xml" ContentType="application/vnd.openxmlformats-officedocument.presentationml.slideLayout+xml"/>
  <Override PartName="/ppt/slideLayouts/slideLayout200.xml" ContentType="application/vnd.openxmlformats-officedocument.presentationml.slideLayout+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37.xml" ContentType="application/vnd.openxmlformats-officedocument.presentationml.slideLayout+xml"/>
  <Override PartName="/ppt/slideLayouts/slideLayout84.xml" ContentType="application/vnd.openxmlformats-officedocument.presentationml.slideLayout+xml"/>
  <Override PartName="/ppt/slideLayouts/slideLayout126.xml" ContentType="application/vnd.openxmlformats-officedocument.presentationml.slideLayout+xml"/>
  <Override PartName="/ppt/slideLayouts/slideLayout173.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62.xml" ContentType="application/vnd.openxmlformats-officedocument.presentationml.slideLayout+xml"/>
  <Override PartName="/ppt/slideLayouts/slideLayout73.xml" ContentType="application/vnd.openxmlformats-officedocument.presentationml.slideLayout+xml"/>
  <Override PartName="/ppt/slideLayouts/slideLayout115.xml" ContentType="application/vnd.openxmlformats-officedocument.presentationml.slideLayout+xml"/>
  <Override PartName="/ppt/slideLayouts/slideLayout162.xml" ContentType="application/vnd.openxmlformats-officedocument.presentationml.slideLayout+xml"/>
  <Default Extension="wmf" ContentType="image/x-wmf"/>
  <Override PartName="/ppt/slideMasters/slideMaster17.xml" ContentType="application/vnd.openxmlformats-officedocument.presentationml.slideMaster+xml"/>
  <Override PartName="/ppt/slides/slide23.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51.xml" ContentType="application/vnd.openxmlformats-officedocument.presentationml.slideLayout+xml"/>
  <Override PartName="/ppt/slideLayouts/slideLayout80.xml" ContentType="application/vnd.openxmlformats-officedocument.presentationml.slideLayout+xml"/>
  <Override PartName="/ppt/slideLayouts/slideLayout104.xml" ContentType="application/vnd.openxmlformats-officedocument.presentationml.slideLayout+xml"/>
  <Override PartName="/ppt/slideLayouts/slideLayout122.xml" ContentType="application/vnd.openxmlformats-officedocument.presentationml.slideLayout+xml"/>
  <Override PartName="/ppt/slideLayouts/slideLayout140.xml" ContentType="application/vnd.openxmlformats-officedocument.presentationml.slideLayout+xml"/>
  <Override PartName="/ppt/slideLayouts/slideLayout151.xml" ContentType="application/vnd.openxmlformats-officedocument.presentationml.slideLayout+xml"/>
  <Override PartName="/ppt/slideLayouts/slideLayout209.xml" ContentType="application/vnd.openxmlformats-officedocument.presentationml.slideLayout+xml"/>
  <Override PartName="/ppt/slides/slide12.xml" ContentType="application/vnd.openxmlformats-officedocument.presentationml.slide+xml"/>
  <Override PartName="/ppt/slideLayouts/slideLayout11.xml" ContentType="application/vnd.openxmlformats-officedocument.presentationml.slideLayout+xml"/>
  <Override PartName="/ppt/slideLayouts/slideLayout40.xml" ContentType="application/vnd.openxmlformats-officedocument.presentationml.slideLayout+xml"/>
  <Override PartName="/ppt/slideLayouts/slideLayout111.xml" ContentType="application/vnd.openxmlformats-officedocument.presentationml.slideLayout+xml"/>
  <Override PartName="/ppt/theme/theme16.xml" ContentType="application/vnd.openxmlformats-officedocument.theme+xml"/>
  <Override PartName="/ppt/slideMasters/slideMaster13.xml" ContentType="application/vnd.openxmlformats-officedocument.presentationml.slideMaster+xml"/>
  <Override PartName="/ppt/slideLayouts/slideLayout100.xml" ContentType="application/vnd.openxmlformats-officedocument.presentationml.slideLayout+xml"/>
  <Override PartName="/ppt/slideLayouts/slideLayout205.xml" ContentType="application/vnd.openxmlformats-officedocument.presentationml.slideLayout+xml"/>
  <Override PartName="/ppt/notesSlides/notesSlide9.xml" ContentType="application/vnd.openxmlformats-officedocument.presentationml.notesSlide+xml"/>
  <Override PartName="/ppt/slideMasters/slideMaster6.xml" ContentType="application/vnd.openxmlformats-officedocument.presentationml.slideMaster+xml"/>
  <Override PartName="/ppt/theme/theme8.xml" ContentType="application/vnd.openxmlformats-officedocument.theme+xml"/>
  <Override PartName="/ppt/slideLayouts/slideLayout89.xml" ContentType="application/vnd.openxmlformats-officedocument.presentationml.slideLayout+xml"/>
  <Override PartName="/ppt/theme/theme12.xml" ContentType="application/vnd.openxmlformats-officedocument.theme+xml"/>
  <Override PartName="/ppt/slideLayouts/slideLayout189.xml" ContentType="application/vnd.openxmlformats-officedocument.presentationml.slideLayout+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slideLayouts/slideLayout78.xml" ContentType="application/vnd.openxmlformats-officedocument.presentationml.slideLayout+xml"/>
  <Override PartName="/ppt/slideLayouts/slideLayout149.xml" ContentType="application/vnd.openxmlformats-officedocument.presentationml.slideLayout+xml"/>
  <Override PartName="/ppt/slideLayouts/slideLayout178.xml" ContentType="application/vnd.openxmlformats-officedocument.presentationml.slideLayout+xml"/>
  <Override PartName="/ppt/slideLayouts/slideLayout196.xml" ContentType="application/vnd.openxmlformats-officedocument.presentationml.slideLayout+xml"/>
  <Override PartName="/ppt/slideLayouts/slideLayout201.xml" ContentType="application/vnd.openxmlformats-officedocument.presentationml.slideLayout+xml"/>
  <Override PartName="/ppt/notesSlides/notesSlide5.xml" ContentType="application/vnd.openxmlformats-officedocument.presentationml.notesSlide+xml"/>
  <Override PartName="/ppt/charts/chart1.xml" ContentType="application/vnd.openxmlformats-officedocument.drawingml.chart+xml"/>
  <Override PartName="/ppt/slideMasters/slideMaster2.xml" ContentType="application/vnd.openxmlformats-officedocument.presentationml.slideMaster+xml"/>
  <Override PartName="/ppt/slides/slide28.xml" ContentType="application/vnd.openxmlformats-officedocument.presentationml.slide+xml"/>
  <Override PartName="/ppt/slideLayouts/slideLayout3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67.xml" ContentType="application/vnd.openxmlformats-officedocument.presentationml.slideLayout+xml"/>
  <Override PartName="/ppt/slideLayouts/slideLayout85.xml" ContentType="application/vnd.openxmlformats-officedocument.presentationml.slideLayout+xml"/>
  <Override PartName="/ppt/slideLayouts/slideLayout96.xml" ContentType="application/vnd.openxmlformats-officedocument.presentationml.slideLayout+xml"/>
  <Override PartName="/ppt/slideLayouts/slideLayout109.xml" ContentType="application/vnd.openxmlformats-officedocument.presentationml.slideLayout+xml"/>
  <Override PartName="/ppt/slideLayouts/slideLayout138.xml" ContentType="application/vnd.openxmlformats-officedocument.presentationml.slideLayout+xml"/>
  <Override PartName="/ppt/slideLayouts/slideLayout156.xml" ContentType="application/vnd.openxmlformats-officedocument.presentationml.slideLayout+xml"/>
  <Override PartName="/ppt/slideLayouts/slideLayout167.xml" ContentType="application/vnd.openxmlformats-officedocument.presentationml.slideLayout+xml"/>
  <Override PartName="/ppt/slideLayouts/slideLayout185.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5.xml" ContentType="application/vnd.openxmlformats-officedocument.presentationml.slideLayout+xml"/>
  <Override PartName="/ppt/slideLayouts/slideLayout56.xml" ContentType="application/vnd.openxmlformats-officedocument.presentationml.slideLayout+xml"/>
  <Override PartName="/ppt/slideLayouts/slideLayout74.xml" ContentType="application/vnd.openxmlformats-officedocument.presentationml.slideLayout+xml"/>
  <Override PartName="/ppt/slideLayouts/slideLayout116.xml" ContentType="application/vnd.openxmlformats-officedocument.presentationml.slideLayout+xml"/>
  <Override PartName="/ppt/slideLayouts/slideLayout127.xml" ContentType="application/vnd.openxmlformats-officedocument.presentationml.slideLayout+xml"/>
  <Override PartName="/ppt/slideLayouts/slideLayout145.xml" ContentType="application/vnd.openxmlformats-officedocument.presentationml.slideLayout+xml"/>
  <Override PartName="/ppt/slideLayouts/slideLayout163.xml" ContentType="application/vnd.openxmlformats-officedocument.presentationml.slideLayout+xml"/>
  <Override PartName="/ppt/slideLayouts/slideLayout174.xml" ContentType="application/vnd.openxmlformats-officedocument.presentationml.slideLayout+xml"/>
  <Override PartName="/ppt/slideLayouts/slideLayout192.xml" ContentType="application/vnd.openxmlformats-officedocument.presentationml.slideLayout+xml"/>
  <Override PartName="/ppt/slideMasters/slideMaster18.xml" ContentType="application/vnd.openxmlformats-officedocument.presentationml.slideMaster+xml"/>
  <Override PartName="/ppt/slides/slide24.xml" ContentType="application/vnd.openxmlformats-officedocument.presentationml.slide+xml"/>
  <Override PartName="/ppt/slideLayouts/slideLayout16.xml" ContentType="application/vnd.openxmlformats-officedocument.presentationml.slideLayout+xml"/>
  <Override PartName="/ppt/slideLayouts/slideLayout34.xml" ContentType="application/vnd.openxmlformats-officedocument.presentationml.slideLayout+xml"/>
  <Override PartName="/ppt/slideLayouts/slideLayout63.xml" ContentType="application/vnd.openxmlformats-officedocument.presentationml.slideLayout+xml"/>
  <Override PartName="/ppt/slideLayouts/slideLayout81.xml" ContentType="application/vnd.openxmlformats-officedocument.presentationml.slideLayout+xml"/>
  <Override PartName="/ppt/slideLayouts/slideLayout92.xml" ContentType="application/vnd.openxmlformats-officedocument.presentationml.slideLayout+xml"/>
  <Override PartName="/ppt/slideLayouts/slideLayout105.xml" ContentType="application/vnd.openxmlformats-officedocument.presentationml.slideLayout+xml"/>
  <Override PartName="/ppt/slideLayouts/slideLayout134.xml" ContentType="application/vnd.openxmlformats-officedocument.presentationml.slideLayout+xml"/>
  <Override PartName="/ppt/slideLayouts/slideLayout152.xml" ContentType="application/vnd.openxmlformats-officedocument.presentationml.slideLayout+xml"/>
  <Override PartName="/ppt/slideLayouts/slideLayout181.xml" ContentType="application/vnd.openxmlformats-officedocument.presentationml.slideLayout+xml"/>
  <Default Extension="jpeg" ContentType="image/jpeg"/>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70.xml" ContentType="application/vnd.openxmlformats-officedocument.presentationml.slideLayout+xml"/>
  <Override PartName="/ppt/slideLayouts/slideLayout112.xml" ContentType="application/vnd.openxmlformats-officedocument.presentationml.slideLayout+xml"/>
  <Override PartName="/ppt/slideLayouts/slideLayout123.xml" ContentType="application/vnd.openxmlformats-officedocument.presentationml.slideLayout+xml"/>
  <Override PartName="/ppt/slideLayouts/slideLayout141.xml" ContentType="application/vnd.openxmlformats-officedocument.presentationml.slideLayout+xml"/>
  <Override PartName="/ppt/slideLayouts/slideLayout170.xml" ContentType="application/vnd.openxmlformats-officedocument.presentationml.slideLayout+xml"/>
  <Override PartName="/ppt/slideMasters/slideMaster14.xml" ContentType="application/vnd.openxmlformats-officedocument.presentationml.slideMaster+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30.xml" ContentType="application/vnd.openxmlformats-officedocument.presentationml.slideLayout+xml"/>
  <Override PartName="/ppt/slideLayouts/slideLayout101.xml" ContentType="application/vnd.openxmlformats-officedocument.presentationml.slideLayout+xml"/>
  <Override PartName="/ppt/slideLayouts/slideLayout130.xml" ContentType="application/vnd.openxmlformats-officedocument.presentationml.slideLayout+xml"/>
  <Override PartName="/ppt/theme/theme17.xml" ContentType="application/vnd.openxmlformats-officedocument.theme+xml"/>
  <Override PartName="/ppt/slideLayouts/slideLayout206.xml" ContentType="application/vnd.openxmlformats-officedocument.presentationml.slideLayout+xml"/>
  <Override PartName="/ppt/notesSlides/notesSlide11.xml" ContentType="application/vnd.openxmlformats-officedocument.presentationml.notesSlide+xml"/>
  <Override PartName="/ppt/slideMasters/slideMaster7.xml" ContentType="application/vnd.openxmlformats-officedocument.presentationml.slideMaster+xml"/>
  <Override PartName="/ppt/slideMasters/slideMaster10.xml" ContentType="application/vnd.openxmlformats-officedocument.presentationml.slideMaster+xml"/>
  <Override PartName="/ppt/theme/theme9.xml" ContentType="application/vnd.openxmlformats-officedocument.theme+xml"/>
  <Override PartName="/ppt/theme/theme13.xml" ContentType="application/vnd.openxmlformats-officedocument.theme+xml"/>
  <Override PartName="/ppt/slideLayouts/slideLayout179.xml" ContentType="application/vnd.openxmlformats-officedocument.presentationml.slideLayout+xml"/>
  <Override PartName="/ppt/notesSlides/notesSlide6.xml" ContentType="application/vnd.openxmlformats-officedocument.presentationml.notesSlide+xml"/>
  <Override PartName="/ppt/slides/slide8.xml" ContentType="application/vnd.openxmlformats-officedocument.presentationml.slide+xml"/>
  <Override PartName="/ppt/slideLayouts/slideLayout68.xml" ContentType="application/vnd.openxmlformats-officedocument.presentationml.slideLayout+xml"/>
  <Override PartName="/ppt/slideLayouts/slideLayout79.xml" ContentType="application/vnd.openxmlformats-officedocument.presentationml.slideLayout+xml"/>
  <Override PartName="/ppt/slideLayouts/slideLayout97.xml" ContentType="application/vnd.openxmlformats-officedocument.presentationml.slideLayout+xml"/>
  <Override PartName="/ppt/slideLayouts/slideLayout139.xml" ContentType="application/vnd.openxmlformats-officedocument.presentationml.slideLayout+xml"/>
  <Override PartName="/ppt/slideLayouts/slideLayout168.xml" ContentType="application/vnd.openxmlformats-officedocument.presentationml.slideLayout+xml"/>
  <Override PartName="/ppt/slideLayouts/slideLayout186.xml" ContentType="application/vnd.openxmlformats-officedocument.presentationml.slideLayout+xml"/>
  <Override PartName="/ppt/slideLayouts/slideLayout197.xml" ContentType="application/vnd.openxmlformats-officedocument.presentationml.slideLayout+xml"/>
  <Override PartName="/ppt/slideLayouts/slideLayout202.xml" ContentType="application/vnd.openxmlformats-officedocument.presentationml.slideLayout+xml"/>
  <Override PartName="/ppt/theme/theme20.xml" ContentType="application/vnd.openxmlformats-officedocument.theme+xml"/>
  <Override PartName="/ppt/slideLayouts/slideLayout39.xml" ContentType="application/vnd.openxmlformats-officedocument.presentationml.slideLayout+xml"/>
  <Override PartName="/ppt/slideLayouts/slideLayout86.xml" ContentType="application/vnd.openxmlformats-officedocument.presentationml.slideLayout+xml"/>
  <Override PartName="/ppt/slideLayouts/slideLayout128.xml" ContentType="application/vnd.openxmlformats-officedocument.presentationml.slideLayout+xml"/>
  <Override PartName="/ppt/slideLayouts/slideLayout175.xml" ContentType="application/vnd.openxmlformats-officedocument.presentationml.slideLayout+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64.xml" ContentType="application/vnd.openxmlformats-officedocument.presentationml.slideLayout+xml"/>
  <Override PartName="/ppt/slideLayouts/slideLayout75.xml" ContentType="application/vnd.openxmlformats-officedocument.presentationml.slideLayout+xml"/>
  <Override PartName="/ppt/slideLayouts/slideLayout117.xml" ContentType="application/vnd.openxmlformats-officedocument.presentationml.slideLayout+xml"/>
  <Override PartName="/ppt/slideLayouts/slideLayout164.xml" ContentType="application/vnd.openxmlformats-officedocument.presentationml.slideLayout+xml"/>
  <Override PartName="/ppt/theme/theme1.xml" ContentType="application/vnd.openxmlformats-officedocument.theme+xml"/>
  <Override PartName="/ppt/slideLayouts/slideLayout53.xml" ContentType="application/vnd.openxmlformats-officedocument.presentationml.slideLayout+xml"/>
  <Override PartName="/ppt/slideLayouts/slideLayout106.xml" ContentType="application/vnd.openxmlformats-officedocument.presentationml.slideLayout+xml"/>
  <Override PartName="/ppt/slideLayouts/slideLayout142.xml" ContentType="application/vnd.openxmlformats-officedocument.presentationml.slideLayout+xml"/>
  <Override PartName="/ppt/slideLayouts/slideLayout153.xml" ContentType="application/vnd.openxmlformats-officedocument.presentationml.slideLayout+xml"/>
  <Override PartName="/ppt/slideLayouts/slideLayout42.xml" ContentType="application/vnd.openxmlformats-officedocument.presentationml.slideLayout+xml"/>
  <Override PartName="/ppt/slideLayouts/slideLayout131.xml" ContentType="application/vnd.openxmlformats-officedocument.presentationml.slideLayout+xml"/>
  <Override PartName="/ppt/slideMasters/slideMaster15.xml" ContentType="application/vnd.openxmlformats-officedocument.presentationml.slideMaster+xml"/>
  <Override PartName="/ppt/slides/slide10.xml" ContentType="application/vnd.openxmlformats-officedocument.presentationml.slide+xml"/>
  <Override PartName="/ppt/slides/slide21.xml" ContentType="application/vnd.openxmlformats-officedocument.presentationml.slide+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120.xml" ContentType="application/vnd.openxmlformats-officedocument.presentationml.slideLayout+xml"/>
  <Override PartName="/ppt/slideLayouts/slideLayout207.xml" ContentType="application/vnd.openxmlformats-officedocument.presentationml.slideLayout+xml"/>
  <Override PartName="/ppt/theme/theme14.xml" ContentType="application/vnd.openxmlformats-officedocument.theme+xml"/>
  <Override PartName="/ppt/notesSlides/notesSlide12.xml" ContentType="application/vnd.openxmlformats-officedocument.presentationml.notesSlide+xml"/>
  <Override PartName="/ppt/slideMasters/slideMaster4.xml" ContentType="application/vnd.openxmlformats-officedocument.presentationml.slideMaster+xml"/>
  <Override PartName="/ppt/slides/slide9.xml" ContentType="application/vnd.openxmlformats-officedocument.presentationml.slide+xml"/>
  <Override PartName="/ppt/viewProps.xml" ContentType="application/vnd.openxmlformats-officedocument.presentationml.viewProps+xml"/>
  <Override PartName="/ppt/theme/theme6.xml" ContentType="application/vnd.openxmlformats-officedocument.theme+xml"/>
  <Override PartName="/ppt/slideLayouts/slideLayout69.xml" ContentType="application/vnd.openxmlformats-officedocument.presentationml.slideLayout+xml"/>
  <Override PartName="/ppt/slideLayouts/slideLayout158.xml" ContentType="application/vnd.openxmlformats-officedocument.presentationml.slideLayout+xml"/>
  <Override PartName="/ppt/slideLayouts/slideLayout169.xml" ContentType="application/vnd.openxmlformats-officedocument.presentationml.slideLayout+xml"/>
  <Override PartName="/ppt/slideLayouts/slideLayout58.xml" ContentType="application/vnd.openxmlformats-officedocument.presentationml.slideLayout+xml"/>
  <Override PartName="/ppt/slideLayouts/slideLayout147.xml" ContentType="application/vnd.openxmlformats-officedocument.presentationml.slideLayout+xml"/>
  <Override PartName="/ppt/slideLayouts/slideLayout194.xml" ContentType="application/vnd.openxmlformats-officedocument.presentationml.slideLayout+xml"/>
  <Override PartName="/ppt/notesSlides/notesSlide3.xml" ContentType="application/vnd.openxmlformats-officedocument.presentationml.notesSlide+xml"/>
  <Default Extension="bin" ContentType="application/vnd.openxmlformats-officedocument.oleObject"/>
  <Override PartName="/ppt/slides/slide26.xml" ContentType="application/vnd.openxmlformats-officedocument.presentationml.slide+xml"/>
  <Override PartName="/ppt/presProps.xml" ContentType="application/vnd.openxmlformats-officedocument.presentationml.presProps+xml"/>
  <Override PartName="/ppt/slideLayouts/slideLayout36.xml" ContentType="application/vnd.openxmlformats-officedocument.presentationml.slideLayout+xml"/>
  <Override PartName="/ppt/slideLayouts/slideLayout47.xml" ContentType="application/vnd.openxmlformats-officedocument.presentationml.slideLayout+xml"/>
  <Override PartName="/ppt/slideLayouts/slideLayout83.xml" ContentType="application/vnd.openxmlformats-officedocument.presentationml.slideLayout+xml"/>
  <Override PartName="/ppt/slideLayouts/slideLayout94.xml" ContentType="application/vnd.openxmlformats-officedocument.presentationml.slideLayout+xml"/>
  <Override PartName="/ppt/slideLayouts/slideLayout136.xml" ContentType="application/vnd.openxmlformats-officedocument.presentationml.slideLayout+xml"/>
  <Override PartName="/ppt/slideLayouts/slideLayout183.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72.xml" ContentType="application/vnd.openxmlformats-officedocument.presentationml.slideLayout+xml"/>
  <Override PartName="/ppt/slideLayouts/slideLayout114.xml" ContentType="application/vnd.openxmlformats-officedocument.presentationml.slideLayout+xml"/>
  <Override PartName="/ppt/slideLayouts/slideLayout125.xml" ContentType="application/vnd.openxmlformats-officedocument.presentationml.slideLayout+xml"/>
  <Override PartName="/ppt/slideLayouts/slideLayout161.xml" ContentType="application/vnd.openxmlformats-officedocument.presentationml.slideLayout+xml"/>
  <Override PartName="/ppt/slideLayouts/slideLayout172.xml" ContentType="application/vnd.openxmlformats-officedocument.presentationml.slideLayout+xml"/>
  <Override PartName="/ppt/slideLayouts/slideLayout14.xml" ContentType="application/vnd.openxmlformats-officedocument.presentationml.slideLayout+xml"/>
  <Override PartName="/ppt/slideLayouts/slideLayout61.xml" ContentType="application/vnd.openxmlformats-officedocument.presentationml.slideLayout+xml"/>
  <Override PartName="/ppt/slideLayouts/slideLayout103.xml" ContentType="application/vnd.openxmlformats-officedocument.presentationml.slideLayout+xml"/>
  <Override PartName="/ppt/slideLayouts/slideLayout150.xml" ContentType="application/vnd.openxmlformats-officedocument.presentationml.slideLayout+xml"/>
  <Override PartName="/ppt/theme/theme19.xml" ContentType="application/vnd.openxmlformats-officedocument.theme+xml"/>
  <Override PartName="/ppt/slideLayouts/slideLayout50.xml" ContentType="application/vnd.openxmlformats-officedocument.presentationml.slideLayout+xml"/>
  <Override PartName="/ppt/slideMasters/slideMaster9.xml" ContentType="application/vnd.openxmlformats-officedocument.presentationml.slideMaster+xml"/>
  <Override PartName="/ppt/slideMasters/slideMaster12.xml" ContentType="application/vnd.openxmlformats-officedocument.presentationml.slideMaster+xml"/>
  <Override PartName="/ppt/notesSlides/notesSlide8.xml" ContentType="application/vnd.openxmlformats-officedocument.presentationml.notesSlide+xml"/>
  <Default Extension="vml" ContentType="application/vnd.openxmlformats-officedocument.vmlDrawing"/>
  <Override PartName="/ppt/slideLayouts/slideLayout99.xml" ContentType="application/vnd.openxmlformats-officedocument.presentationml.slideLayout+xml"/>
  <Override PartName="/ppt/slideLayouts/slideLayout188.xml" ContentType="application/vnd.openxmlformats-officedocument.presentationml.slideLayout+xml"/>
  <Override PartName="/ppt/slideLayouts/slideLayout199.xml" ContentType="application/vnd.openxmlformats-officedocument.presentationml.slideLayout+xml"/>
  <Override PartName="/ppt/slideLayouts/slideLayout204.xml" ContentType="application/vnd.openxmlformats-officedocument.presentationml.slideLayout+xml"/>
  <Override PartName="/ppt/slideLayouts/slideLayout88.xml" ContentType="application/vnd.openxmlformats-officedocument.presentationml.slideLayout+xml"/>
  <Override PartName="/ppt/theme/theme11.xml" ContentType="application/vnd.openxmlformats-officedocument.theme+xml"/>
  <Override PartName="/ppt/slideLayouts/slideLayout177.xml" ContentType="application/vnd.openxmlformats-officedocument.presentationml.slideLayout+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66.xml" ContentType="application/vnd.openxmlformats-officedocument.presentationml.slideLayout+xml"/>
  <Override PartName="/ppt/slideLayouts/slideLayout77.xml" ContentType="application/vnd.openxmlformats-officedocument.presentationml.slideLayout+xml"/>
  <Override PartName="/ppt/slideLayouts/slideLayout119.xml" ContentType="application/vnd.openxmlformats-officedocument.presentationml.slideLayout+xml"/>
  <Override PartName="/ppt/slideLayouts/slideLayout166.xml" ContentType="application/vnd.openxmlformats-officedocument.presentationml.slideLayout+xml"/>
  <Override PartName="/ppt/slideMasters/slideMaster1.xml" ContentType="application/vnd.openxmlformats-officedocument.presentationml.slideMaster+xml"/>
  <Override PartName="/ppt/theme/theme3.xml" ContentType="application/vnd.openxmlformats-officedocument.theme+xml"/>
  <Override PartName="/ppt/slideLayouts/slideLayout55.xml" ContentType="application/vnd.openxmlformats-officedocument.presentationml.slideLayout+xml"/>
  <Override PartName="/ppt/slideLayouts/slideLayout108.xml" ContentType="application/vnd.openxmlformats-officedocument.presentationml.slideLayout+xml"/>
  <Override PartName="/ppt/slideLayouts/slideLayout155.xml" ContentType="application/vnd.openxmlformats-officedocument.presentationml.slideLayout+xml"/>
  <Override PartName="/ppt/slideLayouts/slideLayout44.xml" ContentType="application/vnd.openxmlformats-officedocument.presentationml.slideLayout+xml"/>
  <Override PartName="/ppt/slideLayouts/slideLayout91.xml" ContentType="application/vnd.openxmlformats-officedocument.presentationml.slideLayout+xml"/>
  <Override PartName="/ppt/slideLayouts/slideLayout133.xml" ContentType="application/vnd.openxmlformats-officedocument.presentationml.slideLayout+xml"/>
  <Override PartName="/ppt/slideLayouts/slideLayout144.xml" ContentType="application/vnd.openxmlformats-officedocument.presentationml.slideLayout+xml"/>
  <Override PartName="/ppt/slideLayouts/slideLayout180.xml" ContentType="application/vnd.openxmlformats-officedocument.presentationml.slideLayout+xml"/>
  <Override PartName="/ppt/slideLayouts/slideLayout191.xml" ContentType="application/vnd.openxmlformats-officedocument.presentationml.slideLayout+xml"/>
  <Default Extension="rels" ContentType="application/vnd.openxmlformats-package.relationship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49" r:id="rId2"/>
    <p:sldMasterId id="2147483650" r:id="rId3"/>
    <p:sldMasterId id="2147483651" r:id="rId4"/>
    <p:sldMasterId id="2147483652" r:id="rId5"/>
    <p:sldMasterId id="2147483653" r:id="rId6"/>
    <p:sldMasterId id="2147483654" r:id="rId7"/>
    <p:sldMasterId id="2147483655" r:id="rId8"/>
    <p:sldMasterId id="2147483656" r:id="rId9"/>
    <p:sldMasterId id="2147483657" r:id="rId10"/>
    <p:sldMasterId id="2147483658" r:id="rId11"/>
    <p:sldMasterId id="2147483659" r:id="rId12"/>
    <p:sldMasterId id="2147483660" r:id="rId13"/>
    <p:sldMasterId id="2147483661" r:id="rId14"/>
    <p:sldMasterId id="2147483662" r:id="rId15"/>
    <p:sldMasterId id="2147483663" r:id="rId16"/>
    <p:sldMasterId id="2147483664" r:id="rId17"/>
    <p:sldMasterId id="2147483665" r:id="rId18"/>
    <p:sldMasterId id="2147483666" r:id="rId19"/>
  </p:sldMasterIdLst>
  <p:notesMasterIdLst>
    <p:notesMasterId r:id="rId48"/>
  </p:notesMasterIdLst>
  <p:sldIdLst>
    <p:sldId id="256" r:id="rId20"/>
    <p:sldId id="283" r:id="rId21"/>
    <p:sldId id="261" r:id="rId22"/>
    <p:sldId id="281" r:id="rId23"/>
    <p:sldId id="271" r:id="rId24"/>
    <p:sldId id="269" r:id="rId25"/>
    <p:sldId id="335" r:id="rId26"/>
    <p:sldId id="280" r:id="rId27"/>
    <p:sldId id="333" r:id="rId28"/>
    <p:sldId id="320" r:id="rId29"/>
    <p:sldId id="321" r:id="rId30"/>
    <p:sldId id="319" r:id="rId31"/>
    <p:sldId id="322" r:id="rId32"/>
    <p:sldId id="323" r:id="rId33"/>
    <p:sldId id="324" r:id="rId34"/>
    <p:sldId id="325" r:id="rId35"/>
    <p:sldId id="326" r:id="rId36"/>
    <p:sldId id="327" r:id="rId37"/>
    <p:sldId id="329" r:id="rId38"/>
    <p:sldId id="332" r:id="rId39"/>
    <p:sldId id="337" r:id="rId40"/>
    <p:sldId id="341" r:id="rId41"/>
    <p:sldId id="342" r:id="rId42"/>
    <p:sldId id="340" r:id="rId43"/>
    <p:sldId id="338" r:id="rId44"/>
    <p:sldId id="339" r:id="rId45"/>
    <p:sldId id="267" r:id="rId46"/>
    <p:sldId id="318" r:id="rId47"/>
  </p:sldIdLst>
  <p:sldSz cx="13004800" cy="9753600"/>
  <p:notesSz cx="6858000" cy="9144000"/>
  <p:defaultTextStyle>
    <a:defPPr>
      <a:defRPr lang="en-US"/>
    </a:defPPr>
    <a:lvl1pPr algn="ctr" rtl="0" fontAlgn="base">
      <a:spcBef>
        <a:spcPct val="0"/>
      </a:spcBef>
      <a:spcAft>
        <a:spcPct val="0"/>
      </a:spcAft>
      <a:defRPr sz="4200" kern="1200">
        <a:solidFill>
          <a:srgbClr val="414141"/>
        </a:solidFill>
        <a:latin typeface="Gill Sans Light" pitchFamily="-112" charset="0"/>
        <a:ea typeface="ヒラギノ角ゴ ProN W3" pitchFamily="-112" charset="-128"/>
        <a:cs typeface="+mn-cs"/>
        <a:sym typeface="Gill Sans Light" pitchFamily="-112" charset="0"/>
      </a:defRPr>
    </a:lvl1pPr>
    <a:lvl2pPr marL="457200" algn="ctr" rtl="0" fontAlgn="base">
      <a:spcBef>
        <a:spcPct val="0"/>
      </a:spcBef>
      <a:spcAft>
        <a:spcPct val="0"/>
      </a:spcAft>
      <a:defRPr sz="4200" kern="1200">
        <a:solidFill>
          <a:srgbClr val="414141"/>
        </a:solidFill>
        <a:latin typeface="Gill Sans Light" pitchFamily="-112" charset="0"/>
        <a:ea typeface="ヒラギノ角ゴ ProN W3" pitchFamily="-112" charset="-128"/>
        <a:cs typeface="+mn-cs"/>
        <a:sym typeface="Gill Sans Light" pitchFamily="-112" charset="0"/>
      </a:defRPr>
    </a:lvl2pPr>
    <a:lvl3pPr marL="914400" algn="ctr" rtl="0" fontAlgn="base">
      <a:spcBef>
        <a:spcPct val="0"/>
      </a:spcBef>
      <a:spcAft>
        <a:spcPct val="0"/>
      </a:spcAft>
      <a:defRPr sz="4200" kern="1200">
        <a:solidFill>
          <a:srgbClr val="414141"/>
        </a:solidFill>
        <a:latin typeface="Gill Sans Light" pitchFamily="-112" charset="0"/>
        <a:ea typeface="ヒラギノ角ゴ ProN W3" pitchFamily="-112" charset="-128"/>
        <a:cs typeface="+mn-cs"/>
        <a:sym typeface="Gill Sans Light" pitchFamily="-112" charset="0"/>
      </a:defRPr>
    </a:lvl3pPr>
    <a:lvl4pPr marL="1371600" algn="ctr" rtl="0" fontAlgn="base">
      <a:spcBef>
        <a:spcPct val="0"/>
      </a:spcBef>
      <a:spcAft>
        <a:spcPct val="0"/>
      </a:spcAft>
      <a:defRPr sz="4200" kern="1200">
        <a:solidFill>
          <a:srgbClr val="414141"/>
        </a:solidFill>
        <a:latin typeface="Gill Sans Light" pitchFamily="-112" charset="0"/>
        <a:ea typeface="ヒラギノ角ゴ ProN W3" pitchFamily="-112" charset="-128"/>
        <a:cs typeface="+mn-cs"/>
        <a:sym typeface="Gill Sans Light" pitchFamily="-112" charset="0"/>
      </a:defRPr>
    </a:lvl4pPr>
    <a:lvl5pPr marL="1828800" algn="ctr" rtl="0" fontAlgn="base">
      <a:spcBef>
        <a:spcPct val="0"/>
      </a:spcBef>
      <a:spcAft>
        <a:spcPct val="0"/>
      </a:spcAft>
      <a:defRPr sz="4200" kern="1200">
        <a:solidFill>
          <a:srgbClr val="414141"/>
        </a:solidFill>
        <a:latin typeface="Gill Sans Light" pitchFamily="-112" charset="0"/>
        <a:ea typeface="ヒラギノ角ゴ ProN W3" pitchFamily="-112" charset="-128"/>
        <a:cs typeface="+mn-cs"/>
        <a:sym typeface="Gill Sans Light" pitchFamily="-112" charset="0"/>
      </a:defRPr>
    </a:lvl5pPr>
    <a:lvl6pPr marL="2286000" algn="l" defTabSz="914400" rtl="0" eaLnBrk="1" latinLnBrk="0" hangingPunct="1">
      <a:defRPr sz="4200" kern="1200">
        <a:solidFill>
          <a:srgbClr val="414141"/>
        </a:solidFill>
        <a:latin typeface="Gill Sans Light" pitchFamily="-112" charset="0"/>
        <a:ea typeface="ヒラギノ角ゴ ProN W3" pitchFamily="-112" charset="-128"/>
        <a:cs typeface="+mn-cs"/>
        <a:sym typeface="Gill Sans Light" pitchFamily="-112" charset="0"/>
      </a:defRPr>
    </a:lvl6pPr>
    <a:lvl7pPr marL="2743200" algn="l" defTabSz="914400" rtl="0" eaLnBrk="1" latinLnBrk="0" hangingPunct="1">
      <a:defRPr sz="4200" kern="1200">
        <a:solidFill>
          <a:srgbClr val="414141"/>
        </a:solidFill>
        <a:latin typeface="Gill Sans Light" pitchFamily="-112" charset="0"/>
        <a:ea typeface="ヒラギノ角ゴ ProN W3" pitchFamily="-112" charset="-128"/>
        <a:cs typeface="+mn-cs"/>
        <a:sym typeface="Gill Sans Light" pitchFamily="-112" charset="0"/>
      </a:defRPr>
    </a:lvl7pPr>
    <a:lvl8pPr marL="3200400" algn="l" defTabSz="914400" rtl="0" eaLnBrk="1" latinLnBrk="0" hangingPunct="1">
      <a:defRPr sz="4200" kern="1200">
        <a:solidFill>
          <a:srgbClr val="414141"/>
        </a:solidFill>
        <a:latin typeface="Gill Sans Light" pitchFamily="-112" charset="0"/>
        <a:ea typeface="ヒラギノ角ゴ ProN W3" pitchFamily="-112" charset="-128"/>
        <a:cs typeface="+mn-cs"/>
        <a:sym typeface="Gill Sans Light" pitchFamily="-112" charset="0"/>
      </a:defRPr>
    </a:lvl8pPr>
    <a:lvl9pPr marL="3657600" algn="l" defTabSz="914400" rtl="0" eaLnBrk="1" latinLnBrk="0" hangingPunct="1">
      <a:defRPr sz="4200" kern="1200">
        <a:solidFill>
          <a:srgbClr val="414141"/>
        </a:solidFill>
        <a:latin typeface="Gill Sans Light" pitchFamily="-112" charset="0"/>
        <a:ea typeface="ヒラギノ角ゴ ProN W3" pitchFamily="-112" charset="-128"/>
        <a:cs typeface="+mn-cs"/>
        <a:sym typeface="Gill Sans Light" pitchFamily="-112"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snapVertSplitter="1" vertBarState="minimized" horzBarState="maximized">
    <p:restoredLeft sz="15620"/>
    <p:restoredTop sz="94660"/>
  </p:normalViewPr>
  <p:slideViewPr>
    <p:cSldViewPr>
      <p:cViewPr>
        <p:scale>
          <a:sx n="60" d="100"/>
          <a:sy n="60" d="100"/>
        </p:scale>
        <p:origin x="-1426" y="-432"/>
      </p:cViewPr>
      <p:guideLst>
        <p:guide orient="horz" pos="3072"/>
        <p:guide pos="4096"/>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7.xml"/><Relationship Id="rId39" Type="http://schemas.openxmlformats.org/officeDocument/2006/relationships/slide" Target="slides/slide20.xml"/><Relationship Id="rId3" Type="http://schemas.openxmlformats.org/officeDocument/2006/relationships/slideMaster" Target="slideMasters/slideMaster3.xml"/><Relationship Id="rId21" Type="http://schemas.openxmlformats.org/officeDocument/2006/relationships/slide" Target="slides/slide2.xml"/><Relationship Id="rId34" Type="http://schemas.openxmlformats.org/officeDocument/2006/relationships/slide" Target="slides/slide15.xml"/><Relationship Id="rId42" Type="http://schemas.openxmlformats.org/officeDocument/2006/relationships/slide" Target="slides/slide23.xml"/><Relationship Id="rId47" Type="http://schemas.openxmlformats.org/officeDocument/2006/relationships/slide" Target="slides/slide28.xml"/><Relationship Id="rId50" Type="http://schemas.openxmlformats.org/officeDocument/2006/relationships/viewProps" Target="viewProps.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6.xml"/><Relationship Id="rId33" Type="http://schemas.openxmlformats.org/officeDocument/2006/relationships/slide" Target="slides/slide14.xml"/><Relationship Id="rId38" Type="http://schemas.openxmlformats.org/officeDocument/2006/relationships/slide" Target="slides/slide19.xml"/><Relationship Id="rId46" Type="http://schemas.openxmlformats.org/officeDocument/2006/relationships/slide" Target="slides/slide2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 Target="slides/slide1.xml"/><Relationship Id="rId29" Type="http://schemas.openxmlformats.org/officeDocument/2006/relationships/slide" Target="slides/slide10.xml"/><Relationship Id="rId41" Type="http://schemas.openxmlformats.org/officeDocument/2006/relationships/slide" Target="slides/slide2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5.xml"/><Relationship Id="rId32" Type="http://schemas.openxmlformats.org/officeDocument/2006/relationships/slide" Target="slides/slide13.xml"/><Relationship Id="rId37" Type="http://schemas.openxmlformats.org/officeDocument/2006/relationships/slide" Target="slides/slide18.xml"/><Relationship Id="rId40" Type="http://schemas.openxmlformats.org/officeDocument/2006/relationships/slide" Target="slides/slide21.xml"/><Relationship Id="rId45" Type="http://schemas.openxmlformats.org/officeDocument/2006/relationships/slide" Target="slides/slide26.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4.xml"/><Relationship Id="rId28" Type="http://schemas.openxmlformats.org/officeDocument/2006/relationships/slide" Target="slides/slide9.xml"/><Relationship Id="rId36" Type="http://schemas.openxmlformats.org/officeDocument/2006/relationships/slide" Target="slides/slide17.xml"/><Relationship Id="rId49" Type="http://schemas.openxmlformats.org/officeDocument/2006/relationships/presProps" Target="presProps.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 Target="slides/slide12.xml"/><Relationship Id="rId44" Type="http://schemas.openxmlformats.org/officeDocument/2006/relationships/slide" Target="slides/slide25.xml"/><Relationship Id="rId52"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3.xml"/><Relationship Id="rId27" Type="http://schemas.openxmlformats.org/officeDocument/2006/relationships/slide" Target="slides/slide8.xml"/><Relationship Id="rId30" Type="http://schemas.openxmlformats.org/officeDocument/2006/relationships/slide" Target="slides/slide11.xml"/><Relationship Id="rId35" Type="http://schemas.openxmlformats.org/officeDocument/2006/relationships/slide" Target="slides/slide16.xml"/><Relationship Id="rId43" Type="http://schemas.openxmlformats.org/officeDocument/2006/relationships/slide" Target="slides/slide24.xml"/><Relationship Id="rId48" Type="http://schemas.openxmlformats.org/officeDocument/2006/relationships/notesMaster" Target="notesMasters/notesMaster1.xml"/><Relationship Id="rId8" Type="http://schemas.openxmlformats.org/officeDocument/2006/relationships/slideMaster" Target="slideMasters/slideMaster8.xml"/><Relationship Id="rId51" Type="http://schemas.openxmlformats.org/officeDocument/2006/relationships/theme" Target="theme/theme1.xml"/></Relationships>
</file>

<file path=ppt/charts/_rels/chart1.xml.rels><?xml version="1.0" encoding="UTF-8" standalone="yes"?>
<Relationships xmlns="http://schemas.openxmlformats.org/package/2006/relationships"><Relationship Id="rId2" Type="http://schemas.openxmlformats.org/officeDocument/2006/relationships/oleObject" Target="file:///C:\Documents%20and%20Settings\ion\Application%20Data\SSH\temp\IonSampleVaccineRL2_FaastBaseCoverage.xlsx" TargetMode="External"/><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clrMapOvr bg1="lt1" tx1="dk1" bg2="lt2" tx2="dk2" accent1="accent1" accent2="accent2" accent3="accent3" accent4="accent4" accent5="accent5" accent6="accent6" hlink="hlink" folHlink="folHlink"/>
  <c:chart>
    <c:autoTitleDeleted val="1"/>
    <c:plotArea>
      <c:layout>
        <c:manualLayout>
          <c:layoutTarget val="inner"/>
          <c:xMode val="edge"/>
          <c:yMode val="edge"/>
          <c:x val="9.7889071286583834E-2"/>
          <c:y val="5.3155635950911613E-2"/>
          <c:w val="0.8635754276298514"/>
          <c:h val="0.73490086543236155"/>
        </c:manualLayout>
      </c:layout>
      <c:scatterChart>
        <c:scatterStyle val="smoothMarker"/>
        <c:ser>
          <c:idx val="1"/>
          <c:order val="1"/>
          <c:tx>
            <c:v>M41 Vaccine</c:v>
          </c:tx>
          <c:xVal>
            <c:numRef>
              <c:f>IonSampleVaccineRL2_FaastBaseCo!$A$1:$A$1854</c:f>
              <c:numCache>
                <c:formatCode>General</c:formatCode>
                <c:ptCount val="185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pt idx="1000">
                  <c:v>1001</c:v>
                </c:pt>
                <c:pt idx="1001">
                  <c:v>1002</c:v>
                </c:pt>
                <c:pt idx="1002">
                  <c:v>1003</c:v>
                </c:pt>
                <c:pt idx="1003">
                  <c:v>1004</c:v>
                </c:pt>
                <c:pt idx="1004">
                  <c:v>1005</c:v>
                </c:pt>
                <c:pt idx="1005">
                  <c:v>1006</c:v>
                </c:pt>
                <c:pt idx="1006">
                  <c:v>1007</c:v>
                </c:pt>
                <c:pt idx="1007">
                  <c:v>1008</c:v>
                </c:pt>
                <c:pt idx="1008">
                  <c:v>1009</c:v>
                </c:pt>
                <c:pt idx="1009">
                  <c:v>1010</c:v>
                </c:pt>
                <c:pt idx="1010">
                  <c:v>1011</c:v>
                </c:pt>
                <c:pt idx="1011">
                  <c:v>1012</c:v>
                </c:pt>
                <c:pt idx="1012">
                  <c:v>1013</c:v>
                </c:pt>
                <c:pt idx="1013">
                  <c:v>1014</c:v>
                </c:pt>
                <c:pt idx="1014">
                  <c:v>1015</c:v>
                </c:pt>
                <c:pt idx="1015">
                  <c:v>1016</c:v>
                </c:pt>
                <c:pt idx="1016">
                  <c:v>1017</c:v>
                </c:pt>
                <c:pt idx="1017">
                  <c:v>1018</c:v>
                </c:pt>
                <c:pt idx="1018">
                  <c:v>1019</c:v>
                </c:pt>
                <c:pt idx="1019">
                  <c:v>1020</c:v>
                </c:pt>
                <c:pt idx="1020">
                  <c:v>1021</c:v>
                </c:pt>
                <c:pt idx="1021">
                  <c:v>1022</c:v>
                </c:pt>
                <c:pt idx="1022">
                  <c:v>1023</c:v>
                </c:pt>
                <c:pt idx="1023">
                  <c:v>1024</c:v>
                </c:pt>
                <c:pt idx="1024">
                  <c:v>1025</c:v>
                </c:pt>
                <c:pt idx="1025">
                  <c:v>1026</c:v>
                </c:pt>
                <c:pt idx="1026">
                  <c:v>1027</c:v>
                </c:pt>
                <c:pt idx="1027">
                  <c:v>1028</c:v>
                </c:pt>
                <c:pt idx="1028">
                  <c:v>1029</c:v>
                </c:pt>
                <c:pt idx="1029">
                  <c:v>1030</c:v>
                </c:pt>
                <c:pt idx="1030">
                  <c:v>1031</c:v>
                </c:pt>
                <c:pt idx="1031">
                  <c:v>1032</c:v>
                </c:pt>
                <c:pt idx="1032">
                  <c:v>1033</c:v>
                </c:pt>
                <c:pt idx="1033">
                  <c:v>1034</c:v>
                </c:pt>
                <c:pt idx="1034">
                  <c:v>1035</c:v>
                </c:pt>
                <c:pt idx="1035">
                  <c:v>1036</c:v>
                </c:pt>
                <c:pt idx="1036">
                  <c:v>1037</c:v>
                </c:pt>
                <c:pt idx="1037">
                  <c:v>1038</c:v>
                </c:pt>
                <c:pt idx="1038">
                  <c:v>1039</c:v>
                </c:pt>
                <c:pt idx="1039">
                  <c:v>1040</c:v>
                </c:pt>
                <c:pt idx="1040">
                  <c:v>1041</c:v>
                </c:pt>
                <c:pt idx="1041">
                  <c:v>1042</c:v>
                </c:pt>
                <c:pt idx="1042">
                  <c:v>1043</c:v>
                </c:pt>
                <c:pt idx="1043">
                  <c:v>1044</c:v>
                </c:pt>
                <c:pt idx="1044">
                  <c:v>1045</c:v>
                </c:pt>
                <c:pt idx="1045">
                  <c:v>1046</c:v>
                </c:pt>
                <c:pt idx="1046">
                  <c:v>1047</c:v>
                </c:pt>
                <c:pt idx="1047">
                  <c:v>1048</c:v>
                </c:pt>
                <c:pt idx="1048">
                  <c:v>1049</c:v>
                </c:pt>
                <c:pt idx="1049">
                  <c:v>1050</c:v>
                </c:pt>
                <c:pt idx="1050">
                  <c:v>1051</c:v>
                </c:pt>
                <c:pt idx="1051">
                  <c:v>1052</c:v>
                </c:pt>
                <c:pt idx="1052">
                  <c:v>1053</c:v>
                </c:pt>
                <c:pt idx="1053">
                  <c:v>1054</c:v>
                </c:pt>
                <c:pt idx="1054">
                  <c:v>1055</c:v>
                </c:pt>
                <c:pt idx="1055">
                  <c:v>1056</c:v>
                </c:pt>
                <c:pt idx="1056">
                  <c:v>1057</c:v>
                </c:pt>
                <c:pt idx="1057">
                  <c:v>1058</c:v>
                </c:pt>
                <c:pt idx="1058">
                  <c:v>1059</c:v>
                </c:pt>
                <c:pt idx="1059">
                  <c:v>1060</c:v>
                </c:pt>
                <c:pt idx="1060">
                  <c:v>1061</c:v>
                </c:pt>
                <c:pt idx="1061">
                  <c:v>1062</c:v>
                </c:pt>
                <c:pt idx="1062">
                  <c:v>1063</c:v>
                </c:pt>
                <c:pt idx="1063">
                  <c:v>1064</c:v>
                </c:pt>
                <c:pt idx="1064">
                  <c:v>1065</c:v>
                </c:pt>
                <c:pt idx="1065">
                  <c:v>1066</c:v>
                </c:pt>
                <c:pt idx="1066">
                  <c:v>1067</c:v>
                </c:pt>
                <c:pt idx="1067">
                  <c:v>1068</c:v>
                </c:pt>
                <c:pt idx="1068">
                  <c:v>1069</c:v>
                </c:pt>
                <c:pt idx="1069">
                  <c:v>1070</c:v>
                </c:pt>
                <c:pt idx="1070">
                  <c:v>1071</c:v>
                </c:pt>
                <c:pt idx="1071">
                  <c:v>1072</c:v>
                </c:pt>
                <c:pt idx="1072">
                  <c:v>1073</c:v>
                </c:pt>
                <c:pt idx="1073">
                  <c:v>1074</c:v>
                </c:pt>
                <c:pt idx="1074">
                  <c:v>1075</c:v>
                </c:pt>
                <c:pt idx="1075">
                  <c:v>1076</c:v>
                </c:pt>
                <c:pt idx="1076">
                  <c:v>1077</c:v>
                </c:pt>
                <c:pt idx="1077">
                  <c:v>1078</c:v>
                </c:pt>
                <c:pt idx="1078">
                  <c:v>1079</c:v>
                </c:pt>
                <c:pt idx="1079">
                  <c:v>1080</c:v>
                </c:pt>
                <c:pt idx="1080">
                  <c:v>1081</c:v>
                </c:pt>
                <c:pt idx="1081">
                  <c:v>1082</c:v>
                </c:pt>
                <c:pt idx="1082">
                  <c:v>1083</c:v>
                </c:pt>
                <c:pt idx="1083">
                  <c:v>1084</c:v>
                </c:pt>
                <c:pt idx="1084">
                  <c:v>1085</c:v>
                </c:pt>
                <c:pt idx="1085">
                  <c:v>1086</c:v>
                </c:pt>
                <c:pt idx="1086">
                  <c:v>1087</c:v>
                </c:pt>
                <c:pt idx="1087">
                  <c:v>1088</c:v>
                </c:pt>
                <c:pt idx="1088">
                  <c:v>1089</c:v>
                </c:pt>
                <c:pt idx="1089">
                  <c:v>1090</c:v>
                </c:pt>
                <c:pt idx="1090">
                  <c:v>1091</c:v>
                </c:pt>
                <c:pt idx="1091">
                  <c:v>1092</c:v>
                </c:pt>
                <c:pt idx="1092">
                  <c:v>1093</c:v>
                </c:pt>
                <c:pt idx="1093">
                  <c:v>1094</c:v>
                </c:pt>
                <c:pt idx="1094">
                  <c:v>1095</c:v>
                </c:pt>
                <c:pt idx="1095">
                  <c:v>1096</c:v>
                </c:pt>
                <c:pt idx="1096">
                  <c:v>1097</c:v>
                </c:pt>
                <c:pt idx="1097">
                  <c:v>1098</c:v>
                </c:pt>
                <c:pt idx="1098">
                  <c:v>1099</c:v>
                </c:pt>
                <c:pt idx="1099">
                  <c:v>1100</c:v>
                </c:pt>
                <c:pt idx="1100">
                  <c:v>1101</c:v>
                </c:pt>
                <c:pt idx="1101">
                  <c:v>1102</c:v>
                </c:pt>
                <c:pt idx="1102">
                  <c:v>1103</c:v>
                </c:pt>
                <c:pt idx="1103">
                  <c:v>1104</c:v>
                </c:pt>
                <c:pt idx="1104">
                  <c:v>1105</c:v>
                </c:pt>
                <c:pt idx="1105">
                  <c:v>1106</c:v>
                </c:pt>
                <c:pt idx="1106">
                  <c:v>1107</c:v>
                </c:pt>
                <c:pt idx="1107">
                  <c:v>1108</c:v>
                </c:pt>
                <c:pt idx="1108">
                  <c:v>1109</c:v>
                </c:pt>
                <c:pt idx="1109">
                  <c:v>1110</c:v>
                </c:pt>
                <c:pt idx="1110">
                  <c:v>1111</c:v>
                </c:pt>
                <c:pt idx="1111">
                  <c:v>1112</c:v>
                </c:pt>
                <c:pt idx="1112">
                  <c:v>1113</c:v>
                </c:pt>
                <c:pt idx="1113">
                  <c:v>1114</c:v>
                </c:pt>
                <c:pt idx="1114">
                  <c:v>1115</c:v>
                </c:pt>
                <c:pt idx="1115">
                  <c:v>1116</c:v>
                </c:pt>
                <c:pt idx="1116">
                  <c:v>1117</c:v>
                </c:pt>
                <c:pt idx="1117">
                  <c:v>1118</c:v>
                </c:pt>
                <c:pt idx="1118">
                  <c:v>1119</c:v>
                </c:pt>
                <c:pt idx="1119">
                  <c:v>1120</c:v>
                </c:pt>
                <c:pt idx="1120">
                  <c:v>1121</c:v>
                </c:pt>
                <c:pt idx="1121">
                  <c:v>1122</c:v>
                </c:pt>
                <c:pt idx="1122">
                  <c:v>1123</c:v>
                </c:pt>
                <c:pt idx="1123">
                  <c:v>1124</c:v>
                </c:pt>
                <c:pt idx="1124">
                  <c:v>1125</c:v>
                </c:pt>
                <c:pt idx="1125">
                  <c:v>1126</c:v>
                </c:pt>
                <c:pt idx="1126">
                  <c:v>1127</c:v>
                </c:pt>
                <c:pt idx="1127">
                  <c:v>1128</c:v>
                </c:pt>
                <c:pt idx="1128">
                  <c:v>1129</c:v>
                </c:pt>
                <c:pt idx="1129">
                  <c:v>1130</c:v>
                </c:pt>
                <c:pt idx="1130">
                  <c:v>1131</c:v>
                </c:pt>
                <c:pt idx="1131">
                  <c:v>1132</c:v>
                </c:pt>
                <c:pt idx="1132">
                  <c:v>1133</c:v>
                </c:pt>
                <c:pt idx="1133">
                  <c:v>1134</c:v>
                </c:pt>
                <c:pt idx="1134">
                  <c:v>1135</c:v>
                </c:pt>
                <c:pt idx="1135">
                  <c:v>1136</c:v>
                </c:pt>
                <c:pt idx="1136">
                  <c:v>1137</c:v>
                </c:pt>
                <c:pt idx="1137">
                  <c:v>1138</c:v>
                </c:pt>
                <c:pt idx="1138">
                  <c:v>1139</c:v>
                </c:pt>
                <c:pt idx="1139">
                  <c:v>1140</c:v>
                </c:pt>
                <c:pt idx="1140">
                  <c:v>1141</c:v>
                </c:pt>
                <c:pt idx="1141">
                  <c:v>1142</c:v>
                </c:pt>
                <c:pt idx="1142">
                  <c:v>1143</c:v>
                </c:pt>
                <c:pt idx="1143">
                  <c:v>1144</c:v>
                </c:pt>
                <c:pt idx="1144">
                  <c:v>1145</c:v>
                </c:pt>
                <c:pt idx="1145">
                  <c:v>1146</c:v>
                </c:pt>
                <c:pt idx="1146">
                  <c:v>1147</c:v>
                </c:pt>
                <c:pt idx="1147">
                  <c:v>1148</c:v>
                </c:pt>
                <c:pt idx="1148">
                  <c:v>1149</c:v>
                </c:pt>
                <c:pt idx="1149">
                  <c:v>1150</c:v>
                </c:pt>
                <c:pt idx="1150">
                  <c:v>1151</c:v>
                </c:pt>
                <c:pt idx="1151">
                  <c:v>1152</c:v>
                </c:pt>
                <c:pt idx="1152">
                  <c:v>1153</c:v>
                </c:pt>
                <c:pt idx="1153">
                  <c:v>1154</c:v>
                </c:pt>
                <c:pt idx="1154">
                  <c:v>1155</c:v>
                </c:pt>
                <c:pt idx="1155">
                  <c:v>1156</c:v>
                </c:pt>
                <c:pt idx="1156">
                  <c:v>1157</c:v>
                </c:pt>
                <c:pt idx="1157">
                  <c:v>1158</c:v>
                </c:pt>
                <c:pt idx="1158">
                  <c:v>1159</c:v>
                </c:pt>
                <c:pt idx="1159">
                  <c:v>1160</c:v>
                </c:pt>
                <c:pt idx="1160">
                  <c:v>1161</c:v>
                </c:pt>
                <c:pt idx="1161">
                  <c:v>1162</c:v>
                </c:pt>
                <c:pt idx="1162">
                  <c:v>1163</c:v>
                </c:pt>
                <c:pt idx="1163">
                  <c:v>1164</c:v>
                </c:pt>
                <c:pt idx="1164">
                  <c:v>1165</c:v>
                </c:pt>
                <c:pt idx="1165">
                  <c:v>1166</c:v>
                </c:pt>
                <c:pt idx="1166">
                  <c:v>1167</c:v>
                </c:pt>
                <c:pt idx="1167">
                  <c:v>1168</c:v>
                </c:pt>
                <c:pt idx="1168">
                  <c:v>1169</c:v>
                </c:pt>
                <c:pt idx="1169">
                  <c:v>1170</c:v>
                </c:pt>
                <c:pt idx="1170">
                  <c:v>1171</c:v>
                </c:pt>
                <c:pt idx="1171">
                  <c:v>1172</c:v>
                </c:pt>
                <c:pt idx="1172">
                  <c:v>1173</c:v>
                </c:pt>
                <c:pt idx="1173">
                  <c:v>1174</c:v>
                </c:pt>
                <c:pt idx="1174">
                  <c:v>1175</c:v>
                </c:pt>
                <c:pt idx="1175">
                  <c:v>1176</c:v>
                </c:pt>
                <c:pt idx="1176">
                  <c:v>1177</c:v>
                </c:pt>
                <c:pt idx="1177">
                  <c:v>1178</c:v>
                </c:pt>
                <c:pt idx="1178">
                  <c:v>1179</c:v>
                </c:pt>
                <c:pt idx="1179">
                  <c:v>1180</c:v>
                </c:pt>
                <c:pt idx="1180">
                  <c:v>1181</c:v>
                </c:pt>
                <c:pt idx="1181">
                  <c:v>1182</c:v>
                </c:pt>
                <c:pt idx="1182">
                  <c:v>1183</c:v>
                </c:pt>
                <c:pt idx="1183">
                  <c:v>1184</c:v>
                </c:pt>
                <c:pt idx="1184">
                  <c:v>1185</c:v>
                </c:pt>
                <c:pt idx="1185">
                  <c:v>1186</c:v>
                </c:pt>
                <c:pt idx="1186">
                  <c:v>1187</c:v>
                </c:pt>
                <c:pt idx="1187">
                  <c:v>1188</c:v>
                </c:pt>
                <c:pt idx="1188">
                  <c:v>1189</c:v>
                </c:pt>
                <c:pt idx="1189">
                  <c:v>1190</c:v>
                </c:pt>
                <c:pt idx="1190">
                  <c:v>1191</c:v>
                </c:pt>
                <c:pt idx="1191">
                  <c:v>1192</c:v>
                </c:pt>
                <c:pt idx="1192">
                  <c:v>1193</c:v>
                </c:pt>
                <c:pt idx="1193">
                  <c:v>1194</c:v>
                </c:pt>
                <c:pt idx="1194">
                  <c:v>1195</c:v>
                </c:pt>
                <c:pt idx="1195">
                  <c:v>1196</c:v>
                </c:pt>
                <c:pt idx="1196">
                  <c:v>1197</c:v>
                </c:pt>
                <c:pt idx="1197">
                  <c:v>1198</c:v>
                </c:pt>
                <c:pt idx="1198">
                  <c:v>1199</c:v>
                </c:pt>
                <c:pt idx="1199">
                  <c:v>1200</c:v>
                </c:pt>
                <c:pt idx="1200">
                  <c:v>1201</c:v>
                </c:pt>
                <c:pt idx="1201">
                  <c:v>1202</c:v>
                </c:pt>
                <c:pt idx="1202">
                  <c:v>1203</c:v>
                </c:pt>
                <c:pt idx="1203">
                  <c:v>1204</c:v>
                </c:pt>
                <c:pt idx="1204">
                  <c:v>1205</c:v>
                </c:pt>
                <c:pt idx="1205">
                  <c:v>1206</c:v>
                </c:pt>
                <c:pt idx="1206">
                  <c:v>1207</c:v>
                </c:pt>
                <c:pt idx="1207">
                  <c:v>1208</c:v>
                </c:pt>
                <c:pt idx="1208">
                  <c:v>1209</c:v>
                </c:pt>
                <c:pt idx="1209">
                  <c:v>1210</c:v>
                </c:pt>
                <c:pt idx="1210">
                  <c:v>1211</c:v>
                </c:pt>
                <c:pt idx="1211">
                  <c:v>1212</c:v>
                </c:pt>
                <c:pt idx="1212">
                  <c:v>1213</c:v>
                </c:pt>
                <c:pt idx="1213">
                  <c:v>1214</c:v>
                </c:pt>
                <c:pt idx="1214">
                  <c:v>1215</c:v>
                </c:pt>
                <c:pt idx="1215">
                  <c:v>1216</c:v>
                </c:pt>
                <c:pt idx="1216">
                  <c:v>1217</c:v>
                </c:pt>
                <c:pt idx="1217">
                  <c:v>1218</c:v>
                </c:pt>
                <c:pt idx="1218">
                  <c:v>1219</c:v>
                </c:pt>
                <c:pt idx="1219">
                  <c:v>1220</c:v>
                </c:pt>
                <c:pt idx="1220">
                  <c:v>1221</c:v>
                </c:pt>
                <c:pt idx="1221">
                  <c:v>1222</c:v>
                </c:pt>
                <c:pt idx="1222">
                  <c:v>1223</c:v>
                </c:pt>
                <c:pt idx="1223">
                  <c:v>1224</c:v>
                </c:pt>
                <c:pt idx="1224">
                  <c:v>1225</c:v>
                </c:pt>
                <c:pt idx="1225">
                  <c:v>1226</c:v>
                </c:pt>
                <c:pt idx="1226">
                  <c:v>1227</c:v>
                </c:pt>
                <c:pt idx="1227">
                  <c:v>1228</c:v>
                </c:pt>
                <c:pt idx="1228">
                  <c:v>1229</c:v>
                </c:pt>
                <c:pt idx="1229">
                  <c:v>1230</c:v>
                </c:pt>
                <c:pt idx="1230">
                  <c:v>1231</c:v>
                </c:pt>
                <c:pt idx="1231">
                  <c:v>1232</c:v>
                </c:pt>
                <c:pt idx="1232">
                  <c:v>1233</c:v>
                </c:pt>
                <c:pt idx="1233">
                  <c:v>1234</c:v>
                </c:pt>
                <c:pt idx="1234">
                  <c:v>1235</c:v>
                </c:pt>
                <c:pt idx="1235">
                  <c:v>1236</c:v>
                </c:pt>
                <c:pt idx="1236">
                  <c:v>1237</c:v>
                </c:pt>
                <c:pt idx="1237">
                  <c:v>1238</c:v>
                </c:pt>
                <c:pt idx="1238">
                  <c:v>1239</c:v>
                </c:pt>
                <c:pt idx="1239">
                  <c:v>1240</c:v>
                </c:pt>
                <c:pt idx="1240">
                  <c:v>1241</c:v>
                </c:pt>
                <c:pt idx="1241">
                  <c:v>1242</c:v>
                </c:pt>
                <c:pt idx="1242">
                  <c:v>1243</c:v>
                </c:pt>
                <c:pt idx="1243">
                  <c:v>1244</c:v>
                </c:pt>
                <c:pt idx="1244">
                  <c:v>1245</c:v>
                </c:pt>
                <c:pt idx="1245">
                  <c:v>1246</c:v>
                </c:pt>
                <c:pt idx="1246">
                  <c:v>1247</c:v>
                </c:pt>
                <c:pt idx="1247">
                  <c:v>1248</c:v>
                </c:pt>
                <c:pt idx="1248">
                  <c:v>1249</c:v>
                </c:pt>
                <c:pt idx="1249">
                  <c:v>1250</c:v>
                </c:pt>
                <c:pt idx="1250">
                  <c:v>1251</c:v>
                </c:pt>
                <c:pt idx="1251">
                  <c:v>1252</c:v>
                </c:pt>
                <c:pt idx="1252">
                  <c:v>1253</c:v>
                </c:pt>
                <c:pt idx="1253">
                  <c:v>1254</c:v>
                </c:pt>
                <c:pt idx="1254">
                  <c:v>1255</c:v>
                </c:pt>
                <c:pt idx="1255">
                  <c:v>1256</c:v>
                </c:pt>
                <c:pt idx="1256">
                  <c:v>1257</c:v>
                </c:pt>
                <c:pt idx="1257">
                  <c:v>1258</c:v>
                </c:pt>
                <c:pt idx="1258">
                  <c:v>1259</c:v>
                </c:pt>
                <c:pt idx="1259">
                  <c:v>1260</c:v>
                </c:pt>
                <c:pt idx="1260">
                  <c:v>1261</c:v>
                </c:pt>
                <c:pt idx="1261">
                  <c:v>1262</c:v>
                </c:pt>
                <c:pt idx="1262">
                  <c:v>1263</c:v>
                </c:pt>
                <c:pt idx="1263">
                  <c:v>1264</c:v>
                </c:pt>
                <c:pt idx="1264">
                  <c:v>1265</c:v>
                </c:pt>
                <c:pt idx="1265">
                  <c:v>1266</c:v>
                </c:pt>
                <c:pt idx="1266">
                  <c:v>1267</c:v>
                </c:pt>
                <c:pt idx="1267">
                  <c:v>1268</c:v>
                </c:pt>
                <c:pt idx="1268">
                  <c:v>1269</c:v>
                </c:pt>
                <c:pt idx="1269">
                  <c:v>1270</c:v>
                </c:pt>
                <c:pt idx="1270">
                  <c:v>1271</c:v>
                </c:pt>
                <c:pt idx="1271">
                  <c:v>1272</c:v>
                </c:pt>
                <c:pt idx="1272">
                  <c:v>1273</c:v>
                </c:pt>
                <c:pt idx="1273">
                  <c:v>1274</c:v>
                </c:pt>
                <c:pt idx="1274">
                  <c:v>1275</c:v>
                </c:pt>
                <c:pt idx="1275">
                  <c:v>1276</c:v>
                </c:pt>
                <c:pt idx="1276">
                  <c:v>1277</c:v>
                </c:pt>
                <c:pt idx="1277">
                  <c:v>1278</c:v>
                </c:pt>
                <c:pt idx="1278">
                  <c:v>1279</c:v>
                </c:pt>
                <c:pt idx="1279">
                  <c:v>1280</c:v>
                </c:pt>
                <c:pt idx="1280">
                  <c:v>1281</c:v>
                </c:pt>
                <c:pt idx="1281">
                  <c:v>1282</c:v>
                </c:pt>
                <c:pt idx="1282">
                  <c:v>1283</c:v>
                </c:pt>
                <c:pt idx="1283">
                  <c:v>1284</c:v>
                </c:pt>
                <c:pt idx="1284">
                  <c:v>1285</c:v>
                </c:pt>
                <c:pt idx="1285">
                  <c:v>1286</c:v>
                </c:pt>
                <c:pt idx="1286">
                  <c:v>1287</c:v>
                </c:pt>
                <c:pt idx="1287">
                  <c:v>1288</c:v>
                </c:pt>
                <c:pt idx="1288">
                  <c:v>1289</c:v>
                </c:pt>
                <c:pt idx="1289">
                  <c:v>1290</c:v>
                </c:pt>
                <c:pt idx="1290">
                  <c:v>1291</c:v>
                </c:pt>
                <c:pt idx="1291">
                  <c:v>1292</c:v>
                </c:pt>
                <c:pt idx="1292">
                  <c:v>1293</c:v>
                </c:pt>
                <c:pt idx="1293">
                  <c:v>1294</c:v>
                </c:pt>
                <c:pt idx="1294">
                  <c:v>1295</c:v>
                </c:pt>
                <c:pt idx="1295">
                  <c:v>1296</c:v>
                </c:pt>
                <c:pt idx="1296">
                  <c:v>1297</c:v>
                </c:pt>
                <c:pt idx="1297">
                  <c:v>1298</c:v>
                </c:pt>
                <c:pt idx="1298">
                  <c:v>1299</c:v>
                </c:pt>
                <c:pt idx="1299">
                  <c:v>1300</c:v>
                </c:pt>
                <c:pt idx="1300">
                  <c:v>1301</c:v>
                </c:pt>
                <c:pt idx="1301">
                  <c:v>1302</c:v>
                </c:pt>
                <c:pt idx="1302">
                  <c:v>1303</c:v>
                </c:pt>
                <c:pt idx="1303">
                  <c:v>1304</c:v>
                </c:pt>
                <c:pt idx="1304">
                  <c:v>1305</c:v>
                </c:pt>
                <c:pt idx="1305">
                  <c:v>1306</c:v>
                </c:pt>
                <c:pt idx="1306">
                  <c:v>1307</c:v>
                </c:pt>
                <c:pt idx="1307">
                  <c:v>1308</c:v>
                </c:pt>
                <c:pt idx="1308">
                  <c:v>1309</c:v>
                </c:pt>
                <c:pt idx="1309">
                  <c:v>1310</c:v>
                </c:pt>
                <c:pt idx="1310">
                  <c:v>1311</c:v>
                </c:pt>
                <c:pt idx="1311">
                  <c:v>1312</c:v>
                </c:pt>
                <c:pt idx="1312">
                  <c:v>1313</c:v>
                </c:pt>
                <c:pt idx="1313">
                  <c:v>1314</c:v>
                </c:pt>
                <c:pt idx="1314">
                  <c:v>1315</c:v>
                </c:pt>
                <c:pt idx="1315">
                  <c:v>1316</c:v>
                </c:pt>
                <c:pt idx="1316">
                  <c:v>1317</c:v>
                </c:pt>
                <c:pt idx="1317">
                  <c:v>1318</c:v>
                </c:pt>
                <c:pt idx="1318">
                  <c:v>1319</c:v>
                </c:pt>
                <c:pt idx="1319">
                  <c:v>1320</c:v>
                </c:pt>
                <c:pt idx="1320">
                  <c:v>1321</c:v>
                </c:pt>
                <c:pt idx="1321">
                  <c:v>1322</c:v>
                </c:pt>
                <c:pt idx="1322">
                  <c:v>1323</c:v>
                </c:pt>
                <c:pt idx="1323">
                  <c:v>1324</c:v>
                </c:pt>
                <c:pt idx="1324">
                  <c:v>1325</c:v>
                </c:pt>
                <c:pt idx="1325">
                  <c:v>1326</c:v>
                </c:pt>
                <c:pt idx="1326">
                  <c:v>1327</c:v>
                </c:pt>
                <c:pt idx="1327">
                  <c:v>1328</c:v>
                </c:pt>
                <c:pt idx="1328">
                  <c:v>1329</c:v>
                </c:pt>
                <c:pt idx="1329">
                  <c:v>1330</c:v>
                </c:pt>
                <c:pt idx="1330">
                  <c:v>1331</c:v>
                </c:pt>
                <c:pt idx="1331">
                  <c:v>1332</c:v>
                </c:pt>
                <c:pt idx="1332">
                  <c:v>1333</c:v>
                </c:pt>
                <c:pt idx="1333">
                  <c:v>1334</c:v>
                </c:pt>
                <c:pt idx="1334">
                  <c:v>1335</c:v>
                </c:pt>
                <c:pt idx="1335">
                  <c:v>1336</c:v>
                </c:pt>
                <c:pt idx="1336">
                  <c:v>1337</c:v>
                </c:pt>
                <c:pt idx="1337">
                  <c:v>1338</c:v>
                </c:pt>
                <c:pt idx="1338">
                  <c:v>1339</c:v>
                </c:pt>
                <c:pt idx="1339">
                  <c:v>1340</c:v>
                </c:pt>
                <c:pt idx="1340">
                  <c:v>1341</c:v>
                </c:pt>
                <c:pt idx="1341">
                  <c:v>1342</c:v>
                </c:pt>
                <c:pt idx="1342">
                  <c:v>1343</c:v>
                </c:pt>
                <c:pt idx="1343">
                  <c:v>1344</c:v>
                </c:pt>
                <c:pt idx="1344">
                  <c:v>1345</c:v>
                </c:pt>
                <c:pt idx="1345">
                  <c:v>1346</c:v>
                </c:pt>
                <c:pt idx="1346">
                  <c:v>1347</c:v>
                </c:pt>
                <c:pt idx="1347">
                  <c:v>1348</c:v>
                </c:pt>
                <c:pt idx="1348">
                  <c:v>1349</c:v>
                </c:pt>
                <c:pt idx="1349">
                  <c:v>1350</c:v>
                </c:pt>
                <c:pt idx="1350">
                  <c:v>1351</c:v>
                </c:pt>
                <c:pt idx="1351">
                  <c:v>1352</c:v>
                </c:pt>
                <c:pt idx="1352">
                  <c:v>1353</c:v>
                </c:pt>
                <c:pt idx="1353">
                  <c:v>1354</c:v>
                </c:pt>
                <c:pt idx="1354">
                  <c:v>1355</c:v>
                </c:pt>
                <c:pt idx="1355">
                  <c:v>1356</c:v>
                </c:pt>
                <c:pt idx="1356">
                  <c:v>1357</c:v>
                </c:pt>
                <c:pt idx="1357">
                  <c:v>1358</c:v>
                </c:pt>
                <c:pt idx="1358">
                  <c:v>1359</c:v>
                </c:pt>
                <c:pt idx="1359">
                  <c:v>1360</c:v>
                </c:pt>
                <c:pt idx="1360">
                  <c:v>1361</c:v>
                </c:pt>
                <c:pt idx="1361">
                  <c:v>1362</c:v>
                </c:pt>
                <c:pt idx="1362">
                  <c:v>1363</c:v>
                </c:pt>
                <c:pt idx="1363">
                  <c:v>1364</c:v>
                </c:pt>
                <c:pt idx="1364">
                  <c:v>1365</c:v>
                </c:pt>
                <c:pt idx="1365">
                  <c:v>1366</c:v>
                </c:pt>
                <c:pt idx="1366">
                  <c:v>1367</c:v>
                </c:pt>
                <c:pt idx="1367">
                  <c:v>1368</c:v>
                </c:pt>
                <c:pt idx="1368">
                  <c:v>1369</c:v>
                </c:pt>
                <c:pt idx="1369">
                  <c:v>1370</c:v>
                </c:pt>
                <c:pt idx="1370">
                  <c:v>1371</c:v>
                </c:pt>
                <c:pt idx="1371">
                  <c:v>1372</c:v>
                </c:pt>
                <c:pt idx="1372">
                  <c:v>1373</c:v>
                </c:pt>
                <c:pt idx="1373">
                  <c:v>1374</c:v>
                </c:pt>
                <c:pt idx="1374">
                  <c:v>1375</c:v>
                </c:pt>
                <c:pt idx="1375">
                  <c:v>1376</c:v>
                </c:pt>
                <c:pt idx="1376">
                  <c:v>1377</c:v>
                </c:pt>
                <c:pt idx="1377">
                  <c:v>1378</c:v>
                </c:pt>
                <c:pt idx="1378">
                  <c:v>1379</c:v>
                </c:pt>
                <c:pt idx="1379">
                  <c:v>1380</c:v>
                </c:pt>
                <c:pt idx="1380">
                  <c:v>1381</c:v>
                </c:pt>
                <c:pt idx="1381">
                  <c:v>1382</c:v>
                </c:pt>
                <c:pt idx="1382">
                  <c:v>1383</c:v>
                </c:pt>
                <c:pt idx="1383">
                  <c:v>1384</c:v>
                </c:pt>
                <c:pt idx="1384">
                  <c:v>1385</c:v>
                </c:pt>
                <c:pt idx="1385">
                  <c:v>1386</c:v>
                </c:pt>
                <c:pt idx="1386">
                  <c:v>1387</c:v>
                </c:pt>
                <c:pt idx="1387">
                  <c:v>1388</c:v>
                </c:pt>
                <c:pt idx="1388">
                  <c:v>1389</c:v>
                </c:pt>
                <c:pt idx="1389">
                  <c:v>1390</c:v>
                </c:pt>
                <c:pt idx="1390">
                  <c:v>1391</c:v>
                </c:pt>
                <c:pt idx="1391">
                  <c:v>1392</c:v>
                </c:pt>
                <c:pt idx="1392">
                  <c:v>1393</c:v>
                </c:pt>
                <c:pt idx="1393">
                  <c:v>1394</c:v>
                </c:pt>
                <c:pt idx="1394">
                  <c:v>1395</c:v>
                </c:pt>
                <c:pt idx="1395">
                  <c:v>1396</c:v>
                </c:pt>
                <c:pt idx="1396">
                  <c:v>1397</c:v>
                </c:pt>
                <c:pt idx="1397">
                  <c:v>1398</c:v>
                </c:pt>
                <c:pt idx="1398">
                  <c:v>1399</c:v>
                </c:pt>
                <c:pt idx="1399">
                  <c:v>1400</c:v>
                </c:pt>
                <c:pt idx="1400">
                  <c:v>1401</c:v>
                </c:pt>
                <c:pt idx="1401">
                  <c:v>1402</c:v>
                </c:pt>
                <c:pt idx="1402">
                  <c:v>1403</c:v>
                </c:pt>
                <c:pt idx="1403">
                  <c:v>1404</c:v>
                </c:pt>
                <c:pt idx="1404">
                  <c:v>1405</c:v>
                </c:pt>
                <c:pt idx="1405">
                  <c:v>1406</c:v>
                </c:pt>
                <c:pt idx="1406">
                  <c:v>1407</c:v>
                </c:pt>
                <c:pt idx="1407">
                  <c:v>1408</c:v>
                </c:pt>
                <c:pt idx="1408">
                  <c:v>1409</c:v>
                </c:pt>
                <c:pt idx="1409">
                  <c:v>1410</c:v>
                </c:pt>
                <c:pt idx="1410">
                  <c:v>1411</c:v>
                </c:pt>
                <c:pt idx="1411">
                  <c:v>1412</c:v>
                </c:pt>
                <c:pt idx="1412">
                  <c:v>1413</c:v>
                </c:pt>
                <c:pt idx="1413">
                  <c:v>1414</c:v>
                </c:pt>
                <c:pt idx="1414">
                  <c:v>1415</c:v>
                </c:pt>
                <c:pt idx="1415">
                  <c:v>1416</c:v>
                </c:pt>
                <c:pt idx="1416">
                  <c:v>1417</c:v>
                </c:pt>
                <c:pt idx="1417">
                  <c:v>1418</c:v>
                </c:pt>
                <c:pt idx="1418">
                  <c:v>1419</c:v>
                </c:pt>
                <c:pt idx="1419">
                  <c:v>1420</c:v>
                </c:pt>
                <c:pt idx="1420">
                  <c:v>1421</c:v>
                </c:pt>
                <c:pt idx="1421">
                  <c:v>1422</c:v>
                </c:pt>
                <c:pt idx="1422">
                  <c:v>1423</c:v>
                </c:pt>
                <c:pt idx="1423">
                  <c:v>1424</c:v>
                </c:pt>
                <c:pt idx="1424">
                  <c:v>1425</c:v>
                </c:pt>
                <c:pt idx="1425">
                  <c:v>1426</c:v>
                </c:pt>
                <c:pt idx="1426">
                  <c:v>1427</c:v>
                </c:pt>
                <c:pt idx="1427">
                  <c:v>1428</c:v>
                </c:pt>
                <c:pt idx="1428">
                  <c:v>1429</c:v>
                </c:pt>
                <c:pt idx="1429">
                  <c:v>1430</c:v>
                </c:pt>
                <c:pt idx="1430">
                  <c:v>1431</c:v>
                </c:pt>
                <c:pt idx="1431">
                  <c:v>1432</c:v>
                </c:pt>
                <c:pt idx="1432">
                  <c:v>1433</c:v>
                </c:pt>
                <c:pt idx="1433">
                  <c:v>1434</c:v>
                </c:pt>
                <c:pt idx="1434">
                  <c:v>1435</c:v>
                </c:pt>
                <c:pt idx="1435">
                  <c:v>1436</c:v>
                </c:pt>
                <c:pt idx="1436">
                  <c:v>1437</c:v>
                </c:pt>
                <c:pt idx="1437">
                  <c:v>1438</c:v>
                </c:pt>
                <c:pt idx="1438">
                  <c:v>1439</c:v>
                </c:pt>
                <c:pt idx="1439">
                  <c:v>1440</c:v>
                </c:pt>
                <c:pt idx="1440">
                  <c:v>1441</c:v>
                </c:pt>
                <c:pt idx="1441">
                  <c:v>1442</c:v>
                </c:pt>
                <c:pt idx="1442">
                  <c:v>1443</c:v>
                </c:pt>
                <c:pt idx="1443">
                  <c:v>1444</c:v>
                </c:pt>
                <c:pt idx="1444">
                  <c:v>1445</c:v>
                </c:pt>
                <c:pt idx="1445">
                  <c:v>1446</c:v>
                </c:pt>
                <c:pt idx="1446">
                  <c:v>1447</c:v>
                </c:pt>
                <c:pt idx="1447">
                  <c:v>1448</c:v>
                </c:pt>
                <c:pt idx="1448">
                  <c:v>1449</c:v>
                </c:pt>
                <c:pt idx="1449">
                  <c:v>1450</c:v>
                </c:pt>
                <c:pt idx="1450">
                  <c:v>1451</c:v>
                </c:pt>
                <c:pt idx="1451">
                  <c:v>1452</c:v>
                </c:pt>
                <c:pt idx="1452">
                  <c:v>1453</c:v>
                </c:pt>
                <c:pt idx="1453">
                  <c:v>1454</c:v>
                </c:pt>
                <c:pt idx="1454">
                  <c:v>1455</c:v>
                </c:pt>
                <c:pt idx="1455">
                  <c:v>1456</c:v>
                </c:pt>
                <c:pt idx="1456">
                  <c:v>1457</c:v>
                </c:pt>
                <c:pt idx="1457">
                  <c:v>1458</c:v>
                </c:pt>
                <c:pt idx="1458">
                  <c:v>1459</c:v>
                </c:pt>
                <c:pt idx="1459">
                  <c:v>1460</c:v>
                </c:pt>
                <c:pt idx="1460">
                  <c:v>1461</c:v>
                </c:pt>
                <c:pt idx="1461">
                  <c:v>1462</c:v>
                </c:pt>
                <c:pt idx="1462">
                  <c:v>1463</c:v>
                </c:pt>
                <c:pt idx="1463">
                  <c:v>1464</c:v>
                </c:pt>
                <c:pt idx="1464">
                  <c:v>1465</c:v>
                </c:pt>
                <c:pt idx="1465">
                  <c:v>1466</c:v>
                </c:pt>
                <c:pt idx="1466">
                  <c:v>1467</c:v>
                </c:pt>
                <c:pt idx="1467">
                  <c:v>1468</c:v>
                </c:pt>
                <c:pt idx="1468">
                  <c:v>1469</c:v>
                </c:pt>
                <c:pt idx="1469">
                  <c:v>1470</c:v>
                </c:pt>
                <c:pt idx="1470">
                  <c:v>1471</c:v>
                </c:pt>
                <c:pt idx="1471">
                  <c:v>1472</c:v>
                </c:pt>
                <c:pt idx="1472">
                  <c:v>1473</c:v>
                </c:pt>
                <c:pt idx="1473">
                  <c:v>1474</c:v>
                </c:pt>
                <c:pt idx="1474">
                  <c:v>1475</c:v>
                </c:pt>
                <c:pt idx="1475">
                  <c:v>1476</c:v>
                </c:pt>
                <c:pt idx="1476">
                  <c:v>1477</c:v>
                </c:pt>
                <c:pt idx="1477">
                  <c:v>1478</c:v>
                </c:pt>
                <c:pt idx="1478">
                  <c:v>1479</c:v>
                </c:pt>
                <c:pt idx="1479">
                  <c:v>1480</c:v>
                </c:pt>
                <c:pt idx="1480">
                  <c:v>1481</c:v>
                </c:pt>
                <c:pt idx="1481">
                  <c:v>1482</c:v>
                </c:pt>
                <c:pt idx="1482">
                  <c:v>1483</c:v>
                </c:pt>
                <c:pt idx="1483">
                  <c:v>1484</c:v>
                </c:pt>
                <c:pt idx="1484">
                  <c:v>1485</c:v>
                </c:pt>
                <c:pt idx="1485">
                  <c:v>1486</c:v>
                </c:pt>
                <c:pt idx="1486">
                  <c:v>1487</c:v>
                </c:pt>
                <c:pt idx="1487">
                  <c:v>1488</c:v>
                </c:pt>
                <c:pt idx="1488">
                  <c:v>1489</c:v>
                </c:pt>
                <c:pt idx="1489">
                  <c:v>1490</c:v>
                </c:pt>
                <c:pt idx="1490">
                  <c:v>1491</c:v>
                </c:pt>
                <c:pt idx="1491">
                  <c:v>1492</c:v>
                </c:pt>
                <c:pt idx="1492">
                  <c:v>1493</c:v>
                </c:pt>
                <c:pt idx="1493">
                  <c:v>1494</c:v>
                </c:pt>
                <c:pt idx="1494">
                  <c:v>1495</c:v>
                </c:pt>
                <c:pt idx="1495">
                  <c:v>1496</c:v>
                </c:pt>
                <c:pt idx="1496">
                  <c:v>1497</c:v>
                </c:pt>
                <c:pt idx="1497">
                  <c:v>1498</c:v>
                </c:pt>
                <c:pt idx="1498">
                  <c:v>1499</c:v>
                </c:pt>
                <c:pt idx="1499">
                  <c:v>1500</c:v>
                </c:pt>
                <c:pt idx="1500">
                  <c:v>1501</c:v>
                </c:pt>
                <c:pt idx="1501">
                  <c:v>1502</c:v>
                </c:pt>
                <c:pt idx="1502">
                  <c:v>1503</c:v>
                </c:pt>
                <c:pt idx="1503">
                  <c:v>1504</c:v>
                </c:pt>
                <c:pt idx="1504">
                  <c:v>1505</c:v>
                </c:pt>
                <c:pt idx="1505">
                  <c:v>1506</c:v>
                </c:pt>
                <c:pt idx="1506">
                  <c:v>1507</c:v>
                </c:pt>
                <c:pt idx="1507">
                  <c:v>1508</c:v>
                </c:pt>
                <c:pt idx="1508">
                  <c:v>1509</c:v>
                </c:pt>
                <c:pt idx="1509">
                  <c:v>1510</c:v>
                </c:pt>
                <c:pt idx="1510">
                  <c:v>1511</c:v>
                </c:pt>
                <c:pt idx="1511">
                  <c:v>1512</c:v>
                </c:pt>
                <c:pt idx="1512">
                  <c:v>1513</c:v>
                </c:pt>
                <c:pt idx="1513">
                  <c:v>1514</c:v>
                </c:pt>
                <c:pt idx="1514">
                  <c:v>1515</c:v>
                </c:pt>
                <c:pt idx="1515">
                  <c:v>1516</c:v>
                </c:pt>
                <c:pt idx="1516">
                  <c:v>1517</c:v>
                </c:pt>
                <c:pt idx="1517">
                  <c:v>1518</c:v>
                </c:pt>
                <c:pt idx="1518">
                  <c:v>1519</c:v>
                </c:pt>
                <c:pt idx="1519">
                  <c:v>1520</c:v>
                </c:pt>
                <c:pt idx="1520">
                  <c:v>1521</c:v>
                </c:pt>
                <c:pt idx="1521">
                  <c:v>1522</c:v>
                </c:pt>
                <c:pt idx="1522">
                  <c:v>1523</c:v>
                </c:pt>
                <c:pt idx="1523">
                  <c:v>1524</c:v>
                </c:pt>
                <c:pt idx="1524">
                  <c:v>1525</c:v>
                </c:pt>
                <c:pt idx="1525">
                  <c:v>1526</c:v>
                </c:pt>
                <c:pt idx="1526">
                  <c:v>1527</c:v>
                </c:pt>
                <c:pt idx="1527">
                  <c:v>1528</c:v>
                </c:pt>
                <c:pt idx="1528">
                  <c:v>1529</c:v>
                </c:pt>
                <c:pt idx="1529">
                  <c:v>1530</c:v>
                </c:pt>
                <c:pt idx="1530">
                  <c:v>1531</c:v>
                </c:pt>
                <c:pt idx="1531">
                  <c:v>1532</c:v>
                </c:pt>
                <c:pt idx="1532">
                  <c:v>1533</c:v>
                </c:pt>
                <c:pt idx="1533">
                  <c:v>1534</c:v>
                </c:pt>
                <c:pt idx="1534">
                  <c:v>1535</c:v>
                </c:pt>
                <c:pt idx="1535">
                  <c:v>1536</c:v>
                </c:pt>
                <c:pt idx="1536">
                  <c:v>1537</c:v>
                </c:pt>
                <c:pt idx="1537">
                  <c:v>1538</c:v>
                </c:pt>
                <c:pt idx="1538">
                  <c:v>1539</c:v>
                </c:pt>
                <c:pt idx="1539">
                  <c:v>1540</c:v>
                </c:pt>
                <c:pt idx="1540">
                  <c:v>1541</c:v>
                </c:pt>
                <c:pt idx="1541">
                  <c:v>1542</c:v>
                </c:pt>
                <c:pt idx="1542">
                  <c:v>1543</c:v>
                </c:pt>
                <c:pt idx="1543">
                  <c:v>1544</c:v>
                </c:pt>
                <c:pt idx="1544">
                  <c:v>1545</c:v>
                </c:pt>
                <c:pt idx="1545">
                  <c:v>1546</c:v>
                </c:pt>
                <c:pt idx="1546">
                  <c:v>1547</c:v>
                </c:pt>
                <c:pt idx="1547">
                  <c:v>1548</c:v>
                </c:pt>
                <c:pt idx="1548">
                  <c:v>1549</c:v>
                </c:pt>
                <c:pt idx="1549">
                  <c:v>1550</c:v>
                </c:pt>
                <c:pt idx="1550">
                  <c:v>1551</c:v>
                </c:pt>
                <c:pt idx="1551">
                  <c:v>1552</c:v>
                </c:pt>
                <c:pt idx="1552">
                  <c:v>1553</c:v>
                </c:pt>
                <c:pt idx="1553">
                  <c:v>1554</c:v>
                </c:pt>
                <c:pt idx="1554">
                  <c:v>1555</c:v>
                </c:pt>
                <c:pt idx="1555">
                  <c:v>1556</c:v>
                </c:pt>
                <c:pt idx="1556">
                  <c:v>1557</c:v>
                </c:pt>
                <c:pt idx="1557">
                  <c:v>1558</c:v>
                </c:pt>
                <c:pt idx="1558">
                  <c:v>1559</c:v>
                </c:pt>
                <c:pt idx="1559">
                  <c:v>1560</c:v>
                </c:pt>
                <c:pt idx="1560">
                  <c:v>1561</c:v>
                </c:pt>
                <c:pt idx="1561">
                  <c:v>1562</c:v>
                </c:pt>
                <c:pt idx="1562">
                  <c:v>1563</c:v>
                </c:pt>
                <c:pt idx="1563">
                  <c:v>1564</c:v>
                </c:pt>
                <c:pt idx="1564">
                  <c:v>1565</c:v>
                </c:pt>
                <c:pt idx="1565">
                  <c:v>1566</c:v>
                </c:pt>
                <c:pt idx="1566">
                  <c:v>1567</c:v>
                </c:pt>
                <c:pt idx="1567">
                  <c:v>1568</c:v>
                </c:pt>
                <c:pt idx="1568">
                  <c:v>1569</c:v>
                </c:pt>
                <c:pt idx="1569">
                  <c:v>1570</c:v>
                </c:pt>
                <c:pt idx="1570">
                  <c:v>1571</c:v>
                </c:pt>
                <c:pt idx="1571">
                  <c:v>1572</c:v>
                </c:pt>
                <c:pt idx="1572">
                  <c:v>1573</c:v>
                </c:pt>
                <c:pt idx="1573">
                  <c:v>1574</c:v>
                </c:pt>
                <c:pt idx="1574">
                  <c:v>1575</c:v>
                </c:pt>
                <c:pt idx="1575">
                  <c:v>1576</c:v>
                </c:pt>
                <c:pt idx="1576">
                  <c:v>1577</c:v>
                </c:pt>
                <c:pt idx="1577">
                  <c:v>1578</c:v>
                </c:pt>
                <c:pt idx="1578">
                  <c:v>1579</c:v>
                </c:pt>
                <c:pt idx="1579">
                  <c:v>1580</c:v>
                </c:pt>
                <c:pt idx="1580">
                  <c:v>1581</c:v>
                </c:pt>
                <c:pt idx="1581">
                  <c:v>1582</c:v>
                </c:pt>
                <c:pt idx="1582">
                  <c:v>1583</c:v>
                </c:pt>
                <c:pt idx="1583">
                  <c:v>1584</c:v>
                </c:pt>
                <c:pt idx="1584">
                  <c:v>1585</c:v>
                </c:pt>
                <c:pt idx="1585">
                  <c:v>1586</c:v>
                </c:pt>
                <c:pt idx="1586">
                  <c:v>1587</c:v>
                </c:pt>
                <c:pt idx="1587">
                  <c:v>1588</c:v>
                </c:pt>
                <c:pt idx="1588">
                  <c:v>1589</c:v>
                </c:pt>
                <c:pt idx="1589">
                  <c:v>1590</c:v>
                </c:pt>
                <c:pt idx="1590">
                  <c:v>1591</c:v>
                </c:pt>
                <c:pt idx="1591">
                  <c:v>1592</c:v>
                </c:pt>
                <c:pt idx="1592">
                  <c:v>1593</c:v>
                </c:pt>
                <c:pt idx="1593">
                  <c:v>1594</c:v>
                </c:pt>
                <c:pt idx="1594">
                  <c:v>1595</c:v>
                </c:pt>
                <c:pt idx="1595">
                  <c:v>1596</c:v>
                </c:pt>
                <c:pt idx="1596">
                  <c:v>1597</c:v>
                </c:pt>
                <c:pt idx="1597">
                  <c:v>1598</c:v>
                </c:pt>
                <c:pt idx="1598">
                  <c:v>1599</c:v>
                </c:pt>
                <c:pt idx="1599">
                  <c:v>1600</c:v>
                </c:pt>
                <c:pt idx="1600">
                  <c:v>1601</c:v>
                </c:pt>
                <c:pt idx="1601">
                  <c:v>1602</c:v>
                </c:pt>
                <c:pt idx="1602">
                  <c:v>1603</c:v>
                </c:pt>
                <c:pt idx="1603">
                  <c:v>1604</c:v>
                </c:pt>
                <c:pt idx="1604">
                  <c:v>1605</c:v>
                </c:pt>
                <c:pt idx="1605">
                  <c:v>1606</c:v>
                </c:pt>
                <c:pt idx="1606">
                  <c:v>1607</c:v>
                </c:pt>
                <c:pt idx="1607">
                  <c:v>1608</c:v>
                </c:pt>
                <c:pt idx="1608">
                  <c:v>1609</c:v>
                </c:pt>
                <c:pt idx="1609">
                  <c:v>1610</c:v>
                </c:pt>
                <c:pt idx="1610">
                  <c:v>1611</c:v>
                </c:pt>
                <c:pt idx="1611">
                  <c:v>1612</c:v>
                </c:pt>
                <c:pt idx="1612">
                  <c:v>1613</c:v>
                </c:pt>
                <c:pt idx="1613">
                  <c:v>1614</c:v>
                </c:pt>
                <c:pt idx="1614">
                  <c:v>1615</c:v>
                </c:pt>
                <c:pt idx="1615">
                  <c:v>1616</c:v>
                </c:pt>
                <c:pt idx="1616">
                  <c:v>1617</c:v>
                </c:pt>
                <c:pt idx="1617">
                  <c:v>1618</c:v>
                </c:pt>
                <c:pt idx="1618">
                  <c:v>1619</c:v>
                </c:pt>
                <c:pt idx="1619">
                  <c:v>1620</c:v>
                </c:pt>
                <c:pt idx="1620">
                  <c:v>1621</c:v>
                </c:pt>
                <c:pt idx="1621">
                  <c:v>1622</c:v>
                </c:pt>
                <c:pt idx="1622">
                  <c:v>1623</c:v>
                </c:pt>
                <c:pt idx="1623">
                  <c:v>1624</c:v>
                </c:pt>
                <c:pt idx="1624">
                  <c:v>1625</c:v>
                </c:pt>
                <c:pt idx="1625">
                  <c:v>1626</c:v>
                </c:pt>
                <c:pt idx="1626">
                  <c:v>1627</c:v>
                </c:pt>
                <c:pt idx="1627">
                  <c:v>1628</c:v>
                </c:pt>
                <c:pt idx="1628">
                  <c:v>1629</c:v>
                </c:pt>
                <c:pt idx="1629">
                  <c:v>1630</c:v>
                </c:pt>
                <c:pt idx="1630">
                  <c:v>1631</c:v>
                </c:pt>
                <c:pt idx="1631">
                  <c:v>1632</c:v>
                </c:pt>
                <c:pt idx="1632">
                  <c:v>1633</c:v>
                </c:pt>
                <c:pt idx="1633">
                  <c:v>1634</c:v>
                </c:pt>
                <c:pt idx="1634">
                  <c:v>1635</c:v>
                </c:pt>
                <c:pt idx="1635">
                  <c:v>1636</c:v>
                </c:pt>
                <c:pt idx="1636">
                  <c:v>1637</c:v>
                </c:pt>
                <c:pt idx="1637">
                  <c:v>1638</c:v>
                </c:pt>
                <c:pt idx="1638">
                  <c:v>1639</c:v>
                </c:pt>
                <c:pt idx="1639">
                  <c:v>1640</c:v>
                </c:pt>
                <c:pt idx="1640">
                  <c:v>1641</c:v>
                </c:pt>
                <c:pt idx="1641">
                  <c:v>1642</c:v>
                </c:pt>
                <c:pt idx="1642">
                  <c:v>1643</c:v>
                </c:pt>
                <c:pt idx="1643">
                  <c:v>1644</c:v>
                </c:pt>
                <c:pt idx="1644">
                  <c:v>1645</c:v>
                </c:pt>
                <c:pt idx="1645">
                  <c:v>1646</c:v>
                </c:pt>
                <c:pt idx="1646">
                  <c:v>1647</c:v>
                </c:pt>
                <c:pt idx="1647">
                  <c:v>1648</c:v>
                </c:pt>
                <c:pt idx="1648">
                  <c:v>1649</c:v>
                </c:pt>
                <c:pt idx="1649">
                  <c:v>1650</c:v>
                </c:pt>
                <c:pt idx="1650">
                  <c:v>1651</c:v>
                </c:pt>
                <c:pt idx="1651">
                  <c:v>1652</c:v>
                </c:pt>
                <c:pt idx="1652">
                  <c:v>1653</c:v>
                </c:pt>
                <c:pt idx="1653">
                  <c:v>1654</c:v>
                </c:pt>
                <c:pt idx="1654">
                  <c:v>1655</c:v>
                </c:pt>
                <c:pt idx="1655">
                  <c:v>1656</c:v>
                </c:pt>
                <c:pt idx="1656">
                  <c:v>1657</c:v>
                </c:pt>
                <c:pt idx="1657">
                  <c:v>1658</c:v>
                </c:pt>
                <c:pt idx="1658">
                  <c:v>1659</c:v>
                </c:pt>
                <c:pt idx="1659">
                  <c:v>1660</c:v>
                </c:pt>
                <c:pt idx="1660">
                  <c:v>1661</c:v>
                </c:pt>
                <c:pt idx="1661">
                  <c:v>1662</c:v>
                </c:pt>
                <c:pt idx="1662">
                  <c:v>1663</c:v>
                </c:pt>
                <c:pt idx="1663">
                  <c:v>1664</c:v>
                </c:pt>
                <c:pt idx="1664">
                  <c:v>1665</c:v>
                </c:pt>
                <c:pt idx="1665">
                  <c:v>1666</c:v>
                </c:pt>
                <c:pt idx="1666">
                  <c:v>1667</c:v>
                </c:pt>
                <c:pt idx="1667">
                  <c:v>1668</c:v>
                </c:pt>
                <c:pt idx="1668">
                  <c:v>1669</c:v>
                </c:pt>
                <c:pt idx="1669">
                  <c:v>1670</c:v>
                </c:pt>
                <c:pt idx="1670">
                  <c:v>1671</c:v>
                </c:pt>
                <c:pt idx="1671">
                  <c:v>1672</c:v>
                </c:pt>
                <c:pt idx="1672">
                  <c:v>1673</c:v>
                </c:pt>
                <c:pt idx="1673">
                  <c:v>1674</c:v>
                </c:pt>
                <c:pt idx="1674">
                  <c:v>1675</c:v>
                </c:pt>
                <c:pt idx="1675">
                  <c:v>1676</c:v>
                </c:pt>
                <c:pt idx="1676">
                  <c:v>1677</c:v>
                </c:pt>
                <c:pt idx="1677">
                  <c:v>1678</c:v>
                </c:pt>
                <c:pt idx="1678">
                  <c:v>1679</c:v>
                </c:pt>
                <c:pt idx="1679">
                  <c:v>1680</c:v>
                </c:pt>
                <c:pt idx="1680">
                  <c:v>1681</c:v>
                </c:pt>
                <c:pt idx="1681">
                  <c:v>1682</c:v>
                </c:pt>
                <c:pt idx="1682">
                  <c:v>1683</c:v>
                </c:pt>
                <c:pt idx="1683">
                  <c:v>1684</c:v>
                </c:pt>
                <c:pt idx="1684">
                  <c:v>1685</c:v>
                </c:pt>
                <c:pt idx="1685">
                  <c:v>1686</c:v>
                </c:pt>
                <c:pt idx="1686">
                  <c:v>1687</c:v>
                </c:pt>
                <c:pt idx="1687">
                  <c:v>1688</c:v>
                </c:pt>
                <c:pt idx="1688">
                  <c:v>1689</c:v>
                </c:pt>
                <c:pt idx="1689">
                  <c:v>1690</c:v>
                </c:pt>
                <c:pt idx="1690">
                  <c:v>1691</c:v>
                </c:pt>
                <c:pt idx="1691">
                  <c:v>1692</c:v>
                </c:pt>
                <c:pt idx="1692">
                  <c:v>1693</c:v>
                </c:pt>
                <c:pt idx="1693">
                  <c:v>1694</c:v>
                </c:pt>
                <c:pt idx="1694">
                  <c:v>1695</c:v>
                </c:pt>
                <c:pt idx="1695">
                  <c:v>1696</c:v>
                </c:pt>
                <c:pt idx="1696">
                  <c:v>1697</c:v>
                </c:pt>
                <c:pt idx="1697">
                  <c:v>1698</c:v>
                </c:pt>
                <c:pt idx="1698">
                  <c:v>1699</c:v>
                </c:pt>
                <c:pt idx="1699">
                  <c:v>1700</c:v>
                </c:pt>
                <c:pt idx="1700">
                  <c:v>1701</c:v>
                </c:pt>
                <c:pt idx="1701">
                  <c:v>1702</c:v>
                </c:pt>
                <c:pt idx="1702">
                  <c:v>1703</c:v>
                </c:pt>
                <c:pt idx="1703">
                  <c:v>1704</c:v>
                </c:pt>
                <c:pt idx="1704">
                  <c:v>1705</c:v>
                </c:pt>
                <c:pt idx="1705">
                  <c:v>1706</c:v>
                </c:pt>
                <c:pt idx="1706">
                  <c:v>1707</c:v>
                </c:pt>
                <c:pt idx="1707">
                  <c:v>1708</c:v>
                </c:pt>
                <c:pt idx="1708">
                  <c:v>1709</c:v>
                </c:pt>
                <c:pt idx="1709">
                  <c:v>1710</c:v>
                </c:pt>
                <c:pt idx="1710">
                  <c:v>1711</c:v>
                </c:pt>
                <c:pt idx="1711">
                  <c:v>1712</c:v>
                </c:pt>
                <c:pt idx="1712">
                  <c:v>1713</c:v>
                </c:pt>
                <c:pt idx="1713">
                  <c:v>1714</c:v>
                </c:pt>
                <c:pt idx="1714">
                  <c:v>1715</c:v>
                </c:pt>
                <c:pt idx="1715">
                  <c:v>1716</c:v>
                </c:pt>
                <c:pt idx="1716">
                  <c:v>1717</c:v>
                </c:pt>
                <c:pt idx="1717">
                  <c:v>1718</c:v>
                </c:pt>
                <c:pt idx="1718">
                  <c:v>1719</c:v>
                </c:pt>
                <c:pt idx="1719">
                  <c:v>1720</c:v>
                </c:pt>
                <c:pt idx="1720">
                  <c:v>1721</c:v>
                </c:pt>
                <c:pt idx="1721">
                  <c:v>1722</c:v>
                </c:pt>
                <c:pt idx="1722">
                  <c:v>1723</c:v>
                </c:pt>
                <c:pt idx="1723">
                  <c:v>1724</c:v>
                </c:pt>
                <c:pt idx="1724">
                  <c:v>1725</c:v>
                </c:pt>
                <c:pt idx="1725">
                  <c:v>1726</c:v>
                </c:pt>
                <c:pt idx="1726">
                  <c:v>1727</c:v>
                </c:pt>
                <c:pt idx="1727">
                  <c:v>1728</c:v>
                </c:pt>
                <c:pt idx="1728">
                  <c:v>1729</c:v>
                </c:pt>
                <c:pt idx="1729">
                  <c:v>1730</c:v>
                </c:pt>
                <c:pt idx="1730">
                  <c:v>1731</c:v>
                </c:pt>
                <c:pt idx="1731">
                  <c:v>1732</c:v>
                </c:pt>
                <c:pt idx="1732">
                  <c:v>1733</c:v>
                </c:pt>
                <c:pt idx="1733">
                  <c:v>1734</c:v>
                </c:pt>
                <c:pt idx="1734">
                  <c:v>1735</c:v>
                </c:pt>
                <c:pt idx="1735">
                  <c:v>1736</c:v>
                </c:pt>
                <c:pt idx="1736">
                  <c:v>1737</c:v>
                </c:pt>
                <c:pt idx="1737">
                  <c:v>1738</c:v>
                </c:pt>
                <c:pt idx="1738">
                  <c:v>1739</c:v>
                </c:pt>
                <c:pt idx="1739">
                  <c:v>1740</c:v>
                </c:pt>
                <c:pt idx="1740">
                  <c:v>1741</c:v>
                </c:pt>
                <c:pt idx="1741">
                  <c:v>1742</c:v>
                </c:pt>
                <c:pt idx="1742">
                  <c:v>1743</c:v>
                </c:pt>
                <c:pt idx="1743">
                  <c:v>1744</c:v>
                </c:pt>
                <c:pt idx="1744">
                  <c:v>1745</c:v>
                </c:pt>
                <c:pt idx="1745">
                  <c:v>1746</c:v>
                </c:pt>
                <c:pt idx="1746">
                  <c:v>1747</c:v>
                </c:pt>
                <c:pt idx="1747">
                  <c:v>1748</c:v>
                </c:pt>
                <c:pt idx="1748">
                  <c:v>1749</c:v>
                </c:pt>
                <c:pt idx="1749">
                  <c:v>1750</c:v>
                </c:pt>
                <c:pt idx="1750">
                  <c:v>1751</c:v>
                </c:pt>
                <c:pt idx="1751">
                  <c:v>1752</c:v>
                </c:pt>
                <c:pt idx="1752">
                  <c:v>1753</c:v>
                </c:pt>
                <c:pt idx="1753">
                  <c:v>1754</c:v>
                </c:pt>
                <c:pt idx="1754">
                  <c:v>1755</c:v>
                </c:pt>
                <c:pt idx="1755">
                  <c:v>1756</c:v>
                </c:pt>
                <c:pt idx="1756">
                  <c:v>1757</c:v>
                </c:pt>
                <c:pt idx="1757">
                  <c:v>1758</c:v>
                </c:pt>
                <c:pt idx="1758">
                  <c:v>1759</c:v>
                </c:pt>
                <c:pt idx="1759">
                  <c:v>1760</c:v>
                </c:pt>
                <c:pt idx="1760">
                  <c:v>1761</c:v>
                </c:pt>
                <c:pt idx="1761">
                  <c:v>1762</c:v>
                </c:pt>
                <c:pt idx="1762">
                  <c:v>1763</c:v>
                </c:pt>
                <c:pt idx="1763">
                  <c:v>1764</c:v>
                </c:pt>
                <c:pt idx="1764">
                  <c:v>1765</c:v>
                </c:pt>
                <c:pt idx="1765">
                  <c:v>1766</c:v>
                </c:pt>
                <c:pt idx="1766">
                  <c:v>1767</c:v>
                </c:pt>
                <c:pt idx="1767">
                  <c:v>1768</c:v>
                </c:pt>
                <c:pt idx="1768">
                  <c:v>1769</c:v>
                </c:pt>
                <c:pt idx="1769">
                  <c:v>1770</c:v>
                </c:pt>
                <c:pt idx="1770">
                  <c:v>1771</c:v>
                </c:pt>
                <c:pt idx="1771">
                  <c:v>1772</c:v>
                </c:pt>
                <c:pt idx="1772">
                  <c:v>1773</c:v>
                </c:pt>
                <c:pt idx="1773">
                  <c:v>1774</c:v>
                </c:pt>
                <c:pt idx="1774">
                  <c:v>1775</c:v>
                </c:pt>
                <c:pt idx="1775">
                  <c:v>1776</c:v>
                </c:pt>
                <c:pt idx="1776">
                  <c:v>1777</c:v>
                </c:pt>
                <c:pt idx="1777">
                  <c:v>1778</c:v>
                </c:pt>
                <c:pt idx="1778">
                  <c:v>1779</c:v>
                </c:pt>
                <c:pt idx="1779">
                  <c:v>1780</c:v>
                </c:pt>
                <c:pt idx="1780">
                  <c:v>1781</c:v>
                </c:pt>
                <c:pt idx="1781">
                  <c:v>1782</c:v>
                </c:pt>
                <c:pt idx="1782">
                  <c:v>1783</c:v>
                </c:pt>
                <c:pt idx="1783">
                  <c:v>1784</c:v>
                </c:pt>
                <c:pt idx="1784">
                  <c:v>1785</c:v>
                </c:pt>
                <c:pt idx="1785">
                  <c:v>1786</c:v>
                </c:pt>
                <c:pt idx="1786">
                  <c:v>1787</c:v>
                </c:pt>
                <c:pt idx="1787">
                  <c:v>1788</c:v>
                </c:pt>
                <c:pt idx="1788">
                  <c:v>1789</c:v>
                </c:pt>
                <c:pt idx="1789">
                  <c:v>1790</c:v>
                </c:pt>
                <c:pt idx="1790">
                  <c:v>1791</c:v>
                </c:pt>
                <c:pt idx="1791">
                  <c:v>1792</c:v>
                </c:pt>
                <c:pt idx="1792">
                  <c:v>1793</c:v>
                </c:pt>
                <c:pt idx="1793">
                  <c:v>1794</c:v>
                </c:pt>
                <c:pt idx="1794">
                  <c:v>1795</c:v>
                </c:pt>
                <c:pt idx="1795">
                  <c:v>1796</c:v>
                </c:pt>
                <c:pt idx="1796">
                  <c:v>1797</c:v>
                </c:pt>
                <c:pt idx="1797">
                  <c:v>1798</c:v>
                </c:pt>
                <c:pt idx="1798">
                  <c:v>1799</c:v>
                </c:pt>
                <c:pt idx="1799">
                  <c:v>1800</c:v>
                </c:pt>
                <c:pt idx="1800">
                  <c:v>1801</c:v>
                </c:pt>
                <c:pt idx="1801">
                  <c:v>1802</c:v>
                </c:pt>
                <c:pt idx="1802">
                  <c:v>1803</c:v>
                </c:pt>
                <c:pt idx="1803">
                  <c:v>1804</c:v>
                </c:pt>
                <c:pt idx="1804">
                  <c:v>1805</c:v>
                </c:pt>
                <c:pt idx="1805">
                  <c:v>1806</c:v>
                </c:pt>
                <c:pt idx="1806">
                  <c:v>1807</c:v>
                </c:pt>
                <c:pt idx="1807">
                  <c:v>1808</c:v>
                </c:pt>
                <c:pt idx="1808">
                  <c:v>1809</c:v>
                </c:pt>
                <c:pt idx="1809">
                  <c:v>1810</c:v>
                </c:pt>
                <c:pt idx="1810">
                  <c:v>1811</c:v>
                </c:pt>
                <c:pt idx="1811">
                  <c:v>1812</c:v>
                </c:pt>
                <c:pt idx="1812">
                  <c:v>1813</c:v>
                </c:pt>
                <c:pt idx="1813">
                  <c:v>1814</c:v>
                </c:pt>
                <c:pt idx="1814">
                  <c:v>1815</c:v>
                </c:pt>
                <c:pt idx="1815">
                  <c:v>1816</c:v>
                </c:pt>
                <c:pt idx="1816">
                  <c:v>1817</c:v>
                </c:pt>
                <c:pt idx="1817">
                  <c:v>1818</c:v>
                </c:pt>
                <c:pt idx="1818">
                  <c:v>1819</c:v>
                </c:pt>
                <c:pt idx="1819">
                  <c:v>1820</c:v>
                </c:pt>
                <c:pt idx="1820">
                  <c:v>1821</c:v>
                </c:pt>
                <c:pt idx="1821">
                  <c:v>1822</c:v>
                </c:pt>
                <c:pt idx="1822">
                  <c:v>1823</c:v>
                </c:pt>
                <c:pt idx="1823">
                  <c:v>1824</c:v>
                </c:pt>
                <c:pt idx="1824">
                  <c:v>1825</c:v>
                </c:pt>
                <c:pt idx="1825">
                  <c:v>1826</c:v>
                </c:pt>
                <c:pt idx="1826">
                  <c:v>1827</c:v>
                </c:pt>
                <c:pt idx="1827">
                  <c:v>1828</c:v>
                </c:pt>
                <c:pt idx="1828">
                  <c:v>1829</c:v>
                </c:pt>
                <c:pt idx="1829">
                  <c:v>1830</c:v>
                </c:pt>
                <c:pt idx="1830">
                  <c:v>1831</c:v>
                </c:pt>
                <c:pt idx="1831">
                  <c:v>1832</c:v>
                </c:pt>
                <c:pt idx="1832">
                  <c:v>1833</c:v>
                </c:pt>
                <c:pt idx="1833">
                  <c:v>1834</c:v>
                </c:pt>
                <c:pt idx="1834">
                  <c:v>1835</c:v>
                </c:pt>
                <c:pt idx="1835">
                  <c:v>1836</c:v>
                </c:pt>
                <c:pt idx="1836">
                  <c:v>1837</c:v>
                </c:pt>
                <c:pt idx="1837">
                  <c:v>1838</c:v>
                </c:pt>
                <c:pt idx="1838">
                  <c:v>1839</c:v>
                </c:pt>
                <c:pt idx="1839">
                  <c:v>1840</c:v>
                </c:pt>
                <c:pt idx="1840">
                  <c:v>1841</c:v>
                </c:pt>
                <c:pt idx="1841">
                  <c:v>1842</c:v>
                </c:pt>
                <c:pt idx="1842">
                  <c:v>1843</c:v>
                </c:pt>
                <c:pt idx="1843">
                  <c:v>1844</c:v>
                </c:pt>
                <c:pt idx="1844">
                  <c:v>1845</c:v>
                </c:pt>
                <c:pt idx="1845">
                  <c:v>1846</c:v>
                </c:pt>
                <c:pt idx="1846">
                  <c:v>1847</c:v>
                </c:pt>
                <c:pt idx="1847">
                  <c:v>1848</c:v>
                </c:pt>
                <c:pt idx="1848">
                  <c:v>1849</c:v>
                </c:pt>
                <c:pt idx="1849">
                  <c:v>1850</c:v>
                </c:pt>
                <c:pt idx="1850">
                  <c:v>1851</c:v>
                </c:pt>
                <c:pt idx="1851">
                  <c:v>1852</c:v>
                </c:pt>
                <c:pt idx="1852">
                  <c:v>1853</c:v>
                </c:pt>
                <c:pt idx="1853">
                  <c:v>1854</c:v>
                </c:pt>
              </c:numCache>
            </c:numRef>
          </c:xVal>
          <c:yVal>
            <c:numRef>
              <c:f>IonSampleVaccineRL2_FaastBaseCo!$B$1:$B$1854</c:f>
              <c:numCache>
                <c:formatCode>General</c:formatCode>
                <c:ptCount val="1854"/>
                <c:pt idx="0">
                  <c:v>16783</c:v>
                </c:pt>
                <c:pt idx="1">
                  <c:v>16997</c:v>
                </c:pt>
                <c:pt idx="2">
                  <c:v>17113</c:v>
                </c:pt>
                <c:pt idx="3">
                  <c:v>17183</c:v>
                </c:pt>
                <c:pt idx="4">
                  <c:v>17267</c:v>
                </c:pt>
                <c:pt idx="5">
                  <c:v>17398</c:v>
                </c:pt>
                <c:pt idx="6">
                  <c:v>17587</c:v>
                </c:pt>
                <c:pt idx="7">
                  <c:v>17739</c:v>
                </c:pt>
                <c:pt idx="8">
                  <c:v>17874</c:v>
                </c:pt>
                <c:pt idx="9">
                  <c:v>17916</c:v>
                </c:pt>
                <c:pt idx="10">
                  <c:v>17960</c:v>
                </c:pt>
                <c:pt idx="11">
                  <c:v>17993</c:v>
                </c:pt>
                <c:pt idx="12">
                  <c:v>18015</c:v>
                </c:pt>
                <c:pt idx="13">
                  <c:v>18051</c:v>
                </c:pt>
                <c:pt idx="14">
                  <c:v>18085</c:v>
                </c:pt>
                <c:pt idx="15">
                  <c:v>18086</c:v>
                </c:pt>
                <c:pt idx="16">
                  <c:v>18098</c:v>
                </c:pt>
                <c:pt idx="17">
                  <c:v>18107</c:v>
                </c:pt>
                <c:pt idx="18">
                  <c:v>18109</c:v>
                </c:pt>
                <c:pt idx="19">
                  <c:v>18110</c:v>
                </c:pt>
                <c:pt idx="20">
                  <c:v>18122</c:v>
                </c:pt>
                <c:pt idx="21">
                  <c:v>18123</c:v>
                </c:pt>
                <c:pt idx="22">
                  <c:v>18129</c:v>
                </c:pt>
                <c:pt idx="23">
                  <c:v>18195</c:v>
                </c:pt>
                <c:pt idx="24">
                  <c:v>18196</c:v>
                </c:pt>
                <c:pt idx="25">
                  <c:v>18244</c:v>
                </c:pt>
                <c:pt idx="26">
                  <c:v>18246</c:v>
                </c:pt>
                <c:pt idx="27">
                  <c:v>18248</c:v>
                </c:pt>
                <c:pt idx="28">
                  <c:v>18323</c:v>
                </c:pt>
                <c:pt idx="29">
                  <c:v>18374</c:v>
                </c:pt>
                <c:pt idx="30">
                  <c:v>18380</c:v>
                </c:pt>
                <c:pt idx="31">
                  <c:v>18384</c:v>
                </c:pt>
                <c:pt idx="32">
                  <c:v>18385</c:v>
                </c:pt>
                <c:pt idx="33">
                  <c:v>18429</c:v>
                </c:pt>
                <c:pt idx="34">
                  <c:v>18438</c:v>
                </c:pt>
                <c:pt idx="35">
                  <c:v>18577</c:v>
                </c:pt>
                <c:pt idx="36">
                  <c:v>18597</c:v>
                </c:pt>
                <c:pt idx="37">
                  <c:v>18612</c:v>
                </c:pt>
                <c:pt idx="38">
                  <c:v>18665</c:v>
                </c:pt>
                <c:pt idx="39">
                  <c:v>18681</c:v>
                </c:pt>
                <c:pt idx="40">
                  <c:v>18695</c:v>
                </c:pt>
                <c:pt idx="41">
                  <c:v>18695</c:v>
                </c:pt>
                <c:pt idx="42">
                  <c:v>18694</c:v>
                </c:pt>
                <c:pt idx="43">
                  <c:v>18843</c:v>
                </c:pt>
                <c:pt idx="44">
                  <c:v>18882</c:v>
                </c:pt>
                <c:pt idx="45">
                  <c:v>18920</c:v>
                </c:pt>
                <c:pt idx="46">
                  <c:v>19090</c:v>
                </c:pt>
                <c:pt idx="47">
                  <c:v>19134</c:v>
                </c:pt>
                <c:pt idx="48">
                  <c:v>19232</c:v>
                </c:pt>
                <c:pt idx="49">
                  <c:v>19239</c:v>
                </c:pt>
                <c:pt idx="50">
                  <c:v>19251</c:v>
                </c:pt>
                <c:pt idx="51">
                  <c:v>19252</c:v>
                </c:pt>
                <c:pt idx="52">
                  <c:v>19382</c:v>
                </c:pt>
                <c:pt idx="53">
                  <c:v>19425</c:v>
                </c:pt>
                <c:pt idx="54">
                  <c:v>19426</c:v>
                </c:pt>
                <c:pt idx="55">
                  <c:v>19450</c:v>
                </c:pt>
                <c:pt idx="56">
                  <c:v>19489</c:v>
                </c:pt>
                <c:pt idx="57">
                  <c:v>19494</c:v>
                </c:pt>
                <c:pt idx="58">
                  <c:v>19494</c:v>
                </c:pt>
                <c:pt idx="59">
                  <c:v>19678</c:v>
                </c:pt>
                <c:pt idx="60">
                  <c:v>19682</c:v>
                </c:pt>
                <c:pt idx="61">
                  <c:v>19760</c:v>
                </c:pt>
                <c:pt idx="62">
                  <c:v>19779</c:v>
                </c:pt>
                <c:pt idx="63">
                  <c:v>19780</c:v>
                </c:pt>
                <c:pt idx="64">
                  <c:v>20000</c:v>
                </c:pt>
                <c:pt idx="65">
                  <c:v>20023</c:v>
                </c:pt>
                <c:pt idx="66">
                  <c:v>20264</c:v>
                </c:pt>
                <c:pt idx="67">
                  <c:v>20266</c:v>
                </c:pt>
                <c:pt idx="68">
                  <c:v>20372</c:v>
                </c:pt>
                <c:pt idx="69">
                  <c:v>20372</c:v>
                </c:pt>
                <c:pt idx="70">
                  <c:v>20443</c:v>
                </c:pt>
                <c:pt idx="71">
                  <c:v>20467</c:v>
                </c:pt>
                <c:pt idx="72">
                  <c:v>20733</c:v>
                </c:pt>
                <c:pt idx="73">
                  <c:v>20759</c:v>
                </c:pt>
                <c:pt idx="74">
                  <c:v>20777</c:v>
                </c:pt>
                <c:pt idx="75">
                  <c:v>20779</c:v>
                </c:pt>
                <c:pt idx="76">
                  <c:v>20807</c:v>
                </c:pt>
                <c:pt idx="77">
                  <c:v>20805</c:v>
                </c:pt>
                <c:pt idx="78">
                  <c:v>20806</c:v>
                </c:pt>
                <c:pt idx="79">
                  <c:v>20863</c:v>
                </c:pt>
                <c:pt idx="80">
                  <c:v>20874</c:v>
                </c:pt>
                <c:pt idx="81">
                  <c:v>20881</c:v>
                </c:pt>
                <c:pt idx="82">
                  <c:v>20971</c:v>
                </c:pt>
                <c:pt idx="83">
                  <c:v>20974</c:v>
                </c:pt>
                <c:pt idx="84">
                  <c:v>20968</c:v>
                </c:pt>
                <c:pt idx="85">
                  <c:v>20961</c:v>
                </c:pt>
                <c:pt idx="86">
                  <c:v>21129</c:v>
                </c:pt>
                <c:pt idx="87">
                  <c:v>21140</c:v>
                </c:pt>
                <c:pt idx="88">
                  <c:v>21146</c:v>
                </c:pt>
                <c:pt idx="89">
                  <c:v>21154</c:v>
                </c:pt>
                <c:pt idx="90">
                  <c:v>21224</c:v>
                </c:pt>
                <c:pt idx="91">
                  <c:v>21268</c:v>
                </c:pt>
                <c:pt idx="92">
                  <c:v>21316</c:v>
                </c:pt>
                <c:pt idx="93">
                  <c:v>21357</c:v>
                </c:pt>
                <c:pt idx="94">
                  <c:v>21388</c:v>
                </c:pt>
                <c:pt idx="95">
                  <c:v>21437</c:v>
                </c:pt>
                <c:pt idx="96">
                  <c:v>21443</c:v>
                </c:pt>
                <c:pt idx="97">
                  <c:v>21446</c:v>
                </c:pt>
                <c:pt idx="98">
                  <c:v>21496</c:v>
                </c:pt>
                <c:pt idx="99">
                  <c:v>21496</c:v>
                </c:pt>
                <c:pt idx="100">
                  <c:v>21508</c:v>
                </c:pt>
                <c:pt idx="101">
                  <c:v>21522</c:v>
                </c:pt>
                <c:pt idx="102">
                  <c:v>21524</c:v>
                </c:pt>
                <c:pt idx="103">
                  <c:v>21541</c:v>
                </c:pt>
                <c:pt idx="104">
                  <c:v>21809</c:v>
                </c:pt>
                <c:pt idx="105">
                  <c:v>21812</c:v>
                </c:pt>
                <c:pt idx="106">
                  <c:v>21815</c:v>
                </c:pt>
                <c:pt idx="107">
                  <c:v>21850</c:v>
                </c:pt>
                <c:pt idx="108">
                  <c:v>21875</c:v>
                </c:pt>
                <c:pt idx="109">
                  <c:v>21901</c:v>
                </c:pt>
                <c:pt idx="110">
                  <c:v>21909</c:v>
                </c:pt>
                <c:pt idx="111">
                  <c:v>21909</c:v>
                </c:pt>
                <c:pt idx="112">
                  <c:v>21909</c:v>
                </c:pt>
                <c:pt idx="113">
                  <c:v>22125</c:v>
                </c:pt>
                <c:pt idx="114">
                  <c:v>22183</c:v>
                </c:pt>
                <c:pt idx="115">
                  <c:v>22188</c:v>
                </c:pt>
                <c:pt idx="116">
                  <c:v>22235</c:v>
                </c:pt>
                <c:pt idx="117">
                  <c:v>22264</c:v>
                </c:pt>
                <c:pt idx="118">
                  <c:v>22268</c:v>
                </c:pt>
                <c:pt idx="119">
                  <c:v>22372</c:v>
                </c:pt>
                <c:pt idx="120">
                  <c:v>23242</c:v>
                </c:pt>
                <c:pt idx="121">
                  <c:v>23298</c:v>
                </c:pt>
                <c:pt idx="122">
                  <c:v>23437</c:v>
                </c:pt>
                <c:pt idx="123">
                  <c:v>23490</c:v>
                </c:pt>
                <c:pt idx="124">
                  <c:v>23528</c:v>
                </c:pt>
                <c:pt idx="125">
                  <c:v>23538</c:v>
                </c:pt>
                <c:pt idx="126">
                  <c:v>23537</c:v>
                </c:pt>
                <c:pt idx="127">
                  <c:v>23537</c:v>
                </c:pt>
                <c:pt idx="128">
                  <c:v>23967</c:v>
                </c:pt>
                <c:pt idx="129">
                  <c:v>24009</c:v>
                </c:pt>
                <c:pt idx="130">
                  <c:v>24147</c:v>
                </c:pt>
                <c:pt idx="131">
                  <c:v>24164</c:v>
                </c:pt>
                <c:pt idx="132">
                  <c:v>24160</c:v>
                </c:pt>
                <c:pt idx="133">
                  <c:v>24146</c:v>
                </c:pt>
                <c:pt idx="134">
                  <c:v>24546</c:v>
                </c:pt>
                <c:pt idx="135">
                  <c:v>24567</c:v>
                </c:pt>
                <c:pt idx="136">
                  <c:v>24590</c:v>
                </c:pt>
                <c:pt idx="137">
                  <c:v>24635</c:v>
                </c:pt>
                <c:pt idx="138">
                  <c:v>24667</c:v>
                </c:pt>
                <c:pt idx="139">
                  <c:v>24704</c:v>
                </c:pt>
                <c:pt idx="140">
                  <c:v>24717</c:v>
                </c:pt>
                <c:pt idx="141">
                  <c:v>24741</c:v>
                </c:pt>
                <c:pt idx="142">
                  <c:v>24767</c:v>
                </c:pt>
                <c:pt idx="143">
                  <c:v>24773</c:v>
                </c:pt>
                <c:pt idx="144">
                  <c:v>24815</c:v>
                </c:pt>
                <c:pt idx="145">
                  <c:v>25259</c:v>
                </c:pt>
                <c:pt idx="146">
                  <c:v>25352</c:v>
                </c:pt>
                <c:pt idx="147">
                  <c:v>25343</c:v>
                </c:pt>
                <c:pt idx="148">
                  <c:v>25332</c:v>
                </c:pt>
                <c:pt idx="149">
                  <c:v>25541</c:v>
                </c:pt>
                <c:pt idx="150">
                  <c:v>25543</c:v>
                </c:pt>
                <c:pt idx="151">
                  <c:v>25541</c:v>
                </c:pt>
                <c:pt idx="152">
                  <c:v>25851</c:v>
                </c:pt>
                <c:pt idx="153">
                  <c:v>25859</c:v>
                </c:pt>
                <c:pt idx="154">
                  <c:v>26021</c:v>
                </c:pt>
                <c:pt idx="155">
                  <c:v>26062</c:v>
                </c:pt>
                <c:pt idx="156">
                  <c:v>26141</c:v>
                </c:pt>
                <c:pt idx="157">
                  <c:v>26375</c:v>
                </c:pt>
                <c:pt idx="158">
                  <c:v>26414</c:v>
                </c:pt>
                <c:pt idx="159">
                  <c:v>26566</c:v>
                </c:pt>
                <c:pt idx="160">
                  <c:v>26603</c:v>
                </c:pt>
                <c:pt idx="161">
                  <c:v>26613</c:v>
                </c:pt>
                <c:pt idx="162">
                  <c:v>26652</c:v>
                </c:pt>
                <c:pt idx="163">
                  <c:v>26660</c:v>
                </c:pt>
                <c:pt idx="164">
                  <c:v>26660</c:v>
                </c:pt>
                <c:pt idx="165">
                  <c:v>26665</c:v>
                </c:pt>
                <c:pt idx="166">
                  <c:v>26777</c:v>
                </c:pt>
                <c:pt idx="167">
                  <c:v>26794</c:v>
                </c:pt>
                <c:pt idx="168">
                  <c:v>26797</c:v>
                </c:pt>
                <c:pt idx="169">
                  <c:v>26853</c:v>
                </c:pt>
                <c:pt idx="170">
                  <c:v>26857</c:v>
                </c:pt>
                <c:pt idx="171">
                  <c:v>26863</c:v>
                </c:pt>
                <c:pt idx="172">
                  <c:v>26861</c:v>
                </c:pt>
                <c:pt idx="173">
                  <c:v>26849</c:v>
                </c:pt>
                <c:pt idx="174">
                  <c:v>26900</c:v>
                </c:pt>
                <c:pt idx="175">
                  <c:v>26906</c:v>
                </c:pt>
                <c:pt idx="176">
                  <c:v>26909</c:v>
                </c:pt>
                <c:pt idx="177">
                  <c:v>26915</c:v>
                </c:pt>
                <c:pt idx="178">
                  <c:v>26906</c:v>
                </c:pt>
                <c:pt idx="179">
                  <c:v>26919</c:v>
                </c:pt>
                <c:pt idx="180">
                  <c:v>26919</c:v>
                </c:pt>
                <c:pt idx="181">
                  <c:v>26913</c:v>
                </c:pt>
                <c:pt idx="182">
                  <c:v>26849</c:v>
                </c:pt>
                <c:pt idx="183">
                  <c:v>26872</c:v>
                </c:pt>
                <c:pt idx="184">
                  <c:v>26885</c:v>
                </c:pt>
                <c:pt idx="185">
                  <c:v>26886</c:v>
                </c:pt>
                <c:pt idx="186">
                  <c:v>26887</c:v>
                </c:pt>
                <c:pt idx="187">
                  <c:v>26923</c:v>
                </c:pt>
                <c:pt idx="188">
                  <c:v>26920</c:v>
                </c:pt>
                <c:pt idx="189">
                  <c:v>26912</c:v>
                </c:pt>
                <c:pt idx="190">
                  <c:v>26902</c:v>
                </c:pt>
                <c:pt idx="191">
                  <c:v>26903</c:v>
                </c:pt>
                <c:pt idx="192">
                  <c:v>26893</c:v>
                </c:pt>
                <c:pt idx="193">
                  <c:v>26893</c:v>
                </c:pt>
                <c:pt idx="194">
                  <c:v>26844</c:v>
                </c:pt>
                <c:pt idx="195">
                  <c:v>26868</c:v>
                </c:pt>
                <c:pt idx="196">
                  <c:v>26879</c:v>
                </c:pt>
                <c:pt idx="197">
                  <c:v>26888</c:v>
                </c:pt>
                <c:pt idx="198">
                  <c:v>26881</c:v>
                </c:pt>
                <c:pt idx="199">
                  <c:v>26882</c:v>
                </c:pt>
                <c:pt idx="200">
                  <c:v>26871</c:v>
                </c:pt>
                <c:pt idx="201">
                  <c:v>26855</c:v>
                </c:pt>
                <c:pt idx="202">
                  <c:v>26860</c:v>
                </c:pt>
                <c:pt idx="203">
                  <c:v>26860</c:v>
                </c:pt>
                <c:pt idx="204">
                  <c:v>26858</c:v>
                </c:pt>
                <c:pt idx="205">
                  <c:v>26858</c:v>
                </c:pt>
                <c:pt idx="206">
                  <c:v>26836</c:v>
                </c:pt>
                <c:pt idx="207">
                  <c:v>26830</c:v>
                </c:pt>
                <c:pt idx="208">
                  <c:v>26818</c:v>
                </c:pt>
                <c:pt idx="209">
                  <c:v>26811</c:v>
                </c:pt>
                <c:pt idx="210">
                  <c:v>26816</c:v>
                </c:pt>
                <c:pt idx="211">
                  <c:v>26786</c:v>
                </c:pt>
                <c:pt idx="212">
                  <c:v>26783</c:v>
                </c:pt>
                <c:pt idx="213">
                  <c:v>26795</c:v>
                </c:pt>
                <c:pt idx="214">
                  <c:v>26797</c:v>
                </c:pt>
                <c:pt idx="215">
                  <c:v>26788</c:v>
                </c:pt>
                <c:pt idx="216">
                  <c:v>26795</c:v>
                </c:pt>
                <c:pt idx="217">
                  <c:v>26794</c:v>
                </c:pt>
                <c:pt idx="218">
                  <c:v>26819</c:v>
                </c:pt>
                <c:pt idx="219">
                  <c:v>26825</c:v>
                </c:pt>
                <c:pt idx="220">
                  <c:v>26816</c:v>
                </c:pt>
                <c:pt idx="221">
                  <c:v>26769</c:v>
                </c:pt>
                <c:pt idx="222">
                  <c:v>26947</c:v>
                </c:pt>
                <c:pt idx="223">
                  <c:v>26971</c:v>
                </c:pt>
                <c:pt idx="224">
                  <c:v>26977</c:v>
                </c:pt>
                <c:pt idx="225">
                  <c:v>26986</c:v>
                </c:pt>
                <c:pt idx="226">
                  <c:v>26986</c:v>
                </c:pt>
                <c:pt idx="227">
                  <c:v>27022</c:v>
                </c:pt>
                <c:pt idx="228">
                  <c:v>26980</c:v>
                </c:pt>
                <c:pt idx="229">
                  <c:v>27111</c:v>
                </c:pt>
                <c:pt idx="230">
                  <c:v>27323</c:v>
                </c:pt>
                <c:pt idx="231">
                  <c:v>27329</c:v>
                </c:pt>
                <c:pt idx="232">
                  <c:v>27414</c:v>
                </c:pt>
                <c:pt idx="233">
                  <c:v>27427</c:v>
                </c:pt>
                <c:pt idx="234">
                  <c:v>27471</c:v>
                </c:pt>
                <c:pt idx="235">
                  <c:v>27847</c:v>
                </c:pt>
                <c:pt idx="236">
                  <c:v>27853</c:v>
                </c:pt>
                <c:pt idx="237">
                  <c:v>27854</c:v>
                </c:pt>
                <c:pt idx="238">
                  <c:v>27879</c:v>
                </c:pt>
                <c:pt idx="239">
                  <c:v>27896</c:v>
                </c:pt>
                <c:pt idx="240">
                  <c:v>27904</c:v>
                </c:pt>
                <c:pt idx="241">
                  <c:v>27909</c:v>
                </c:pt>
                <c:pt idx="242">
                  <c:v>27908</c:v>
                </c:pt>
                <c:pt idx="243">
                  <c:v>27940</c:v>
                </c:pt>
                <c:pt idx="244">
                  <c:v>27945</c:v>
                </c:pt>
                <c:pt idx="245">
                  <c:v>28004</c:v>
                </c:pt>
                <c:pt idx="246">
                  <c:v>28028</c:v>
                </c:pt>
                <c:pt idx="247">
                  <c:v>28047</c:v>
                </c:pt>
                <c:pt idx="248">
                  <c:v>28083</c:v>
                </c:pt>
                <c:pt idx="249">
                  <c:v>28086</c:v>
                </c:pt>
                <c:pt idx="250">
                  <c:v>28348</c:v>
                </c:pt>
                <c:pt idx="251">
                  <c:v>28341</c:v>
                </c:pt>
                <c:pt idx="252">
                  <c:v>28400</c:v>
                </c:pt>
                <c:pt idx="253">
                  <c:v>28405</c:v>
                </c:pt>
                <c:pt idx="254">
                  <c:v>28617</c:v>
                </c:pt>
                <c:pt idx="255">
                  <c:v>28630</c:v>
                </c:pt>
                <c:pt idx="256">
                  <c:v>28651</c:v>
                </c:pt>
                <c:pt idx="257">
                  <c:v>28656</c:v>
                </c:pt>
                <c:pt idx="258">
                  <c:v>28695</c:v>
                </c:pt>
                <c:pt idx="259">
                  <c:v>28815</c:v>
                </c:pt>
                <c:pt idx="260">
                  <c:v>28821</c:v>
                </c:pt>
                <c:pt idx="261">
                  <c:v>28811</c:v>
                </c:pt>
                <c:pt idx="262">
                  <c:v>28825</c:v>
                </c:pt>
                <c:pt idx="263">
                  <c:v>28972</c:v>
                </c:pt>
                <c:pt idx="264">
                  <c:v>28970</c:v>
                </c:pt>
                <c:pt idx="265">
                  <c:v>28973</c:v>
                </c:pt>
                <c:pt idx="266">
                  <c:v>29012</c:v>
                </c:pt>
                <c:pt idx="267">
                  <c:v>29137</c:v>
                </c:pt>
                <c:pt idx="268">
                  <c:v>29170</c:v>
                </c:pt>
                <c:pt idx="269">
                  <c:v>29205</c:v>
                </c:pt>
                <c:pt idx="270">
                  <c:v>29222</c:v>
                </c:pt>
                <c:pt idx="271">
                  <c:v>29226</c:v>
                </c:pt>
                <c:pt idx="272">
                  <c:v>29282</c:v>
                </c:pt>
                <c:pt idx="273">
                  <c:v>29304</c:v>
                </c:pt>
                <c:pt idx="274">
                  <c:v>29337</c:v>
                </c:pt>
                <c:pt idx="275">
                  <c:v>29328</c:v>
                </c:pt>
                <c:pt idx="276">
                  <c:v>29323</c:v>
                </c:pt>
                <c:pt idx="277">
                  <c:v>29360</c:v>
                </c:pt>
                <c:pt idx="278">
                  <c:v>29344</c:v>
                </c:pt>
                <c:pt idx="279">
                  <c:v>29089</c:v>
                </c:pt>
                <c:pt idx="280">
                  <c:v>29319</c:v>
                </c:pt>
                <c:pt idx="281">
                  <c:v>29383</c:v>
                </c:pt>
                <c:pt idx="282">
                  <c:v>29348</c:v>
                </c:pt>
                <c:pt idx="283">
                  <c:v>29349</c:v>
                </c:pt>
                <c:pt idx="284">
                  <c:v>29353</c:v>
                </c:pt>
                <c:pt idx="285">
                  <c:v>29404</c:v>
                </c:pt>
                <c:pt idx="286">
                  <c:v>29295</c:v>
                </c:pt>
                <c:pt idx="287">
                  <c:v>29390</c:v>
                </c:pt>
                <c:pt idx="288">
                  <c:v>29389</c:v>
                </c:pt>
                <c:pt idx="289">
                  <c:v>29324</c:v>
                </c:pt>
                <c:pt idx="290">
                  <c:v>29527</c:v>
                </c:pt>
                <c:pt idx="291">
                  <c:v>29571</c:v>
                </c:pt>
                <c:pt idx="292">
                  <c:v>29612</c:v>
                </c:pt>
                <c:pt idx="293">
                  <c:v>29621</c:v>
                </c:pt>
                <c:pt idx="294">
                  <c:v>29637</c:v>
                </c:pt>
                <c:pt idx="295">
                  <c:v>29641</c:v>
                </c:pt>
                <c:pt idx="296">
                  <c:v>29687</c:v>
                </c:pt>
                <c:pt idx="297">
                  <c:v>29758</c:v>
                </c:pt>
                <c:pt idx="298">
                  <c:v>29792</c:v>
                </c:pt>
                <c:pt idx="299">
                  <c:v>29930</c:v>
                </c:pt>
                <c:pt idx="300">
                  <c:v>29953</c:v>
                </c:pt>
                <c:pt idx="301">
                  <c:v>29954</c:v>
                </c:pt>
                <c:pt idx="302">
                  <c:v>29959</c:v>
                </c:pt>
                <c:pt idx="303">
                  <c:v>30013</c:v>
                </c:pt>
                <c:pt idx="304">
                  <c:v>30244</c:v>
                </c:pt>
                <c:pt idx="305">
                  <c:v>30232</c:v>
                </c:pt>
                <c:pt idx="306">
                  <c:v>30284</c:v>
                </c:pt>
                <c:pt idx="307">
                  <c:v>30290</c:v>
                </c:pt>
                <c:pt idx="308">
                  <c:v>30299</c:v>
                </c:pt>
                <c:pt idx="309">
                  <c:v>30207</c:v>
                </c:pt>
                <c:pt idx="310">
                  <c:v>30071</c:v>
                </c:pt>
                <c:pt idx="311">
                  <c:v>30387</c:v>
                </c:pt>
                <c:pt idx="312">
                  <c:v>30419</c:v>
                </c:pt>
                <c:pt idx="313">
                  <c:v>30376</c:v>
                </c:pt>
                <c:pt idx="314">
                  <c:v>30337</c:v>
                </c:pt>
                <c:pt idx="315">
                  <c:v>30410</c:v>
                </c:pt>
                <c:pt idx="316">
                  <c:v>30348</c:v>
                </c:pt>
                <c:pt idx="317">
                  <c:v>30352</c:v>
                </c:pt>
                <c:pt idx="318">
                  <c:v>30278</c:v>
                </c:pt>
                <c:pt idx="319">
                  <c:v>30254</c:v>
                </c:pt>
                <c:pt idx="320">
                  <c:v>30261</c:v>
                </c:pt>
                <c:pt idx="321">
                  <c:v>30283</c:v>
                </c:pt>
                <c:pt idx="322">
                  <c:v>30291</c:v>
                </c:pt>
                <c:pt idx="323">
                  <c:v>30301</c:v>
                </c:pt>
                <c:pt idx="324">
                  <c:v>30456</c:v>
                </c:pt>
                <c:pt idx="325">
                  <c:v>30407</c:v>
                </c:pt>
                <c:pt idx="326">
                  <c:v>30376</c:v>
                </c:pt>
                <c:pt idx="327">
                  <c:v>30417</c:v>
                </c:pt>
                <c:pt idx="328">
                  <c:v>30594</c:v>
                </c:pt>
                <c:pt idx="329">
                  <c:v>30583</c:v>
                </c:pt>
                <c:pt idx="330">
                  <c:v>30588</c:v>
                </c:pt>
                <c:pt idx="331">
                  <c:v>30633</c:v>
                </c:pt>
                <c:pt idx="332">
                  <c:v>30628</c:v>
                </c:pt>
                <c:pt idx="333">
                  <c:v>30648</c:v>
                </c:pt>
                <c:pt idx="334">
                  <c:v>30733</c:v>
                </c:pt>
                <c:pt idx="335">
                  <c:v>30762</c:v>
                </c:pt>
                <c:pt idx="336">
                  <c:v>30769</c:v>
                </c:pt>
                <c:pt idx="337">
                  <c:v>30785</c:v>
                </c:pt>
                <c:pt idx="338">
                  <c:v>30797</c:v>
                </c:pt>
                <c:pt idx="339">
                  <c:v>30888</c:v>
                </c:pt>
                <c:pt idx="340">
                  <c:v>30899</c:v>
                </c:pt>
                <c:pt idx="341">
                  <c:v>30789</c:v>
                </c:pt>
                <c:pt idx="342">
                  <c:v>30889</c:v>
                </c:pt>
                <c:pt idx="343">
                  <c:v>30895</c:v>
                </c:pt>
                <c:pt idx="344">
                  <c:v>30830</c:v>
                </c:pt>
                <c:pt idx="345">
                  <c:v>30837</c:v>
                </c:pt>
                <c:pt idx="346">
                  <c:v>30902</c:v>
                </c:pt>
                <c:pt idx="347">
                  <c:v>31069</c:v>
                </c:pt>
                <c:pt idx="348">
                  <c:v>31064</c:v>
                </c:pt>
                <c:pt idx="349">
                  <c:v>31068</c:v>
                </c:pt>
                <c:pt idx="350">
                  <c:v>31116</c:v>
                </c:pt>
                <c:pt idx="351">
                  <c:v>31114</c:v>
                </c:pt>
                <c:pt idx="352">
                  <c:v>30919</c:v>
                </c:pt>
                <c:pt idx="353">
                  <c:v>31105</c:v>
                </c:pt>
                <c:pt idx="354">
                  <c:v>31140</c:v>
                </c:pt>
                <c:pt idx="355">
                  <c:v>31159</c:v>
                </c:pt>
                <c:pt idx="356">
                  <c:v>30910</c:v>
                </c:pt>
                <c:pt idx="357">
                  <c:v>30930</c:v>
                </c:pt>
                <c:pt idx="358">
                  <c:v>30941</c:v>
                </c:pt>
                <c:pt idx="359">
                  <c:v>30976</c:v>
                </c:pt>
                <c:pt idx="360">
                  <c:v>30864</c:v>
                </c:pt>
                <c:pt idx="361">
                  <c:v>30784</c:v>
                </c:pt>
                <c:pt idx="362">
                  <c:v>30563</c:v>
                </c:pt>
                <c:pt idx="363">
                  <c:v>30574</c:v>
                </c:pt>
                <c:pt idx="364">
                  <c:v>30479</c:v>
                </c:pt>
                <c:pt idx="365">
                  <c:v>30389</c:v>
                </c:pt>
                <c:pt idx="366">
                  <c:v>30400</c:v>
                </c:pt>
                <c:pt idx="367">
                  <c:v>30278</c:v>
                </c:pt>
                <c:pt idx="368">
                  <c:v>30285</c:v>
                </c:pt>
                <c:pt idx="369">
                  <c:v>30071</c:v>
                </c:pt>
                <c:pt idx="370">
                  <c:v>30012</c:v>
                </c:pt>
                <c:pt idx="371">
                  <c:v>30032</c:v>
                </c:pt>
                <c:pt idx="372">
                  <c:v>30027</c:v>
                </c:pt>
                <c:pt idx="373">
                  <c:v>29779</c:v>
                </c:pt>
                <c:pt idx="374">
                  <c:v>29811</c:v>
                </c:pt>
                <c:pt idx="375">
                  <c:v>29478</c:v>
                </c:pt>
                <c:pt idx="376">
                  <c:v>29442</c:v>
                </c:pt>
                <c:pt idx="377">
                  <c:v>29209</c:v>
                </c:pt>
                <c:pt idx="378">
                  <c:v>29181</c:v>
                </c:pt>
                <c:pt idx="379">
                  <c:v>27615</c:v>
                </c:pt>
                <c:pt idx="380">
                  <c:v>27612</c:v>
                </c:pt>
                <c:pt idx="381">
                  <c:v>27393</c:v>
                </c:pt>
                <c:pt idx="382">
                  <c:v>27399</c:v>
                </c:pt>
                <c:pt idx="383">
                  <c:v>27405</c:v>
                </c:pt>
                <c:pt idx="384">
                  <c:v>27408</c:v>
                </c:pt>
                <c:pt idx="385">
                  <c:v>27417</c:v>
                </c:pt>
                <c:pt idx="386">
                  <c:v>27372</c:v>
                </c:pt>
                <c:pt idx="387">
                  <c:v>27407</c:v>
                </c:pt>
                <c:pt idx="388">
                  <c:v>27416</c:v>
                </c:pt>
                <c:pt idx="389">
                  <c:v>27355</c:v>
                </c:pt>
                <c:pt idx="390">
                  <c:v>27331</c:v>
                </c:pt>
                <c:pt idx="391">
                  <c:v>27200</c:v>
                </c:pt>
                <c:pt idx="392">
                  <c:v>27088</c:v>
                </c:pt>
                <c:pt idx="393">
                  <c:v>27082</c:v>
                </c:pt>
                <c:pt idx="394">
                  <c:v>26810</c:v>
                </c:pt>
                <c:pt idx="395">
                  <c:v>26822</c:v>
                </c:pt>
                <c:pt idx="396">
                  <c:v>26750</c:v>
                </c:pt>
                <c:pt idx="397">
                  <c:v>26554</c:v>
                </c:pt>
                <c:pt idx="398">
                  <c:v>26475</c:v>
                </c:pt>
                <c:pt idx="399">
                  <c:v>26422</c:v>
                </c:pt>
                <c:pt idx="400">
                  <c:v>26447</c:v>
                </c:pt>
                <c:pt idx="401">
                  <c:v>26447</c:v>
                </c:pt>
                <c:pt idx="402">
                  <c:v>26208</c:v>
                </c:pt>
                <c:pt idx="403">
                  <c:v>26212</c:v>
                </c:pt>
                <c:pt idx="404">
                  <c:v>26212</c:v>
                </c:pt>
                <c:pt idx="405">
                  <c:v>26215</c:v>
                </c:pt>
                <c:pt idx="406">
                  <c:v>26212</c:v>
                </c:pt>
                <c:pt idx="407">
                  <c:v>26164</c:v>
                </c:pt>
                <c:pt idx="408">
                  <c:v>26159</c:v>
                </c:pt>
                <c:pt idx="409">
                  <c:v>25345</c:v>
                </c:pt>
                <c:pt idx="410">
                  <c:v>25293</c:v>
                </c:pt>
                <c:pt idx="411">
                  <c:v>25297</c:v>
                </c:pt>
                <c:pt idx="412">
                  <c:v>25305</c:v>
                </c:pt>
                <c:pt idx="413">
                  <c:v>25310</c:v>
                </c:pt>
                <c:pt idx="414">
                  <c:v>25324</c:v>
                </c:pt>
                <c:pt idx="415">
                  <c:v>25332</c:v>
                </c:pt>
                <c:pt idx="416">
                  <c:v>24651</c:v>
                </c:pt>
                <c:pt idx="417">
                  <c:v>24661</c:v>
                </c:pt>
                <c:pt idx="418">
                  <c:v>24321</c:v>
                </c:pt>
                <c:pt idx="419">
                  <c:v>24337</c:v>
                </c:pt>
                <c:pt idx="420">
                  <c:v>24313</c:v>
                </c:pt>
                <c:pt idx="421">
                  <c:v>24308</c:v>
                </c:pt>
                <c:pt idx="422">
                  <c:v>24306</c:v>
                </c:pt>
                <c:pt idx="423">
                  <c:v>24280</c:v>
                </c:pt>
                <c:pt idx="424">
                  <c:v>24208</c:v>
                </c:pt>
                <c:pt idx="425">
                  <c:v>24197</c:v>
                </c:pt>
                <c:pt idx="426">
                  <c:v>24232</c:v>
                </c:pt>
                <c:pt idx="427">
                  <c:v>24232</c:v>
                </c:pt>
                <c:pt idx="428">
                  <c:v>23891</c:v>
                </c:pt>
                <c:pt idx="429">
                  <c:v>23892</c:v>
                </c:pt>
                <c:pt idx="430">
                  <c:v>23634</c:v>
                </c:pt>
                <c:pt idx="431">
                  <c:v>23634</c:v>
                </c:pt>
                <c:pt idx="432">
                  <c:v>23625</c:v>
                </c:pt>
                <c:pt idx="433">
                  <c:v>23650</c:v>
                </c:pt>
                <c:pt idx="434">
                  <c:v>23654</c:v>
                </c:pt>
                <c:pt idx="435">
                  <c:v>23638</c:v>
                </c:pt>
                <c:pt idx="436">
                  <c:v>23623</c:v>
                </c:pt>
                <c:pt idx="437">
                  <c:v>23650</c:v>
                </c:pt>
                <c:pt idx="438">
                  <c:v>23645</c:v>
                </c:pt>
                <c:pt idx="439">
                  <c:v>23661</c:v>
                </c:pt>
                <c:pt idx="440">
                  <c:v>23629</c:v>
                </c:pt>
                <c:pt idx="441">
                  <c:v>23464</c:v>
                </c:pt>
                <c:pt idx="442">
                  <c:v>23646</c:v>
                </c:pt>
                <c:pt idx="443">
                  <c:v>23711</c:v>
                </c:pt>
                <c:pt idx="444">
                  <c:v>23661</c:v>
                </c:pt>
                <c:pt idx="445">
                  <c:v>23510</c:v>
                </c:pt>
                <c:pt idx="446">
                  <c:v>23694</c:v>
                </c:pt>
                <c:pt idx="447">
                  <c:v>23755</c:v>
                </c:pt>
                <c:pt idx="448">
                  <c:v>23760</c:v>
                </c:pt>
                <c:pt idx="449">
                  <c:v>23760</c:v>
                </c:pt>
                <c:pt idx="450">
                  <c:v>23875</c:v>
                </c:pt>
                <c:pt idx="451">
                  <c:v>23897</c:v>
                </c:pt>
                <c:pt idx="452">
                  <c:v>23981</c:v>
                </c:pt>
                <c:pt idx="453">
                  <c:v>23995</c:v>
                </c:pt>
                <c:pt idx="454">
                  <c:v>23989</c:v>
                </c:pt>
                <c:pt idx="455">
                  <c:v>24005</c:v>
                </c:pt>
                <c:pt idx="456">
                  <c:v>23985</c:v>
                </c:pt>
                <c:pt idx="457">
                  <c:v>24009</c:v>
                </c:pt>
                <c:pt idx="458">
                  <c:v>23848</c:v>
                </c:pt>
                <c:pt idx="459">
                  <c:v>23833</c:v>
                </c:pt>
                <c:pt idx="460">
                  <c:v>23827</c:v>
                </c:pt>
                <c:pt idx="461">
                  <c:v>23773</c:v>
                </c:pt>
                <c:pt idx="462">
                  <c:v>23780</c:v>
                </c:pt>
                <c:pt idx="463">
                  <c:v>23764</c:v>
                </c:pt>
                <c:pt idx="464">
                  <c:v>23747</c:v>
                </c:pt>
                <c:pt idx="465">
                  <c:v>23728</c:v>
                </c:pt>
                <c:pt idx="466">
                  <c:v>23703</c:v>
                </c:pt>
                <c:pt idx="467">
                  <c:v>23681</c:v>
                </c:pt>
                <c:pt idx="468">
                  <c:v>23594</c:v>
                </c:pt>
                <c:pt idx="469">
                  <c:v>23558</c:v>
                </c:pt>
                <c:pt idx="470">
                  <c:v>23520</c:v>
                </c:pt>
                <c:pt idx="471">
                  <c:v>23412</c:v>
                </c:pt>
                <c:pt idx="472">
                  <c:v>23364</c:v>
                </c:pt>
                <c:pt idx="473">
                  <c:v>23314</c:v>
                </c:pt>
                <c:pt idx="474">
                  <c:v>22833</c:v>
                </c:pt>
                <c:pt idx="475">
                  <c:v>22950</c:v>
                </c:pt>
                <c:pt idx="476">
                  <c:v>22950</c:v>
                </c:pt>
                <c:pt idx="477">
                  <c:v>22065</c:v>
                </c:pt>
                <c:pt idx="478">
                  <c:v>22257</c:v>
                </c:pt>
                <c:pt idx="479">
                  <c:v>22279</c:v>
                </c:pt>
                <c:pt idx="480">
                  <c:v>22235</c:v>
                </c:pt>
                <c:pt idx="481">
                  <c:v>22191</c:v>
                </c:pt>
                <c:pt idx="482">
                  <c:v>22133</c:v>
                </c:pt>
                <c:pt idx="483">
                  <c:v>22008</c:v>
                </c:pt>
                <c:pt idx="484">
                  <c:v>22085</c:v>
                </c:pt>
                <c:pt idx="485">
                  <c:v>22138</c:v>
                </c:pt>
                <c:pt idx="486">
                  <c:v>22125</c:v>
                </c:pt>
                <c:pt idx="487">
                  <c:v>22086</c:v>
                </c:pt>
                <c:pt idx="488">
                  <c:v>21995</c:v>
                </c:pt>
                <c:pt idx="489">
                  <c:v>21950</c:v>
                </c:pt>
                <c:pt idx="490">
                  <c:v>21914</c:v>
                </c:pt>
                <c:pt idx="491">
                  <c:v>21880</c:v>
                </c:pt>
                <c:pt idx="492">
                  <c:v>21852</c:v>
                </c:pt>
                <c:pt idx="493">
                  <c:v>21825</c:v>
                </c:pt>
                <c:pt idx="494">
                  <c:v>21782</c:v>
                </c:pt>
                <c:pt idx="495">
                  <c:v>21720</c:v>
                </c:pt>
                <c:pt idx="496">
                  <c:v>21574</c:v>
                </c:pt>
                <c:pt idx="497">
                  <c:v>21542</c:v>
                </c:pt>
                <c:pt idx="498">
                  <c:v>21500</c:v>
                </c:pt>
                <c:pt idx="499">
                  <c:v>21509</c:v>
                </c:pt>
                <c:pt idx="500">
                  <c:v>21360</c:v>
                </c:pt>
                <c:pt idx="501">
                  <c:v>21312</c:v>
                </c:pt>
                <c:pt idx="502">
                  <c:v>21290</c:v>
                </c:pt>
                <c:pt idx="503">
                  <c:v>21274</c:v>
                </c:pt>
                <c:pt idx="504">
                  <c:v>21247</c:v>
                </c:pt>
                <c:pt idx="505">
                  <c:v>21198</c:v>
                </c:pt>
                <c:pt idx="506">
                  <c:v>21156</c:v>
                </c:pt>
                <c:pt idx="507">
                  <c:v>21181</c:v>
                </c:pt>
                <c:pt idx="508">
                  <c:v>21141</c:v>
                </c:pt>
                <c:pt idx="509">
                  <c:v>21156</c:v>
                </c:pt>
                <c:pt idx="510">
                  <c:v>21131</c:v>
                </c:pt>
                <c:pt idx="511">
                  <c:v>21155</c:v>
                </c:pt>
                <c:pt idx="512">
                  <c:v>21136</c:v>
                </c:pt>
                <c:pt idx="513">
                  <c:v>21161</c:v>
                </c:pt>
                <c:pt idx="514">
                  <c:v>21131</c:v>
                </c:pt>
                <c:pt idx="515">
                  <c:v>21081</c:v>
                </c:pt>
                <c:pt idx="516">
                  <c:v>21041</c:v>
                </c:pt>
                <c:pt idx="517">
                  <c:v>21005</c:v>
                </c:pt>
                <c:pt idx="518">
                  <c:v>21071</c:v>
                </c:pt>
                <c:pt idx="519">
                  <c:v>21041</c:v>
                </c:pt>
                <c:pt idx="520">
                  <c:v>21027</c:v>
                </c:pt>
                <c:pt idx="521">
                  <c:v>21048</c:v>
                </c:pt>
                <c:pt idx="522">
                  <c:v>21006</c:v>
                </c:pt>
                <c:pt idx="523">
                  <c:v>20983</c:v>
                </c:pt>
                <c:pt idx="524">
                  <c:v>20949</c:v>
                </c:pt>
                <c:pt idx="525">
                  <c:v>20819</c:v>
                </c:pt>
                <c:pt idx="526">
                  <c:v>20758</c:v>
                </c:pt>
                <c:pt idx="527">
                  <c:v>20731</c:v>
                </c:pt>
                <c:pt idx="528">
                  <c:v>20744</c:v>
                </c:pt>
                <c:pt idx="529">
                  <c:v>20767</c:v>
                </c:pt>
                <c:pt idx="530">
                  <c:v>20749</c:v>
                </c:pt>
                <c:pt idx="531">
                  <c:v>20727</c:v>
                </c:pt>
                <c:pt idx="532">
                  <c:v>20671</c:v>
                </c:pt>
                <c:pt idx="533">
                  <c:v>20604</c:v>
                </c:pt>
                <c:pt idx="534">
                  <c:v>20511</c:v>
                </c:pt>
                <c:pt idx="535">
                  <c:v>20472</c:v>
                </c:pt>
                <c:pt idx="536">
                  <c:v>20408</c:v>
                </c:pt>
                <c:pt idx="537">
                  <c:v>20326</c:v>
                </c:pt>
                <c:pt idx="538">
                  <c:v>20277</c:v>
                </c:pt>
                <c:pt idx="539">
                  <c:v>20209</c:v>
                </c:pt>
                <c:pt idx="540">
                  <c:v>20161</c:v>
                </c:pt>
                <c:pt idx="541">
                  <c:v>20130</c:v>
                </c:pt>
                <c:pt idx="542">
                  <c:v>20075</c:v>
                </c:pt>
                <c:pt idx="543">
                  <c:v>19970</c:v>
                </c:pt>
                <c:pt idx="544">
                  <c:v>19963</c:v>
                </c:pt>
                <c:pt idx="545">
                  <c:v>19916</c:v>
                </c:pt>
                <c:pt idx="546">
                  <c:v>19844</c:v>
                </c:pt>
                <c:pt idx="547">
                  <c:v>19776</c:v>
                </c:pt>
                <c:pt idx="548">
                  <c:v>19737</c:v>
                </c:pt>
                <c:pt idx="549">
                  <c:v>19640</c:v>
                </c:pt>
                <c:pt idx="550">
                  <c:v>19590</c:v>
                </c:pt>
                <c:pt idx="551">
                  <c:v>19564</c:v>
                </c:pt>
                <c:pt idx="552">
                  <c:v>19477</c:v>
                </c:pt>
                <c:pt idx="553">
                  <c:v>19452</c:v>
                </c:pt>
                <c:pt idx="554">
                  <c:v>19379</c:v>
                </c:pt>
                <c:pt idx="555">
                  <c:v>19265</c:v>
                </c:pt>
                <c:pt idx="556">
                  <c:v>19145</c:v>
                </c:pt>
                <c:pt idx="557">
                  <c:v>19053</c:v>
                </c:pt>
                <c:pt idx="558">
                  <c:v>18976</c:v>
                </c:pt>
                <c:pt idx="559">
                  <c:v>18956</c:v>
                </c:pt>
                <c:pt idx="560">
                  <c:v>18918</c:v>
                </c:pt>
                <c:pt idx="561">
                  <c:v>18927</c:v>
                </c:pt>
                <c:pt idx="562">
                  <c:v>18906</c:v>
                </c:pt>
                <c:pt idx="563">
                  <c:v>18905</c:v>
                </c:pt>
                <c:pt idx="564">
                  <c:v>18882</c:v>
                </c:pt>
                <c:pt idx="565">
                  <c:v>18803</c:v>
                </c:pt>
                <c:pt idx="566">
                  <c:v>18718</c:v>
                </c:pt>
                <c:pt idx="567">
                  <c:v>18690</c:v>
                </c:pt>
                <c:pt idx="568">
                  <c:v>18760</c:v>
                </c:pt>
                <c:pt idx="569">
                  <c:v>18733</c:v>
                </c:pt>
                <c:pt idx="570">
                  <c:v>18669</c:v>
                </c:pt>
                <c:pt idx="571">
                  <c:v>18589</c:v>
                </c:pt>
                <c:pt idx="572">
                  <c:v>18540</c:v>
                </c:pt>
                <c:pt idx="573">
                  <c:v>18457</c:v>
                </c:pt>
                <c:pt idx="574">
                  <c:v>18418</c:v>
                </c:pt>
                <c:pt idx="575">
                  <c:v>18342</c:v>
                </c:pt>
                <c:pt idx="576">
                  <c:v>18289</c:v>
                </c:pt>
                <c:pt idx="577">
                  <c:v>18249</c:v>
                </c:pt>
                <c:pt idx="578">
                  <c:v>18215</c:v>
                </c:pt>
                <c:pt idx="579">
                  <c:v>18106</c:v>
                </c:pt>
                <c:pt idx="580">
                  <c:v>18068</c:v>
                </c:pt>
                <c:pt idx="581">
                  <c:v>18014</c:v>
                </c:pt>
                <c:pt idx="582">
                  <c:v>17910</c:v>
                </c:pt>
                <c:pt idx="583">
                  <c:v>17837</c:v>
                </c:pt>
                <c:pt idx="584">
                  <c:v>17784</c:v>
                </c:pt>
                <c:pt idx="585">
                  <c:v>17781</c:v>
                </c:pt>
                <c:pt idx="586">
                  <c:v>17798</c:v>
                </c:pt>
                <c:pt idx="587">
                  <c:v>17937</c:v>
                </c:pt>
                <c:pt idx="588">
                  <c:v>17955</c:v>
                </c:pt>
                <c:pt idx="589">
                  <c:v>17890</c:v>
                </c:pt>
                <c:pt idx="590">
                  <c:v>17834</c:v>
                </c:pt>
                <c:pt idx="591">
                  <c:v>17741</c:v>
                </c:pt>
                <c:pt idx="592">
                  <c:v>17692</c:v>
                </c:pt>
                <c:pt idx="593">
                  <c:v>17591</c:v>
                </c:pt>
                <c:pt idx="594">
                  <c:v>17527</c:v>
                </c:pt>
                <c:pt idx="595">
                  <c:v>17401</c:v>
                </c:pt>
                <c:pt idx="596">
                  <c:v>17395</c:v>
                </c:pt>
                <c:pt idx="597">
                  <c:v>17265</c:v>
                </c:pt>
                <c:pt idx="598">
                  <c:v>17177</c:v>
                </c:pt>
                <c:pt idx="599">
                  <c:v>17110</c:v>
                </c:pt>
                <c:pt idx="600">
                  <c:v>17131</c:v>
                </c:pt>
                <c:pt idx="601">
                  <c:v>17153</c:v>
                </c:pt>
                <c:pt idx="602">
                  <c:v>17207</c:v>
                </c:pt>
                <c:pt idx="603">
                  <c:v>17186</c:v>
                </c:pt>
                <c:pt idx="604">
                  <c:v>17147</c:v>
                </c:pt>
                <c:pt idx="605">
                  <c:v>17149</c:v>
                </c:pt>
                <c:pt idx="606">
                  <c:v>17116</c:v>
                </c:pt>
                <c:pt idx="607">
                  <c:v>17099</c:v>
                </c:pt>
                <c:pt idx="608">
                  <c:v>17096</c:v>
                </c:pt>
                <c:pt idx="609">
                  <c:v>17043</c:v>
                </c:pt>
                <c:pt idx="610">
                  <c:v>17003</c:v>
                </c:pt>
                <c:pt idx="611">
                  <c:v>16937</c:v>
                </c:pt>
                <c:pt idx="612">
                  <c:v>17079</c:v>
                </c:pt>
                <c:pt idx="613">
                  <c:v>17030</c:v>
                </c:pt>
                <c:pt idx="614">
                  <c:v>16964</c:v>
                </c:pt>
                <c:pt idx="615">
                  <c:v>16883</c:v>
                </c:pt>
                <c:pt idx="616">
                  <c:v>17006</c:v>
                </c:pt>
                <c:pt idx="617">
                  <c:v>16979</c:v>
                </c:pt>
                <c:pt idx="618">
                  <c:v>17251</c:v>
                </c:pt>
                <c:pt idx="619">
                  <c:v>17261</c:v>
                </c:pt>
                <c:pt idx="620">
                  <c:v>17199</c:v>
                </c:pt>
                <c:pt idx="621">
                  <c:v>17252</c:v>
                </c:pt>
                <c:pt idx="622">
                  <c:v>17252</c:v>
                </c:pt>
                <c:pt idx="623">
                  <c:v>17245</c:v>
                </c:pt>
                <c:pt idx="624">
                  <c:v>17211</c:v>
                </c:pt>
                <c:pt idx="625">
                  <c:v>17204</c:v>
                </c:pt>
                <c:pt idx="626">
                  <c:v>17289</c:v>
                </c:pt>
                <c:pt idx="627">
                  <c:v>17282</c:v>
                </c:pt>
                <c:pt idx="628">
                  <c:v>17288</c:v>
                </c:pt>
                <c:pt idx="629">
                  <c:v>17292</c:v>
                </c:pt>
                <c:pt idx="630">
                  <c:v>17267</c:v>
                </c:pt>
                <c:pt idx="631">
                  <c:v>17258</c:v>
                </c:pt>
                <c:pt idx="632">
                  <c:v>17205</c:v>
                </c:pt>
                <c:pt idx="633">
                  <c:v>17220</c:v>
                </c:pt>
                <c:pt idx="634">
                  <c:v>17206</c:v>
                </c:pt>
                <c:pt idx="635">
                  <c:v>17173</c:v>
                </c:pt>
                <c:pt idx="636">
                  <c:v>17156</c:v>
                </c:pt>
                <c:pt idx="637">
                  <c:v>17114</c:v>
                </c:pt>
                <c:pt idx="638">
                  <c:v>17087</c:v>
                </c:pt>
                <c:pt idx="639">
                  <c:v>16947</c:v>
                </c:pt>
                <c:pt idx="640">
                  <c:v>16869</c:v>
                </c:pt>
                <c:pt idx="641">
                  <c:v>16793</c:v>
                </c:pt>
                <c:pt idx="642">
                  <c:v>16725</c:v>
                </c:pt>
                <c:pt idx="643">
                  <c:v>16668</c:v>
                </c:pt>
                <c:pt idx="644">
                  <c:v>16590</c:v>
                </c:pt>
                <c:pt idx="645">
                  <c:v>16552</c:v>
                </c:pt>
                <c:pt idx="646">
                  <c:v>16463</c:v>
                </c:pt>
                <c:pt idx="647">
                  <c:v>16402</c:v>
                </c:pt>
                <c:pt idx="648">
                  <c:v>16304</c:v>
                </c:pt>
                <c:pt idx="649">
                  <c:v>16305</c:v>
                </c:pt>
                <c:pt idx="650">
                  <c:v>16239</c:v>
                </c:pt>
                <c:pt idx="651">
                  <c:v>16227</c:v>
                </c:pt>
                <c:pt idx="652">
                  <c:v>16177</c:v>
                </c:pt>
                <c:pt idx="653">
                  <c:v>16077</c:v>
                </c:pt>
                <c:pt idx="654">
                  <c:v>15995</c:v>
                </c:pt>
                <c:pt idx="655">
                  <c:v>15917</c:v>
                </c:pt>
                <c:pt idx="656">
                  <c:v>15877</c:v>
                </c:pt>
                <c:pt idx="657">
                  <c:v>15811</c:v>
                </c:pt>
                <c:pt idx="658">
                  <c:v>15817</c:v>
                </c:pt>
                <c:pt idx="659">
                  <c:v>15823</c:v>
                </c:pt>
                <c:pt idx="660">
                  <c:v>15725</c:v>
                </c:pt>
                <c:pt idx="661">
                  <c:v>15655</c:v>
                </c:pt>
                <c:pt idx="662">
                  <c:v>15560</c:v>
                </c:pt>
                <c:pt idx="663">
                  <c:v>15564</c:v>
                </c:pt>
                <c:pt idx="664">
                  <c:v>15548</c:v>
                </c:pt>
                <c:pt idx="665">
                  <c:v>15535</c:v>
                </c:pt>
                <c:pt idx="666">
                  <c:v>15548</c:v>
                </c:pt>
                <c:pt idx="667">
                  <c:v>15797</c:v>
                </c:pt>
                <c:pt idx="668">
                  <c:v>15774</c:v>
                </c:pt>
                <c:pt idx="669">
                  <c:v>15775</c:v>
                </c:pt>
                <c:pt idx="670">
                  <c:v>15754</c:v>
                </c:pt>
                <c:pt idx="671">
                  <c:v>15813</c:v>
                </c:pt>
                <c:pt idx="672">
                  <c:v>15804</c:v>
                </c:pt>
                <c:pt idx="673">
                  <c:v>15786</c:v>
                </c:pt>
                <c:pt idx="674">
                  <c:v>15851</c:v>
                </c:pt>
                <c:pt idx="675">
                  <c:v>15859</c:v>
                </c:pt>
                <c:pt idx="676">
                  <c:v>15845</c:v>
                </c:pt>
                <c:pt idx="677">
                  <c:v>15891</c:v>
                </c:pt>
                <c:pt idx="678">
                  <c:v>15847</c:v>
                </c:pt>
                <c:pt idx="679">
                  <c:v>15838</c:v>
                </c:pt>
                <c:pt idx="680">
                  <c:v>15772</c:v>
                </c:pt>
                <c:pt idx="681">
                  <c:v>15739</c:v>
                </c:pt>
                <c:pt idx="682">
                  <c:v>15715</c:v>
                </c:pt>
                <c:pt idx="683">
                  <c:v>15661</c:v>
                </c:pt>
                <c:pt idx="684">
                  <c:v>15604</c:v>
                </c:pt>
                <c:pt idx="685">
                  <c:v>15577</c:v>
                </c:pt>
                <c:pt idx="686">
                  <c:v>15553</c:v>
                </c:pt>
                <c:pt idx="687">
                  <c:v>15479</c:v>
                </c:pt>
                <c:pt idx="688">
                  <c:v>15452</c:v>
                </c:pt>
                <c:pt idx="689">
                  <c:v>15413</c:v>
                </c:pt>
                <c:pt idx="690">
                  <c:v>15467</c:v>
                </c:pt>
                <c:pt idx="691">
                  <c:v>15427</c:v>
                </c:pt>
                <c:pt idx="692">
                  <c:v>15371</c:v>
                </c:pt>
                <c:pt idx="693">
                  <c:v>15329</c:v>
                </c:pt>
                <c:pt idx="694">
                  <c:v>15352</c:v>
                </c:pt>
                <c:pt idx="695">
                  <c:v>15328</c:v>
                </c:pt>
                <c:pt idx="696">
                  <c:v>15328</c:v>
                </c:pt>
                <c:pt idx="697">
                  <c:v>15318</c:v>
                </c:pt>
                <c:pt idx="698">
                  <c:v>15287</c:v>
                </c:pt>
                <c:pt idx="699">
                  <c:v>15279</c:v>
                </c:pt>
                <c:pt idx="700">
                  <c:v>15231</c:v>
                </c:pt>
                <c:pt idx="701">
                  <c:v>15229</c:v>
                </c:pt>
                <c:pt idx="702">
                  <c:v>15312</c:v>
                </c:pt>
                <c:pt idx="703">
                  <c:v>15266</c:v>
                </c:pt>
                <c:pt idx="704">
                  <c:v>15212</c:v>
                </c:pt>
                <c:pt idx="705">
                  <c:v>15157</c:v>
                </c:pt>
                <c:pt idx="706">
                  <c:v>15142</c:v>
                </c:pt>
                <c:pt idx="707">
                  <c:v>15108</c:v>
                </c:pt>
                <c:pt idx="708">
                  <c:v>15107</c:v>
                </c:pt>
                <c:pt idx="709">
                  <c:v>15129</c:v>
                </c:pt>
                <c:pt idx="710">
                  <c:v>15111</c:v>
                </c:pt>
                <c:pt idx="711">
                  <c:v>15093</c:v>
                </c:pt>
                <c:pt idx="712">
                  <c:v>15151</c:v>
                </c:pt>
                <c:pt idx="713">
                  <c:v>15128</c:v>
                </c:pt>
                <c:pt idx="714">
                  <c:v>15111</c:v>
                </c:pt>
                <c:pt idx="715">
                  <c:v>15135</c:v>
                </c:pt>
                <c:pt idx="716">
                  <c:v>15121</c:v>
                </c:pt>
                <c:pt idx="717">
                  <c:v>15095</c:v>
                </c:pt>
                <c:pt idx="718">
                  <c:v>15156</c:v>
                </c:pt>
                <c:pt idx="719">
                  <c:v>15138</c:v>
                </c:pt>
                <c:pt idx="720">
                  <c:v>15087</c:v>
                </c:pt>
                <c:pt idx="721">
                  <c:v>15052</c:v>
                </c:pt>
                <c:pt idx="722">
                  <c:v>15003</c:v>
                </c:pt>
                <c:pt idx="723">
                  <c:v>15097</c:v>
                </c:pt>
                <c:pt idx="724">
                  <c:v>15079</c:v>
                </c:pt>
                <c:pt idx="725">
                  <c:v>15043</c:v>
                </c:pt>
                <c:pt idx="726">
                  <c:v>15096</c:v>
                </c:pt>
                <c:pt idx="727">
                  <c:v>15084</c:v>
                </c:pt>
                <c:pt idx="728">
                  <c:v>15087</c:v>
                </c:pt>
                <c:pt idx="729">
                  <c:v>15071</c:v>
                </c:pt>
                <c:pt idx="730">
                  <c:v>15046</c:v>
                </c:pt>
                <c:pt idx="731">
                  <c:v>15023</c:v>
                </c:pt>
                <c:pt idx="732">
                  <c:v>15009</c:v>
                </c:pt>
                <c:pt idx="733">
                  <c:v>14992</c:v>
                </c:pt>
                <c:pt idx="734">
                  <c:v>14962</c:v>
                </c:pt>
                <c:pt idx="735">
                  <c:v>14935</c:v>
                </c:pt>
                <c:pt idx="736">
                  <c:v>14762</c:v>
                </c:pt>
                <c:pt idx="737">
                  <c:v>14787</c:v>
                </c:pt>
                <c:pt idx="738">
                  <c:v>14786</c:v>
                </c:pt>
                <c:pt idx="739">
                  <c:v>14795</c:v>
                </c:pt>
                <c:pt idx="740">
                  <c:v>14789</c:v>
                </c:pt>
                <c:pt idx="741">
                  <c:v>14846</c:v>
                </c:pt>
                <c:pt idx="742">
                  <c:v>14889</c:v>
                </c:pt>
                <c:pt idx="743">
                  <c:v>14896</c:v>
                </c:pt>
                <c:pt idx="744">
                  <c:v>14883</c:v>
                </c:pt>
                <c:pt idx="745">
                  <c:v>14847</c:v>
                </c:pt>
                <c:pt idx="746">
                  <c:v>14829</c:v>
                </c:pt>
                <c:pt idx="747">
                  <c:v>14919</c:v>
                </c:pt>
                <c:pt idx="748">
                  <c:v>14892</c:v>
                </c:pt>
                <c:pt idx="749">
                  <c:v>14866</c:v>
                </c:pt>
                <c:pt idx="750">
                  <c:v>14822</c:v>
                </c:pt>
                <c:pt idx="751">
                  <c:v>14769</c:v>
                </c:pt>
                <c:pt idx="752">
                  <c:v>14906</c:v>
                </c:pt>
                <c:pt idx="753">
                  <c:v>14898</c:v>
                </c:pt>
                <c:pt idx="754">
                  <c:v>14943</c:v>
                </c:pt>
                <c:pt idx="755">
                  <c:v>14936</c:v>
                </c:pt>
                <c:pt idx="756">
                  <c:v>14935</c:v>
                </c:pt>
                <c:pt idx="757">
                  <c:v>14931</c:v>
                </c:pt>
                <c:pt idx="758">
                  <c:v>14934</c:v>
                </c:pt>
                <c:pt idx="759">
                  <c:v>14916</c:v>
                </c:pt>
                <c:pt idx="760">
                  <c:v>14895</c:v>
                </c:pt>
                <c:pt idx="761">
                  <c:v>14906</c:v>
                </c:pt>
                <c:pt idx="762">
                  <c:v>14918</c:v>
                </c:pt>
                <c:pt idx="763">
                  <c:v>14893</c:v>
                </c:pt>
                <c:pt idx="764">
                  <c:v>14890</c:v>
                </c:pt>
                <c:pt idx="765">
                  <c:v>14881</c:v>
                </c:pt>
                <c:pt idx="766">
                  <c:v>14873</c:v>
                </c:pt>
                <c:pt idx="767">
                  <c:v>14851</c:v>
                </c:pt>
                <c:pt idx="768">
                  <c:v>14845</c:v>
                </c:pt>
                <c:pt idx="769">
                  <c:v>14857</c:v>
                </c:pt>
                <c:pt idx="770">
                  <c:v>14886</c:v>
                </c:pt>
                <c:pt idx="771">
                  <c:v>14883</c:v>
                </c:pt>
                <c:pt idx="772">
                  <c:v>14859</c:v>
                </c:pt>
                <c:pt idx="773">
                  <c:v>14864</c:v>
                </c:pt>
                <c:pt idx="774">
                  <c:v>14868</c:v>
                </c:pt>
                <c:pt idx="775">
                  <c:v>14850</c:v>
                </c:pt>
                <c:pt idx="776">
                  <c:v>14870</c:v>
                </c:pt>
                <c:pt idx="777">
                  <c:v>14840</c:v>
                </c:pt>
                <c:pt idx="778">
                  <c:v>14814</c:v>
                </c:pt>
                <c:pt idx="779">
                  <c:v>14821</c:v>
                </c:pt>
                <c:pt idx="780">
                  <c:v>14804</c:v>
                </c:pt>
                <c:pt idx="781">
                  <c:v>14803</c:v>
                </c:pt>
                <c:pt idx="782">
                  <c:v>14798</c:v>
                </c:pt>
                <c:pt idx="783">
                  <c:v>14787</c:v>
                </c:pt>
                <c:pt idx="784">
                  <c:v>14722</c:v>
                </c:pt>
                <c:pt idx="785">
                  <c:v>14701</c:v>
                </c:pt>
                <c:pt idx="786">
                  <c:v>14683</c:v>
                </c:pt>
                <c:pt idx="787">
                  <c:v>14655</c:v>
                </c:pt>
                <c:pt idx="788">
                  <c:v>14654</c:v>
                </c:pt>
                <c:pt idx="789">
                  <c:v>14610</c:v>
                </c:pt>
                <c:pt idx="790">
                  <c:v>14559</c:v>
                </c:pt>
                <c:pt idx="791">
                  <c:v>14547</c:v>
                </c:pt>
                <c:pt idx="792">
                  <c:v>14469</c:v>
                </c:pt>
                <c:pt idx="793">
                  <c:v>14458</c:v>
                </c:pt>
                <c:pt idx="794">
                  <c:v>14447</c:v>
                </c:pt>
                <c:pt idx="795">
                  <c:v>14397</c:v>
                </c:pt>
                <c:pt idx="796">
                  <c:v>14378</c:v>
                </c:pt>
                <c:pt idx="797">
                  <c:v>14322</c:v>
                </c:pt>
                <c:pt idx="798">
                  <c:v>14254</c:v>
                </c:pt>
                <c:pt idx="799">
                  <c:v>14245</c:v>
                </c:pt>
                <c:pt idx="800">
                  <c:v>14127</c:v>
                </c:pt>
                <c:pt idx="801">
                  <c:v>13941</c:v>
                </c:pt>
                <c:pt idx="802">
                  <c:v>13931</c:v>
                </c:pt>
                <c:pt idx="803">
                  <c:v>13917</c:v>
                </c:pt>
                <c:pt idx="804">
                  <c:v>13895</c:v>
                </c:pt>
                <c:pt idx="805">
                  <c:v>13856</c:v>
                </c:pt>
                <c:pt idx="806">
                  <c:v>13837</c:v>
                </c:pt>
                <c:pt idx="807">
                  <c:v>13803</c:v>
                </c:pt>
                <c:pt idx="808">
                  <c:v>13779</c:v>
                </c:pt>
                <c:pt idx="809">
                  <c:v>13869</c:v>
                </c:pt>
                <c:pt idx="810">
                  <c:v>13873</c:v>
                </c:pt>
                <c:pt idx="811">
                  <c:v>13807</c:v>
                </c:pt>
                <c:pt idx="812">
                  <c:v>13805</c:v>
                </c:pt>
                <c:pt idx="813">
                  <c:v>13787</c:v>
                </c:pt>
                <c:pt idx="814">
                  <c:v>13769</c:v>
                </c:pt>
                <c:pt idx="815">
                  <c:v>13723</c:v>
                </c:pt>
                <c:pt idx="816">
                  <c:v>13675</c:v>
                </c:pt>
                <c:pt idx="817">
                  <c:v>13656</c:v>
                </c:pt>
                <c:pt idx="818">
                  <c:v>13633</c:v>
                </c:pt>
                <c:pt idx="819">
                  <c:v>13634</c:v>
                </c:pt>
                <c:pt idx="820">
                  <c:v>13630</c:v>
                </c:pt>
                <c:pt idx="821">
                  <c:v>13615</c:v>
                </c:pt>
                <c:pt idx="822">
                  <c:v>13620</c:v>
                </c:pt>
                <c:pt idx="823">
                  <c:v>13606</c:v>
                </c:pt>
                <c:pt idx="824">
                  <c:v>13554</c:v>
                </c:pt>
                <c:pt idx="825">
                  <c:v>13521</c:v>
                </c:pt>
                <c:pt idx="826">
                  <c:v>13484</c:v>
                </c:pt>
                <c:pt idx="827">
                  <c:v>13457</c:v>
                </c:pt>
                <c:pt idx="828">
                  <c:v>13478</c:v>
                </c:pt>
                <c:pt idx="829">
                  <c:v>13486</c:v>
                </c:pt>
                <c:pt idx="830">
                  <c:v>13462</c:v>
                </c:pt>
                <c:pt idx="831">
                  <c:v>13490</c:v>
                </c:pt>
                <c:pt idx="832">
                  <c:v>13501</c:v>
                </c:pt>
                <c:pt idx="833">
                  <c:v>13488</c:v>
                </c:pt>
                <c:pt idx="834">
                  <c:v>13494</c:v>
                </c:pt>
                <c:pt idx="835">
                  <c:v>13496</c:v>
                </c:pt>
                <c:pt idx="836">
                  <c:v>13422</c:v>
                </c:pt>
                <c:pt idx="837">
                  <c:v>13411</c:v>
                </c:pt>
                <c:pt idx="838">
                  <c:v>13413</c:v>
                </c:pt>
                <c:pt idx="839">
                  <c:v>13388</c:v>
                </c:pt>
                <c:pt idx="840">
                  <c:v>13374</c:v>
                </c:pt>
                <c:pt idx="841">
                  <c:v>13344</c:v>
                </c:pt>
                <c:pt idx="842">
                  <c:v>13404</c:v>
                </c:pt>
                <c:pt idx="843">
                  <c:v>13408</c:v>
                </c:pt>
                <c:pt idx="844">
                  <c:v>13404</c:v>
                </c:pt>
                <c:pt idx="845">
                  <c:v>13398</c:v>
                </c:pt>
                <c:pt idx="846">
                  <c:v>13368</c:v>
                </c:pt>
                <c:pt idx="847">
                  <c:v>13371</c:v>
                </c:pt>
                <c:pt idx="848">
                  <c:v>13367</c:v>
                </c:pt>
                <c:pt idx="849">
                  <c:v>13379</c:v>
                </c:pt>
                <c:pt idx="850">
                  <c:v>13401</c:v>
                </c:pt>
                <c:pt idx="851">
                  <c:v>13397</c:v>
                </c:pt>
                <c:pt idx="852">
                  <c:v>13397</c:v>
                </c:pt>
                <c:pt idx="853">
                  <c:v>13416</c:v>
                </c:pt>
                <c:pt idx="854">
                  <c:v>13446</c:v>
                </c:pt>
                <c:pt idx="855">
                  <c:v>13420</c:v>
                </c:pt>
                <c:pt idx="856">
                  <c:v>13419</c:v>
                </c:pt>
                <c:pt idx="857">
                  <c:v>13408</c:v>
                </c:pt>
                <c:pt idx="858">
                  <c:v>13461</c:v>
                </c:pt>
                <c:pt idx="859">
                  <c:v>13440</c:v>
                </c:pt>
                <c:pt idx="860">
                  <c:v>13372</c:v>
                </c:pt>
                <c:pt idx="861">
                  <c:v>13469</c:v>
                </c:pt>
                <c:pt idx="862">
                  <c:v>13474</c:v>
                </c:pt>
                <c:pt idx="863">
                  <c:v>13468</c:v>
                </c:pt>
                <c:pt idx="864">
                  <c:v>13478</c:v>
                </c:pt>
                <c:pt idx="865">
                  <c:v>13460</c:v>
                </c:pt>
                <c:pt idx="866">
                  <c:v>13451</c:v>
                </c:pt>
                <c:pt idx="867">
                  <c:v>13454</c:v>
                </c:pt>
                <c:pt idx="868">
                  <c:v>13448</c:v>
                </c:pt>
                <c:pt idx="869">
                  <c:v>13421</c:v>
                </c:pt>
                <c:pt idx="870">
                  <c:v>13344</c:v>
                </c:pt>
                <c:pt idx="871">
                  <c:v>13355</c:v>
                </c:pt>
                <c:pt idx="872">
                  <c:v>13371</c:v>
                </c:pt>
                <c:pt idx="873">
                  <c:v>13386</c:v>
                </c:pt>
                <c:pt idx="874">
                  <c:v>13385</c:v>
                </c:pt>
                <c:pt idx="875">
                  <c:v>13429</c:v>
                </c:pt>
                <c:pt idx="876">
                  <c:v>13426</c:v>
                </c:pt>
                <c:pt idx="877">
                  <c:v>13447</c:v>
                </c:pt>
                <c:pt idx="878">
                  <c:v>13445</c:v>
                </c:pt>
                <c:pt idx="879">
                  <c:v>13428</c:v>
                </c:pt>
                <c:pt idx="880">
                  <c:v>13424</c:v>
                </c:pt>
                <c:pt idx="881">
                  <c:v>13403</c:v>
                </c:pt>
                <c:pt idx="882">
                  <c:v>13408</c:v>
                </c:pt>
                <c:pt idx="883">
                  <c:v>13395</c:v>
                </c:pt>
                <c:pt idx="884">
                  <c:v>13378</c:v>
                </c:pt>
                <c:pt idx="885">
                  <c:v>13371</c:v>
                </c:pt>
                <c:pt idx="886">
                  <c:v>13369</c:v>
                </c:pt>
                <c:pt idx="887">
                  <c:v>13334</c:v>
                </c:pt>
                <c:pt idx="888">
                  <c:v>13317</c:v>
                </c:pt>
                <c:pt idx="889">
                  <c:v>13307</c:v>
                </c:pt>
                <c:pt idx="890">
                  <c:v>13249</c:v>
                </c:pt>
                <c:pt idx="891">
                  <c:v>13218</c:v>
                </c:pt>
                <c:pt idx="892">
                  <c:v>13209</c:v>
                </c:pt>
                <c:pt idx="893">
                  <c:v>13182</c:v>
                </c:pt>
                <c:pt idx="894">
                  <c:v>13205</c:v>
                </c:pt>
                <c:pt idx="895">
                  <c:v>13216</c:v>
                </c:pt>
                <c:pt idx="896">
                  <c:v>13202</c:v>
                </c:pt>
                <c:pt idx="897">
                  <c:v>13185</c:v>
                </c:pt>
                <c:pt idx="898">
                  <c:v>13165</c:v>
                </c:pt>
                <c:pt idx="899">
                  <c:v>13177</c:v>
                </c:pt>
                <c:pt idx="900">
                  <c:v>13184</c:v>
                </c:pt>
                <c:pt idx="901">
                  <c:v>13266</c:v>
                </c:pt>
                <c:pt idx="902">
                  <c:v>13248</c:v>
                </c:pt>
                <c:pt idx="903">
                  <c:v>13120</c:v>
                </c:pt>
                <c:pt idx="904">
                  <c:v>13208</c:v>
                </c:pt>
                <c:pt idx="905">
                  <c:v>13236</c:v>
                </c:pt>
                <c:pt idx="906">
                  <c:v>13208</c:v>
                </c:pt>
                <c:pt idx="907">
                  <c:v>13175</c:v>
                </c:pt>
                <c:pt idx="908">
                  <c:v>13201</c:v>
                </c:pt>
                <c:pt idx="909">
                  <c:v>13108</c:v>
                </c:pt>
                <c:pt idx="910">
                  <c:v>12998</c:v>
                </c:pt>
                <c:pt idx="911">
                  <c:v>13129</c:v>
                </c:pt>
                <c:pt idx="912">
                  <c:v>13151</c:v>
                </c:pt>
                <c:pt idx="913">
                  <c:v>13131</c:v>
                </c:pt>
                <c:pt idx="914">
                  <c:v>13111</c:v>
                </c:pt>
                <c:pt idx="915">
                  <c:v>13199</c:v>
                </c:pt>
                <c:pt idx="916">
                  <c:v>13325</c:v>
                </c:pt>
                <c:pt idx="917">
                  <c:v>13357</c:v>
                </c:pt>
                <c:pt idx="918">
                  <c:v>13349</c:v>
                </c:pt>
                <c:pt idx="919">
                  <c:v>13361</c:v>
                </c:pt>
                <c:pt idx="920">
                  <c:v>13378</c:v>
                </c:pt>
                <c:pt idx="921">
                  <c:v>13413</c:v>
                </c:pt>
                <c:pt idx="922">
                  <c:v>13427</c:v>
                </c:pt>
                <c:pt idx="923">
                  <c:v>13420</c:v>
                </c:pt>
                <c:pt idx="924">
                  <c:v>13423</c:v>
                </c:pt>
                <c:pt idx="925">
                  <c:v>13422</c:v>
                </c:pt>
                <c:pt idx="926">
                  <c:v>13404</c:v>
                </c:pt>
                <c:pt idx="927">
                  <c:v>13411</c:v>
                </c:pt>
                <c:pt idx="928">
                  <c:v>13403</c:v>
                </c:pt>
                <c:pt idx="929">
                  <c:v>13413</c:v>
                </c:pt>
                <c:pt idx="930">
                  <c:v>13424</c:v>
                </c:pt>
                <c:pt idx="931">
                  <c:v>13436</c:v>
                </c:pt>
                <c:pt idx="932">
                  <c:v>13444</c:v>
                </c:pt>
                <c:pt idx="933">
                  <c:v>13467</c:v>
                </c:pt>
                <c:pt idx="934">
                  <c:v>13473</c:v>
                </c:pt>
                <c:pt idx="935">
                  <c:v>13444</c:v>
                </c:pt>
                <c:pt idx="936">
                  <c:v>13445</c:v>
                </c:pt>
                <c:pt idx="937">
                  <c:v>13415</c:v>
                </c:pt>
                <c:pt idx="938">
                  <c:v>13444</c:v>
                </c:pt>
                <c:pt idx="939">
                  <c:v>13401</c:v>
                </c:pt>
                <c:pt idx="940">
                  <c:v>13404</c:v>
                </c:pt>
                <c:pt idx="941">
                  <c:v>13419</c:v>
                </c:pt>
                <c:pt idx="942">
                  <c:v>13410</c:v>
                </c:pt>
                <c:pt idx="943">
                  <c:v>13407</c:v>
                </c:pt>
                <c:pt idx="944">
                  <c:v>13408</c:v>
                </c:pt>
                <c:pt idx="945">
                  <c:v>13398</c:v>
                </c:pt>
                <c:pt idx="946">
                  <c:v>13411</c:v>
                </c:pt>
                <c:pt idx="947">
                  <c:v>13411</c:v>
                </c:pt>
                <c:pt idx="948">
                  <c:v>13375</c:v>
                </c:pt>
                <c:pt idx="949">
                  <c:v>13373</c:v>
                </c:pt>
                <c:pt idx="950">
                  <c:v>13370</c:v>
                </c:pt>
                <c:pt idx="951">
                  <c:v>13361</c:v>
                </c:pt>
                <c:pt idx="952">
                  <c:v>13330</c:v>
                </c:pt>
                <c:pt idx="953">
                  <c:v>13319</c:v>
                </c:pt>
                <c:pt idx="954">
                  <c:v>13339</c:v>
                </c:pt>
                <c:pt idx="955">
                  <c:v>13346</c:v>
                </c:pt>
                <c:pt idx="956">
                  <c:v>13338</c:v>
                </c:pt>
                <c:pt idx="957">
                  <c:v>13262</c:v>
                </c:pt>
                <c:pt idx="958">
                  <c:v>13265</c:v>
                </c:pt>
                <c:pt idx="959">
                  <c:v>13255</c:v>
                </c:pt>
                <c:pt idx="960">
                  <c:v>13234</c:v>
                </c:pt>
                <c:pt idx="961">
                  <c:v>13221</c:v>
                </c:pt>
                <c:pt idx="962">
                  <c:v>13202</c:v>
                </c:pt>
                <c:pt idx="963">
                  <c:v>13081</c:v>
                </c:pt>
                <c:pt idx="964">
                  <c:v>13007</c:v>
                </c:pt>
                <c:pt idx="965">
                  <c:v>13008</c:v>
                </c:pt>
                <c:pt idx="966">
                  <c:v>13020</c:v>
                </c:pt>
                <c:pt idx="967">
                  <c:v>13039</c:v>
                </c:pt>
                <c:pt idx="968">
                  <c:v>13018</c:v>
                </c:pt>
                <c:pt idx="969">
                  <c:v>13001</c:v>
                </c:pt>
                <c:pt idx="970">
                  <c:v>12994</c:v>
                </c:pt>
                <c:pt idx="971">
                  <c:v>12985</c:v>
                </c:pt>
                <c:pt idx="972">
                  <c:v>12973</c:v>
                </c:pt>
                <c:pt idx="973">
                  <c:v>12911</c:v>
                </c:pt>
                <c:pt idx="974">
                  <c:v>12918</c:v>
                </c:pt>
                <c:pt idx="975">
                  <c:v>12915</c:v>
                </c:pt>
                <c:pt idx="976">
                  <c:v>12937</c:v>
                </c:pt>
                <c:pt idx="977">
                  <c:v>12937</c:v>
                </c:pt>
                <c:pt idx="978">
                  <c:v>12940</c:v>
                </c:pt>
                <c:pt idx="979">
                  <c:v>12896</c:v>
                </c:pt>
                <c:pt idx="980">
                  <c:v>12906</c:v>
                </c:pt>
                <c:pt idx="981">
                  <c:v>12899</c:v>
                </c:pt>
                <c:pt idx="982">
                  <c:v>12915</c:v>
                </c:pt>
                <c:pt idx="983">
                  <c:v>12908</c:v>
                </c:pt>
                <c:pt idx="984">
                  <c:v>12909</c:v>
                </c:pt>
                <c:pt idx="985">
                  <c:v>12879</c:v>
                </c:pt>
                <c:pt idx="986">
                  <c:v>12874</c:v>
                </c:pt>
                <c:pt idx="987">
                  <c:v>12814</c:v>
                </c:pt>
                <c:pt idx="988">
                  <c:v>12819</c:v>
                </c:pt>
                <c:pt idx="989">
                  <c:v>12817</c:v>
                </c:pt>
                <c:pt idx="990">
                  <c:v>12831</c:v>
                </c:pt>
                <c:pt idx="991">
                  <c:v>12821</c:v>
                </c:pt>
                <c:pt idx="992">
                  <c:v>12814</c:v>
                </c:pt>
                <c:pt idx="993">
                  <c:v>12754</c:v>
                </c:pt>
                <c:pt idx="994">
                  <c:v>12751</c:v>
                </c:pt>
                <c:pt idx="995">
                  <c:v>12727</c:v>
                </c:pt>
                <c:pt idx="996">
                  <c:v>12702</c:v>
                </c:pt>
                <c:pt idx="997">
                  <c:v>12674</c:v>
                </c:pt>
                <c:pt idx="998">
                  <c:v>12635</c:v>
                </c:pt>
                <c:pt idx="999">
                  <c:v>12606</c:v>
                </c:pt>
                <c:pt idx="1000">
                  <c:v>12609</c:v>
                </c:pt>
                <c:pt idx="1001">
                  <c:v>12539</c:v>
                </c:pt>
                <c:pt idx="1002">
                  <c:v>12453</c:v>
                </c:pt>
                <c:pt idx="1003">
                  <c:v>12455</c:v>
                </c:pt>
                <c:pt idx="1004">
                  <c:v>12344</c:v>
                </c:pt>
                <c:pt idx="1005">
                  <c:v>12324</c:v>
                </c:pt>
                <c:pt idx="1006">
                  <c:v>12297</c:v>
                </c:pt>
                <c:pt idx="1007">
                  <c:v>12268</c:v>
                </c:pt>
                <c:pt idx="1008">
                  <c:v>12271</c:v>
                </c:pt>
                <c:pt idx="1009">
                  <c:v>12288</c:v>
                </c:pt>
                <c:pt idx="1010">
                  <c:v>12200</c:v>
                </c:pt>
                <c:pt idx="1011">
                  <c:v>12200</c:v>
                </c:pt>
                <c:pt idx="1012">
                  <c:v>12177</c:v>
                </c:pt>
                <c:pt idx="1013">
                  <c:v>12185</c:v>
                </c:pt>
                <c:pt idx="1014">
                  <c:v>12152</c:v>
                </c:pt>
                <c:pt idx="1015">
                  <c:v>12160</c:v>
                </c:pt>
                <c:pt idx="1016">
                  <c:v>12157</c:v>
                </c:pt>
                <c:pt idx="1017">
                  <c:v>12101</c:v>
                </c:pt>
                <c:pt idx="1018">
                  <c:v>12085</c:v>
                </c:pt>
                <c:pt idx="1019">
                  <c:v>12041</c:v>
                </c:pt>
                <c:pt idx="1020">
                  <c:v>12024</c:v>
                </c:pt>
                <c:pt idx="1021">
                  <c:v>11986</c:v>
                </c:pt>
                <c:pt idx="1022">
                  <c:v>11974</c:v>
                </c:pt>
                <c:pt idx="1023">
                  <c:v>11959</c:v>
                </c:pt>
                <c:pt idx="1024">
                  <c:v>11961</c:v>
                </c:pt>
                <c:pt idx="1025">
                  <c:v>11937</c:v>
                </c:pt>
                <c:pt idx="1026">
                  <c:v>11947</c:v>
                </c:pt>
                <c:pt idx="1027">
                  <c:v>11957</c:v>
                </c:pt>
                <c:pt idx="1028">
                  <c:v>11933</c:v>
                </c:pt>
                <c:pt idx="1029">
                  <c:v>11922</c:v>
                </c:pt>
                <c:pt idx="1030">
                  <c:v>11897</c:v>
                </c:pt>
                <c:pt idx="1031">
                  <c:v>11884</c:v>
                </c:pt>
                <c:pt idx="1032">
                  <c:v>11948</c:v>
                </c:pt>
                <c:pt idx="1033">
                  <c:v>11925</c:v>
                </c:pt>
                <c:pt idx="1034">
                  <c:v>11918</c:v>
                </c:pt>
                <c:pt idx="1035">
                  <c:v>11910</c:v>
                </c:pt>
                <c:pt idx="1036">
                  <c:v>11965</c:v>
                </c:pt>
                <c:pt idx="1037">
                  <c:v>11967</c:v>
                </c:pt>
                <c:pt idx="1038">
                  <c:v>12044</c:v>
                </c:pt>
                <c:pt idx="1039">
                  <c:v>12060</c:v>
                </c:pt>
                <c:pt idx="1040">
                  <c:v>12079</c:v>
                </c:pt>
                <c:pt idx="1041">
                  <c:v>12076</c:v>
                </c:pt>
                <c:pt idx="1042">
                  <c:v>12171</c:v>
                </c:pt>
                <c:pt idx="1043">
                  <c:v>12193</c:v>
                </c:pt>
                <c:pt idx="1044">
                  <c:v>12189</c:v>
                </c:pt>
                <c:pt idx="1045">
                  <c:v>12181</c:v>
                </c:pt>
                <c:pt idx="1046">
                  <c:v>12164</c:v>
                </c:pt>
                <c:pt idx="1047">
                  <c:v>12213</c:v>
                </c:pt>
                <c:pt idx="1048">
                  <c:v>12220</c:v>
                </c:pt>
                <c:pt idx="1049">
                  <c:v>12240</c:v>
                </c:pt>
                <c:pt idx="1050">
                  <c:v>12214</c:v>
                </c:pt>
                <c:pt idx="1051">
                  <c:v>12212</c:v>
                </c:pt>
                <c:pt idx="1052">
                  <c:v>12197</c:v>
                </c:pt>
                <c:pt idx="1053">
                  <c:v>12305</c:v>
                </c:pt>
                <c:pt idx="1054">
                  <c:v>12307</c:v>
                </c:pt>
                <c:pt idx="1055">
                  <c:v>12339</c:v>
                </c:pt>
                <c:pt idx="1056">
                  <c:v>12337</c:v>
                </c:pt>
                <c:pt idx="1057">
                  <c:v>12345</c:v>
                </c:pt>
                <c:pt idx="1058">
                  <c:v>12349</c:v>
                </c:pt>
                <c:pt idx="1059">
                  <c:v>12341</c:v>
                </c:pt>
                <c:pt idx="1060">
                  <c:v>12348</c:v>
                </c:pt>
                <c:pt idx="1061">
                  <c:v>12353</c:v>
                </c:pt>
                <c:pt idx="1062">
                  <c:v>12367</c:v>
                </c:pt>
                <c:pt idx="1063">
                  <c:v>12360</c:v>
                </c:pt>
                <c:pt idx="1064">
                  <c:v>12360</c:v>
                </c:pt>
                <c:pt idx="1065">
                  <c:v>12346</c:v>
                </c:pt>
                <c:pt idx="1066">
                  <c:v>12359</c:v>
                </c:pt>
                <c:pt idx="1067">
                  <c:v>12355</c:v>
                </c:pt>
                <c:pt idx="1068">
                  <c:v>12344</c:v>
                </c:pt>
                <c:pt idx="1069">
                  <c:v>12351</c:v>
                </c:pt>
                <c:pt idx="1070">
                  <c:v>12294</c:v>
                </c:pt>
                <c:pt idx="1071">
                  <c:v>12287</c:v>
                </c:pt>
                <c:pt idx="1072">
                  <c:v>12267</c:v>
                </c:pt>
                <c:pt idx="1073">
                  <c:v>12263</c:v>
                </c:pt>
                <c:pt idx="1074">
                  <c:v>12266</c:v>
                </c:pt>
                <c:pt idx="1075">
                  <c:v>12273</c:v>
                </c:pt>
                <c:pt idx="1076">
                  <c:v>12279</c:v>
                </c:pt>
                <c:pt idx="1077">
                  <c:v>12274</c:v>
                </c:pt>
                <c:pt idx="1078">
                  <c:v>12288</c:v>
                </c:pt>
                <c:pt idx="1079">
                  <c:v>12283</c:v>
                </c:pt>
                <c:pt idx="1080">
                  <c:v>12305</c:v>
                </c:pt>
                <c:pt idx="1081">
                  <c:v>12295</c:v>
                </c:pt>
                <c:pt idx="1082">
                  <c:v>12273</c:v>
                </c:pt>
                <c:pt idx="1083">
                  <c:v>12267</c:v>
                </c:pt>
                <c:pt idx="1084">
                  <c:v>12259</c:v>
                </c:pt>
                <c:pt idx="1085">
                  <c:v>12250</c:v>
                </c:pt>
                <c:pt idx="1086">
                  <c:v>12292</c:v>
                </c:pt>
                <c:pt idx="1087">
                  <c:v>12316</c:v>
                </c:pt>
                <c:pt idx="1088">
                  <c:v>12385</c:v>
                </c:pt>
                <c:pt idx="1089">
                  <c:v>12404</c:v>
                </c:pt>
                <c:pt idx="1090">
                  <c:v>12382</c:v>
                </c:pt>
                <c:pt idx="1091">
                  <c:v>12391</c:v>
                </c:pt>
                <c:pt idx="1092">
                  <c:v>12405</c:v>
                </c:pt>
                <c:pt idx="1093">
                  <c:v>12364</c:v>
                </c:pt>
                <c:pt idx="1094">
                  <c:v>12382</c:v>
                </c:pt>
                <c:pt idx="1095">
                  <c:v>12386</c:v>
                </c:pt>
                <c:pt idx="1096">
                  <c:v>12416</c:v>
                </c:pt>
                <c:pt idx="1097">
                  <c:v>12401</c:v>
                </c:pt>
                <c:pt idx="1098">
                  <c:v>12406</c:v>
                </c:pt>
                <c:pt idx="1099">
                  <c:v>12413</c:v>
                </c:pt>
                <c:pt idx="1100">
                  <c:v>12408</c:v>
                </c:pt>
                <c:pt idx="1101">
                  <c:v>12406</c:v>
                </c:pt>
                <c:pt idx="1102">
                  <c:v>12430</c:v>
                </c:pt>
                <c:pt idx="1103">
                  <c:v>12454</c:v>
                </c:pt>
                <c:pt idx="1104">
                  <c:v>12476</c:v>
                </c:pt>
                <c:pt idx="1105">
                  <c:v>12502</c:v>
                </c:pt>
                <c:pt idx="1106">
                  <c:v>12535</c:v>
                </c:pt>
                <c:pt idx="1107">
                  <c:v>12499</c:v>
                </c:pt>
                <c:pt idx="1108">
                  <c:v>12510</c:v>
                </c:pt>
                <c:pt idx="1109">
                  <c:v>12444</c:v>
                </c:pt>
                <c:pt idx="1110">
                  <c:v>12449</c:v>
                </c:pt>
                <c:pt idx="1111">
                  <c:v>12458</c:v>
                </c:pt>
                <c:pt idx="1112">
                  <c:v>12477</c:v>
                </c:pt>
                <c:pt idx="1113">
                  <c:v>12470</c:v>
                </c:pt>
                <c:pt idx="1114">
                  <c:v>12488</c:v>
                </c:pt>
                <c:pt idx="1115">
                  <c:v>12497</c:v>
                </c:pt>
                <c:pt idx="1116">
                  <c:v>12480</c:v>
                </c:pt>
                <c:pt idx="1117">
                  <c:v>12482</c:v>
                </c:pt>
                <c:pt idx="1118">
                  <c:v>12469</c:v>
                </c:pt>
                <c:pt idx="1119">
                  <c:v>12521</c:v>
                </c:pt>
                <c:pt idx="1120">
                  <c:v>12546</c:v>
                </c:pt>
                <c:pt idx="1121">
                  <c:v>12549</c:v>
                </c:pt>
                <c:pt idx="1122">
                  <c:v>12567</c:v>
                </c:pt>
                <c:pt idx="1123">
                  <c:v>12593</c:v>
                </c:pt>
                <c:pt idx="1124">
                  <c:v>12549</c:v>
                </c:pt>
                <c:pt idx="1125">
                  <c:v>12565</c:v>
                </c:pt>
                <c:pt idx="1126">
                  <c:v>12547</c:v>
                </c:pt>
                <c:pt idx="1127">
                  <c:v>12540</c:v>
                </c:pt>
                <c:pt idx="1128">
                  <c:v>12534</c:v>
                </c:pt>
                <c:pt idx="1129">
                  <c:v>12557</c:v>
                </c:pt>
                <c:pt idx="1130">
                  <c:v>12579</c:v>
                </c:pt>
                <c:pt idx="1131">
                  <c:v>12597</c:v>
                </c:pt>
                <c:pt idx="1132">
                  <c:v>12598</c:v>
                </c:pt>
                <c:pt idx="1133">
                  <c:v>12585</c:v>
                </c:pt>
                <c:pt idx="1134">
                  <c:v>12580</c:v>
                </c:pt>
                <c:pt idx="1135">
                  <c:v>12610</c:v>
                </c:pt>
                <c:pt idx="1136">
                  <c:v>12664</c:v>
                </c:pt>
                <c:pt idx="1137">
                  <c:v>12691</c:v>
                </c:pt>
                <c:pt idx="1138">
                  <c:v>12709</c:v>
                </c:pt>
                <c:pt idx="1139">
                  <c:v>12700</c:v>
                </c:pt>
                <c:pt idx="1140">
                  <c:v>12717</c:v>
                </c:pt>
                <c:pt idx="1141">
                  <c:v>12753</c:v>
                </c:pt>
                <c:pt idx="1142">
                  <c:v>12757</c:v>
                </c:pt>
                <c:pt idx="1143">
                  <c:v>12755</c:v>
                </c:pt>
                <c:pt idx="1144">
                  <c:v>12792</c:v>
                </c:pt>
                <c:pt idx="1145">
                  <c:v>12806</c:v>
                </c:pt>
                <c:pt idx="1146">
                  <c:v>12823</c:v>
                </c:pt>
                <c:pt idx="1147">
                  <c:v>12844</c:v>
                </c:pt>
                <c:pt idx="1148">
                  <c:v>12845</c:v>
                </c:pt>
                <c:pt idx="1149">
                  <c:v>12840</c:v>
                </c:pt>
                <c:pt idx="1150">
                  <c:v>12855</c:v>
                </c:pt>
                <c:pt idx="1151">
                  <c:v>12863</c:v>
                </c:pt>
                <c:pt idx="1152">
                  <c:v>12868</c:v>
                </c:pt>
                <c:pt idx="1153">
                  <c:v>12884</c:v>
                </c:pt>
                <c:pt idx="1154">
                  <c:v>12868</c:v>
                </c:pt>
                <c:pt idx="1155">
                  <c:v>12855</c:v>
                </c:pt>
                <c:pt idx="1156">
                  <c:v>12869</c:v>
                </c:pt>
                <c:pt idx="1157">
                  <c:v>12889</c:v>
                </c:pt>
                <c:pt idx="1158">
                  <c:v>12894</c:v>
                </c:pt>
                <c:pt idx="1159">
                  <c:v>12918</c:v>
                </c:pt>
                <c:pt idx="1160">
                  <c:v>12914</c:v>
                </c:pt>
                <c:pt idx="1161">
                  <c:v>12947</c:v>
                </c:pt>
                <c:pt idx="1162">
                  <c:v>12986</c:v>
                </c:pt>
                <c:pt idx="1163">
                  <c:v>12996</c:v>
                </c:pt>
                <c:pt idx="1164">
                  <c:v>12990</c:v>
                </c:pt>
                <c:pt idx="1165">
                  <c:v>13002</c:v>
                </c:pt>
                <c:pt idx="1166">
                  <c:v>13016</c:v>
                </c:pt>
                <c:pt idx="1167">
                  <c:v>13013</c:v>
                </c:pt>
                <c:pt idx="1168">
                  <c:v>13036</c:v>
                </c:pt>
                <c:pt idx="1169">
                  <c:v>13035</c:v>
                </c:pt>
                <c:pt idx="1170">
                  <c:v>13029</c:v>
                </c:pt>
                <c:pt idx="1171">
                  <c:v>13065</c:v>
                </c:pt>
                <c:pt idx="1172">
                  <c:v>13104</c:v>
                </c:pt>
                <c:pt idx="1173">
                  <c:v>13114</c:v>
                </c:pt>
                <c:pt idx="1174">
                  <c:v>13117</c:v>
                </c:pt>
                <c:pt idx="1175">
                  <c:v>13123</c:v>
                </c:pt>
                <c:pt idx="1176">
                  <c:v>13150</c:v>
                </c:pt>
                <c:pt idx="1177">
                  <c:v>13165</c:v>
                </c:pt>
                <c:pt idx="1178">
                  <c:v>13170</c:v>
                </c:pt>
                <c:pt idx="1179">
                  <c:v>13135</c:v>
                </c:pt>
                <c:pt idx="1180">
                  <c:v>13139</c:v>
                </c:pt>
                <c:pt idx="1181">
                  <c:v>13144</c:v>
                </c:pt>
                <c:pt idx="1182">
                  <c:v>13173</c:v>
                </c:pt>
                <c:pt idx="1183">
                  <c:v>13197</c:v>
                </c:pt>
                <c:pt idx="1184">
                  <c:v>13186</c:v>
                </c:pt>
                <c:pt idx="1185">
                  <c:v>13213</c:v>
                </c:pt>
                <c:pt idx="1186">
                  <c:v>13232</c:v>
                </c:pt>
                <c:pt idx="1187">
                  <c:v>13231</c:v>
                </c:pt>
                <c:pt idx="1188">
                  <c:v>13260</c:v>
                </c:pt>
                <c:pt idx="1189">
                  <c:v>13298</c:v>
                </c:pt>
                <c:pt idx="1190">
                  <c:v>13296</c:v>
                </c:pt>
                <c:pt idx="1191">
                  <c:v>13303</c:v>
                </c:pt>
                <c:pt idx="1192">
                  <c:v>13285</c:v>
                </c:pt>
                <c:pt idx="1193">
                  <c:v>13267</c:v>
                </c:pt>
                <c:pt idx="1194">
                  <c:v>13299</c:v>
                </c:pt>
                <c:pt idx="1195">
                  <c:v>13302</c:v>
                </c:pt>
                <c:pt idx="1196">
                  <c:v>13294</c:v>
                </c:pt>
                <c:pt idx="1197">
                  <c:v>13294</c:v>
                </c:pt>
                <c:pt idx="1198">
                  <c:v>13308</c:v>
                </c:pt>
                <c:pt idx="1199">
                  <c:v>13297</c:v>
                </c:pt>
                <c:pt idx="1200">
                  <c:v>13309</c:v>
                </c:pt>
                <c:pt idx="1201">
                  <c:v>13323</c:v>
                </c:pt>
                <c:pt idx="1202">
                  <c:v>13322</c:v>
                </c:pt>
                <c:pt idx="1203">
                  <c:v>13327</c:v>
                </c:pt>
                <c:pt idx="1204">
                  <c:v>13345</c:v>
                </c:pt>
                <c:pt idx="1205">
                  <c:v>13339</c:v>
                </c:pt>
                <c:pt idx="1206">
                  <c:v>13325</c:v>
                </c:pt>
                <c:pt idx="1207">
                  <c:v>13224</c:v>
                </c:pt>
                <c:pt idx="1208">
                  <c:v>13226</c:v>
                </c:pt>
                <c:pt idx="1209">
                  <c:v>13239</c:v>
                </c:pt>
                <c:pt idx="1210">
                  <c:v>13257</c:v>
                </c:pt>
                <c:pt idx="1211">
                  <c:v>13236</c:v>
                </c:pt>
                <c:pt idx="1212">
                  <c:v>13219</c:v>
                </c:pt>
                <c:pt idx="1213">
                  <c:v>13219</c:v>
                </c:pt>
                <c:pt idx="1214">
                  <c:v>13235</c:v>
                </c:pt>
                <c:pt idx="1215">
                  <c:v>13240</c:v>
                </c:pt>
                <c:pt idx="1216">
                  <c:v>13248</c:v>
                </c:pt>
                <c:pt idx="1217">
                  <c:v>13242</c:v>
                </c:pt>
                <c:pt idx="1218">
                  <c:v>13183</c:v>
                </c:pt>
                <c:pt idx="1219">
                  <c:v>13057</c:v>
                </c:pt>
                <c:pt idx="1220">
                  <c:v>13173</c:v>
                </c:pt>
                <c:pt idx="1221">
                  <c:v>13206</c:v>
                </c:pt>
                <c:pt idx="1222">
                  <c:v>13222</c:v>
                </c:pt>
                <c:pt idx="1223">
                  <c:v>13193</c:v>
                </c:pt>
                <c:pt idx="1224">
                  <c:v>13178</c:v>
                </c:pt>
                <c:pt idx="1225">
                  <c:v>13205</c:v>
                </c:pt>
                <c:pt idx="1226">
                  <c:v>13142</c:v>
                </c:pt>
                <c:pt idx="1227">
                  <c:v>13130</c:v>
                </c:pt>
                <c:pt idx="1228">
                  <c:v>13002</c:v>
                </c:pt>
                <c:pt idx="1229">
                  <c:v>13103</c:v>
                </c:pt>
                <c:pt idx="1230">
                  <c:v>13158</c:v>
                </c:pt>
                <c:pt idx="1231">
                  <c:v>13100</c:v>
                </c:pt>
                <c:pt idx="1232">
                  <c:v>12994</c:v>
                </c:pt>
                <c:pt idx="1233">
                  <c:v>13086</c:v>
                </c:pt>
                <c:pt idx="1234">
                  <c:v>13147</c:v>
                </c:pt>
                <c:pt idx="1235">
                  <c:v>13135</c:v>
                </c:pt>
                <c:pt idx="1236">
                  <c:v>13130</c:v>
                </c:pt>
                <c:pt idx="1237">
                  <c:v>13160</c:v>
                </c:pt>
                <c:pt idx="1238">
                  <c:v>13177</c:v>
                </c:pt>
                <c:pt idx="1239">
                  <c:v>13197</c:v>
                </c:pt>
                <c:pt idx="1240">
                  <c:v>13206</c:v>
                </c:pt>
                <c:pt idx="1241">
                  <c:v>13201</c:v>
                </c:pt>
                <c:pt idx="1242">
                  <c:v>13213</c:v>
                </c:pt>
                <c:pt idx="1243">
                  <c:v>13201</c:v>
                </c:pt>
                <c:pt idx="1244">
                  <c:v>13216</c:v>
                </c:pt>
                <c:pt idx="1245">
                  <c:v>13228</c:v>
                </c:pt>
                <c:pt idx="1246">
                  <c:v>13243</c:v>
                </c:pt>
                <c:pt idx="1247">
                  <c:v>13214</c:v>
                </c:pt>
                <c:pt idx="1248">
                  <c:v>13196</c:v>
                </c:pt>
                <c:pt idx="1249">
                  <c:v>13175</c:v>
                </c:pt>
                <c:pt idx="1250">
                  <c:v>13125</c:v>
                </c:pt>
                <c:pt idx="1251">
                  <c:v>13225</c:v>
                </c:pt>
                <c:pt idx="1252">
                  <c:v>13259</c:v>
                </c:pt>
                <c:pt idx="1253">
                  <c:v>13272</c:v>
                </c:pt>
                <c:pt idx="1254">
                  <c:v>13277</c:v>
                </c:pt>
                <c:pt idx="1255">
                  <c:v>13270</c:v>
                </c:pt>
                <c:pt idx="1256">
                  <c:v>13304</c:v>
                </c:pt>
                <c:pt idx="1257">
                  <c:v>13310</c:v>
                </c:pt>
                <c:pt idx="1258">
                  <c:v>13312</c:v>
                </c:pt>
                <c:pt idx="1259">
                  <c:v>13321</c:v>
                </c:pt>
                <c:pt idx="1260">
                  <c:v>13304</c:v>
                </c:pt>
                <c:pt idx="1261">
                  <c:v>13263</c:v>
                </c:pt>
                <c:pt idx="1262">
                  <c:v>13134</c:v>
                </c:pt>
                <c:pt idx="1263">
                  <c:v>13134</c:v>
                </c:pt>
                <c:pt idx="1264">
                  <c:v>13134</c:v>
                </c:pt>
                <c:pt idx="1265">
                  <c:v>13371</c:v>
                </c:pt>
                <c:pt idx="1266">
                  <c:v>13437</c:v>
                </c:pt>
                <c:pt idx="1267">
                  <c:v>13494</c:v>
                </c:pt>
                <c:pt idx="1268">
                  <c:v>13481</c:v>
                </c:pt>
                <c:pt idx="1269">
                  <c:v>13475</c:v>
                </c:pt>
                <c:pt idx="1270">
                  <c:v>13490</c:v>
                </c:pt>
                <c:pt idx="1271">
                  <c:v>13507</c:v>
                </c:pt>
                <c:pt idx="1272">
                  <c:v>13545</c:v>
                </c:pt>
                <c:pt idx="1273">
                  <c:v>13610</c:v>
                </c:pt>
                <c:pt idx="1274">
                  <c:v>13679</c:v>
                </c:pt>
                <c:pt idx="1275">
                  <c:v>13692</c:v>
                </c:pt>
                <c:pt idx="1276">
                  <c:v>13730</c:v>
                </c:pt>
                <c:pt idx="1277">
                  <c:v>13743</c:v>
                </c:pt>
                <c:pt idx="1278">
                  <c:v>13767</c:v>
                </c:pt>
                <c:pt idx="1279">
                  <c:v>13796</c:v>
                </c:pt>
                <c:pt idx="1280">
                  <c:v>13821</c:v>
                </c:pt>
                <c:pt idx="1281">
                  <c:v>13890</c:v>
                </c:pt>
                <c:pt idx="1282">
                  <c:v>13893</c:v>
                </c:pt>
                <c:pt idx="1283">
                  <c:v>13949</c:v>
                </c:pt>
                <c:pt idx="1284">
                  <c:v>13974</c:v>
                </c:pt>
                <c:pt idx="1285">
                  <c:v>13980</c:v>
                </c:pt>
                <c:pt idx="1286">
                  <c:v>14019</c:v>
                </c:pt>
                <c:pt idx="1287">
                  <c:v>14056</c:v>
                </c:pt>
                <c:pt idx="1288">
                  <c:v>14038</c:v>
                </c:pt>
                <c:pt idx="1289">
                  <c:v>14038</c:v>
                </c:pt>
                <c:pt idx="1290">
                  <c:v>14060</c:v>
                </c:pt>
                <c:pt idx="1291">
                  <c:v>14094</c:v>
                </c:pt>
                <c:pt idx="1292">
                  <c:v>14119</c:v>
                </c:pt>
                <c:pt idx="1293">
                  <c:v>14158</c:v>
                </c:pt>
                <c:pt idx="1294">
                  <c:v>14178</c:v>
                </c:pt>
                <c:pt idx="1295">
                  <c:v>14191</c:v>
                </c:pt>
                <c:pt idx="1296">
                  <c:v>14252</c:v>
                </c:pt>
                <c:pt idx="1297">
                  <c:v>14281</c:v>
                </c:pt>
                <c:pt idx="1298">
                  <c:v>14271</c:v>
                </c:pt>
                <c:pt idx="1299">
                  <c:v>14274</c:v>
                </c:pt>
                <c:pt idx="1300">
                  <c:v>14318</c:v>
                </c:pt>
                <c:pt idx="1301">
                  <c:v>14328</c:v>
                </c:pt>
                <c:pt idx="1302">
                  <c:v>14320</c:v>
                </c:pt>
                <c:pt idx="1303">
                  <c:v>14315</c:v>
                </c:pt>
                <c:pt idx="1304">
                  <c:v>14305</c:v>
                </c:pt>
                <c:pt idx="1305">
                  <c:v>14346</c:v>
                </c:pt>
                <c:pt idx="1306">
                  <c:v>14371</c:v>
                </c:pt>
                <c:pt idx="1307">
                  <c:v>14377</c:v>
                </c:pt>
                <c:pt idx="1308">
                  <c:v>14403</c:v>
                </c:pt>
                <c:pt idx="1309">
                  <c:v>14439</c:v>
                </c:pt>
                <c:pt idx="1310">
                  <c:v>14448</c:v>
                </c:pt>
                <c:pt idx="1311">
                  <c:v>14468</c:v>
                </c:pt>
                <c:pt idx="1312">
                  <c:v>14474</c:v>
                </c:pt>
                <c:pt idx="1313">
                  <c:v>14451</c:v>
                </c:pt>
                <c:pt idx="1314">
                  <c:v>14471</c:v>
                </c:pt>
                <c:pt idx="1315">
                  <c:v>14790</c:v>
                </c:pt>
                <c:pt idx="1316">
                  <c:v>14810</c:v>
                </c:pt>
                <c:pt idx="1317">
                  <c:v>14862</c:v>
                </c:pt>
                <c:pt idx="1318">
                  <c:v>14905</c:v>
                </c:pt>
                <c:pt idx="1319">
                  <c:v>14930</c:v>
                </c:pt>
                <c:pt idx="1320">
                  <c:v>14969</c:v>
                </c:pt>
                <c:pt idx="1321">
                  <c:v>14968</c:v>
                </c:pt>
                <c:pt idx="1322">
                  <c:v>15008</c:v>
                </c:pt>
                <c:pt idx="1323">
                  <c:v>15028</c:v>
                </c:pt>
                <c:pt idx="1324">
                  <c:v>15067</c:v>
                </c:pt>
                <c:pt idx="1325">
                  <c:v>15081</c:v>
                </c:pt>
                <c:pt idx="1326">
                  <c:v>15116</c:v>
                </c:pt>
                <c:pt idx="1327">
                  <c:v>15167</c:v>
                </c:pt>
                <c:pt idx="1328">
                  <c:v>15190</c:v>
                </c:pt>
                <c:pt idx="1329">
                  <c:v>15206</c:v>
                </c:pt>
                <c:pt idx="1330">
                  <c:v>15213</c:v>
                </c:pt>
                <c:pt idx="1331">
                  <c:v>15201</c:v>
                </c:pt>
                <c:pt idx="1332">
                  <c:v>15249</c:v>
                </c:pt>
                <c:pt idx="1333">
                  <c:v>15260</c:v>
                </c:pt>
                <c:pt idx="1334">
                  <c:v>15282</c:v>
                </c:pt>
                <c:pt idx="1335">
                  <c:v>15303</c:v>
                </c:pt>
                <c:pt idx="1336">
                  <c:v>15327</c:v>
                </c:pt>
                <c:pt idx="1337">
                  <c:v>15459</c:v>
                </c:pt>
                <c:pt idx="1338">
                  <c:v>15776</c:v>
                </c:pt>
                <c:pt idx="1339">
                  <c:v>15782</c:v>
                </c:pt>
                <c:pt idx="1340">
                  <c:v>15838</c:v>
                </c:pt>
                <c:pt idx="1341">
                  <c:v>16097</c:v>
                </c:pt>
                <c:pt idx="1342">
                  <c:v>16095</c:v>
                </c:pt>
                <c:pt idx="1343">
                  <c:v>16087</c:v>
                </c:pt>
                <c:pt idx="1344">
                  <c:v>16181</c:v>
                </c:pt>
                <c:pt idx="1345">
                  <c:v>16194</c:v>
                </c:pt>
                <c:pt idx="1346">
                  <c:v>16243</c:v>
                </c:pt>
                <c:pt idx="1347">
                  <c:v>16307</c:v>
                </c:pt>
                <c:pt idx="1348">
                  <c:v>16387</c:v>
                </c:pt>
                <c:pt idx="1349">
                  <c:v>16368</c:v>
                </c:pt>
                <c:pt idx="1350">
                  <c:v>16312</c:v>
                </c:pt>
                <c:pt idx="1351">
                  <c:v>16222</c:v>
                </c:pt>
                <c:pt idx="1352">
                  <c:v>17401</c:v>
                </c:pt>
                <c:pt idx="1353">
                  <c:v>17455</c:v>
                </c:pt>
                <c:pt idx="1354">
                  <c:v>17982</c:v>
                </c:pt>
                <c:pt idx="1355">
                  <c:v>18045</c:v>
                </c:pt>
                <c:pt idx="1356">
                  <c:v>18536</c:v>
                </c:pt>
                <c:pt idx="1357">
                  <c:v>18595</c:v>
                </c:pt>
                <c:pt idx="1358">
                  <c:v>18696</c:v>
                </c:pt>
                <c:pt idx="1359">
                  <c:v>18689</c:v>
                </c:pt>
                <c:pt idx="1360">
                  <c:v>18941</c:v>
                </c:pt>
                <c:pt idx="1361">
                  <c:v>19045</c:v>
                </c:pt>
                <c:pt idx="1362">
                  <c:v>19075</c:v>
                </c:pt>
                <c:pt idx="1363">
                  <c:v>19151</c:v>
                </c:pt>
                <c:pt idx="1364">
                  <c:v>19213</c:v>
                </c:pt>
                <c:pt idx="1365">
                  <c:v>19360</c:v>
                </c:pt>
                <c:pt idx="1366">
                  <c:v>19426</c:v>
                </c:pt>
                <c:pt idx="1367">
                  <c:v>19507</c:v>
                </c:pt>
                <c:pt idx="1368">
                  <c:v>19557</c:v>
                </c:pt>
                <c:pt idx="1369">
                  <c:v>19631</c:v>
                </c:pt>
                <c:pt idx="1370">
                  <c:v>19626</c:v>
                </c:pt>
                <c:pt idx="1371">
                  <c:v>19945</c:v>
                </c:pt>
                <c:pt idx="1372">
                  <c:v>20045</c:v>
                </c:pt>
                <c:pt idx="1373">
                  <c:v>19988</c:v>
                </c:pt>
                <c:pt idx="1374">
                  <c:v>19972</c:v>
                </c:pt>
                <c:pt idx="1375">
                  <c:v>19942</c:v>
                </c:pt>
                <c:pt idx="1376">
                  <c:v>20122</c:v>
                </c:pt>
                <c:pt idx="1377">
                  <c:v>20182</c:v>
                </c:pt>
                <c:pt idx="1378">
                  <c:v>20227</c:v>
                </c:pt>
                <c:pt idx="1379">
                  <c:v>20701</c:v>
                </c:pt>
                <c:pt idx="1380">
                  <c:v>20798</c:v>
                </c:pt>
                <c:pt idx="1381">
                  <c:v>20864</c:v>
                </c:pt>
                <c:pt idx="1382">
                  <c:v>20917</c:v>
                </c:pt>
                <c:pt idx="1383">
                  <c:v>20901</c:v>
                </c:pt>
                <c:pt idx="1384">
                  <c:v>21182</c:v>
                </c:pt>
                <c:pt idx="1385">
                  <c:v>21183</c:v>
                </c:pt>
                <c:pt idx="1386">
                  <c:v>21205</c:v>
                </c:pt>
                <c:pt idx="1387">
                  <c:v>21238</c:v>
                </c:pt>
                <c:pt idx="1388">
                  <c:v>21209</c:v>
                </c:pt>
                <c:pt idx="1389">
                  <c:v>21490</c:v>
                </c:pt>
                <c:pt idx="1390">
                  <c:v>21766</c:v>
                </c:pt>
                <c:pt idx="1391">
                  <c:v>21819</c:v>
                </c:pt>
                <c:pt idx="1392">
                  <c:v>21840</c:v>
                </c:pt>
                <c:pt idx="1393">
                  <c:v>22039</c:v>
                </c:pt>
                <c:pt idx="1394">
                  <c:v>22072</c:v>
                </c:pt>
                <c:pt idx="1395">
                  <c:v>22042</c:v>
                </c:pt>
                <c:pt idx="1396">
                  <c:v>22069</c:v>
                </c:pt>
                <c:pt idx="1397">
                  <c:v>22105</c:v>
                </c:pt>
                <c:pt idx="1398">
                  <c:v>22124</c:v>
                </c:pt>
                <c:pt idx="1399">
                  <c:v>22124</c:v>
                </c:pt>
                <c:pt idx="1400">
                  <c:v>22144</c:v>
                </c:pt>
                <c:pt idx="1401">
                  <c:v>22140</c:v>
                </c:pt>
                <c:pt idx="1402">
                  <c:v>22120</c:v>
                </c:pt>
                <c:pt idx="1403">
                  <c:v>22105</c:v>
                </c:pt>
                <c:pt idx="1404">
                  <c:v>22056</c:v>
                </c:pt>
                <c:pt idx="1405">
                  <c:v>22073</c:v>
                </c:pt>
                <c:pt idx="1406">
                  <c:v>22046</c:v>
                </c:pt>
                <c:pt idx="1407">
                  <c:v>22079</c:v>
                </c:pt>
                <c:pt idx="1408">
                  <c:v>22118</c:v>
                </c:pt>
                <c:pt idx="1409">
                  <c:v>22081</c:v>
                </c:pt>
                <c:pt idx="1410">
                  <c:v>22076</c:v>
                </c:pt>
                <c:pt idx="1411">
                  <c:v>22096</c:v>
                </c:pt>
                <c:pt idx="1412">
                  <c:v>22079</c:v>
                </c:pt>
                <c:pt idx="1413">
                  <c:v>22123</c:v>
                </c:pt>
                <c:pt idx="1414">
                  <c:v>22127</c:v>
                </c:pt>
                <c:pt idx="1415">
                  <c:v>22116</c:v>
                </c:pt>
                <c:pt idx="1416">
                  <c:v>22092</c:v>
                </c:pt>
                <c:pt idx="1417">
                  <c:v>22079</c:v>
                </c:pt>
                <c:pt idx="1418">
                  <c:v>22076</c:v>
                </c:pt>
                <c:pt idx="1419">
                  <c:v>22176</c:v>
                </c:pt>
                <c:pt idx="1420">
                  <c:v>22179</c:v>
                </c:pt>
                <c:pt idx="1421">
                  <c:v>22150</c:v>
                </c:pt>
                <c:pt idx="1422">
                  <c:v>22152</c:v>
                </c:pt>
                <c:pt idx="1423">
                  <c:v>22133</c:v>
                </c:pt>
                <c:pt idx="1424">
                  <c:v>22114</c:v>
                </c:pt>
                <c:pt idx="1425">
                  <c:v>22214</c:v>
                </c:pt>
                <c:pt idx="1426">
                  <c:v>22308</c:v>
                </c:pt>
                <c:pt idx="1427">
                  <c:v>22285</c:v>
                </c:pt>
                <c:pt idx="1428">
                  <c:v>22375</c:v>
                </c:pt>
                <c:pt idx="1429">
                  <c:v>22398</c:v>
                </c:pt>
                <c:pt idx="1430">
                  <c:v>22388</c:v>
                </c:pt>
                <c:pt idx="1431">
                  <c:v>22423</c:v>
                </c:pt>
                <c:pt idx="1432">
                  <c:v>22429</c:v>
                </c:pt>
                <c:pt idx="1433">
                  <c:v>22515</c:v>
                </c:pt>
                <c:pt idx="1434">
                  <c:v>22731</c:v>
                </c:pt>
                <c:pt idx="1435">
                  <c:v>22726</c:v>
                </c:pt>
                <c:pt idx="1436">
                  <c:v>22721</c:v>
                </c:pt>
                <c:pt idx="1437">
                  <c:v>22731</c:v>
                </c:pt>
                <c:pt idx="1438">
                  <c:v>22821</c:v>
                </c:pt>
                <c:pt idx="1439">
                  <c:v>22803</c:v>
                </c:pt>
                <c:pt idx="1440">
                  <c:v>22819</c:v>
                </c:pt>
                <c:pt idx="1441">
                  <c:v>22900</c:v>
                </c:pt>
                <c:pt idx="1442">
                  <c:v>22909</c:v>
                </c:pt>
                <c:pt idx="1443">
                  <c:v>22957</c:v>
                </c:pt>
                <c:pt idx="1444">
                  <c:v>22972</c:v>
                </c:pt>
                <c:pt idx="1445">
                  <c:v>23172</c:v>
                </c:pt>
                <c:pt idx="1446">
                  <c:v>23196</c:v>
                </c:pt>
                <c:pt idx="1447">
                  <c:v>23406</c:v>
                </c:pt>
                <c:pt idx="1448">
                  <c:v>23462</c:v>
                </c:pt>
                <c:pt idx="1449">
                  <c:v>23517</c:v>
                </c:pt>
                <c:pt idx="1450">
                  <c:v>23527</c:v>
                </c:pt>
                <c:pt idx="1451">
                  <c:v>23523</c:v>
                </c:pt>
                <c:pt idx="1452">
                  <c:v>23625</c:v>
                </c:pt>
                <c:pt idx="1453">
                  <c:v>23641</c:v>
                </c:pt>
                <c:pt idx="1454">
                  <c:v>23619</c:v>
                </c:pt>
                <c:pt idx="1455">
                  <c:v>23597</c:v>
                </c:pt>
                <c:pt idx="1456">
                  <c:v>23644</c:v>
                </c:pt>
                <c:pt idx="1457">
                  <c:v>23838</c:v>
                </c:pt>
                <c:pt idx="1458">
                  <c:v>23806</c:v>
                </c:pt>
                <c:pt idx="1459">
                  <c:v>23806</c:v>
                </c:pt>
                <c:pt idx="1460">
                  <c:v>23821</c:v>
                </c:pt>
                <c:pt idx="1461">
                  <c:v>23813</c:v>
                </c:pt>
                <c:pt idx="1462">
                  <c:v>23812</c:v>
                </c:pt>
                <c:pt idx="1463">
                  <c:v>23803</c:v>
                </c:pt>
                <c:pt idx="1464">
                  <c:v>23802</c:v>
                </c:pt>
                <c:pt idx="1465">
                  <c:v>23764</c:v>
                </c:pt>
                <c:pt idx="1466">
                  <c:v>23738</c:v>
                </c:pt>
                <c:pt idx="1467">
                  <c:v>23739</c:v>
                </c:pt>
                <c:pt idx="1468">
                  <c:v>23720</c:v>
                </c:pt>
                <c:pt idx="1469">
                  <c:v>23685</c:v>
                </c:pt>
                <c:pt idx="1470">
                  <c:v>23680</c:v>
                </c:pt>
                <c:pt idx="1471">
                  <c:v>23660</c:v>
                </c:pt>
                <c:pt idx="1472">
                  <c:v>23645</c:v>
                </c:pt>
                <c:pt idx="1473">
                  <c:v>23608</c:v>
                </c:pt>
                <c:pt idx="1474">
                  <c:v>23595</c:v>
                </c:pt>
                <c:pt idx="1475">
                  <c:v>23272</c:v>
                </c:pt>
                <c:pt idx="1476">
                  <c:v>23249</c:v>
                </c:pt>
                <c:pt idx="1477">
                  <c:v>23236</c:v>
                </c:pt>
                <c:pt idx="1478">
                  <c:v>23190</c:v>
                </c:pt>
                <c:pt idx="1479">
                  <c:v>23178</c:v>
                </c:pt>
                <c:pt idx="1480">
                  <c:v>23157</c:v>
                </c:pt>
                <c:pt idx="1481">
                  <c:v>23120</c:v>
                </c:pt>
                <c:pt idx="1482">
                  <c:v>23102</c:v>
                </c:pt>
                <c:pt idx="1483">
                  <c:v>23188</c:v>
                </c:pt>
                <c:pt idx="1484">
                  <c:v>23237</c:v>
                </c:pt>
                <c:pt idx="1485">
                  <c:v>23305</c:v>
                </c:pt>
                <c:pt idx="1486">
                  <c:v>23302</c:v>
                </c:pt>
                <c:pt idx="1487">
                  <c:v>23277</c:v>
                </c:pt>
                <c:pt idx="1488">
                  <c:v>23265</c:v>
                </c:pt>
                <c:pt idx="1489">
                  <c:v>23248</c:v>
                </c:pt>
                <c:pt idx="1490">
                  <c:v>23323</c:v>
                </c:pt>
                <c:pt idx="1491">
                  <c:v>23329</c:v>
                </c:pt>
                <c:pt idx="1492">
                  <c:v>23728</c:v>
                </c:pt>
                <c:pt idx="1493">
                  <c:v>23775</c:v>
                </c:pt>
                <c:pt idx="1494">
                  <c:v>23810</c:v>
                </c:pt>
                <c:pt idx="1495">
                  <c:v>23811</c:v>
                </c:pt>
                <c:pt idx="1496">
                  <c:v>23868</c:v>
                </c:pt>
                <c:pt idx="1497">
                  <c:v>23896</c:v>
                </c:pt>
                <c:pt idx="1498">
                  <c:v>23991</c:v>
                </c:pt>
                <c:pt idx="1499">
                  <c:v>24001</c:v>
                </c:pt>
                <c:pt idx="1500">
                  <c:v>24075</c:v>
                </c:pt>
                <c:pt idx="1501">
                  <c:v>24072</c:v>
                </c:pt>
                <c:pt idx="1502">
                  <c:v>24073</c:v>
                </c:pt>
                <c:pt idx="1503">
                  <c:v>24054</c:v>
                </c:pt>
                <c:pt idx="1504">
                  <c:v>24078</c:v>
                </c:pt>
                <c:pt idx="1505">
                  <c:v>24074</c:v>
                </c:pt>
                <c:pt idx="1506">
                  <c:v>24213</c:v>
                </c:pt>
                <c:pt idx="1507">
                  <c:v>24249</c:v>
                </c:pt>
                <c:pt idx="1508">
                  <c:v>24269</c:v>
                </c:pt>
                <c:pt idx="1509">
                  <c:v>24270</c:v>
                </c:pt>
                <c:pt idx="1510">
                  <c:v>24361</c:v>
                </c:pt>
                <c:pt idx="1511">
                  <c:v>24380</c:v>
                </c:pt>
                <c:pt idx="1512">
                  <c:v>24239</c:v>
                </c:pt>
                <c:pt idx="1513">
                  <c:v>24143</c:v>
                </c:pt>
                <c:pt idx="1514">
                  <c:v>24252</c:v>
                </c:pt>
                <c:pt idx="1515">
                  <c:v>24173</c:v>
                </c:pt>
                <c:pt idx="1516">
                  <c:v>24176</c:v>
                </c:pt>
                <c:pt idx="1517">
                  <c:v>24160</c:v>
                </c:pt>
                <c:pt idx="1518">
                  <c:v>24309</c:v>
                </c:pt>
                <c:pt idx="1519">
                  <c:v>24248</c:v>
                </c:pt>
                <c:pt idx="1520">
                  <c:v>24228</c:v>
                </c:pt>
                <c:pt idx="1521">
                  <c:v>24278</c:v>
                </c:pt>
                <c:pt idx="1522">
                  <c:v>24282</c:v>
                </c:pt>
                <c:pt idx="1523">
                  <c:v>24334</c:v>
                </c:pt>
                <c:pt idx="1524">
                  <c:v>24356</c:v>
                </c:pt>
                <c:pt idx="1525">
                  <c:v>24320</c:v>
                </c:pt>
                <c:pt idx="1526">
                  <c:v>24312</c:v>
                </c:pt>
                <c:pt idx="1527">
                  <c:v>24327</c:v>
                </c:pt>
                <c:pt idx="1528">
                  <c:v>24317</c:v>
                </c:pt>
                <c:pt idx="1529">
                  <c:v>24310</c:v>
                </c:pt>
                <c:pt idx="1530">
                  <c:v>24317</c:v>
                </c:pt>
                <c:pt idx="1531">
                  <c:v>24313</c:v>
                </c:pt>
                <c:pt idx="1532">
                  <c:v>24315</c:v>
                </c:pt>
                <c:pt idx="1533">
                  <c:v>24382</c:v>
                </c:pt>
                <c:pt idx="1534">
                  <c:v>24362</c:v>
                </c:pt>
                <c:pt idx="1535">
                  <c:v>24329</c:v>
                </c:pt>
                <c:pt idx="1536">
                  <c:v>24355</c:v>
                </c:pt>
                <c:pt idx="1537">
                  <c:v>24350</c:v>
                </c:pt>
                <c:pt idx="1538">
                  <c:v>24356</c:v>
                </c:pt>
                <c:pt idx="1539">
                  <c:v>24299</c:v>
                </c:pt>
                <c:pt idx="1540">
                  <c:v>24281</c:v>
                </c:pt>
                <c:pt idx="1541">
                  <c:v>24253</c:v>
                </c:pt>
                <c:pt idx="1542">
                  <c:v>24226</c:v>
                </c:pt>
                <c:pt idx="1543">
                  <c:v>24172</c:v>
                </c:pt>
                <c:pt idx="1544">
                  <c:v>24220</c:v>
                </c:pt>
                <c:pt idx="1545">
                  <c:v>24221</c:v>
                </c:pt>
                <c:pt idx="1546">
                  <c:v>24220</c:v>
                </c:pt>
                <c:pt idx="1547">
                  <c:v>24196</c:v>
                </c:pt>
                <c:pt idx="1548">
                  <c:v>24181</c:v>
                </c:pt>
                <c:pt idx="1549">
                  <c:v>24164</c:v>
                </c:pt>
                <c:pt idx="1550">
                  <c:v>24140</c:v>
                </c:pt>
                <c:pt idx="1551">
                  <c:v>24126</c:v>
                </c:pt>
                <c:pt idx="1552">
                  <c:v>24121</c:v>
                </c:pt>
                <c:pt idx="1553">
                  <c:v>24128</c:v>
                </c:pt>
                <c:pt idx="1554">
                  <c:v>24120</c:v>
                </c:pt>
                <c:pt idx="1555">
                  <c:v>24086</c:v>
                </c:pt>
                <c:pt idx="1556">
                  <c:v>24073</c:v>
                </c:pt>
                <c:pt idx="1557">
                  <c:v>24026</c:v>
                </c:pt>
                <c:pt idx="1558">
                  <c:v>24020</c:v>
                </c:pt>
                <c:pt idx="1559">
                  <c:v>23952</c:v>
                </c:pt>
                <c:pt idx="1560">
                  <c:v>24043</c:v>
                </c:pt>
                <c:pt idx="1561">
                  <c:v>24041</c:v>
                </c:pt>
                <c:pt idx="1562">
                  <c:v>24005</c:v>
                </c:pt>
                <c:pt idx="1563">
                  <c:v>23986</c:v>
                </c:pt>
                <c:pt idx="1564">
                  <c:v>23990</c:v>
                </c:pt>
                <c:pt idx="1565">
                  <c:v>23977</c:v>
                </c:pt>
                <c:pt idx="1566">
                  <c:v>23964</c:v>
                </c:pt>
                <c:pt idx="1567">
                  <c:v>23938</c:v>
                </c:pt>
                <c:pt idx="1568">
                  <c:v>23938</c:v>
                </c:pt>
                <c:pt idx="1569">
                  <c:v>23940</c:v>
                </c:pt>
                <c:pt idx="1570">
                  <c:v>23907</c:v>
                </c:pt>
                <c:pt idx="1571">
                  <c:v>23902</c:v>
                </c:pt>
                <c:pt idx="1572">
                  <c:v>23885</c:v>
                </c:pt>
                <c:pt idx="1573">
                  <c:v>23864</c:v>
                </c:pt>
                <c:pt idx="1574">
                  <c:v>23780</c:v>
                </c:pt>
                <c:pt idx="1575">
                  <c:v>23795</c:v>
                </c:pt>
                <c:pt idx="1576">
                  <c:v>23790</c:v>
                </c:pt>
                <c:pt idx="1577">
                  <c:v>23790</c:v>
                </c:pt>
                <c:pt idx="1578">
                  <c:v>23781</c:v>
                </c:pt>
                <c:pt idx="1579">
                  <c:v>23729</c:v>
                </c:pt>
                <c:pt idx="1580">
                  <c:v>23720</c:v>
                </c:pt>
                <c:pt idx="1581">
                  <c:v>23718</c:v>
                </c:pt>
                <c:pt idx="1582">
                  <c:v>23592</c:v>
                </c:pt>
                <c:pt idx="1583">
                  <c:v>23599</c:v>
                </c:pt>
                <c:pt idx="1584">
                  <c:v>23531</c:v>
                </c:pt>
                <c:pt idx="1585">
                  <c:v>23529</c:v>
                </c:pt>
                <c:pt idx="1586">
                  <c:v>23527</c:v>
                </c:pt>
                <c:pt idx="1587">
                  <c:v>23545</c:v>
                </c:pt>
                <c:pt idx="1588">
                  <c:v>23542</c:v>
                </c:pt>
                <c:pt idx="1589">
                  <c:v>23544</c:v>
                </c:pt>
                <c:pt idx="1590">
                  <c:v>23541</c:v>
                </c:pt>
                <c:pt idx="1591">
                  <c:v>23500</c:v>
                </c:pt>
                <c:pt idx="1592">
                  <c:v>23493</c:v>
                </c:pt>
                <c:pt idx="1593">
                  <c:v>23489</c:v>
                </c:pt>
                <c:pt idx="1594">
                  <c:v>23508</c:v>
                </c:pt>
                <c:pt idx="1595">
                  <c:v>23465</c:v>
                </c:pt>
                <c:pt idx="1596">
                  <c:v>23455</c:v>
                </c:pt>
                <c:pt idx="1597">
                  <c:v>23454</c:v>
                </c:pt>
                <c:pt idx="1598">
                  <c:v>23455</c:v>
                </c:pt>
                <c:pt idx="1599">
                  <c:v>23393</c:v>
                </c:pt>
                <c:pt idx="1600">
                  <c:v>23390</c:v>
                </c:pt>
                <c:pt idx="1601">
                  <c:v>23383</c:v>
                </c:pt>
                <c:pt idx="1602">
                  <c:v>23344</c:v>
                </c:pt>
                <c:pt idx="1603">
                  <c:v>23347</c:v>
                </c:pt>
                <c:pt idx="1604">
                  <c:v>23336</c:v>
                </c:pt>
                <c:pt idx="1605">
                  <c:v>23356</c:v>
                </c:pt>
                <c:pt idx="1606">
                  <c:v>23355</c:v>
                </c:pt>
                <c:pt idx="1607">
                  <c:v>23334</c:v>
                </c:pt>
                <c:pt idx="1608">
                  <c:v>23331</c:v>
                </c:pt>
                <c:pt idx="1609">
                  <c:v>23342</c:v>
                </c:pt>
                <c:pt idx="1610">
                  <c:v>23347</c:v>
                </c:pt>
                <c:pt idx="1611">
                  <c:v>23339</c:v>
                </c:pt>
                <c:pt idx="1612">
                  <c:v>23334</c:v>
                </c:pt>
                <c:pt idx="1613">
                  <c:v>23329</c:v>
                </c:pt>
                <c:pt idx="1614">
                  <c:v>23332</c:v>
                </c:pt>
                <c:pt idx="1615">
                  <c:v>23321</c:v>
                </c:pt>
                <c:pt idx="1616">
                  <c:v>23323</c:v>
                </c:pt>
                <c:pt idx="1617">
                  <c:v>23329</c:v>
                </c:pt>
                <c:pt idx="1618">
                  <c:v>23313</c:v>
                </c:pt>
                <c:pt idx="1619">
                  <c:v>23310</c:v>
                </c:pt>
                <c:pt idx="1620">
                  <c:v>23300</c:v>
                </c:pt>
                <c:pt idx="1621">
                  <c:v>23301</c:v>
                </c:pt>
                <c:pt idx="1622">
                  <c:v>23284</c:v>
                </c:pt>
                <c:pt idx="1623">
                  <c:v>23280</c:v>
                </c:pt>
                <c:pt idx="1624">
                  <c:v>23287</c:v>
                </c:pt>
                <c:pt idx="1625">
                  <c:v>23250</c:v>
                </c:pt>
                <c:pt idx="1626">
                  <c:v>23256</c:v>
                </c:pt>
                <c:pt idx="1627">
                  <c:v>23260</c:v>
                </c:pt>
                <c:pt idx="1628">
                  <c:v>23240</c:v>
                </c:pt>
                <c:pt idx="1629">
                  <c:v>23208</c:v>
                </c:pt>
                <c:pt idx="1630">
                  <c:v>23202</c:v>
                </c:pt>
                <c:pt idx="1631">
                  <c:v>23205</c:v>
                </c:pt>
                <c:pt idx="1632">
                  <c:v>23190</c:v>
                </c:pt>
                <c:pt idx="1633">
                  <c:v>23177</c:v>
                </c:pt>
                <c:pt idx="1634">
                  <c:v>23179</c:v>
                </c:pt>
                <c:pt idx="1635">
                  <c:v>23014</c:v>
                </c:pt>
                <c:pt idx="1636">
                  <c:v>23011</c:v>
                </c:pt>
                <c:pt idx="1637">
                  <c:v>22940</c:v>
                </c:pt>
                <c:pt idx="1638">
                  <c:v>22916</c:v>
                </c:pt>
                <c:pt idx="1639">
                  <c:v>22917</c:v>
                </c:pt>
                <c:pt idx="1640">
                  <c:v>22894</c:v>
                </c:pt>
                <c:pt idx="1641">
                  <c:v>22885</c:v>
                </c:pt>
                <c:pt idx="1642">
                  <c:v>22880</c:v>
                </c:pt>
                <c:pt idx="1643">
                  <c:v>22845</c:v>
                </c:pt>
                <c:pt idx="1644">
                  <c:v>22830</c:v>
                </c:pt>
                <c:pt idx="1645">
                  <c:v>22659</c:v>
                </c:pt>
                <c:pt idx="1646">
                  <c:v>22647</c:v>
                </c:pt>
                <c:pt idx="1647">
                  <c:v>22350</c:v>
                </c:pt>
                <c:pt idx="1648">
                  <c:v>22308</c:v>
                </c:pt>
                <c:pt idx="1649">
                  <c:v>22303</c:v>
                </c:pt>
                <c:pt idx="1650">
                  <c:v>22278</c:v>
                </c:pt>
                <c:pt idx="1651">
                  <c:v>22209</c:v>
                </c:pt>
                <c:pt idx="1652">
                  <c:v>22205</c:v>
                </c:pt>
                <c:pt idx="1653">
                  <c:v>22150</c:v>
                </c:pt>
                <c:pt idx="1654">
                  <c:v>22104</c:v>
                </c:pt>
                <c:pt idx="1655">
                  <c:v>22081</c:v>
                </c:pt>
                <c:pt idx="1656">
                  <c:v>21898</c:v>
                </c:pt>
                <c:pt idx="1657">
                  <c:v>21895</c:v>
                </c:pt>
                <c:pt idx="1658">
                  <c:v>21878</c:v>
                </c:pt>
                <c:pt idx="1659">
                  <c:v>21909</c:v>
                </c:pt>
                <c:pt idx="1660">
                  <c:v>21657</c:v>
                </c:pt>
                <c:pt idx="1661">
                  <c:v>21659</c:v>
                </c:pt>
                <c:pt idx="1662">
                  <c:v>21604</c:v>
                </c:pt>
                <c:pt idx="1663">
                  <c:v>21604</c:v>
                </c:pt>
                <c:pt idx="1664">
                  <c:v>21603</c:v>
                </c:pt>
                <c:pt idx="1665">
                  <c:v>21603</c:v>
                </c:pt>
                <c:pt idx="1666">
                  <c:v>21628</c:v>
                </c:pt>
                <c:pt idx="1667">
                  <c:v>21625</c:v>
                </c:pt>
                <c:pt idx="1668">
                  <c:v>21557</c:v>
                </c:pt>
                <c:pt idx="1669">
                  <c:v>21526</c:v>
                </c:pt>
                <c:pt idx="1670">
                  <c:v>21407</c:v>
                </c:pt>
                <c:pt idx="1671">
                  <c:v>21423</c:v>
                </c:pt>
                <c:pt idx="1672">
                  <c:v>21427</c:v>
                </c:pt>
                <c:pt idx="1673">
                  <c:v>21428</c:v>
                </c:pt>
                <c:pt idx="1674">
                  <c:v>21426</c:v>
                </c:pt>
                <c:pt idx="1675">
                  <c:v>21438</c:v>
                </c:pt>
                <c:pt idx="1676">
                  <c:v>21438</c:v>
                </c:pt>
                <c:pt idx="1677">
                  <c:v>21425</c:v>
                </c:pt>
                <c:pt idx="1678">
                  <c:v>21429</c:v>
                </c:pt>
                <c:pt idx="1679">
                  <c:v>21430</c:v>
                </c:pt>
                <c:pt idx="1680">
                  <c:v>21407</c:v>
                </c:pt>
                <c:pt idx="1681">
                  <c:v>21407</c:v>
                </c:pt>
                <c:pt idx="1682">
                  <c:v>21406</c:v>
                </c:pt>
                <c:pt idx="1683">
                  <c:v>21394</c:v>
                </c:pt>
                <c:pt idx="1684">
                  <c:v>21393</c:v>
                </c:pt>
                <c:pt idx="1685">
                  <c:v>21388</c:v>
                </c:pt>
                <c:pt idx="1686">
                  <c:v>21391</c:v>
                </c:pt>
                <c:pt idx="1687">
                  <c:v>21387</c:v>
                </c:pt>
                <c:pt idx="1688">
                  <c:v>21354</c:v>
                </c:pt>
                <c:pt idx="1689">
                  <c:v>21351</c:v>
                </c:pt>
                <c:pt idx="1690">
                  <c:v>21347</c:v>
                </c:pt>
                <c:pt idx="1691">
                  <c:v>21313</c:v>
                </c:pt>
                <c:pt idx="1692">
                  <c:v>21283</c:v>
                </c:pt>
                <c:pt idx="1693">
                  <c:v>21282</c:v>
                </c:pt>
                <c:pt idx="1694">
                  <c:v>21191</c:v>
                </c:pt>
                <c:pt idx="1695">
                  <c:v>21189</c:v>
                </c:pt>
                <c:pt idx="1696">
                  <c:v>21188</c:v>
                </c:pt>
                <c:pt idx="1697">
                  <c:v>21181</c:v>
                </c:pt>
                <c:pt idx="1698">
                  <c:v>21181</c:v>
                </c:pt>
                <c:pt idx="1699">
                  <c:v>21182</c:v>
                </c:pt>
                <c:pt idx="1700">
                  <c:v>21142</c:v>
                </c:pt>
                <c:pt idx="1701">
                  <c:v>21145</c:v>
                </c:pt>
                <c:pt idx="1702">
                  <c:v>21147</c:v>
                </c:pt>
                <c:pt idx="1703">
                  <c:v>21087</c:v>
                </c:pt>
                <c:pt idx="1704">
                  <c:v>21086</c:v>
                </c:pt>
                <c:pt idx="1705">
                  <c:v>21079</c:v>
                </c:pt>
                <c:pt idx="1706">
                  <c:v>21074</c:v>
                </c:pt>
                <c:pt idx="1707">
                  <c:v>21074</c:v>
                </c:pt>
                <c:pt idx="1708">
                  <c:v>21051</c:v>
                </c:pt>
                <c:pt idx="1709">
                  <c:v>21049</c:v>
                </c:pt>
                <c:pt idx="1710">
                  <c:v>21043</c:v>
                </c:pt>
                <c:pt idx="1711">
                  <c:v>21043</c:v>
                </c:pt>
                <c:pt idx="1712">
                  <c:v>21033</c:v>
                </c:pt>
                <c:pt idx="1713">
                  <c:v>20866</c:v>
                </c:pt>
                <c:pt idx="1714">
                  <c:v>20738</c:v>
                </c:pt>
                <c:pt idx="1715">
                  <c:v>20737</c:v>
                </c:pt>
                <c:pt idx="1716">
                  <c:v>20737</c:v>
                </c:pt>
                <c:pt idx="1717">
                  <c:v>20733</c:v>
                </c:pt>
                <c:pt idx="1718">
                  <c:v>20722</c:v>
                </c:pt>
                <c:pt idx="1719">
                  <c:v>20725</c:v>
                </c:pt>
                <c:pt idx="1720">
                  <c:v>20713</c:v>
                </c:pt>
                <c:pt idx="1721">
                  <c:v>20708</c:v>
                </c:pt>
                <c:pt idx="1722">
                  <c:v>20629</c:v>
                </c:pt>
                <c:pt idx="1723">
                  <c:v>20556</c:v>
                </c:pt>
                <c:pt idx="1724">
                  <c:v>20474</c:v>
                </c:pt>
                <c:pt idx="1725">
                  <c:v>20472</c:v>
                </c:pt>
                <c:pt idx="1726">
                  <c:v>20471</c:v>
                </c:pt>
                <c:pt idx="1727">
                  <c:v>20482</c:v>
                </c:pt>
                <c:pt idx="1728">
                  <c:v>20481</c:v>
                </c:pt>
                <c:pt idx="1729">
                  <c:v>20448</c:v>
                </c:pt>
                <c:pt idx="1730">
                  <c:v>20404</c:v>
                </c:pt>
                <c:pt idx="1731">
                  <c:v>20405</c:v>
                </c:pt>
                <c:pt idx="1732">
                  <c:v>20405</c:v>
                </c:pt>
                <c:pt idx="1733">
                  <c:v>20407</c:v>
                </c:pt>
                <c:pt idx="1734">
                  <c:v>20406</c:v>
                </c:pt>
                <c:pt idx="1735">
                  <c:v>20406</c:v>
                </c:pt>
                <c:pt idx="1736">
                  <c:v>20408</c:v>
                </c:pt>
                <c:pt idx="1737">
                  <c:v>20407</c:v>
                </c:pt>
                <c:pt idx="1738">
                  <c:v>20400</c:v>
                </c:pt>
                <c:pt idx="1739">
                  <c:v>20400</c:v>
                </c:pt>
                <c:pt idx="1740">
                  <c:v>20401</c:v>
                </c:pt>
                <c:pt idx="1741">
                  <c:v>20399</c:v>
                </c:pt>
                <c:pt idx="1742">
                  <c:v>20389</c:v>
                </c:pt>
                <c:pt idx="1743">
                  <c:v>20388</c:v>
                </c:pt>
                <c:pt idx="1744">
                  <c:v>20363</c:v>
                </c:pt>
                <c:pt idx="1745">
                  <c:v>20342</c:v>
                </c:pt>
                <c:pt idx="1746">
                  <c:v>20332</c:v>
                </c:pt>
                <c:pt idx="1747">
                  <c:v>20332</c:v>
                </c:pt>
                <c:pt idx="1748">
                  <c:v>20275</c:v>
                </c:pt>
                <c:pt idx="1749">
                  <c:v>20231</c:v>
                </c:pt>
                <c:pt idx="1750">
                  <c:v>20229</c:v>
                </c:pt>
                <c:pt idx="1751">
                  <c:v>20215</c:v>
                </c:pt>
                <c:pt idx="1752">
                  <c:v>20149</c:v>
                </c:pt>
                <c:pt idx="1753">
                  <c:v>20148</c:v>
                </c:pt>
                <c:pt idx="1754">
                  <c:v>20148</c:v>
                </c:pt>
                <c:pt idx="1755">
                  <c:v>20145</c:v>
                </c:pt>
                <c:pt idx="1756">
                  <c:v>20151</c:v>
                </c:pt>
                <c:pt idx="1757">
                  <c:v>20146</c:v>
                </c:pt>
                <c:pt idx="1758">
                  <c:v>20124</c:v>
                </c:pt>
                <c:pt idx="1759">
                  <c:v>20103</c:v>
                </c:pt>
                <c:pt idx="1760">
                  <c:v>20001</c:v>
                </c:pt>
                <c:pt idx="1761">
                  <c:v>20006</c:v>
                </c:pt>
                <c:pt idx="1762">
                  <c:v>20007</c:v>
                </c:pt>
                <c:pt idx="1763">
                  <c:v>19997</c:v>
                </c:pt>
                <c:pt idx="1764">
                  <c:v>20000</c:v>
                </c:pt>
                <c:pt idx="1765">
                  <c:v>19999</c:v>
                </c:pt>
                <c:pt idx="1766">
                  <c:v>19999</c:v>
                </c:pt>
                <c:pt idx="1767">
                  <c:v>19983</c:v>
                </c:pt>
                <c:pt idx="1768">
                  <c:v>19901</c:v>
                </c:pt>
                <c:pt idx="1769">
                  <c:v>19894</c:v>
                </c:pt>
                <c:pt idx="1770">
                  <c:v>19882</c:v>
                </c:pt>
                <c:pt idx="1771">
                  <c:v>19883</c:v>
                </c:pt>
                <c:pt idx="1772">
                  <c:v>19841</c:v>
                </c:pt>
                <c:pt idx="1773">
                  <c:v>19831</c:v>
                </c:pt>
                <c:pt idx="1774">
                  <c:v>19817</c:v>
                </c:pt>
                <c:pt idx="1775">
                  <c:v>19747</c:v>
                </c:pt>
                <c:pt idx="1776">
                  <c:v>19745</c:v>
                </c:pt>
                <c:pt idx="1777">
                  <c:v>19734</c:v>
                </c:pt>
                <c:pt idx="1778">
                  <c:v>19733</c:v>
                </c:pt>
                <c:pt idx="1779">
                  <c:v>19719</c:v>
                </c:pt>
                <c:pt idx="1780">
                  <c:v>19659</c:v>
                </c:pt>
                <c:pt idx="1781">
                  <c:v>19658</c:v>
                </c:pt>
                <c:pt idx="1782">
                  <c:v>19627</c:v>
                </c:pt>
                <c:pt idx="1783">
                  <c:v>19606</c:v>
                </c:pt>
                <c:pt idx="1784">
                  <c:v>19523</c:v>
                </c:pt>
                <c:pt idx="1785">
                  <c:v>19518</c:v>
                </c:pt>
                <c:pt idx="1786">
                  <c:v>19516</c:v>
                </c:pt>
                <c:pt idx="1787">
                  <c:v>19507</c:v>
                </c:pt>
                <c:pt idx="1788">
                  <c:v>19485</c:v>
                </c:pt>
                <c:pt idx="1789">
                  <c:v>19483</c:v>
                </c:pt>
                <c:pt idx="1790">
                  <c:v>19433</c:v>
                </c:pt>
                <c:pt idx="1791">
                  <c:v>19410</c:v>
                </c:pt>
                <c:pt idx="1792">
                  <c:v>19408</c:v>
                </c:pt>
                <c:pt idx="1793">
                  <c:v>19303</c:v>
                </c:pt>
                <c:pt idx="1794">
                  <c:v>19305</c:v>
                </c:pt>
                <c:pt idx="1795">
                  <c:v>19305</c:v>
                </c:pt>
                <c:pt idx="1796">
                  <c:v>19304</c:v>
                </c:pt>
                <c:pt idx="1797">
                  <c:v>19298</c:v>
                </c:pt>
                <c:pt idx="1798">
                  <c:v>19202</c:v>
                </c:pt>
                <c:pt idx="1799">
                  <c:v>19189</c:v>
                </c:pt>
                <c:pt idx="1800">
                  <c:v>19152</c:v>
                </c:pt>
                <c:pt idx="1801">
                  <c:v>19151</c:v>
                </c:pt>
                <c:pt idx="1802">
                  <c:v>19092</c:v>
                </c:pt>
                <c:pt idx="1803">
                  <c:v>19091</c:v>
                </c:pt>
                <c:pt idx="1804">
                  <c:v>19082</c:v>
                </c:pt>
                <c:pt idx="1805">
                  <c:v>19082</c:v>
                </c:pt>
                <c:pt idx="1806">
                  <c:v>19087</c:v>
                </c:pt>
                <c:pt idx="1807">
                  <c:v>19052</c:v>
                </c:pt>
                <c:pt idx="1808">
                  <c:v>19052</c:v>
                </c:pt>
                <c:pt idx="1809">
                  <c:v>19036</c:v>
                </c:pt>
                <c:pt idx="1810">
                  <c:v>19036</c:v>
                </c:pt>
                <c:pt idx="1811">
                  <c:v>19036</c:v>
                </c:pt>
                <c:pt idx="1812">
                  <c:v>19031</c:v>
                </c:pt>
                <c:pt idx="1813">
                  <c:v>19020</c:v>
                </c:pt>
                <c:pt idx="1814">
                  <c:v>18997</c:v>
                </c:pt>
                <c:pt idx="1815">
                  <c:v>18997</c:v>
                </c:pt>
                <c:pt idx="1816">
                  <c:v>18972</c:v>
                </c:pt>
                <c:pt idx="1817">
                  <c:v>18956</c:v>
                </c:pt>
                <c:pt idx="1818">
                  <c:v>18952</c:v>
                </c:pt>
                <c:pt idx="1819">
                  <c:v>18952</c:v>
                </c:pt>
                <c:pt idx="1820">
                  <c:v>18998</c:v>
                </c:pt>
                <c:pt idx="1821">
                  <c:v>18998</c:v>
                </c:pt>
                <c:pt idx="1822">
                  <c:v>18999</c:v>
                </c:pt>
                <c:pt idx="1823">
                  <c:v>19005</c:v>
                </c:pt>
                <c:pt idx="1824">
                  <c:v>19113</c:v>
                </c:pt>
                <c:pt idx="1825">
                  <c:v>19108</c:v>
                </c:pt>
                <c:pt idx="1826">
                  <c:v>19102</c:v>
                </c:pt>
                <c:pt idx="1827">
                  <c:v>19095</c:v>
                </c:pt>
                <c:pt idx="1828">
                  <c:v>19093</c:v>
                </c:pt>
                <c:pt idx="1829">
                  <c:v>19091</c:v>
                </c:pt>
                <c:pt idx="1830">
                  <c:v>19083</c:v>
                </c:pt>
                <c:pt idx="1831">
                  <c:v>19078</c:v>
                </c:pt>
                <c:pt idx="1832">
                  <c:v>19075</c:v>
                </c:pt>
                <c:pt idx="1833">
                  <c:v>19071</c:v>
                </c:pt>
                <c:pt idx="1834">
                  <c:v>19063</c:v>
                </c:pt>
                <c:pt idx="1835">
                  <c:v>19037</c:v>
                </c:pt>
                <c:pt idx="1836">
                  <c:v>18994</c:v>
                </c:pt>
                <c:pt idx="1837">
                  <c:v>18932</c:v>
                </c:pt>
                <c:pt idx="1838">
                  <c:v>18924</c:v>
                </c:pt>
                <c:pt idx="1839">
                  <c:v>18914</c:v>
                </c:pt>
                <c:pt idx="1840">
                  <c:v>18900</c:v>
                </c:pt>
                <c:pt idx="1841">
                  <c:v>18878</c:v>
                </c:pt>
                <c:pt idx="1842">
                  <c:v>18854</c:v>
                </c:pt>
                <c:pt idx="1843">
                  <c:v>18817</c:v>
                </c:pt>
                <c:pt idx="1844">
                  <c:v>18779</c:v>
                </c:pt>
                <c:pt idx="1845">
                  <c:v>18702</c:v>
                </c:pt>
                <c:pt idx="1846">
                  <c:v>18587</c:v>
                </c:pt>
                <c:pt idx="1847">
                  <c:v>18468</c:v>
                </c:pt>
                <c:pt idx="1848">
                  <c:v>18387</c:v>
                </c:pt>
                <c:pt idx="1849">
                  <c:v>18320</c:v>
                </c:pt>
                <c:pt idx="1850">
                  <c:v>18216</c:v>
                </c:pt>
                <c:pt idx="1851">
                  <c:v>18145</c:v>
                </c:pt>
                <c:pt idx="1852">
                  <c:v>17906</c:v>
                </c:pt>
                <c:pt idx="1853">
                  <c:v>17631</c:v>
                </c:pt>
              </c:numCache>
            </c:numRef>
          </c:yVal>
          <c:smooth val="1"/>
        </c:ser>
        <c:ser>
          <c:idx val="0"/>
          <c:order val="0"/>
          <c:tx>
            <c:v>M42</c:v>
          </c:tx>
          <c:xVal>
            <c:numRef>
              <c:f>IonSample42RL1_FaastBaseCoverage.xlsx!$A$1:$A$1854</c:f>
              <c:numCache>
                <c:formatCode>General</c:formatCode>
                <c:ptCount val="185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pt idx="1000">
                  <c:v>1001</c:v>
                </c:pt>
                <c:pt idx="1001">
                  <c:v>1002</c:v>
                </c:pt>
                <c:pt idx="1002">
                  <c:v>1003</c:v>
                </c:pt>
                <c:pt idx="1003">
                  <c:v>1004</c:v>
                </c:pt>
                <c:pt idx="1004">
                  <c:v>1005</c:v>
                </c:pt>
                <c:pt idx="1005">
                  <c:v>1006</c:v>
                </c:pt>
                <c:pt idx="1006">
                  <c:v>1007</c:v>
                </c:pt>
                <c:pt idx="1007">
                  <c:v>1008</c:v>
                </c:pt>
                <c:pt idx="1008">
                  <c:v>1009</c:v>
                </c:pt>
                <c:pt idx="1009">
                  <c:v>1010</c:v>
                </c:pt>
                <c:pt idx="1010">
                  <c:v>1011</c:v>
                </c:pt>
                <c:pt idx="1011">
                  <c:v>1012</c:v>
                </c:pt>
                <c:pt idx="1012">
                  <c:v>1013</c:v>
                </c:pt>
                <c:pt idx="1013">
                  <c:v>1014</c:v>
                </c:pt>
                <c:pt idx="1014">
                  <c:v>1015</c:v>
                </c:pt>
                <c:pt idx="1015">
                  <c:v>1016</c:v>
                </c:pt>
                <c:pt idx="1016">
                  <c:v>1017</c:v>
                </c:pt>
                <c:pt idx="1017">
                  <c:v>1018</c:v>
                </c:pt>
                <c:pt idx="1018">
                  <c:v>1019</c:v>
                </c:pt>
                <c:pt idx="1019">
                  <c:v>1020</c:v>
                </c:pt>
                <c:pt idx="1020">
                  <c:v>1021</c:v>
                </c:pt>
                <c:pt idx="1021">
                  <c:v>1022</c:v>
                </c:pt>
                <c:pt idx="1022">
                  <c:v>1023</c:v>
                </c:pt>
                <c:pt idx="1023">
                  <c:v>1024</c:v>
                </c:pt>
                <c:pt idx="1024">
                  <c:v>1025</c:v>
                </c:pt>
                <c:pt idx="1025">
                  <c:v>1026</c:v>
                </c:pt>
                <c:pt idx="1026">
                  <c:v>1027</c:v>
                </c:pt>
                <c:pt idx="1027">
                  <c:v>1028</c:v>
                </c:pt>
                <c:pt idx="1028">
                  <c:v>1029</c:v>
                </c:pt>
                <c:pt idx="1029">
                  <c:v>1030</c:v>
                </c:pt>
                <c:pt idx="1030">
                  <c:v>1031</c:v>
                </c:pt>
                <c:pt idx="1031">
                  <c:v>1032</c:v>
                </c:pt>
                <c:pt idx="1032">
                  <c:v>1033</c:v>
                </c:pt>
                <c:pt idx="1033">
                  <c:v>1034</c:v>
                </c:pt>
                <c:pt idx="1034">
                  <c:v>1035</c:v>
                </c:pt>
                <c:pt idx="1035">
                  <c:v>1036</c:v>
                </c:pt>
                <c:pt idx="1036">
                  <c:v>1037</c:v>
                </c:pt>
                <c:pt idx="1037">
                  <c:v>1038</c:v>
                </c:pt>
                <c:pt idx="1038">
                  <c:v>1039</c:v>
                </c:pt>
                <c:pt idx="1039">
                  <c:v>1040</c:v>
                </c:pt>
                <c:pt idx="1040">
                  <c:v>1041</c:v>
                </c:pt>
                <c:pt idx="1041">
                  <c:v>1042</c:v>
                </c:pt>
                <c:pt idx="1042">
                  <c:v>1043</c:v>
                </c:pt>
                <c:pt idx="1043">
                  <c:v>1044</c:v>
                </c:pt>
                <c:pt idx="1044">
                  <c:v>1045</c:v>
                </c:pt>
                <c:pt idx="1045">
                  <c:v>1046</c:v>
                </c:pt>
                <c:pt idx="1046">
                  <c:v>1047</c:v>
                </c:pt>
                <c:pt idx="1047">
                  <c:v>1048</c:v>
                </c:pt>
                <c:pt idx="1048">
                  <c:v>1049</c:v>
                </c:pt>
                <c:pt idx="1049">
                  <c:v>1050</c:v>
                </c:pt>
                <c:pt idx="1050">
                  <c:v>1051</c:v>
                </c:pt>
                <c:pt idx="1051">
                  <c:v>1052</c:v>
                </c:pt>
                <c:pt idx="1052">
                  <c:v>1053</c:v>
                </c:pt>
                <c:pt idx="1053">
                  <c:v>1054</c:v>
                </c:pt>
                <c:pt idx="1054">
                  <c:v>1055</c:v>
                </c:pt>
                <c:pt idx="1055">
                  <c:v>1056</c:v>
                </c:pt>
                <c:pt idx="1056">
                  <c:v>1057</c:v>
                </c:pt>
                <c:pt idx="1057">
                  <c:v>1058</c:v>
                </c:pt>
                <c:pt idx="1058">
                  <c:v>1059</c:v>
                </c:pt>
                <c:pt idx="1059">
                  <c:v>1060</c:v>
                </c:pt>
                <c:pt idx="1060">
                  <c:v>1061</c:v>
                </c:pt>
                <c:pt idx="1061">
                  <c:v>1062</c:v>
                </c:pt>
                <c:pt idx="1062">
                  <c:v>1063</c:v>
                </c:pt>
                <c:pt idx="1063">
                  <c:v>1064</c:v>
                </c:pt>
                <c:pt idx="1064">
                  <c:v>1065</c:v>
                </c:pt>
                <c:pt idx="1065">
                  <c:v>1066</c:v>
                </c:pt>
                <c:pt idx="1066">
                  <c:v>1067</c:v>
                </c:pt>
                <c:pt idx="1067">
                  <c:v>1068</c:v>
                </c:pt>
                <c:pt idx="1068">
                  <c:v>1069</c:v>
                </c:pt>
                <c:pt idx="1069">
                  <c:v>1070</c:v>
                </c:pt>
                <c:pt idx="1070">
                  <c:v>1071</c:v>
                </c:pt>
                <c:pt idx="1071">
                  <c:v>1072</c:v>
                </c:pt>
                <c:pt idx="1072">
                  <c:v>1073</c:v>
                </c:pt>
                <c:pt idx="1073">
                  <c:v>1074</c:v>
                </c:pt>
                <c:pt idx="1074">
                  <c:v>1075</c:v>
                </c:pt>
                <c:pt idx="1075">
                  <c:v>1076</c:v>
                </c:pt>
                <c:pt idx="1076">
                  <c:v>1077</c:v>
                </c:pt>
                <c:pt idx="1077">
                  <c:v>1078</c:v>
                </c:pt>
                <c:pt idx="1078">
                  <c:v>1079</c:v>
                </c:pt>
                <c:pt idx="1079">
                  <c:v>1080</c:v>
                </c:pt>
                <c:pt idx="1080">
                  <c:v>1081</c:v>
                </c:pt>
                <c:pt idx="1081">
                  <c:v>1082</c:v>
                </c:pt>
                <c:pt idx="1082">
                  <c:v>1083</c:v>
                </c:pt>
                <c:pt idx="1083">
                  <c:v>1084</c:v>
                </c:pt>
                <c:pt idx="1084">
                  <c:v>1085</c:v>
                </c:pt>
                <c:pt idx="1085">
                  <c:v>1086</c:v>
                </c:pt>
                <c:pt idx="1086">
                  <c:v>1087</c:v>
                </c:pt>
                <c:pt idx="1087">
                  <c:v>1088</c:v>
                </c:pt>
                <c:pt idx="1088">
                  <c:v>1089</c:v>
                </c:pt>
                <c:pt idx="1089">
                  <c:v>1090</c:v>
                </c:pt>
                <c:pt idx="1090">
                  <c:v>1091</c:v>
                </c:pt>
                <c:pt idx="1091">
                  <c:v>1092</c:v>
                </c:pt>
                <c:pt idx="1092">
                  <c:v>1093</c:v>
                </c:pt>
                <c:pt idx="1093">
                  <c:v>1094</c:v>
                </c:pt>
                <c:pt idx="1094">
                  <c:v>1095</c:v>
                </c:pt>
                <c:pt idx="1095">
                  <c:v>1096</c:v>
                </c:pt>
                <c:pt idx="1096">
                  <c:v>1097</c:v>
                </c:pt>
                <c:pt idx="1097">
                  <c:v>1098</c:v>
                </c:pt>
                <c:pt idx="1098">
                  <c:v>1099</c:v>
                </c:pt>
                <c:pt idx="1099">
                  <c:v>1100</c:v>
                </c:pt>
                <c:pt idx="1100">
                  <c:v>1101</c:v>
                </c:pt>
                <c:pt idx="1101">
                  <c:v>1102</c:v>
                </c:pt>
                <c:pt idx="1102">
                  <c:v>1103</c:v>
                </c:pt>
                <c:pt idx="1103">
                  <c:v>1104</c:v>
                </c:pt>
                <c:pt idx="1104">
                  <c:v>1105</c:v>
                </c:pt>
                <c:pt idx="1105">
                  <c:v>1106</c:v>
                </c:pt>
                <c:pt idx="1106">
                  <c:v>1107</c:v>
                </c:pt>
                <c:pt idx="1107">
                  <c:v>1108</c:v>
                </c:pt>
                <c:pt idx="1108">
                  <c:v>1109</c:v>
                </c:pt>
                <c:pt idx="1109">
                  <c:v>1110</c:v>
                </c:pt>
                <c:pt idx="1110">
                  <c:v>1111</c:v>
                </c:pt>
                <c:pt idx="1111">
                  <c:v>1112</c:v>
                </c:pt>
                <c:pt idx="1112">
                  <c:v>1113</c:v>
                </c:pt>
                <c:pt idx="1113">
                  <c:v>1114</c:v>
                </c:pt>
                <c:pt idx="1114">
                  <c:v>1115</c:v>
                </c:pt>
                <c:pt idx="1115">
                  <c:v>1116</c:v>
                </c:pt>
                <c:pt idx="1116">
                  <c:v>1117</c:v>
                </c:pt>
                <c:pt idx="1117">
                  <c:v>1118</c:v>
                </c:pt>
                <c:pt idx="1118">
                  <c:v>1119</c:v>
                </c:pt>
                <c:pt idx="1119">
                  <c:v>1120</c:v>
                </c:pt>
                <c:pt idx="1120">
                  <c:v>1121</c:v>
                </c:pt>
                <c:pt idx="1121">
                  <c:v>1122</c:v>
                </c:pt>
                <c:pt idx="1122">
                  <c:v>1123</c:v>
                </c:pt>
                <c:pt idx="1123">
                  <c:v>1124</c:v>
                </c:pt>
                <c:pt idx="1124">
                  <c:v>1125</c:v>
                </c:pt>
                <c:pt idx="1125">
                  <c:v>1126</c:v>
                </c:pt>
                <c:pt idx="1126">
                  <c:v>1127</c:v>
                </c:pt>
                <c:pt idx="1127">
                  <c:v>1128</c:v>
                </c:pt>
                <c:pt idx="1128">
                  <c:v>1129</c:v>
                </c:pt>
                <c:pt idx="1129">
                  <c:v>1130</c:v>
                </c:pt>
                <c:pt idx="1130">
                  <c:v>1131</c:v>
                </c:pt>
                <c:pt idx="1131">
                  <c:v>1132</c:v>
                </c:pt>
                <c:pt idx="1132">
                  <c:v>1133</c:v>
                </c:pt>
                <c:pt idx="1133">
                  <c:v>1134</c:v>
                </c:pt>
                <c:pt idx="1134">
                  <c:v>1135</c:v>
                </c:pt>
                <c:pt idx="1135">
                  <c:v>1136</c:v>
                </c:pt>
                <c:pt idx="1136">
                  <c:v>1137</c:v>
                </c:pt>
                <c:pt idx="1137">
                  <c:v>1138</c:v>
                </c:pt>
                <c:pt idx="1138">
                  <c:v>1139</c:v>
                </c:pt>
                <c:pt idx="1139">
                  <c:v>1140</c:v>
                </c:pt>
                <c:pt idx="1140">
                  <c:v>1141</c:v>
                </c:pt>
                <c:pt idx="1141">
                  <c:v>1142</c:v>
                </c:pt>
                <c:pt idx="1142">
                  <c:v>1143</c:v>
                </c:pt>
                <c:pt idx="1143">
                  <c:v>1144</c:v>
                </c:pt>
                <c:pt idx="1144">
                  <c:v>1145</c:v>
                </c:pt>
                <c:pt idx="1145">
                  <c:v>1146</c:v>
                </c:pt>
                <c:pt idx="1146">
                  <c:v>1147</c:v>
                </c:pt>
                <c:pt idx="1147">
                  <c:v>1148</c:v>
                </c:pt>
                <c:pt idx="1148">
                  <c:v>1149</c:v>
                </c:pt>
                <c:pt idx="1149">
                  <c:v>1150</c:v>
                </c:pt>
                <c:pt idx="1150">
                  <c:v>1151</c:v>
                </c:pt>
                <c:pt idx="1151">
                  <c:v>1152</c:v>
                </c:pt>
                <c:pt idx="1152">
                  <c:v>1153</c:v>
                </c:pt>
                <c:pt idx="1153">
                  <c:v>1154</c:v>
                </c:pt>
                <c:pt idx="1154">
                  <c:v>1155</c:v>
                </c:pt>
                <c:pt idx="1155">
                  <c:v>1156</c:v>
                </c:pt>
                <c:pt idx="1156">
                  <c:v>1157</c:v>
                </c:pt>
                <c:pt idx="1157">
                  <c:v>1158</c:v>
                </c:pt>
                <c:pt idx="1158">
                  <c:v>1159</c:v>
                </c:pt>
                <c:pt idx="1159">
                  <c:v>1160</c:v>
                </c:pt>
                <c:pt idx="1160">
                  <c:v>1161</c:v>
                </c:pt>
                <c:pt idx="1161">
                  <c:v>1162</c:v>
                </c:pt>
                <c:pt idx="1162">
                  <c:v>1163</c:v>
                </c:pt>
                <c:pt idx="1163">
                  <c:v>1164</c:v>
                </c:pt>
                <c:pt idx="1164">
                  <c:v>1165</c:v>
                </c:pt>
                <c:pt idx="1165">
                  <c:v>1166</c:v>
                </c:pt>
                <c:pt idx="1166">
                  <c:v>1167</c:v>
                </c:pt>
                <c:pt idx="1167">
                  <c:v>1168</c:v>
                </c:pt>
                <c:pt idx="1168">
                  <c:v>1169</c:v>
                </c:pt>
                <c:pt idx="1169">
                  <c:v>1170</c:v>
                </c:pt>
                <c:pt idx="1170">
                  <c:v>1171</c:v>
                </c:pt>
                <c:pt idx="1171">
                  <c:v>1172</c:v>
                </c:pt>
                <c:pt idx="1172">
                  <c:v>1173</c:v>
                </c:pt>
                <c:pt idx="1173">
                  <c:v>1174</c:v>
                </c:pt>
                <c:pt idx="1174">
                  <c:v>1175</c:v>
                </c:pt>
                <c:pt idx="1175">
                  <c:v>1176</c:v>
                </c:pt>
                <c:pt idx="1176">
                  <c:v>1177</c:v>
                </c:pt>
                <c:pt idx="1177">
                  <c:v>1178</c:v>
                </c:pt>
                <c:pt idx="1178">
                  <c:v>1179</c:v>
                </c:pt>
                <c:pt idx="1179">
                  <c:v>1180</c:v>
                </c:pt>
                <c:pt idx="1180">
                  <c:v>1181</c:v>
                </c:pt>
                <c:pt idx="1181">
                  <c:v>1182</c:v>
                </c:pt>
                <c:pt idx="1182">
                  <c:v>1183</c:v>
                </c:pt>
                <c:pt idx="1183">
                  <c:v>1184</c:v>
                </c:pt>
                <c:pt idx="1184">
                  <c:v>1185</c:v>
                </c:pt>
                <c:pt idx="1185">
                  <c:v>1186</c:v>
                </c:pt>
                <c:pt idx="1186">
                  <c:v>1187</c:v>
                </c:pt>
                <c:pt idx="1187">
                  <c:v>1188</c:v>
                </c:pt>
                <c:pt idx="1188">
                  <c:v>1189</c:v>
                </c:pt>
                <c:pt idx="1189">
                  <c:v>1190</c:v>
                </c:pt>
                <c:pt idx="1190">
                  <c:v>1191</c:v>
                </c:pt>
                <c:pt idx="1191">
                  <c:v>1192</c:v>
                </c:pt>
                <c:pt idx="1192">
                  <c:v>1193</c:v>
                </c:pt>
                <c:pt idx="1193">
                  <c:v>1194</c:v>
                </c:pt>
                <c:pt idx="1194">
                  <c:v>1195</c:v>
                </c:pt>
                <c:pt idx="1195">
                  <c:v>1196</c:v>
                </c:pt>
                <c:pt idx="1196">
                  <c:v>1197</c:v>
                </c:pt>
                <c:pt idx="1197">
                  <c:v>1198</c:v>
                </c:pt>
                <c:pt idx="1198">
                  <c:v>1199</c:v>
                </c:pt>
                <c:pt idx="1199">
                  <c:v>1200</c:v>
                </c:pt>
                <c:pt idx="1200">
                  <c:v>1201</c:v>
                </c:pt>
                <c:pt idx="1201">
                  <c:v>1202</c:v>
                </c:pt>
                <c:pt idx="1202">
                  <c:v>1203</c:v>
                </c:pt>
                <c:pt idx="1203">
                  <c:v>1204</c:v>
                </c:pt>
                <c:pt idx="1204">
                  <c:v>1205</c:v>
                </c:pt>
                <c:pt idx="1205">
                  <c:v>1206</c:v>
                </c:pt>
                <c:pt idx="1206">
                  <c:v>1207</c:v>
                </c:pt>
                <c:pt idx="1207">
                  <c:v>1208</c:v>
                </c:pt>
                <c:pt idx="1208">
                  <c:v>1209</c:v>
                </c:pt>
                <c:pt idx="1209">
                  <c:v>1210</c:v>
                </c:pt>
                <c:pt idx="1210">
                  <c:v>1211</c:v>
                </c:pt>
                <c:pt idx="1211">
                  <c:v>1212</c:v>
                </c:pt>
                <c:pt idx="1212">
                  <c:v>1213</c:v>
                </c:pt>
                <c:pt idx="1213">
                  <c:v>1214</c:v>
                </c:pt>
                <c:pt idx="1214">
                  <c:v>1215</c:v>
                </c:pt>
                <c:pt idx="1215">
                  <c:v>1216</c:v>
                </c:pt>
                <c:pt idx="1216">
                  <c:v>1217</c:v>
                </c:pt>
                <c:pt idx="1217">
                  <c:v>1218</c:v>
                </c:pt>
                <c:pt idx="1218">
                  <c:v>1219</c:v>
                </c:pt>
                <c:pt idx="1219">
                  <c:v>1220</c:v>
                </c:pt>
                <c:pt idx="1220">
                  <c:v>1221</c:v>
                </c:pt>
                <c:pt idx="1221">
                  <c:v>1222</c:v>
                </c:pt>
                <c:pt idx="1222">
                  <c:v>1223</c:v>
                </c:pt>
                <c:pt idx="1223">
                  <c:v>1224</c:v>
                </c:pt>
                <c:pt idx="1224">
                  <c:v>1225</c:v>
                </c:pt>
                <c:pt idx="1225">
                  <c:v>1226</c:v>
                </c:pt>
                <c:pt idx="1226">
                  <c:v>1227</c:v>
                </c:pt>
                <c:pt idx="1227">
                  <c:v>1228</c:v>
                </c:pt>
                <c:pt idx="1228">
                  <c:v>1229</c:v>
                </c:pt>
                <c:pt idx="1229">
                  <c:v>1230</c:v>
                </c:pt>
                <c:pt idx="1230">
                  <c:v>1231</c:v>
                </c:pt>
                <c:pt idx="1231">
                  <c:v>1232</c:v>
                </c:pt>
                <c:pt idx="1232">
                  <c:v>1233</c:v>
                </c:pt>
                <c:pt idx="1233">
                  <c:v>1234</c:v>
                </c:pt>
                <c:pt idx="1234">
                  <c:v>1235</c:v>
                </c:pt>
                <c:pt idx="1235">
                  <c:v>1236</c:v>
                </c:pt>
                <c:pt idx="1236">
                  <c:v>1237</c:v>
                </c:pt>
                <c:pt idx="1237">
                  <c:v>1238</c:v>
                </c:pt>
                <c:pt idx="1238">
                  <c:v>1239</c:v>
                </c:pt>
                <c:pt idx="1239">
                  <c:v>1240</c:v>
                </c:pt>
                <c:pt idx="1240">
                  <c:v>1241</c:v>
                </c:pt>
                <c:pt idx="1241">
                  <c:v>1242</c:v>
                </c:pt>
                <c:pt idx="1242">
                  <c:v>1243</c:v>
                </c:pt>
                <c:pt idx="1243">
                  <c:v>1244</c:v>
                </c:pt>
                <c:pt idx="1244">
                  <c:v>1245</c:v>
                </c:pt>
                <c:pt idx="1245">
                  <c:v>1246</c:v>
                </c:pt>
                <c:pt idx="1246">
                  <c:v>1247</c:v>
                </c:pt>
                <c:pt idx="1247">
                  <c:v>1248</c:v>
                </c:pt>
                <c:pt idx="1248">
                  <c:v>1249</c:v>
                </c:pt>
                <c:pt idx="1249">
                  <c:v>1250</c:v>
                </c:pt>
                <c:pt idx="1250">
                  <c:v>1251</c:v>
                </c:pt>
                <c:pt idx="1251">
                  <c:v>1252</c:v>
                </c:pt>
                <c:pt idx="1252">
                  <c:v>1253</c:v>
                </c:pt>
                <c:pt idx="1253">
                  <c:v>1254</c:v>
                </c:pt>
                <c:pt idx="1254">
                  <c:v>1255</c:v>
                </c:pt>
                <c:pt idx="1255">
                  <c:v>1256</c:v>
                </c:pt>
                <c:pt idx="1256">
                  <c:v>1257</c:v>
                </c:pt>
                <c:pt idx="1257">
                  <c:v>1258</c:v>
                </c:pt>
                <c:pt idx="1258">
                  <c:v>1259</c:v>
                </c:pt>
                <c:pt idx="1259">
                  <c:v>1260</c:v>
                </c:pt>
                <c:pt idx="1260">
                  <c:v>1261</c:v>
                </c:pt>
                <c:pt idx="1261">
                  <c:v>1262</c:v>
                </c:pt>
                <c:pt idx="1262">
                  <c:v>1263</c:v>
                </c:pt>
                <c:pt idx="1263">
                  <c:v>1264</c:v>
                </c:pt>
                <c:pt idx="1264">
                  <c:v>1265</c:v>
                </c:pt>
                <c:pt idx="1265">
                  <c:v>1266</c:v>
                </c:pt>
                <c:pt idx="1266">
                  <c:v>1267</c:v>
                </c:pt>
                <c:pt idx="1267">
                  <c:v>1268</c:v>
                </c:pt>
                <c:pt idx="1268">
                  <c:v>1269</c:v>
                </c:pt>
                <c:pt idx="1269">
                  <c:v>1270</c:v>
                </c:pt>
                <c:pt idx="1270">
                  <c:v>1271</c:v>
                </c:pt>
                <c:pt idx="1271">
                  <c:v>1272</c:v>
                </c:pt>
                <c:pt idx="1272">
                  <c:v>1273</c:v>
                </c:pt>
                <c:pt idx="1273">
                  <c:v>1274</c:v>
                </c:pt>
                <c:pt idx="1274">
                  <c:v>1275</c:v>
                </c:pt>
                <c:pt idx="1275">
                  <c:v>1276</c:v>
                </c:pt>
                <c:pt idx="1276">
                  <c:v>1277</c:v>
                </c:pt>
                <c:pt idx="1277">
                  <c:v>1278</c:v>
                </c:pt>
                <c:pt idx="1278">
                  <c:v>1279</c:v>
                </c:pt>
                <c:pt idx="1279">
                  <c:v>1280</c:v>
                </c:pt>
                <c:pt idx="1280">
                  <c:v>1281</c:v>
                </c:pt>
                <c:pt idx="1281">
                  <c:v>1282</c:v>
                </c:pt>
                <c:pt idx="1282">
                  <c:v>1283</c:v>
                </c:pt>
                <c:pt idx="1283">
                  <c:v>1284</c:v>
                </c:pt>
                <c:pt idx="1284">
                  <c:v>1285</c:v>
                </c:pt>
                <c:pt idx="1285">
                  <c:v>1286</c:v>
                </c:pt>
                <c:pt idx="1286">
                  <c:v>1287</c:v>
                </c:pt>
                <c:pt idx="1287">
                  <c:v>1288</c:v>
                </c:pt>
                <c:pt idx="1288">
                  <c:v>1289</c:v>
                </c:pt>
                <c:pt idx="1289">
                  <c:v>1290</c:v>
                </c:pt>
                <c:pt idx="1290">
                  <c:v>1291</c:v>
                </c:pt>
                <c:pt idx="1291">
                  <c:v>1292</c:v>
                </c:pt>
                <c:pt idx="1292">
                  <c:v>1293</c:v>
                </c:pt>
                <c:pt idx="1293">
                  <c:v>1294</c:v>
                </c:pt>
                <c:pt idx="1294">
                  <c:v>1295</c:v>
                </c:pt>
                <c:pt idx="1295">
                  <c:v>1296</c:v>
                </c:pt>
                <c:pt idx="1296">
                  <c:v>1297</c:v>
                </c:pt>
                <c:pt idx="1297">
                  <c:v>1298</c:v>
                </c:pt>
                <c:pt idx="1298">
                  <c:v>1299</c:v>
                </c:pt>
                <c:pt idx="1299">
                  <c:v>1300</c:v>
                </c:pt>
                <c:pt idx="1300">
                  <c:v>1301</c:v>
                </c:pt>
                <c:pt idx="1301">
                  <c:v>1302</c:v>
                </c:pt>
                <c:pt idx="1302">
                  <c:v>1303</c:v>
                </c:pt>
                <c:pt idx="1303">
                  <c:v>1304</c:v>
                </c:pt>
                <c:pt idx="1304">
                  <c:v>1305</c:v>
                </c:pt>
                <c:pt idx="1305">
                  <c:v>1306</c:v>
                </c:pt>
                <c:pt idx="1306">
                  <c:v>1307</c:v>
                </c:pt>
                <c:pt idx="1307">
                  <c:v>1308</c:v>
                </c:pt>
                <c:pt idx="1308">
                  <c:v>1309</c:v>
                </c:pt>
                <c:pt idx="1309">
                  <c:v>1310</c:v>
                </c:pt>
                <c:pt idx="1310">
                  <c:v>1311</c:v>
                </c:pt>
                <c:pt idx="1311">
                  <c:v>1312</c:v>
                </c:pt>
                <c:pt idx="1312">
                  <c:v>1313</c:v>
                </c:pt>
                <c:pt idx="1313">
                  <c:v>1314</c:v>
                </c:pt>
                <c:pt idx="1314">
                  <c:v>1315</c:v>
                </c:pt>
                <c:pt idx="1315">
                  <c:v>1316</c:v>
                </c:pt>
                <c:pt idx="1316">
                  <c:v>1317</c:v>
                </c:pt>
                <c:pt idx="1317">
                  <c:v>1318</c:v>
                </c:pt>
                <c:pt idx="1318">
                  <c:v>1319</c:v>
                </c:pt>
                <c:pt idx="1319">
                  <c:v>1320</c:v>
                </c:pt>
                <c:pt idx="1320">
                  <c:v>1321</c:v>
                </c:pt>
                <c:pt idx="1321">
                  <c:v>1322</c:v>
                </c:pt>
                <c:pt idx="1322">
                  <c:v>1323</c:v>
                </c:pt>
                <c:pt idx="1323">
                  <c:v>1324</c:v>
                </c:pt>
                <c:pt idx="1324">
                  <c:v>1325</c:v>
                </c:pt>
                <c:pt idx="1325">
                  <c:v>1326</c:v>
                </c:pt>
                <c:pt idx="1326">
                  <c:v>1327</c:v>
                </c:pt>
                <c:pt idx="1327">
                  <c:v>1328</c:v>
                </c:pt>
                <c:pt idx="1328">
                  <c:v>1329</c:v>
                </c:pt>
                <c:pt idx="1329">
                  <c:v>1330</c:v>
                </c:pt>
                <c:pt idx="1330">
                  <c:v>1331</c:v>
                </c:pt>
                <c:pt idx="1331">
                  <c:v>1332</c:v>
                </c:pt>
                <c:pt idx="1332">
                  <c:v>1333</c:v>
                </c:pt>
                <c:pt idx="1333">
                  <c:v>1334</c:v>
                </c:pt>
                <c:pt idx="1334">
                  <c:v>1335</c:v>
                </c:pt>
                <c:pt idx="1335">
                  <c:v>1336</c:v>
                </c:pt>
                <c:pt idx="1336">
                  <c:v>1337</c:v>
                </c:pt>
                <c:pt idx="1337">
                  <c:v>1338</c:v>
                </c:pt>
                <c:pt idx="1338">
                  <c:v>1339</c:v>
                </c:pt>
                <c:pt idx="1339">
                  <c:v>1340</c:v>
                </c:pt>
                <c:pt idx="1340">
                  <c:v>1341</c:v>
                </c:pt>
                <c:pt idx="1341">
                  <c:v>1342</c:v>
                </c:pt>
                <c:pt idx="1342">
                  <c:v>1343</c:v>
                </c:pt>
                <c:pt idx="1343">
                  <c:v>1344</c:v>
                </c:pt>
                <c:pt idx="1344">
                  <c:v>1345</c:v>
                </c:pt>
                <c:pt idx="1345">
                  <c:v>1346</c:v>
                </c:pt>
                <c:pt idx="1346">
                  <c:v>1347</c:v>
                </c:pt>
                <c:pt idx="1347">
                  <c:v>1348</c:v>
                </c:pt>
                <c:pt idx="1348">
                  <c:v>1349</c:v>
                </c:pt>
                <c:pt idx="1349">
                  <c:v>1350</c:v>
                </c:pt>
                <c:pt idx="1350">
                  <c:v>1351</c:v>
                </c:pt>
                <c:pt idx="1351">
                  <c:v>1352</c:v>
                </c:pt>
                <c:pt idx="1352">
                  <c:v>1353</c:v>
                </c:pt>
                <c:pt idx="1353">
                  <c:v>1354</c:v>
                </c:pt>
                <c:pt idx="1354">
                  <c:v>1355</c:v>
                </c:pt>
                <c:pt idx="1355">
                  <c:v>1356</c:v>
                </c:pt>
                <c:pt idx="1356">
                  <c:v>1357</c:v>
                </c:pt>
                <c:pt idx="1357">
                  <c:v>1358</c:v>
                </c:pt>
                <c:pt idx="1358">
                  <c:v>1359</c:v>
                </c:pt>
                <c:pt idx="1359">
                  <c:v>1360</c:v>
                </c:pt>
                <c:pt idx="1360">
                  <c:v>1361</c:v>
                </c:pt>
                <c:pt idx="1361">
                  <c:v>1362</c:v>
                </c:pt>
                <c:pt idx="1362">
                  <c:v>1363</c:v>
                </c:pt>
                <c:pt idx="1363">
                  <c:v>1364</c:v>
                </c:pt>
                <c:pt idx="1364">
                  <c:v>1365</c:v>
                </c:pt>
                <c:pt idx="1365">
                  <c:v>1366</c:v>
                </c:pt>
                <c:pt idx="1366">
                  <c:v>1367</c:v>
                </c:pt>
                <c:pt idx="1367">
                  <c:v>1368</c:v>
                </c:pt>
                <c:pt idx="1368">
                  <c:v>1369</c:v>
                </c:pt>
                <c:pt idx="1369">
                  <c:v>1370</c:v>
                </c:pt>
                <c:pt idx="1370">
                  <c:v>1371</c:v>
                </c:pt>
                <c:pt idx="1371">
                  <c:v>1372</c:v>
                </c:pt>
                <c:pt idx="1372">
                  <c:v>1373</c:v>
                </c:pt>
                <c:pt idx="1373">
                  <c:v>1374</c:v>
                </c:pt>
                <c:pt idx="1374">
                  <c:v>1375</c:v>
                </c:pt>
                <c:pt idx="1375">
                  <c:v>1376</c:v>
                </c:pt>
                <c:pt idx="1376">
                  <c:v>1377</c:v>
                </c:pt>
                <c:pt idx="1377">
                  <c:v>1378</c:v>
                </c:pt>
                <c:pt idx="1378">
                  <c:v>1379</c:v>
                </c:pt>
                <c:pt idx="1379">
                  <c:v>1380</c:v>
                </c:pt>
                <c:pt idx="1380">
                  <c:v>1381</c:v>
                </c:pt>
                <c:pt idx="1381">
                  <c:v>1382</c:v>
                </c:pt>
                <c:pt idx="1382">
                  <c:v>1383</c:v>
                </c:pt>
                <c:pt idx="1383">
                  <c:v>1384</c:v>
                </c:pt>
                <c:pt idx="1384">
                  <c:v>1385</c:v>
                </c:pt>
                <c:pt idx="1385">
                  <c:v>1386</c:v>
                </c:pt>
                <c:pt idx="1386">
                  <c:v>1387</c:v>
                </c:pt>
                <c:pt idx="1387">
                  <c:v>1388</c:v>
                </c:pt>
                <c:pt idx="1388">
                  <c:v>1389</c:v>
                </c:pt>
                <c:pt idx="1389">
                  <c:v>1390</c:v>
                </c:pt>
                <c:pt idx="1390">
                  <c:v>1391</c:v>
                </c:pt>
                <c:pt idx="1391">
                  <c:v>1392</c:v>
                </c:pt>
                <c:pt idx="1392">
                  <c:v>1393</c:v>
                </c:pt>
                <c:pt idx="1393">
                  <c:v>1394</c:v>
                </c:pt>
                <c:pt idx="1394">
                  <c:v>1395</c:v>
                </c:pt>
                <c:pt idx="1395">
                  <c:v>1396</c:v>
                </c:pt>
                <c:pt idx="1396">
                  <c:v>1397</c:v>
                </c:pt>
                <c:pt idx="1397">
                  <c:v>1398</c:v>
                </c:pt>
                <c:pt idx="1398">
                  <c:v>1399</c:v>
                </c:pt>
                <c:pt idx="1399">
                  <c:v>1400</c:v>
                </c:pt>
                <c:pt idx="1400">
                  <c:v>1401</c:v>
                </c:pt>
                <c:pt idx="1401">
                  <c:v>1402</c:v>
                </c:pt>
                <c:pt idx="1402">
                  <c:v>1403</c:v>
                </c:pt>
                <c:pt idx="1403">
                  <c:v>1404</c:v>
                </c:pt>
                <c:pt idx="1404">
                  <c:v>1405</c:v>
                </c:pt>
                <c:pt idx="1405">
                  <c:v>1406</c:v>
                </c:pt>
                <c:pt idx="1406">
                  <c:v>1407</c:v>
                </c:pt>
                <c:pt idx="1407">
                  <c:v>1408</c:v>
                </c:pt>
                <c:pt idx="1408">
                  <c:v>1409</c:v>
                </c:pt>
                <c:pt idx="1409">
                  <c:v>1410</c:v>
                </c:pt>
                <c:pt idx="1410">
                  <c:v>1411</c:v>
                </c:pt>
                <c:pt idx="1411">
                  <c:v>1412</c:v>
                </c:pt>
                <c:pt idx="1412">
                  <c:v>1413</c:v>
                </c:pt>
                <c:pt idx="1413">
                  <c:v>1414</c:v>
                </c:pt>
                <c:pt idx="1414">
                  <c:v>1415</c:v>
                </c:pt>
                <c:pt idx="1415">
                  <c:v>1416</c:v>
                </c:pt>
                <c:pt idx="1416">
                  <c:v>1417</c:v>
                </c:pt>
                <c:pt idx="1417">
                  <c:v>1418</c:v>
                </c:pt>
                <c:pt idx="1418">
                  <c:v>1419</c:v>
                </c:pt>
                <c:pt idx="1419">
                  <c:v>1420</c:v>
                </c:pt>
                <c:pt idx="1420">
                  <c:v>1421</c:v>
                </c:pt>
                <c:pt idx="1421">
                  <c:v>1422</c:v>
                </c:pt>
                <c:pt idx="1422">
                  <c:v>1423</c:v>
                </c:pt>
                <c:pt idx="1423">
                  <c:v>1424</c:v>
                </c:pt>
                <c:pt idx="1424">
                  <c:v>1425</c:v>
                </c:pt>
                <c:pt idx="1425">
                  <c:v>1426</c:v>
                </c:pt>
                <c:pt idx="1426">
                  <c:v>1427</c:v>
                </c:pt>
                <c:pt idx="1427">
                  <c:v>1428</c:v>
                </c:pt>
                <c:pt idx="1428">
                  <c:v>1429</c:v>
                </c:pt>
                <c:pt idx="1429">
                  <c:v>1430</c:v>
                </c:pt>
                <c:pt idx="1430">
                  <c:v>1431</c:v>
                </c:pt>
                <c:pt idx="1431">
                  <c:v>1432</c:v>
                </c:pt>
                <c:pt idx="1432">
                  <c:v>1433</c:v>
                </c:pt>
                <c:pt idx="1433">
                  <c:v>1434</c:v>
                </c:pt>
                <c:pt idx="1434">
                  <c:v>1435</c:v>
                </c:pt>
                <c:pt idx="1435">
                  <c:v>1436</c:v>
                </c:pt>
                <c:pt idx="1436">
                  <c:v>1437</c:v>
                </c:pt>
                <c:pt idx="1437">
                  <c:v>1438</c:v>
                </c:pt>
                <c:pt idx="1438">
                  <c:v>1439</c:v>
                </c:pt>
                <c:pt idx="1439">
                  <c:v>1440</c:v>
                </c:pt>
                <c:pt idx="1440">
                  <c:v>1441</c:v>
                </c:pt>
                <c:pt idx="1441">
                  <c:v>1442</c:v>
                </c:pt>
                <c:pt idx="1442">
                  <c:v>1443</c:v>
                </c:pt>
                <c:pt idx="1443">
                  <c:v>1444</c:v>
                </c:pt>
                <c:pt idx="1444">
                  <c:v>1445</c:v>
                </c:pt>
                <c:pt idx="1445">
                  <c:v>1446</c:v>
                </c:pt>
                <c:pt idx="1446">
                  <c:v>1447</c:v>
                </c:pt>
                <c:pt idx="1447">
                  <c:v>1448</c:v>
                </c:pt>
                <c:pt idx="1448">
                  <c:v>1449</c:v>
                </c:pt>
                <c:pt idx="1449">
                  <c:v>1450</c:v>
                </c:pt>
                <c:pt idx="1450">
                  <c:v>1451</c:v>
                </c:pt>
                <c:pt idx="1451">
                  <c:v>1452</c:v>
                </c:pt>
                <c:pt idx="1452">
                  <c:v>1453</c:v>
                </c:pt>
                <c:pt idx="1453">
                  <c:v>1454</c:v>
                </c:pt>
                <c:pt idx="1454">
                  <c:v>1455</c:v>
                </c:pt>
                <c:pt idx="1455">
                  <c:v>1456</c:v>
                </c:pt>
                <c:pt idx="1456">
                  <c:v>1457</c:v>
                </c:pt>
                <c:pt idx="1457">
                  <c:v>1458</c:v>
                </c:pt>
                <c:pt idx="1458">
                  <c:v>1459</c:v>
                </c:pt>
                <c:pt idx="1459">
                  <c:v>1460</c:v>
                </c:pt>
                <c:pt idx="1460">
                  <c:v>1461</c:v>
                </c:pt>
                <c:pt idx="1461">
                  <c:v>1462</c:v>
                </c:pt>
                <c:pt idx="1462">
                  <c:v>1463</c:v>
                </c:pt>
                <c:pt idx="1463">
                  <c:v>1464</c:v>
                </c:pt>
                <c:pt idx="1464">
                  <c:v>1465</c:v>
                </c:pt>
                <c:pt idx="1465">
                  <c:v>1466</c:v>
                </c:pt>
                <c:pt idx="1466">
                  <c:v>1467</c:v>
                </c:pt>
                <c:pt idx="1467">
                  <c:v>1468</c:v>
                </c:pt>
                <c:pt idx="1468">
                  <c:v>1469</c:v>
                </c:pt>
                <c:pt idx="1469">
                  <c:v>1470</c:v>
                </c:pt>
                <c:pt idx="1470">
                  <c:v>1471</c:v>
                </c:pt>
                <c:pt idx="1471">
                  <c:v>1472</c:v>
                </c:pt>
                <c:pt idx="1472">
                  <c:v>1473</c:v>
                </c:pt>
                <c:pt idx="1473">
                  <c:v>1474</c:v>
                </c:pt>
                <c:pt idx="1474">
                  <c:v>1475</c:v>
                </c:pt>
                <c:pt idx="1475">
                  <c:v>1476</c:v>
                </c:pt>
                <c:pt idx="1476">
                  <c:v>1477</c:v>
                </c:pt>
                <c:pt idx="1477">
                  <c:v>1478</c:v>
                </c:pt>
                <c:pt idx="1478">
                  <c:v>1479</c:v>
                </c:pt>
                <c:pt idx="1479">
                  <c:v>1480</c:v>
                </c:pt>
                <c:pt idx="1480">
                  <c:v>1481</c:v>
                </c:pt>
                <c:pt idx="1481">
                  <c:v>1482</c:v>
                </c:pt>
                <c:pt idx="1482">
                  <c:v>1483</c:v>
                </c:pt>
                <c:pt idx="1483">
                  <c:v>1484</c:v>
                </c:pt>
                <c:pt idx="1484">
                  <c:v>1485</c:v>
                </c:pt>
                <c:pt idx="1485">
                  <c:v>1486</c:v>
                </c:pt>
                <c:pt idx="1486">
                  <c:v>1487</c:v>
                </c:pt>
                <c:pt idx="1487">
                  <c:v>1488</c:v>
                </c:pt>
                <c:pt idx="1488">
                  <c:v>1489</c:v>
                </c:pt>
                <c:pt idx="1489">
                  <c:v>1490</c:v>
                </c:pt>
                <c:pt idx="1490">
                  <c:v>1491</c:v>
                </c:pt>
                <c:pt idx="1491">
                  <c:v>1492</c:v>
                </c:pt>
                <c:pt idx="1492">
                  <c:v>1493</c:v>
                </c:pt>
                <c:pt idx="1493">
                  <c:v>1494</c:v>
                </c:pt>
                <c:pt idx="1494">
                  <c:v>1495</c:v>
                </c:pt>
                <c:pt idx="1495">
                  <c:v>1496</c:v>
                </c:pt>
                <c:pt idx="1496">
                  <c:v>1497</c:v>
                </c:pt>
                <c:pt idx="1497">
                  <c:v>1498</c:v>
                </c:pt>
                <c:pt idx="1498">
                  <c:v>1499</c:v>
                </c:pt>
                <c:pt idx="1499">
                  <c:v>1500</c:v>
                </c:pt>
                <c:pt idx="1500">
                  <c:v>1501</c:v>
                </c:pt>
                <c:pt idx="1501">
                  <c:v>1502</c:v>
                </c:pt>
                <c:pt idx="1502">
                  <c:v>1503</c:v>
                </c:pt>
                <c:pt idx="1503">
                  <c:v>1504</c:v>
                </c:pt>
                <c:pt idx="1504">
                  <c:v>1505</c:v>
                </c:pt>
                <c:pt idx="1505">
                  <c:v>1506</c:v>
                </c:pt>
                <c:pt idx="1506">
                  <c:v>1507</c:v>
                </c:pt>
                <c:pt idx="1507">
                  <c:v>1508</c:v>
                </c:pt>
                <c:pt idx="1508">
                  <c:v>1509</c:v>
                </c:pt>
                <c:pt idx="1509">
                  <c:v>1510</c:v>
                </c:pt>
                <c:pt idx="1510">
                  <c:v>1511</c:v>
                </c:pt>
                <c:pt idx="1511">
                  <c:v>1512</c:v>
                </c:pt>
                <c:pt idx="1512">
                  <c:v>1513</c:v>
                </c:pt>
                <c:pt idx="1513">
                  <c:v>1514</c:v>
                </c:pt>
                <c:pt idx="1514">
                  <c:v>1515</c:v>
                </c:pt>
                <c:pt idx="1515">
                  <c:v>1516</c:v>
                </c:pt>
                <c:pt idx="1516">
                  <c:v>1517</c:v>
                </c:pt>
                <c:pt idx="1517">
                  <c:v>1518</c:v>
                </c:pt>
                <c:pt idx="1518">
                  <c:v>1519</c:v>
                </c:pt>
                <c:pt idx="1519">
                  <c:v>1520</c:v>
                </c:pt>
                <c:pt idx="1520">
                  <c:v>1521</c:v>
                </c:pt>
                <c:pt idx="1521">
                  <c:v>1522</c:v>
                </c:pt>
                <c:pt idx="1522">
                  <c:v>1523</c:v>
                </c:pt>
                <c:pt idx="1523">
                  <c:v>1524</c:v>
                </c:pt>
                <c:pt idx="1524">
                  <c:v>1525</c:v>
                </c:pt>
                <c:pt idx="1525">
                  <c:v>1526</c:v>
                </c:pt>
                <c:pt idx="1526">
                  <c:v>1527</c:v>
                </c:pt>
                <c:pt idx="1527">
                  <c:v>1528</c:v>
                </c:pt>
                <c:pt idx="1528">
                  <c:v>1529</c:v>
                </c:pt>
                <c:pt idx="1529">
                  <c:v>1530</c:v>
                </c:pt>
                <c:pt idx="1530">
                  <c:v>1531</c:v>
                </c:pt>
                <c:pt idx="1531">
                  <c:v>1532</c:v>
                </c:pt>
                <c:pt idx="1532">
                  <c:v>1533</c:v>
                </c:pt>
                <c:pt idx="1533">
                  <c:v>1534</c:v>
                </c:pt>
                <c:pt idx="1534">
                  <c:v>1535</c:v>
                </c:pt>
                <c:pt idx="1535">
                  <c:v>1536</c:v>
                </c:pt>
                <c:pt idx="1536">
                  <c:v>1537</c:v>
                </c:pt>
                <c:pt idx="1537">
                  <c:v>1538</c:v>
                </c:pt>
                <c:pt idx="1538">
                  <c:v>1539</c:v>
                </c:pt>
                <c:pt idx="1539">
                  <c:v>1540</c:v>
                </c:pt>
                <c:pt idx="1540">
                  <c:v>1541</c:v>
                </c:pt>
                <c:pt idx="1541">
                  <c:v>1542</c:v>
                </c:pt>
                <c:pt idx="1542">
                  <c:v>1543</c:v>
                </c:pt>
                <c:pt idx="1543">
                  <c:v>1544</c:v>
                </c:pt>
                <c:pt idx="1544">
                  <c:v>1545</c:v>
                </c:pt>
                <c:pt idx="1545">
                  <c:v>1546</c:v>
                </c:pt>
                <c:pt idx="1546">
                  <c:v>1547</c:v>
                </c:pt>
                <c:pt idx="1547">
                  <c:v>1548</c:v>
                </c:pt>
                <c:pt idx="1548">
                  <c:v>1549</c:v>
                </c:pt>
                <c:pt idx="1549">
                  <c:v>1550</c:v>
                </c:pt>
                <c:pt idx="1550">
                  <c:v>1551</c:v>
                </c:pt>
                <c:pt idx="1551">
                  <c:v>1552</c:v>
                </c:pt>
                <c:pt idx="1552">
                  <c:v>1553</c:v>
                </c:pt>
                <c:pt idx="1553">
                  <c:v>1554</c:v>
                </c:pt>
                <c:pt idx="1554">
                  <c:v>1555</c:v>
                </c:pt>
                <c:pt idx="1555">
                  <c:v>1556</c:v>
                </c:pt>
                <c:pt idx="1556">
                  <c:v>1557</c:v>
                </c:pt>
                <c:pt idx="1557">
                  <c:v>1558</c:v>
                </c:pt>
                <c:pt idx="1558">
                  <c:v>1559</c:v>
                </c:pt>
                <c:pt idx="1559">
                  <c:v>1560</c:v>
                </c:pt>
                <c:pt idx="1560">
                  <c:v>1561</c:v>
                </c:pt>
                <c:pt idx="1561">
                  <c:v>1562</c:v>
                </c:pt>
                <c:pt idx="1562">
                  <c:v>1563</c:v>
                </c:pt>
                <c:pt idx="1563">
                  <c:v>1564</c:v>
                </c:pt>
                <c:pt idx="1564">
                  <c:v>1565</c:v>
                </c:pt>
                <c:pt idx="1565">
                  <c:v>1566</c:v>
                </c:pt>
                <c:pt idx="1566">
                  <c:v>1567</c:v>
                </c:pt>
                <c:pt idx="1567">
                  <c:v>1568</c:v>
                </c:pt>
                <c:pt idx="1568">
                  <c:v>1569</c:v>
                </c:pt>
                <c:pt idx="1569">
                  <c:v>1570</c:v>
                </c:pt>
                <c:pt idx="1570">
                  <c:v>1571</c:v>
                </c:pt>
                <c:pt idx="1571">
                  <c:v>1572</c:v>
                </c:pt>
                <c:pt idx="1572">
                  <c:v>1573</c:v>
                </c:pt>
                <c:pt idx="1573">
                  <c:v>1574</c:v>
                </c:pt>
                <c:pt idx="1574">
                  <c:v>1575</c:v>
                </c:pt>
                <c:pt idx="1575">
                  <c:v>1576</c:v>
                </c:pt>
                <c:pt idx="1576">
                  <c:v>1577</c:v>
                </c:pt>
                <c:pt idx="1577">
                  <c:v>1578</c:v>
                </c:pt>
                <c:pt idx="1578">
                  <c:v>1579</c:v>
                </c:pt>
                <c:pt idx="1579">
                  <c:v>1580</c:v>
                </c:pt>
                <c:pt idx="1580">
                  <c:v>1581</c:v>
                </c:pt>
                <c:pt idx="1581">
                  <c:v>1582</c:v>
                </c:pt>
                <c:pt idx="1582">
                  <c:v>1583</c:v>
                </c:pt>
                <c:pt idx="1583">
                  <c:v>1584</c:v>
                </c:pt>
                <c:pt idx="1584">
                  <c:v>1585</c:v>
                </c:pt>
                <c:pt idx="1585">
                  <c:v>1586</c:v>
                </c:pt>
                <c:pt idx="1586">
                  <c:v>1587</c:v>
                </c:pt>
                <c:pt idx="1587">
                  <c:v>1588</c:v>
                </c:pt>
                <c:pt idx="1588">
                  <c:v>1589</c:v>
                </c:pt>
                <c:pt idx="1589">
                  <c:v>1590</c:v>
                </c:pt>
                <c:pt idx="1590">
                  <c:v>1591</c:v>
                </c:pt>
                <c:pt idx="1591">
                  <c:v>1592</c:v>
                </c:pt>
                <c:pt idx="1592">
                  <c:v>1593</c:v>
                </c:pt>
                <c:pt idx="1593">
                  <c:v>1594</c:v>
                </c:pt>
                <c:pt idx="1594">
                  <c:v>1595</c:v>
                </c:pt>
                <c:pt idx="1595">
                  <c:v>1596</c:v>
                </c:pt>
                <c:pt idx="1596">
                  <c:v>1597</c:v>
                </c:pt>
                <c:pt idx="1597">
                  <c:v>1598</c:v>
                </c:pt>
                <c:pt idx="1598">
                  <c:v>1599</c:v>
                </c:pt>
                <c:pt idx="1599">
                  <c:v>1600</c:v>
                </c:pt>
                <c:pt idx="1600">
                  <c:v>1601</c:v>
                </c:pt>
                <c:pt idx="1601">
                  <c:v>1602</c:v>
                </c:pt>
                <c:pt idx="1602">
                  <c:v>1603</c:v>
                </c:pt>
                <c:pt idx="1603">
                  <c:v>1604</c:v>
                </c:pt>
                <c:pt idx="1604">
                  <c:v>1605</c:v>
                </c:pt>
                <c:pt idx="1605">
                  <c:v>1606</c:v>
                </c:pt>
                <c:pt idx="1606">
                  <c:v>1607</c:v>
                </c:pt>
                <c:pt idx="1607">
                  <c:v>1608</c:v>
                </c:pt>
                <c:pt idx="1608">
                  <c:v>1609</c:v>
                </c:pt>
                <c:pt idx="1609">
                  <c:v>1610</c:v>
                </c:pt>
                <c:pt idx="1610">
                  <c:v>1611</c:v>
                </c:pt>
                <c:pt idx="1611">
                  <c:v>1612</c:v>
                </c:pt>
                <c:pt idx="1612">
                  <c:v>1613</c:v>
                </c:pt>
                <c:pt idx="1613">
                  <c:v>1614</c:v>
                </c:pt>
                <c:pt idx="1614">
                  <c:v>1615</c:v>
                </c:pt>
                <c:pt idx="1615">
                  <c:v>1616</c:v>
                </c:pt>
                <c:pt idx="1616">
                  <c:v>1617</c:v>
                </c:pt>
                <c:pt idx="1617">
                  <c:v>1618</c:v>
                </c:pt>
                <c:pt idx="1618">
                  <c:v>1619</c:v>
                </c:pt>
                <c:pt idx="1619">
                  <c:v>1620</c:v>
                </c:pt>
                <c:pt idx="1620">
                  <c:v>1621</c:v>
                </c:pt>
                <c:pt idx="1621">
                  <c:v>1622</c:v>
                </c:pt>
                <c:pt idx="1622">
                  <c:v>1623</c:v>
                </c:pt>
                <c:pt idx="1623">
                  <c:v>1624</c:v>
                </c:pt>
                <c:pt idx="1624">
                  <c:v>1625</c:v>
                </c:pt>
                <c:pt idx="1625">
                  <c:v>1626</c:v>
                </c:pt>
                <c:pt idx="1626">
                  <c:v>1627</c:v>
                </c:pt>
                <c:pt idx="1627">
                  <c:v>1628</c:v>
                </c:pt>
                <c:pt idx="1628">
                  <c:v>1629</c:v>
                </c:pt>
                <c:pt idx="1629">
                  <c:v>1630</c:v>
                </c:pt>
                <c:pt idx="1630">
                  <c:v>1631</c:v>
                </c:pt>
                <c:pt idx="1631">
                  <c:v>1632</c:v>
                </c:pt>
                <c:pt idx="1632">
                  <c:v>1633</c:v>
                </c:pt>
                <c:pt idx="1633">
                  <c:v>1634</c:v>
                </c:pt>
                <c:pt idx="1634">
                  <c:v>1635</c:v>
                </c:pt>
                <c:pt idx="1635">
                  <c:v>1636</c:v>
                </c:pt>
                <c:pt idx="1636">
                  <c:v>1637</c:v>
                </c:pt>
                <c:pt idx="1637">
                  <c:v>1638</c:v>
                </c:pt>
                <c:pt idx="1638">
                  <c:v>1639</c:v>
                </c:pt>
                <c:pt idx="1639">
                  <c:v>1640</c:v>
                </c:pt>
                <c:pt idx="1640">
                  <c:v>1641</c:v>
                </c:pt>
                <c:pt idx="1641">
                  <c:v>1642</c:v>
                </c:pt>
                <c:pt idx="1642">
                  <c:v>1643</c:v>
                </c:pt>
                <c:pt idx="1643">
                  <c:v>1644</c:v>
                </c:pt>
                <c:pt idx="1644">
                  <c:v>1645</c:v>
                </c:pt>
                <c:pt idx="1645">
                  <c:v>1646</c:v>
                </c:pt>
                <c:pt idx="1646">
                  <c:v>1647</c:v>
                </c:pt>
                <c:pt idx="1647">
                  <c:v>1648</c:v>
                </c:pt>
                <c:pt idx="1648">
                  <c:v>1649</c:v>
                </c:pt>
                <c:pt idx="1649">
                  <c:v>1650</c:v>
                </c:pt>
                <c:pt idx="1650">
                  <c:v>1651</c:v>
                </c:pt>
                <c:pt idx="1651">
                  <c:v>1652</c:v>
                </c:pt>
                <c:pt idx="1652">
                  <c:v>1653</c:v>
                </c:pt>
                <c:pt idx="1653">
                  <c:v>1654</c:v>
                </c:pt>
                <c:pt idx="1654">
                  <c:v>1655</c:v>
                </c:pt>
                <c:pt idx="1655">
                  <c:v>1656</c:v>
                </c:pt>
                <c:pt idx="1656">
                  <c:v>1657</c:v>
                </c:pt>
                <c:pt idx="1657">
                  <c:v>1658</c:v>
                </c:pt>
                <c:pt idx="1658">
                  <c:v>1659</c:v>
                </c:pt>
                <c:pt idx="1659">
                  <c:v>1660</c:v>
                </c:pt>
                <c:pt idx="1660">
                  <c:v>1661</c:v>
                </c:pt>
                <c:pt idx="1661">
                  <c:v>1662</c:v>
                </c:pt>
                <c:pt idx="1662">
                  <c:v>1663</c:v>
                </c:pt>
                <c:pt idx="1663">
                  <c:v>1664</c:v>
                </c:pt>
                <c:pt idx="1664">
                  <c:v>1665</c:v>
                </c:pt>
                <c:pt idx="1665">
                  <c:v>1666</c:v>
                </c:pt>
                <c:pt idx="1666">
                  <c:v>1667</c:v>
                </c:pt>
                <c:pt idx="1667">
                  <c:v>1668</c:v>
                </c:pt>
                <c:pt idx="1668">
                  <c:v>1669</c:v>
                </c:pt>
                <c:pt idx="1669">
                  <c:v>1670</c:v>
                </c:pt>
                <c:pt idx="1670">
                  <c:v>1671</c:v>
                </c:pt>
                <c:pt idx="1671">
                  <c:v>1672</c:v>
                </c:pt>
                <c:pt idx="1672">
                  <c:v>1673</c:v>
                </c:pt>
                <c:pt idx="1673">
                  <c:v>1674</c:v>
                </c:pt>
                <c:pt idx="1674">
                  <c:v>1675</c:v>
                </c:pt>
                <c:pt idx="1675">
                  <c:v>1676</c:v>
                </c:pt>
                <c:pt idx="1676">
                  <c:v>1677</c:v>
                </c:pt>
                <c:pt idx="1677">
                  <c:v>1678</c:v>
                </c:pt>
                <c:pt idx="1678">
                  <c:v>1679</c:v>
                </c:pt>
                <c:pt idx="1679">
                  <c:v>1680</c:v>
                </c:pt>
                <c:pt idx="1680">
                  <c:v>1681</c:v>
                </c:pt>
                <c:pt idx="1681">
                  <c:v>1682</c:v>
                </c:pt>
                <c:pt idx="1682">
                  <c:v>1683</c:v>
                </c:pt>
                <c:pt idx="1683">
                  <c:v>1684</c:v>
                </c:pt>
                <c:pt idx="1684">
                  <c:v>1685</c:v>
                </c:pt>
                <c:pt idx="1685">
                  <c:v>1686</c:v>
                </c:pt>
                <c:pt idx="1686">
                  <c:v>1687</c:v>
                </c:pt>
                <c:pt idx="1687">
                  <c:v>1688</c:v>
                </c:pt>
                <c:pt idx="1688">
                  <c:v>1689</c:v>
                </c:pt>
                <c:pt idx="1689">
                  <c:v>1690</c:v>
                </c:pt>
                <c:pt idx="1690">
                  <c:v>1691</c:v>
                </c:pt>
                <c:pt idx="1691">
                  <c:v>1692</c:v>
                </c:pt>
                <c:pt idx="1692">
                  <c:v>1693</c:v>
                </c:pt>
                <c:pt idx="1693">
                  <c:v>1694</c:v>
                </c:pt>
                <c:pt idx="1694">
                  <c:v>1695</c:v>
                </c:pt>
                <c:pt idx="1695">
                  <c:v>1696</c:v>
                </c:pt>
                <c:pt idx="1696">
                  <c:v>1697</c:v>
                </c:pt>
                <c:pt idx="1697">
                  <c:v>1698</c:v>
                </c:pt>
                <c:pt idx="1698">
                  <c:v>1699</c:v>
                </c:pt>
                <c:pt idx="1699">
                  <c:v>1700</c:v>
                </c:pt>
                <c:pt idx="1700">
                  <c:v>1701</c:v>
                </c:pt>
                <c:pt idx="1701">
                  <c:v>1702</c:v>
                </c:pt>
                <c:pt idx="1702">
                  <c:v>1703</c:v>
                </c:pt>
                <c:pt idx="1703">
                  <c:v>1704</c:v>
                </c:pt>
                <c:pt idx="1704">
                  <c:v>1705</c:v>
                </c:pt>
                <c:pt idx="1705">
                  <c:v>1706</c:v>
                </c:pt>
                <c:pt idx="1706">
                  <c:v>1707</c:v>
                </c:pt>
                <c:pt idx="1707">
                  <c:v>1708</c:v>
                </c:pt>
                <c:pt idx="1708">
                  <c:v>1709</c:v>
                </c:pt>
                <c:pt idx="1709">
                  <c:v>1710</c:v>
                </c:pt>
                <c:pt idx="1710">
                  <c:v>1711</c:v>
                </c:pt>
                <c:pt idx="1711">
                  <c:v>1712</c:v>
                </c:pt>
                <c:pt idx="1712">
                  <c:v>1713</c:v>
                </c:pt>
                <c:pt idx="1713">
                  <c:v>1714</c:v>
                </c:pt>
                <c:pt idx="1714">
                  <c:v>1715</c:v>
                </c:pt>
                <c:pt idx="1715">
                  <c:v>1716</c:v>
                </c:pt>
                <c:pt idx="1716">
                  <c:v>1717</c:v>
                </c:pt>
                <c:pt idx="1717">
                  <c:v>1718</c:v>
                </c:pt>
                <c:pt idx="1718">
                  <c:v>1719</c:v>
                </c:pt>
                <c:pt idx="1719">
                  <c:v>1720</c:v>
                </c:pt>
                <c:pt idx="1720">
                  <c:v>1721</c:v>
                </c:pt>
                <c:pt idx="1721">
                  <c:v>1722</c:v>
                </c:pt>
                <c:pt idx="1722">
                  <c:v>1723</c:v>
                </c:pt>
                <c:pt idx="1723">
                  <c:v>1724</c:v>
                </c:pt>
                <c:pt idx="1724">
                  <c:v>1725</c:v>
                </c:pt>
                <c:pt idx="1725">
                  <c:v>1726</c:v>
                </c:pt>
                <c:pt idx="1726">
                  <c:v>1727</c:v>
                </c:pt>
                <c:pt idx="1727">
                  <c:v>1728</c:v>
                </c:pt>
                <c:pt idx="1728">
                  <c:v>1729</c:v>
                </c:pt>
                <c:pt idx="1729">
                  <c:v>1730</c:v>
                </c:pt>
                <c:pt idx="1730">
                  <c:v>1731</c:v>
                </c:pt>
                <c:pt idx="1731">
                  <c:v>1732</c:v>
                </c:pt>
                <c:pt idx="1732">
                  <c:v>1733</c:v>
                </c:pt>
                <c:pt idx="1733">
                  <c:v>1734</c:v>
                </c:pt>
                <c:pt idx="1734">
                  <c:v>1735</c:v>
                </c:pt>
                <c:pt idx="1735">
                  <c:v>1736</c:v>
                </c:pt>
                <c:pt idx="1736">
                  <c:v>1737</c:v>
                </c:pt>
                <c:pt idx="1737">
                  <c:v>1738</c:v>
                </c:pt>
                <c:pt idx="1738">
                  <c:v>1739</c:v>
                </c:pt>
                <c:pt idx="1739">
                  <c:v>1740</c:v>
                </c:pt>
                <c:pt idx="1740">
                  <c:v>1741</c:v>
                </c:pt>
                <c:pt idx="1741">
                  <c:v>1742</c:v>
                </c:pt>
                <c:pt idx="1742">
                  <c:v>1743</c:v>
                </c:pt>
                <c:pt idx="1743">
                  <c:v>1744</c:v>
                </c:pt>
                <c:pt idx="1744">
                  <c:v>1745</c:v>
                </c:pt>
                <c:pt idx="1745">
                  <c:v>1746</c:v>
                </c:pt>
                <c:pt idx="1746">
                  <c:v>1747</c:v>
                </c:pt>
                <c:pt idx="1747">
                  <c:v>1748</c:v>
                </c:pt>
                <c:pt idx="1748">
                  <c:v>1749</c:v>
                </c:pt>
                <c:pt idx="1749">
                  <c:v>1750</c:v>
                </c:pt>
                <c:pt idx="1750">
                  <c:v>1751</c:v>
                </c:pt>
                <c:pt idx="1751">
                  <c:v>1752</c:v>
                </c:pt>
                <c:pt idx="1752">
                  <c:v>1753</c:v>
                </c:pt>
                <c:pt idx="1753">
                  <c:v>1754</c:v>
                </c:pt>
                <c:pt idx="1754">
                  <c:v>1755</c:v>
                </c:pt>
                <c:pt idx="1755">
                  <c:v>1756</c:v>
                </c:pt>
                <c:pt idx="1756">
                  <c:v>1757</c:v>
                </c:pt>
                <c:pt idx="1757">
                  <c:v>1758</c:v>
                </c:pt>
                <c:pt idx="1758">
                  <c:v>1759</c:v>
                </c:pt>
                <c:pt idx="1759">
                  <c:v>1760</c:v>
                </c:pt>
                <c:pt idx="1760">
                  <c:v>1761</c:v>
                </c:pt>
                <c:pt idx="1761">
                  <c:v>1762</c:v>
                </c:pt>
                <c:pt idx="1762">
                  <c:v>1763</c:v>
                </c:pt>
                <c:pt idx="1763">
                  <c:v>1764</c:v>
                </c:pt>
                <c:pt idx="1764">
                  <c:v>1765</c:v>
                </c:pt>
                <c:pt idx="1765">
                  <c:v>1766</c:v>
                </c:pt>
                <c:pt idx="1766">
                  <c:v>1767</c:v>
                </c:pt>
                <c:pt idx="1767">
                  <c:v>1768</c:v>
                </c:pt>
                <c:pt idx="1768">
                  <c:v>1769</c:v>
                </c:pt>
                <c:pt idx="1769">
                  <c:v>1770</c:v>
                </c:pt>
                <c:pt idx="1770">
                  <c:v>1771</c:v>
                </c:pt>
                <c:pt idx="1771">
                  <c:v>1772</c:v>
                </c:pt>
                <c:pt idx="1772">
                  <c:v>1773</c:v>
                </c:pt>
                <c:pt idx="1773">
                  <c:v>1774</c:v>
                </c:pt>
                <c:pt idx="1774">
                  <c:v>1775</c:v>
                </c:pt>
                <c:pt idx="1775">
                  <c:v>1776</c:v>
                </c:pt>
                <c:pt idx="1776">
                  <c:v>1777</c:v>
                </c:pt>
                <c:pt idx="1777">
                  <c:v>1778</c:v>
                </c:pt>
                <c:pt idx="1778">
                  <c:v>1779</c:v>
                </c:pt>
                <c:pt idx="1779">
                  <c:v>1780</c:v>
                </c:pt>
                <c:pt idx="1780">
                  <c:v>1781</c:v>
                </c:pt>
                <c:pt idx="1781">
                  <c:v>1782</c:v>
                </c:pt>
                <c:pt idx="1782">
                  <c:v>1783</c:v>
                </c:pt>
                <c:pt idx="1783">
                  <c:v>1784</c:v>
                </c:pt>
                <c:pt idx="1784">
                  <c:v>1785</c:v>
                </c:pt>
                <c:pt idx="1785">
                  <c:v>1786</c:v>
                </c:pt>
                <c:pt idx="1786">
                  <c:v>1787</c:v>
                </c:pt>
                <c:pt idx="1787">
                  <c:v>1788</c:v>
                </c:pt>
                <c:pt idx="1788">
                  <c:v>1789</c:v>
                </c:pt>
                <c:pt idx="1789">
                  <c:v>1790</c:v>
                </c:pt>
                <c:pt idx="1790">
                  <c:v>1791</c:v>
                </c:pt>
                <c:pt idx="1791">
                  <c:v>1792</c:v>
                </c:pt>
                <c:pt idx="1792">
                  <c:v>1793</c:v>
                </c:pt>
                <c:pt idx="1793">
                  <c:v>1794</c:v>
                </c:pt>
                <c:pt idx="1794">
                  <c:v>1795</c:v>
                </c:pt>
                <c:pt idx="1795">
                  <c:v>1796</c:v>
                </c:pt>
                <c:pt idx="1796">
                  <c:v>1797</c:v>
                </c:pt>
                <c:pt idx="1797">
                  <c:v>1798</c:v>
                </c:pt>
                <c:pt idx="1798">
                  <c:v>1799</c:v>
                </c:pt>
                <c:pt idx="1799">
                  <c:v>1800</c:v>
                </c:pt>
                <c:pt idx="1800">
                  <c:v>1801</c:v>
                </c:pt>
                <c:pt idx="1801">
                  <c:v>1802</c:v>
                </c:pt>
                <c:pt idx="1802">
                  <c:v>1803</c:v>
                </c:pt>
                <c:pt idx="1803">
                  <c:v>1804</c:v>
                </c:pt>
                <c:pt idx="1804">
                  <c:v>1805</c:v>
                </c:pt>
                <c:pt idx="1805">
                  <c:v>1806</c:v>
                </c:pt>
                <c:pt idx="1806">
                  <c:v>1807</c:v>
                </c:pt>
                <c:pt idx="1807">
                  <c:v>1808</c:v>
                </c:pt>
                <c:pt idx="1808">
                  <c:v>1809</c:v>
                </c:pt>
                <c:pt idx="1809">
                  <c:v>1810</c:v>
                </c:pt>
                <c:pt idx="1810">
                  <c:v>1811</c:v>
                </c:pt>
                <c:pt idx="1811">
                  <c:v>1812</c:v>
                </c:pt>
                <c:pt idx="1812">
                  <c:v>1813</c:v>
                </c:pt>
                <c:pt idx="1813">
                  <c:v>1814</c:v>
                </c:pt>
                <c:pt idx="1814">
                  <c:v>1815</c:v>
                </c:pt>
                <c:pt idx="1815">
                  <c:v>1816</c:v>
                </c:pt>
                <c:pt idx="1816">
                  <c:v>1817</c:v>
                </c:pt>
                <c:pt idx="1817">
                  <c:v>1818</c:v>
                </c:pt>
                <c:pt idx="1818">
                  <c:v>1819</c:v>
                </c:pt>
                <c:pt idx="1819">
                  <c:v>1820</c:v>
                </c:pt>
                <c:pt idx="1820">
                  <c:v>1821</c:v>
                </c:pt>
                <c:pt idx="1821">
                  <c:v>1822</c:v>
                </c:pt>
                <c:pt idx="1822">
                  <c:v>1823</c:v>
                </c:pt>
                <c:pt idx="1823">
                  <c:v>1824</c:v>
                </c:pt>
                <c:pt idx="1824">
                  <c:v>1825</c:v>
                </c:pt>
                <c:pt idx="1825">
                  <c:v>1826</c:v>
                </c:pt>
                <c:pt idx="1826">
                  <c:v>1827</c:v>
                </c:pt>
                <c:pt idx="1827">
                  <c:v>1828</c:v>
                </c:pt>
                <c:pt idx="1828">
                  <c:v>1829</c:v>
                </c:pt>
                <c:pt idx="1829">
                  <c:v>1830</c:v>
                </c:pt>
                <c:pt idx="1830">
                  <c:v>1831</c:v>
                </c:pt>
                <c:pt idx="1831">
                  <c:v>1832</c:v>
                </c:pt>
                <c:pt idx="1832">
                  <c:v>1833</c:v>
                </c:pt>
                <c:pt idx="1833">
                  <c:v>1834</c:v>
                </c:pt>
                <c:pt idx="1834">
                  <c:v>1835</c:v>
                </c:pt>
                <c:pt idx="1835">
                  <c:v>1836</c:v>
                </c:pt>
                <c:pt idx="1836">
                  <c:v>1837</c:v>
                </c:pt>
                <c:pt idx="1837">
                  <c:v>1838</c:v>
                </c:pt>
                <c:pt idx="1838">
                  <c:v>1839</c:v>
                </c:pt>
                <c:pt idx="1839">
                  <c:v>1840</c:v>
                </c:pt>
                <c:pt idx="1840">
                  <c:v>1841</c:v>
                </c:pt>
                <c:pt idx="1841">
                  <c:v>1842</c:v>
                </c:pt>
                <c:pt idx="1842">
                  <c:v>1843</c:v>
                </c:pt>
                <c:pt idx="1843">
                  <c:v>1844</c:v>
                </c:pt>
                <c:pt idx="1844">
                  <c:v>1845</c:v>
                </c:pt>
                <c:pt idx="1845">
                  <c:v>1846</c:v>
                </c:pt>
                <c:pt idx="1846">
                  <c:v>1847</c:v>
                </c:pt>
                <c:pt idx="1847">
                  <c:v>1848</c:v>
                </c:pt>
                <c:pt idx="1848">
                  <c:v>1849</c:v>
                </c:pt>
                <c:pt idx="1849">
                  <c:v>1850</c:v>
                </c:pt>
                <c:pt idx="1850">
                  <c:v>1851</c:v>
                </c:pt>
                <c:pt idx="1851">
                  <c:v>1852</c:v>
                </c:pt>
                <c:pt idx="1852">
                  <c:v>1853</c:v>
                </c:pt>
                <c:pt idx="1853">
                  <c:v>1854</c:v>
                </c:pt>
              </c:numCache>
            </c:numRef>
          </c:xVal>
          <c:yVal>
            <c:numRef>
              <c:f>IonSample42RL1_FaastBaseCoverage.xlsx!$B$1:$B$1854</c:f>
              <c:numCache>
                <c:formatCode>General</c:formatCode>
                <c:ptCount val="1854"/>
                <c:pt idx="0">
                  <c:v>9192</c:v>
                </c:pt>
                <c:pt idx="1">
                  <c:v>9297</c:v>
                </c:pt>
                <c:pt idx="2">
                  <c:v>9362</c:v>
                </c:pt>
                <c:pt idx="3">
                  <c:v>9394</c:v>
                </c:pt>
                <c:pt idx="4">
                  <c:v>9442</c:v>
                </c:pt>
                <c:pt idx="5">
                  <c:v>9507</c:v>
                </c:pt>
                <c:pt idx="6">
                  <c:v>9620</c:v>
                </c:pt>
                <c:pt idx="7">
                  <c:v>9693</c:v>
                </c:pt>
                <c:pt idx="8">
                  <c:v>9752</c:v>
                </c:pt>
                <c:pt idx="9">
                  <c:v>9768</c:v>
                </c:pt>
                <c:pt idx="10">
                  <c:v>9787</c:v>
                </c:pt>
                <c:pt idx="11">
                  <c:v>9796</c:v>
                </c:pt>
                <c:pt idx="12">
                  <c:v>9799</c:v>
                </c:pt>
                <c:pt idx="13">
                  <c:v>9822</c:v>
                </c:pt>
                <c:pt idx="14">
                  <c:v>9834</c:v>
                </c:pt>
                <c:pt idx="15">
                  <c:v>9834</c:v>
                </c:pt>
                <c:pt idx="16">
                  <c:v>9839</c:v>
                </c:pt>
                <c:pt idx="17">
                  <c:v>9844</c:v>
                </c:pt>
                <c:pt idx="18">
                  <c:v>9845</c:v>
                </c:pt>
                <c:pt idx="19">
                  <c:v>9846</c:v>
                </c:pt>
                <c:pt idx="20">
                  <c:v>9853</c:v>
                </c:pt>
                <c:pt idx="21">
                  <c:v>9854</c:v>
                </c:pt>
                <c:pt idx="22">
                  <c:v>9866</c:v>
                </c:pt>
                <c:pt idx="23">
                  <c:v>9901</c:v>
                </c:pt>
                <c:pt idx="24">
                  <c:v>9902</c:v>
                </c:pt>
                <c:pt idx="25">
                  <c:v>9924</c:v>
                </c:pt>
                <c:pt idx="26">
                  <c:v>9927</c:v>
                </c:pt>
                <c:pt idx="27">
                  <c:v>9927</c:v>
                </c:pt>
                <c:pt idx="28">
                  <c:v>9971</c:v>
                </c:pt>
                <c:pt idx="29">
                  <c:v>10006</c:v>
                </c:pt>
                <c:pt idx="30">
                  <c:v>10009</c:v>
                </c:pt>
                <c:pt idx="31">
                  <c:v>10010</c:v>
                </c:pt>
                <c:pt idx="32">
                  <c:v>10010</c:v>
                </c:pt>
                <c:pt idx="33">
                  <c:v>10025</c:v>
                </c:pt>
                <c:pt idx="34">
                  <c:v>10025</c:v>
                </c:pt>
                <c:pt idx="35">
                  <c:v>10118</c:v>
                </c:pt>
                <c:pt idx="36">
                  <c:v>10136</c:v>
                </c:pt>
                <c:pt idx="37">
                  <c:v>10148</c:v>
                </c:pt>
                <c:pt idx="38">
                  <c:v>10179</c:v>
                </c:pt>
                <c:pt idx="39">
                  <c:v>10180</c:v>
                </c:pt>
                <c:pt idx="40">
                  <c:v>10189</c:v>
                </c:pt>
                <c:pt idx="41">
                  <c:v>10193</c:v>
                </c:pt>
                <c:pt idx="42">
                  <c:v>10192</c:v>
                </c:pt>
                <c:pt idx="43">
                  <c:v>10289</c:v>
                </c:pt>
                <c:pt idx="44">
                  <c:v>10309</c:v>
                </c:pt>
                <c:pt idx="45">
                  <c:v>10340</c:v>
                </c:pt>
                <c:pt idx="46">
                  <c:v>10435</c:v>
                </c:pt>
                <c:pt idx="47">
                  <c:v>10455</c:v>
                </c:pt>
                <c:pt idx="48">
                  <c:v>10509</c:v>
                </c:pt>
                <c:pt idx="49">
                  <c:v>10516</c:v>
                </c:pt>
                <c:pt idx="50">
                  <c:v>10522</c:v>
                </c:pt>
                <c:pt idx="51">
                  <c:v>10522</c:v>
                </c:pt>
                <c:pt idx="52">
                  <c:v>10598</c:v>
                </c:pt>
                <c:pt idx="53">
                  <c:v>10617</c:v>
                </c:pt>
                <c:pt idx="54">
                  <c:v>10619</c:v>
                </c:pt>
                <c:pt idx="55">
                  <c:v>10632</c:v>
                </c:pt>
                <c:pt idx="56">
                  <c:v>10643</c:v>
                </c:pt>
                <c:pt idx="57">
                  <c:v>10649</c:v>
                </c:pt>
                <c:pt idx="58">
                  <c:v>10649</c:v>
                </c:pt>
                <c:pt idx="59">
                  <c:v>10769</c:v>
                </c:pt>
                <c:pt idx="60">
                  <c:v>10773</c:v>
                </c:pt>
                <c:pt idx="61">
                  <c:v>10833</c:v>
                </c:pt>
                <c:pt idx="62">
                  <c:v>10843</c:v>
                </c:pt>
                <c:pt idx="63">
                  <c:v>10843</c:v>
                </c:pt>
                <c:pt idx="64">
                  <c:v>10964</c:v>
                </c:pt>
                <c:pt idx="65">
                  <c:v>10983</c:v>
                </c:pt>
                <c:pt idx="66">
                  <c:v>11112</c:v>
                </c:pt>
                <c:pt idx="67">
                  <c:v>11117</c:v>
                </c:pt>
                <c:pt idx="68">
                  <c:v>11192</c:v>
                </c:pt>
                <c:pt idx="69">
                  <c:v>11193</c:v>
                </c:pt>
                <c:pt idx="70">
                  <c:v>11222</c:v>
                </c:pt>
                <c:pt idx="71">
                  <c:v>11241</c:v>
                </c:pt>
                <c:pt idx="72">
                  <c:v>11427</c:v>
                </c:pt>
                <c:pt idx="73">
                  <c:v>11442</c:v>
                </c:pt>
                <c:pt idx="74">
                  <c:v>11445</c:v>
                </c:pt>
                <c:pt idx="75">
                  <c:v>11446</c:v>
                </c:pt>
                <c:pt idx="76">
                  <c:v>11467</c:v>
                </c:pt>
                <c:pt idx="77">
                  <c:v>11472</c:v>
                </c:pt>
                <c:pt idx="78">
                  <c:v>11474</c:v>
                </c:pt>
                <c:pt idx="79">
                  <c:v>11504</c:v>
                </c:pt>
                <c:pt idx="80">
                  <c:v>11520</c:v>
                </c:pt>
                <c:pt idx="81">
                  <c:v>11526</c:v>
                </c:pt>
                <c:pt idx="82">
                  <c:v>11566</c:v>
                </c:pt>
                <c:pt idx="83">
                  <c:v>11567</c:v>
                </c:pt>
                <c:pt idx="84">
                  <c:v>11573</c:v>
                </c:pt>
                <c:pt idx="85">
                  <c:v>11595</c:v>
                </c:pt>
                <c:pt idx="86">
                  <c:v>11596</c:v>
                </c:pt>
                <c:pt idx="87">
                  <c:v>11607</c:v>
                </c:pt>
                <c:pt idx="88">
                  <c:v>11608</c:v>
                </c:pt>
                <c:pt idx="89">
                  <c:v>11608</c:v>
                </c:pt>
                <c:pt idx="90">
                  <c:v>11622</c:v>
                </c:pt>
                <c:pt idx="91">
                  <c:v>11662</c:v>
                </c:pt>
                <c:pt idx="92">
                  <c:v>11675</c:v>
                </c:pt>
                <c:pt idx="93">
                  <c:v>11688</c:v>
                </c:pt>
                <c:pt idx="94">
                  <c:v>11696</c:v>
                </c:pt>
                <c:pt idx="95">
                  <c:v>11715</c:v>
                </c:pt>
                <c:pt idx="96">
                  <c:v>11724</c:v>
                </c:pt>
                <c:pt idx="97">
                  <c:v>11723</c:v>
                </c:pt>
                <c:pt idx="98">
                  <c:v>11750</c:v>
                </c:pt>
                <c:pt idx="99">
                  <c:v>11750</c:v>
                </c:pt>
                <c:pt idx="100">
                  <c:v>11752</c:v>
                </c:pt>
                <c:pt idx="101">
                  <c:v>11751</c:v>
                </c:pt>
                <c:pt idx="102">
                  <c:v>11751</c:v>
                </c:pt>
                <c:pt idx="103">
                  <c:v>11753</c:v>
                </c:pt>
                <c:pt idx="104">
                  <c:v>11819</c:v>
                </c:pt>
                <c:pt idx="105">
                  <c:v>11813</c:v>
                </c:pt>
                <c:pt idx="106">
                  <c:v>11799</c:v>
                </c:pt>
                <c:pt idx="107">
                  <c:v>11934</c:v>
                </c:pt>
                <c:pt idx="108">
                  <c:v>11970</c:v>
                </c:pt>
                <c:pt idx="109">
                  <c:v>11986</c:v>
                </c:pt>
                <c:pt idx="110">
                  <c:v>11993</c:v>
                </c:pt>
                <c:pt idx="111">
                  <c:v>11993</c:v>
                </c:pt>
                <c:pt idx="112">
                  <c:v>11992</c:v>
                </c:pt>
                <c:pt idx="113">
                  <c:v>11992</c:v>
                </c:pt>
                <c:pt idx="114">
                  <c:v>11988</c:v>
                </c:pt>
                <c:pt idx="115">
                  <c:v>12143</c:v>
                </c:pt>
                <c:pt idx="116">
                  <c:v>12176</c:v>
                </c:pt>
                <c:pt idx="117">
                  <c:v>12185</c:v>
                </c:pt>
                <c:pt idx="118">
                  <c:v>12193</c:v>
                </c:pt>
                <c:pt idx="119">
                  <c:v>12245</c:v>
                </c:pt>
                <c:pt idx="120">
                  <c:v>12734</c:v>
                </c:pt>
                <c:pt idx="121">
                  <c:v>12760</c:v>
                </c:pt>
                <c:pt idx="122">
                  <c:v>12865</c:v>
                </c:pt>
                <c:pt idx="123">
                  <c:v>12962</c:v>
                </c:pt>
                <c:pt idx="124">
                  <c:v>13004</c:v>
                </c:pt>
                <c:pt idx="125">
                  <c:v>13010</c:v>
                </c:pt>
                <c:pt idx="126">
                  <c:v>13012</c:v>
                </c:pt>
                <c:pt idx="127">
                  <c:v>13011</c:v>
                </c:pt>
                <c:pt idx="128">
                  <c:v>13321</c:v>
                </c:pt>
                <c:pt idx="129">
                  <c:v>13361</c:v>
                </c:pt>
                <c:pt idx="130">
                  <c:v>13507</c:v>
                </c:pt>
                <c:pt idx="131">
                  <c:v>13538</c:v>
                </c:pt>
                <c:pt idx="132">
                  <c:v>13596</c:v>
                </c:pt>
                <c:pt idx="133">
                  <c:v>13838</c:v>
                </c:pt>
                <c:pt idx="134">
                  <c:v>13963</c:v>
                </c:pt>
                <c:pt idx="135">
                  <c:v>13976</c:v>
                </c:pt>
                <c:pt idx="136">
                  <c:v>14011</c:v>
                </c:pt>
                <c:pt idx="137">
                  <c:v>14042</c:v>
                </c:pt>
                <c:pt idx="138">
                  <c:v>14065</c:v>
                </c:pt>
                <c:pt idx="139">
                  <c:v>14092</c:v>
                </c:pt>
                <c:pt idx="140">
                  <c:v>14104</c:v>
                </c:pt>
                <c:pt idx="141">
                  <c:v>14119</c:v>
                </c:pt>
                <c:pt idx="142">
                  <c:v>14139</c:v>
                </c:pt>
                <c:pt idx="143">
                  <c:v>14146</c:v>
                </c:pt>
                <c:pt idx="144">
                  <c:v>14168</c:v>
                </c:pt>
                <c:pt idx="145">
                  <c:v>14228</c:v>
                </c:pt>
                <c:pt idx="146">
                  <c:v>14252</c:v>
                </c:pt>
                <c:pt idx="147">
                  <c:v>14236</c:v>
                </c:pt>
                <c:pt idx="148">
                  <c:v>14234</c:v>
                </c:pt>
                <c:pt idx="149">
                  <c:v>14350</c:v>
                </c:pt>
                <c:pt idx="150">
                  <c:v>14364</c:v>
                </c:pt>
                <c:pt idx="151">
                  <c:v>14364</c:v>
                </c:pt>
                <c:pt idx="152">
                  <c:v>14561</c:v>
                </c:pt>
                <c:pt idx="153">
                  <c:v>14570</c:v>
                </c:pt>
                <c:pt idx="154">
                  <c:v>14585</c:v>
                </c:pt>
                <c:pt idx="155">
                  <c:v>14618</c:v>
                </c:pt>
                <c:pt idx="156">
                  <c:v>14638</c:v>
                </c:pt>
                <c:pt idx="157">
                  <c:v>14681</c:v>
                </c:pt>
                <c:pt idx="158">
                  <c:v>14684</c:v>
                </c:pt>
                <c:pt idx="159">
                  <c:v>14711</c:v>
                </c:pt>
                <c:pt idx="160">
                  <c:v>14732</c:v>
                </c:pt>
                <c:pt idx="161">
                  <c:v>14734</c:v>
                </c:pt>
                <c:pt idx="162">
                  <c:v>14744</c:v>
                </c:pt>
                <c:pt idx="163">
                  <c:v>14745</c:v>
                </c:pt>
                <c:pt idx="164">
                  <c:v>14746</c:v>
                </c:pt>
                <c:pt idx="165">
                  <c:v>14746</c:v>
                </c:pt>
                <c:pt idx="166">
                  <c:v>14774</c:v>
                </c:pt>
                <c:pt idx="167">
                  <c:v>14773</c:v>
                </c:pt>
                <c:pt idx="168">
                  <c:v>14773</c:v>
                </c:pt>
                <c:pt idx="169">
                  <c:v>14779</c:v>
                </c:pt>
                <c:pt idx="170">
                  <c:v>14782</c:v>
                </c:pt>
                <c:pt idx="171">
                  <c:v>14785</c:v>
                </c:pt>
                <c:pt idx="172">
                  <c:v>14782</c:v>
                </c:pt>
                <c:pt idx="173">
                  <c:v>14777</c:v>
                </c:pt>
                <c:pt idx="174">
                  <c:v>14797</c:v>
                </c:pt>
                <c:pt idx="175">
                  <c:v>14801</c:v>
                </c:pt>
                <c:pt idx="176">
                  <c:v>14800</c:v>
                </c:pt>
                <c:pt idx="177">
                  <c:v>14810</c:v>
                </c:pt>
                <c:pt idx="178">
                  <c:v>14805</c:v>
                </c:pt>
                <c:pt idx="179">
                  <c:v>14805</c:v>
                </c:pt>
                <c:pt idx="180">
                  <c:v>14802</c:v>
                </c:pt>
                <c:pt idx="181">
                  <c:v>14791</c:v>
                </c:pt>
                <c:pt idx="182">
                  <c:v>14790</c:v>
                </c:pt>
                <c:pt idx="183">
                  <c:v>14792</c:v>
                </c:pt>
                <c:pt idx="184">
                  <c:v>14783</c:v>
                </c:pt>
                <c:pt idx="185">
                  <c:v>14783</c:v>
                </c:pt>
                <c:pt idx="186">
                  <c:v>14785</c:v>
                </c:pt>
                <c:pt idx="187">
                  <c:v>14805</c:v>
                </c:pt>
                <c:pt idx="188">
                  <c:v>14807</c:v>
                </c:pt>
                <c:pt idx="189">
                  <c:v>14807</c:v>
                </c:pt>
                <c:pt idx="190">
                  <c:v>14803</c:v>
                </c:pt>
                <c:pt idx="191">
                  <c:v>14803</c:v>
                </c:pt>
                <c:pt idx="192">
                  <c:v>14801</c:v>
                </c:pt>
                <c:pt idx="193">
                  <c:v>14799</c:v>
                </c:pt>
                <c:pt idx="194">
                  <c:v>14791</c:v>
                </c:pt>
                <c:pt idx="195">
                  <c:v>14791</c:v>
                </c:pt>
                <c:pt idx="196">
                  <c:v>14792</c:v>
                </c:pt>
                <c:pt idx="197">
                  <c:v>14789</c:v>
                </c:pt>
                <c:pt idx="198">
                  <c:v>14782</c:v>
                </c:pt>
                <c:pt idx="199">
                  <c:v>14781</c:v>
                </c:pt>
                <c:pt idx="200">
                  <c:v>14789</c:v>
                </c:pt>
                <c:pt idx="201">
                  <c:v>14779</c:v>
                </c:pt>
                <c:pt idx="202">
                  <c:v>14777</c:v>
                </c:pt>
                <c:pt idx="203">
                  <c:v>14774</c:v>
                </c:pt>
                <c:pt idx="204">
                  <c:v>14741</c:v>
                </c:pt>
                <c:pt idx="205">
                  <c:v>14741</c:v>
                </c:pt>
                <c:pt idx="206">
                  <c:v>14770</c:v>
                </c:pt>
                <c:pt idx="207">
                  <c:v>14775</c:v>
                </c:pt>
                <c:pt idx="208">
                  <c:v>14776</c:v>
                </c:pt>
                <c:pt idx="209">
                  <c:v>14783</c:v>
                </c:pt>
                <c:pt idx="210">
                  <c:v>14783</c:v>
                </c:pt>
                <c:pt idx="211">
                  <c:v>14771</c:v>
                </c:pt>
                <c:pt idx="212">
                  <c:v>14770</c:v>
                </c:pt>
                <c:pt idx="213">
                  <c:v>14784</c:v>
                </c:pt>
                <c:pt idx="214">
                  <c:v>14790</c:v>
                </c:pt>
                <c:pt idx="215">
                  <c:v>14782</c:v>
                </c:pt>
                <c:pt idx="216">
                  <c:v>14782</c:v>
                </c:pt>
                <c:pt idx="217">
                  <c:v>14783</c:v>
                </c:pt>
                <c:pt idx="218">
                  <c:v>14794</c:v>
                </c:pt>
                <c:pt idx="219">
                  <c:v>14795</c:v>
                </c:pt>
                <c:pt idx="220">
                  <c:v>14775</c:v>
                </c:pt>
                <c:pt idx="221">
                  <c:v>14741</c:v>
                </c:pt>
                <c:pt idx="222">
                  <c:v>14887</c:v>
                </c:pt>
                <c:pt idx="223">
                  <c:v>14906</c:v>
                </c:pt>
                <c:pt idx="224">
                  <c:v>14908</c:v>
                </c:pt>
                <c:pt idx="225">
                  <c:v>14909</c:v>
                </c:pt>
                <c:pt idx="226">
                  <c:v>14910</c:v>
                </c:pt>
                <c:pt idx="227">
                  <c:v>14939</c:v>
                </c:pt>
                <c:pt idx="228">
                  <c:v>14937</c:v>
                </c:pt>
                <c:pt idx="229">
                  <c:v>14934</c:v>
                </c:pt>
                <c:pt idx="230">
                  <c:v>14930</c:v>
                </c:pt>
                <c:pt idx="231">
                  <c:v>15108</c:v>
                </c:pt>
                <c:pt idx="232">
                  <c:v>15115</c:v>
                </c:pt>
                <c:pt idx="233">
                  <c:v>15156</c:v>
                </c:pt>
                <c:pt idx="234">
                  <c:v>15165</c:v>
                </c:pt>
                <c:pt idx="235">
                  <c:v>15435</c:v>
                </c:pt>
                <c:pt idx="236">
                  <c:v>15438</c:v>
                </c:pt>
                <c:pt idx="237">
                  <c:v>15442</c:v>
                </c:pt>
                <c:pt idx="238">
                  <c:v>15439</c:v>
                </c:pt>
                <c:pt idx="239">
                  <c:v>15427</c:v>
                </c:pt>
                <c:pt idx="240">
                  <c:v>15544</c:v>
                </c:pt>
                <c:pt idx="241">
                  <c:v>15550</c:v>
                </c:pt>
                <c:pt idx="242">
                  <c:v>15554</c:v>
                </c:pt>
                <c:pt idx="243">
                  <c:v>15599</c:v>
                </c:pt>
                <c:pt idx="244">
                  <c:v>15599</c:v>
                </c:pt>
                <c:pt idx="245">
                  <c:v>15588</c:v>
                </c:pt>
                <c:pt idx="246">
                  <c:v>15676</c:v>
                </c:pt>
                <c:pt idx="247">
                  <c:v>15703</c:v>
                </c:pt>
                <c:pt idx="248">
                  <c:v>15714</c:v>
                </c:pt>
                <c:pt idx="249">
                  <c:v>15714</c:v>
                </c:pt>
                <c:pt idx="250">
                  <c:v>15847</c:v>
                </c:pt>
                <c:pt idx="251">
                  <c:v>15842</c:v>
                </c:pt>
                <c:pt idx="252">
                  <c:v>15868</c:v>
                </c:pt>
                <c:pt idx="253">
                  <c:v>15867</c:v>
                </c:pt>
                <c:pt idx="254">
                  <c:v>15862</c:v>
                </c:pt>
                <c:pt idx="255">
                  <c:v>15921</c:v>
                </c:pt>
                <c:pt idx="256">
                  <c:v>15988</c:v>
                </c:pt>
                <c:pt idx="257">
                  <c:v>15992</c:v>
                </c:pt>
                <c:pt idx="258">
                  <c:v>15990</c:v>
                </c:pt>
                <c:pt idx="259">
                  <c:v>15980</c:v>
                </c:pt>
                <c:pt idx="260">
                  <c:v>16101</c:v>
                </c:pt>
                <c:pt idx="261">
                  <c:v>16112</c:v>
                </c:pt>
                <c:pt idx="262">
                  <c:v>16131</c:v>
                </c:pt>
                <c:pt idx="263">
                  <c:v>16219</c:v>
                </c:pt>
                <c:pt idx="264">
                  <c:v>16226</c:v>
                </c:pt>
                <c:pt idx="265">
                  <c:v>16227</c:v>
                </c:pt>
                <c:pt idx="266">
                  <c:v>16257</c:v>
                </c:pt>
                <c:pt idx="267">
                  <c:v>16330</c:v>
                </c:pt>
                <c:pt idx="268">
                  <c:v>16388</c:v>
                </c:pt>
                <c:pt idx="269">
                  <c:v>16449</c:v>
                </c:pt>
                <c:pt idx="270">
                  <c:v>16455</c:v>
                </c:pt>
                <c:pt idx="271">
                  <c:v>16459</c:v>
                </c:pt>
                <c:pt idx="272">
                  <c:v>16541</c:v>
                </c:pt>
                <c:pt idx="273">
                  <c:v>16546</c:v>
                </c:pt>
                <c:pt idx="274">
                  <c:v>16616</c:v>
                </c:pt>
                <c:pt idx="275">
                  <c:v>16607</c:v>
                </c:pt>
                <c:pt idx="276">
                  <c:v>16607</c:v>
                </c:pt>
                <c:pt idx="277">
                  <c:v>16570</c:v>
                </c:pt>
                <c:pt idx="278">
                  <c:v>16712</c:v>
                </c:pt>
                <c:pt idx="279">
                  <c:v>16713</c:v>
                </c:pt>
                <c:pt idx="280">
                  <c:v>16710</c:v>
                </c:pt>
                <c:pt idx="281">
                  <c:v>16666</c:v>
                </c:pt>
                <c:pt idx="282">
                  <c:v>16666</c:v>
                </c:pt>
                <c:pt idx="283">
                  <c:v>16666</c:v>
                </c:pt>
                <c:pt idx="284">
                  <c:v>16904</c:v>
                </c:pt>
                <c:pt idx="285">
                  <c:v>16914</c:v>
                </c:pt>
                <c:pt idx="286">
                  <c:v>16937</c:v>
                </c:pt>
                <c:pt idx="287">
                  <c:v>16962</c:v>
                </c:pt>
                <c:pt idx="288">
                  <c:v>16978</c:v>
                </c:pt>
                <c:pt idx="289">
                  <c:v>16979</c:v>
                </c:pt>
                <c:pt idx="290">
                  <c:v>16997</c:v>
                </c:pt>
                <c:pt idx="291">
                  <c:v>17007</c:v>
                </c:pt>
                <c:pt idx="292">
                  <c:v>17024</c:v>
                </c:pt>
                <c:pt idx="293">
                  <c:v>17025</c:v>
                </c:pt>
                <c:pt idx="294">
                  <c:v>17072</c:v>
                </c:pt>
                <c:pt idx="295">
                  <c:v>17079</c:v>
                </c:pt>
                <c:pt idx="296">
                  <c:v>17106</c:v>
                </c:pt>
                <c:pt idx="297">
                  <c:v>17133</c:v>
                </c:pt>
                <c:pt idx="298">
                  <c:v>17177</c:v>
                </c:pt>
                <c:pt idx="299">
                  <c:v>17182</c:v>
                </c:pt>
                <c:pt idx="300">
                  <c:v>17205</c:v>
                </c:pt>
                <c:pt idx="301">
                  <c:v>17138</c:v>
                </c:pt>
                <c:pt idx="302">
                  <c:v>17128</c:v>
                </c:pt>
                <c:pt idx="303">
                  <c:v>17197</c:v>
                </c:pt>
                <c:pt idx="304">
                  <c:v>17344</c:v>
                </c:pt>
                <c:pt idx="305">
                  <c:v>17287</c:v>
                </c:pt>
                <c:pt idx="306">
                  <c:v>17295</c:v>
                </c:pt>
                <c:pt idx="307">
                  <c:v>17310</c:v>
                </c:pt>
                <c:pt idx="308">
                  <c:v>17360</c:v>
                </c:pt>
                <c:pt idx="309">
                  <c:v>17367</c:v>
                </c:pt>
                <c:pt idx="310">
                  <c:v>17370</c:v>
                </c:pt>
                <c:pt idx="311">
                  <c:v>17400</c:v>
                </c:pt>
                <c:pt idx="312">
                  <c:v>17408</c:v>
                </c:pt>
                <c:pt idx="313">
                  <c:v>17410</c:v>
                </c:pt>
                <c:pt idx="314">
                  <c:v>17420</c:v>
                </c:pt>
                <c:pt idx="315">
                  <c:v>17456</c:v>
                </c:pt>
                <c:pt idx="316">
                  <c:v>17451</c:v>
                </c:pt>
                <c:pt idx="317">
                  <c:v>17456</c:v>
                </c:pt>
                <c:pt idx="318">
                  <c:v>17519</c:v>
                </c:pt>
                <c:pt idx="319">
                  <c:v>17520</c:v>
                </c:pt>
                <c:pt idx="320">
                  <c:v>17529</c:v>
                </c:pt>
                <c:pt idx="321">
                  <c:v>17540</c:v>
                </c:pt>
                <c:pt idx="322">
                  <c:v>17549</c:v>
                </c:pt>
                <c:pt idx="323">
                  <c:v>17565</c:v>
                </c:pt>
                <c:pt idx="324">
                  <c:v>17661</c:v>
                </c:pt>
                <c:pt idx="325">
                  <c:v>17681</c:v>
                </c:pt>
                <c:pt idx="326">
                  <c:v>17684</c:v>
                </c:pt>
                <c:pt idx="327">
                  <c:v>17725</c:v>
                </c:pt>
                <c:pt idx="328">
                  <c:v>17914</c:v>
                </c:pt>
                <c:pt idx="329">
                  <c:v>17951</c:v>
                </c:pt>
                <c:pt idx="330">
                  <c:v>17959</c:v>
                </c:pt>
                <c:pt idx="331">
                  <c:v>18035</c:v>
                </c:pt>
                <c:pt idx="332">
                  <c:v>18054</c:v>
                </c:pt>
                <c:pt idx="333">
                  <c:v>18075</c:v>
                </c:pt>
                <c:pt idx="334">
                  <c:v>18129</c:v>
                </c:pt>
                <c:pt idx="335">
                  <c:v>18158</c:v>
                </c:pt>
                <c:pt idx="336">
                  <c:v>18164</c:v>
                </c:pt>
                <c:pt idx="337">
                  <c:v>18180</c:v>
                </c:pt>
                <c:pt idx="338">
                  <c:v>18190</c:v>
                </c:pt>
                <c:pt idx="339">
                  <c:v>18252</c:v>
                </c:pt>
                <c:pt idx="340">
                  <c:v>18268</c:v>
                </c:pt>
                <c:pt idx="341">
                  <c:v>18283</c:v>
                </c:pt>
                <c:pt idx="342">
                  <c:v>18323</c:v>
                </c:pt>
                <c:pt idx="343">
                  <c:v>18317</c:v>
                </c:pt>
                <c:pt idx="344">
                  <c:v>18100</c:v>
                </c:pt>
                <c:pt idx="345">
                  <c:v>18201</c:v>
                </c:pt>
                <c:pt idx="346">
                  <c:v>18250</c:v>
                </c:pt>
                <c:pt idx="347">
                  <c:v>18317</c:v>
                </c:pt>
                <c:pt idx="348">
                  <c:v>18316</c:v>
                </c:pt>
                <c:pt idx="349">
                  <c:v>18324</c:v>
                </c:pt>
                <c:pt idx="350">
                  <c:v>18375</c:v>
                </c:pt>
                <c:pt idx="351">
                  <c:v>18367</c:v>
                </c:pt>
                <c:pt idx="352">
                  <c:v>18303</c:v>
                </c:pt>
                <c:pt idx="353">
                  <c:v>18370</c:v>
                </c:pt>
                <c:pt idx="354">
                  <c:v>18374</c:v>
                </c:pt>
                <c:pt idx="355">
                  <c:v>18385</c:v>
                </c:pt>
                <c:pt idx="356">
                  <c:v>18255</c:v>
                </c:pt>
                <c:pt idx="357">
                  <c:v>18276</c:v>
                </c:pt>
                <c:pt idx="358">
                  <c:v>18279</c:v>
                </c:pt>
                <c:pt idx="359">
                  <c:v>18262</c:v>
                </c:pt>
                <c:pt idx="360">
                  <c:v>18237</c:v>
                </c:pt>
                <c:pt idx="361">
                  <c:v>18229</c:v>
                </c:pt>
                <c:pt idx="362">
                  <c:v>18161</c:v>
                </c:pt>
                <c:pt idx="363">
                  <c:v>17882</c:v>
                </c:pt>
                <c:pt idx="364">
                  <c:v>17932</c:v>
                </c:pt>
                <c:pt idx="365">
                  <c:v>17944</c:v>
                </c:pt>
                <c:pt idx="366">
                  <c:v>17941</c:v>
                </c:pt>
                <c:pt idx="367">
                  <c:v>17912</c:v>
                </c:pt>
                <c:pt idx="368">
                  <c:v>17917</c:v>
                </c:pt>
                <c:pt idx="369">
                  <c:v>17866</c:v>
                </c:pt>
                <c:pt idx="370">
                  <c:v>17853</c:v>
                </c:pt>
                <c:pt idx="371">
                  <c:v>17859</c:v>
                </c:pt>
                <c:pt idx="372">
                  <c:v>17862</c:v>
                </c:pt>
                <c:pt idx="373">
                  <c:v>17754</c:v>
                </c:pt>
                <c:pt idx="374">
                  <c:v>17672</c:v>
                </c:pt>
                <c:pt idx="375">
                  <c:v>17632</c:v>
                </c:pt>
                <c:pt idx="376">
                  <c:v>17725</c:v>
                </c:pt>
                <c:pt idx="377">
                  <c:v>17733</c:v>
                </c:pt>
                <c:pt idx="378">
                  <c:v>17683</c:v>
                </c:pt>
                <c:pt idx="379">
                  <c:v>17120</c:v>
                </c:pt>
                <c:pt idx="380">
                  <c:v>17134</c:v>
                </c:pt>
                <c:pt idx="381">
                  <c:v>17071</c:v>
                </c:pt>
                <c:pt idx="382">
                  <c:v>17075</c:v>
                </c:pt>
                <c:pt idx="383">
                  <c:v>17085</c:v>
                </c:pt>
                <c:pt idx="384">
                  <c:v>17081</c:v>
                </c:pt>
                <c:pt idx="385">
                  <c:v>17082</c:v>
                </c:pt>
                <c:pt idx="386">
                  <c:v>17058</c:v>
                </c:pt>
                <c:pt idx="387">
                  <c:v>17079</c:v>
                </c:pt>
                <c:pt idx="388">
                  <c:v>17090</c:v>
                </c:pt>
                <c:pt idx="389">
                  <c:v>17068</c:v>
                </c:pt>
                <c:pt idx="390">
                  <c:v>17082</c:v>
                </c:pt>
                <c:pt idx="391">
                  <c:v>17044</c:v>
                </c:pt>
                <c:pt idx="392">
                  <c:v>16853</c:v>
                </c:pt>
                <c:pt idx="393">
                  <c:v>16784</c:v>
                </c:pt>
                <c:pt idx="394">
                  <c:v>16832</c:v>
                </c:pt>
                <c:pt idx="395">
                  <c:v>16842</c:v>
                </c:pt>
                <c:pt idx="396">
                  <c:v>16828</c:v>
                </c:pt>
                <c:pt idx="397">
                  <c:v>16779</c:v>
                </c:pt>
                <c:pt idx="398">
                  <c:v>16707</c:v>
                </c:pt>
                <c:pt idx="399">
                  <c:v>16670</c:v>
                </c:pt>
                <c:pt idx="400">
                  <c:v>16659</c:v>
                </c:pt>
                <c:pt idx="401">
                  <c:v>16573</c:v>
                </c:pt>
                <c:pt idx="402">
                  <c:v>16612</c:v>
                </c:pt>
                <c:pt idx="403">
                  <c:v>16619</c:v>
                </c:pt>
                <c:pt idx="404">
                  <c:v>16617</c:v>
                </c:pt>
                <c:pt idx="405">
                  <c:v>16612</c:v>
                </c:pt>
                <c:pt idx="406">
                  <c:v>16632</c:v>
                </c:pt>
                <c:pt idx="407">
                  <c:v>16696</c:v>
                </c:pt>
                <c:pt idx="408">
                  <c:v>16698</c:v>
                </c:pt>
                <c:pt idx="409">
                  <c:v>16137</c:v>
                </c:pt>
                <c:pt idx="410">
                  <c:v>16115</c:v>
                </c:pt>
                <c:pt idx="411">
                  <c:v>16124</c:v>
                </c:pt>
                <c:pt idx="412">
                  <c:v>16138</c:v>
                </c:pt>
                <c:pt idx="413">
                  <c:v>16128</c:v>
                </c:pt>
                <c:pt idx="414">
                  <c:v>16137</c:v>
                </c:pt>
                <c:pt idx="415">
                  <c:v>16142</c:v>
                </c:pt>
                <c:pt idx="416">
                  <c:v>15902</c:v>
                </c:pt>
                <c:pt idx="417">
                  <c:v>15907</c:v>
                </c:pt>
                <c:pt idx="418">
                  <c:v>15836</c:v>
                </c:pt>
                <c:pt idx="419">
                  <c:v>15830</c:v>
                </c:pt>
                <c:pt idx="420">
                  <c:v>15795</c:v>
                </c:pt>
                <c:pt idx="421">
                  <c:v>15790</c:v>
                </c:pt>
                <c:pt idx="422">
                  <c:v>15786</c:v>
                </c:pt>
                <c:pt idx="423">
                  <c:v>15769</c:v>
                </c:pt>
                <c:pt idx="424">
                  <c:v>15753</c:v>
                </c:pt>
                <c:pt idx="425">
                  <c:v>15746</c:v>
                </c:pt>
                <c:pt idx="426">
                  <c:v>15767</c:v>
                </c:pt>
                <c:pt idx="427">
                  <c:v>15770</c:v>
                </c:pt>
                <c:pt idx="428">
                  <c:v>15714</c:v>
                </c:pt>
                <c:pt idx="429">
                  <c:v>15713</c:v>
                </c:pt>
                <c:pt idx="430">
                  <c:v>15557</c:v>
                </c:pt>
                <c:pt idx="431">
                  <c:v>15571</c:v>
                </c:pt>
                <c:pt idx="432">
                  <c:v>15556</c:v>
                </c:pt>
                <c:pt idx="433">
                  <c:v>15569</c:v>
                </c:pt>
                <c:pt idx="434">
                  <c:v>15570</c:v>
                </c:pt>
                <c:pt idx="435">
                  <c:v>15550</c:v>
                </c:pt>
                <c:pt idx="436">
                  <c:v>15540</c:v>
                </c:pt>
                <c:pt idx="437">
                  <c:v>15578</c:v>
                </c:pt>
                <c:pt idx="438">
                  <c:v>15559</c:v>
                </c:pt>
                <c:pt idx="439">
                  <c:v>15570</c:v>
                </c:pt>
                <c:pt idx="440">
                  <c:v>15550</c:v>
                </c:pt>
                <c:pt idx="441">
                  <c:v>15576</c:v>
                </c:pt>
                <c:pt idx="442">
                  <c:v>15569</c:v>
                </c:pt>
                <c:pt idx="443">
                  <c:v>15616</c:v>
                </c:pt>
                <c:pt idx="444">
                  <c:v>15621</c:v>
                </c:pt>
                <c:pt idx="445">
                  <c:v>15608</c:v>
                </c:pt>
                <c:pt idx="446">
                  <c:v>15661</c:v>
                </c:pt>
                <c:pt idx="447">
                  <c:v>15656</c:v>
                </c:pt>
                <c:pt idx="448">
                  <c:v>15653</c:v>
                </c:pt>
                <c:pt idx="449">
                  <c:v>15635</c:v>
                </c:pt>
                <c:pt idx="450">
                  <c:v>15691</c:v>
                </c:pt>
                <c:pt idx="451">
                  <c:v>15680</c:v>
                </c:pt>
                <c:pt idx="452">
                  <c:v>15741</c:v>
                </c:pt>
                <c:pt idx="453">
                  <c:v>15751</c:v>
                </c:pt>
                <c:pt idx="454">
                  <c:v>15755</c:v>
                </c:pt>
                <c:pt idx="455">
                  <c:v>15734</c:v>
                </c:pt>
                <c:pt idx="456">
                  <c:v>15544</c:v>
                </c:pt>
                <c:pt idx="457">
                  <c:v>15653</c:v>
                </c:pt>
                <c:pt idx="458">
                  <c:v>15683</c:v>
                </c:pt>
                <c:pt idx="459">
                  <c:v>15667</c:v>
                </c:pt>
                <c:pt idx="460">
                  <c:v>15662</c:v>
                </c:pt>
                <c:pt idx="461">
                  <c:v>15624</c:v>
                </c:pt>
                <c:pt idx="462">
                  <c:v>15646</c:v>
                </c:pt>
                <c:pt idx="463">
                  <c:v>15630</c:v>
                </c:pt>
                <c:pt idx="464">
                  <c:v>15651</c:v>
                </c:pt>
                <c:pt idx="465">
                  <c:v>15659</c:v>
                </c:pt>
                <c:pt idx="466">
                  <c:v>15683</c:v>
                </c:pt>
                <c:pt idx="467">
                  <c:v>15624</c:v>
                </c:pt>
                <c:pt idx="468">
                  <c:v>15449</c:v>
                </c:pt>
                <c:pt idx="469">
                  <c:v>15545</c:v>
                </c:pt>
                <c:pt idx="470">
                  <c:v>15548</c:v>
                </c:pt>
                <c:pt idx="471">
                  <c:v>15494</c:v>
                </c:pt>
                <c:pt idx="472">
                  <c:v>15451</c:v>
                </c:pt>
                <c:pt idx="473">
                  <c:v>15432</c:v>
                </c:pt>
                <c:pt idx="474">
                  <c:v>15443</c:v>
                </c:pt>
                <c:pt idx="475">
                  <c:v>15137</c:v>
                </c:pt>
                <c:pt idx="476">
                  <c:v>15102</c:v>
                </c:pt>
                <c:pt idx="477">
                  <c:v>14780</c:v>
                </c:pt>
                <c:pt idx="478">
                  <c:v>14780</c:v>
                </c:pt>
                <c:pt idx="479">
                  <c:v>14782</c:v>
                </c:pt>
                <c:pt idx="480">
                  <c:v>14432</c:v>
                </c:pt>
                <c:pt idx="481">
                  <c:v>14432</c:v>
                </c:pt>
                <c:pt idx="482">
                  <c:v>14681</c:v>
                </c:pt>
                <c:pt idx="483">
                  <c:v>14702</c:v>
                </c:pt>
                <c:pt idx="484">
                  <c:v>14707</c:v>
                </c:pt>
                <c:pt idx="485">
                  <c:v>14726</c:v>
                </c:pt>
                <c:pt idx="486">
                  <c:v>14700</c:v>
                </c:pt>
                <c:pt idx="487">
                  <c:v>14625</c:v>
                </c:pt>
                <c:pt idx="488">
                  <c:v>14539</c:v>
                </c:pt>
                <c:pt idx="489">
                  <c:v>14481</c:v>
                </c:pt>
                <c:pt idx="490">
                  <c:v>14408</c:v>
                </c:pt>
                <c:pt idx="491">
                  <c:v>14370</c:v>
                </c:pt>
                <c:pt idx="492">
                  <c:v>14310</c:v>
                </c:pt>
                <c:pt idx="493">
                  <c:v>14281</c:v>
                </c:pt>
                <c:pt idx="494">
                  <c:v>14177</c:v>
                </c:pt>
                <c:pt idx="495">
                  <c:v>14094</c:v>
                </c:pt>
                <c:pt idx="496">
                  <c:v>13733</c:v>
                </c:pt>
                <c:pt idx="497">
                  <c:v>13644</c:v>
                </c:pt>
                <c:pt idx="498">
                  <c:v>13588</c:v>
                </c:pt>
                <c:pt idx="499">
                  <c:v>13082</c:v>
                </c:pt>
                <c:pt idx="500">
                  <c:v>12959</c:v>
                </c:pt>
                <c:pt idx="501">
                  <c:v>12923</c:v>
                </c:pt>
                <c:pt idx="502">
                  <c:v>12916</c:v>
                </c:pt>
                <c:pt idx="503">
                  <c:v>12902</c:v>
                </c:pt>
                <c:pt idx="504">
                  <c:v>12876</c:v>
                </c:pt>
                <c:pt idx="505">
                  <c:v>12864</c:v>
                </c:pt>
                <c:pt idx="506">
                  <c:v>12846</c:v>
                </c:pt>
                <c:pt idx="507">
                  <c:v>12819</c:v>
                </c:pt>
                <c:pt idx="508">
                  <c:v>12805</c:v>
                </c:pt>
                <c:pt idx="509">
                  <c:v>12782</c:v>
                </c:pt>
                <c:pt idx="510">
                  <c:v>12749</c:v>
                </c:pt>
                <c:pt idx="511">
                  <c:v>12680</c:v>
                </c:pt>
                <c:pt idx="512">
                  <c:v>12501</c:v>
                </c:pt>
                <c:pt idx="513">
                  <c:v>12723</c:v>
                </c:pt>
                <c:pt idx="514">
                  <c:v>12740</c:v>
                </c:pt>
                <c:pt idx="515">
                  <c:v>12679</c:v>
                </c:pt>
                <c:pt idx="516">
                  <c:v>12627</c:v>
                </c:pt>
                <c:pt idx="517">
                  <c:v>12553</c:v>
                </c:pt>
                <c:pt idx="518">
                  <c:v>12304</c:v>
                </c:pt>
                <c:pt idx="519">
                  <c:v>12328</c:v>
                </c:pt>
                <c:pt idx="520">
                  <c:v>12345</c:v>
                </c:pt>
                <c:pt idx="521">
                  <c:v>12350</c:v>
                </c:pt>
                <c:pt idx="522">
                  <c:v>12338</c:v>
                </c:pt>
                <c:pt idx="523">
                  <c:v>12326</c:v>
                </c:pt>
                <c:pt idx="524">
                  <c:v>12317</c:v>
                </c:pt>
                <c:pt idx="525">
                  <c:v>12252</c:v>
                </c:pt>
                <c:pt idx="526">
                  <c:v>12162</c:v>
                </c:pt>
                <c:pt idx="527">
                  <c:v>12158</c:v>
                </c:pt>
                <c:pt idx="528">
                  <c:v>12166</c:v>
                </c:pt>
                <c:pt idx="529">
                  <c:v>12176</c:v>
                </c:pt>
                <c:pt idx="530">
                  <c:v>12147</c:v>
                </c:pt>
                <c:pt idx="531">
                  <c:v>12138</c:v>
                </c:pt>
                <c:pt idx="532">
                  <c:v>12092</c:v>
                </c:pt>
                <c:pt idx="533">
                  <c:v>12029</c:v>
                </c:pt>
                <c:pt idx="534">
                  <c:v>11969</c:v>
                </c:pt>
                <c:pt idx="535">
                  <c:v>11957</c:v>
                </c:pt>
                <c:pt idx="536">
                  <c:v>11929</c:v>
                </c:pt>
                <c:pt idx="537">
                  <c:v>11872</c:v>
                </c:pt>
                <c:pt idx="538">
                  <c:v>11818</c:v>
                </c:pt>
                <c:pt idx="539">
                  <c:v>11756</c:v>
                </c:pt>
                <c:pt idx="540">
                  <c:v>11729</c:v>
                </c:pt>
                <c:pt idx="541">
                  <c:v>11689</c:v>
                </c:pt>
                <c:pt idx="542">
                  <c:v>11665</c:v>
                </c:pt>
                <c:pt idx="543">
                  <c:v>11604</c:v>
                </c:pt>
                <c:pt idx="544">
                  <c:v>11597</c:v>
                </c:pt>
                <c:pt idx="545">
                  <c:v>11575</c:v>
                </c:pt>
                <c:pt idx="546">
                  <c:v>11543</c:v>
                </c:pt>
                <c:pt idx="547">
                  <c:v>11505</c:v>
                </c:pt>
                <c:pt idx="548">
                  <c:v>11495</c:v>
                </c:pt>
                <c:pt idx="549">
                  <c:v>11466</c:v>
                </c:pt>
                <c:pt idx="550">
                  <c:v>11416</c:v>
                </c:pt>
                <c:pt idx="551">
                  <c:v>11415</c:v>
                </c:pt>
                <c:pt idx="552">
                  <c:v>11345</c:v>
                </c:pt>
                <c:pt idx="553">
                  <c:v>11321</c:v>
                </c:pt>
                <c:pt idx="554">
                  <c:v>11262</c:v>
                </c:pt>
                <c:pt idx="555">
                  <c:v>11176</c:v>
                </c:pt>
                <c:pt idx="556">
                  <c:v>11099</c:v>
                </c:pt>
                <c:pt idx="557">
                  <c:v>11039</c:v>
                </c:pt>
                <c:pt idx="558">
                  <c:v>10972</c:v>
                </c:pt>
                <c:pt idx="559">
                  <c:v>10901</c:v>
                </c:pt>
                <c:pt idx="560">
                  <c:v>10968</c:v>
                </c:pt>
                <c:pt idx="561">
                  <c:v>10996</c:v>
                </c:pt>
                <c:pt idx="562">
                  <c:v>10966</c:v>
                </c:pt>
                <c:pt idx="563">
                  <c:v>10951</c:v>
                </c:pt>
                <c:pt idx="564">
                  <c:v>10918</c:v>
                </c:pt>
                <c:pt idx="565">
                  <c:v>10852</c:v>
                </c:pt>
                <c:pt idx="566">
                  <c:v>10782</c:v>
                </c:pt>
                <c:pt idx="567">
                  <c:v>10754</c:v>
                </c:pt>
                <c:pt idx="568">
                  <c:v>10742</c:v>
                </c:pt>
                <c:pt idx="569">
                  <c:v>10737</c:v>
                </c:pt>
                <c:pt idx="570">
                  <c:v>10702</c:v>
                </c:pt>
                <c:pt idx="571">
                  <c:v>10640</c:v>
                </c:pt>
                <c:pt idx="572">
                  <c:v>10606</c:v>
                </c:pt>
                <c:pt idx="573">
                  <c:v>10541</c:v>
                </c:pt>
                <c:pt idx="574">
                  <c:v>10506</c:v>
                </c:pt>
                <c:pt idx="575">
                  <c:v>10464</c:v>
                </c:pt>
                <c:pt idx="576">
                  <c:v>10417</c:v>
                </c:pt>
                <c:pt idx="577">
                  <c:v>10395</c:v>
                </c:pt>
                <c:pt idx="578">
                  <c:v>10382</c:v>
                </c:pt>
                <c:pt idx="579">
                  <c:v>10312</c:v>
                </c:pt>
                <c:pt idx="580">
                  <c:v>10268</c:v>
                </c:pt>
                <c:pt idx="581">
                  <c:v>10238</c:v>
                </c:pt>
                <c:pt idx="582">
                  <c:v>10191</c:v>
                </c:pt>
                <c:pt idx="583">
                  <c:v>10122</c:v>
                </c:pt>
                <c:pt idx="584">
                  <c:v>10097</c:v>
                </c:pt>
                <c:pt idx="585">
                  <c:v>10090</c:v>
                </c:pt>
                <c:pt idx="586">
                  <c:v>10103</c:v>
                </c:pt>
                <c:pt idx="587">
                  <c:v>10082</c:v>
                </c:pt>
                <c:pt idx="588">
                  <c:v>9966</c:v>
                </c:pt>
                <c:pt idx="589">
                  <c:v>10127</c:v>
                </c:pt>
                <c:pt idx="590">
                  <c:v>10136</c:v>
                </c:pt>
                <c:pt idx="591">
                  <c:v>10080</c:v>
                </c:pt>
                <c:pt idx="592">
                  <c:v>10054</c:v>
                </c:pt>
                <c:pt idx="593">
                  <c:v>10013</c:v>
                </c:pt>
                <c:pt idx="594">
                  <c:v>10008</c:v>
                </c:pt>
                <c:pt idx="595">
                  <c:v>9929</c:v>
                </c:pt>
                <c:pt idx="596">
                  <c:v>9925</c:v>
                </c:pt>
                <c:pt idx="597">
                  <c:v>9828</c:v>
                </c:pt>
                <c:pt idx="598">
                  <c:v>9778</c:v>
                </c:pt>
                <c:pt idx="599">
                  <c:v>9781</c:v>
                </c:pt>
                <c:pt idx="600">
                  <c:v>9789</c:v>
                </c:pt>
                <c:pt idx="601">
                  <c:v>9790</c:v>
                </c:pt>
                <c:pt idx="602">
                  <c:v>9818</c:v>
                </c:pt>
                <c:pt idx="603">
                  <c:v>9797</c:v>
                </c:pt>
                <c:pt idx="604">
                  <c:v>9771</c:v>
                </c:pt>
                <c:pt idx="605">
                  <c:v>9755</c:v>
                </c:pt>
                <c:pt idx="606">
                  <c:v>9715</c:v>
                </c:pt>
                <c:pt idx="607">
                  <c:v>9709</c:v>
                </c:pt>
                <c:pt idx="608">
                  <c:v>9700</c:v>
                </c:pt>
                <c:pt idx="609">
                  <c:v>9662</c:v>
                </c:pt>
                <c:pt idx="610">
                  <c:v>9630</c:v>
                </c:pt>
                <c:pt idx="611">
                  <c:v>9574</c:v>
                </c:pt>
                <c:pt idx="612">
                  <c:v>9614</c:v>
                </c:pt>
                <c:pt idx="613">
                  <c:v>9592</c:v>
                </c:pt>
                <c:pt idx="614">
                  <c:v>9549</c:v>
                </c:pt>
                <c:pt idx="615">
                  <c:v>9491</c:v>
                </c:pt>
                <c:pt idx="616">
                  <c:v>9556</c:v>
                </c:pt>
                <c:pt idx="617">
                  <c:v>9548</c:v>
                </c:pt>
                <c:pt idx="618">
                  <c:v>9690</c:v>
                </c:pt>
                <c:pt idx="619">
                  <c:v>9701</c:v>
                </c:pt>
                <c:pt idx="620">
                  <c:v>9646</c:v>
                </c:pt>
                <c:pt idx="621">
                  <c:v>9638</c:v>
                </c:pt>
                <c:pt idx="622">
                  <c:v>9606</c:v>
                </c:pt>
                <c:pt idx="623">
                  <c:v>9611</c:v>
                </c:pt>
                <c:pt idx="624">
                  <c:v>9585</c:v>
                </c:pt>
                <c:pt idx="625">
                  <c:v>9604</c:v>
                </c:pt>
                <c:pt idx="626">
                  <c:v>9626</c:v>
                </c:pt>
                <c:pt idx="627">
                  <c:v>9584</c:v>
                </c:pt>
                <c:pt idx="628">
                  <c:v>9575</c:v>
                </c:pt>
                <c:pt idx="629">
                  <c:v>9591</c:v>
                </c:pt>
                <c:pt idx="630">
                  <c:v>9585</c:v>
                </c:pt>
                <c:pt idx="631">
                  <c:v>9577</c:v>
                </c:pt>
                <c:pt idx="632">
                  <c:v>9549</c:v>
                </c:pt>
                <c:pt idx="633">
                  <c:v>9507</c:v>
                </c:pt>
                <c:pt idx="634">
                  <c:v>9419</c:v>
                </c:pt>
                <c:pt idx="635">
                  <c:v>9506</c:v>
                </c:pt>
                <c:pt idx="636">
                  <c:v>9522</c:v>
                </c:pt>
                <c:pt idx="637">
                  <c:v>9506</c:v>
                </c:pt>
                <c:pt idx="638">
                  <c:v>9494</c:v>
                </c:pt>
                <c:pt idx="639">
                  <c:v>9431</c:v>
                </c:pt>
                <c:pt idx="640">
                  <c:v>9399</c:v>
                </c:pt>
                <c:pt idx="641">
                  <c:v>9365</c:v>
                </c:pt>
                <c:pt idx="642">
                  <c:v>9342</c:v>
                </c:pt>
                <c:pt idx="643">
                  <c:v>9333</c:v>
                </c:pt>
                <c:pt idx="644">
                  <c:v>9299</c:v>
                </c:pt>
                <c:pt idx="645">
                  <c:v>9277</c:v>
                </c:pt>
                <c:pt idx="646">
                  <c:v>9242</c:v>
                </c:pt>
                <c:pt idx="647">
                  <c:v>9200</c:v>
                </c:pt>
                <c:pt idx="648">
                  <c:v>9147</c:v>
                </c:pt>
                <c:pt idx="649">
                  <c:v>9123</c:v>
                </c:pt>
                <c:pt idx="650">
                  <c:v>9068</c:v>
                </c:pt>
                <c:pt idx="651">
                  <c:v>9059</c:v>
                </c:pt>
                <c:pt idx="652">
                  <c:v>9019</c:v>
                </c:pt>
                <c:pt idx="653">
                  <c:v>8983</c:v>
                </c:pt>
                <c:pt idx="654">
                  <c:v>8930</c:v>
                </c:pt>
                <c:pt idx="655">
                  <c:v>8894</c:v>
                </c:pt>
                <c:pt idx="656">
                  <c:v>8875</c:v>
                </c:pt>
                <c:pt idx="657">
                  <c:v>8850</c:v>
                </c:pt>
                <c:pt idx="658">
                  <c:v>8821</c:v>
                </c:pt>
                <c:pt idx="659">
                  <c:v>8806</c:v>
                </c:pt>
                <c:pt idx="660">
                  <c:v>8756</c:v>
                </c:pt>
                <c:pt idx="661">
                  <c:v>8730</c:v>
                </c:pt>
                <c:pt idx="662">
                  <c:v>8681</c:v>
                </c:pt>
                <c:pt idx="663">
                  <c:v>8673</c:v>
                </c:pt>
                <c:pt idx="664">
                  <c:v>8670</c:v>
                </c:pt>
                <c:pt idx="665">
                  <c:v>8669</c:v>
                </c:pt>
                <c:pt idx="666">
                  <c:v>8684</c:v>
                </c:pt>
                <c:pt idx="667">
                  <c:v>8782</c:v>
                </c:pt>
                <c:pt idx="668">
                  <c:v>8761</c:v>
                </c:pt>
                <c:pt idx="669">
                  <c:v>8752</c:v>
                </c:pt>
                <c:pt idx="670">
                  <c:v>8745</c:v>
                </c:pt>
                <c:pt idx="671">
                  <c:v>8755</c:v>
                </c:pt>
                <c:pt idx="672">
                  <c:v>8750</c:v>
                </c:pt>
                <c:pt idx="673">
                  <c:v>8740</c:v>
                </c:pt>
                <c:pt idx="674">
                  <c:v>8748</c:v>
                </c:pt>
                <c:pt idx="675">
                  <c:v>8747</c:v>
                </c:pt>
                <c:pt idx="676">
                  <c:v>8735</c:v>
                </c:pt>
                <c:pt idx="677">
                  <c:v>8740</c:v>
                </c:pt>
                <c:pt idx="678">
                  <c:v>8735</c:v>
                </c:pt>
                <c:pt idx="679">
                  <c:v>8740</c:v>
                </c:pt>
                <c:pt idx="680">
                  <c:v>8699</c:v>
                </c:pt>
                <c:pt idx="681">
                  <c:v>8680</c:v>
                </c:pt>
                <c:pt idx="682">
                  <c:v>8657</c:v>
                </c:pt>
                <c:pt idx="683">
                  <c:v>8634</c:v>
                </c:pt>
                <c:pt idx="684">
                  <c:v>8597</c:v>
                </c:pt>
                <c:pt idx="685">
                  <c:v>8608</c:v>
                </c:pt>
                <c:pt idx="686">
                  <c:v>8606</c:v>
                </c:pt>
                <c:pt idx="687">
                  <c:v>8580</c:v>
                </c:pt>
                <c:pt idx="688">
                  <c:v>8565</c:v>
                </c:pt>
                <c:pt idx="689">
                  <c:v>8545</c:v>
                </c:pt>
                <c:pt idx="690">
                  <c:v>8599</c:v>
                </c:pt>
                <c:pt idx="691">
                  <c:v>8586</c:v>
                </c:pt>
                <c:pt idx="692">
                  <c:v>8558</c:v>
                </c:pt>
                <c:pt idx="693">
                  <c:v>8545</c:v>
                </c:pt>
                <c:pt idx="694">
                  <c:v>8575</c:v>
                </c:pt>
                <c:pt idx="695">
                  <c:v>8570</c:v>
                </c:pt>
                <c:pt idx="696">
                  <c:v>8567</c:v>
                </c:pt>
                <c:pt idx="697">
                  <c:v>8559</c:v>
                </c:pt>
                <c:pt idx="698">
                  <c:v>8560</c:v>
                </c:pt>
                <c:pt idx="699">
                  <c:v>8556</c:v>
                </c:pt>
                <c:pt idx="700">
                  <c:v>8527</c:v>
                </c:pt>
                <c:pt idx="701">
                  <c:v>8511</c:v>
                </c:pt>
                <c:pt idx="702">
                  <c:v>8528</c:v>
                </c:pt>
                <c:pt idx="703">
                  <c:v>8515</c:v>
                </c:pt>
                <c:pt idx="704">
                  <c:v>8497</c:v>
                </c:pt>
                <c:pt idx="705">
                  <c:v>8464</c:v>
                </c:pt>
                <c:pt idx="706">
                  <c:v>8276</c:v>
                </c:pt>
                <c:pt idx="707">
                  <c:v>8279</c:v>
                </c:pt>
                <c:pt idx="708">
                  <c:v>8279</c:v>
                </c:pt>
                <c:pt idx="709">
                  <c:v>8278</c:v>
                </c:pt>
                <c:pt idx="710">
                  <c:v>8278</c:v>
                </c:pt>
                <c:pt idx="711">
                  <c:v>8401</c:v>
                </c:pt>
                <c:pt idx="712">
                  <c:v>8409</c:v>
                </c:pt>
                <c:pt idx="713">
                  <c:v>8425</c:v>
                </c:pt>
                <c:pt idx="714">
                  <c:v>8411</c:v>
                </c:pt>
                <c:pt idx="715">
                  <c:v>8392</c:v>
                </c:pt>
                <c:pt idx="716">
                  <c:v>8373</c:v>
                </c:pt>
                <c:pt idx="717">
                  <c:v>8371</c:v>
                </c:pt>
                <c:pt idx="718">
                  <c:v>8383</c:v>
                </c:pt>
                <c:pt idx="719">
                  <c:v>8395</c:v>
                </c:pt>
                <c:pt idx="720">
                  <c:v>8370</c:v>
                </c:pt>
                <c:pt idx="721">
                  <c:v>8339</c:v>
                </c:pt>
                <c:pt idx="722">
                  <c:v>8332</c:v>
                </c:pt>
                <c:pt idx="723">
                  <c:v>8362</c:v>
                </c:pt>
                <c:pt idx="724">
                  <c:v>8356</c:v>
                </c:pt>
                <c:pt idx="725">
                  <c:v>8346</c:v>
                </c:pt>
                <c:pt idx="726">
                  <c:v>8372</c:v>
                </c:pt>
                <c:pt idx="727">
                  <c:v>8372</c:v>
                </c:pt>
                <c:pt idx="728">
                  <c:v>8380</c:v>
                </c:pt>
                <c:pt idx="729">
                  <c:v>8369</c:v>
                </c:pt>
                <c:pt idx="730">
                  <c:v>8358</c:v>
                </c:pt>
                <c:pt idx="731">
                  <c:v>8356</c:v>
                </c:pt>
                <c:pt idx="732">
                  <c:v>8344</c:v>
                </c:pt>
                <c:pt idx="733">
                  <c:v>8346</c:v>
                </c:pt>
                <c:pt idx="734">
                  <c:v>8323</c:v>
                </c:pt>
                <c:pt idx="735">
                  <c:v>8306</c:v>
                </c:pt>
                <c:pt idx="736">
                  <c:v>8271</c:v>
                </c:pt>
                <c:pt idx="737">
                  <c:v>8287</c:v>
                </c:pt>
                <c:pt idx="738">
                  <c:v>8287</c:v>
                </c:pt>
                <c:pt idx="739">
                  <c:v>8284</c:v>
                </c:pt>
                <c:pt idx="740">
                  <c:v>8295</c:v>
                </c:pt>
                <c:pt idx="741">
                  <c:v>8323</c:v>
                </c:pt>
                <c:pt idx="742">
                  <c:v>8321</c:v>
                </c:pt>
                <c:pt idx="743">
                  <c:v>8307</c:v>
                </c:pt>
                <c:pt idx="744">
                  <c:v>8287</c:v>
                </c:pt>
                <c:pt idx="745">
                  <c:v>8273</c:v>
                </c:pt>
                <c:pt idx="746">
                  <c:v>8270</c:v>
                </c:pt>
                <c:pt idx="747">
                  <c:v>8297</c:v>
                </c:pt>
                <c:pt idx="748">
                  <c:v>8269</c:v>
                </c:pt>
                <c:pt idx="749">
                  <c:v>8241</c:v>
                </c:pt>
                <c:pt idx="750">
                  <c:v>8210</c:v>
                </c:pt>
                <c:pt idx="751">
                  <c:v>8191</c:v>
                </c:pt>
                <c:pt idx="752">
                  <c:v>8216</c:v>
                </c:pt>
                <c:pt idx="753">
                  <c:v>8198</c:v>
                </c:pt>
                <c:pt idx="754">
                  <c:v>8210</c:v>
                </c:pt>
                <c:pt idx="755">
                  <c:v>8215</c:v>
                </c:pt>
                <c:pt idx="756">
                  <c:v>8201</c:v>
                </c:pt>
                <c:pt idx="757">
                  <c:v>8190</c:v>
                </c:pt>
                <c:pt idx="758">
                  <c:v>8182</c:v>
                </c:pt>
                <c:pt idx="759">
                  <c:v>8165</c:v>
                </c:pt>
                <c:pt idx="760">
                  <c:v>8153</c:v>
                </c:pt>
                <c:pt idx="761">
                  <c:v>8121</c:v>
                </c:pt>
                <c:pt idx="762">
                  <c:v>8156</c:v>
                </c:pt>
                <c:pt idx="763">
                  <c:v>8171</c:v>
                </c:pt>
                <c:pt idx="764">
                  <c:v>8184</c:v>
                </c:pt>
                <c:pt idx="765">
                  <c:v>8178</c:v>
                </c:pt>
                <c:pt idx="766">
                  <c:v>8179</c:v>
                </c:pt>
                <c:pt idx="767">
                  <c:v>8173</c:v>
                </c:pt>
                <c:pt idx="768">
                  <c:v>8175</c:v>
                </c:pt>
                <c:pt idx="769">
                  <c:v>8180</c:v>
                </c:pt>
                <c:pt idx="770">
                  <c:v>8205</c:v>
                </c:pt>
                <c:pt idx="771">
                  <c:v>8206</c:v>
                </c:pt>
                <c:pt idx="772">
                  <c:v>8203</c:v>
                </c:pt>
                <c:pt idx="773">
                  <c:v>8203</c:v>
                </c:pt>
                <c:pt idx="774">
                  <c:v>8212</c:v>
                </c:pt>
                <c:pt idx="775">
                  <c:v>8206</c:v>
                </c:pt>
                <c:pt idx="776">
                  <c:v>8226</c:v>
                </c:pt>
                <c:pt idx="777">
                  <c:v>8220</c:v>
                </c:pt>
                <c:pt idx="778">
                  <c:v>8214</c:v>
                </c:pt>
                <c:pt idx="779">
                  <c:v>8228</c:v>
                </c:pt>
                <c:pt idx="780">
                  <c:v>8228</c:v>
                </c:pt>
                <c:pt idx="781">
                  <c:v>8249</c:v>
                </c:pt>
                <c:pt idx="782">
                  <c:v>8247</c:v>
                </c:pt>
                <c:pt idx="783">
                  <c:v>8249</c:v>
                </c:pt>
                <c:pt idx="784">
                  <c:v>8219</c:v>
                </c:pt>
                <c:pt idx="785">
                  <c:v>8209</c:v>
                </c:pt>
                <c:pt idx="786">
                  <c:v>8208</c:v>
                </c:pt>
                <c:pt idx="787">
                  <c:v>8206</c:v>
                </c:pt>
                <c:pt idx="788">
                  <c:v>8209</c:v>
                </c:pt>
                <c:pt idx="789">
                  <c:v>8198</c:v>
                </c:pt>
                <c:pt idx="790">
                  <c:v>8194</c:v>
                </c:pt>
                <c:pt idx="791">
                  <c:v>8196</c:v>
                </c:pt>
                <c:pt idx="792">
                  <c:v>8153</c:v>
                </c:pt>
                <c:pt idx="793">
                  <c:v>8150</c:v>
                </c:pt>
                <c:pt idx="794">
                  <c:v>8138</c:v>
                </c:pt>
                <c:pt idx="795">
                  <c:v>8112</c:v>
                </c:pt>
                <c:pt idx="796">
                  <c:v>8116</c:v>
                </c:pt>
                <c:pt idx="797">
                  <c:v>8076</c:v>
                </c:pt>
                <c:pt idx="798">
                  <c:v>8041</c:v>
                </c:pt>
                <c:pt idx="799">
                  <c:v>8031</c:v>
                </c:pt>
                <c:pt idx="800">
                  <c:v>7955</c:v>
                </c:pt>
                <c:pt idx="801">
                  <c:v>7812</c:v>
                </c:pt>
                <c:pt idx="802">
                  <c:v>7775</c:v>
                </c:pt>
                <c:pt idx="803">
                  <c:v>7775</c:v>
                </c:pt>
                <c:pt idx="804">
                  <c:v>7763</c:v>
                </c:pt>
                <c:pt idx="805">
                  <c:v>7758</c:v>
                </c:pt>
                <c:pt idx="806">
                  <c:v>7749</c:v>
                </c:pt>
                <c:pt idx="807">
                  <c:v>7740</c:v>
                </c:pt>
                <c:pt idx="808">
                  <c:v>7729</c:v>
                </c:pt>
                <c:pt idx="809">
                  <c:v>7752</c:v>
                </c:pt>
                <c:pt idx="810">
                  <c:v>7755</c:v>
                </c:pt>
                <c:pt idx="811">
                  <c:v>7705</c:v>
                </c:pt>
                <c:pt idx="812">
                  <c:v>7692</c:v>
                </c:pt>
                <c:pt idx="813">
                  <c:v>7684</c:v>
                </c:pt>
                <c:pt idx="814">
                  <c:v>7676</c:v>
                </c:pt>
                <c:pt idx="815">
                  <c:v>7620</c:v>
                </c:pt>
                <c:pt idx="816">
                  <c:v>7648</c:v>
                </c:pt>
                <c:pt idx="817">
                  <c:v>7654</c:v>
                </c:pt>
                <c:pt idx="818">
                  <c:v>7646</c:v>
                </c:pt>
                <c:pt idx="819">
                  <c:v>7646</c:v>
                </c:pt>
                <c:pt idx="820">
                  <c:v>7643</c:v>
                </c:pt>
                <c:pt idx="821">
                  <c:v>7634</c:v>
                </c:pt>
                <c:pt idx="822">
                  <c:v>7636</c:v>
                </c:pt>
                <c:pt idx="823">
                  <c:v>7633</c:v>
                </c:pt>
                <c:pt idx="824">
                  <c:v>7613</c:v>
                </c:pt>
                <c:pt idx="825">
                  <c:v>7604</c:v>
                </c:pt>
                <c:pt idx="826">
                  <c:v>7581</c:v>
                </c:pt>
                <c:pt idx="827">
                  <c:v>7568</c:v>
                </c:pt>
                <c:pt idx="828">
                  <c:v>7594</c:v>
                </c:pt>
                <c:pt idx="829">
                  <c:v>7597</c:v>
                </c:pt>
                <c:pt idx="830">
                  <c:v>7585</c:v>
                </c:pt>
                <c:pt idx="831">
                  <c:v>7590</c:v>
                </c:pt>
                <c:pt idx="832">
                  <c:v>7595</c:v>
                </c:pt>
                <c:pt idx="833">
                  <c:v>7575</c:v>
                </c:pt>
                <c:pt idx="834">
                  <c:v>7569</c:v>
                </c:pt>
                <c:pt idx="835">
                  <c:v>7576</c:v>
                </c:pt>
                <c:pt idx="836">
                  <c:v>7568</c:v>
                </c:pt>
                <c:pt idx="837">
                  <c:v>7562</c:v>
                </c:pt>
                <c:pt idx="838">
                  <c:v>7562</c:v>
                </c:pt>
                <c:pt idx="839">
                  <c:v>7536</c:v>
                </c:pt>
                <c:pt idx="840">
                  <c:v>7538</c:v>
                </c:pt>
                <c:pt idx="841">
                  <c:v>7531</c:v>
                </c:pt>
                <c:pt idx="842">
                  <c:v>7552</c:v>
                </c:pt>
                <c:pt idx="843">
                  <c:v>7554</c:v>
                </c:pt>
                <c:pt idx="844">
                  <c:v>7559</c:v>
                </c:pt>
                <c:pt idx="845">
                  <c:v>7554</c:v>
                </c:pt>
                <c:pt idx="846">
                  <c:v>7539</c:v>
                </c:pt>
                <c:pt idx="847">
                  <c:v>7536</c:v>
                </c:pt>
                <c:pt idx="848">
                  <c:v>7490</c:v>
                </c:pt>
                <c:pt idx="849">
                  <c:v>7528</c:v>
                </c:pt>
                <c:pt idx="850">
                  <c:v>7612</c:v>
                </c:pt>
                <c:pt idx="851">
                  <c:v>7630</c:v>
                </c:pt>
                <c:pt idx="852">
                  <c:v>7593</c:v>
                </c:pt>
                <c:pt idx="853">
                  <c:v>7600</c:v>
                </c:pt>
                <c:pt idx="854">
                  <c:v>7612</c:v>
                </c:pt>
                <c:pt idx="855">
                  <c:v>7599</c:v>
                </c:pt>
                <c:pt idx="856">
                  <c:v>7603</c:v>
                </c:pt>
                <c:pt idx="857">
                  <c:v>7595</c:v>
                </c:pt>
                <c:pt idx="858">
                  <c:v>7643</c:v>
                </c:pt>
                <c:pt idx="859">
                  <c:v>7643</c:v>
                </c:pt>
                <c:pt idx="860">
                  <c:v>7632</c:v>
                </c:pt>
                <c:pt idx="861">
                  <c:v>7659</c:v>
                </c:pt>
                <c:pt idx="862">
                  <c:v>7651</c:v>
                </c:pt>
                <c:pt idx="863">
                  <c:v>7646</c:v>
                </c:pt>
                <c:pt idx="864">
                  <c:v>7641</c:v>
                </c:pt>
                <c:pt idx="865">
                  <c:v>7637</c:v>
                </c:pt>
                <c:pt idx="866">
                  <c:v>7634</c:v>
                </c:pt>
                <c:pt idx="867">
                  <c:v>7631</c:v>
                </c:pt>
                <c:pt idx="868">
                  <c:v>7631</c:v>
                </c:pt>
                <c:pt idx="869">
                  <c:v>7620</c:v>
                </c:pt>
                <c:pt idx="870">
                  <c:v>7567</c:v>
                </c:pt>
                <c:pt idx="871">
                  <c:v>7566</c:v>
                </c:pt>
                <c:pt idx="872">
                  <c:v>7578</c:v>
                </c:pt>
                <c:pt idx="873">
                  <c:v>7591</c:v>
                </c:pt>
                <c:pt idx="874">
                  <c:v>7603</c:v>
                </c:pt>
                <c:pt idx="875">
                  <c:v>7619</c:v>
                </c:pt>
                <c:pt idx="876">
                  <c:v>7618</c:v>
                </c:pt>
                <c:pt idx="877">
                  <c:v>7639</c:v>
                </c:pt>
                <c:pt idx="878">
                  <c:v>7636</c:v>
                </c:pt>
                <c:pt idx="879">
                  <c:v>7635</c:v>
                </c:pt>
                <c:pt idx="880">
                  <c:v>7625</c:v>
                </c:pt>
                <c:pt idx="881">
                  <c:v>7615</c:v>
                </c:pt>
                <c:pt idx="882">
                  <c:v>7605</c:v>
                </c:pt>
                <c:pt idx="883">
                  <c:v>7609</c:v>
                </c:pt>
                <c:pt idx="884">
                  <c:v>7595</c:v>
                </c:pt>
                <c:pt idx="885">
                  <c:v>7590</c:v>
                </c:pt>
                <c:pt idx="886">
                  <c:v>7596</c:v>
                </c:pt>
                <c:pt idx="887">
                  <c:v>7565</c:v>
                </c:pt>
                <c:pt idx="888">
                  <c:v>7575</c:v>
                </c:pt>
                <c:pt idx="889">
                  <c:v>7577</c:v>
                </c:pt>
                <c:pt idx="890">
                  <c:v>7544</c:v>
                </c:pt>
                <c:pt idx="891">
                  <c:v>7523</c:v>
                </c:pt>
                <c:pt idx="892">
                  <c:v>7469</c:v>
                </c:pt>
                <c:pt idx="893">
                  <c:v>7490</c:v>
                </c:pt>
                <c:pt idx="894">
                  <c:v>7525</c:v>
                </c:pt>
                <c:pt idx="895">
                  <c:v>7529</c:v>
                </c:pt>
                <c:pt idx="896">
                  <c:v>7522</c:v>
                </c:pt>
                <c:pt idx="897">
                  <c:v>7515</c:v>
                </c:pt>
                <c:pt idx="898">
                  <c:v>7511</c:v>
                </c:pt>
                <c:pt idx="899">
                  <c:v>7511</c:v>
                </c:pt>
                <c:pt idx="900">
                  <c:v>7510</c:v>
                </c:pt>
                <c:pt idx="901">
                  <c:v>7558</c:v>
                </c:pt>
                <c:pt idx="902">
                  <c:v>7564</c:v>
                </c:pt>
                <c:pt idx="903">
                  <c:v>7536</c:v>
                </c:pt>
                <c:pt idx="904">
                  <c:v>7543</c:v>
                </c:pt>
                <c:pt idx="905">
                  <c:v>7537</c:v>
                </c:pt>
                <c:pt idx="906">
                  <c:v>7525</c:v>
                </c:pt>
                <c:pt idx="907">
                  <c:v>7508</c:v>
                </c:pt>
                <c:pt idx="908">
                  <c:v>7514</c:v>
                </c:pt>
                <c:pt idx="909">
                  <c:v>7480</c:v>
                </c:pt>
                <c:pt idx="910">
                  <c:v>7424</c:v>
                </c:pt>
                <c:pt idx="911">
                  <c:v>7488</c:v>
                </c:pt>
                <c:pt idx="912">
                  <c:v>7504</c:v>
                </c:pt>
                <c:pt idx="913">
                  <c:v>7487</c:v>
                </c:pt>
                <c:pt idx="914">
                  <c:v>7472</c:v>
                </c:pt>
                <c:pt idx="915">
                  <c:v>7510</c:v>
                </c:pt>
                <c:pt idx="916">
                  <c:v>7570</c:v>
                </c:pt>
                <c:pt idx="917">
                  <c:v>7577</c:v>
                </c:pt>
                <c:pt idx="918">
                  <c:v>7561</c:v>
                </c:pt>
                <c:pt idx="919">
                  <c:v>7573</c:v>
                </c:pt>
                <c:pt idx="920">
                  <c:v>7574</c:v>
                </c:pt>
                <c:pt idx="921">
                  <c:v>7575</c:v>
                </c:pt>
                <c:pt idx="922">
                  <c:v>7590</c:v>
                </c:pt>
                <c:pt idx="923">
                  <c:v>7587</c:v>
                </c:pt>
                <c:pt idx="924">
                  <c:v>7586</c:v>
                </c:pt>
                <c:pt idx="925">
                  <c:v>7592</c:v>
                </c:pt>
                <c:pt idx="926">
                  <c:v>7580</c:v>
                </c:pt>
                <c:pt idx="927">
                  <c:v>7579</c:v>
                </c:pt>
                <c:pt idx="928">
                  <c:v>7567</c:v>
                </c:pt>
                <c:pt idx="929">
                  <c:v>7567</c:v>
                </c:pt>
                <c:pt idx="930">
                  <c:v>7573</c:v>
                </c:pt>
                <c:pt idx="931">
                  <c:v>7576</c:v>
                </c:pt>
                <c:pt idx="932">
                  <c:v>7576</c:v>
                </c:pt>
                <c:pt idx="933">
                  <c:v>7589</c:v>
                </c:pt>
                <c:pt idx="934">
                  <c:v>7593</c:v>
                </c:pt>
                <c:pt idx="935">
                  <c:v>7581</c:v>
                </c:pt>
                <c:pt idx="936">
                  <c:v>7572</c:v>
                </c:pt>
                <c:pt idx="937">
                  <c:v>7560</c:v>
                </c:pt>
                <c:pt idx="938">
                  <c:v>7505</c:v>
                </c:pt>
                <c:pt idx="939">
                  <c:v>7550</c:v>
                </c:pt>
                <c:pt idx="940">
                  <c:v>7562</c:v>
                </c:pt>
                <c:pt idx="941">
                  <c:v>7607</c:v>
                </c:pt>
                <c:pt idx="942">
                  <c:v>7635</c:v>
                </c:pt>
                <c:pt idx="943">
                  <c:v>7633</c:v>
                </c:pt>
                <c:pt idx="944">
                  <c:v>7636</c:v>
                </c:pt>
                <c:pt idx="945">
                  <c:v>7628</c:v>
                </c:pt>
                <c:pt idx="946">
                  <c:v>7639</c:v>
                </c:pt>
                <c:pt idx="947">
                  <c:v>7637</c:v>
                </c:pt>
                <c:pt idx="948">
                  <c:v>7614</c:v>
                </c:pt>
                <c:pt idx="949">
                  <c:v>7607</c:v>
                </c:pt>
                <c:pt idx="950">
                  <c:v>7613</c:v>
                </c:pt>
                <c:pt idx="951">
                  <c:v>7602</c:v>
                </c:pt>
                <c:pt idx="952">
                  <c:v>7596</c:v>
                </c:pt>
                <c:pt idx="953">
                  <c:v>7540</c:v>
                </c:pt>
                <c:pt idx="954">
                  <c:v>7566</c:v>
                </c:pt>
                <c:pt idx="955">
                  <c:v>7589</c:v>
                </c:pt>
                <c:pt idx="956">
                  <c:v>7594</c:v>
                </c:pt>
                <c:pt idx="957">
                  <c:v>7569</c:v>
                </c:pt>
                <c:pt idx="958">
                  <c:v>7580</c:v>
                </c:pt>
                <c:pt idx="959">
                  <c:v>7587</c:v>
                </c:pt>
                <c:pt idx="960">
                  <c:v>7578</c:v>
                </c:pt>
                <c:pt idx="961">
                  <c:v>7576</c:v>
                </c:pt>
                <c:pt idx="962">
                  <c:v>7555</c:v>
                </c:pt>
                <c:pt idx="963">
                  <c:v>7526</c:v>
                </c:pt>
                <c:pt idx="964">
                  <c:v>7470</c:v>
                </c:pt>
                <c:pt idx="965">
                  <c:v>7478</c:v>
                </c:pt>
                <c:pt idx="966">
                  <c:v>7483</c:v>
                </c:pt>
                <c:pt idx="967">
                  <c:v>7485</c:v>
                </c:pt>
                <c:pt idx="968">
                  <c:v>7460</c:v>
                </c:pt>
                <c:pt idx="969">
                  <c:v>7460</c:v>
                </c:pt>
                <c:pt idx="970">
                  <c:v>7437</c:v>
                </c:pt>
                <c:pt idx="971">
                  <c:v>7278</c:v>
                </c:pt>
                <c:pt idx="972">
                  <c:v>7349</c:v>
                </c:pt>
                <c:pt idx="973">
                  <c:v>7374</c:v>
                </c:pt>
                <c:pt idx="974">
                  <c:v>7381</c:v>
                </c:pt>
                <c:pt idx="975">
                  <c:v>7376</c:v>
                </c:pt>
                <c:pt idx="976">
                  <c:v>7366</c:v>
                </c:pt>
                <c:pt idx="977">
                  <c:v>7336</c:v>
                </c:pt>
                <c:pt idx="978">
                  <c:v>7292</c:v>
                </c:pt>
                <c:pt idx="979">
                  <c:v>7334</c:v>
                </c:pt>
                <c:pt idx="980">
                  <c:v>7343</c:v>
                </c:pt>
                <c:pt idx="981">
                  <c:v>7339</c:v>
                </c:pt>
                <c:pt idx="982">
                  <c:v>7347</c:v>
                </c:pt>
                <c:pt idx="983">
                  <c:v>7351</c:v>
                </c:pt>
                <c:pt idx="984">
                  <c:v>7357</c:v>
                </c:pt>
                <c:pt idx="985">
                  <c:v>7347</c:v>
                </c:pt>
                <c:pt idx="986">
                  <c:v>7340</c:v>
                </c:pt>
                <c:pt idx="987">
                  <c:v>7307</c:v>
                </c:pt>
                <c:pt idx="988">
                  <c:v>7304</c:v>
                </c:pt>
                <c:pt idx="989">
                  <c:v>7308</c:v>
                </c:pt>
                <c:pt idx="990">
                  <c:v>7314</c:v>
                </c:pt>
                <c:pt idx="991">
                  <c:v>7313</c:v>
                </c:pt>
                <c:pt idx="992">
                  <c:v>7306</c:v>
                </c:pt>
                <c:pt idx="993">
                  <c:v>7299</c:v>
                </c:pt>
                <c:pt idx="994">
                  <c:v>7288</c:v>
                </c:pt>
                <c:pt idx="995">
                  <c:v>7271</c:v>
                </c:pt>
                <c:pt idx="996">
                  <c:v>7248</c:v>
                </c:pt>
                <c:pt idx="997">
                  <c:v>7245</c:v>
                </c:pt>
                <c:pt idx="998">
                  <c:v>7224</c:v>
                </c:pt>
                <c:pt idx="999">
                  <c:v>7192</c:v>
                </c:pt>
                <c:pt idx="1000">
                  <c:v>7182</c:v>
                </c:pt>
                <c:pt idx="1001">
                  <c:v>7143</c:v>
                </c:pt>
                <c:pt idx="1002">
                  <c:v>7098</c:v>
                </c:pt>
                <c:pt idx="1003">
                  <c:v>7091</c:v>
                </c:pt>
                <c:pt idx="1004">
                  <c:v>7022</c:v>
                </c:pt>
                <c:pt idx="1005">
                  <c:v>7004</c:v>
                </c:pt>
                <c:pt idx="1006">
                  <c:v>6984</c:v>
                </c:pt>
                <c:pt idx="1007">
                  <c:v>6967</c:v>
                </c:pt>
                <c:pt idx="1008">
                  <c:v>6953</c:v>
                </c:pt>
                <c:pt idx="1009">
                  <c:v>6960</c:v>
                </c:pt>
                <c:pt idx="1010">
                  <c:v>6901</c:v>
                </c:pt>
                <c:pt idx="1011">
                  <c:v>6906</c:v>
                </c:pt>
                <c:pt idx="1012">
                  <c:v>6895</c:v>
                </c:pt>
                <c:pt idx="1013">
                  <c:v>6896</c:v>
                </c:pt>
                <c:pt idx="1014">
                  <c:v>6869</c:v>
                </c:pt>
                <c:pt idx="1015">
                  <c:v>6889</c:v>
                </c:pt>
                <c:pt idx="1016">
                  <c:v>6887</c:v>
                </c:pt>
                <c:pt idx="1017">
                  <c:v>6850</c:v>
                </c:pt>
                <c:pt idx="1018">
                  <c:v>6831</c:v>
                </c:pt>
                <c:pt idx="1019">
                  <c:v>6799</c:v>
                </c:pt>
                <c:pt idx="1020">
                  <c:v>6769</c:v>
                </c:pt>
                <c:pt idx="1021">
                  <c:v>6737</c:v>
                </c:pt>
                <c:pt idx="1022">
                  <c:v>6736</c:v>
                </c:pt>
                <c:pt idx="1023">
                  <c:v>6760</c:v>
                </c:pt>
                <c:pt idx="1024">
                  <c:v>6767</c:v>
                </c:pt>
                <c:pt idx="1025">
                  <c:v>6752</c:v>
                </c:pt>
                <c:pt idx="1026">
                  <c:v>6750</c:v>
                </c:pt>
                <c:pt idx="1027">
                  <c:v>6747</c:v>
                </c:pt>
                <c:pt idx="1028">
                  <c:v>6737</c:v>
                </c:pt>
                <c:pt idx="1029">
                  <c:v>6737</c:v>
                </c:pt>
                <c:pt idx="1030">
                  <c:v>6716</c:v>
                </c:pt>
                <c:pt idx="1031">
                  <c:v>6703</c:v>
                </c:pt>
                <c:pt idx="1032">
                  <c:v>6756</c:v>
                </c:pt>
                <c:pt idx="1033">
                  <c:v>6750</c:v>
                </c:pt>
                <c:pt idx="1034">
                  <c:v>6741</c:v>
                </c:pt>
                <c:pt idx="1035">
                  <c:v>6734</c:v>
                </c:pt>
                <c:pt idx="1036">
                  <c:v>6777</c:v>
                </c:pt>
                <c:pt idx="1037">
                  <c:v>6779</c:v>
                </c:pt>
                <c:pt idx="1038">
                  <c:v>6856</c:v>
                </c:pt>
                <c:pt idx="1039">
                  <c:v>6866</c:v>
                </c:pt>
                <c:pt idx="1040">
                  <c:v>6879</c:v>
                </c:pt>
                <c:pt idx="1041">
                  <c:v>6888</c:v>
                </c:pt>
                <c:pt idx="1042">
                  <c:v>6952</c:v>
                </c:pt>
                <c:pt idx="1043">
                  <c:v>6970</c:v>
                </c:pt>
                <c:pt idx="1044">
                  <c:v>6962</c:v>
                </c:pt>
                <c:pt idx="1045">
                  <c:v>6949</c:v>
                </c:pt>
                <c:pt idx="1046">
                  <c:v>6934</c:v>
                </c:pt>
                <c:pt idx="1047">
                  <c:v>6958</c:v>
                </c:pt>
                <c:pt idx="1048">
                  <c:v>6966</c:v>
                </c:pt>
                <c:pt idx="1049">
                  <c:v>6972</c:v>
                </c:pt>
                <c:pt idx="1050">
                  <c:v>6948</c:v>
                </c:pt>
                <c:pt idx="1051">
                  <c:v>6938</c:v>
                </c:pt>
                <c:pt idx="1052">
                  <c:v>6933</c:v>
                </c:pt>
                <c:pt idx="1053">
                  <c:v>7013</c:v>
                </c:pt>
                <c:pt idx="1054">
                  <c:v>7016</c:v>
                </c:pt>
                <c:pt idx="1055">
                  <c:v>7019</c:v>
                </c:pt>
                <c:pt idx="1056">
                  <c:v>7014</c:v>
                </c:pt>
                <c:pt idx="1057">
                  <c:v>7018</c:v>
                </c:pt>
                <c:pt idx="1058">
                  <c:v>7017</c:v>
                </c:pt>
                <c:pt idx="1059">
                  <c:v>7008</c:v>
                </c:pt>
                <c:pt idx="1060">
                  <c:v>7004</c:v>
                </c:pt>
                <c:pt idx="1061">
                  <c:v>6997</c:v>
                </c:pt>
                <c:pt idx="1062">
                  <c:v>6994</c:v>
                </c:pt>
                <c:pt idx="1063">
                  <c:v>6982</c:v>
                </c:pt>
                <c:pt idx="1064">
                  <c:v>6974</c:v>
                </c:pt>
                <c:pt idx="1065">
                  <c:v>6966</c:v>
                </c:pt>
                <c:pt idx="1066">
                  <c:v>6970</c:v>
                </c:pt>
                <c:pt idx="1067">
                  <c:v>6970</c:v>
                </c:pt>
                <c:pt idx="1068">
                  <c:v>6963</c:v>
                </c:pt>
                <c:pt idx="1069">
                  <c:v>6972</c:v>
                </c:pt>
                <c:pt idx="1070">
                  <c:v>6928</c:v>
                </c:pt>
                <c:pt idx="1071">
                  <c:v>6930</c:v>
                </c:pt>
                <c:pt idx="1072">
                  <c:v>6914</c:v>
                </c:pt>
                <c:pt idx="1073">
                  <c:v>6917</c:v>
                </c:pt>
                <c:pt idx="1074">
                  <c:v>6917</c:v>
                </c:pt>
                <c:pt idx="1075">
                  <c:v>6931</c:v>
                </c:pt>
                <c:pt idx="1076">
                  <c:v>6926</c:v>
                </c:pt>
                <c:pt idx="1077">
                  <c:v>6926</c:v>
                </c:pt>
                <c:pt idx="1078">
                  <c:v>6934</c:v>
                </c:pt>
                <c:pt idx="1079">
                  <c:v>6929</c:v>
                </c:pt>
                <c:pt idx="1080">
                  <c:v>6933</c:v>
                </c:pt>
                <c:pt idx="1081">
                  <c:v>6924</c:v>
                </c:pt>
                <c:pt idx="1082">
                  <c:v>6861</c:v>
                </c:pt>
                <c:pt idx="1083">
                  <c:v>6883</c:v>
                </c:pt>
                <c:pt idx="1084">
                  <c:v>6885</c:v>
                </c:pt>
                <c:pt idx="1085">
                  <c:v>6872</c:v>
                </c:pt>
                <c:pt idx="1086">
                  <c:v>6893</c:v>
                </c:pt>
                <c:pt idx="1087">
                  <c:v>6903</c:v>
                </c:pt>
                <c:pt idx="1088">
                  <c:v>6955</c:v>
                </c:pt>
                <c:pt idx="1089">
                  <c:v>6958</c:v>
                </c:pt>
                <c:pt idx="1090">
                  <c:v>6948</c:v>
                </c:pt>
                <c:pt idx="1091">
                  <c:v>6951</c:v>
                </c:pt>
                <c:pt idx="1092">
                  <c:v>6957</c:v>
                </c:pt>
                <c:pt idx="1093">
                  <c:v>6943</c:v>
                </c:pt>
                <c:pt idx="1094">
                  <c:v>6946</c:v>
                </c:pt>
                <c:pt idx="1095">
                  <c:v>6935</c:v>
                </c:pt>
                <c:pt idx="1096">
                  <c:v>6958</c:v>
                </c:pt>
                <c:pt idx="1097">
                  <c:v>6961</c:v>
                </c:pt>
                <c:pt idx="1098">
                  <c:v>6974</c:v>
                </c:pt>
                <c:pt idx="1099">
                  <c:v>6974</c:v>
                </c:pt>
                <c:pt idx="1100">
                  <c:v>6952</c:v>
                </c:pt>
                <c:pt idx="1101">
                  <c:v>6962</c:v>
                </c:pt>
                <c:pt idx="1102">
                  <c:v>6963</c:v>
                </c:pt>
                <c:pt idx="1103">
                  <c:v>6974</c:v>
                </c:pt>
                <c:pt idx="1104">
                  <c:v>6971</c:v>
                </c:pt>
                <c:pt idx="1105">
                  <c:v>6986</c:v>
                </c:pt>
                <c:pt idx="1106">
                  <c:v>6987</c:v>
                </c:pt>
                <c:pt idx="1107">
                  <c:v>6965</c:v>
                </c:pt>
                <c:pt idx="1108">
                  <c:v>6943</c:v>
                </c:pt>
                <c:pt idx="1109">
                  <c:v>6888</c:v>
                </c:pt>
                <c:pt idx="1110">
                  <c:v>6928</c:v>
                </c:pt>
                <c:pt idx="1111">
                  <c:v>6936</c:v>
                </c:pt>
                <c:pt idx="1112">
                  <c:v>6942</c:v>
                </c:pt>
                <c:pt idx="1113">
                  <c:v>6942</c:v>
                </c:pt>
                <c:pt idx="1114">
                  <c:v>6935</c:v>
                </c:pt>
                <c:pt idx="1115">
                  <c:v>6938</c:v>
                </c:pt>
                <c:pt idx="1116">
                  <c:v>6931</c:v>
                </c:pt>
                <c:pt idx="1117">
                  <c:v>6927</c:v>
                </c:pt>
                <c:pt idx="1118">
                  <c:v>6925</c:v>
                </c:pt>
                <c:pt idx="1119">
                  <c:v>6940</c:v>
                </c:pt>
                <c:pt idx="1120">
                  <c:v>6949</c:v>
                </c:pt>
                <c:pt idx="1121">
                  <c:v>6969</c:v>
                </c:pt>
                <c:pt idx="1122">
                  <c:v>6959</c:v>
                </c:pt>
                <c:pt idx="1123">
                  <c:v>6965</c:v>
                </c:pt>
                <c:pt idx="1124">
                  <c:v>6949</c:v>
                </c:pt>
                <c:pt idx="1125">
                  <c:v>6946</c:v>
                </c:pt>
                <c:pt idx="1126">
                  <c:v>6927</c:v>
                </c:pt>
                <c:pt idx="1127">
                  <c:v>6928</c:v>
                </c:pt>
                <c:pt idx="1128">
                  <c:v>6919</c:v>
                </c:pt>
                <c:pt idx="1129">
                  <c:v>6938</c:v>
                </c:pt>
                <c:pt idx="1130">
                  <c:v>6961</c:v>
                </c:pt>
                <c:pt idx="1131">
                  <c:v>6968</c:v>
                </c:pt>
                <c:pt idx="1132">
                  <c:v>6966</c:v>
                </c:pt>
                <c:pt idx="1133">
                  <c:v>6960</c:v>
                </c:pt>
                <c:pt idx="1134">
                  <c:v>6951</c:v>
                </c:pt>
                <c:pt idx="1135">
                  <c:v>6962</c:v>
                </c:pt>
                <c:pt idx="1136">
                  <c:v>6983</c:v>
                </c:pt>
                <c:pt idx="1137">
                  <c:v>7014</c:v>
                </c:pt>
                <c:pt idx="1138">
                  <c:v>7025</c:v>
                </c:pt>
                <c:pt idx="1139">
                  <c:v>7028</c:v>
                </c:pt>
                <c:pt idx="1140">
                  <c:v>7016</c:v>
                </c:pt>
                <c:pt idx="1141">
                  <c:v>7043</c:v>
                </c:pt>
                <c:pt idx="1142">
                  <c:v>7063</c:v>
                </c:pt>
                <c:pt idx="1143">
                  <c:v>7056</c:v>
                </c:pt>
                <c:pt idx="1144">
                  <c:v>7036</c:v>
                </c:pt>
                <c:pt idx="1145">
                  <c:v>6989</c:v>
                </c:pt>
                <c:pt idx="1146">
                  <c:v>7074</c:v>
                </c:pt>
                <c:pt idx="1147">
                  <c:v>7086</c:v>
                </c:pt>
                <c:pt idx="1148">
                  <c:v>7083</c:v>
                </c:pt>
                <c:pt idx="1149">
                  <c:v>7072</c:v>
                </c:pt>
                <c:pt idx="1150">
                  <c:v>7075</c:v>
                </c:pt>
                <c:pt idx="1151">
                  <c:v>7075</c:v>
                </c:pt>
                <c:pt idx="1152">
                  <c:v>7074</c:v>
                </c:pt>
                <c:pt idx="1153">
                  <c:v>7073</c:v>
                </c:pt>
                <c:pt idx="1154">
                  <c:v>7063</c:v>
                </c:pt>
                <c:pt idx="1155">
                  <c:v>7073</c:v>
                </c:pt>
                <c:pt idx="1156">
                  <c:v>7080</c:v>
                </c:pt>
                <c:pt idx="1157">
                  <c:v>7103</c:v>
                </c:pt>
                <c:pt idx="1158">
                  <c:v>7110</c:v>
                </c:pt>
                <c:pt idx="1159">
                  <c:v>7109</c:v>
                </c:pt>
                <c:pt idx="1160">
                  <c:v>7108</c:v>
                </c:pt>
                <c:pt idx="1161">
                  <c:v>7113</c:v>
                </c:pt>
                <c:pt idx="1162">
                  <c:v>7127</c:v>
                </c:pt>
                <c:pt idx="1163">
                  <c:v>7129</c:v>
                </c:pt>
                <c:pt idx="1164">
                  <c:v>7125</c:v>
                </c:pt>
                <c:pt idx="1165">
                  <c:v>7124</c:v>
                </c:pt>
                <c:pt idx="1166">
                  <c:v>7141</c:v>
                </c:pt>
                <c:pt idx="1167">
                  <c:v>7145</c:v>
                </c:pt>
                <c:pt idx="1168">
                  <c:v>7153</c:v>
                </c:pt>
                <c:pt idx="1169">
                  <c:v>7169</c:v>
                </c:pt>
                <c:pt idx="1170">
                  <c:v>7170</c:v>
                </c:pt>
                <c:pt idx="1171">
                  <c:v>7187</c:v>
                </c:pt>
                <c:pt idx="1172">
                  <c:v>7198</c:v>
                </c:pt>
                <c:pt idx="1173">
                  <c:v>7207</c:v>
                </c:pt>
                <c:pt idx="1174">
                  <c:v>7208</c:v>
                </c:pt>
                <c:pt idx="1175">
                  <c:v>7204</c:v>
                </c:pt>
                <c:pt idx="1176">
                  <c:v>7225</c:v>
                </c:pt>
                <c:pt idx="1177">
                  <c:v>7206</c:v>
                </c:pt>
                <c:pt idx="1178">
                  <c:v>7164</c:v>
                </c:pt>
                <c:pt idx="1179">
                  <c:v>7188</c:v>
                </c:pt>
                <c:pt idx="1180">
                  <c:v>7188</c:v>
                </c:pt>
                <c:pt idx="1181">
                  <c:v>7168</c:v>
                </c:pt>
                <c:pt idx="1182">
                  <c:v>7145</c:v>
                </c:pt>
                <c:pt idx="1183">
                  <c:v>7066</c:v>
                </c:pt>
                <c:pt idx="1184">
                  <c:v>7067</c:v>
                </c:pt>
                <c:pt idx="1185">
                  <c:v>7186</c:v>
                </c:pt>
                <c:pt idx="1186">
                  <c:v>7197</c:v>
                </c:pt>
                <c:pt idx="1187">
                  <c:v>7207</c:v>
                </c:pt>
                <c:pt idx="1188">
                  <c:v>7236</c:v>
                </c:pt>
                <c:pt idx="1189">
                  <c:v>7239</c:v>
                </c:pt>
                <c:pt idx="1190">
                  <c:v>7243</c:v>
                </c:pt>
                <c:pt idx="1191">
                  <c:v>7243</c:v>
                </c:pt>
                <c:pt idx="1192">
                  <c:v>7255</c:v>
                </c:pt>
                <c:pt idx="1193">
                  <c:v>7282</c:v>
                </c:pt>
                <c:pt idx="1194">
                  <c:v>7305</c:v>
                </c:pt>
                <c:pt idx="1195">
                  <c:v>7298</c:v>
                </c:pt>
                <c:pt idx="1196">
                  <c:v>7258</c:v>
                </c:pt>
                <c:pt idx="1197">
                  <c:v>7324</c:v>
                </c:pt>
                <c:pt idx="1198">
                  <c:v>7375</c:v>
                </c:pt>
                <c:pt idx="1199">
                  <c:v>7370</c:v>
                </c:pt>
                <c:pt idx="1200">
                  <c:v>7378</c:v>
                </c:pt>
                <c:pt idx="1201">
                  <c:v>7401</c:v>
                </c:pt>
                <c:pt idx="1202">
                  <c:v>7403</c:v>
                </c:pt>
                <c:pt idx="1203">
                  <c:v>7405</c:v>
                </c:pt>
                <c:pt idx="1204">
                  <c:v>7434</c:v>
                </c:pt>
                <c:pt idx="1205">
                  <c:v>7437</c:v>
                </c:pt>
                <c:pt idx="1206">
                  <c:v>7441</c:v>
                </c:pt>
                <c:pt idx="1207">
                  <c:v>7445</c:v>
                </c:pt>
                <c:pt idx="1208">
                  <c:v>7462</c:v>
                </c:pt>
                <c:pt idx="1209">
                  <c:v>7459</c:v>
                </c:pt>
                <c:pt idx="1210">
                  <c:v>7443</c:v>
                </c:pt>
                <c:pt idx="1211">
                  <c:v>7387</c:v>
                </c:pt>
                <c:pt idx="1212">
                  <c:v>7477</c:v>
                </c:pt>
                <c:pt idx="1213">
                  <c:v>7515</c:v>
                </c:pt>
                <c:pt idx="1214">
                  <c:v>7546</c:v>
                </c:pt>
                <c:pt idx="1215">
                  <c:v>7551</c:v>
                </c:pt>
                <c:pt idx="1216">
                  <c:v>7570</c:v>
                </c:pt>
                <c:pt idx="1217">
                  <c:v>7566</c:v>
                </c:pt>
                <c:pt idx="1218">
                  <c:v>7586</c:v>
                </c:pt>
                <c:pt idx="1219">
                  <c:v>7605</c:v>
                </c:pt>
                <c:pt idx="1220">
                  <c:v>7606</c:v>
                </c:pt>
                <c:pt idx="1221">
                  <c:v>7606</c:v>
                </c:pt>
                <c:pt idx="1222">
                  <c:v>7622</c:v>
                </c:pt>
                <c:pt idx="1223">
                  <c:v>7616</c:v>
                </c:pt>
                <c:pt idx="1224">
                  <c:v>7614</c:v>
                </c:pt>
                <c:pt idx="1225">
                  <c:v>7625</c:v>
                </c:pt>
                <c:pt idx="1226">
                  <c:v>7602</c:v>
                </c:pt>
                <c:pt idx="1227">
                  <c:v>7593</c:v>
                </c:pt>
                <c:pt idx="1228">
                  <c:v>7559</c:v>
                </c:pt>
                <c:pt idx="1229">
                  <c:v>7599</c:v>
                </c:pt>
                <c:pt idx="1230">
                  <c:v>7646</c:v>
                </c:pt>
                <c:pt idx="1231">
                  <c:v>7646</c:v>
                </c:pt>
                <c:pt idx="1232">
                  <c:v>7667</c:v>
                </c:pt>
                <c:pt idx="1233">
                  <c:v>7668</c:v>
                </c:pt>
                <c:pt idx="1234">
                  <c:v>7665</c:v>
                </c:pt>
                <c:pt idx="1235">
                  <c:v>7666</c:v>
                </c:pt>
                <c:pt idx="1236">
                  <c:v>7673</c:v>
                </c:pt>
                <c:pt idx="1237">
                  <c:v>7708</c:v>
                </c:pt>
                <c:pt idx="1238">
                  <c:v>7729</c:v>
                </c:pt>
                <c:pt idx="1239">
                  <c:v>7752</c:v>
                </c:pt>
                <c:pt idx="1240">
                  <c:v>7786</c:v>
                </c:pt>
                <c:pt idx="1241">
                  <c:v>7778</c:v>
                </c:pt>
                <c:pt idx="1242">
                  <c:v>7794</c:v>
                </c:pt>
                <c:pt idx="1243">
                  <c:v>7781</c:v>
                </c:pt>
                <c:pt idx="1244">
                  <c:v>7790</c:v>
                </c:pt>
                <c:pt idx="1245">
                  <c:v>7791</c:v>
                </c:pt>
                <c:pt idx="1246">
                  <c:v>7811</c:v>
                </c:pt>
                <c:pt idx="1247">
                  <c:v>7796</c:v>
                </c:pt>
                <c:pt idx="1248">
                  <c:v>7705</c:v>
                </c:pt>
                <c:pt idx="1249">
                  <c:v>7772</c:v>
                </c:pt>
                <c:pt idx="1250">
                  <c:v>7814</c:v>
                </c:pt>
                <c:pt idx="1251">
                  <c:v>7821</c:v>
                </c:pt>
                <c:pt idx="1252">
                  <c:v>7846</c:v>
                </c:pt>
                <c:pt idx="1253">
                  <c:v>7848</c:v>
                </c:pt>
                <c:pt idx="1254">
                  <c:v>7853</c:v>
                </c:pt>
                <c:pt idx="1255">
                  <c:v>7865</c:v>
                </c:pt>
                <c:pt idx="1256">
                  <c:v>7896</c:v>
                </c:pt>
                <c:pt idx="1257">
                  <c:v>7900</c:v>
                </c:pt>
                <c:pt idx="1258">
                  <c:v>7911</c:v>
                </c:pt>
                <c:pt idx="1259">
                  <c:v>7938</c:v>
                </c:pt>
                <c:pt idx="1260">
                  <c:v>7939</c:v>
                </c:pt>
                <c:pt idx="1261">
                  <c:v>7906</c:v>
                </c:pt>
                <c:pt idx="1262">
                  <c:v>7974</c:v>
                </c:pt>
                <c:pt idx="1263">
                  <c:v>8001</c:v>
                </c:pt>
                <c:pt idx="1264">
                  <c:v>8023</c:v>
                </c:pt>
                <c:pt idx="1265">
                  <c:v>7995</c:v>
                </c:pt>
                <c:pt idx="1266">
                  <c:v>8011</c:v>
                </c:pt>
                <c:pt idx="1267">
                  <c:v>8064</c:v>
                </c:pt>
                <c:pt idx="1268">
                  <c:v>8054</c:v>
                </c:pt>
                <c:pt idx="1269">
                  <c:v>8076</c:v>
                </c:pt>
                <c:pt idx="1270">
                  <c:v>8087</c:v>
                </c:pt>
                <c:pt idx="1271">
                  <c:v>8097</c:v>
                </c:pt>
                <c:pt idx="1272">
                  <c:v>8122</c:v>
                </c:pt>
                <c:pt idx="1273">
                  <c:v>8182</c:v>
                </c:pt>
                <c:pt idx="1274">
                  <c:v>8224</c:v>
                </c:pt>
                <c:pt idx="1275">
                  <c:v>8230</c:v>
                </c:pt>
                <c:pt idx="1276">
                  <c:v>8250</c:v>
                </c:pt>
                <c:pt idx="1277">
                  <c:v>8259</c:v>
                </c:pt>
                <c:pt idx="1278">
                  <c:v>8276</c:v>
                </c:pt>
                <c:pt idx="1279">
                  <c:v>8296</c:v>
                </c:pt>
                <c:pt idx="1280">
                  <c:v>8309</c:v>
                </c:pt>
                <c:pt idx="1281">
                  <c:v>8339</c:v>
                </c:pt>
                <c:pt idx="1282">
                  <c:v>8354</c:v>
                </c:pt>
                <c:pt idx="1283">
                  <c:v>8383</c:v>
                </c:pt>
                <c:pt idx="1284">
                  <c:v>8398</c:v>
                </c:pt>
                <c:pt idx="1285">
                  <c:v>8399</c:v>
                </c:pt>
                <c:pt idx="1286">
                  <c:v>8432</c:v>
                </c:pt>
                <c:pt idx="1287">
                  <c:v>8464</c:v>
                </c:pt>
                <c:pt idx="1288">
                  <c:v>8464</c:v>
                </c:pt>
                <c:pt idx="1289">
                  <c:v>8479</c:v>
                </c:pt>
                <c:pt idx="1290">
                  <c:v>8492</c:v>
                </c:pt>
                <c:pt idx="1291">
                  <c:v>8519</c:v>
                </c:pt>
                <c:pt idx="1292">
                  <c:v>8524</c:v>
                </c:pt>
                <c:pt idx="1293">
                  <c:v>8544</c:v>
                </c:pt>
                <c:pt idx="1294">
                  <c:v>8531</c:v>
                </c:pt>
                <c:pt idx="1295">
                  <c:v>8488</c:v>
                </c:pt>
                <c:pt idx="1296">
                  <c:v>8621</c:v>
                </c:pt>
                <c:pt idx="1297">
                  <c:v>8666</c:v>
                </c:pt>
                <c:pt idx="1298">
                  <c:v>8663</c:v>
                </c:pt>
                <c:pt idx="1299">
                  <c:v>8654</c:v>
                </c:pt>
                <c:pt idx="1300">
                  <c:v>8684</c:v>
                </c:pt>
                <c:pt idx="1301">
                  <c:v>8678</c:v>
                </c:pt>
                <c:pt idx="1302">
                  <c:v>8695</c:v>
                </c:pt>
                <c:pt idx="1303">
                  <c:v>8698</c:v>
                </c:pt>
                <c:pt idx="1304">
                  <c:v>8705</c:v>
                </c:pt>
                <c:pt idx="1305">
                  <c:v>8686</c:v>
                </c:pt>
                <c:pt idx="1306">
                  <c:v>8642</c:v>
                </c:pt>
                <c:pt idx="1307">
                  <c:v>8795</c:v>
                </c:pt>
                <c:pt idx="1308">
                  <c:v>8907</c:v>
                </c:pt>
                <c:pt idx="1309">
                  <c:v>8920</c:v>
                </c:pt>
                <c:pt idx="1310">
                  <c:v>9071</c:v>
                </c:pt>
                <c:pt idx="1311">
                  <c:v>9123</c:v>
                </c:pt>
                <c:pt idx="1312">
                  <c:v>9206</c:v>
                </c:pt>
                <c:pt idx="1313">
                  <c:v>9213</c:v>
                </c:pt>
                <c:pt idx="1314">
                  <c:v>9284</c:v>
                </c:pt>
                <c:pt idx="1315">
                  <c:v>9316</c:v>
                </c:pt>
                <c:pt idx="1316">
                  <c:v>9347</c:v>
                </c:pt>
                <c:pt idx="1317">
                  <c:v>9412</c:v>
                </c:pt>
                <c:pt idx="1318">
                  <c:v>9446</c:v>
                </c:pt>
                <c:pt idx="1319">
                  <c:v>9458</c:v>
                </c:pt>
                <c:pt idx="1320">
                  <c:v>9498</c:v>
                </c:pt>
                <c:pt idx="1321">
                  <c:v>9510</c:v>
                </c:pt>
                <c:pt idx="1322">
                  <c:v>9535</c:v>
                </c:pt>
                <c:pt idx="1323">
                  <c:v>9568</c:v>
                </c:pt>
                <c:pt idx="1324">
                  <c:v>9621</c:v>
                </c:pt>
                <c:pt idx="1325">
                  <c:v>9576</c:v>
                </c:pt>
                <c:pt idx="1326">
                  <c:v>9599</c:v>
                </c:pt>
                <c:pt idx="1327">
                  <c:v>9638</c:v>
                </c:pt>
                <c:pt idx="1328">
                  <c:v>9667</c:v>
                </c:pt>
                <c:pt idx="1329">
                  <c:v>9709</c:v>
                </c:pt>
                <c:pt idx="1330">
                  <c:v>9719</c:v>
                </c:pt>
                <c:pt idx="1331">
                  <c:v>9724</c:v>
                </c:pt>
                <c:pt idx="1332">
                  <c:v>9757</c:v>
                </c:pt>
                <c:pt idx="1333">
                  <c:v>9797</c:v>
                </c:pt>
                <c:pt idx="1334">
                  <c:v>9823</c:v>
                </c:pt>
                <c:pt idx="1335">
                  <c:v>9837</c:v>
                </c:pt>
                <c:pt idx="1336">
                  <c:v>9852</c:v>
                </c:pt>
                <c:pt idx="1337">
                  <c:v>9933</c:v>
                </c:pt>
                <c:pt idx="1338">
                  <c:v>10185</c:v>
                </c:pt>
                <c:pt idx="1339">
                  <c:v>10191</c:v>
                </c:pt>
                <c:pt idx="1340">
                  <c:v>10261</c:v>
                </c:pt>
                <c:pt idx="1341">
                  <c:v>10429</c:v>
                </c:pt>
                <c:pt idx="1342">
                  <c:v>10425</c:v>
                </c:pt>
                <c:pt idx="1343">
                  <c:v>10442</c:v>
                </c:pt>
                <c:pt idx="1344">
                  <c:v>10551</c:v>
                </c:pt>
                <c:pt idx="1345">
                  <c:v>10559</c:v>
                </c:pt>
                <c:pt idx="1346">
                  <c:v>10592</c:v>
                </c:pt>
                <c:pt idx="1347">
                  <c:v>10662</c:v>
                </c:pt>
                <c:pt idx="1348">
                  <c:v>10693</c:v>
                </c:pt>
                <c:pt idx="1349">
                  <c:v>10692</c:v>
                </c:pt>
                <c:pt idx="1350">
                  <c:v>10913</c:v>
                </c:pt>
                <c:pt idx="1351">
                  <c:v>11097</c:v>
                </c:pt>
                <c:pt idx="1352">
                  <c:v>11087</c:v>
                </c:pt>
                <c:pt idx="1353">
                  <c:v>11032</c:v>
                </c:pt>
                <c:pt idx="1354">
                  <c:v>11357</c:v>
                </c:pt>
                <c:pt idx="1355">
                  <c:v>11386</c:v>
                </c:pt>
                <c:pt idx="1356">
                  <c:v>11578</c:v>
                </c:pt>
                <c:pt idx="1357">
                  <c:v>11632</c:v>
                </c:pt>
                <c:pt idx="1358">
                  <c:v>11693</c:v>
                </c:pt>
                <c:pt idx="1359">
                  <c:v>11687</c:v>
                </c:pt>
                <c:pt idx="1360">
                  <c:v>11875</c:v>
                </c:pt>
                <c:pt idx="1361">
                  <c:v>11898</c:v>
                </c:pt>
                <c:pt idx="1362">
                  <c:v>11936</c:v>
                </c:pt>
                <c:pt idx="1363">
                  <c:v>11996</c:v>
                </c:pt>
                <c:pt idx="1364">
                  <c:v>12018</c:v>
                </c:pt>
                <c:pt idx="1365">
                  <c:v>12046</c:v>
                </c:pt>
                <c:pt idx="1366">
                  <c:v>12097</c:v>
                </c:pt>
                <c:pt idx="1367">
                  <c:v>12173</c:v>
                </c:pt>
                <c:pt idx="1368">
                  <c:v>12220</c:v>
                </c:pt>
                <c:pt idx="1369">
                  <c:v>12229</c:v>
                </c:pt>
                <c:pt idx="1370">
                  <c:v>12222</c:v>
                </c:pt>
                <c:pt idx="1371">
                  <c:v>12336</c:v>
                </c:pt>
                <c:pt idx="1372">
                  <c:v>12394</c:v>
                </c:pt>
                <c:pt idx="1373">
                  <c:v>12364</c:v>
                </c:pt>
                <c:pt idx="1374">
                  <c:v>12349</c:v>
                </c:pt>
                <c:pt idx="1375">
                  <c:v>12328</c:v>
                </c:pt>
                <c:pt idx="1376">
                  <c:v>12434</c:v>
                </c:pt>
                <c:pt idx="1377">
                  <c:v>12490</c:v>
                </c:pt>
                <c:pt idx="1378">
                  <c:v>12523</c:v>
                </c:pt>
                <c:pt idx="1379">
                  <c:v>12759</c:v>
                </c:pt>
                <c:pt idx="1380">
                  <c:v>12809</c:v>
                </c:pt>
                <c:pt idx="1381">
                  <c:v>12863</c:v>
                </c:pt>
                <c:pt idx="1382">
                  <c:v>12884</c:v>
                </c:pt>
                <c:pt idx="1383">
                  <c:v>12878</c:v>
                </c:pt>
                <c:pt idx="1384">
                  <c:v>13156</c:v>
                </c:pt>
                <c:pt idx="1385">
                  <c:v>13161</c:v>
                </c:pt>
                <c:pt idx="1386">
                  <c:v>13212</c:v>
                </c:pt>
                <c:pt idx="1387">
                  <c:v>13235</c:v>
                </c:pt>
                <c:pt idx="1388">
                  <c:v>13208</c:v>
                </c:pt>
                <c:pt idx="1389">
                  <c:v>13343</c:v>
                </c:pt>
                <c:pt idx="1390">
                  <c:v>13487</c:v>
                </c:pt>
                <c:pt idx="1391">
                  <c:v>13531</c:v>
                </c:pt>
                <c:pt idx="1392">
                  <c:v>13508</c:v>
                </c:pt>
                <c:pt idx="1393">
                  <c:v>13605</c:v>
                </c:pt>
                <c:pt idx="1394">
                  <c:v>13627</c:v>
                </c:pt>
                <c:pt idx="1395">
                  <c:v>13657</c:v>
                </c:pt>
                <c:pt idx="1396">
                  <c:v>13702</c:v>
                </c:pt>
                <c:pt idx="1397">
                  <c:v>13762</c:v>
                </c:pt>
                <c:pt idx="1398">
                  <c:v>13792</c:v>
                </c:pt>
                <c:pt idx="1399">
                  <c:v>13819</c:v>
                </c:pt>
                <c:pt idx="1400">
                  <c:v>13828</c:v>
                </c:pt>
                <c:pt idx="1401">
                  <c:v>13844</c:v>
                </c:pt>
                <c:pt idx="1402">
                  <c:v>13848</c:v>
                </c:pt>
                <c:pt idx="1403">
                  <c:v>13830</c:v>
                </c:pt>
                <c:pt idx="1404">
                  <c:v>13826</c:v>
                </c:pt>
                <c:pt idx="1405">
                  <c:v>13821</c:v>
                </c:pt>
                <c:pt idx="1406">
                  <c:v>13755</c:v>
                </c:pt>
                <c:pt idx="1407">
                  <c:v>13823</c:v>
                </c:pt>
                <c:pt idx="1408">
                  <c:v>13862</c:v>
                </c:pt>
                <c:pt idx="1409">
                  <c:v>13874</c:v>
                </c:pt>
                <c:pt idx="1410">
                  <c:v>13878</c:v>
                </c:pt>
                <c:pt idx="1411">
                  <c:v>13895</c:v>
                </c:pt>
                <c:pt idx="1412">
                  <c:v>13866</c:v>
                </c:pt>
                <c:pt idx="1413">
                  <c:v>13877</c:v>
                </c:pt>
                <c:pt idx="1414">
                  <c:v>13886</c:v>
                </c:pt>
                <c:pt idx="1415">
                  <c:v>13922</c:v>
                </c:pt>
                <c:pt idx="1416">
                  <c:v>13914</c:v>
                </c:pt>
                <c:pt idx="1417">
                  <c:v>13928</c:v>
                </c:pt>
                <c:pt idx="1418">
                  <c:v>13931</c:v>
                </c:pt>
                <c:pt idx="1419">
                  <c:v>13970</c:v>
                </c:pt>
                <c:pt idx="1420">
                  <c:v>13972</c:v>
                </c:pt>
                <c:pt idx="1421">
                  <c:v>13964</c:v>
                </c:pt>
                <c:pt idx="1422">
                  <c:v>13960</c:v>
                </c:pt>
                <c:pt idx="1423">
                  <c:v>13950</c:v>
                </c:pt>
                <c:pt idx="1424">
                  <c:v>13950</c:v>
                </c:pt>
                <c:pt idx="1425">
                  <c:v>14045</c:v>
                </c:pt>
                <c:pt idx="1426">
                  <c:v>14100</c:v>
                </c:pt>
                <c:pt idx="1427">
                  <c:v>14091</c:v>
                </c:pt>
                <c:pt idx="1428">
                  <c:v>14183</c:v>
                </c:pt>
                <c:pt idx="1429">
                  <c:v>14210</c:v>
                </c:pt>
                <c:pt idx="1430">
                  <c:v>14201</c:v>
                </c:pt>
                <c:pt idx="1431">
                  <c:v>14224</c:v>
                </c:pt>
                <c:pt idx="1432">
                  <c:v>14233</c:v>
                </c:pt>
                <c:pt idx="1433">
                  <c:v>14284</c:v>
                </c:pt>
                <c:pt idx="1434">
                  <c:v>14412</c:v>
                </c:pt>
                <c:pt idx="1435">
                  <c:v>14394</c:v>
                </c:pt>
                <c:pt idx="1436">
                  <c:v>14359</c:v>
                </c:pt>
                <c:pt idx="1437">
                  <c:v>14412</c:v>
                </c:pt>
                <c:pt idx="1438">
                  <c:v>14487</c:v>
                </c:pt>
                <c:pt idx="1439">
                  <c:v>14477</c:v>
                </c:pt>
                <c:pt idx="1440">
                  <c:v>14488</c:v>
                </c:pt>
                <c:pt idx="1441">
                  <c:v>14532</c:v>
                </c:pt>
                <c:pt idx="1442">
                  <c:v>14550</c:v>
                </c:pt>
                <c:pt idx="1443">
                  <c:v>14577</c:v>
                </c:pt>
                <c:pt idx="1444">
                  <c:v>14607</c:v>
                </c:pt>
                <c:pt idx="1445">
                  <c:v>14687</c:v>
                </c:pt>
                <c:pt idx="1446">
                  <c:v>14696</c:v>
                </c:pt>
                <c:pt idx="1447">
                  <c:v>14821</c:v>
                </c:pt>
                <c:pt idx="1448">
                  <c:v>14840</c:v>
                </c:pt>
                <c:pt idx="1449">
                  <c:v>14874</c:v>
                </c:pt>
                <c:pt idx="1450">
                  <c:v>14896</c:v>
                </c:pt>
                <c:pt idx="1451">
                  <c:v>14892</c:v>
                </c:pt>
                <c:pt idx="1452">
                  <c:v>14932</c:v>
                </c:pt>
                <c:pt idx="1453">
                  <c:v>14942</c:v>
                </c:pt>
                <c:pt idx="1454">
                  <c:v>14937</c:v>
                </c:pt>
                <c:pt idx="1455">
                  <c:v>14919</c:v>
                </c:pt>
                <c:pt idx="1456">
                  <c:v>14945</c:v>
                </c:pt>
                <c:pt idx="1457">
                  <c:v>14993</c:v>
                </c:pt>
                <c:pt idx="1458">
                  <c:v>14972</c:v>
                </c:pt>
                <c:pt idx="1459">
                  <c:v>14969</c:v>
                </c:pt>
                <c:pt idx="1460">
                  <c:v>14978</c:v>
                </c:pt>
                <c:pt idx="1461">
                  <c:v>14971</c:v>
                </c:pt>
                <c:pt idx="1462">
                  <c:v>14974</c:v>
                </c:pt>
                <c:pt idx="1463">
                  <c:v>14967</c:v>
                </c:pt>
                <c:pt idx="1464">
                  <c:v>14954</c:v>
                </c:pt>
                <c:pt idx="1465">
                  <c:v>14938</c:v>
                </c:pt>
                <c:pt idx="1466">
                  <c:v>14925</c:v>
                </c:pt>
                <c:pt idx="1467">
                  <c:v>14924</c:v>
                </c:pt>
                <c:pt idx="1468">
                  <c:v>14913</c:v>
                </c:pt>
                <c:pt idx="1469">
                  <c:v>14901</c:v>
                </c:pt>
                <c:pt idx="1470">
                  <c:v>14897</c:v>
                </c:pt>
                <c:pt idx="1471">
                  <c:v>14900</c:v>
                </c:pt>
                <c:pt idx="1472">
                  <c:v>14895</c:v>
                </c:pt>
                <c:pt idx="1473">
                  <c:v>14874</c:v>
                </c:pt>
                <c:pt idx="1474">
                  <c:v>14852</c:v>
                </c:pt>
                <c:pt idx="1475">
                  <c:v>14703</c:v>
                </c:pt>
                <c:pt idx="1476">
                  <c:v>14690</c:v>
                </c:pt>
                <c:pt idx="1477">
                  <c:v>14694</c:v>
                </c:pt>
                <c:pt idx="1478">
                  <c:v>14661</c:v>
                </c:pt>
                <c:pt idx="1479">
                  <c:v>14653</c:v>
                </c:pt>
                <c:pt idx="1480">
                  <c:v>14640</c:v>
                </c:pt>
                <c:pt idx="1481">
                  <c:v>14629</c:v>
                </c:pt>
                <c:pt idx="1482">
                  <c:v>14625</c:v>
                </c:pt>
                <c:pt idx="1483">
                  <c:v>14644</c:v>
                </c:pt>
                <c:pt idx="1484">
                  <c:v>14642</c:v>
                </c:pt>
                <c:pt idx="1485">
                  <c:v>14651</c:v>
                </c:pt>
                <c:pt idx="1486">
                  <c:v>14639</c:v>
                </c:pt>
                <c:pt idx="1487">
                  <c:v>14621</c:v>
                </c:pt>
                <c:pt idx="1488">
                  <c:v>14613</c:v>
                </c:pt>
                <c:pt idx="1489">
                  <c:v>14601</c:v>
                </c:pt>
                <c:pt idx="1490">
                  <c:v>14611</c:v>
                </c:pt>
                <c:pt idx="1491">
                  <c:v>14619</c:v>
                </c:pt>
                <c:pt idx="1492">
                  <c:v>14730</c:v>
                </c:pt>
                <c:pt idx="1493">
                  <c:v>14736</c:v>
                </c:pt>
                <c:pt idx="1494">
                  <c:v>14754</c:v>
                </c:pt>
                <c:pt idx="1495">
                  <c:v>14751</c:v>
                </c:pt>
                <c:pt idx="1496">
                  <c:v>14770</c:v>
                </c:pt>
                <c:pt idx="1497">
                  <c:v>14765</c:v>
                </c:pt>
                <c:pt idx="1498">
                  <c:v>14781</c:v>
                </c:pt>
                <c:pt idx="1499">
                  <c:v>14780</c:v>
                </c:pt>
                <c:pt idx="1500">
                  <c:v>14807</c:v>
                </c:pt>
                <c:pt idx="1501">
                  <c:v>14801</c:v>
                </c:pt>
                <c:pt idx="1502">
                  <c:v>14805</c:v>
                </c:pt>
                <c:pt idx="1503">
                  <c:v>14799</c:v>
                </c:pt>
                <c:pt idx="1504">
                  <c:v>14798</c:v>
                </c:pt>
                <c:pt idx="1505">
                  <c:v>14789</c:v>
                </c:pt>
                <c:pt idx="1506">
                  <c:v>14809</c:v>
                </c:pt>
                <c:pt idx="1507">
                  <c:v>14820</c:v>
                </c:pt>
                <c:pt idx="1508">
                  <c:v>14812</c:v>
                </c:pt>
                <c:pt idx="1509">
                  <c:v>14804</c:v>
                </c:pt>
                <c:pt idx="1510">
                  <c:v>14822</c:v>
                </c:pt>
                <c:pt idx="1511">
                  <c:v>14824</c:v>
                </c:pt>
                <c:pt idx="1512">
                  <c:v>14750</c:v>
                </c:pt>
                <c:pt idx="1513">
                  <c:v>14680</c:v>
                </c:pt>
                <c:pt idx="1514">
                  <c:v>14709</c:v>
                </c:pt>
                <c:pt idx="1515">
                  <c:v>14668</c:v>
                </c:pt>
                <c:pt idx="1516">
                  <c:v>14661</c:v>
                </c:pt>
                <c:pt idx="1517">
                  <c:v>14655</c:v>
                </c:pt>
                <c:pt idx="1518">
                  <c:v>14669</c:v>
                </c:pt>
                <c:pt idx="1519">
                  <c:v>14643</c:v>
                </c:pt>
                <c:pt idx="1520">
                  <c:v>14588</c:v>
                </c:pt>
                <c:pt idx="1521">
                  <c:v>14627</c:v>
                </c:pt>
                <c:pt idx="1522">
                  <c:v>14629</c:v>
                </c:pt>
                <c:pt idx="1523">
                  <c:v>14609</c:v>
                </c:pt>
                <c:pt idx="1524">
                  <c:v>14606</c:v>
                </c:pt>
                <c:pt idx="1525">
                  <c:v>14552</c:v>
                </c:pt>
                <c:pt idx="1526">
                  <c:v>14548</c:v>
                </c:pt>
                <c:pt idx="1527">
                  <c:v>14522</c:v>
                </c:pt>
                <c:pt idx="1528">
                  <c:v>14556</c:v>
                </c:pt>
                <c:pt idx="1529">
                  <c:v>14557</c:v>
                </c:pt>
                <c:pt idx="1530">
                  <c:v>14561</c:v>
                </c:pt>
                <c:pt idx="1531">
                  <c:v>14560</c:v>
                </c:pt>
                <c:pt idx="1532">
                  <c:v>14559</c:v>
                </c:pt>
                <c:pt idx="1533">
                  <c:v>14564</c:v>
                </c:pt>
                <c:pt idx="1534">
                  <c:v>14554</c:v>
                </c:pt>
                <c:pt idx="1535">
                  <c:v>14543</c:v>
                </c:pt>
                <c:pt idx="1536">
                  <c:v>14548</c:v>
                </c:pt>
                <c:pt idx="1537">
                  <c:v>14540</c:v>
                </c:pt>
                <c:pt idx="1538">
                  <c:v>14527</c:v>
                </c:pt>
                <c:pt idx="1539">
                  <c:v>14484</c:v>
                </c:pt>
                <c:pt idx="1540">
                  <c:v>14465</c:v>
                </c:pt>
                <c:pt idx="1541">
                  <c:v>14452</c:v>
                </c:pt>
                <c:pt idx="1542">
                  <c:v>14435</c:v>
                </c:pt>
                <c:pt idx="1543">
                  <c:v>14431</c:v>
                </c:pt>
                <c:pt idx="1544">
                  <c:v>14424</c:v>
                </c:pt>
                <c:pt idx="1545">
                  <c:v>14411</c:v>
                </c:pt>
                <c:pt idx="1546">
                  <c:v>14408</c:v>
                </c:pt>
                <c:pt idx="1547">
                  <c:v>14409</c:v>
                </c:pt>
                <c:pt idx="1548">
                  <c:v>14399</c:v>
                </c:pt>
                <c:pt idx="1549">
                  <c:v>14386</c:v>
                </c:pt>
                <c:pt idx="1550">
                  <c:v>14353</c:v>
                </c:pt>
                <c:pt idx="1551">
                  <c:v>14329</c:v>
                </c:pt>
                <c:pt idx="1552">
                  <c:v>14329</c:v>
                </c:pt>
                <c:pt idx="1553">
                  <c:v>14308</c:v>
                </c:pt>
                <c:pt idx="1554">
                  <c:v>14305</c:v>
                </c:pt>
                <c:pt idx="1555">
                  <c:v>14296</c:v>
                </c:pt>
                <c:pt idx="1556">
                  <c:v>14308</c:v>
                </c:pt>
                <c:pt idx="1557">
                  <c:v>14282</c:v>
                </c:pt>
                <c:pt idx="1558">
                  <c:v>14283</c:v>
                </c:pt>
                <c:pt idx="1559">
                  <c:v>14260</c:v>
                </c:pt>
                <c:pt idx="1560">
                  <c:v>14255</c:v>
                </c:pt>
                <c:pt idx="1561">
                  <c:v>14242</c:v>
                </c:pt>
                <c:pt idx="1562">
                  <c:v>14236</c:v>
                </c:pt>
                <c:pt idx="1563">
                  <c:v>14227</c:v>
                </c:pt>
                <c:pt idx="1564">
                  <c:v>14241</c:v>
                </c:pt>
                <c:pt idx="1565">
                  <c:v>14209</c:v>
                </c:pt>
                <c:pt idx="1566">
                  <c:v>14201</c:v>
                </c:pt>
                <c:pt idx="1567">
                  <c:v>14200</c:v>
                </c:pt>
                <c:pt idx="1568">
                  <c:v>14209</c:v>
                </c:pt>
                <c:pt idx="1569">
                  <c:v>14211</c:v>
                </c:pt>
                <c:pt idx="1570">
                  <c:v>14186</c:v>
                </c:pt>
                <c:pt idx="1571">
                  <c:v>14184</c:v>
                </c:pt>
                <c:pt idx="1572">
                  <c:v>14174</c:v>
                </c:pt>
                <c:pt idx="1573">
                  <c:v>14157</c:v>
                </c:pt>
                <c:pt idx="1574">
                  <c:v>14097</c:v>
                </c:pt>
                <c:pt idx="1575">
                  <c:v>14082</c:v>
                </c:pt>
                <c:pt idx="1576">
                  <c:v>14078</c:v>
                </c:pt>
                <c:pt idx="1577">
                  <c:v>14076</c:v>
                </c:pt>
                <c:pt idx="1578">
                  <c:v>14076</c:v>
                </c:pt>
                <c:pt idx="1579">
                  <c:v>14044</c:v>
                </c:pt>
                <c:pt idx="1580">
                  <c:v>14046</c:v>
                </c:pt>
                <c:pt idx="1581">
                  <c:v>14035</c:v>
                </c:pt>
                <c:pt idx="1582">
                  <c:v>13953</c:v>
                </c:pt>
                <c:pt idx="1583">
                  <c:v>13946</c:v>
                </c:pt>
                <c:pt idx="1584">
                  <c:v>13916</c:v>
                </c:pt>
                <c:pt idx="1585">
                  <c:v>13919</c:v>
                </c:pt>
                <c:pt idx="1586">
                  <c:v>13913</c:v>
                </c:pt>
                <c:pt idx="1587">
                  <c:v>13910</c:v>
                </c:pt>
                <c:pt idx="1588">
                  <c:v>13905</c:v>
                </c:pt>
                <c:pt idx="1589">
                  <c:v>13906</c:v>
                </c:pt>
                <c:pt idx="1590">
                  <c:v>13907</c:v>
                </c:pt>
                <c:pt idx="1591">
                  <c:v>13870</c:v>
                </c:pt>
                <c:pt idx="1592">
                  <c:v>13868</c:v>
                </c:pt>
                <c:pt idx="1593">
                  <c:v>13863</c:v>
                </c:pt>
                <c:pt idx="1594">
                  <c:v>13868</c:v>
                </c:pt>
                <c:pt idx="1595">
                  <c:v>13840</c:v>
                </c:pt>
                <c:pt idx="1596">
                  <c:v>13826</c:v>
                </c:pt>
                <c:pt idx="1597">
                  <c:v>13826</c:v>
                </c:pt>
                <c:pt idx="1598">
                  <c:v>13823</c:v>
                </c:pt>
                <c:pt idx="1599">
                  <c:v>13765</c:v>
                </c:pt>
                <c:pt idx="1600">
                  <c:v>13764</c:v>
                </c:pt>
                <c:pt idx="1601">
                  <c:v>13764</c:v>
                </c:pt>
                <c:pt idx="1602">
                  <c:v>13748</c:v>
                </c:pt>
                <c:pt idx="1603">
                  <c:v>13748</c:v>
                </c:pt>
                <c:pt idx="1604">
                  <c:v>13749</c:v>
                </c:pt>
                <c:pt idx="1605">
                  <c:v>13744</c:v>
                </c:pt>
                <c:pt idx="1606">
                  <c:v>13744</c:v>
                </c:pt>
                <c:pt idx="1607">
                  <c:v>13729</c:v>
                </c:pt>
                <c:pt idx="1608">
                  <c:v>13728</c:v>
                </c:pt>
                <c:pt idx="1609">
                  <c:v>13724</c:v>
                </c:pt>
                <c:pt idx="1610">
                  <c:v>13721</c:v>
                </c:pt>
                <c:pt idx="1611">
                  <c:v>13719</c:v>
                </c:pt>
                <c:pt idx="1612">
                  <c:v>13715</c:v>
                </c:pt>
                <c:pt idx="1613">
                  <c:v>13707</c:v>
                </c:pt>
                <c:pt idx="1614">
                  <c:v>13690</c:v>
                </c:pt>
                <c:pt idx="1615">
                  <c:v>13708</c:v>
                </c:pt>
                <c:pt idx="1616">
                  <c:v>13709</c:v>
                </c:pt>
                <c:pt idx="1617">
                  <c:v>13710</c:v>
                </c:pt>
                <c:pt idx="1618">
                  <c:v>13696</c:v>
                </c:pt>
                <c:pt idx="1619">
                  <c:v>13699</c:v>
                </c:pt>
                <c:pt idx="1620">
                  <c:v>13700</c:v>
                </c:pt>
                <c:pt idx="1621">
                  <c:v>13699</c:v>
                </c:pt>
                <c:pt idx="1622">
                  <c:v>13691</c:v>
                </c:pt>
                <c:pt idx="1623">
                  <c:v>13691</c:v>
                </c:pt>
                <c:pt idx="1624">
                  <c:v>13686</c:v>
                </c:pt>
                <c:pt idx="1625">
                  <c:v>13662</c:v>
                </c:pt>
                <c:pt idx="1626">
                  <c:v>13663</c:v>
                </c:pt>
                <c:pt idx="1627">
                  <c:v>13662</c:v>
                </c:pt>
                <c:pt idx="1628">
                  <c:v>13651</c:v>
                </c:pt>
                <c:pt idx="1629">
                  <c:v>13609</c:v>
                </c:pt>
                <c:pt idx="1630">
                  <c:v>13604</c:v>
                </c:pt>
                <c:pt idx="1631">
                  <c:v>13597</c:v>
                </c:pt>
                <c:pt idx="1632">
                  <c:v>13587</c:v>
                </c:pt>
                <c:pt idx="1633">
                  <c:v>13571</c:v>
                </c:pt>
                <c:pt idx="1634">
                  <c:v>13561</c:v>
                </c:pt>
                <c:pt idx="1635">
                  <c:v>13472</c:v>
                </c:pt>
                <c:pt idx="1636">
                  <c:v>13466</c:v>
                </c:pt>
                <c:pt idx="1637">
                  <c:v>13419</c:v>
                </c:pt>
                <c:pt idx="1638">
                  <c:v>13367</c:v>
                </c:pt>
                <c:pt idx="1639">
                  <c:v>13367</c:v>
                </c:pt>
                <c:pt idx="1640">
                  <c:v>13345</c:v>
                </c:pt>
                <c:pt idx="1641">
                  <c:v>13335</c:v>
                </c:pt>
                <c:pt idx="1642">
                  <c:v>13263</c:v>
                </c:pt>
                <c:pt idx="1643">
                  <c:v>13213</c:v>
                </c:pt>
                <c:pt idx="1644">
                  <c:v>13219</c:v>
                </c:pt>
                <c:pt idx="1645">
                  <c:v>13230</c:v>
                </c:pt>
                <c:pt idx="1646">
                  <c:v>13219</c:v>
                </c:pt>
                <c:pt idx="1647">
                  <c:v>13013</c:v>
                </c:pt>
                <c:pt idx="1648">
                  <c:v>12980</c:v>
                </c:pt>
                <c:pt idx="1649">
                  <c:v>12981</c:v>
                </c:pt>
                <c:pt idx="1650">
                  <c:v>12978</c:v>
                </c:pt>
                <c:pt idx="1651">
                  <c:v>12951</c:v>
                </c:pt>
                <c:pt idx="1652">
                  <c:v>12948</c:v>
                </c:pt>
                <c:pt idx="1653">
                  <c:v>12910</c:v>
                </c:pt>
                <c:pt idx="1654">
                  <c:v>12872</c:v>
                </c:pt>
                <c:pt idx="1655">
                  <c:v>12870</c:v>
                </c:pt>
                <c:pt idx="1656">
                  <c:v>12757</c:v>
                </c:pt>
                <c:pt idx="1657">
                  <c:v>12754</c:v>
                </c:pt>
                <c:pt idx="1658">
                  <c:v>12648</c:v>
                </c:pt>
                <c:pt idx="1659">
                  <c:v>12659</c:v>
                </c:pt>
                <c:pt idx="1660">
                  <c:v>12661</c:v>
                </c:pt>
                <c:pt idx="1661">
                  <c:v>12664</c:v>
                </c:pt>
                <c:pt idx="1662">
                  <c:v>12597</c:v>
                </c:pt>
                <c:pt idx="1663">
                  <c:v>12598</c:v>
                </c:pt>
                <c:pt idx="1664">
                  <c:v>12598</c:v>
                </c:pt>
                <c:pt idx="1665">
                  <c:v>12596</c:v>
                </c:pt>
                <c:pt idx="1666">
                  <c:v>12599</c:v>
                </c:pt>
                <c:pt idx="1667">
                  <c:v>12599</c:v>
                </c:pt>
                <c:pt idx="1668">
                  <c:v>12558</c:v>
                </c:pt>
                <c:pt idx="1669">
                  <c:v>12528</c:v>
                </c:pt>
                <c:pt idx="1670">
                  <c:v>12441</c:v>
                </c:pt>
                <c:pt idx="1671">
                  <c:v>12369</c:v>
                </c:pt>
                <c:pt idx="1672">
                  <c:v>12368</c:v>
                </c:pt>
                <c:pt idx="1673">
                  <c:v>12368</c:v>
                </c:pt>
                <c:pt idx="1674">
                  <c:v>12365</c:v>
                </c:pt>
                <c:pt idx="1675">
                  <c:v>12354</c:v>
                </c:pt>
                <c:pt idx="1676">
                  <c:v>12352</c:v>
                </c:pt>
                <c:pt idx="1677">
                  <c:v>12332</c:v>
                </c:pt>
                <c:pt idx="1678">
                  <c:v>12332</c:v>
                </c:pt>
                <c:pt idx="1679">
                  <c:v>12330</c:v>
                </c:pt>
                <c:pt idx="1680">
                  <c:v>12303</c:v>
                </c:pt>
                <c:pt idx="1681">
                  <c:v>12302</c:v>
                </c:pt>
                <c:pt idx="1682">
                  <c:v>12292</c:v>
                </c:pt>
                <c:pt idx="1683">
                  <c:v>12261</c:v>
                </c:pt>
                <c:pt idx="1684">
                  <c:v>12261</c:v>
                </c:pt>
                <c:pt idx="1685">
                  <c:v>12237</c:v>
                </c:pt>
                <c:pt idx="1686">
                  <c:v>12235</c:v>
                </c:pt>
                <c:pt idx="1687">
                  <c:v>12234</c:v>
                </c:pt>
                <c:pt idx="1688">
                  <c:v>12200</c:v>
                </c:pt>
                <c:pt idx="1689">
                  <c:v>12196</c:v>
                </c:pt>
                <c:pt idx="1690">
                  <c:v>12189</c:v>
                </c:pt>
                <c:pt idx="1691">
                  <c:v>12152</c:v>
                </c:pt>
                <c:pt idx="1692">
                  <c:v>12138</c:v>
                </c:pt>
                <c:pt idx="1693">
                  <c:v>12135</c:v>
                </c:pt>
                <c:pt idx="1694">
                  <c:v>12082</c:v>
                </c:pt>
                <c:pt idx="1695">
                  <c:v>12082</c:v>
                </c:pt>
                <c:pt idx="1696">
                  <c:v>12081</c:v>
                </c:pt>
                <c:pt idx="1697">
                  <c:v>12070</c:v>
                </c:pt>
                <c:pt idx="1698">
                  <c:v>12071</c:v>
                </c:pt>
                <c:pt idx="1699">
                  <c:v>12068</c:v>
                </c:pt>
                <c:pt idx="1700">
                  <c:v>12022</c:v>
                </c:pt>
                <c:pt idx="1701">
                  <c:v>12021</c:v>
                </c:pt>
                <c:pt idx="1702">
                  <c:v>12019</c:v>
                </c:pt>
                <c:pt idx="1703">
                  <c:v>11973</c:v>
                </c:pt>
                <c:pt idx="1704">
                  <c:v>11973</c:v>
                </c:pt>
                <c:pt idx="1705">
                  <c:v>11966</c:v>
                </c:pt>
                <c:pt idx="1706">
                  <c:v>11959</c:v>
                </c:pt>
                <c:pt idx="1707">
                  <c:v>11961</c:v>
                </c:pt>
                <c:pt idx="1708">
                  <c:v>11948</c:v>
                </c:pt>
                <c:pt idx="1709">
                  <c:v>11947</c:v>
                </c:pt>
                <c:pt idx="1710">
                  <c:v>11939</c:v>
                </c:pt>
                <c:pt idx="1711">
                  <c:v>11937</c:v>
                </c:pt>
                <c:pt idx="1712">
                  <c:v>11929</c:v>
                </c:pt>
                <c:pt idx="1713">
                  <c:v>11863</c:v>
                </c:pt>
                <c:pt idx="1714">
                  <c:v>11749</c:v>
                </c:pt>
                <c:pt idx="1715">
                  <c:v>11751</c:v>
                </c:pt>
                <c:pt idx="1716">
                  <c:v>11734</c:v>
                </c:pt>
                <c:pt idx="1717">
                  <c:v>11709</c:v>
                </c:pt>
                <c:pt idx="1718">
                  <c:v>11715</c:v>
                </c:pt>
                <c:pt idx="1719">
                  <c:v>11718</c:v>
                </c:pt>
                <c:pt idx="1720">
                  <c:v>11706</c:v>
                </c:pt>
                <c:pt idx="1721">
                  <c:v>11706</c:v>
                </c:pt>
                <c:pt idx="1722">
                  <c:v>11541</c:v>
                </c:pt>
                <c:pt idx="1723">
                  <c:v>11505</c:v>
                </c:pt>
                <c:pt idx="1724">
                  <c:v>11511</c:v>
                </c:pt>
                <c:pt idx="1725">
                  <c:v>11511</c:v>
                </c:pt>
                <c:pt idx="1726">
                  <c:v>11509</c:v>
                </c:pt>
                <c:pt idx="1727">
                  <c:v>11509</c:v>
                </c:pt>
                <c:pt idx="1728">
                  <c:v>11509</c:v>
                </c:pt>
                <c:pt idx="1729">
                  <c:v>11505</c:v>
                </c:pt>
                <c:pt idx="1730">
                  <c:v>11469</c:v>
                </c:pt>
                <c:pt idx="1731">
                  <c:v>11476</c:v>
                </c:pt>
                <c:pt idx="1732">
                  <c:v>11476</c:v>
                </c:pt>
                <c:pt idx="1733">
                  <c:v>11476</c:v>
                </c:pt>
                <c:pt idx="1734">
                  <c:v>11475</c:v>
                </c:pt>
                <c:pt idx="1735">
                  <c:v>11473</c:v>
                </c:pt>
                <c:pt idx="1736">
                  <c:v>11467</c:v>
                </c:pt>
                <c:pt idx="1737">
                  <c:v>11468</c:v>
                </c:pt>
                <c:pt idx="1738">
                  <c:v>11458</c:v>
                </c:pt>
                <c:pt idx="1739">
                  <c:v>11458</c:v>
                </c:pt>
                <c:pt idx="1740">
                  <c:v>11457</c:v>
                </c:pt>
                <c:pt idx="1741">
                  <c:v>11451</c:v>
                </c:pt>
                <c:pt idx="1742">
                  <c:v>11439</c:v>
                </c:pt>
                <c:pt idx="1743">
                  <c:v>11438</c:v>
                </c:pt>
                <c:pt idx="1744">
                  <c:v>11431</c:v>
                </c:pt>
                <c:pt idx="1745">
                  <c:v>11419</c:v>
                </c:pt>
                <c:pt idx="1746">
                  <c:v>11388</c:v>
                </c:pt>
                <c:pt idx="1747">
                  <c:v>11388</c:v>
                </c:pt>
                <c:pt idx="1748">
                  <c:v>11350</c:v>
                </c:pt>
                <c:pt idx="1749">
                  <c:v>11299</c:v>
                </c:pt>
                <c:pt idx="1750">
                  <c:v>11293</c:v>
                </c:pt>
                <c:pt idx="1751">
                  <c:v>11284</c:v>
                </c:pt>
                <c:pt idx="1752">
                  <c:v>11233</c:v>
                </c:pt>
                <c:pt idx="1753">
                  <c:v>11232</c:v>
                </c:pt>
                <c:pt idx="1754">
                  <c:v>11232</c:v>
                </c:pt>
                <c:pt idx="1755">
                  <c:v>11229</c:v>
                </c:pt>
                <c:pt idx="1756">
                  <c:v>11235</c:v>
                </c:pt>
                <c:pt idx="1757">
                  <c:v>11233</c:v>
                </c:pt>
                <c:pt idx="1758">
                  <c:v>11226</c:v>
                </c:pt>
                <c:pt idx="1759">
                  <c:v>11202</c:v>
                </c:pt>
                <c:pt idx="1760">
                  <c:v>11102</c:v>
                </c:pt>
                <c:pt idx="1761">
                  <c:v>11104</c:v>
                </c:pt>
                <c:pt idx="1762">
                  <c:v>11104</c:v>
                </c:pt>
                <c:pt idx="1763">
                  <c:v>11075</c:v>
                </c:pt>
                <c:pt idx="1764">
                  <c:v>11069</c:v>
                </c:pt>
                <c:pt idx="1765">
                  <c:v>11069</c:v>
                </c:pt>
                <c:pt idx="1766">
                  <c:v>11066</c:v>
                </c:pt>
                <c:pt idx="1767">
                  <c:v>11052</c:v>
                </c:pt>
                <c:pt idx="1768">
                  <c:v>10999</c:v>
                </c:pt>
                <c:pt idx="1769">
                  <c:v>11002</c:v>
                </c:pt>
                <c:pt idx="1770">
                  <c:v>10988</c:v>
                </c:pt>
                <c:pt idx="1771">
                  <c:v>10988</c:v>
                </c:pt>
                <c:pt idx="1772">
                  <c:v>10947</c:v>
                </c:pt>
                <c:pt idx="1773">
                  <c:v>10947</c:v>
                </c:pt>
                <c:pt idx="1774">
                  <c:v>10947</c:v>
                </c:pt>
                <c:pt idx="1775">
                  <c:v>10900</c:v>
                </c:pt>
                <c:pt idx="1776">
                  <c:v>10898</c:v>
                </c:pt>
                <c:pt idx="1777">
                  <c:v>10889</c:v>
                </c:pt>
                <c:pt idx="1778">
                  <c:v>10890</c:v>
                </c:pt>
                <c:pt idx="1779">
                  <c:v>10883</c:v>
                </c:pt>
                <c:pt idx="1780">
                  <c:v>10846</c:v>
                </c:pt>
                <c:pt idx="1781">
                  <c:v>10844</c:v>
                </c:pt>
                <c:pt idx="1782">
                  <c:v>10830</c:v>
                </c:pt>
                <c:pt idx="1783">
                  <c:v>10820</c:v>
                </c:pt>
                <c:pt idx="1784">
                  <c:v>10778</c:v>
                </c:pt>
                <c:pt idx="1785">
                  <c:v>10776</c:v>
                </c:pt>
                <c:pt idx="1786">
                  <c:v>10775</c:v>
                </c:pt>
                <c:pt idx="1787">
                  <c:v>10770</c:v>
                </c:pt>
                <c:pt idx="1788">
                  <c:v>10758</c:v>
                </c:pt>
                <c:pt idx="1789">
                  <c:v>10756</c:v>
                </c:pt>
                <c:pt idx="1790">
                  <c:v>10723</c:v>
                </c:pt>
                <c:pt idx="1791">
                  <c:v>10715</c:v>
                </c:pt>
                <c:pt idx="1792">
                  <c:v>10715</c:v>
                </c:pt>
                <c:pt idx="1793">
                  <c:v>10640</c:v>
                </c:pt>
                <c:pt idx="1794">
                  <c:v>10642</c:v>
                </c:pt>
                <c:pt idx="1795">
                  <c:v>10640</c:v>
                </c:pt>
                <c:pt idx="1796">
                  <c:v>10638</c:v>
                </c:pt>
                <c:pt idx="1797">
                  <c:v>10632</c:v>
                </c:pt>
                <c:pt idx="1798">
                  <c:v>10583</c:v>
                </c:pt>
                <c:pt idx="1799">
                  <c:v>10578</c:v>
                </c:pt>
                <c:pt idx="1800">
                  <c:v>10555</c:v>
                </c:pt>
                <c:pt idx="1801">
                  <c:v>10555</c:v>
                </c:pt>
                <c:pt idx="1802">
                  <c:v>10513</c:v>
                </c:pt>
                <c:pt idx="1803">
                  <c:v>10513</c:v>
                </c:pt>
                <c:pt idx="1804">
                  <c:v>10499</c:v>
                </c:pt>
                <c:pt idx="1805">
                  <c:v>10497</c:v>
                </c:pt>
                <c:pt idx="1806">
                  <c:v>10499</c:v>
                </c:pt>
                <c:pt idx="1807">
                  <c:v>10469</c:v>
                </c:pt>
                <c:pt idx="1808">
                  <c:v>10468</c:v>
                </c:pt>
                <c:pt idx="1809">
                  <c:v>10455</c:v>
                </c:pt>
                <c:pt idx="1810">
                  <c:v>10455</c:v>
                </c:pt>
                <c:pt idx="1811">
                  <c:v>10454</c:v>
                </c:pt>
                <c:pt idx="1812">
                  <c:v>10449</c:v>
                </c:pt>
                <c:pt idx="1813">
                  <c:v>10440</c:v>
                </c:pt>
                <c:pt idx="1814">
                  <c:v>10430</c:v>
                </c:pt>
                <c:pt idx="1815">
                  <c:v>10395</c:v>
                </c:pt>
                <c:pt idx="1816">
                  <c:v>10396</c:v>
                </c:pt>
                <c:pt idx="1817">
                  <c:v>10397</c:v>
                </c:pt>
                <c:pt idx="1818">
                  <c:v>10396</c:v>
                </c:pt>
                <c:pt idx="1819">
                  <c:v>10395</c:v>
                </c:pt>
                <c:pt idx="1820">
                  <c:v>10382</c:v>
                </c:pt>
                <c:pt idx="1821">
                  <c:v>10381</c:v>
                </c:pt>
                <c:pt idx="1822">
                  <c:v>10382</c:v>
                </c:pt>
                <c:pt idx="1823">
                  <c:v>10378</c:v>
                </c:pt>
                <c:pt idx="1824">
                  <c:v>10364</c:v>
                </c:pt>
                <c:pt idx="1825">
                  <c:v>10389</c:v>
                </c:pt>
                <c:pt idx="1826">
                  <c:v>10389</c:v>
                </c:pt>
                <c:pt idx="1827">
                  <c:v>10383</c:v>
                </c:pt>
                <c:pt idx="1828">
                  <c:v>10383</c:v>
                </c:pt>
                <c:pt idx="1829">
                  <c:v>10377</c:v>
                </c:pt>
                <c:pt idx="1830">
                  <c:v>10373</c:v>
                </c:pt>
                <c:pt idx="1831">
                  <c:v>10368</c:v>
                </c:pt>
                <c:pt idx="1832">
                  <c:v>10365</c:v>
                </c:pt>
                <c:pt idx="1833">
                  <c:v>10365</c:v>
                </c:pt>
                <c:pt idx="1834">
                  <c:v>10361</c:v>
                </c:pt>
                <c:pt idx="1835">
                  <c:v>10353</c:v>
                </c:pt>
                <c:pt idx="1836">
                  <c:v>10312</c:v>
                </c:pt>
                <c:pt idx="1837">
                  <c:v>10276</c:v>
                </c:pt>
                <c:pt idx="1838">
                  <c:v>10275</c:v>
                </c:pt>
                <c:pt idx="1839">
                  <c:v>10275</c:v>
                </c:pt>
                <c:pt idx="1840">
                  <c:v>10274</c:v>
                </c:pt>
                <c:pt idx="1841">
                  <c:v>10258</c:v>
                </c:pt>
                <c:pt idx="1842">
                  <c:v>10252</c:v>
                </c:pt>
                <c:pt idx="1843">
                  <c:v>10246</c:v>
                </c:pt>
                <c:pt idx="1844">
                  <c:v>10202</c:v>
                </c:pt>
                <c:pt idx="1845">
                  <c:v>10183</c:v>
                </c:pt>
                <c:pt idx="1846">
                  <c:v>10162</c:v>
                </c:pt>
                <c:pt idx="1847">
                  <c:v>10115</c:v>
                </c:pt>
                <c:pt idx="1848">
                  <c:v>10079</c:v>
                </c:pt>
                <c:pt idx="1849">
                  <c:v>10062</c:v>
                </c:pt>
                <c:pt idx="1850">
                  <c:v>10015</c:v>
                </c:pt>
                <c:pt idx="1851">
                  <c:v>9988</c:v>
                </c:pt>
                <c:pt idx="1852">
                  <c:v>9898</c:v>
                </c:pt>
                <c:pt idx="1853">
                  <c:v>9784</c:v>
                </c:pt>
              </c:numCache>
            </c:numRef>
          </c:yVal>
          <c:smooth val="1"/>
        </c:ser>
        <c:axId val="105426304"/>
        <c:axId val="105481728"/>
      </c:scatterChart>
      <c:valAx>
        <c:axId val="105426304"/>
        <c:scaling>
          <c:orientation val="minMax"/>
        </c:scaling>
        <c:axPos val="b"/>
        <c:title>
          <c:tx>
            <c:rich>
              <a:bodyPr/>
              <a:lstStyle/>
              <a:p>
                <a:pPr>
                  <a:defRPr sz="1600"/>
                </a:pPr>
                <a:r>
                  <a:rPr lang="en-US" sz="1600"/>
                  <a:t>Position</a:t>
                </a:r>
                <a:r>
                  <a:rPr lang="en-US" sz="1600" baseline="0"/>
                  <a:t> in S1 Gene</a:t>
                </a:r>
                <a:endParaRPr lang="en-US" sz="1600"/>
              </a:p>
            </c:rich>
          </c:tx>
          <c:layout/>
        </c:title>
        <c:numFmt formatCode="General" sourceLinked="1"/>
        <c:majorTickMark val="none"/>
        <c:tickLblPos val="nextTo"/>
        <c:crossAx val="105481728"/>
        <c:crosses val="autoZero"/>
        <c:crossBetween val="midCat"/>
      </c:valAx>
      <c:valAx>
        <c:axId val="105481728"/>
        <c:scaling>
          <c:orientation val="minMax"/>
        </c:scaling>
        <c:axPos val="l"/>
        <c:majorGridlines/>
        <c:title>
          <c:tx>
            <c:rich>
              <a:bodyPr/>
              <a:lstStyle/>
              <a:p>
                <a:pPr>
                  <a:defRPr sz="1800"/>
                </a:pPr>
                <a:r>
                  <a:rPr lang="en-US" sz="1800" dirty="0"/>
                  <a:t>Read Coverage</a:t>
                </a:r>
              </a:p>
            </c:rich>
          </c:tx>
          <c:layout/>
        </c:title>
        <c:numFmt formatCode="General" sourceLinked="1"/>
        <c:majorTickMark val="none"/>
        <c:tickLblPos val="nextTo"/>
        <c:crossAx val="105426304"/>
        <c:crosses val="autoZero"/>
        <c:crossBetween val="midCat"/>
      </c:valAx>
    </c:plotArea>
    <c:legend>
      <c:legendPos val="r"/>
      <c:layout>
        <c:manualLayout>
          <c:xMode val="edge"/>
          <c:yMode val="edge"/>
          <c:x val="0.82063736061654713"/>
          <c:y val="9.5922182024544222E-2"/>
          <c:w val="0.15496274321633818"/>
          <c:h val="0.16570825554022284"/>
        </c:manualLayout>
      </c:layout>
      <c:txPr>
        <a:bodyPr/>
        <a:lstStyle/>
        <a:p>
          <a:pPr>
            <a:defRPr sz="1800"/>
          </a:pPr>
          <a:endParaRPr lang="en-US"/>
        </a:p>
      </c:txPr>
    </c:legend>
    <c:plotVisOnly val="1"/>
  </c:chart>
  <c:externalData r:id="rId2"/>
</c:chartSpace>
</file>

<file path=ppt/drawings/_rels/vmlDrawing1.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58" name="Rectangle 1"/>
          <p:cNvSpPr>
            <a:spLocks noGrp="1" noRot="1" noChangeAspect="1" noChangeArrowheads="1" noTextEdit="1"/>
          </p:cNvSpPr>
          <p:nvPr>
            <p:ph type="sldImg"/>
          </p:nvPr>
        </p:nvSpPr>
        <p:spPr bwMode="auto">
          <a:xfrm>
            <a:off x="1143000" y="685800"/>
            <a:ext cx="4572000" cy="3429000"/>
          </a:xfrm>
          <a:prstGeom prst="rect">
            <a:avLst/>
          </a:prstGeom>
          <a:noFill/>
          <a:ln w="9525">
            <a:solidFill>
              <a:srgbClr val="000000"/>
            </a:solidFill>
            <a:miter lim="800000"/>
            <a:headEnd/>
            <a:tailEnd/>
          </a:ln>
        </p:spPr>
      </p:sp>
      <p:sp>
        <p:nvSpPr>
          <p:cNvPr id="24578" name="Rectangle 2"/>
          <p:cNvSpPr>
            <a:spLocks noGrp="1" noChangeArrowheads="1"/>
          </p:cNvSpPr>
          <p:nvPr>
            <p:ph type="body" sz="quarter" idx="1"/>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Tree>
  </p:cSld>
  <p:clrMap bg1="lt1" tx1="dk1" bg2="lt2" tx2="dk2" accent1="accent1" accent2="accent2" accent3="accent3" accent4="accent4" accent5="accent5" accent6="accent6" hlink="hlink" folHlink="folHlink"/>
  <p:notesStyle>
    <a:lvl1pPr algn="l" rtl="0" eaLnBrk="0" fontAlgn="base" hangingPunct="0">
      <a:spcBef>
        <a:spcPct val="0"/>
      </a:spcBef>
      <a:spcAft>
        <a:spcPct val="0"/>
      </a:spcAft>
      <a:defRPr sz="1200" kern="1200">
        <a:solidFill>
          <a:schemeClr val="tx1"/>
        </a:solidFill>
        <a:latin typeface="Gill Sans Light" pitchFamily="-112" charset="0"/>
        <a:ea typeface="ＭＳ Ｐゴシック" pitchFamily="-112" charset="-128"/>
        <a:cs typeface="+mn-cs"/>
      </a:defRPr>
    </a:lvl1pPr>
    <a:lvl2pPr marL="457200" algn="l" rtl="0" eaLnBrk="0" fontAlgn="base" hangingPunct="0">
      <a:spcBef>
        <a:spcPct val="0"/>
      </a:spcBef>
      <a:spcAft>
        <a:spcPct val="0"/>
      </a:spcAft>
      <a:defRPr sz="1200" kern="1200">
        <a:solidFill>
          <a:schemeClr val="tx1"/>
        </a:solidFill>
        <a:latin typeface="Gill Sans Light" pitchFamily="-112" charset="0"/>
        <a:ea typeface="ＭＳ Ｐゴシック" pitchFamily="-112" charset="-128"/>
        <a:cs typeface="+mn-cs"/>
      </a:defRPr>
    </a:lvl2pPr>
    <a:lvl3pPr marL="914400" algn="l" rtl="0" eaLnBrk="0" fontAlgn="base" hangingPunct="0">
      <a:spcBef>
        <a:spcPct val="0"/>
      </a:spcBef>
      <a:spcAft>
        <a:spcPct val="0"/>
      </a:spcAft>
      <a:defRPr sz="1200" kern="1200">
        <a:solidFill>
          <a:schemeClr val="tx1"/>
        </a:solidFill>
        <a:latin typeface="Gill Sans Light" pitchFamily="-112" charset="0"/>
        <a:ea typeface="ＭＳ Ｐゴシック" pitchFamily="-112" charset="-128"/>
        <a:cs typeface="+mn-cs"/>
      </a:defRPr>
    </a:lvl3pPr>
    <a:lvl4pPr marL="1371600" algn="l" rtl="0" eaLnBrk="0" fontAlgn="base" hangingPunct="0">
      <a:spcBef>
        <a:spcPct val="0"/>
      </a:spcBef>
      <a:spcAft>
        <a:spcPct val="0"/>
      </a:spcAft>
      <a:defRPr sz="1200" kern="1200">
        <a:solidFill>
          <a:schemeClr val="tx1"/>
        </a:solidFill>
        <a:latin typeface="Gill Sans Light" pitchFamily="-112" charset="0"/>
        <a:ea typeface="ＭＳ Ｐゴシック" pitchFamily="-112" charset="-128"/>
        <a:cs typeface="+mn-cs"/>
      </a:defRPr>
    </a:lvl4pPr>
    <a:lvl5pPr marL="1828800" algn="l" rtl="0" eaLnBrk="0" fontAlgn="base" hangingPunct="0">
      <a:spcBef>
        <a:spcPct val="0"/>
      </a:spcBef>
      <a:spcAft>
        <a:spcPct val="0"/>
      </a:spcAft>
      <a:defRPr sz="1200" kern="1200">
        <a:solidFill>
          <a:schemeClr val="tx1"/>
        </a:solidFill>
        <a:latin typeface="Gill Sans Light" pitchFamily="-112" charset="0"/>
        <a:ea typeface="ＭＳ Ｐゴシック" pitchFamily="-112"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
          <p:cNvSpPr>
            <a:spLocks noGrp="1" noRot="1" noChangeAspect="1" noChangeArrowheads="1" noTextEdit="1"/>
          </p:cNvSpPr>
          <p:nvPr>
            <p:ph type="sldImg"/>
          </p:nvPr>
        </p:nvSpPr>
        <p:spPr>
          <a:solidFill>
            <a:srgbClr val="FFFFFF"/>
          </a:solidFill>
          <a:ln/>
        </p:spPr>
      </p:sp>
      <p:sp>
        <p:nvSpPr>
          <p:cNvPr id="46083" name="Rectangle 2"/>
          <p:cNvSpPr>
            <a:spLocks noGrp="1" noChangeArrowheads="1"/>
          </p:cNvSpPr>
          <p:nvPr>
            <p:ph type="body" idx="1"/>
          </p:nvPr>
        </p:nvSpPr>
        <p:spPr>
          <a:noFill/>
          <a:ln/>
        </p:spPr>
        <p:txBody>
          <a:bodyPr/>
          <a:lstStyle/>
          <a:p>
            <a:pPr eaLnBrk="1" hangingPunct="1"/>
            <a:r>
              <a:rPr lang="en-US" smtClean="0">
                <a:latin typeface="Times" pitchFamily="-112" charset="0"/>
                <a:cs typeface="Times" pitchFamily="-112" charset="0"/>
                <a:sym typeface="Times" pitchFamily="-112" charset="0"/>
              </a:rPr>
              <a:t>Signs occur after an incubation period of 18-48 hr. Spread to other birds is rapid, and morbidity may be nearly 100%. The nature and severity of the disease are influenced by the age and immune status of the flock and virulence of the causal strain. Young chickens cough, sneeze, and have tracheal rales for 10-14 days. Wet eyes and dyspnea may be seen, and facial swelling may also occur ccasionally, particularly with concurrent bacterial infection of the sinuses. In broiler chickens, IBV infection is a major cause of poor feed conversion, reduced growth rate, and condemnation of meat at processing. Nephropathogenic strains can produce interstitial nephritis with high mortality (up to 60%) in young chickens. In most outbreaks, however, mortality is 5%, although secondary bacterial infections may cause higher losses.</a:t>
            </a:r>
          </a:p>
          <a:p>
            <a:pPr eaLnBrk="1" hangingPunct="1"/>
            <a:r>
              <a:rPr lang="en-US" smtClean="0">
                <a:latin typeface="Times" pitchFamily="-112" charset="0"/>
                <a:cs typeface="Times" pitchFamily="-112" charset="0"/>
                <a:sym typeface="Times" pitchFamily="-112" charset="0"/>
              </a:rPr>
              <a:t>In layers, egg production may drop 5-50%, and eggs are often misshapen, thin-shelled, and contain watery albumen. Egg production and egg quality generally return to near normal levels in most birds on recovery.</a:t>
            </a:r>
          </a:p>
          <a:p>
            <a:pPr eaLnBrk="1" hangingPunct="1">
              <a:spcBef>
                <a:spcPts val="413"/>
              </a:spcBef>
            </a:pPr>
            <a:endParaRPr lang="en-US" smtClean="0">
              <a:solidFill>
                <a:srgbClr val="000000"/>
              </a:solidFill>
              <a:latin typeface="Arial" charset="0"/>
              <a:cs typeface="Arial" charset="0"/>
              <a:sym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
          <p:cNvSpPr>
            <a:spLocks noGrp="1" noRot="1" noChangeAspect="1" noChangeArrowheads="1" noTextEdit="1"/>
          </p:cNvSpPr>
          <p:nvPr>
            <p:ph type="sldImg"/>
          </p:nvPr>
        </p:nvSpPr>
        <p:spPr>
          <a:solidFill>
            <a:srgbClr val="FFFFFF"/>
          </a:solidFill>
          <a:ln/>
        </p:spPr>
      </p:sp>
      <p:sp>
        <p:nvSpPr>
          <p:cNvPr id="47107" name="Rectangle 2"/>
          <p:cNvSpPr>
            <a:spLocks noGrp="1" noChangeArrowheads="1"/>
          </p:cNvSpPr>
          <p:nvPr>
            <p:ph type="body" idx="1"/>
          </p:nvPr>
        </p:nvSpPr>
        <p:spPr>
          <a:noFill/>
          <a:ln/>
        </p:spPr>
        <p:txBody>
          <a:bodyPr/>
          <a:lstStyle/>
          <a:p>
            <a:pPr eaLnBrk="1" hangingPunct="1"/>
            <a:r>
              <a:rPr lang="en-US" smtClean="0">
                <a:latin typeface="Times" pitchFamily="-112" charset="0"/>
                <a:cs typeface="Times" pitchFamily="-112" charset="0"/>
                <a:sym typeface="Times" pitchFamily="-112" charset="0"/>
              </a:rPr>
              <a:t>Signs occur after an incubation period of 18-48 hr. Spread to other birds is rapid, and morbidity may be nearly 100%. The nature and severity of the disease are influenced by the age and immune status of the flock and virulence of the causal strain. Young chickens cough, sneeze, and have tracheal rales for 10-14 days. Wet eyes and dyspnea may be seen, and facial swelling may also occur ccasionally, particularly with concurrent bacterial infection of the sinuses. In broiler chickens, IBV infection is a major cause of poor feed conversion, reduced growth rate, and condemnation of meat at processing. Nephropathogenic strains can produce interstitial nephritis with high mortality (up to 60%) in young chickens. In most outbreaks, however, mortality is 5%, although secondary bacterial infections may cause higher losses.</a:t>
            </a:r>
          </a:p>
          <a:p>
            <a:pPr eaLnBrk="1" hangingPunct="1"/>
            <a:r>
              <a:rPr lang="en-US" smtClean="0">
                <a:latin typeface="Times" pitchFamily="-112" charset="0"/>
                <a:cs typeface="Times" pitchFamily="-112" charset="0"/>
                <a:sym typeface="Times" pitchFamily="-112" charset="0"/>
              </a:rPr>
              <a:t>In layers, egg production may drop 5-50%, and eggs are often misshapen, thin-shelled, and contain watery albumen. Egg production and egg quality generally return to near normal levels in most birds on recovery.</a:t>
            </a:r>
          </a:p>
          <a:p>
            <a:pPr eaLnBrk="1" hangingPunct="1">
              <a:spcBef>
                <a:spcPts val="413"/>
              </a:spcBef>
            </a:pPr>
            <a:endParaRPr lang="en-US" smtClean="0">
              <a:solidFill>
                <a:srgbClr val="000000"/>
              </a:solidFill>
              <a:latin typeface="Arial" charset="0"/>
              <a:cs typeface="Arial" charset="0"/>
              <a:sym typeface="Arial"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p:spPr>
        <p:txBody>
          <a:bodyPr/>
          <a:lstStyle/>
          <a:p>
            <a:endParaRPr lang="en-US" smtClean="0"/>
          </a:p>
        </p:txBody>
      </p:sp>
      <p:sp>
        <p:nvSpPr>
          <p:cNvPr id="48132" name="Slide Number Placeholder 3"/>
          <p:cNvSpPr>
            <a:spLocks noGrp="1"/>
          </p:cNvSpPr>
          <p:nvPr>
            <p:ph type="sldNum" sz="quarter" idx="4294967295"/>
          </p:nvPr>
        </p:nvSpPr>
        <p:spPr bwMode="auto">
          <a:xfrm>
            <a:off x="3884613" y="8685213"/>
            <a:ext cx="2971800" cy="457200"/>
          </a:xfrm>
          <a:prstGeom prst="rect">
            <a:avLst/>
          </a:prstGeom>
          <a:noFill/>
          <a:ln>
            <a:miter lim="800000"/>
            <a:headEnd/>
            <a:tailEnd/>
          </a:ln>
        </p:spPr>
        <p:txBody>
          <a:bodyPr/>
          <a:lstStyle/>
          <a:p>
            <a:fld id="{7A24CCC7-EFBA-4B51-948A-B7F507D4EBCA}" type="slidenum">
              <a:rPr lang="en-US"/>
              <a:pPr/>
              <a:t>7</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p:spPr>
        <p:txBody>
          <a:bodyPr/>
          <a:lstStyle/>
          <a:p>
            <a:endParaRPr lang="en-US" smtClean="0"/>
          </a:p>
        </p:txBody>
      </p:sp>
      <p:sp>
        <p:nvSpPr>
          <p:cNvPr id="49156" name="Slide Number Placeholder 3"/>
          <p:cNvSpPr>
            <a:spLocks noGrp="1"/>
          </p:cNvSpPr>
          <p:nvPr>
            <p:ph type="sldNum" sz="quarter" idx="4294967295"/>
          </p:nvPr>
        </p:nvSpPr>
        <p:spPr bwMode="auto">
          <a:xfrm>
            <a:off x="3884613" y="8685213"/>
            <a:ext cx="2971800" cy="457200"/>
          </a:xfrm>
          <a:prstGeom prst="rect">
            <a:avLst/>
          </a:prstGeom>
          <a:noFill/>
          <a:ln>
            <a:miter lim="800000"/>
            <a:headEnd/>
            <a:tailEnd/>
          </a:ln>
        </p:spPr>
        <p:txBody>
          <a:bodyPr/>
          <a:lstStyle/>
          <a:p>
            <a:fld id="{06094144-C1DE-41DD-8ED2-38A542C8CC2F}" type="slidenum">
              <a:rPr lang="en-US"/>
              <a:pPr/>
              <a:t>9</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noFill/>
          <a:ln/>
        </p:spPr>
        <p:txBody>
          <a:bodyPr/>
          <a:lstStyle/>
          <a:p>
            <a:endParaRPr lang="en-US" smtClean="0"/>
          </a:p>
        </p:txBody>
      </p:sp>
      <p:sp>
        <p:nvSpPr>
          <p:cNvPr id="50180" name="Slide Number Placeholder 3"/>
          <p:cNvSpPr>
            <a:spLocks noGrp="1"/>
          </p:cNvSpPr>
          <p:nvPr>
            <p:ph type="sldNum" sz="quarter" idx="4294967295"/>
          </p:nvPr>
        </p:nvSpPr>
        <p:spPr bwMode="auto">
          <a:xfrm>
            <a:off x="3884613" y="8685213"/>
            <a:ext cx="2971800" cy="457200"/>
          </a:xfrm>
          <a:prstGeom prst="rect">
            <a:avLst/>
          </a:prstGeom>
          <a:noFill/>
          <a:ln>
            <a:miter lim="800000"/>
            <a:headEnd/>
            <a:tailEnd/>
          </a:ln>
        </p:spPr>
        <p:txBody>
          <a:bodyPr/>
          <a:lstStyle/>
          <a:p>
            <a:fld id="{6199AA42-8F03-494F-A9BD-1ADB6D362813}" type="slidenum">
              <a:rPr lang="en-US"/>
              <a:pPr/>
              <a:t>10</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p:spPr>
        <p:txBody>
          <a:bodyPr/>
          <a:lstStyle/>
          <a:p>
            <a:endParaRPr lang="en-US" smtClean="0"/>
          </a:p>
        </p:txBody>
      </p:sp>
      <p:sp>
        <p:nvSpPr>
          <p:cNvPr id="51204" name="Slide Number Placeholder 3"/>
          <p:cNvSpPr>
            <a:spLocks noGrp="1"/>
          </p:cNvSpPr>
          <p:nvPr>
            <p:ph type="sldNum" sz="quarter" idx="4294967295"/>
          </p:nvPr>
        </p:nvSpPr>
        <p:spPr bwMode="auto">
          <a:xfrm>
            <a:off x="3884613" y="8685213"/>
            <a:ext cx="2971800" cy="457200"/>
          </a:xfrm>
          <a:prstGeom prst="rect">
            <a:avLst/>
          </a:prstGeom>
          <a:noFill/>
          <a:ln>
            <a:miter lim="800000"/>
            <a:headEnd/>
            <a:tailEnd/>
          </a:ln>
        </p:spPr>
        <p:txBody>
          <a:bodyPr/>
          <a:lstStyle/>
          <a:p>
            <a:fld id="{649811C5-BD9C-403F-B17D-A9E80B521F91}" type="slidenum">
              <a:rPr lang="en-US"/>
              <a:pPr/>
              <a:t>12</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p:spPr>
        <p:txBody>
          <a:bodyPr/>
          <a:lstStyle/>
          <a:p>
            <a:endParaRPr lang="en-US" smtClean="0"/>
          </a:p>
        </p:txBody>
      </p:sp>
      <p:sp>
        <p:nvSpPr>
          <p:cNvPr id="52228" name="Slide Number Placeholder 3"/>
          <p:cNvSpPr>
            <a:spLocks noGrp="1"/>
          </p:cNvSpPr>
          <p:nvPr>
            <p:ph type="sldNum" sz="quarter" idx="4294967295"/>
          </p:nvPr>
        </p:nvSpPr>
        <p:spPr bwMode="auto">
          <a:xfrm>
            <a:off x="3884613" y="8685213"/>
            <a:ext cx="2971800" cy="457200"/>
          </a:xfrm>
          <a:prstGeom prst="rect">
            <a:avLst/>
          </a:prstGeom>
          <a:noFill/>
          <a:ln>
            <a:miter lim="800000"/>
            <a:headEnd/>
            <a:tailEnd/>
          </a:ln>
        </p:spPr>
        <p:txBody>
          <a:bodyPr/>
          <a:lstStyle/>
          <a:p>
            <a:fld id="{74A434A7-9267-4883-AFBC-061255D378EC}" type="slidenum">
              <a:rPr lang="en-US"/>
              <a:pPr/>
              <a:t>13</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p:spPr>
        <p:txBody>
          <a:bodyPr/>
          <a:lstStyle/>
          <a:p>
            <a:endParaRPr lang="en-US" smtClean="0"/>
          </a:p>
        </p:txBody>
      </p:sp>
      <p:sp>
        <p:nvSpPr>
          <p:cNvPr id="53252" name="Slide Number Placeholder 3"/>
          <p:cNvSpPr>
            <a:spLocks noGrp="1"/>
          </p:cNvSpPr>
          <p:nvPr>
            <p:ph type="sldNum" sz="quarter" idx="4294967295"/>
          </p:nvPr>
        </p:nvSpPr>
        <p:spPr bwMode="auto">
          <a:xfrm>
            <a:off x="3884613" y="8685213"/>
            <a:ext cx="2971800" cy="457200"/>
          </a:xfrm>
          <a:prstGeom prst="rect">
            <a:avLst/>
          </a:prstGeom>
          <a:noFill/>
          <a:ln>
            <a:miter lim="800000"/>
            <a:headEnd/>
            <a:tailEnd/>
          </a:ln>
        </p:spPr>
        <p:txBody>
          <a:bodyPr/>
          <a:lstStyle/>
          <a:p>
            <a:fld id="{4F4BA0C3-1587-4A98-9092-58801F2EA9A1}" type="slidenum">
              <a:rPr lang="en-US"/>
              <a:pPr/>
              <a:t>15</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p:spPr>
        <p:txBody>
          <a:bodyPr/>
          <a:lstStyle/>
          <a:p>
            <a:endParaRPr lang="en-US" smtClean="0"/>
          </a:p>
        </p:txBody>
      </p:sp>
      <p:sp>
        <p:nvSpPr>
          <p:cNvPr id="52228" name="Slide Number Placeholder 3"/>
          <p:cNvSpPr>
            <a:spLocks noGrp="1"/>
          </p:cNvSpPr>
          <p:nvPr>
            <p:ph type="sldNum" sz="quarter" idx="4294967295"/>
          </p:nvPr>
        </p:nvSpPr>
        <p:spPr bwMode="auto">
          <a:xfrm>
            <a:off x="3884613" y="8685213"/>
            <a:ext cx="2971800" cy="457200"/>
          </a:xfrm>
          <a:prstGeom prst="rect">
            <a:avLst/>
          </a:prstGeom>
          <a:noFill/>
          <a:ln>
            <a:miter lim="800000"/>
            <a:headEnd/>
            <a:tailEnd/>
          </a:ln>
        </p:spPr>
        <p:txBody>
          <a:bodyPr/>
          <a:lstStyle/>
          <a:p>
            <a:fld id="{74A434A7-9267-4883-AFBC-061255D378EC}" type="slidenum">
              <a:rPr lang="en-US"/>
              <a:pPr/>
              <a:t>21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p:spPr>
        <p:txBody>
          <a:bodyPr/>
          <a:lstStyle/>
          <a:p>
            <a:endParaRPr lang="en-US" smtClean="0"/>
          </a:p>
        </p:txBody>
      </p:sp>
      <p:sp>
        <p:nvSpPr>
          <p:cNvPr id="52228" name="Slide Number Placeholder 3"/>
          <p:cNvSpPr>
            <a:spLocks noGrp="1"/>
          </p:cNvSpPr>
          <p:nvPr>
            <p:ph type="sldNum" sz="quarter" idx="4294967295"/>
          </p:nvPr>
        </p:nvSpPr>
        <p:spPr bwMode="auto">
          <a:xfrm>
            <a:off x="3884613" y="8685213"/>
            <a:ext cx="2971800" cy="457200"/>
          </a:xfrm>
          <a:prstGeom prst="rect">
            <a:avLst/>
          </a:prstGeom>
          <a:noFill/>
          <a:ln>
            <a:miter lim="800000"/>
            <a:headEnd/>
            <a:tailEnd/>
          </a:ln>
        </p:spPr>
        <p:txBody>
          <a:bodyPr/>
          <a:lstStyle/>
          <a:p>
            <a:fld id="{74A434A7-9267-4883-AFBC-061255D378EC}" type="slidenum">
              <a:rPr lang="en-US"/>
              <a:pPr/>
              <a:t>22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p:spPr>
        <p:txBody>
          <a:bodyPr/>
          <a:lstStyle/>
          <a:p>
            <a:endParaRPr lang="en-US" smtClean="0"/>
          </a:p>
        </p:txBody>
      </p:sp>
      <p:sp>
        <p:nvSpPr>
          <p:cNvPr id="52228" name="Slide Number Placeholder 3"/>
          <p:cNvSpPr>
            <a:spLocks noGrp="1"/>
          </p:cNvSpPr>
          <p:nvPr>
            <p:ph type="sldNum" sz="quarter" idx="4294967295"/>
          </p:nvPr>
        </p:nvSpPr>
        <p:spPr bwMode="auto">
          <a:xfrm>
            <a:off x="3884613" y="8685213"/>
            <a:ext cx="2971800" cy="457200"/>
          </a:xfrm>
          <a:prstGeom prst="rect">
            <a:avLst/>
          </a:prstGeom>
          <a:noFill/>
          <a:ln>
            <a:miter lim="800000"/>
            <a:headEnd/>
            <a:tailEnd/>
          </a:ln>
        </p:spPr>
        <p:txBody>
          <a:bodyPr/>
          <a:lstStyle/>
          <a:p>
            <a:fld id="{74A434A7-9267-4883-AFBC-061255D378EC}" type="slidenum">
              <a:rPr lang="en-US"/>
              <a:pPr/>
              <a:t>23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p:spPr>
        <p:txBody>
          <a:bodyPr/>
          <a:lstStyle/>
          <a:p>
            <a:endParaRPr lang="en-US" smtClean="0"/>
          </a:p>
        </p:txBody>
      </p:sp>
      <p:sp>
        <p:nvSpPr>
          <p:cNvPr id="52228" name="Slide Number Placeholder 3"/>
          <p:cNvSpPr>
            <a:spLocks noGrp="1"/>
          </p:cNvSpPr>
          <p:nvPr>
            <p:ph type="sldNum" sz="quarter" idx="4294967295"/>
          </p:nvPr>
        </p:nvSpPr>
        <p:spPr bwMode="auto">
          <a:xfrm>
            <a:off x="3884613" y="8685213"/>
            <a:ext cx="2971800" cy="457200"/>
          </a:xfrm>
          <a:prstGeom prst="rect">
            <a:avLst/>
          </a:prstGeom>
          <a:noFill/>
          <a:ln>
            <a:miter lim="800000"/>
            <a:headEnd/>
            <a:tailEnd/>
          </a:ln>
        </p:spPr>
        <p:txBody>
          <a:bodyPr/>
          <a:lstStyle/>
          <a:p>
            <a:fld id="{74A434A7-9267-4883-AFBC-061255D378EC}" type="slidenum">
              <a:rPr lang="en-US"/>
              <a:pPr/>
              <a:t>24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US"/>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55600" y="3187700"/>
            <a:ext cx="6070600" cy="584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578600" y="3187700"/>
            <a:ext cx="6070600" cy="584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sym typeface="Gill Sans Light" pitchFamily="-112" charset="0"/>
            </a:endParaRPr>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75800" y="254000"/>
            <a:ext cx="3073400" cy="8775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55600" y="254000"/>
            <a:ext cx="9067800" cy="8775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US"/>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Text Box 3"/>
          <p:cNvSpPr txBox="1">
            <a:spLocks noGrp="1" noChangeArrowheads="1"/>
          </p:cNvSpPr>
          <p:nvPr>
            <p:ph type="sldNum" sz="quarter" idx="10"/>
          </p:nvPr>
        </p:nvSpPr>
        <p:spPr>
          <a:ln/>
        </p:spPr>
        <p:txBody>
          <a:bodyPr/>
          <a:lstStyle>
            <a:lvl1pPr>
              <a:defRPr/>
            </a:lvl1pPr>
          </a:lstStyle>
          <a:p>
            <a:pPr>
              <a:defRPr/>
            </a:pPr>
            <a:fld id="{D367F01A-C051-43A6-BD0D-47BB4A21ADB4}" type="slidenum">
              <a:rPr lang="en-US"/>
              <a:pPr>
                <a:defRPr/>
              </a:pPr>
              <a:t>‹#›</a:t>
            </a:fld>
            <a:endParaRPr 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Box 3"/>
          <p:cNvSpPr txBox="1">
            <a:spLocks noGrp="1" noChangeArrowheads="1"/>
          </p:cNvSpPr>
          <p:nvPr>
            <p:ph type="sldNum" sz="quarter" idx="10"/>
          </p:nvPr>
        </p:nvSpPr>
        <p:spPr>
          <a:ln/>
        </p:spPr>
        <p:txBody>
          <a:bodyPr/>
          <a:lstStyle>
            <a:lvl1pPr>
              <a:defRPr/>
            </a:lvl1pPr>
          </a:lstStyle>
          <a:p>
            <a:pPr>
              <a:defRPr/>
            </a:pPr>
            <a:fld id="{7B102462-497A-40BB-82F4-95C68ABC350E}" type="slidenum">
              <a:rPr lang="en-US"/>
              <a:pPr>
                <a:defRPr/>
              </a:pPr>
              <a:t>‹#›</a:t>
            </a:fld>
            <a:endParaRPr lang="en-US"/>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Text Box 3"/>
          <p:cNvSpPr txBox="1">
            <a:spLocks noGrp="1" noChangeArrowheads="1"/>
          </p:cNvSpPr>
          <p:nvPr>
            <p:ph type="sldNum" sz="quarter" idx="10"/>
          </p:nvPr>
        </p:nvSpPr>
        <p:spPr>
          <a:ln/>
        </p:spPr>
        <p:txBody>
          <a:bodyPr/>
          <a:lstStyle>
            <a:lvl1pPr>
              <a:defRPr/>
            </a:lvl1pPr>
          </a:lstStyle>
          <a:p>
            <a:pPr>
              <a:defRPr/>
            </a:pPr>
            <a:fld id="{1FB9FA4D-DD8F-4CFC-A0B0-CBDE551557FA}" type="slidenum">
              <a:rPr lang="en-US"/>
              <a:pPr>
                <a:defRPr/>
              </a:pPr>
              <a:t>‹#›</a:t>
            </a:fld>
            <a:endParaRPr lang="en-US"/>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977900" y="2819400"/>
            <a:ext cx="5448300" cy="6934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578600" y="2819400"/>
            <a:ext cx="5448300" cy="6934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Box 3"/>
          <p:cNvSpPr txBox="1">
            <a:spLocks noGrp="1" noChangeArrowheads="1"/>
          </p:cNvSpPr>
          <p:nvPr>
            <p:ph type="sldNum" sz="quarter" idx="10"/>
          </p:nvPr>
        </p:nvSpPr>
        <p:spPr>
          <a:ln/>
        </p:spPr>
        <p:txBody>
          <a:bodyPr/>
          <a:lstStyle>
            <a:lvl1pPr>
              <a:defRPr/>
            </a:lvl1pPr>
          </a:lstStyle>
          <a:p>
            <a:pPr>
              <a:defRPr/>
            </a:pPr>
            <a:fld id="{E39E0B71-68AC-415E-8AAA-A1E9862139FE}" type="slidenum">
              <a:rPr lang="en-US"/>
              <a:pPr>
                <a:defRPr/>
              </a:pPr>
              <a:t>‹#›</a:t>
            </a:fld>
            <a:endParaRPr lang="en-US"/>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Text Box 3"/>
          <p:cNvSpPr txBox="1">
            <a:spLocks noGrp="1" noChangeArrowheads="1"/>
          </p:cNvSpPr>
          <p:nvPr>
            <p:ph type="sldNum" sz="quarter" idx="10"/>
          </p:nvPr>
        </p:nvSpPr>
        <p:spPr>
          <a:ln/>
        </p:spPr>
        <p:txBody>
          <a:bodyPr/>
          <a:lstStyle>
            <a:lvl1pPr>
              <a:defRPr/>
            </a:lvl1pPr>
          </a:lstStyle>
          <a:p>
            <a:pPr>
              <a:defRPr/>
            </a:pPr>
            <a:fld id="{4146D6C1-FB25-42CA-A413-03FF6B23B97F}" type="slidenum">
              <a:rPr lang="en-US"/>
              <a:pPr>
                <a:defRPr/>
              </a:pPr>
              <a:t>‹#›</a:t>
            </a:fld>
            <a:endParaRPr lang="en-US"/>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Box 3"/>
          <p:cNvSpPr txBox="1">
            <a:spLocks noGrp="1" noChangeArrowheads="1"/>
          </p:cNvSpPr>
          <p:nvPr>
            <p:ph type="sldNum" sz="quarter" idx="10"/>
          </p:nvPr>
        </p:nvSpPr>
        <p:spPr>
          <a:ln/>
        </p:spPr>
        <p:txBody>
          <a:bodyPr/>
          <a:lstStyle>
            <a:lvl1pPr>
              <a:defRPr/>
            </a:lvl1pPr>
          </a:lstStyle>
          <a:p>
            <a:pPr>
              <a:defRPr/>
            </a:pPr>
            <a:fld id="{9F927689-FDC3-4749-A2B8-93163A6ACBD5}" type="slidenum">
              <a:rPr lang="en-US"/>
              <a:pPr>
                <a:defRPr/>
              </a:pPr>
              <a:t>‹#›</a:t>
            </a:fld>
            <a:endParaRPr lang="en-US"/>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Text Box 3"/>
          <p:cNvSpPr txBox="1">
            <a:spLocks noGrp="1" noChangeArrowheads="1"/>
          </p:cNvSpPr>
          <p:nvPr>
            <p:ph type="sldNum" sz="quarter" idx="10"/>
          </p:nvPr>
        </p:nvSpPr>
        <p:spPr>
          <a:ln/>
        </p:spPr>
        <p:txBody>
          <a:bodyPr/>
          <a:lstStyle>
            <a:lvl1pPr>
              <a:defRPr/>
            </a:lvl1pPr>
          </a:lstStyle>
          <a:p>
            <a:pPr>
              <a:defRPr/>
            </a:pPr>
            <a:fld id="{D81D951B-57ED-4224-9622-7273F48E928E}" type="slidenum">
              <a:rPr lang="en-US"/>
              <a:pPr>
                <a:defRPr/>
              </a:pPr>
              <a:t>‹#›</a:t>
            </a:fld>
            <a:endParaRPr lang="en-US"/>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Box 3"/>
          <p:cNvSpPr txBox="1">
            <a:spLocks noGrp="1" noChangeArrowheads="1"/>
          </p:cNvSpPr>
          <p:nvPr>
            <p:ph type="sldNum" sz="quarter" idx="10"/>
          </p:nvPr>
        </p:nvSpPr>
        <p:spPr>
          <a:ln/>
        </p:spPr>
        <p:txBody>
          <a:bodyPr/>
          <a:lstStyle>
            <a:lvl1pPr>
              <a:defRPr/>
            </a:lvl1pPr>
          </a:lstStyle>
          <a:p>
            <a:pPr>
              <a:defRPr/>
            </a:pPr>
            <a:fld id="{A230CD80-860B-444C-8A87-E2B8273A993B}" type="slidenum">
              <a:rPr lang="en-US"/>
              <a:pPr>
                <a:defRPr/>
              </a:pPr>
              <a:t>‹#›</a:t>
            </a:fld>
            <a:endParaRPr lang="en-US"/>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sym typeface="Times" pitchFamily="-112" charset="0"/>
            </a:endParaRPr>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Box 3"/>
          <p:cNvSpPr txBox="1">
            <a:spLocks noGrp="1" noChangeArrowheads="1"/>
          </p:cNvSpPr>
          <p:nvPr>
            <p:ph type="sldNum" sz="quarter" idx="10"/>
          </p:nvPr>
        </p:nvSpPr>
        <p:spPr>
          <a:ln/>
        </p:spPr>
        <p:txBody>
          <a:bodyPr/>
          <a:lstStyle>
            <a:lvl1pPr>
              <a:defRPr/>
            </a:lvl1pPr>
          </a:lstStyle>
          <a:p>
            <a:pPr>
              <a:defRPr/>
            </a:pPr>
            <a:fld id="{87E3086B-9C15-4609-A100-101754B2C4FF}" type="slidenum">
              <a:rPr lang="en-US"/>
              <a:pPr>
                <a:defRPr/>
              </a:pPr>
              <a:t>‹#›</a:t>
            </a:fld>
            <a:endParaRPr lang="en-US"/>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Box 3"/>
          <p:cNvSpPr txBox="1">
            <a:spLocks noGrp="1" noChangeArrowheads="1"/>
          </p:cNvSpPr>
          <p:nvPr>
            <p:ph type="sldNum" sz="quarter" idx="10"/>
          </p:nvPr>
        </p:nvSpPr>
        <p:spPr>
          <a:ln/>
        </p:spPr>
        <p:txBody>
          <a:bodyPr/>
          <a:lstStyle>
            <a:lvl1pPr>
              <a:defRPr/>
            </a:lvl1pPr>
          </a:lstStyle>
          <a:p>
            <a:pPr>
              <a:defRPr/>
            </a:pPr>
            <a:fld id="{E1EB91EC-BCB4-4811-B6E5-7864379F94C4}" type="slidenum">
              <a:rPr lang="en-US"/>
              <a:pPr>
                <a:defRPr/>
              </a:pPr>
              <a:t>‹#›</a:t>
            </a:fld>
            <a:endParaRPr lang="en-US"/>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64650" y="546100"/>
            <a:ext cx="2762250" cy="92075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977900" y="546100"/>
            <a:ext cx="8134350" cy="92075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Box 3"/>
          <p:cNvSpPr txBox="1">
            <a:spLocks noGrp="1" noChangeArrowheads="1"/>
          </p:cNvSpPr>
          <p:nvPr>
            <p:ph type="sldNum" sz="quarter" idx="10"/>
          </p:nvPr>
        </p:nvSpPr>
        <p:spPr>
          <a:ln/>
        </p:spPr>
        <p:txBody>
          <a:bodyPr/>
          <a:lstStyle>
            <a:lvl1pPr>
              <a:defRPr/>
            </a:lvl1pPr>
          </a:lstStyle>
          <a:p>
            <a:pPr>
              <a:defRPr/>
            </a:pPr>
            <a:fld id="{6A1D476F-C361-445D-BA4A-C97DD172C43D}" type="slidenum">
              <a:rPr lang="en-US"/>
              <a:pPr>
                <a:defRPr/>
              </a:pPr>
              <a:t>‹#›</a:t>
            </a:fld>
            <a:endParaRPr lang="en-US"/>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US"/>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55600" y="4876800"/>
            <a:ext cx="2870200" cy="129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3378200" y="4876800"/>
            <a:ext cx="2870200" cy="129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sym typeface="Gill Sans Light" pitchFamily="-112" charset="0"/>
            </a:endParaRPr>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775200" y="1384300"/>
            <a:ext cx="1473200" cy="47879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55600" y="1384300"/>
            <a:ext cx="4267200" cy="47879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US"/>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55600" y="4876800"/>
            <a:ext cx="2870200" cy="129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3378200" y="4876800"/>
            <a:ext cx="2870200" cy="129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sym typeface="Gill Sans Light" pitchFamily="-112" charset="0"/>
            </a:endParaRPr>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775200" y="1384300"/>
            <a:ext cx="1473200" cy="47879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55600" y="1384300"/>
            <a:ext cx="4267200" cy="47879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US"/>
          </a:p>
        </p:txBody>
      </p:sp>
      <p:sp>
        <p:nvSpPr>
          <p:cNvPr id="3" name="Subtitle 2"/>
          <p:cNvSpPr>
            <a:spLocks noGrp="1"/>
          </p:cNvSpPr>
          <p:nvPr>
            <p:ph type="subTitle" idx="1"/>
          </p:nvPr>
        </p:nvSpPr>
        <p:spPr>
          <a:xfrm>
            <a:off x="1951038" y="5527675"/>
            <a:ext cx="9102725" cy="2492375"/>
          </a:xfrm>
          <a:prstGeom prst="rect">
            <a:avLst/>
          </a:prstGeom>
        </p:spPr>
        <p:txBody>
          <a:bodyPr vert="horz"/>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650875" y="2276475"/>
            <a:ext cx="11703050" cy="6435725"/>
          </a:xfrm>
          <a:prstGeom prst="rect">
            <a:avLst/>
          </a:prstGeom>
        </p:spPr>
        <p:txBody>
          <a:bodyPr vert="horz"/>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1027113" y="4133850"/>
            <a:ext cx="11053762" cy="2133600"/>
          </a:xfrm>
          <a:prstGeom prst="rect">
            <a:avLst/>
          </a:prstGeom>
        </p:spPr>
        <p:txBody>
          <a:bodyPr vert="horz"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0875" y="2276475"/>
            <a:ext cx="5775325" cy="6435725"/>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578600" y="2276475"/>
            <a:ext cx="5775325" cy="6435725"/>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50875" y="2182813"/>
            <a:ext cx="5745163" cy="909637"/>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605588" y="2182813"/>
            <a:ext cx="5748337" cy="909637"/>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5084763" y="388938"/>
            <a:ext cx="7269162" cy="8323262"/>
          </a:xfrm>
          <a:prstGeom prst="rect">
            <a:avLst/>
          </a:prstGeom>
        </p:spPr>
        <p:txBody>
          <a:bodyPr vert="horz"/>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50875" y="2041525"/>
            <a:ext cx="4278313" cy="6670675"/>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549525" y="871538"/>
            <a:ext cx="7802563" cy="5851525"/>
          </a:xfrm>
          <a:prstGeom prst="rect">
            <a:avLst/>
          </a:prstGeom>
        </p:spPr>
        <p:txBody>
          <a:bodyPr vert="horz"/>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sym typeface="Gill Sans Light" pitchFamily="-112" charset="0"/>
            </a:endParaRPr>
          </a:p>
        </p:txBody>
      </p:sp>
      <p:sp>
        <p:nvSpPr>
          <p:cNvPr id="4" name="Text Placeholder 3"/>
          <p:cNvSpPr>
            <a:spLocks noGrp="1"/>
          </p:cNvSpPr>
          <p:nvPr>
            <p:ph type="body" sz="half" idx="2"/>
          </p:nvPr>
        </p:nvSpPr>
        <p:spPr>
          <a:xfrm>
            <a:off x="2549525" y="7634288"/>
            <a:ext cx="7802563" cy="1144587"/>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650875" y="2276475"/>
            <a:ext cx="11703050" cy="64357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75800" y="2276475"/>
            <a:ext cx="3073400" cy="64357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55600" y="2276475"/>
            <a:ext cx="9067800" cy="64357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US"/>
          </a:p>
        </p:txBody>
      </p:sp>
      <p:sp>
        <p:nvSpPr>
          <p:cNvPr id="3" name="Subtitle 2"/>
          <p:cNvSpPr>
            <a:spLocks noGrp="1"/>
          </p:cNvSpPr>
          <p:nvPr>
            <p:ph type="subTitle" idx="1"/>
          </p:nvPr>
        </p:nvSpPr>
        <p:spPr>
          <a:xfrm>
            <a:off x="1951038" y="5527675"/>
            <a:ext cx="9102725" cy="2492375"/>
          </a:xfrm>
          <a:prstGeom prst="rect">
            <a:avLst/>
          </a:prstGeom>
        </p:spPr>
        <p:txBody>
          <a:bodyPr vert="horz"/>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650875" y="2276475"/>
            <a:ext cx="11703050" cy="6435725"/>
          </a:xfrm>
          <a:prstGeom prst="rect">
            <a:avLst/>
          </a:prstGeom>
        </p:spPr>
        <p:txBody>
          <a:bodyPr vert="horz"/>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1027113" y="4133850"/>
            <a:ext cx="11053762" cy="2133600"/>
          </a:xfrm>
          <a:prstGeom prst="rect">
            <a:avLst/>
          </a:prstGeom>
        </p:spPr>
        <p:txBody>
          <a:bodyPr vert="horz"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0875" y="2276475"/>
            <a:ext cx="5775325" cy="6435725"/>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578600" y="2276475"/>
            <a:ext cx="5775325" cy="6435725"/>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50875" y="2182813"/>
            <a:ext cx="5745163" cy="909637"/>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605588" y="2182813"/>
            <a:ext cx="5748337" cy="909637"/>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5084763" y="388938"/>
            <a:ext cx="7269162" cy="8323262"/>
          </a:xfrm>
          <a:prstGeom prst="rect">
            <a:avLst/>
          </a:prstGeom>
        </p:spPr>
        <p:txBody>
          <a:bodyPr vert="horz"/>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50875" y="2041525"/>
            <a:ext cx="4278313" cy="6670675"/>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549525" y="871538"/>
            <a:ext cx="7802563" cy="5851525"/>
          </a:xfrm>
          <a:prstGeom prst="rect">
            <a:avLst/>
          </a:prstGeom>
        </p:spPr>
        <p:txBody>
          <a:bodyPr vert="horz"/>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sym typeface="Gill Sans Light" pitchFamily="-112" charset="0"/>
            </a:endParaRPr>
          </a:p>
        </p:txBody>
      </p:sp>
      <p:sp>
        <p:nvSpPr>
          <p:cNvPr id="4" name="Text Placeholder 3"/>
          <p:cNvSpPr>
            <a:spLocks noGrp="1"/>
          </p:cNvSpPr>
          <p:nvPr>
            <p:ph type="body" sz="half" idx="2"/>
          </p:nvPr>
        </p:nvSpPr>
        <p:spPr>
          <a:xfrm>
            <a:off x="2549525" y="7634288"/>
            <a:ext cx="7802563" cy="1144587"/>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650875" y="2276475"/>
            <a:ext cx="11703050" cy="64357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75800" y="2276475"/>
            <a:ext cx="3073400" cy="64357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55600" y="2276475"/>
            <a:ext cx="9067800" cy="64357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US"/>
          </a:p>
        </p:txBody>
      </p:sp>
      <p:sp>
        <p:nvSpPr>
          <p:cNvPr id="3" name="Subtitle 2"/>
          <p:cNvSpPr>
            <a:spLocks noGrp="1"/>
          </p:cNvSpPr>
          <p:nvPr>
            <p:ph type="subTitle" idx="1"/>
          </p:nvPr>
        </p:nvSpPr>
        <p:spPr>
          <a:xfrm>
            <a:off x="1951038" y="5527675"/>
            <a:ext cx="9102725" cy="2492375"/>
          </a:xfrm>
          <a:prstGeom prst="rect">
            <a:avLst/>
          </a:prstGeom>
        </p:spPr>
        <p:txBody>
          <a:bodyPr vert="horz"/>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650875" y="2276475"/>
            <a:ext cx="11703050" cy="6435725"/>
          </a:xfrm>
          <a:prstGeom prst="rect">
            <a:avLst/>
          </a:prstGeom>
        </p:spPr>
        <p:txBody>
          <a:bodyPr vert="horz"/>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1027113" y="4133850"/>
            <a:ext cx="11053762" cy="2133600"/>
          </a:xfrm>
          <a:prstGeom prst="rect">
            <a:avLst/>
          </a:prstGeom>
        </p:spPr>
        <p:txBody>
          <a:bodyPr vert="horz"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0875" y="2276475"/>
            <a:ext cx="5775325" cy="6435725"/>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578600" y="2276475"/>
            <a:ext cx="5775325" cy="6435725"/>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50875" y="2182813"/>
            <a:ext cx="5745163" cy="909637"/>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605588" y="2182813"/>
            <a:ext cx="5748337" cy="909637"/>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5084763" y="388938"/>
            <a:ext cx="7269162" cy="8323262"/>
          </a:xfrm>
          <a:prstGeom prst="rect">
            <a:avLst/>
          </a:prstGeom>
        </p:spPr>
        <p:txBody>
          <a:bodyPr vert="horz"/>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50875" y="2041525"/>
            <a:ext cx="4278313" cy="6670675"/>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549525" y="871538"/>
            <a:ext cx="7802563" cy="5851525"/>
          </a:xfrm>
          <a:prstGeom prst="rect">
            <a:avLst/>
          </a:prstGeom>
        </p:spPr>
        <p:txBody>
          <a:bodyPr vert="horz"/>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sym typeface="Gill Sans Light" pitchFamily="-112" charset="0"/>
            </a:endParaRPr>
          </a:p>
        </p:txBody>
      </p:sp>
      <p:sp>
        <p:nvSpPr>
          <p:cNvPr id="4" name="Text Placeholder 3"/>
          <p:cNvSpPr>
            <a:spLocks noGrp="1"/>
          </p:cNvSpPr>
          <p:nvPr>
            <p:ph type="body" sz="half" idx="2"/>
          </p:nvPr>
        </p:nvSpPr>
        <p:spPr>
          <a:xfrm>
            <a:off x="2549525" y="7634288"/>
            <a:ext cx="7802563" cy="1144587"/>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650875" y="2276475"/>
            <a:ext cx="11703050" cy="64357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75800" y="2276475"/>
            <a:ext cx="3073400" cy="64357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55600" y="2276475"/>
            <a:ext cx="9067800" cy="64357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US"/>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55600" y="8077200"/>
            <a:ext cx="6070600" cy="12065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578600" y="8077200"/>
            <a:ext cx="6070600" cy="12065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sym typeface="Gill Sans Light" pitchFamily="-112" charset="0"/>
            </a:endParaRPr>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75800" y="6832600"/>
            <a:ext cx="3073400" cy="24511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55600" y="6832600"/>
            <a:ext cx="9067800" cy="24511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US"/>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55600" y="8077200"/>
            <a:ext cx="6070600" cy="12065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578600" y="8077200"/>
            <a:ext cx="6070600" cy="12065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sym typeface="Gill Sans Light" pitchFamily="-112" charset="0"/>
            </a:endParaRPr>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75800" y="6832600"/>
            <a:ext cx="3073400" cy="24511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55600" y="6832600"/>
            <a:ext cx="9067800" cy="24511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US"/>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756400" y="3187700"/>
            <a:ext cx="2870200" cy="584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9779000" y="3187700"/>
            <a:ext cx="2870200" cy="584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sym typeface="Gill Sans Light" pitchFamily="-112" charset="0"/>
            </a:endParaRPr>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75800" y="254000"/>
            <a:ext cx="3073400" cy="8775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55600" y="254000"/>
            <a:ext cx="9067800" cy="8775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US"/>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55600" y="3187700"/>
            <a:ext cx="6070600" cy="584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578600" y="3187700"/>
            <a:ext cx="6070600" cy="584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sym typeface="Gill Sans Light" pitchFamily="-112" charset="0"/>
            </a:endParaRPr>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75800" y="254000"/>
            <a:ext cx="3073400" cy="8775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55600" y="254000"/>
            <a:ext cx="9067800" cy="8775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US"/>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55600" y="3187700"/>
            <a:ext cx="2870200" cy="584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3378200" y="3187700"/>
            <a:ext cx="2870200" cy="584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sym typeface="Gill Sans Light" pitchFamily="-112" charset="0"/>
            </a:endParaRPr>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75800" y="254000"/>
            <a:ext cx="3073400" cy="8775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55600" y="254000"/>
            <a:ext cx="9067800" cy="8775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US"/>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55600" y="3187700"/>
            <a:ext cx="2870200" cy="584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3378200" y="3187700"/>
            <a:ext cx="2870200" cy="584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sym typeface="Gill Sans Light" pitchFamily="-112" charset="0"/>
            </a:endParaRPr>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75800" y="254000"/>
            <a:ext cx="3073400" cy="8775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55600" y="254000"/>
            <a:ext cx="9067800" cy="8775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a:prstGeom prst="rect">
            <a:avLst/>
          </a:prstGeom>
        </p:spPr>
        <p:txBody>
          <a:bodyPr vert="horz"/>
          <a:lstStyle/>
          <a:p>
            <a:r>
              <a:rPr lang="en-US" smtClean="0"/>
              <a:t>Click to edit Master title style</a:t>
            </a:r>
            <a:endParaRPr lang="en-US"/>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vert="horz"/>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a:prstGeom prst="rect">
            <a:avLst/>
          </a:prstGeom>
        </p:spPr>
        <p:txBody>
          <a:bodyPr vert="horz"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vert="horz"/>
          <a:lstStyle/>
          <a:p>
            <a:r>
              <a:rPr lang="en-US" smtClean="0"/>
              <a:t>Click to edit Master title style</a:t>
            </a:r>
            <a:endParaRPr lang="en-US"/>
          </a:p>
        </p:txBody>
      </p:sp>
      <p:sp>
        <p:nvSpPr>
          <p:cNvPr id="3" name="Content Placeholder 2"/>
          <p:cNvSpPr>
            <a:spLocks noGrp="1"/>
          </p:cNvSpPr>
          <p:nvPr>
            <p:ph sz="half" idx="1"/>
          </p:nvPr>
        </p:nvSpPr>
        <p:spPr>
          <a:xfrm>
            <a:off x="355600" y="254000"/>
            <a:ext cx="6070600" cy="9232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578600" y="254000"/>
            <a:ext cx="6070600" cy="9232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vert="horz"/>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vert="horz"/>
          <a:lstStyle/>
          <a:p>
            <a:r>
              <a:rPr lang="en-US" smtClean="0"/>
              <a:t>Click to edit Master title style</a:t>
            </a:r>
            <a:endParaRPr lang="en-US"/>
          </a:p>
        </p:txBody>
      </p:sp>
    </p:spTree>
  </p:cSld>
  <p:clrMapOvr>
    <a:masterClrMapping/>
  </p:clrMapOvr>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a:prstGeom prst="rect">
            <a:avLst/>
          </a:prstGeom>
        </p:spPr>
        <p:txBody>
          <a:bodyPr vert="horz"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a:prstGeom prst="rect">
            <a:avLst/>
          </a:prstGeom>
        </p:spPr>
        <p:txBody>
          <a:bodyPr vert="horz"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sym typeface="Gill Sans Light" pitchFamily="-112" charset="0"/>
            </a:endParaRPr>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vert="horz"/>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75800" y="254000"/>
            <a:ext cx="3073400" cy="9232900"/>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55600" y="254000"/>
            <a:ext cx="9067800" cy="92329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a:prstGeom prst="rect">
            <a:avLst/>
          </a:prstGeom>
        </p:spPr>
        <p:txBody>
          <a:bodyPr vert="horz"/>
          <a:lstStyle/>
          <a:p>
            <a:r>
              <a:rPr lang="en-US" smtClean="0"/>
              <a:t>Click to edit Master title style</a:t>
            </a:r>
            <a:endParaRPr lang="en-US"/>
          </a:p>
        </p:txBody>
      </p:sp>
      <p:sp>
        <p:nvSpPr>
          <p:cNvPr id="3" name="Subtitle 2"/>
          <p:cNvSpPr>
            <a:spLocks noGrp="1"/>
          </p:cNvSpPr>
          <p:nvPr>
            <p:ph type="subTitle" idx="1"/>
          </p:nvPr>
        </p:nvSpPr>
        <p:spPr>
          <a:xfrm>
            <a:off x="1951038" y="5527675"/>
            <a:ext cx="9102725" cy="2492375"/>
          </a:xfrm>
          <a:prstGeom prst="rect">
            <a:avLst/>
          </a:prstGeom>
        </p:spPr>
        <p:txBody>
          <a:bodyPr vert="horz"/>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vert="horz"/>
          <a:lstStyle/>
          <a:p>
            <a:r>
              <a:rPr lang="en-US" smtClean="0"/>
              <a:t>Click to edit Master title style</a:t>
            </a:r>
            <a:endParaRPr lang="en-US"/>
          </a:p>
        </p:txBody>
      </p:sp>
      <p:sp>
        <p:nvSpPr>
          <p:cNvPr id="3" name="Content Placeholder 2"/>
          <p:cNvSpPr>
            <a:spLocks noGrp="1"/>
          </p:cNvSpPr>
          <p:nvPr>
            <p:ph idx="1"/>
          </p:nvPr>
        </p:nvSpPr>
        <p:spPr>
          <a:xfrm>
            <a:off x="650875" y="2276475"/>
            <a:ext cx="11703050" cy="6435725"/>
          </a:xfrm>
          <a:prstGeom prst="rect">
            <a:avLst/>
          </a:prstGeom>
        </p:spPr>
        <p:txBody>
          <a:bodyPr vert="horz"/>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a:prstGeom prst="rect">
            <a:avLst/>
          </a:prstGeom>
        </p:spPr>
        <p:txBody>
          <a:bodyPr vert="horz"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1027113" y="4133850"/>
            <a:ext cx="11053762" cy="2133600"/>
          </a:xfrm>
          <a:prstGeom prst="rect">
            <a:avLst/>
          </a:prstGeom>
        </p:spPr>
        <p:txBody>
          <a:bodyPr vert="horz"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vert="horz"/>
          <a:lstStyle/>
          <a:p>
            <a:r>
              <a:rPr lang="en-US" smtClean="0"/>
              <a:t>Click to edit Master title style</a:t>
            </a:r>
            <a:endParaRPr lang="en-US"/>
          </a:p>
        </p:txBody>
      </p:sp>
      <p:sp>
        <p:nvSpPr>
          <p:cNvPr id="3" name="Content Placeholder 2"/>
          <p:cNvSpPr>
            <a:spLocks noGrp="1"/>
          </p:cNvSpPr>
          <p:nvPr>
            <p:ph sz="half" idx="1"/>
          </p:nvPr>
        </p:nvSpPr>
        <p:spPr>
          <a:xfrm>
            <a:off x="650875" y="2276475"/>
            <a:ext cx="5775325" cy="6435725"/>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578600" y="2276475"/>
            <a:ext cx="5775325" cy="6435725"/>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vert="horz"/>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50875" y="2182813"/>
            <a:ext cx="5745163" cy="909637"/>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605588" y="2182813"/>
            <a:ext cx="5748337" cy="909637"/>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vert="horz"/>
          <a:lstStyle/>
          <a:p>
            <a:r>
              <a:rPr lang="en-US" smtClean="0"/>
              <a:t>Click to edit Master title style</a:t>
            </a:r>
            <a:endParaRPr lang="en-US"/>
          </a:p>
        </p:txBody>
      </p:sp>
    </p:spTree>
  </p:cSld>
  <p:clrMapOvr>
    <a:masterClrMapping/>
  </p:clrMapOvr>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a:prstGeom prst="rect">
            <a:avLst/>
          </a:prstGeom>
        </p:spPr>
        <p:txBody>
          <a:bodyPr vert="horz"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5084763" y="388938"/>
            <a:ext cx="7269162" cy="8323262"/>
          </a:xfrm>
          <a:prstGeom prst="rect">
            <a:avLst/>
          </a:prstGeom>
        </p:spPr>
        <p:txBody>
          <a:bodyPr vert="horz"/>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50875" y="2041525"/>
            <a:ext cx="4278313" cy="6670675"/>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a:prstGeom prst="rect">
            <a:avLst/>
          </a:prstGeom>
        </p:spPr>
        <p:txBody>
          <a:bodyPr vert="horz"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549525" y="871538"/>
            <a:ext cx="7802563" cy="5851525"/>
          </a:xfrm>
          <a:prstGeom prst="rect">
            <a:avLst/>
          </a:prstGeom>
        </p:spPr>
        <p:txBody>
          <a:bodyPr vert="horz"/>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sym typeface="Gill Sans Light" pitchFamily="-112" charset="0"/>
            </a:endParaRPr>
          </a:p>
        </p:txBody>
      </p:sp>
      <p:sp>
        <p:nvSpPr>
          <p:cNvPr id="4" name="Text Placeholder 3"/>
          <p:cNvSpPr>
            <a:spLocks noGrp="1"/>
          </p:cNvSpPr>
          <p:nvPr>
            <p:ph type="body" sz="half" idx="2"/>
          </p:nvPr>
        </p:nvSpPr>
        <p:spPr>
          <a:xfrm>
            <a:off x="2549525" y="7634288"/>
            <a:ext cx="7802563" cy="1144587"/>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vert="horz"/>
          <a:lstStyle/>
          <a:p>
            <a:r>
              <a:rPr lang="en-US" smtClean="0"/>
              <a:t>Click to edit Master title style</a:t>
            </a:r>
            <a:endParaRPr lang="en-US"/>
          </a:p>
        </p:txBody>
      </p:sp>
      <p:sp>
        <p:nvSpPr>
          <p:cNvPr id="3" name="Vertical Text Placeholder 2"/>
          <p:cNvSpPr>
            <a:spLocks noGrp="1"/>
          </p:cNvSpPr>
          <p:nvPr>
            <p:ph type="body" orient="vert" idx="1"/>
          </p:nvPr>
        </p:nvSpPr>
        <p:spPr>
          <a:xfrm>
            <a:off x="650875" y="2276475"/>
            <a:ext cx="11703050" cy="64357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28163" y="390525"/>
            <a:ext cx="2925762" cy="832167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50875" y="390525"/>
            <a:ext cx="8624888" cy="832167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a:prstGeom prst="rect">
            <a:avLst/>
          </a:prstGeom>
        </p:spPr>
        <p:txBody>
          <a:bodyPr vert="horz"/>
          <a:lstStyle/>
          <a:p>
            <a:r>
              <a:rPr lang="en-US" smtClean="0"/>
              <a:t>Click to edit Master title style</a:t>
            </a:r>
            <a:endParaRPr lang="en-US"/>
          </a:p>
        </p:txBody>
      </p:sp>
      <p:sp>
        <p:nvSpPr>
          <p:cNvPr id="3" name="Subtitle 2"/>
          <p:cNvSpPr>
            <a:spLocks noGrp="1"/>
          </p:cNvSpPr>
          <p:nvPr>
            <p:ph type="subTitle" idx="1"/>
          </p:nvPr>
        </p:nvSpPr>
        <p:spPr>
          <a:xfrm>
            <a:off x="1951038" y="5527675"/>
            <a:ext cx="9102725" cy="2492375"/>
          </a:xfrm>
          <a:prstGeom prst="rect">
            <a:avLst/>
          </a:prstGeom>
        </p:spPr>
        <p:txBody>
          <a:bodyPr vert="horz"/>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vert="horz"/>
          <a:lstStyle/>
          <a:p>
            <a:r>
              <a:rPr lang="en-US" smtClean="0"/>
              <a:t>Click to edit Master title style</a:t>
            </a:r>
            <a:endParaRPr lang="en-US"/>
          </a:p>
        </p:txBody>
      </p:sp>
      <p:sp>
        <p:nvSpPr>
          <p:cNvPr id="3" name="Content Placeholder 2"/>
          <p:cNvSpPr>
            <a:spLocks noGrp="1"/>
          </p:cNvSpPr>
          <p:nvPr>
            <p:ph idx="1"/>
          </p:nvPr>
        </p:nvSpPr>
        <p:spPr>
          <a:xfrm>
            <a:off x="650875" y="2276475"/>
            <a:ext cx="11703050" cy="6435725"/>
          </a:xfrm>
          <a:prstGeom prst="rect">
            <a:avLst/>
          </a:prstGeom>
        </p:spPr>
        <p:txBody>
          <a:bodyPr vert="horz"/>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a:prstGeom prst="rect">
            <a:avLst/>
          </a:prstGeom>
        </p:spPr>
        <p:txBody>
          <a:bodyPr vert="horz"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1027113" y="4133850"/>
            <a:ext cx="11053762" cy="2133600"/>
          </a:xfrm>
          <a:prstGeom prst="rect">
            <a:avLst/>
          </a:prstGeom>
        </p:spPr>
        <p:txBody>
          <a:bodyPr vert="horz"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vert="horz"/>
          <a:lstStyle/>
          <a:p>
            <a:r>
              <a:rPr lang="en-US" smtClean="0"/>
              <a:t>Click to edit Master title style</a:t>
            </a:r>
            <a:endParaRPr lang="en-US"/>
          </a:p>
        </p:txBody>
      </p:sp>
      <p:sp>
        <p:nvSpPr>
          <p:cNvPr id="3" name="Content Placeholder 2"/>
          <p:cNvSpPr>
            <a:spLocks noGrp="1"/>
          </p:cNvSpPr>
          <p:nvPr>
            <p:ph sz="half" idx="1"/>
          </p:nvPr>
        </p:nvSpPr>
        <p:spPr>
          <a:xfrm>
            <a:off x="650875" y="2276475"/>
            <a:ext cx="5775325" cy="6435725"/>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578600" y="2276475"/>
            <a:ext cx="5775325" cy="6435725"/>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vert="horz"/>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50875" y="2182813"/>
            <a:ext cx="5745163" cy="909637"/>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605588" y="2182813"/>
            <a:ext cx="5748337" cy="909637"/>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vert="horz"/>
          <a:lstStyle/>
          <a:p>
            <a:r>
              <a:rPr lang="en-US" smtClean="0"/>
              <a:t>Click to edit Master title style</a:t>
            </a:r>
            <a:endParaRPr lang="en-US"/>
          </a:p>
        </p:txBody>
      </p:sp>
    </p:spTree>
  </p:cSld>
  <p:clrMapOvr>
    <a:masterClrMapping/>
  </p:clrMapOvr>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a:prstGeom prst="rect">
            <a:avLst/>
          </a:prstGeom>
        </p:spPr>
        <p:txBody>
          <a:bodyPr vert="horz"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5084763" y="388938"/>
            <a:ext cx="7269162" cy="8323262"/>
          </a:xfrm>
          <a:prstGeom prst="rect">
            <a:avLst/>
          </a:prstGeom>
        </p:spPr>
        <p:txBody>
          <a:bodyPr vert="horz"/>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50875" y="2041525"/>
            <a:ext cx="4278313" cy="6670675"/>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a:prstGeom prst="rect">
            <a:avLst/>
          </a:prstGeom>
        </p:spPr>
        <p:txBody>
          <a:bodyPr vert="horz"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549525" y="871538"/>
            <a:ext cx="7802563" cy="5851525"/>
          </a:xfrm>
          <a:prstGeom prst="rect">
            <a:avLst/>
          </a:prstGeom>
        </p:spPr>
        <p:txBody>
          <a:bodyPr vert="horz"/>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sym typeface="Gill Sans Light" pitchFamily="-112" charset="0"/>
            </a:endParaRPr>
          </a:p>
        </p:txBody>
      </p:sp>
      <p:sp>
        <p:nvSpPr>
          <p:cNvPr id="4" name="Text Placeholder 3"/>
          <p:cNvSpPr>
            <a:spLocks noGrp="1"/>
          </p:cNvSpPr>
          <p:nvPr>
            <p:ph type="body" sz="half" idx="2"/>
          </p:nvPr>
        </p:nvSpPr>
        <p:spPr>
          <a:xfrm>
            <a:off x="2549525" y="7634288"/>
            <a:ext cx="7802563" cy="1144587"/>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17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vert="horz"/>
          <a:lstStyle/>
          <a:p>
            <a:r>
              <a:rPr lang="en-US" smtClean="0"/>
              <a:t>Click to edit Master title style</a:t>
            </a:r>
            <a:endParaRPr lang="en-US"/>
          </a:p>
        </p:txBody>
      </p:sp>
      <p:sp>
        <p:nvSpPr>
          <p:cNvPr id="3" name="Vertical Text Placeholder 2"/>
          <p:cNvSpPr>
            <a:spLocks noGrp="1"/>
          </p:cNvSpPr>
          <p:nvPr>
            <p:ph type="body" orient="vert" idx="1"/>
          </p:nvPr>
        </p:nvSpPr>
        <p:spPr>
          <a:xfrm>
            <a:off x="650875" y="2276475"/>
            <a:ext cx="11703050" cy="64357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28163" y="390525"/>
            <a:ext cx="2925762" cy="832167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50875" y="390525"/>
            <a:ext cx="8624888" cy="832167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7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US"/>
          </a:p>
        </p:txBody>
      </p:sp>
      <p:sp>
        <p:nvSpPr>
          <p:cNvPr id="3" name="Subtitle 2"/>
          <p:cNvSpPr>
            <a:spLocks noGrp="1"/>
          </p:cNvSpPr>
          <p:nvPr>
            <p:ph type="subTitle" idx="1"/>
          </p:nvPr>
        </p:nvSpPr>
        <p:spPr>
          <a:xfrm>
            <a:off x="1951038" y="5527675"/>
            <a:ext cx="9102725" cy="2492375"/>
          </a:xfrm>
          <a:prstGeom prst="rect">
            <a:avLst/>
          </a:prstGeom>
        </p:spPr>
        <p:txBody>
          <a:bodyPr vert="horz"/>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transition/>
</p:sldLayout>
</file>

<file path=ppt/slideLayouts/slideLayout17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650875" y="2276475"/>
            <a:ext cx="11703050" cy="6435725"/>
          </a:xfrm>
          <a:prstGeom prst="rect">
            <a:avLst/>
          </a:prstGeom>
        </p:spPr>
        <p:txBody>
          <a:bodyPr vert="horz"/>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7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1027113" y="4133850"/>
            <a:ext cx="11053762" cy="2133600"/>
          </a:xfrm>
          <a:prstGeom prst="rect">
            <a:avLst/>
          </a:prstGeom>
        </p:spPr>
        <p:txBody>
          <a:bodyPr vert="horz"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18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0875" y="2276475"/>
            <a:ext cx="5775325" cy="6435725"/>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578600" y="2276475"/>
            <a:ext cx="5775325" cy="6435725"/>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8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50875" y="2182813"/>
            <a:ext cx="5745163" cy="909637"/>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605588" y="2182813"/>
            <a:ext cx="5748337" cy="909637"/>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8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transition/>
</p:sldLayout>
</file>

<file path=ppt/slideLayouts/slideLayout18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18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5084763" y="388938"/>
            <a:ext cx="7269162" cy="8323262"/>
          </a:xfrm>
          <a:prstGeom prst="rect">
            <a:avLst/>
          </a:prstGeom>
        </p:spPr>
        <p:txBody>
          <a:bodyPr vert="horz"/>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50875" y="2041525"/>
            <a:ext cx="4278313" cy="6670675"/>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18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549525" y="871538"/>
            <a:ext cx="7802563" cy="5851525"/>
          </a:xfrm>
          <a:prstGeom prst="rect">
            <a:avLst/>
          </a:prstGeom>
        </p:spPr>
        <p:txBody>
          <a:bodyPr vert="horz"/>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sym typeface="Gill Sans Light" pitchFamily="-112" charset="0"/>
            </a:endParaRPr>
          </a:p>
        </p:txBody>
      </p:sp>
      <p:sp>
        <p:nvSpPr>
          <p:cNvPr id="4" name="Text Placeholder 3"/>
          <p:cNvSpPr>
            <a:spLocks noGrp="1"/>
          </p:cNvSpPr>
          <p:nvPr>
            <p:ph type="body" sz="half" idx="2"/>
          </p:nvPr>
        </p:nvSpPr>
        <p:spPr>
          <a:xfrm>
            <a:off x="2549525" y="7634288"/>
            <a:ext cx="7802563" cy="1144587"/>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18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650875" y="2276475"/>
            <a:ext cx="11703050" cy="64357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8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75800" y="254000"/>
            <a:ext cx="3073400" cy="8458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55600" y="254000"/>
            <a:ext cx="9067800" cy="8458200"/>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US"/>
          </a:p>
        </p:txBody>
      </p:sp>
      <p:sp>
        <p:nvSpPr>
          <p:cNvPr id="3" name="Subtitle 2"/>
          <p:cNvSpPr>
            <a:spLocks noGrp="1"/>
          </p:cNvSpPr>
          <p:nvPr>
            <p:ph type="subTitle" idx="1"/>
          </p:nvPr>
        </p:nvSpPr>
        <p:spPr>
          <a:xfrm>
            <a:off x="1951038" y="5527675"/>
            <a:ext cx="9102725" cy="2492375"/>
          </a:xfrm>
          <a:prstGeom prst="rect">
            <a:avLst/>
          </a:prstGeom>
        </p:spPr>
        <p:txBody>
          <a:bodyPr vert="horz"/>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transition/>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650875" y="2276475"/>
            <a:ext cx="11703050" cy="6435725"/>
          </a:xfrm>
          <a:prstGeom prst="rect">
            <a:avLst/>
          </a:prstGeom>
        </p:spPr>
        <p:txBody>
          <a:bodyPr vert="horz"/>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1027113" y="4133850"/>
            <a:ext cx="11053762" cy="2133600"/>
          </a:xfrm>
          <a:prstGeom prst="rect">
            <a:avLst/>
          </a:prstGeom>
        </p:spPr>
        <p:txBody>
          <a:bodyPr vert="horz"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0875" y="2276475"/>
            <a:ext cx="5775325" cy="6435725"/>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578600" y="2276475"/>
            <a:ext cx="5775325" cy="6435725"/>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50875" y="2182813"/>
            <a:ext cx="5745163" cy="909637"/>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605588" y="2182813"/>
            <a:ext cx="5748337" cy="909637"/>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transition/>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5084763" y="388938"/>
            <a:ext cx="7269162" cy="8323262"/>
          </a:xfrm>
          <a:prstGeom prst="rect">
            <a:avLst/>
          </a:prstGeom>
        </p:spPr>
        <p:txBody>
          <a:bodyPr vert="horz"/>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50875" y="2041525"/>
            <a:ext cx="4278313" cy="6670675"/>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549525" y="871538"/>
            <a:ext cx="7802563" cy="5851525"/>
          </a:xfrm>
          <a:prstGeom prst="rect">
            <a:avLst/>
          </a:prstGeom>
        </p:spPr>
        <p:txBody>
          <a:bodyPr vert="horz"/>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sym typeface="Gill Sans Light" pitchFamily="-112" charset="0"/>
            </a:endParaRPr>
          </a:p>
        </p:txBody>
      </p:sp>
      <p:sp>
        <p:nvSpPr>
          <p:cNvPr id="4" name="Text Placeholder 3"/>
          <p:cNvSpPr>
            <a:spLocks noGrp="1"/>
          </p:cNvSpPr>
          <p:nvPr>
            <p:ph type="body" sz="half" idx="2"/>
          </p:nvPr>
        </p:nvSpPr>
        <p:spPr>
          <a:xfrm>
            <a:off x="2549525" y="7634288"/>
            <a:ext cx="7802563" cy="1144587"/>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650875" y="2276475"/>
            <a:ext cx="11703050" cy="64357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75800" y="254000"/>
            <a:ext cx="3073400" cy="8458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55600" y="254000"/>
            <a:ext cx="9067800" cy="8458200"/>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9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US"/>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transition/>
</p:sldLayout>
</file>

<file path=ppt/slideLayouts/slideLayout20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20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20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55600" y="5270500"/>
            <a:ext cx="6070600" cy="129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578600" y="5270500"/>
            <a:ext cx="6070600" cy="129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20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20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transition/>
</p:sldLayout>
</file>

<file path=ppt/slideLayouts/slideLayout20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20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20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sym typeface="Gill Sans Light" pitchFamily="-112" charset="0"/>
            </a:endParaRPr>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20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20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75800" y="2044700"/>
            <a:ext cx="3073400" cy="4521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55600" y="2044700"/>
            <a:ext cx="9067800" cy="4521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7.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10.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8.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theme" Target="../theme/theme11.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29.xml"/><Relationship Id="rId3" Type="http://schemas.openxmlformats.org/officeDocument/2006/relationships/slideLayout" Target="../slideLayouts/slideLayout124.xml"/><Relationship Id="rId7" Type="http://schemas.openxmlformats.org/officeDocument/2006/relationships/slideLayout" Target="../slideLayouts/slideLayout128.xml"/><Relationship Id="rId12" Type="http://schemas.openxmlformats.org/officeDocument/2006/relationships/theme" Target="../theme/theme12.xml"/><Relationship Id="rId2" Type="http://schemas.openxmlformats.org/officeDocument/2006/relationships/slideLayout" Target="../slideLayouts/slideLayout123.xml"/><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slideLayout" Target="../slideLayouts/slideLayout132.xml"/><Relationship Id="rId5" Type="http://schemas.openxmlformats.org/officeDocument/2006/relationships/slideLayout" Target="../slideLayouts/slideLayout126.xml"/><Relationship Id="rId10" Type="http://schemas.openxmlformats.org/officeDocument/2006/relationships/slideLayout" Target="../slideLayouts/slideLayout131.xml"/><Relationship Id="rId4" Type="http://schemas.openxmlformats.org/officeDocument/2006/relationships/slideLayout" Target="../slideLayouts/slideLayout125.xml"/><Relationship Id="rId9" Type="http://schemas.openxmlformats.org/officeDocument/2006/relationships/slideLayout" Target="../slideLayouts/slideLayout130.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40.xml"/><Relationship Id="rId3" Type="http://schemas.openxmlformats.org/officeDocument/2006/relationships/slideLayout" Target="../slideLayouts/slideLayout135.xml"/><Relationship Id="rId7" Type="http://schemas.openxmlformats.org/officeDocument/2006/relationships/slideLayout" Target="../slideLayouts/slideLayout139.xml"/><Relationship Id="rId12" Type="http://schemas.openxmlformats.org/officeDocument/2006/relationships/theme" Target="../theme/theme13.xml"/><Relationship Id="rId2" Type="http://schemas.openxmlformats.org/officeDocument/2006/relationships/slideLayout" Target="../slideLayouts/slideLayout134.xml"/><Relationship Id="rId1" Type="http://schemas.openxmlformats.org/officeDocument/2006/relationships/slideLayout" Target="../slideLayouts/slideLayout133.xml"/><Relationship Id="rId6" Type="http://schemas.openxmlformats.org/officeDocument/2006/relationships/slideLayout" Target="../slideLayouts/slideLayout138.xml"/><Relationship Id="rId11" Type="http://schemas.openxmlformats.org/officeDocument/2006/relationships/slideLayout" Target="../slideLayouts/slideLayout143.xml"/><Relationship Id="rId5" Type="http://schemas.openxmlformats.org/officeDocument/2006/relationships/slideLayout" Target="../slideLayouts/slideLayout137.xml"/><Relationship Id="rId10" Type="http://schemas.openxmlformats.org/officeDocument/2006/relationships/slideLayout" Target="../slideLayouts/slideLayout142.xml"/><Relationship Id="rId4" Type="http://schemas.openxmlformats.org/officeDocument/2006/relationships/slideLayout" Target="../slideLayouts/slideLayout136.xml"/><Relationship Id="rId9" Type="http://schemas.openxmlformats.org/officeDocument/2006/relationships/slideLayout" Target="../slideLayouts/slideLayout141.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51.xml"/><Relationship Id="rId3" Type="http://schemas.openxmlformats.org/officeDocument/2006/relationships/slideLayout" Target="../slideLayouts/slideLayout146.xml"/><Relationship Id="rId7" Type="http://schemas.openxmlformats.org/officeDocument/2006/relationships/slideLayout" Target="../slideLayouts/slideLayout150.xml"/><Relationship Id="rId12" Type="http://schemas.openxmlformats.org/officeDocument/2006/relationships/theme" Target="../theme/theme14.xml"/><Relationship Id="rId2" Type="http://schemas.openxmlformats.org/officeDocument/2006/relationships/slideLayout" Target="../slideLayouts/slideLayout145.xml"/><Relationship Id="rId1" Type="http://schemas.openxmlformats.org/officeDocument/2006/relationships/slideLayout" Target="../slideLayouts/slideLayout144.xml"/><Relationship Id="rId6" Type="http://schemas.openxmlformats.org/officeDocument/2006/relationships/slideLayout" Target="../slideLayouts/slideLayout149.xml"/><Relationship Id="rId11" Type="http://schemas.openxmlformats.org/officeDocument/2006/relationships/slideLayout" Target="../slideLayouts/slideLayout154.xml"/><Relationship Id="rId5" Type="http://schemas.openxmlformats.org/officeDocument/2006/relationships/slideLayout" Target="../slideLayouts/slideLayout148.xml"/><Relationship Id="rId10" Type="http://schemas.openxmlformats.org/officeDocument/2006/relationships/slideLayout" Target="../slideLayouts/slideLayout153.xml"/><Relationship Id="rId4" Type="http://schemas.openxmlformats.org/officeDocument/2006/relationships/slideLayout" Target="../slideLayouts/slideLayout147.xml"/><Relationship Id="rId9" Type="http://schemas.openxmlformats.org/officeDocument/2006/relationships/slideLayout" Target="../slideLayouts/slideLayout152.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62.xml"/><Relationship Id="rId3" Type="http://schemas.openxmlformats.org/officeDocument/2006/relationships/slideLayout" Target="../slideLayouts/slideLayout157.xml"/><Relationship Id="rId7" Type="http://schemas.openxmlformats.org/officeDocument/2006/relationships/slideLayout" Target="../slideLayouts/slideLayout161.xml"/><Relationship Id="rId12" Type="http://schemas.openxmlformats.org/officeDocument/2006/relationships/theme" Target="../theme/theme15.xml"/><Relationship Id="rId2" Type="http://schemas.openxmlformats.org/officeDocument/2006/relationships/slideLayout" Target="../slideLayouts/slideLayout156.xml"/><Relationship Id="rId1" Type="http://schemas.openxmlformats.org/officeDocument/2006/relationships/slideLayout" Target="../slideLayouts/slideLayout155.xml"/><Relationship Id="rId6" Type="http://schemas.openxmlformats.org/officeDocument/2006/relationships/slideLayout" Target="../slideLayouts/slideLayout160.xml"/><Relationship Id="rId11" Type="http://schemas.openxmlformats.org/officeDocument/2006/relationships/slideLayout" Target="../slideLayouts/slideLayout165.xml"/><Relationship Id="rId5" Type="http://schemas.openxmlformats.org/officeDocument/2006/relationships/slideLayout" Target="../slideLayouts/slideLayout159.xml"/><Relationship Id="rId10" Type="http://schemas.openxmlformats.org/officeDocument/2006/relationships/slideLayout" Target="../slideLayouts/slideLayout164.xml"/><Relationship Id="rId4" Type="http://schemas.openxmlformats.org/officeDocument/2006/relationships/slideLayout" Target="../slideLayouts/slideLayout158.xml"/><Relationship Id="rId9" Type="http://schemas.openxmlformats.org/officeDocument/2006/relationships/slideLayout" Target="../slideLayouts/slideLayout163.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73.xml"/><Relationship Id="rId3" Type="http://schemas.openxmlformats.org/officeDocument/2006/relationships/slideLayout" Target="../slideLayouts/slideLayout168.xml"/><Relationship Id="rId7" Type="http://schemas.openxmlformats.org/officeDocument/2006/relationships/slideLayout" Target="../slideLayouts/slideLayout172.xml"/><Relationship Id="rId12" Type="http://schemas.openxmlformats.org/officeDocument/2006/relationships/theme" Target="../theme/theme16.xml"/><Relationship Id="rId2" Type="http://schemas.openxmlformats.org/officeDocument/2006/relationships/slideLayout" Target="../slideLayouts/slideLayout167.xml"/><Relationship Id="rId1" Type="http://schemas.openxmlformats.org/officeDocument/2006/relationships/slideLayout" Target="../slideLayouts/slideLayout166.xml"/><Relationship Id="rId6" Type="http://schemas.openxmlformats.org/officeDocument/2006/relationships/slideLayout" Target="../slideLayouts/slideLayout171.xml"/><Relationship Id="rId11" Type="http://schemas.openxmlformats.org/officeDocument/2006/relationships/slideLayout" Target="../slideLayouts/slideLayout176.xml"/><Relationship Id="rId5" Type="http://schemas.openxmlformats.org/officeDocument/2006/relationships/slideLayout" Target="../slideLayouts/slideLayout170.xml"/><Relationship Id="rId10" Type="http://schemas.openxmlformats.org/officeDocument/2006/relationships/slideLayout" Target="../slideLayouts/slideLayout175.xml"/><Relationship Id="rId4" Type="http://schemas.openxmlformats.org/officeDocument/2006/relationships/slideLayout" Target="../slideLayouts/slideLayout169.xml"/><Relationship Id="rId9" Type="http://schemas.openxmlformats.org/officeDocument/2006/relationships/slideLayout" Target="../slideLayouts/slideLayout174.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184.xml"/><Relationship Id="rId3" Type="http://schemas.openxmlformats.org/officeDocument/2006/relationships/slideLayout" Target="../slideLayouts/slideLayout179.xml"/><Relationship Id="rId7" Type="http://schemas.openxmlformats.org/officeDocument/2006/relationships/slideLayout" Target="../slideLayouts/slideLayout183.xml"/><Relationship Id="rId12" Type="http://schemas.openxmlformats.org/officeDocument/2006/relationships/theme" Target="../theme/theme17.xml"/><Relationship Id="rId2" Type="http://schemas.openxmlformats.org/officeDocument/2006/relationships/slideLayout" Target="../slideLayouts/slideLayout178.xml"/><Relationship Id="rId1" Type="http://schemas.openxmlformats.org/officeDocument/2006/relationships/slideLayout" Target="../slideLayouts/slideLayout177.xml"/><Relationship Id="rId6" Type="http://schemas.openxmlformats.org/officeDocument/2006/relationships/slideLayout" Target="../slideLayouts/slideLayout182.xml"/><Relationship Id="rId11" Type="http://schemas.openxmlformats.org/officeDocument/2006/relationships/slideLayout" Target="../slideLayouts/slideLayout187.xml"/><Relationship Id="rId5" Type="http://schemas.openxmlformats.org/officeDocument/2006/relationships/slideLayout" Target="../slideLayouts/slideLayout181.xml"/><Relationship Id="rId10" Type="http://schemas.openxmlformats.org/officeDocument/2006/relationships/slideLayout" Target="../slideLayouts/slideLayout186.xml"/><Relationship Id="rId4" Type="http://schemas.openxmlformats.org/officeDocument/2006/relationships/slideLayout" Target="../slideLayouts/slideLayout180.xml"/><Relationship Id="rId9" Type="http://schemas.openxmlformats.org/officeDocument/2006/relationships/slideLayout" Target="../slideLayouts/slideLayout185.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195.xml"/><Relationship Id="rId3" Type="http://schemas.openxmlformats.org/officeDocument/2006/relationships/slideLayout" Target="../slideLayouts/slideLayout190.xml"/><Relationship Id="rId7" Type="http://schemas.openxmlformats.org/officeDocument/2006/relationships/slideLayout" Target="../slideLayouts/slideLayout194.xml"/><Relationship Id="rId12" Type="http://schemas.openxmlformats.org/officeDocument/2006/relationships/theme" Target="../theme/theme18.xml"/><Relationship Id="rId2" Type="http://schemas.openxmlformats.org/officeDocument/2006/relationships/slideLayout" Target="../slideLayouts/slideLayout189.xml"/><Relationship Id="rId1" Type="http://schemas.openxmlformats.org/officeDocument/2006/relationships/slideLayout" Target="../slideLayouts/slideLayout188.xml"/><Relationship Id="rId6" Type="http://schemas.openxmlformats.org/officeDocument/2006/relationships/slideLayout" Target="../slideLayouts/slideLayout193.xml"/><Relationship Id="rId11" Type="http://schemas.openxmlformats.org/officeDocument/2006/relationships/slideLayout" Target="../slideLayouts/slideLayout198.xml"/><Relationship Id="rId5" Type="http://schemas.openxmlformats.org/officeDocument/2006/relationships/slideLayout" Target="../slideLayouts/slideLayout192.xml"/><Relationship Id="rId10" Type="http://schemas.openxmlformats.org/officeDocument/2006/relationships/slideLayout" Target="../slideLayouts/slideLayout197.xml"/><Relationship Id="rId4" Type="http://schemas.openxmlformats.org/officeDocument/2006/relationships/slideLayout" Target="../slideLayouts/slideLayout191.xml"/><Relationship Id="rId9" Type="http://schemas.openxmlformats.org/officeDocument/2006/relationships/slideLayout" Target="../slideLayouts/slideLayout196.xml"/></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206.xml"/><Relationship Id="rId3" Type="http://schemas.openxmlformats.org/officeDocument/2006/relationships/slideLayout" Target="../slideLayouts/slideLayout201.xml"/><Relationship Id="rId7" Type="http://schemas.openxmlformats.org/officeDocument/2006/relationships/slideLayout" Target="../slideLayouts/slideLayout205.xml"/><Relationship Id="rId12" Type="http://schemas.openxmlformats.org/officeDocument/2006/relationships/theme" Target="../theme/theme19.xml"/><Relationship Id="rId2" Type="http://schemas.openxmlformats.org/officeDocument/2006/relationships/slideLayout" Target="../slideLayouts/slideLayout200.xml"/><Relationship Id="rId1" Type="http://schemas.openxmlformats.org/officeDocument/2006/relationships/slideLayout" Target="../slideLayouts/slideLayout199.xml"/><Relationship Id="rId6" Type="http://schemas.openxmlformats.org/officeDocument/2006/relationships/slideLayout" Target="../slideLayouts/slideLayout204.xml"/><Relationship Id="rId11" Type="http://schemas.openxmlformats.org/officeDocument/2006/relationships/slideLayout" Target="../slideLayouts/slideLayout209.xml"/><Relationship Id="rId5" Type="http://schemas.openxmlformats.org/officeDocument/2006/relationships/slideLayout" Target="../slideLayouts/slideLayout203.xml"/><Relationship Id="rId10" Type="http://schemas.openxmlformats.org/officeDocument/2006/relationships/slideLayout" Target="../slideLayouts/slideLayout208.xml"/><Relationship Id="rId4" Type="http://schemas.openxmlformats.org/officeDocument/2006/relationships/slideLayout" Target="../slideLayouts/slideLayout202.xml"/><Relationship Id="rId9" Type="http://schemas.openxmlformats.org/officeDocument/2006/relationships/slideLayout" Target="../slideLayouts/slideLayout20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rgbClr val="9D9D9D"/>
            </a:gs>
            <a:gs pos="100000">
              <a:srgbClr val="FFFFFF"/>
            </a:gs>
          </a:gsLst>
          <a:lin ang="5400000" scaled="1"/>
          <a:tileRect/>
        </a:grad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355600" y="254000"/>
            <a:ext cx="12293600" cy="2438400"/>
          </a:xfrm>
          <a:prstGeom prst="rect">
            <a:avLst/>
          </a:prstGeom>
          <a:noFill/>
          <a:ln w="12700">
            <a:noFill/>
            <a:miter lim="800000"/>
            <a:headEnd/>
            <a:tailEnd/>
          </a:ln>
        </p:spPr>
        <p:txBody>
          <a:bodyPr vert="horz" wrap="square" lIns="50800" tIns="50800" rIns="50800" bIns="50800" numCol="1" anchor="ctr" anchorCtr="0" compatLnSpc="1">
            <a:prstTxWarp prst="textNoShape">
              <a:avLst/>
            </a:prstTxWarp>
          </a:bodyPr>
          <a:lstStyle/>
          <a:p>
            <a:pPr lvl="0"/>
            <a:r>
              <a:rPr lang="en-US" smtClean="0">
                <a:sym typeface="Gill Sans Light" pitchFamily="-112" charset="0"/>
              </a:rPr>
              <a:t>Click to edit Master title style</a:t>
            </a:r>
          </a:p>
        </p:txBody>
      </p:sp>
      <p:sp>
        <p:nvSpPr>
          <p:cNvPr id="1027" name="Rectangle 2"/>
          <p:cNvSpPr>
            <a:spLocks noGrp="1" noChangeArrowheads="1"/>
          </p:cNvSpPr>
          <p:nvPr>
            <p:ph type="body" idx="1"/>
          </p:nvPr>
        </p:nvSpPr>
        <p:spPr bwMode="auto">
          <a:xfrm>
            <a:off x="355600" y="3187700"/>
            <a:ext cx="12293600" cy="5842000"/>
          </a:xfrm>
          <a:prstGeom prst="rect">
            <a:avLst/>
          </a:prstGeom>
          <a:noFill/>
          <a:ln w="12700">
            <a:noFill/>
            <a:miter lim="800000"/>
            <a:headEnd/>
            <a:tailEnd/>
          </a:ln>
        </p:spPr>
        <p:txBody>
          <a:bodyPr vert="horz" wrap="square" lIns="50800" tIns="50800" rIns="50800" bIns="50800" numCol="1" anchor="ctr" anchorCtr="0" compatLnSpc="1">
            <a:prstTxWarp prst="textNoShape">
              <a:avLst/>
            </a:prstTxWarp>
          </a:bodyPr>
          <a:lstStyle/>
          <a:p>
            <a:pPr lvl="0"/>
            <a:r>
              <a:rPr lang="en-US" smtClean="0">
                <a:sym typeface="Gill Sans Light" pitchFamily="-112" charset="0"/>
              </a:rPr>
              <a:t>Click to edit Master text styles</a:t>
            </a:r>
          </a:p>
          <a:p>
            <a:pPr lvl="1"/>
            <a:r>
              <a:rPr lang="en-US" smtClean="0">
                <a:sym typeface="Gill Sans Light" pitchFamily="-112" charset="0"/>
              </a:rPr>
              <a:t>Second level</a:t>
            </a:r>
          </a:p>
          <a:p>
            <a:pPr lvl="2"/>
            <a:r>
              <a:rPr lang="en-US" smtClean="0">
                <a:sym typeface="Gill Sans Light" pitchFamily="-112" charset="0"/>
              </a:rPr>
              <a:t>Third level</a:t>
            </a:r>
          </a:p>
          <a:p>
            <a:pPr lvl="3"/>
            <a:r>
              <a:rPr lang="en-US" smtClean="0">
                <a:sym typeface="Gill Sans Light" pitchFamily="-112" charset="0"/>
              </a:rPr>
              <a:t>Fourth level</a:t>
            </a:r>
          </a:p>
          <a:p>
            <a:pPr lvl="4"/>
            <a:r>
              <a:rPr lang="en-US" smtClean="0">
                <a:sym typeface="Gill Sans Light" pitchFamily="-112" charset="0"/>
              </a:rPr>
              <a:t>Fifth level</a:t>
            </a:r>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ransition/>
  <p:txStyles>
    <p:titleStyle>
      <a:lvl1pPr algn="ctr" rtl="0" eaLnBrk="0" fontAlgn="base" hangingPunct="0">
        <a:spcBef>
          <a:spcPct val="0"/>
        </a:spcBef>
        <a:spcAft>
          <a:spcPct val="0"/>
        </a:spcAft>
        <a:defRPr sz="7200">
          <a:solidFill>
            <a:schemeClr val="tx1"/>
          </a:solidFill>
          <a:latin typeface="+mj-lt"/>
          <a:ea typeface="+mj-ea"/>
          <a:cs typeface="+mj-cs"/>
          <a:sym typeface="Gill Sans Light" pitchFamily="-112" charset="0"/>
        </a:defRPr>
      </a:lvl1pPr>
      <a:lvl2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2pPr>
      <a:lvl3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3pPr>
      <a:lvl4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4pPr>
      <a:lvl5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5pPr>
      <a:lvl6pPr marL="4572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6pPr>
      <a:lvl7pPr marL="9144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7pPr>
      <a:lvl8pPr marL="13716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8pPr>
      <a:lvl9pPr marL="18288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9pPr>
    </p:titleStyle>
    <p:bodyStyle>
      <a:lvl1pPr marL="304800" indent="-304800" algn="l" rtl="0" eaLnBrk="0" fontAlgn="base" hangingPunct="0">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1pPr>
      <a:lvl2pPr marL="635000" indent="-304800" algn="l" rtl="0" eaLnBrk="0" fontAlgn="base" hangingPunct="0">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2pPr>
      <a:lvl3pPr marL="1016000" indent="-304800" algn="l" rtl="0" eaLnBrk="0" fontAlgn="base" hangingPunct="0">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3pPr>
      <a:lvl4pPr marL="1397000" indent="-304800" algn="l" rtl="0" eaLnBrk="0" fontAlgn="base" hangingPunct="0">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4pPr>
      <a:lvl5pPr marL="1778000" indent="-304800" algn="l" rtl="0" eaLnBrk="0" fontAlgn="base" hangingPunct="0">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5pPr>
      <a:lvl6pPr marL="2235200" indent="-304800" algn="l" rtl="0" fontAlgn="base">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6pPr>
      <a:lvl7pPr marL="2692400" indent="-304800" algn="l" rtl="0" fontAlgn="base">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7pPr>
      <a:lvl8pPr marL="3149600" indent="-304800" algn="l" rtl="0" fontAlgn="base">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8pPr>
      <a:lvl9pPr marL="3606800" indent="-304800" algn="l" rtl="0" fontAlgn="base">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rgbClr val="9D9D9D"/>
            </a:gs>
            <a:gs pos="100000">
              <a:srgbClr val="FFFFFF"/>
            </a:gs>
          </a:gsLst>
          <a:lin ang="5400000" scaled="1"/>
          <a:tileRect/>
        </a:gradFill>
        <a:effectLst/>
      </p:bgPr>
    </p:bg>
    <p:spTree>
      <p:nvGrpSpPr>
        <p:cNvPr id="1" name=""/>
        <p:cNvGrpSpPr/>
        <p:nvPr/>
      </p:nvGrpSpPr>
      <p:grpSpPr>
        <a:xfrm>
          <a:off x="0" y="0"/>
          <a:ext cx="0" cy="0"/>
          <a:chOff x="0" y="0"/>
          <a:chExt cx="0" cy="0"/>
        </a:xfrm>
      </p:grpSpPr>
      <p:sp>
        <p:nvSpPr>
          <p:cNvPr id="2050" name="Rectangle 1"/>
          <p:cNvSpPr>
            <a:spLocks noGrp="1" noChangeArrowheads="1"/>
          </p:cNvSpPr>
          <p:nvPr>
            <p:ph type="title"/>
          </p:nvPr>
        </p:nvSpPr>
        <p:spPr bwMode="auto">
          <a:xfrm>
            <a:off x="977900" y="546100"/>
            <a:ext cx="11049000" cy="2273300"/>
          </a:xfrm>
          <a:prstGeom prst="rect">
            <a:avLst/>
          </a:prstGeom>
          <a:noFill/>
          <a:ln w="12700">
            <a:noFill/>
            <a:miter lim="800000"/>
            <a:headEnd/>
            <a:tailEnd/>
          </a:ln>
        </p:spPr>
        <p:txBody>
          <a:bodyPr vert="horz" wrap="square" lIns="50800" tIns="50800" rIns="108599" bIns="50800" numCol="1" anchor="ctr" anchorCtr="0" compatLnSpc="1">
            <a:prstTxWarp prst="textNoShape">
              <a:avLst/>
            </a:prstTxWarp>
          </a:bodyPr>
          <a:lstStyle/>
          <a:p>
            <a:pPr lvl="0"/>
            <a:r>
              <a:rPr lang="en-US" smtClean="0">
                <a:sym typeface="Times" pitchFamily="-112" charset="0"/>
              </a:rPr>
              <a:t>Click to edit Master title style</a:t>
            </a:r>
          </a:p>
        </p:txBody>
      </p:sp>
      <p:sp>
        <p:nvSpPr>
          <p:cNvPr id="2051" name="Rectangle 2"/>
          <p:cNvSpPr>
            <a:spLocks noGrp="1" noChangeArrowheads="1"/>
          </p:cNvSpPr>
          <p:nvPr>
            <p:ph type="body" idx="1"/>
          </p:nvPr>
        </p:nvSpPr>
        <p:spPr bwMode="auto">
          <a:xfrm>
            <a:off x="977900" y="2819400"/>
            <a:ext cx="11049000" cy="6934200"/>
          </a:xfrm>
          <a:prstGeom prst="rect">
            <a:avLst/>
          </a:prstGeom>
          <a:noFill/>
          <a:ln w="12700">
            <a:noFill/>
            <a:miter lim="800000"/>
            <a:headEnd/>
            <a:tailEnd/>
          </a:ln>
        </p:spPr>
        <p:txBody>
          <a:bodyPr vert="horz" wrap="square" lIns="50800" tIns="50800" rIns="108599" bIns="50800" numCol="1" anchor="t" anchorCtr="0" compatLnSpc="1">
            <a:prstTxWarp prst="textNoShape">
              <a:avLst/>
            </a:prstTxWarp>
          </a:bodyPr>
          <a:lstStyle/>
          <a:p>
            <a:pPr lvl="0"/>
            <a:r>
              <a:rPr lang="en-US" smtClean="0">
                <a:sym typeface="Times" pitchFamily="-112" charset="0"/>
              </a:rPr>
              <a:t>Click to edit Master text styles</a:t>
            </a:r>
          </a:p>
          <a:p>
            <a:pPr lvl="1"/>
            <a:r>
              <a:rPr lang="en-US" smtClean="0">
                <a:sym typeface="Times" pitchFamily="-112" charset="0"/>
              </a:rPr>
              <a:t>Second level</a:t>
            </a:r>
          </a:p>
          <a:p>
            <a:pPr lvl="2"/>
            <a:r>
              <a:rPr lang="en-US" smtClean="0">
                <a:sym typeface="Times" pitchFamily="-112" charset="0"/>
              </a:rPr>
              <a:t>Third level</a:t>
            </a:r>
          </a:p>
          <a:p>
            <a:pPr lvl="3"/>
            <a:r>
              <a:rPr lang="en-US" smtClean="0">
                <a:sym typeface="Times" pitchFamily="-112" charset="0"/>
              </a:rPr>
              <a:t>Fourth level</a:t>
            </a:r>
          </a:p>
          <a:p>
            <a:pPr lvl="4"/>
            <a:r>
              <a:rPr lang="en-US" smtClean="0">
                <a:sym typeface="Times" pitchFamily="-112" charset="0"/>
              </a:rPr>
              <a:t>Fifth level</a:t>
            </a:r>
          </a:p>
        </p:txBody>
      </p:sp>
      <p:sp>
        <p:nvSpPr>
          <p:cNvPr id="2" name="Text Box 3"/>
          <p:cNvSpPr txBox="1">
            <a:spLocks noGrp="1" noChangeArrowheads="1"/>
          </p:cNvSpPr>
          <p:nvPr>
            <p:ph type="sldNum" sz="quarter" idx="4"/>
          </p:nvPr>
        </p:nvSpPr>
        <p:spPr bwMode="auto">
          <a:xfrm>
            <a:off x="10504488" y="8890000"/>
            <a:ext cx="342900" cy="40640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lvl1pPr>
              <a:defRPr sz="1800">
                <a:solidFill>
                  <a:schemeClr val="tx1"/>
                </a:solidFill>
                <a:latin typeface="Times" pitchFamily="-112" charset="0"/>
                <a:cs typeface="Times" pitchFamily="-112" charset="0"/>
                <a:sym typeface="Times" pitchFamily="-112" charset="0"/>
              </a:defRPr>
            </a:lvl1pPr>
          </a:lstStyle>
          <a:p>
            <a:pPr>
              <a:defRPr/>
            </a:pPr>
            <a:fld id="{9B6769F9-7ADB-41CD-83ED-A8BA28EF04B3}"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ransition/>
  <p:hf hdr="0" ftr="0" dt="0"/>
  <p:txStyles>
    <p:titleStyle>
      <a:lvl1pPr marL="6350" indent="-6350" algn="ctr" rtl="0" eaLnBrk="0" fontAlgn="base" hangingPunct="0">
        <a:spcBef>
          <a:spcPct val="0"/>
        </a:spcBef>
        <a:spcAft>
          <a:spcPct val="0"/>
        </a:spcAft>
        <a:defRPr sz="6200">
          <a:solidFill>
            <a:schemeClr val="tx1"/>
          </a:solidFill>
          <a:latin typeface="+mj-lt"/>
          <a:ea typeface="+mj-ea"/>
          <a:cs typeface="+mj-cs"/>
          <a:sym typeface="Times" pitchFamily="-112" charset="0"/>
        </a:defRPr>
      </a:lvl1pPr>
      <a:lvl2pPr marL="6350" indent="-6350" algn="ctr" rtl="0" eaLnBrk="0" fontAlgn="base" hangingPunct="0">
        <a:spcBef>
          <a:spcPct val="0"/>
        </a:spcBef>
        <a:spcAft>
          <a:spcPct val="0"/>
        </a:spcAft>
        <a:defRPr sz="6200">
          <a:solidFill>
            <a:schemeClr val="tx1"/>
          </a:solidFill>
          <a:latin typeface="Times" pitchFamily="-112" charset="0"/>
          <a:ea typeface="ヒラギノ明朝 ProN W3" pitchFamily="-112" charset="-128"/>
          <a:cs typeface="ヒラギノ明朝 ProN W3" pitchFamily="-112" charset="-128"/>
          <a:sym typeface="Times" pitchFamily="-112" charset="0"/>
        </a:defRPr>
      </a:lvl2pPr>
      <a:lvl3pPr marL="6350" indent="-6350" algn="ctr" rtl="0" eaLnBrk="0" fontAlgn="base" hangingPunct="0">
        <a:spcBef>
          <a:spcPct val="0"/>
        </a:spcBef>
        <a:spcAft>
          <a:spcPct val="0"/>
        </a:spcAft>
        <a:defRPr sz="6200">
          <a:solidFill>
            <a:schemeClr val="tx1"/>
          </a:solidFill>
          <a:latin typeface="Times" pitchFamily="-112" charset="0"/>
          <a:ea typeface="ヒラギノ明朝 ProN W3" pitchFamily="-112" charset="-128"/>
          <a:cs typeface="ヒラギノ明朝 ProN W3" pitchFamily="-112" charset="-128"/>
          <a:sym typeface="Times" pitchFamily="-112" charset="0"/>
        </a:defRPr>
      </a:lvl3pPr>
      <a:lvl4pPr marL="6350" indent="-6350" algn="ctr" rtl="0" eaLnBrk="0" fontAlgn="base" hangingPunct="0">
        <a:spcBef>
          <a:spcPct val="0"/>
        </a:spcBef>
        <a:spcAft>
          <a:spcPct val="0"/>
        </a:spcAft>
        <a:defRPr sz="6200">
          <a:solidFill>
            <a:schemeClr val="tx1"/>
          </a:solidFill>
          <a:latin typeface="Times" pitchFamily="-112" charset="0"/>
          <a:ea typeface="ヒラギノ明朝 ProN W3" pitchFamily="-112" charset="-128"/>
          <a:cs typeface="ヒラギノ明朝 ProN W3" pitchFamily="-112" charset="-128"/>
          <a:sym typeface="Times" pitchFamily="-112" charset="0"/>
        </a:defRPr>
      </a:lvl4pPr>
      <a:lvl5pPr marL="6350" indent="-6350" algn="ctr" rtl="0" eaLnBrk="0" fontAlgn="base" hangingPunct="0">
        <a:spcBef>
          <a:spcPct val="0"/>
        </a:spcBef>
        <a:spcAft>
          <a:spcPct val="0"/>
        </a:spcAft>
        <a:defRPr sz="6200">
          <a:solidFill>
            <a:schemeClr val="tx1"/>
          </a:solidFill>
          <a:latin typeface="Times" pitchFamily="-112" charset="0"/>
          <a:ea typeface="ヒラギノ明朝 ProN W3" pitchFamily="-112" charset="-128"/>
          <a:cs typeface="ヒラギノ明朝 ProN W3" pitchFamily="-112" charset="-128"/>
          <a:sym typeface="Times" pitchFamily="-112" charset="0"/>
        </a:defRPr>
      </a:lvl5pPr>
      <a:lvl6pPr marL="463550" algn="ctr" rtl="0" fontAlgn="base">
        <a:spcBef>
          <a:spcPct val="0"/>
        </a:spcBef>
        <a:spcAft>
          <a:spcPct val="0"/>
        </a:spcAft>
        <a:defRPr sz="6200">
          <a:solidFill>
            <a:schemeClr val="tx1"/>
          </a:solidFill>
          <a:latin typeface="Times" pitchFamily="-112" charset="0"/>
          <a:ea typeface="ヒラギノ明朝 ProN W3" pitchFamily="-112" charset="-128"/>
          <a:cs typeface="ヒラギノ明朝 ProN W3" pitchFamily="-112" charset="-128"/>
          <a:sym typeface="Times" pitchFamily="-112" charset="0"/>
        </a:defRPr>
      </a:lvl6pPr>
      <a:lvl7pPr marL="920750" algn="ctr" rtl="0" fontAlgn="base">
        <a:spcBef>
          <a:spcPct val="0"/>
        </a:spcBef>
        <a:spcAft>
          <a:spcPct val="0"/>
        </a:spcAft>
        <a:defRPr sz="6200">
          <a:solidFill>
            <a:schemeClr val="tx1"/>
          </a:solidFill>
          <a:latin typeface="Times" pitchFamily="-112" charset="0"/>
          <a:ea typeface="ヒラギノ明朝 ProN W3" pitchFamily="-112" charset="-128"/>
          <a:cs typeface="ヒラギノ明朝 ProN W3" pitchFamily="-112" charset="-128"/>
          <a:sym typeface="Times" pitchFamily="-112" charset="0"/>
        </a:defRPr>
      </a:lvl7pPr>
      <a:lvl8pPr marL="1377950" algn="ctr" rtl="0" fontAlgn="base">
        <a:spcBef>
          <a:spcPct val="0"/>
        </a:spcBef>
        <a:spcAft>
          <a:spcPct val="0"/>
        </a:spcAft>
        <a:defRPr sz="6200">
          <a:solidFill>
            <a:schemeClr val="tx1"/>
          </a:solidFill>
          <a:latin typeface="Times" pitchFamily="-112" charset="0"/>
          <a:ea typeface="ヒラギノ明朝 ProN W3" pitchFamily="-112" charset="-128"/>
          <a:cs typeface="ヒラギノ明朝 ProN W3" pitchFamily="-112" charset="-128"/>
          <a:sym typeface="Times" pitchFamily="-112" charset="0"/>
        </a:defRPr>
      </a:lvl8pPr>
      <a:lvl9pPr marL="1835150" algn="ctr" rtl="0" fontAlgn="base">
        <a:spcBef>
          <a:spcPct val="0"/>
        </a:spcBef>
        <a:spcAft>
          <a:spcPct val="0"/>
        </a:spcAft>
        <a:defRPr sz="6200">
          <a:solidFill>
            <a:schemeClr val="tx1"/>
          </a:solidFill>
          <a:latin typeface="Times" pitchFamily="-112" charset="0"/>
          <a:ea typeface="ヒラギノ明朝 ProN W3" pitchFamily="-112" charset="-128"/>
          <a:cs typeface="ヒラギノ明朝 ProN W3" pitchFamily="-112" charset="-128"/>
          <a:sym typeface="Times" pitchFamily="-112" charset="0"/>
        </a:defRPr>
      </a:lvl9pPr>
    </p:titleStyle>
    <p:bodyStyle>
      <a:lvl1pPr marL="382588" indent="-342900" algn="l" rtl="0" eaLnBrk="0" fontAlgn="base" hangingPunct="0">
        <a:spcBef>
          <a:spcPts val="1100"/>
        </a:spcBef>
        <a:spcAft>
          <a:spcPct val="0"/>
        </a:spcAft>
        <a:buSzPct val="100000"/>
        <a:buFont typeface="Times" pitchFamily="-112" charset="0"/>
        <a:buChar char="•"/>
        <a:defRPr sz="4400">
          <a:solidFill>
            <a:schemeClr val="tx1"/>
          </a:solidFill>
          <a:latin typeface="+mn-lt"/>
          <a:ea typeface="+mn-ea"/>
          <a:cs typeface="+mn-cs"/>
          <a:sym typeface="Times" pitchFamily="-112" charset="0"/>
        </a:defRPr>
      </a:lvl1pPr>
      <a:lvl2pPr marL="731838" indent="-285750" algn="l" rtl="0" eaLnBrk="0" fontAlgn="base" hangingPunct="0">
        <a:spcBef>
          <a:spcPts val="1000"/>
        </a:spcBef>
        <a:spcAft>
          <a:spcPct val="0"/>
        </a:spcAft>
        <a:buSzPct val="100000"/>
        <a:buFont typeface="Times" pitchFamily="-112" charset="0"/>
        <a:buChar char="–"/>
        <a:defRPr sz="3800">
          <a:solidFill>
            <a:schemeClr val="tx1"/>
          </a:solidFill>
          <a:latin typeface="+mn-lt"/>
          <a:ea typeface="+mn-ea"/>
          <a:cs typeface="+mn-cs"/>
          <a:sym typeface="Times" pitchFamily="-112" charset="0"/>
        </a:defRPr>
      </a:lvl2pPr>
      <a:lvl3pPr marL="1131888" indent="-228600" algn="l" rtl="0" eaLnBrk="0" fontAlgn="base" hangingPunct="0">
        <a:spcBef>
          <a:spcPts val="800"/>
        </a:spcBef>
        <a:spcAft>
          <a:spcPct val="0"/>
        </a:spcAft>
        <a:buSzPct val="100000"/>
        <a:buFont typeface="Times" pitchFamily="-112" charset="0"/>
        <a:buChar char="•"/>
        <a:defRPr sz="3400">
          <a:solidFill>
            <a:schemeClr val="tx1"/>
          </a:solidFill>
          <a:latin typeface="+mn-lt"/>
          <a:ea typeface="+mn-ea"/>
          <a:cs typeface="+mn-cs"/>
          <a:sym typeface="Times" pitchFamily="-112" charset="0"/>
        </a:defRPr>
      </a:lvl3pPr>
      <a:lvl4pPr marL="1589088" indent="-228600" algn="l" rtl="0" eaLnBrk="0" fontAlgn="base" hangingPunct="0">
        <a:spcBef>
          <a:spcPts val="700"/>
        </a:spcBef>
        <a:spcAft>
          <a:spcPct val="0"/>
        </a:spcAft>
        <a:buSzPct val="100000"/>
        <a:buFont typeface="Times" pitchFamily="-112" charset="0"/>
        <a:buChar char="–"/>
        <a:defRPr sz="2800">
          <a:solidFill>
            <a:schemeClr val="tx1"/>
          </a:solidFill>
          <a:latin typeface="+mn-lt"/>
          <a:ea typeface="+mn-ea"/>
          <a:cs typeface="+mn-cs"/>
          <a:sym typeface="Times" pitchFamily="-112" charset="0"/>
        </a:defRPr>
      </a:lvl4pPr>
      <a:lvl5pPr marL="2046288" indent="-228600" algn="l" rtl="0" eaLnBrk="0" fontAlgn="base" hangingPunct="0">
        <a:spcBef>
          <a:spcPts val="700"/>
        </a:spcBef>
        <a:spcAft>
          <a:spcPct val="0"/>
        </a:spcAft>
        <a:buSzPct val="100000"/>
        <a:buFont typeface="Times" pitchFamily="-112" charset="0"/>
        <a:buChar char="»"/>
        <a:defRPr sz="2800">
          <a:solidFill>
            <a:schemeClr val="tx1"/>
          </a:solidFill>
          <a:latin typeface="+mn-lt"/>
          <a:ea typeface="+mn-ea"/>
          <a:cs typeface="+mn-cs"/>
          <a:sym typeface="Times" pitchFamily="-112" charset="0"/>
        </a:defRPr>
      </a:lvl5pPr>
      <a:lvl6pPr marL="2503488" indent="-228600" algn="l" rtl="0" fontAlgn="base">
        <a:spcBef>
          <a:spcPts val="700"/>
        </a:spcBef>
        <a:spcAft>
          <a:spcPct val="0"/>
        </a:spcAft>
        <a:buSzPct val="100000"/>
        <a:buFont typeface="Times" pitchFamily="-112" charset="0"/>
        <a:buChar char="»"/>
        <a:defRPr sz="2800">
          <a:solidFill>
            <a:schemeClr val="tx1"/>
          </a:solidFill>
          <a:latin typeface="+mn-lt"/>
          <a:ea typeface="+mn-ea"/>
          <a:cs typeface="+mn-cs"/>
          <a:sym typeface="Times" pitchFamily="-112" charset="0"/>
        </a:defRPr>
      </a:lvl6pPr>
      <a:lvl7pPr marL="2960688" indent="-228600" algn="l" rtl="0" fontAlgn="base">
        <a:spcBef>
          <a:spcPts val="700"/>
        </a:spcBef>
        <a:spcAft>
          <a:spcPct val="0"/>
        </a:spcAft>
        <a:buSzPct val="100000"/>
        <a:buFont typeface="Times" pitchFamily="-112" charset="0"/>
        <a:buChar char="»"/>
        <a:defRPr sz="2800">
          <a:solidFill>
            <a:schemeClr val="tx1"/>
          </a:solidFill>
          <a:latin typeface="+mn-lt"/>
          <a:ea typeface="+mn-ea"/>
          <a:cs typeface="+mn-cs"/>
          <a:sym typeface="Times" pitchFamily="-112" charset="0"/>
        </a:defRPr>
      </a:lvl7pPr>
      <a:lvl8pPr marL="3417888" indent="-228600" algn="l" rtl="0" fontAlgn="base">
        <a:spcBef>
          <a:spcPts val="700"/>
        </a:spcBef>
        <a:spcAft>
          <a:spcPct val="0"/>
        </a:spcAft>
        <a:buSzPct val="100000"/>
        <a:buFont typeface="Times" pitchFamily="-112" charset="0"/>
        <a:buChar char="»"/>
        <a:defRPr sz="2800">
          <a:solidFill>
            <a:schemeClr val="tx1"/>
          </a:solidFill>
          <a:latin typeface="+mn-lt"/>
          <a:ea typeface="+mn-ea"/>
          <a:cs typeface="+mn-cs"/>
          <a:sym typeface="Times" pitchFamily="-112" charset="0"/>
        </a:defRPr>
      </a:lvl8pPr>
      <a:lvl9pPr marL="3875088" indent="-228600" algn="l" rtl="0" fontAlgn="base">
        <a:spcBef>
          <a:spcPts val="700"/>
        </a:spcBef>
        <a:spcAft>
          <a:spcPct val="0"/>
        </a:spcAft>
        <a:buSzPct val="100000"/>
        <a:buFont typeface="Times" pitchFamily="-112" charset="0"/>
        <a:buChar char="»"/>
        <a:defRPr sz="2800">
          <a:solidFill>
            <a:schemeClr val="tx1"/>
          </a:solidFill>
          <a:latin typeface="+mn-lt"/>
          <a:ea typeface="+mn-ea"/>
          <a:cs typeface="+mn-cs"/>
          <a:sym typeface="Times" pitchFamily="-112"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rgbClr val="9D9D9D"/>
            </a:gs>
            <a:gs pos="100000">
              <a:srgbClr val="FFFFFF"/>
            </a:gs>
          </a:gsLst>
          <a:lin ang="5400000" scaled="1"/>
          <a:tileRect/>
        </a:gradFill>
        <a:effectLst/>
      </p:bgPr>
    </p:bg>
    <p:spTree>
      <p:nvGrpSpPr>
        <p:cNvPr id="1" name=""/>
        <p:cNvGrpSpPr/>
        <p:nvPr/>
      </p:nvGrpSpPr>
      <p:grpSpPr>
        <a:xfrm>
          <a:off x="0" y="0"/>
          <a:ext cx="0" cy="0"/>
          <a:chOff x="0" y="0"/>
          <a:chExt cx="0" cy="0"/>
        </a:xfrm>
      </p:grpSpPr>
      <p:sp>
        <p:nvSpPr>
          <p:cNvPr id="3074" name="Rectangle 1"/>
          <p:cNvSpPr>
            <a:spLocks noGrp="1" noChangeArrowheads="1"/>
          </p:cNvSpPr>
          <p:nvPr>
            <p:ph type="title"/>
          </p:nvPr>
        </p:nvSpPr>
        <p:spPr bwMode="auto">
          <a:xfrm>
            <a:off x="355600" y="1384300"/>
            <a:ext cx="5892800" cy="3505200"/>
          </a:xfrm>
          <a:prstGeom prst="rect">
            <a:avLst/>
          </a:prstGeom>
          <a:noFill/>
          <a:ln w="12700">
            <a:noFill/>
            <a:miter lim="800000"/>
            <a:headEnd/>
            <a:tailEnd/>
          </a:ln>
        </p:spPr>
        <p:txBody>
          <a:bodyPr vert="horz" wrap="square" lIns="50800" tIns="50800" rIns="50800" bIns="50800" numCol="1" anchor="b" anchorCtr="0" compatLnSpc="1">
            <a:prstTxWarp prst="textNoShape">
              <a:avLst/>
            </a:prstTxWarp>
          </a:bodyPr>
          <a:lstStyle/>
          <a:p>
            <a:pPr lvl="0"/>
            <a:r>
              <a:rPr lang="en-US" smtClean="0">
                <a:sym typeface="Gill Sans Light" pitchFamily="-112" charset="0"/>
              </a:rPr>
              <a:t>Click to edit Master title style</a:t>
            </a:r>
          </a:p>
        </p:txBody>
      </p:sp>
      <p:sp>
        <p:nvSpPr>
          <p:cNvPr id="3075" name="Rectangle 2"/>
          <p:cNvSpPr>
            <a:spLocks noGrp="1" noChangeArrowheads="1"/>
          </p:cNvSpPr>
          <p:nvPr>
            <p:ph type="body" idx="1"/>
          </p:nvPr>
        </p:nvSpPr>
        <p:spPr bwMode="auto">
          <a:xfrm>
            <a:off x="355600" y="4876800"/>
            <a:ext cx="5892800" cy="1295400"/>
          </a:xfrm>
          <a:prstGeom prst="rect">
            <a:avLst/>
          </a:prstGeom>
          <a:noFill/>
          <a:ln w="12700">
            <a:noFill/>
            <a:miter lim="800000"/>
            <a:headEnd/>
            <a:tailEnd/>
          </a:ln>
        </p:spPr>
        <p:txBody>
          <a:bodyPr vert="horz" wrap="square" lIns="50800" tIns="50800" rIns="50800" bIns="50800" numCol="1" anchor="t" anchorCtr="0" compatLnSpc="1">
            <a:prstTxWarp prst="textNoShape">
              <a:avLst/>
            </a:prstTxWarp>
          </a:bodyPr>
          <a:lstStyle/>
          <a:p>
            <a:pPr lvl="0"/>
            <a:r>
              <a:rPr lang="en-US" smtClean="0">
                <a:sym typeface="Gill Sans Light" pitchFamily="-112" charset="0"/>
              </a:rPr>
              <a:t>Click to edit Master text styles</a:t>
            </a:r>
          </a:p>
          <a:p>
            <a:pPr lvl="1"/>
            <a:r>
              <a:rPr lang="en-US" smtClean="0">
                <a:sym typeface="Gill Sans Light" pitchFamily="-112" charset="0"/>
              </a:rPr>
              <a:t>Second level</a:t>
            </a:r>
          </a:p>
          <a:p>
            <a:pPr lvl="2"/>
            <a:r>
              <a:rPr lang="en-US" smtClean="0">
                <a:sym typeface="Gill Sans Light" pitchFamily="-112" charset="0"/>
              </a:rPr>
              <a:t>Third level</a:t>
            </a:r>
          </a:p>
          <a:p>
            <a:pPr lvl="3"/>
            <a:r>
              <a:rPr lang="en-US" smtClean="0">
                <a:sym typeface="Gill Sans Light" pitchFamily="-112" charset="0"/>
              </a:rPr>
              <a:t>Fourth level</a:t>
            </a:r>
          </a:p>
          <a:p>
            <a:pPr lvl="4"/>
            <a:r>
              <a:rPr lang="en-US" smtClean="0">
                <a:sym typeface="Gill Sans Light" pitchFamily="-112" charset="0"/>
              </a:rPr>
              <a:t>Fifth level</a:t>
            </a:r>
          </a:p>
        </p:txBody>
      </p:sp>
    </p:spTree>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transition/>
  <p:txStyles>
    <p:titleStyle>
      <a:lvl1pPr algn="ctr" rtl="0" eaLnBrk="0" fontAlgn="base" hangingPunct="0">
        <a:spcBef>
          <a:spcPct val="0"/>
        </a:spcBef>
        <a:spcAft>
          <a:spcPct val="0"/>
        </a:spcAft>
        <a:defRPr sz="7200">
          <a:solidFill>
            <a:srgbClr val="404140"/>
          </a:solidFill>
          <a:latin typeface="+mj-lt"/>
          <a:ea typeface="+mj-ea"/>
          <a:cs typeface="+mj-cs"/>
          <a:sym typeface="Gill Sans Light" pitchFamily="-112" charset="0"/>
        </a:defRPr>
      </a:lvl1pPr>
      <a:lvl2pPr algn="ctr" rtl="0" eaLnBrk="0" fontAlgn="base" hangingPunct="0">
        <a:spcBef>
          <a:spcPct val="0"/>
        </a:spcBef>
        <a:spcAft>
          <a:spcPct val="0"/>
        </a:spcAft>
        <a:defRPr sz="7200">
          <a:solidFill>
            <a:srgbClr val="404140"/>
          </a:solidFill>
          <a:latin typeface="Gill Sans Light" pitchFamily="-112" charset="0"/>
          <a:ea typeface="ヒラギノ角ゴ ProN W3" pitchFamily="-112" charset="-128"/>
          <a:cs typeface="ヒラギノ角ゴ ProN W3" pitchFamily="-112" charset="-128"/>
          <a:sym typeface="Gill Sans Light" pitchFamily="-112" charset="0"/>
        </a:defRPr>
      </a:lvl2pPr>
      <a:lvl3pPr algn="ctr" rtl="0" eaLnBrk="0" fontAlgn="base" hangingPunct="0">
        <a:spcBef>
          <a:spcPct val="0"/>
        </a:spcBef>
        <a:spcAft>
          <a:spcPct val="0"/>
        </a:spcAft>
        <a:defRPr sz="7200">
          <a:solidFill>
            <a:srgbClr val="404140"/>
          </a:solidFill>
          <a:latin typeface="Gill Sans Light" pitchFamily="-112" charset="0"/>
          <a:ea typeface="ヒラギノ角ゴ ProN W3" pitchFamily="-112" charset="-128"/>
          <a:cs typeface="ヒラギノ角ゴ ProN W3" pitchFamily="-112" charset="-128"/>
          <a:sym typeface="Gill Sans Light" pitchFamily="-112" charset="0"/>
        </a:defRPr>
      </a:lvl3pPr>
      <a:lvl4pPr algn="ctr" rtl="0" eaLnBrk="0" fontAlgn="base" hangingPunct="0">
        <a:spcBef>
          <a:spcPct val="0"/>
        </a:spcBef>
        <a:spcAft>
          <a:spcPct val="0"/>
        </a:spcAft>
        <a:defRPr sz="7200">
          <a:solidFill>
            <a:srgbClr val="404140"/>
          </a:solidFill>
          <a:latin typeface="Gill Sans Light" pitchFamily="-112" charset="0"/>
          <a:ea typeface="ヒラギノ角ゴ ProN W3" pitchFamily="-112" charset="-128"/>
          <a:cs typeface="ヒラギノ角ゴ ProN W3" pitchFamily="-112" charset="-128"/>
          <a:sym typeface="Gill Sans Light" pitchFamily="-112" charset="0"/>
        </a:defRPr>
      </a:lvl4pPr>
      <a:lvl5pPr algn="ctr" rtl="0" eaLnBrk="0" fontAlgn="base" hangingPunct="0">
        <a:spcBef>
          <a:spcPct val="0"/>
        </a:spcBef>
        <a:spcAft>
          <a:spcPct val="0"/>
        </a:spcAft>
        <a:defRPr sz="7200">
          <a:solidFill>
            <a:srgbClr val="404140"/>
          </a:solidFill>
          <a:latin typeface="Gill Sans Light" pitchFamily="-112" charset="0"/>
          <a:ea typeface="ヒラギノ角ゴ ProN W3" pitchFamily="-112" charset="-128"/>
          <a:cs typeface="ヒラギノ角ゴ ProN W3" pitchFamily="-112" charset="-128"/>
          <a:sym typeface="Gill Sans Light" pitchFamily="-112" charset="0"/>
        </a:defRPr>
      </a:lvl5pPr>
      <a:lvl6pPr marL="457200" algn="ctr" rtl="0" fontAlgn="base">
        <a:spcBef>
          <a:spcPct val="0"/>
        </a:spcBef>
        <a:spcAft>
          <a:spcPct val="0"/>
        </a:spcAft>
        <a:defRPr sz="7200">
          <a:solidFill>
            <a:srgbClr val="404140"/>
          </a:solidFill>
          <a:latin typeface="Gill Sans Light" pitchFamily="-112" charset="0"/>
          <a:ea typeface="ヒラギノ角ゴ ProN W3" pitchFamily="-112" charset="-128"/>
          <a:cs typeface="ヒラギノ角ゴ ProN W3" pitchFamily="-112" charset="-128"/>
          <a:sym typeface="Gill Sans Light" pitchFamily="-112" charset="0"/>
        </a:defRPr>
      </a:lvl6pPr>
      <a:lvl7pPr marL="914400" algn="ctr" rtl="0" fontAlgn="base">
        <a:spcBef>
          <a:spcPct val="0"/>
        </a:spcBef>
        <a:spcAft>
          <a:spcPct val="0"/>
        </a:spcAft>
        <a:defRPr sz="7200">
          <a:solidFill>
            <a:srgbClr val="404140"/>
          </a:solidFill>
          <a:latin typeface="Gill Sans Light" pitchFamily="-112" charset="0"/>
          <a:ea typeface="ヒラギノ角ゴ ProN W3" pitchFamily="-112" charset="-128"/>
          <a:cs typeface="ヒラギノ角ゴ ProN W3" pitchFamily="-112" charset="-128"/>
          <a:sym typeface="Gill Sans Light" pitchFamily="-112" charset="0"/>
        </a:defRPr>
      </a:lvl7pPr>
      <a:lvl8pPr marL="1371600" algn="ctr" rtl="0" fontAlgn="base">
        <a:spcBef>
          <a:spcPct val="0"/>
        </a:spcBef>
        <a:spcAft>
          <a:spcPct val="0"/>
        </a:spcAft>
        <a:defRPr sz="7200">
          <a:solidFill>
            <a:srgbClr val="404140"/>
          </a:solidFill>
          <a:latin typeface="Gill Sans Light" pitchFamily="-112" charset="0"/>
          <a:ea typeface="ヒラギノ角ゴ ProN W3" pitchFamily="-112" charset="-128"/>
          <a:cs typeface="ヒラギノ角ゴ ProN W3" pitchFamily="-112" charset="-128"/>
          <a:sym typeface="Gill Sans Light" pitchFamily="-112" charset="0"/>
        </a:defRPr>
      </a:lvl8pPr>
      <a:lvl9pPr marL="1828800" algn="ctr" rtl="0" fontAlgn="base">
        <a:spcBef>
          <a:spcPct val="0"/>
        </a:spcBef>
        <a:spcAft>
          <a:spcPct val="0"/>
        </a:spcAft>
        <a:defRPr sz="7200">
          <a:solidFill>
            <a:srgbClr val="404140"/>
          </a:solidFill>
          <a:latin typeface="Gill Sans Light" pitchFamily="-112" charset="0"/>
          <a:ea typeface="ヒラギノ角ゴ ProN W3" pitchFamily="-112" charset="-128"/>
          <a:cs typeface="ヒラギノ角ゴ ProN W3" pitchFamily="-112" charset="-128"/>
          <a:sym typeface="Gill Sans Light" pitchFamily="-112" charset="0"/>
        </a:defRPr>
      </a:lvl9pPr>
    </p:titleStyle>
    <p:bodyStyle>
      <a:lvl1pPr marL="342900" indent="-342900" algn="ctr" rtl="0" eaLnBrk="0" fontAlgn="base" hangingPunct="0">
        <a:spcBef>
          <a:spcPct val="0"/>
        </a:spcBef>
        <a:spcAft>
          <a:spcPct val="0"/>
        </a:spcAft>
        <a:buChar char="•"/>
        <a:defRPr sz="3800">
          <a:solidFill>
            <a:srgbClr val="404140"/>
          </a:solidFill>
          <a:latin typeface="+mn-lt"/>
          <a:ea typeface="+mn-ea"/>
          <a:cs typeface="+mn-cs"/>
          <a:sym typeface="Gill Sans Light" pitchFamily="-112" charset="0"/>
        </a:defRPr>
      </a:lvl1pPr>
      <a:lvl2pPr marL="742950" indent="-285750" algn="ctr" rtl="0" eaLnBrk="0" fontAlgn="base" hangingPunct="0">
        <a:spcBef>
          <a:spcPct val="0"/>
        </a:spcBef>
        <a:spcAft>
          <a:spcPct val="0"/>
        </a:spcAft>
        <a:buChar char="–"/>
        <a:defRPr sz="3800">
          <a:solidFill>
            <a:srgbClr val="404140"/>
          </a:solidFill>
          <a:latin typeface="+mn-lt"/>
          <a:ea typeface="+mn-ea"/>
          <a:cs typeface="+mn-cs"/>
          <a:sym typeface="Gill Sans Light" pitchFamily="-112" charset="0"/>
        </a:defRPr>
      </a:lvl2pPr>
      <a:lvl3pPr marL="1143000" indent="-228600" algn="ctr" rtl="0" eaLnBrk="0" fontAlgn="base" hangingPunct="0">
        <a:spcBef>
          <a:spcPct val="0"/>
        </a:spcBef>
        <a:spcAft>
          <a:spcPct val="0"/>
        </a:spcAft>
        <a:buChar char="•"/>
        <a:defRPr sz="3800">
          <a:solidFill>
            <a:srgbClr val="404140"/>
          </a:solidFill>
          <a:latin typeface="+mn-lt"/>
          <a:ea typeface="+mn-ea"/>
          <a:cs typeface="+mn-cs"/>
          <a:sym typeface="Gill Sans Light" pitchFamily="-112" charset="0"/>
        </a:defRPr>
      </a:lvl3pPr>
      <a:lvl4pPr marL="1600200" indent="-228600" algn="ctr" rtl="0" eaLnBrk="0" fontAlgn="base" hangingPunct="0">
        <a:spcBef>
          <a:spcPct val="0"/>
        </a:spcBef>
        <a:spcAft>
          <a:spcPct val="0"/>
        </a:spcAft>
        <a:buChar char="–"/>
        <a:defRPr sz="3800">
          <a:solidFill>
            <a:srgbClr val="404140"/>
          </a:solidFill>
          <a:latin typeface="+mn-lt"/>
          <a:ea typeface="+mn-ea"/>
          <a:cs typeface="+mn-cs"/>
          <a:sym typeface="Gill Sans Light" pitchFamily="-112" charset="0"/>
        </a:defRPr>
      </a:lvl4pPr>
      <a:lvl5pPr marL="2057400" indent="-228600" algn="ctr" rtl="0" eaLnBrk="0" fontAlgn="base" hangingPunct="0">
        <a:spcBef>
          <a:spcPct val="0"/>
        </a:spcBef>
        <a:spcAft>
          <a:spcPct val="0"/>
        </a:spcAft>
        <a:buChar char="»"/>
        <a:defRPr sz="3800">
          <a:solidFill>
            <a:srgbClr val="404140"/>
          </a:solidFill>
          <a:latin typeface="+mn-lt"/>
          <a:ea typeface="+mn-ea"/>
          <a:cs typeface="+mn-cs"/>
          <a:sym typeface="Gill Sans Light" pitchFamily="-112" charset="0"/>
        </a:defRPr>
      </a:lvl5pPr>
      <a:lvl6pPr marL="457200" algn="ctr" rtl="0" fontAlgn="base">
        <a:spcBef>
          <a:spcPct val="0"/>
        </a:spcBef>
        <a:spcAft>
          <a:spcPct val="0"/>
        </a:spcAft>
        <a:defRPr sz="3800">
          <a:solidFill>
            <a:srgbClr val="404140"/>
          </a:solidFill>
          <a:latin typeface="+mn-lt"/>
          <a:ea typeface="+mn-ea"/>
          <a:cs typeface="+mn-cs"/>
          <a:sym typeface="Gill Sans Light" pitchFamily="-112" charset="0"/>
        </a:defRPr>
      </a:lvl6pPr>
      <a:lvl7pPr marL="914400" algn="ctr" rtl="0" fontAlgn="base">
        <a:spcBef>
          <a:spcPct val="0"/>
        </a:spcBef>
        <a:spcAft>
          <a:spcPct val="0"/>
        </a:spcAft>
        <a:defRPr sz="3800">
          <a:solidFill>
            <a:srgbClr val="404140"/>
          </a:solidFill>
          <a:latin typeface="+mn-lt"/>
          <a:ea typeface="+mn-ea"/>
          <a:cs typeface="+mn-cs"/>
          <a:sym typeface="Gill Sans Light" pitchFamily="-112" charset="0"/>
        </a:defRPr>
      </a:lvl7pPr>
      <a:lvl8pPr marL="1371600" algn="ctr" rtl="0" fontAlgn="base">
        <a:spcBef>
          <a:spcPct val="0"/>
        </a:spcBef>
        <a:spcAft>
          <a:spcPct val="0"/>
        </a:spcAft>
        <a:defRPr sz="3800">
          <a:solidFill>
            <a:srgbClr val="404140"/>
          </a:solidFill>
          <a:latin typeface="+mn-lt"/>
          <a:ea typeface="+mn-ea"/>
          <a:cs typeface="+mn-cs"/>
          <a:sym typeface="Gill Sans Light" pitchFamily="-112" charset="0"/>
        </a:defRPr>
      </a:lvl8pPr>
      <a:lvl9pPr marL="1828800" algn="ctr" rtl="0" fontAlgn="base">
        <a:spcBef>
          <a:spcPct val="0"/>
        </a:spcBef>
        <a:spcAft>
          <a:spcPct val="0"/>
        </a:spcAft>
        <a:defRPr sz="3800">
          <a:solidFill>
            <a:srgbClr val="404140"/>
          </a:solidFill>
          <a:latin typeface="+mn-lt"/>
          <a:ea typeface="+mn-ea"/>
          <a:cs typeface="+mn-cs"/>
          <a:sym typeface="Gill Sans Light" pitchFamily="-112"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rgbClr val="9D9D9D"/>
            </a:gs>
            <a:gs pos="100000">
              <a:srgbClr val="FFFFFF"/>
            </a:gs>
          </a:gsLst>
          <a:lin ang="5400000" scaled="1"/>
          <a:tileRect/>
        </a:gradFill>
        <a:effectLst/>
      </p:bgPr>
    </p:bg>
    <p:spTree>
      <p:nvGrpSpPr>
        <p:cNvPr id="1" name=""/>
        <p:cNvGrpSpPr/>
        <p:nvPr/>
      </p:nvGrpSpPr>
      <p:grpSpPr>
        <a:xfrm>
          <a:off x="0" y="0"/>
          <a:ext cx="0" cy="0"/>
          <a:chOff x="0" y="0"/>
          <a:chExt cx="0" cy="0"/>
        </a:xfrm>
      </p:grpSpPr>
      <p:sp>
        <p:nvSpPr>
          <p:cNvPr id="4098" name="Rectangle 1"/>
          <p:cNvSpPr>
            <a:spLocks noGrp="1" noChangeArrowheads="1"/>
          </p:cNvSpPr>
          <p:nvPr>
            <p:ph type="title"/>
          </p:nvPr>
        </p:nvSpPr>
        <p:spPr bwMode="auto">
          <a:xfrm>
            <a:off x="355600" y="1384300"/>
            <a:ext cx="5892800" cy="3505200"/>
          </a:xfrm>
          <a:prstGeom prst="rect">
            <a:avLst/>
          </a:prstGeom>
          <a:noFill/>
          <a:ln w="12700">
            <a:noFill/>
            <a:miter lim="800000"/>
            <a:headEnd/>
            <a:tailEnd/>
          </a:ln>
        </p:spPr>
        <p:txBody>
          <a:bodyPr vert="horz" wrap="square" lIns="50800" tIns="50800" rIns="50800" bIns="50800" numCol="1" anchor="b" anchorCtr="0" compatLnSpc="1">
            <a:prstTxWarp prst="textNoShape">
              <a:avLst/>
            </a:prstTxWarp>
          </a:bodyPr>
          <a:lstStyle/>
          <a:p>
            <a:pPr lvl="0"/>
            <a:r>
              <a:rPr lang="en-US" smtClean="0">
                <a:sym typeface="Gill Sans Light" pitchFamily="-112" charset="0"/>
              </a:rPr>
              <a:t>Click to edit Master title style</a:t>
            </a:r>
          </a:p>
        </p:txBody>
      </p:sp>
      <p:sp>
        <p:nvSpPr>
          <p:cNvPr id="4099" name="Rectangle 2"/>
          <p:cNvSpPr>
            <a:spLocks noGrp="1" noChangeArrowheads="1"/>
          </p:cNvSpPr>
          <p:nvPr>
            <p:ph type="body" idx="1"/>
          </p:nvPr>
        </p:nvSpPr>
        <p:spPr bwMode="auto">
          <a:xfrm>
            <a:off x="355600" y="4876800"/>
            <a:ext cx="5892800" cy="1295400"/>
          </a:xfrm>
          <a:prstGeom prst="rect">
            <a:avLst/>
          </a:prstGeom>
          <a:noFill/>
          <a:ln w="12700">
            <a:noFill/>
            <a:miter lim="800000"/>
            <a:headEnd/>
            <a:tailEnd/>
          </a:ln>
        </p:spPr>
        <p:txBody>
          <a:bodyPr vert="horz" wrap="square" lIns="50800" tIns="50800" rIns="50800" bIns="50800" numCol="1" anchor="t" anchorCtr="0" compatLnSpc="1">
            <a:prstTxWarp prst="textNoShape">
              <a:avLst/>
            </a:prstTxWarp>
          </a:bodyPr>
          <a:lstStyle/>
          <a:p>
            <a:pPr lvl="0"/>
            <a:r>
              <a:rPr lang="en-US" smtClean="0">
                <a:sym typeface="Gill Sans Light" pitchFamily="-112" charset="0"/>
              </a:rPr>
              <a:t>Click to edit Master text styles</a:t>
            </a:r>
          </a:p>
          <a:p>
            <a:pPr lvl="1"/>
            <a:r>
              <a:rPr lang="en-US" smtClean="0">
                <a:sym typeface="Gill Sans Light" pitchFamily="-112" charset="0"/>
              </a:rPr>
              <a:t>Second level</a:t>
            </a:r>
          </a:p>
          <a:p>
            <a:pPr lvl="2"/>
            <a:r>
              <a:rPr lang="en-US" smtClean="0">
                <a:sym typeface="Gill Sans Light" pitchFamily="-112" charset="0"/>
              </a:rPr>
              <a:t>Third level</a:t>
            </a:r>
          </a:p>
          <a:p>
            <a:pPr lvl="3"/>
            <a:r>
              <a:rPr lang="en-US" smtClean="0">
                <a:sym typeface="Gill Sans Light" pitchFamily="-112" charset="0"/>
              </a:rPr>
              <a:t>Fourth level</a:t>
            </a:r>
          </a:p>
          <a:p>
            <a:pPr lvl="4"/>
            <a:r>
              <a:rPr lang="en-US" smtClean="0">
                <a:sym typeface="Gill Sans Light" pitchFamily="-112" charset="0"/>
              </a:rPr>
              <a:t>Fifth level</a:t>
            </a:r>
          </a:p>
        </p:txBody>
      </p:sp>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Lst>
  <p:transition/>
  <p:txStyles>
    <p:titleStyle>
      <a:lvl1pPr algn="ctr" rtl="0" eaLnBrk="0" fontAlgn="base" hangingPunct="0">
        <a:spcBef>
          <a:spcPct val="0"/>
        </a:spcBef>
        <a:spcAft>
          <a:spcPct val="0"/>
        </a:spcAft>
        <a:defRPr sz="7200">
          <a:solidFill>
            <a:schemeClr val="tx1"/>
          </a:solidFill>
          <a:latin typeface="+mj-lt"/>
          <a:ea typeface="+mj-ea"/>
          <a:cs typeface="+mj-cs"/>
          <a:sym typeface="Gill Sans Light" pitchFamily="-112" charset="0"/>
        </a:defRPr>
      </a:lvl1pPr>
      <a:lvl2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2pPr>
      <a:lvl3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3pPr>
      <a:lvl4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4pPr>
      <a:lvl5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5pPr>
      <a:lvl6pPr marL="4572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6pPr>
      <a:lvl7pPr marL="9144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7pPr>
      <a:lvl8pPr marL="13716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8pPr>
      <a:lvl9pPr marL="18288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9pPr>
    </p:titleStyle>
    <p:bodyStyle>
      <a:lvl1pPr marL="342900" indent="-34290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1pPr>
      <a:lvl2pPr marL="742950" indent="-28575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2pPr>
      <a:lvl3pPr marL="1143000" indent="-22860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3pPr>
      <a:lvl4pPr marL="1600200" indent="-22860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4pPr>
      <a:lvl5pPr marL="2057400" indent="-22860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5pPr>
      <a:lvl6pPr marL="457200" algn="ctr" rtl="0" fontAlgn="base">
        <a:spcBef>
          <a:spcPct val="0"/>
        </a:spcBef>
        <a:spcAft>
          <a:spcPct val="0"/>
        </a:spcAft>
        <a:defRPr sz="3800">
          <a:solidFill>
            <a:schemeClr val="tx1"/>
          </a:solidFill>
          <a:latin typeface="+mn-lt"/>
          <a:ea typeface="+mn-ea"/>
          <a:cs typeface="+mn-cs"/>
          <a:sym typeface="Gill Sans Light" pitchFamily="-112" charset="0"/>
        </a:defRPr>
      </a:lvl6pPr>
      <a:lvl7pPr marL="914400" algn="ctr" rtl="0" fontAlgn="base">
        <a:spcBef>
          <a:spcPct val="0"/>
        </a:spcBef>
        <a:spcAft>
          <a:spcPct val="0"/>
        </a:spcAft>
        <a:defRPr sz="3800">
          <a:solidFill>
            <a:schemeClr val="tx1"/>
          </a:solidFill>
          <a:latin typeface="+mn-lt"/>
          <a:ea typeface="+mn-ea"/>
          <a:cs typeface="+mn-cs"/>
          <a:sym typeface="Gill Sans Light" pitchFamily="-112" charset="0"/>
        </a:defRPr>
      </a:lvl7pPr>
      <a:lvl8pPr marL="1371600" algn="ctr" rtl="0" fontAlgn="base">
        <a:spcBef>
          <a:spcPct val="0"/>
        </a:spcBef>
        <a:spcAft>
          <a:spcPct val="0"/>
        </a:spcAft>
        <a:defRPr sz="3800">
          <a:solidFill>
            <a:schemeClr val="tx1"/>
          </a:solidFill>
          <a:latin typeface="+mn-lt"/>
          <a:ea typeface="+mn-ea"/>
          <a:cs typeface="+mn-cs"/>
          <a:sym typeface="Gill Sans Light" pitchFamily="-112" charset="0"/>
        </a:defRPr>
      </a:lvl8pPr>
      <a:lvl9pPr marL="1828800" algn="ctr" rtl="0" fontAlgn="base">
        <a:spcBef>
          <a:spcPct val="0"/>
        </a:spcBef>
        <a:spcAft>
          <a:spcPct val="0"/>
        </a:spcAft>
        <a:defRPr sz="3800">
          <a:solidFill>
            <a:schemeClr val="tx1"/>
          </a:solidFill>
          <a:latin typeface="+mn-lt"/>
          <a:ea typeface="+mn-ea"/>
          <a:cs typeface="+mn-cs"/>
          <a:sym typeface="Gill Sans Light" pitchFamily="-112"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rgbClr val="9D9D9D"/>
            </a:gs>
            <a:gs pos="100000">
              <a:srgbClr val="FFFFFF"/>
            </a:gs>
          </a:gsLst>
          <a:lin ang="5400000" scaled="1"/>
          <a:tileRect/>
        </a:gradFill>
        <a:effectLst/>
      </p:bgPr>
    </p:bg>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bwMode="auto">
          <a:xfrm>
            <a:off x="355600" y="3225800"/>
            <a:ext cx="12293600" cy="3302000"/>
          </a:xfrm>
          <a:prstGeom prst="rect">
            <a:avLst/>
          </a:prstGeom>
          <a:noFill/>
          <a:ln w="12700">
            <a:noFill/>
            <a:miter lim="800000"/>
            <a:headEnd/>
            <a:tailEnd/>
          </a:ln>
        </p:spPr>
        <p:txBody>
          <a:bodyPr vert="horz" wrap="square" lIns="50800" tIns="50800" rIns="50800" bIns="50800" numCol="1" anchor="ctr" anchorCtr="0" compatLnSpc="1">
            <a:prstTxWarp prst="textNoShape">
              <a:avLst/>
            </a:prstTxWarp>
          </a:bodyPr>
          <a:lstStyle/>
          <a:p>
            <a:pPr lvl="0"/>
            <a:r>
              <a:rPr lang="en-US" smtClean="0">
                <a:sym typeface="Gill Sans Light" pitchFamily="-112" charset="0"/>
              </a:rPr>
              <a:t>Click to edit Master title style</a:t>
            </a:r>
          </a:p>
        </p:txBody>
      </p:sp>
    </p:spTree>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Lst>
  <p:transition/>
  <p:txStyles>
    <p:titleStyle>
      <a:lvl1pPr algn="ctr" rtl="0" eaLnBrk="0" fontAlgn="base" hangingPunct="0">
        <a:spcBef>
          <a:spcPct val="0"/>
        </a:spcBef>
        <a:spcAft>
          <a:spcPct val="0"/>
        </a:spcAft>
        <a:defRPr sz="7200">
          <a:solidFill>
            <a:schemeClr val="tx1"/>
          </a:solidFill>
          <a:latin typeface="+mj-lt"/>
          <a:ea typeface="+mj-ea"/>
          <a:cs typeface="+mj-cs"/>
          <a:sym typeface="Gill Sans Light" pitchFamily="-112" charset="0"/>
        </a:defRPr>
      </a:lvl1pPr>
      <a:lvl2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2pPr>
      <a:lvl3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3pPr>
      <a:lvl4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4pPr>
      <a:lvl5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5pPr>
      <a:lvl6pPr marL="4572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6pPr>
      <a:lvl7pPr marL="9144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7pPr>
      <a:lvl8pPr marL="13716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8pPr>
      <a:lvl9pPr marL="18288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9pPr>
    </p:titleStyle>
    <p:bodyStyle>
      <a:lvl1pPr marL="342900" indent="-34290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1pPr>
      <a:lvl2pPr marL="742950" indent="-28575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2pPr>
      <a:lvl3pPr marL="1143000" indent="-22860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3pPr>
      <a:lvl4pPr marL="1600200" indent="-22860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4pPr>
      <a:lvl5pPr marL="2057400" indent="-22860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5pPr>
      <a:lvl6pPr marL="457200" algn="ctr" rtl="0" fontAlgn="base">
        <a:spcBef>
          <a:spcPct val="0"/>
        </a:spcBef>
        <a:spcAft>
          <a:spcPct val="0"/>
        </a:spcAft>
        <a:defRPr sz="3800">
          <a:solidFill>
            <a:schemeClr val="tx1"/>
          </a:solidFill>
          <a:latin typeface="+mn-lt"/>
          <a:ea typeface="+mn-ea"/>
          <a:cs typeface="+mn-cs"/>
          <a:sym typeface="Gill Sans Light" pitchFamily="-112" charset="0"/>
        </a:defRPr>
      </a:lvl6pPr>
      <a:lvl7pPr marL="914400" algn="ctr" rtl="0" fontAlgn="base">
        <a:spcBef>
          <a:spcPct val="0"/>
        </a:spcBef>
        <a:spcAft>
          <a:spcPct val="0"/>
        </a:spcAft>
        <a:defRPr sz="3800">
          <a:solidFill>
            <a:schemeClr val="tx1"/>
          </a:solidFill>
          <a:latin typeface="+mn-lt"/>
          <a:ea typeface="+mn-ea"/>
          <a:cs typeface="+mn-cs"/>
          <a:sym typeface="Gill Sans Light" pitchFamily="-112" charset="0"/>
        </a:defRPr>
      </a:lvl7pPr>
      <a:lvl8pPr marL="1371600" algn="ctr" rtl="0" fontAlgn="base">
        <a:spcBef>
          <a:spcPct val="0"/>
        </a:spcBef>
        <a:spcAft>
          <a:spcPct val="0"/>
        </a:spcAft>
        <a:defRPr sz="3800">
          <a:solidFill>
            <a:schemeClr val="tx1"/>
          </a:solidFill>
          <a:latin typeface="+mn-lt"/>
          <a:ea typeface="+mn-ea"/>
          <a:cs typeface="+mn-cs"/>
          <a:sym typeface="Gill Sans Light" pitchFamily="-112" charset="0"/>
        </a:defRPr>
      </a:lvl8pPr>
      <a:lvl9pPr marL="1828800" algn="ctr" rtl="0" fontAlgn="base">
        <a:spcBef>
          <a:spcPct val="0"/>
        </a:spcBef>
        <a:spcAft>
          <a:spcPct val="0"/>
        </a:spcAft>
        <a:defRPr sz="3800">
          <a:solidFill>
            <a:schemeClr val="tx1"/>
          </a:solidFill>
          <a:latin typeface="+mn-lt"/>
          <a:ea typeface="+mn-ea"/>
          <a:cs typeface="+mn-cs"/>
          <a:sym typeface="Gill Sans Light" pitchFamily="-112"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rgbClr val="9D9D9D"/>
            </a:gs>
            <a:gs pos="100000">
              <a:srgbClr val="FFFFFF"/>
            </a:gs>
          </a:gsLst>
          <a:lin ang="5400000" scaled="1"/>
          <a:tileRect/>
        </a:gradFill>
        <a:effectLst/>
      </p:bgPr>
    </p:bg>
    <p:spTree>
      <p:nvGrpSpPr>
        <p:cNvPr id="1" name=""/>
        <p:cNvGrpSpPr/>
        <p:nvPr/>
      </p:nvGrpSpPr>
      <p:grpSpPr>
        <a:xfrm>
          <a:off x="0" y="0"/>
          <a:ext cx="0" cy="0"/>
          <a:chOff x="0" y="0"/>
          <a:chExt cx="0" cy="0"/>
        </a:xfrm>
      </p:grpSpPr>
      <p:sp>
        <p:nvSpPr>
          <p:cNvPr id="6146" name="Rectangle 1"/>
          <p:cNvSpPr>
            <a:spLocks noGrp="1" noChangeArrowheads="1"/>
          </p:cNvSpPr>
          <p:nvPr>
            <p:ph type="title"/>
          </p:nvPr>
        </p:nvSpPr>
        <p:spPr bwMode="auto">
          <a:xfrm>
            <a:off x="355600" y="7416800"/>
            <a:ext cx="12293600" cy="1282700"/>
          </a:xfrm>
          <a:prstGeom prst="rect">
            <a:avLst/>
          </a:prstGeom>
          <a:noFill/>
          <a:ln w="12700">
            <a:noFill/>
            <a:miter lim="800000"/>
            <a:headEnd/>
            <a:tailEnd/>
          </a:ln>
        </p:spPr>
        <p:txBody>
          <a:bodyPr vert="horz" wrap="square" lIns="50800" tIns="50800" rIns="50800" bIns="50800" numCol="1" anchor="ctr" anchorCtr="0" compatLnSpc="1">
            <a:prstTxWarp prst="textNoShape">
              <a:avLst/>
            </a:prstTxWarp>
          </a:bodyPr>
          <a:lstStyle/>
          <a:p>
            <a:pPr lvl="0"/>
            <a:r>
              <a:rPr lang="en-US" smtClean="0">
                <a:sym typeface="Gill Sans Light" pitchFamily="-112" charset="0"/>
              </a:rPr>
              <a:t>Click to edit Master title style</a:t>
            </a:r>
          </a:p>
        </p:txBody>
      </p:sp>
    </p:spTree>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Lst>
  <p:transition/>
  <p:txStyles>
    <p:titleStyle>
      <a:lvl1pPr algn="ctr" rtl="0" eaLnBrk="0" fontAlgn="base" hangingPunct="0">
        <a:spcBef>
          <a:spcPct val="0"/>
        </a:spcBef>
        <a:spcAft>
          <a:spcPct val="0"/>
        </a:spcAft>
        <a:defRPr sz="7200">
          <a:solidFill>
            <a:schemeClr val="tx1"/>
          </a:solidFill>
          <a:latin typeface="+mj-lt"/>
          <a:ea typeface="+mj-ea"/>
          <a:cs typeface="+mj-cs"/>
          <a:sym typeface="Gill Sans Light" pitchFamily="-112" charset="0"/>
        </a:defRPr>
      </a:lvl1pPr>
      <a:lvl2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2pPr>
      <a:lvl3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3pPr>
      <a:lvl4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4pPr>
      <a:lvl5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5pPr>
      <a:lvl6pPr marL="4572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6pPr>
      <a:lvl7pPr marL="9144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7pPr>
      <a:lvl8pPr marL="13716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8pPr>
      <a:lvl9pPr marL="18288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9pPr>
    </p:titleStyle>
    <p:bodyStyle>
      <a:lvl1pPr marL="342900" indent="-34290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1pPr>
      <a:lvl2pPr marL="742950" indent="-28575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2pPr>
      <a:lvl3pPr marL="1143000" indent="-22860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3pPr>
      <a:lvl4pPr marL="1600200" indent="-22860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4pPr>
      <a:lvl5pPr marL="2057400" indent="-22860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5pPr>
      <a:lvl6pPr marL="457200" algn="ctr" rtl="0" fontAlgn="base">
        <a:spcBef>
          <a:spcPct val="0"/>
        </a:spcBef>
        <a:spcAft>
          <a:spcPct val="0"/>
        </a:spcAft>
        <a:defRPr sz="3800">
          <a:solidFill>
            <a:schemeClr val="tx1"/>
          </a:solidFill>
          <a:latin typeface="+mn-lt"/>
          <a:ea typeface="+mn-ea"/>
          <a:cs typeface="+mn-cs"/>
          <a:sym typeface="Gill Sans Light" pitchFamily="-112" charset="0"/>
        </a:defRPr>
      </a:lvl6pPr>
      <a:lvl7pPr marL="914400" algn="ctr" rtl="0" fontAlgn="base">
        <a:spcBef>
          <a:spcPct val="0"/>
        </a:spcBef>
        <a:spcAft>
          <a:spcPct val="0"/>
        </a:spcAft>
        <a:defRPr sz="3800">
          <a:solidFill>
            <a:schemeClr val="tx1"/>
          </a:solidFill>
          <a:latin typeface="+mn-lt"/>
          <a:ea typeface="+mn-ea"/>
          <a:cs typeface="+mn-cs"/>
          <a:sym typeface="Gill Sans Light" pitchFamily="-112" charset="0"/>
        </a:defRPr>
      </a:lvl7pPr>
      <a:lvl8pPr marL="1371600" algn="ctr" rtl="0" fontAlgn="base">
        <a:spcBef>
          <a:spcPct val="0"/>
        </a:spcBef>
        <a:spcAft>
          <a:spcPct val="0"/>
        </a:spcAft>
        <a:defRPr sz="3800">
          <a:solidFill>
            <a:schemeClr val="tx1"/>
          </a:solidFill>
          <a:latin typeface="+mn-lt"/>
          <a:ea typeface="+mn-ea"/>
          <a:cs typeface="+mn-cs"/>
          <a:sym typeface="Gill Sans Light" pitchFamily="-112" charset="0"/>
        </a:defRPr>
      </a:lvl8pPr>
      <a:lvl9pPr marL="1828800" algn="ctr" rtl="0" fontAlgn="base">
        <a:spcBef>
          <a:spcPct val="0"/>
        </a:spcBef>
        <a:spcAft>
          <a:spcPct val="0"/>
        </a:spcAft>
        <a:defRPr sz="3800">
          <a:solidFill>
            <a:schemeClr val="tx1"/>
          </a:solidFill>
          <a:latin typeface="+mn-lt"/>
          <a:ea typeface="+mn-ea"/>
          <a:cs typeface="+mn-cs"/>
          <a:sym typeface="Gill Sans Light" pitchFamily="-112"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rgbClr val="9D9D9D"/>
            </a:gs>
            <a:gs pos="100000">
              <a:srgbClr val="FFFFFF"/>
            </a:gs>
          </a:gsLst>
          <a:lin ang="5400000" scaled="1"/>
          <a:tileRect/>
        </a:gradFill>
        <a:effectLst/>
      </p:bgPr>
    </p:bg>
    <p:spTree>
      <p:nvGrpSpPr>
        <p:cNvPr id="1" name=""/>
        <p:cNvGrpSpPr/>
        <p:nvPr/>
      </p:nvGrpSpPr>
      <p:grpSpPr>
        <a:xfrm>
          <a:off x="0" y="0"/>
          <a:ext cx="0" cy="0"/>
          <a:chOff x="0" y="0"/>
          <a:chExt cx="0" cy="0"/>
        </a:xfrm>
      </p:grpSpPr>
      <p:sp>
        <p:nvSpPr>
          <p:cNvPr id="7170" name="Rectangle 1"/>
          <p:cNvSpPr>
            <a:spLocks noGrp="1" noChangeArrowheads="1"/>
          </p:cNvSpPr>
          <p:nvPr>
            <p:ph type="title"/>
          </p:nvPr>
        </p:nvSpPr>
        <p:spPr bwMode="auto">
          <a:xfrm>
            <a:off x="355600" y="7416800"/>
            <a:ext cx="12293600" cy="1282700"/>
          </a:xfrm>
          <a:prstGeom prst="rect">
            <a:avLst/>
          </a:prstGeom>
          <a:noFill/>
          <a:ln w="12700">
            <a:noFill/>
            <a:miter lim="800000"/>
            <a:headEnd/>
            <a:tailEnd/>
          </a:ln>
        </p:spPr>
        <p:txBody>
          <a:bodyPr vert="horz" wrap="square" lIns="50800" tIns="50800" rIns="50800" bIns="50800" numCol="1" anchor="ctr" anchorCtr="0" compatLnSpc="1">
            <a:prstTxWarp prst="textNoShape">
              <a:avLst/>
            </a:prstTxWarp>
          </a:bodyPr>
          <a:lstStyle/>
          <a:p>
            <a:pPr lvl="0"/>
            <a:r>
              <a:rPr lang="en-US" smtClean="0">
                <a:sym typeface="Gill Sans Light" pitchFamily="-112" charset="0"/>
              </a:rPr>
              <a:t>Click to edit Master title style</a:t>
            </a:r>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ransition/>
  <p:txStyles>
    <p:titleStyle>
      <a:lvl1pPr algn="ctr" rtl="0" eaLnBrk="0" fontAlgn="base" hangingPunct="0">
        <a:spcBef>
          <a:spcPct val="0"/>
        </a:spcBef>
        <a:spcAft>
          <a:spcPct val="0"/>
        </a:spcAft>
        <a:defRPr sz="7200">
          <a:solidFill>
            <a:schemeClr val="tx1"/>
          </a:solidFill>
          <a:latin typeface="+mj-lt"/>
          <a:ea typeface="+mj-ea"/>
          <a:cs typeface="+mj-cs"/>
          <a:sym typeface="Gill Sans Light" pitchFamily="-112" charset="0"/>
        </a:defRPr>
      </a:lvl1pPr>
      <a:lvl2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2pPr>
      <a:lvl3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3pPr>
      <a:lvl4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4pPr>
      <a:lvl5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5pPr>
      <a:lvl6pPr marL="4572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6pPr>
      <a:lvl7pPr marL="9144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7pPr>
      <a:lvl8pPr marL="13716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8pPr>
      <a:lvl9pPr marL="18288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9pPr>
    </p:titleStyle>
    <p:bodyStyle>
      <a:lvl1pPr marL="342900" indent="-34290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1pPr>
      <a:lvl2pPr marL="742950" indent="-28575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2pPr>
      <a:lvl3pPr marL="1143000" indent="-22860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3pPr>
      <a:lvl4pPr marL="1600200" indent="-22860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4pPr>
      <a:lvl5pPr marL="2057400" indent="-22860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5pPr>
      <a:lvl6pPr marL="457200" algn="ctr" rtl="0" fontAlgn="base">
        <a:spcBef>
          <a:spcPct val="0"/>
        </a:spcBef>
        <a:spcAft>
          <a:spcPct val="0"/>
        </a:spcAft>
        <a:defRPr sz="3800">
          <a:solidFill>
            <a:schemeClr val="tx1"/>
          </a:solidFill>
          <a:latin typeface="+mn-lt"/>
          <a:ea typeface="+mn-ea"/>
          <a:cs typeface="+mn-cs"/>
          <a:sym typeface="Gill Sans Light" pitchFamily="-112" charset="0"/>
        </a:defRPr>
      </a:lvl6pPr>
      <a:lvl7pPr marL="914400" algn="ctr" rtl="0" fontAlgn="base">
        <a:spcBef>
          <a:spcPct val="0"/>
        </a:spcBef>
        <a:spcAft>
          <a:spcPct val="0"/>
        </a:spcAft>
        <a:defRPr sz="3800">
          <a:solidFill>
            <a:schemeClr val="tx1"/>
          </a:solidFill>
          <a:latin typeface="+mn-lt"/>
          <a:ea typeface="+mn-ea"/>
          <a:cs typeface="+mn-cs"/>
          <a:sym typeface="Gill Sans Light" pitchFamily="-112" charset="0"/>
        </a:defRPr>
      </a:lvl7pPr>
      <a:lvl8pPr marL="1371600" algn="ctr" rtl="0" fontAlgn="base">
        <a:spcBef>
          <a:spcPct val="0"/>
        </a:spcBef>
        <a:spcAft>
          <a:spcPct val="0"/>
        </a:spcAft>
        <a:defRPr sz="3800">
          <a:solidFill>
            <a:schemeClr val="tx1"/>
          </a:solidFill>
          <a:latin typeface="+mn-lt"/>
          <a:ea typeface="+mn-ea"/>
          <a:cs typeface="+mn-cs"/>
          <a:sym typeface="Gill Sans Light" pitchFamily="-112" charset="0"/>
        </a:defRPr>
      </a:lvl8pPr>
      <a:lvl9pPr marL="1828800" algn="ctr" rtl="0" fontAlgn="base">
        <a:spcBef>
          <a:spcPct val="0"/>
        </a:spcBef>
        <a:spcAft>
          <a:spcPct val="0"/>
        </a:spcAft>
        <a:defRPr sz="3800">
          <a:solidFill>
            <a:schemeClr val="tx1"/>
          </a:solidFill>
          <a:latin typeface="+mn-lt"/>
          <a:ea typeface="+mn-ea"/>
          <a:cs typeface="+mn-cs"/>
          <a:sym typeface="Gill Sans Light" pitchFamily="-112"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rgbClr val="9D9D9D"/>
            </a:gs>
            <a:gs pos="100000">
              <a:srgbClr val="FFFFFF"/>
            </a:gs>
          </a:gsLst>
          <a:lin ang="5400000" scaled="1"/>
          <a:tileRect/>
        </a:gradFill>
        <a:effectLst/>
      </p:bgPr>
    </p:bg>
    <p:spTree>
      <p:nvGrpSpPr>
        <p:cNvPr id="1" name=""/>
        <p:cNvGrpSpPr/>
        <p:nvPr/>
      </p:nvGrpSpPr>
      <p:grpSpPr>
        <a:xfrm>
          <a:off x="0" y="0"/>
          <a:ext cx="0" cy="0"/>
          <a:chOff x="0" y="0"/>
          <a:chExt cx="0" cy="0"/>
        </a:xfrm>
      </p:grpSpPr>
      <p:sp>
        <p:nvSpPr>
          <p:cNvPr id="8194" name="Rectangle 1"/>
          <p:cNvSpPr>
            <a:spLocks noGrp="1" noChangeArrowheads="1"/>
          </p:cNvSpPr>
          <p:nvPr>
            <p:ph type="title"/>
          </p:nvPr>
        </p:nvSpPr>
        <p:spPr bwMode="auto">
          <a:xfrm>
            <a:off x="355600" y="6832600"/>
            <a:ext cx="12293600" cy="1257300"/>
          </a:xfrm>
          <a:prstGeom prst="rect">
            <a:avLst/>
          </a:prstGeom>
          <a:noFill/>
          <a:ln w="12700">
            <a:noFill/>
            <a:miter lim="800000"/>
            <a:headEnd/>
            <a:tailEnd/>
          </a:ln>
        </p:spPr>
        <p:txBody>
          <a:bodyPr vert="horz" wrap="square" lIns="50800" tIns="50800" rIns="50800" bIns="50800" numCol="1" anchor="b" anchorCtr="0" compatLnSpc="1">
            <a:prstTxWarp prst="textNoShape">
              <a:avLst/>
            </a:prstTxWarp>
          </a:bodyPr>
          <a:lstStyle/>
          <a:p>
            <a:pPr lvl="0"/>
            <a:r>
              <a:rPr lang="en-US" smtClean="0">
                <a:sym typeface="Gill Sans Light" pitchFamily="-112" charset="0"/>
              </a:rPr>
              <a:t>Click to edit Master title style</a:t>
            </a:r>
          </a:p>
        </p:txBody>
      </p:sp>
      <p:sp>
        <p:nvSpPr>
          <p:cNvPr id="8195" name="Rectangle 2"/>
          <p:cNvSpPr>
            <a:spLocks noGrp="1" noChangeArrowheads="1"/>
          </p:cNvSpPr>
          <p:nvPr>
            <p:ph type="body" idx="1"/>
          </p:nvPr>
        </p:nvSpPr>
        <p:spPr bwMode="auto">
          <a:xfrm>
            <a:off x="355600" y="8077200"/>
            <a:ext cx="12293600" cy="1206500"/>
          </a:xfrm>
          <a:prstGeom prst="rect">
            <a:avLst/>
          </a:prstGeom>
          <a:noFill/>
          <a:ln w="12700">
            <a:noFill/>
            <a:miter lim="800000"/>
            <a:headEnd/>
            <a:tailEnd/>
          </a:ln>
        </p:spPr>
        <p:txBody>
          <a:bodyPr vert="horz" wrap="square" lIns="50800" tIns="50800" rIns="50800" bIns="50800" numCol="1" anchor="t" anchorCtr="0" compatLnSpc="1">
            <a:prstTxWarp prst="textNoShape">
              <a:avLst/>
            </a:prstTxWarp>
          </a:bodyPr>
          <a:lstStyle/>
          <a:p>
            <a:pPr lvl="0"/>
            <a:r>
              <a:rPr lang="en-US" smtClean="0">
                <a:sym typeface="Gill Sans Light" pitchFamily="-112" charset="0"/>
              </a:rPr>
              <a:t>Click to edit Master text styles</a:t>
            </a:r>
          </a:p>
          <a:p>
            <a:pPr lvl="1"/>
            <a:r>
              <a:rPr lang="en-US" smtClean="0">
                <a:sym typeface="Gill Sans Light" pitchFamily="-112" charset="0"/>
              </a:rPr>
              <a:t>Second level</a:t>
            </a:r>
          </a:p>
          <a:p>
            <a:pPr lvl="2"/>
            <a:r>
              <a:rPr lang="en-US" smtClean="0">
                <a:sym typeface="Gill Sans Light" pitchFamily="-112" charset="0"/>
              </a:rPr>
              <a:t>Third level</a:t>
            </a:r>
          </a:p>
          <a:p>
            <a:pPr lvl="3"/>
            <a:r>
              <a:rPr lang="en-US" smtClean="0">
                <a:sym typeface="Gill Sans Light" pitchFamily="-112" charset="0"/>
              </a:rPr>
              <a:t>Fourth level</a:t>
            </a:r>
          </a:p>
          <a:p>
            <a:pPr lvl="4"/>
            <a:r>
              <a:rPr lang="en-US" smtClean="0">
                <a:sym typeface="Gill Sans Light" pitchFamily="-112" charset="0"/>
              </a:rPr>
              <a:t>Fifth level</a:t>
            </a:r>
          </a:p>
        </p:txBody>
      </p:sp>
    </p:spTree>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transition/>
  <p:txStyles>
    <p:titleStyle>
      <a:lvl1pPr algn="ctr" rtl="0" eaLnBrk="0" fontAlgn="base" hangingPunct="0">
        <a:spcBef>
          <a:spcPct val="0"/>
        </a:spcBef>
        <a:spcAft>
          <a:spcPct val="0"/>
        </a:spcAft>
        <a:defRPr sz="7200">
          <a:solidFill>
            <a:schemeClr val="tx1"/>
          </a:solidFill>
          <a:latin typeface="+mj-lt"/>
          <a:ea typeface="+mj-ea"/>
          <a:cs typeface="+mj-cs"/>
          <a:sym typeface="Gill Sans Light" pitchFamily="-112" charset="0"/>
        </a:defRPr>
      </a:lvl1pPr>
      <a:lvl2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2pPr>
      <a:lvl3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3pPr>
      <a:lvl4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4pPr>
      <a:lvl5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5pPr>
      <a:lvl6pPr marL="4572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6pPr>
      <a:lvl7pPr marL="9144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7pPr>
      <a:lvl8pPr marL="13716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8pPr>
      <a:lvl9pPr marL="18288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9pPr>
    </p:titleStyle>
    <p:bodyStyle>
      <a:lvl1pPr marL="342900" indent="-34290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1pPr>
      <a:lvl2pPr marL="742950" indent="-28575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2pPr>
      <a:lvl3pPr marL="1143000" indent="-22860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3pPr>
      <a:lvl4pPr marL="1600200" indent="-22860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4pPr>
      <a:lvl5pPr marL="2057400" indent="-22860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5pPr>
      <a:lvl6pPr marL="457200" algn="ctr" rtl="0" fontAlgn="base">
        <a:spcBef>
          <a:spcPct val="0"/>
        </a:spcBef>
        <a:spcAft>
          <a:spcPct val="0"/>
        </a:spcAft>
        <a:defRPr sz="3800">
          <a:solidFill>
            <a:schemeClr val="tx1"/>
          </a:solidFill>
          <a:latin typeface="+mn-lt"/>
          <a:ea typeface="+mn-ea"/>
          <a:cs typeface="+mn-cs"/>
          <a:sym typeface="Gill Sans Light" pitchFamily="-112" charset="0"/>
        </a:defRPr>
      </a:lvl6pPr>
      <a:lvl7pPr marL="914400" algn="ctr" rtl="0" fontAlgn="base">
        <a:spcBef>
          <a:spcPct val="0"/>
        </a:spcBef>
        <a:spcAft>
          <a:spcPct val="0"/>
        </a:spcAft>
        <a:defRPr sz="3800">
          <a:solidFill>
            <a:schemeClr val="tx1"/>
          </a:solidFill>
          <a:latin typeface="+mn-lt"/>
          <a:ea typeface="+mn-ea"/>
          <a:cs typeface="+mn-cs"/>
          <a:sym typeface="Gill Sans Light" pitchFamily="-112" charset="0"/>
        </a:defRPr>
      </a:lvl7pPr>
      <a:lvl8pPr marL="1371600" algn="ctr" rtl="0" fontAlgn="base">
        <a:spcBef>
          <a:spcPct val="0"/>
        </a:spcBef>
        <a:spcAft>
          <a:spcPct val="0"/>
        </a:spcAft>
        <a:defRPr sz="3800">
          <a:solidFill>
            <a:schemeClr val="tx1"/>
          </a:solidFill>
          <a:latin typeface="+mn-lt"/>
          <a:ea typeface="+mn-ea"/>
          <a:cs typeface="+mn-cs"/>
          <a:sym typeface="Gill Sans Light" pitchFamily="-112" charset="0"/>
        </a:defRPr>
      </a:lvl8pPr>
      <a:lvl9pPr marL="1828800" algn="ctr" rtl="0" fontAlgn="base">
        <a:spcBef>
          <a:spcPct val="0"/>
        </a:spcBef>
        <a:spcAft>
          <a:spcPct val="0"/>
        </a:spcAft>
        <a:defRPr sz="3800">
          <a:solidFill>
            <a:schemeClr val="tx1"/>
          </a:solidFill>
          <a:latin typeface="+mn-lt"/>
          <a:ea typeface="+mn-ea"/>
          <a:cs typeface="+mn-cs"/>
          <a:sym typeface="Gill Sans Light" pitchFamily="-112"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rgbClr val="9D9D9D"/>
            </a:gs>
            <a:gs pos="100000">
              <a:srgbClr val="FFFFFF"/>
            </a:gs>
          </a:gsLst>
          <a:lin ang="5400000" scaled="1"/>
          <a:tileRect/>
        </a:gradFill>
        <a:effectLst/>
      </p:bgPr>
    </p:bg>
    <p:spTree>
      <p:nvGrpSpPr>
        <p:cNvPr id="1" name=""/>
        <p:cNvGrpSpPr/>
        <p:nvPr/>
      </p:nvGrpSpPr>
      <p:grpSpPr>
        <a:xfrm>
          <a:off x="0" y="0"/>
          <a:ext cx="0" cy="0"/>
          <a:chOff x="0" y="0"/>
          <a:chExt cx="0" cy="0"/>
        </a:xfrm>
      </p:grpSpPr>
      <p:sp>
        <p:nvSpPr>
          <p:cNvPr id="9218" name="Rectangle 1"/>
          <p:cNvSpPr>
            <a:spLocks noGrp="1" noChangeArrowheads="1"/>
          </p:cNvSpPr>
          <p:nvPr>
            <p:ph type="title"/>
          </p:nvPr>
        </p:nvSpPr>
        <p:spPr bwMode="auto">
          <a:xfrm>
            <a:off x="355600" y="6832600"/>
            <a:ext cx="12293600" cy="1257300"/>
          </a:xfrm>
          <a:prstGeom prst="rect">
            <a:avLst/>
          </a:prstGeom>
          <a:noFill/>
          <a:ln w="12700">
            <a:noFill/>
            <a:miter lim="800000"/>
            <a:headEnd/>
            <a:tailEnd/>
          </a:ln>
        </p:spPr>
        <p:txBody>
          <a:bodyPr vert="horz" wrap="square" lIns="50800" tIns="50800" rIns="50800" bIns="50800" numCol="1" anchor="b" anchorCtr="0" compatLnSpc="1">
            <a:prstTxWarp prst="textNoShape">
              <a:avLst/>
            </a:prstTxWarp>
          </a:bodyPr>
          <a:lstStyle/>
          <a:p>
            <a:pPr lvl="0"/>
            <a:r>
              <a:rPr lang="en-US" smtClean="0">
                <a:sym typeface="Gill Sans Light" pitchFamily="-112" charset="0"/>
              </a:rPr>
              <a:t>Click to edit Master title style</a:t>
            </a:r>
          </a:p>
        </p:txBody>
      </p:sp>
      <p:sp>
        <p:nvSpPr>
          <p:cNvPr id="9219" name="Rectangle 2"/>
          <p:cNvSpPr>
            <a:spLocks noGrp="1" noChangeArrowheads="1"/>
          </p:cNvSpPr>
          <p:nvPr>
            <p:ph type="body" idx="1"/>
          </p:nvPr>
        </p:nvSpPr>
        <p:spPr bwMode="auto">
          <a:xfrm>
            <a:off x="355600" y="8077200"/>
            <a:ext cx="12293600" cy="1206500"/>
          </a:xfrm>
          <a:prstGeom prst="rect">
            <a:avLst/>
          </a:prstGeom>
          <a:noFill/>
          <a:ln w="12700">
            <a:noFill/>
            <a:miter lim="800000"/>
            <a:headEnd/>
            <a:tailEnd/>
          </a:ln>
        </p:spPr>
        <p:txBody>
          <a:bodyPr vert="horz" wrap="square" lIns="50800" tIns="50800" rIns="50800" bIns="50800" numCol="1" anchor="t" anchorCtr="0" compatLnSpc="1">
            <a:prstTxWarp prst="textNoShape">
              <a:avLst/>
            </a:prstTxWarp>
          </a:bodyPr>
          <a:lstStyle/>
          <a:p>
            <a:pPr lvl="0"/>
            <a:r>
              <a:rPr lang="en-US" smtClean="0">
                <a:sym typeface="Gill Sans Light" pitchFamily="-112" charset="0"/>
              </a:rPr>
              <a:t>Click to edit Master text styles</a:t>
            </a:r>
          </a:p>
          <a:p>
            <a:pPr lvl="1"/>
            <a:r>
              <a:rPr lang="en-US" smtClean="0">
                <a:sym typeface="Gill Sans Light" pitchFamily="-112" charset="0"/>
              </a:rPr>
              <a:t>Second level</a:t>
            </a:r>
          </a:p>
          <a:p>
            <a:pPr lvl="2"/>
            <a:r>
              <a:rPr lang="en-US" smtClean="0">
                <a:sym typeface="Gill Sans Light" pitchFamily="-112" charset="0"/>
              </a:rPr>
              <a:t>Third level</a:t>
            </a:r>
          </a:p>
          <a:p>
            <a:pPr lvl="3"/>
            <a:r>
              <a:rPr lang="en-US" smtClean="0">
                <a:sym typeface="Gill Sans Light" pitchFamily="-112" charset="0"/>
              </a:rPr>
              <a:t>Fourth level</a:t>
            </a:r>
          </a:p>
          <a:p>
            <a:pPr lvl="4"/>
            <a:r>
              <a:rPr lang="en-US" smtClean="0">
                <a:sym typeface="Gill Sans Light" pitchFamily="-112" charset="0"/>
              </a:rPr>
              <a:t>Fifth level</a:t>
            </a:r>
          </a:p>
        </p:txBody>
      </p:sp>
    </p:spTree>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Lst>
  <p:transition/>
  <p:txStyles>
    <p:titleStyle>
      <a:lvl1pPr algn="ctr" rtl="0" eaLnBrk="0" fontAlgn="base" hangingPunct="0">
        <a:spcBef>
          <a:spcPct val="0"/>
        </a:spcBef>
        <a:spcAft>
          <a:spcPct val="0"/>
        </a:spcAft>
        <a:defRPr sz="7200">
          <a:solidFill>
            <a:schemeClr val="tx1"/>
          </a:solidFill>
          <a:latin typeface="+mj-lt"/>
          <a:ea typeface="+mj-ea"/>
          <a:cs typeface="+mj-cs"/>
          <a:sym typeface="Gill Sans Light" pitchFamily="-112" charset="0"/>
        </a:defRPr>
      </a:lvl1pPr>
      <a:lvl2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2pPr>
      <a:lvl3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3pPr>
      <a:lvl4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4pPr>
      <a:lvl5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5pPr>
      <a:lvl6pPr marL="4572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6pPr>
      <a:lvl7pPr marL="9144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7pPr>
      <a:lvl8pPr marL="13716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8pPr>
      <a:lvl9pPr marL="18288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9pPr>
    </p:titleStyle>
    <p:bodyStyle>
      <a:lvl1pPr marL="342900" indent="-34290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1pPr>
      <a:lvl2pPr marL="742950" indent="-28575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2pPr>
      <a:lvl3pPr marL="1143000" indent="-22860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3pPr>
      <a:lvl4pPr marL="1600200" indent="-22860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4pPr>
      <a:lvl5pPr marL="2057400" indent="-22860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5pPr>
      <a:lvl6pPr marL="457200" algn="ctr" rtl="0" fontAlgn="base">
        <a:spcBef>
          <a:spcPct val="0"/>
        </a:spcBef>
        <a:spcAft>
          <a:spcPct val="0"/>
        </a:spcAft>
        <a:defRPr sz="3800">
          <a:solidFill>
            <a:schemeClr val="tx1"/>
          </a:solidFill>
          <a:latin typeface="+mn-lt"/>
          <a:ea typeface="+mn-ea"/>
          <a:cs typeface="+mn-cs"/>
          <a:sym typeface="Gill Sans Light" pitchFamily="-112" charset="0"/>
        </a:defRPr>
      </a:lvl6pPr>
      <a:lvl7pPr marL="914400" algn="ctr" rtl="0" fontAlgn="base">
        <a:spcBef>
          <a:spcPct val="0"/>
        </a:spcBef>
        <a:spcAft>
          <a:spcPct val="0"/>
        </a:spcAft>
        <a:defRPr sz="3800">
          <a:solidFill>
            <a:schemeClr val="tx1"/>
          </a:solidFill>
          <a:latin typeface="+mn-lt"/>
          <a:ea typeface="+mn-ea"/>
          <a:cs typeface="+mn-cs"/>
          <a:sym typeface="Gill Sans Light" pitchFamily="-112" charset="0"/>
        </a:defRPr>
      </a:lvl7pPr>
      <a:lvl8pPr marL="1371600" algn="ctr" rtl="0" fontAlgn="base">
        <a:spcBef>
          <a:spcPct val="0"/>
        </a:spcBef>
        <a:spcAft>
          <a:spcPct val="0"/>
        </a:spcAft>
        <a:defRPr sz="3800">
          <a:solidFill>
            <a:schemeClr val="tx1"/>
          </a:solidFill>
          <a:latin typeface="+mn-lt"/>
          <a:ea typeface="+mn-ea"/>
          <a:cs typeface="+mn-cs"/>
          <a:sym typeface="Gill Sans Light" pitchFamily="-112" charset="0"/>
        </a:defRPr>
      </a:lvl8pPr>
      <a:lvl9pPr marL="1828800" algn="ctr" rtl="0" fontAlgn="base">
        <a:spcBef>
          <a:spcPct val="0"/>
        </a:spcBef>
        <a:spcAft>
          <a:spcPct val="0"/>
        </a:spcAft>
        <a:defRPr sz="3800">
          <a:solidFill>
            <a:schemeClr val="tx1"/>
          </a:solidFill>
          <a:latin typeface="+mn-lt"/>
          <a:ea typeface="+mn-ea"/>
          <a:cs typeface="+mn-cs"/>
          <a:sym typeface="Gill Sans Light" pitchFamily="-112"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rgbClr val="9D9D9D"/>
            </a:gs>
            <a:gs pos="100000">
              <a:srgbClr val="FFFFFF"/>
            </a:gs>
          </a:gsLst>
          <a:lin ang="5400000" scaled="1"/>
          <a:tileRect/>
        </a:gradFill>
        <a:effectLst/>
      </p:bgPr>
    </p:bg>
    <p:spTree>
      <p:nvGrpSpPr>
        <p:cNvPr id="1" name=""/>
        <p:cNvGrpSpPr/>
        <p:nvPr/>
      </p:nvGrpSpPr>
      <p:grpSpPr>
        <a:xfrm>
          <a:off x="0" y="0"/>
          <a:ext cx="0" cy="0"/>
          <a:chOff x="0" y="0"/>
          <a:chExt cx="0" cy="0"/>
        </a:xfrm>
      </p:grpSpPr>
      <p:sp>
        <p:nvSpPr>
          <p:cNvPr id="10242" name="Rectangle 1"/>
          <p:cNvSpPr>
            <a:spLocks noGrp="1" noChangeArrowheads="1"/>
          </p:cNvSpPr>
          <p:nvPr>
            <p:ph type="title"/>
          </p:nvPr>
        </p:nvSpPr>
        <p:spPr bwMode="auto">
          <a:xfrm>
            <a:off x="355600" y="254000"/>
            <a:ext cx="12293600" cy="2438400"/>
          </a:xfrm>
          <a:prstGeom prst="rect">
            <a:avLst/>
          </a:prstGeom>
          <a:noFill/>
          <a:ln w="12700">
            <a:noFill/>
            <a:miter lim="800000"/>
            <a:headEnd/>
            <a:tailEnd/>
          </a:ln>
        </p:spPr>
        <p:txBody>
          <a:bodyPr vert="horz" wrap="square" lIns="50800" tIns="50800" rIns="50800" bIns="50800" numCol="1" anchor="ctr" anchorCtr="0" compatLnSpc="1">
            <a:prstTxWarp prst="textNoShape">
              <a:avLst/>
            </a:prstTxWarp>
          </a:bodyPr>
          <a:lstStyle/>
          <a:p>
            <a:pPr lvl="0"/>
            <a:r>
              <a:rPr lang="en-US" smtClean="0">
                <a:sym typeface="Gill Sans Light" pitchFamily="-112" charset="0"/>
              </a:rPr>
              <a:t>Click to edit Master title style</a:t>
            </a:r>
          </a:p>
        </p:txBody>
      </p:sp>
      <p:sp>
        <p:nvSpPr>
          <p:cNvPr id="10243" name="Rectangle 2"/>
          <p:cNvSpPr>
            <a:spLocks noGrp="1" noChangeArrowheads="1"/>
          </p:cNvSpPr>
          <p:nvPr>
            <p:ph type="body" idx="1"/>
          </p:nvPr>
        </p:nvSpPr>
        <p:spPr bwMode="auto">
          <a:xfrm>
            <a:off x="6756400" y="3187700"/>
            <a:ext cx="5892800" cy="5842000"/>
          </a:xfrm>
          <a:prstGeom prst="rect">
            <a:avLst/>
          </a:prstGeom>
          <a:noFill/>
          <a:ln w="12700">
            <a:noFill/>
            <a:miter lim="800000"/>
            <a:headEnd/>
            <a:tailEnd/>
          </a:ln>
        </p:spPr>
        <p:txBody>
          <a:bodyPr vert="horz" wrap="square" lIns="50800" tIns="50800" rIns="50800" bIns="50800" numCol="1" anchor="ctr" anchorCtr="0" compatLnSpc="1">
            <a:prstTxWarp prst="textNoShape">
              <a:avLst/>
            </a:prstTxWarp>
          </a:bodyPr>
          <a:lstStyle/>
          <a:p>
            <a:pPr lvl="0"/>
            <a:r>
              <a:rPr lang="en-US" smtClean="0">
                <a:sym typeface="Gill Sans Light" pitchFamily="-112" charset="0"/>
              </a:rPr>
              <a:t>Click to edit Master text styles</a:t>
            </a:r>
          </a:p>
          <a:p>
            <a:pPr lvl="1"/>
            <a:r>
              <a:rPr lang="en-US" smtClean="0">
                <a:sym typeface="Gill Sans Light" pitchFamily="-112" charset="0"/>
              </a:rPr>
              <a:t>Second level</a:t>
            </a:r>
          </a:p>
          <a:p>
            <a:pPr lvl="2"/>
            <a:r>
              <a:rPr lang="en-US" smtClean="0">
                <a:sym typeface="Gill Sans Light" pitchFamily="-112" charset="0"/>
              </a:rPr>
              <a:t>Third level</a:t>
            </a:r>
          </a:p>
          <a:p>
            <a:pPr lvl="3"/>
            <a:r>
              <a:rPr lang="en-US" smtClean="0">
                <a:sym typeface="Gill Sans Light" pitchFamily="-112" charset="0"/>
              </a:rPr>
              <a:t>Fourth level</a:t>
            </a:r>
          </a:p>
          <a:p>
            <a:pPr lvl="4"/>
            <a:r>
              <a:rPr lang="en-US" smtClean="0">
                <a:sym typeface="Gill Sans Light" pitchFamily="-112" charset="0"/>
              </a:rPr>
              <a:t>Fifth level</a:t>
            </a:r>
          </a:p>
        </p:txBody>
      </p:sp>
    </p:spTree>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Lst>
  <p:transition/>
  <p:txStyles>
    <p:titleStyle>
      <a:lvl1pPr algn="ctr" rtl="0" eaLnBrk="0" fontAlgn="base" hangingPunct="0">
        <a:spcBef>
          <a:spcPct val="0"/>
        </a:spcBef>
        <a:spcAft>
          <a:spcPct val="0"/>
        </a:spcAft>
        <a:defRPr sz="7200">
          <a:solidFill>
            <a:srgbClr val="404140"/>
          </a:solidFill>
          <a:latin typeface="+mj-lt"/>
          <a:ea typeface="+mj-ea"/>
          <a:cs typeface="+mj-cs"/>
          <a:sym typeface="Gill Sans Light" pitchFamily="-112" charset="0"/>
        </a:defRPr>
      </a:lvl1pPr>
      <a:lvl2pPr algn="ctr" rtl="0" eaLnBrk="0" fontAlgn="base" hangingPunct="0">
        <a:spcBef>
          <a:spcPct val="0"/>
        </a:spcBef>
        <a:spcAft>
          <a:spcPct val="0"/>
        </a:spcAft>
        <a:defRPr sz="7200">
          <a:solidFill>
            <a:srgbClr val="404140"/>
          </a:solidFill>
          <a:latin typeface="Gill Sans Light" pitchFamily="-112" charset="0"/>
          <a:ea typeface="ヒラギノ角ゴ ProN W3" pitchFamily="-112" charset="-128"/>
          <a:cs typeface="ヒラギノ角ゴ ProN W3" pitchFamily="-112" charset="-128"/>
          <a:sym typeface="Gill Sans Light" pitchFamily="-112" charset="0"/>
        </a:defRPr>
      </a:lvl2pPr>
      <a:lvl3pPr algn="ctr" rtl="0" eaLnBrk="0" fontAlgn="base" hangingPunct="0">
        <a:spcBef>
          <a:spcPct val="0"/>
        </a:spcBef>
        <a:spcAft>
          <a:spcPct val="0"/>
        </a:spcAft>
        <a:defRPr sz="7200">
          <a:solidFill>
            <a:srgbClr val="404140"/>
          </a:solidFill>
          <a:latin typeface="Gill Sans Light" pitchFamily="-112" charset="0"/>
          <a:ea typeface="ヒラギノ角ゴ ProN W3" pitchFamily="-112" charset="-128"/>
          <a:cs typeface="ヒラギノ角ゴ ProN W3" pitchFamily="-112" charset="-128"/>
          <a:sym typeface="Gill Sans Light" pitchFamily="-112" charset="0"/>
        </a:defRPr>
      </a:lvl3pPr>
      <a:lvl4pPr algn="ctr" rtl="0" eaLnBrk="0" fontAlgn="base" hangingPunct="0">
        <a:spcBef>
          <a:spcPct val="0"/>
        </a:spcBef>
        <a:spcAft>
          <a:spcPct val="0"/>
        </a:spcAft>
        <a:defRPr sz="7200">
          <a:solidFill>
            <a:srgbClr val="404140"/>
          </a:solidFill>
          <a:latin typeface="Gill Sans Light" pitchFamily="-112" charset="0"/>
          <a:ea typeface="ヒラギノ角ゴ ProN W3" pitchFamily="-112" charset="-128"/>
          <a:cs typeface="ヒラギノ角ゴ ProN W3" pitchFamily="-112" charset="-128"/>
          <a:sym typeface="Gill Sans Light" pitchFamily="-112" charset="0"/>
        </a:defRPr>
      </a:lvl4pPr>
      <a:lvl5pPr algn="ctr" rtl="0" eaLnBrk="0" fontAlgn="base" hangingPunct="0">
        <a:spcBef>
          <a:spcPct val="0"/>
        </a:spcBef>
        <a:spcAft>
          <a:spcPct val="0"/>
        </a:spcAft>
        <a:defRPr sz="7200">
          <a:solidFill>
            <a:srgbClr val="404140"/>
          </a:solidFill>
          <a:latin typeface="Gill Sans Light" pitchFamily="-112" charset="0"/>
          <a:ea typeface="ヒラギノ角ゴ ProN W3" pitchFamily="-112" charset="-128"/>
          <a:cs typeface="ヒラギノ角ゴ ProN W3" pitchFamily="-112" charset="-128"/>
          <a:sym typeface="Gill Sans Light" pitchFamily="-112" charset="0"/>
        </a:defRPr>
      </a:lvl5pPr>
      <a:lvl6pPr marL="457200" algn="ctr" rtl="0" fontAlgn="base">
        <a:spcBef>
          <a:spcPct val="0"/>
        </a:spcBef>
        <a:spcAft>
          <a:spcPct val="0"/>
        </a:spcAft>
        <a:defRPr sz="7200">
          <a:solidFill>
            <a:srgbClr val="404140"/>
          </a:solidFill>
          <a:latin typeface="Gill Sans Light" pitchFamily="-112" charset="0"/>
          <a:ea typeface="ヒラギノ角ゴ ProN W3" pitchFamily="-112" charset="-128"/>
          <a:cs typeface="ヒラギノ角ゴ ProN W3" pitchFamily="-112" charset="-128"/>
          <a:sym typeface="Gill Sans Light" pitchFamily="-112" charset="0"/>
        </a:defRPr>
      </a:lvl6pPr>
      <a:lvl7pPr marL="914400" algn="ctr" rtl="0" fontAlgn="base">
        <a:spcBef>
          <a:spcPct val="0"/>
        </a:spcBef>
        <a:spcAft>
          <a:spcPct val="0"/>
        </a:spcAft>
        <a:defRPr sz="7200">
          <a:solidFill>
            <a:srgbClr val="404140"/>
          </a:solidFill>
          <a:latin typeface="Gill Sans Light" pitchFamily="-112" charset="0"/>
          <a:ea typeface="ヒラギノ角ゴ ProN W3" pitchFamily="-112" charset="-128"/>
          <a:cs typeface="ヒラギノ角ゴ ProN W3" pitchFamily="-112" charset="-128"/>
          <a:sym typeface="Gill Sans Light" pitchFamily="-112" charset="0"/>
        </a:defRPr>
      </a:lvl7pPr>
      <a:lvl8pPr marL="1371600" algn="ctr" rtl="0" fontAlgn="base">
        <a:spcBef>
          <a:spcPct val="0"/>
        </a:spcBef>
        <a:spcAft>
          <a:spcPct val="0"/>
        </a:spcAft>
        <a:defRPr sz="7200">
          <a:solidFill>
            <a:srgbClr val="404140"/>
          </a:solidFill>
          <a:latin typeface="Gill Sans Light" pitchFamily="-112" charset="0"/>
          <a:ea typeface="ヒラギノ角ゴ ProN W3" pitchFamily="-112" charset="-128"/>
          <a:cs typeface="ヒラギノ角ゴ ProN W3" pitchFamily="-112" charset="-128"/>
          <a:sym typeface="Gill Sans Light" pitchFamily="-112" charset="0"/>
        </a:defRPr>
      </a:lvl8pPr>
      <a:lvl9pPr marL="1828800" algn="ctr" rtl="0" fontAlgn="base">
        <a:spcBef>
          <a:spcPct val="0"/>
        </a:spcBef>
        <a:spcAft>
          <a:spcPct val="0"/>
        </a:spcAft>
        <a:defRPr sz="7200">
          <a:solidFill>
            <a:srgbClr val="404140"/>
          </a:solidFill>
          <a:latin typeface="Gill Sans Light" pitchFamily="-112" charset="0"/>
          <a:ea typeface="ヒラギノ角ゴ ProN W3" pitchFamily="-112" charset="-128"/>
          <a:cs typeface="ヒラギノ角ゴ ProN W3" pitchFamily="-112" charset="-128"/>
          <a:sym typeface="Gill Sans Light" pitchFamily="-112" charset="0"/>
        </a:defRPr>
      </a:lvl9pPr>
    </p:titleStyle>
    <p:bodyStyle>
      <a:lvl1pPr marL="304800" indent="-304800" algn="l" rtl="0" eaLnBrk="0" fontAlgn="base" hangingPunct="0">
        <a:spcBef>
          <a:spcPts val="3800"/>
        </a:spcBef>
        <a:spcAft>
          <a:spcPct val="0"/>
        </a:spcAft>
        <a:buClr>
          <a:srgbClr val="414141"/>
        </a:buClr>
        <a:buSzPct val="81000"/>
        <a:buFont typeface="Gill Sans Light" pitchFamily="-112" charset="0"/>
        <a:buChar char="•"/>
        <a:defRPr sz="3800">
          <a:solidFill>
            <a:srgbClr val="404140"/>
          </a:solidFill>
          <a:latin typeface="+mn-lt"/>
          <a:ea typeface="+mn-ea"/>
          <a:cs typeface="+mn-cs"/>
          <a:sym typeface="Gill Sans Light" pitchFamily="-112" charset="0"/>
        </a:defRPr>
      </a:lvl1pPr>
      <a:lvl2pPr marL="635000" indent="-304800" algn="l" rtl="0" eaLnBrk="0" fontAlgn="base" hangingPunct="0">
        <a:spcBef>
          <a:spcPts val="3800"/>
        </a:spcBef>
        <a:spcAft>
          <a:spcPct val="0"/>
        </a:spcAft>
        <a:buClr>
          <a:srgbClr val="414141"/>
        </a:buClr>
        <a:buSzPct val="81000"/>
        <a:buFont typeface="Gill Sans Light" pitchFamily="-112" charset="0"/>
        <a:buChar char="•"/>
        <a:defRPr sz="3800">
          <a:solidFill>
            <a:srgbClr val="404140"/>
          </a:solidFill>
          <a:latin typeface="+mn-lt"/>
          <a:ea typeface="+mn-ea"/>
          <a:cs typeface="+mn-cs"/>
          <a:sym typeface="Gill Sans Light" pitchFamily="-112" charset="0"/>
        </a:defRPr>
      </a:lvl2pPr>
      <a:lvl3pPr marL="1016000" indent="-304800" algn="l" rtl="0" eaLnBrk="0" fontAlgn="base" hangingPunct="0">
        <a:spcBef>
          <a:spcPts val="3800"/>
        </a:spcBef>
        <a:spcAft>
          <a:spcPct val="0"/>
        </a:spcAft>
        <a:buClr>
          <a:srgbClr val="414141"/>
        </a:buClr>
        <a:buSzPct val="81000"/>
        <a:buFont typeface="Gill Sans Light" pitchFamily="-112" charset="0"/>
        <a:buChar char="•"/>
        <a:defRPr sz="3800">
          <a:solidFill>
            <a:srgbClr val="404140"/>
          </a:solidFill>
          <a:latin typeface="+mn-lt"/>
          <a:ea typeface="+mn-ea"/>
          <a:cs typeface="+mn-cs"/>
          <a:sym typeface="Gill Sans Light" pitchFamily="-112" charset="0"/>
        </a:defRPr>
      </a:lvl3pPr>
      <a:lvl4pPr marL="1397000" indent="-304800" algn="l" rtl="0" eaLnBrk="0" fontAlgn="base" hangingPunct="0">
        <a:spcBef>
          <a:spcPts val="3800"/>
        </a:spcBef>
        <a:spcAft>
          <a:spcPct val="0"/>
        </a:spcAft>
        <a:buClr>
          <a:srgbClr val="414141"/>
        </a:buClr>
        <a:buSzPct val="81000"/>
        <a:buFont typeface="Gill Sans Light" pitchFamily="-112" charset="0"/>
        <a:buChar char="•"/>
        <a:defRPr sz="3800">
          <a:solidFill>
            <a:srgbClr val="404140"/>
          </a:solidFill>
          <a:latin typeface="+mn-lt"/>
          <a:ea typeface="+mn-ea"/>
          <a:cs typeface="+mn-cs"/>
          <a:sym typeface="Gill Sans Light" pitchFamily="-112" charset="0"/>
        </a:defRPr>
      </a:lvl4pPr>
      <a:lvl5pPr marL="1778000" indent="-304800" algn="l" rtl="0" eaLnBrk="0" fontAlgn="base" hangingPunct="0">
        <a:spcBef>
          <a:spcPts val="3800"/>
        </a:spcBef>
        <a:spcAft>
          <a:spcPct val="0"/>
        </a:spcAft>
        <a:buClr>
          <a:srgbClr val="414141"/>
        </a:buClr>
        <a:buSzPct val="81000"/>
        <a:buFont typeface="Gill Sans Light" pitchFamily="-112" charset="0"/>
        <a:buChar char="•"/>
        <a:defRPr sz="3800">
          <a:solidFill>
            <a:srgbClr val="404140"/>
          </a:solidFill>
          <a:latin typeface="+mn-lt"/>
          <a:ea typeface="+mn-ea"/>
          <a:cs typeface="+mn-cs"/>
          <a:sym typeface="Gill Sans Light" pitchFamily="-112" charset="0"/>
        </a:defRPr>
      </a:lvl5pPr>
      <a:lvl6pPr marL="2235200" indent="-304800" algn="l" rtl="0" fontAlgn="base">
        <a:spcBef>
          <a:spcPts val="3800"/>
        </a:spcBef>
        <a:spcAft>
          <a:spcPct val="0"/>
        </a:spcAft>
        <a:buClr>
          <a:srgbClr val="414141"/>
        </a:buClr>
        <a:buSzPct val="81000"/>
        <a:buFont typeface="Gill Sans Light" pitchFamily="-112" charset="0"/>
        <a:buChar char="•"/>
        <a:defRPr sz="3800">
          <a:solidFill>
            <a:srgbClr val="404140"/>
          </a:solidFill>
          <a:latin typeface="+mn-lt"/>
          <a:ea typeface="+mn-ea"/>
          <a:cs typeface="+mn-cs"/>
          <a:sym typeface="Gill Sans Light" pitchFamily="-112" charset="0"/>
        </a:defRPr>
      </a:lvl6pPr>
      <a:lvl7pPr marL="2692400" indent="-304800" algn="l" rtl="0" fontAlgn="base">
        <a:spcBef>
          <a:spcPts val="3800"/>
        </a:spcBef>
        <a:spcAft>
          <a:spcPct val="0"/>
        </a:spcAft>
        <a:buClr>
          <a:srgbClr val="414141"/>
        </a:buClr>
        <a:buSzPct val="81000"/>
        <a:buFont typeface="Gill Sans Light" pitchFamily="-112" charset="0"/>
        <a:buChar char="•"/>
        <a:defRPr sz="3800">
          <a:solidFill>
            <a:srgbClr val="404140"/>
          </a:solidFill>
          <a:latin typeface="+mn-lt"/>
          <a:ea typeface="+mn-ea"/>
          <a:cs typeface="+mn-cs"/>
          <a:sym typeface="Gill Sans Light" pitchFamily="-112" charset="0"/>
        </a:defRPr>
      </a:lvl7pPr>
      <a:lvl8pPr marL="3149600" indent="-304800" algn="l" rtl="0" fontAlgn="base">
        <a:spcBef>
          <a:spcPts val="3800"/>
        </a:spcBef>
        <a:spcAft>
          <a:spcPct val="0"/>
        </a:spcAft>
        <a:buClr>
          <a:srgbClr val="414141"/>
        </a:buClr>
        <a:buSzPct val="81000"/>
        <a:buFont typeface="Gill Sans Light" pitchFamily="-112" charset="0"/>
        <a:buChar char="•"/>
        <a:defRPr sz="3800">
          <a:solidFill>
            <a:srgbClr val="404140"/>
          </a:solidFill>
          <a:latin typeface="+mn-lt"/>
          <a:ea typeface="+mn-ea"/>
          <a:cs typeface="+mn-cs"/>
          <a:sym typeface="Gill Sans Light" pitchFamily="-112" charset="0"/>
        </a:defRPr>
      </a:lvl8pPr>
      <a:lvl9pPr marL="3606800" indent="-304800" algn="l" rtl="0" fontAlgn="base">
        <a:spcBef>
          <a:spcPts val="3800"/>
        </a:spcBef>
        <a:spcAft>
          <a:spcPct val="0"/>
        </a:spcAft>
        <a:buClr>
          <a:srgbClr val="414141"/>
        </a:buClr>
        <a:buSzPct val="81000"/>
        <a:buFont typeface="Gill Sans Light" pitchFamily="-112" charset="0"/>
        <a:buChar char="•"/>
        <a:defRPr sz="3800">
          <a:solidFill>
            <a:srgbClr val="404140"/>
          </a:solidFill>
          <a:latin typeface="+mn-lt"/>
          <a:ea typeface="+mn-ea"/>
          <a:cs typeface="+mn-cs"/>
          <a:sym typeface="Gill Sans Light" pitchFamily="-112"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rgbClr val="9D9D9D"/>
            </a:gs>
            <a:gs pos="100000">
              <a:srgbClr val="FFFFFF"/>
            </a:gs>
          </a:gsLst>
          <a:lin ang="5400000" scaled="1"/>
          <a:tileRect/>
        </a:gradFill>
        <a:effectLst/>
      </p:bgPr>
    </p:bg>
    <p:spTree>
      <p:nvGrpSpPr>
        <p:cNvPr id="1" name=""/>
        <p:cNvGrpSpPr/>
        <p:nvPr/>
      </p:nvGrpSpPr>
      <p:grpSpPr>
        <a:xfrm>
          <a:off x="0" y="0"/>
          <a:ext cx="0" cy="0"/>
          <a:chOff x="0" y="0"/>
          <a:chExt cx="0" cy="0"/>
        </a:xfrm>
      </p:grpSpPr>
      <p:sp>
        <p:nvSpPr>
          <p:cNvPr id="11266" name="Rectangle 1"/>
          <p:cNvSpPr>
            <a:spLocks noGrp="1" noChangeArrowheads="1"/>
          </p:cNvSpPr>
          <p:nvPr>
            <p:ph type="title"/>
          </p:nvPr>
        </p:nvSpPr>
        <p:spPr bwMode="auto">
          <a:xfrm>
            <a:off x="355600" y="254000"/>
            <a:ext cx="12293600" cy="2438400"/>
          </a:xfrm>
          <a:prstGeom prst="rect">
            <a:avLst/>
          </a:prstGeom>
          <a:noFill/>
          <a:ln w="12700">
            <a:noFill/>
            <a:miter lim="800000"/>
            <a:headEnd/>
            <a:tailEnd/>
          </a:ln>
        </p:spPr>
        <p:txBody>
          <a:bodyPr vert="horz" wrap="square" lIns="50800" tIns="50800" rIns="50800" bIns="50800" numCol="1" anchor="ctr" anchorCtr="0" compatLnSpc="1">
            <a:prstTxWarp prst="textNoShape">
              <a:avLst/>
            </a:prstTxWarp>
          </a:bodyPr>
          <a:lstStyle/>
          <a:p>
            <a:pPr lvl="0"/>
            <a:r>
              <a:rPr lang="en-US" smtClean="0">
                <a:sym typeface="Gill Sans Light" pitchFamily="-112" charset="0"/>
              </a:rPr>
              <a:t>Click to edit Master title style</a:t>
            </a:r>
          </a:p>
        </p:txBody>
      </p:sp>
      <p:sp>
        <p:nvSpPr>
          <p:cNvPr id="11267" name="Rectangle 2"/>
          <p:cNvSpPr>
            <a:spLocks noGrp="1" noChangeArrowheads="1"/>
          </p:cNvSpPr>
          <p:nvPr>
            <p:ph type="body" idx="1"/>
          </p:nvPr>
        </p:nvSpPr>
        <p:spPr bwMode="auto">
          <a:xfrm>
            <a:off x="355600" y="3187700"/>
            <a:ext cx="12293600" cy="5842000"/>
          </a:xfrm>
          <a:prstGeom prst="rect">
            <a:avLst/>
          </a:prstGeom>
          <a:noFill/>
          <a:ln w="12700">
            <a:noFill/>
            <a:miter lim="800000"/>
            <a:headEnd/>
            <a:tailEnd/>
          </a:ln>
        </p:spPr>
        <p:txBody>
          <a:bodyPr vert="horz" wrap="square" lIns="50800" tIns="50800" rIns="50800" bIns="50800" numCol="1" anchor="t" anchorCtr="0" compatLnSpc="1">
            <a:prstTxWarp prst="textNoShape">
              <a:avLst/>
            </a:prstTxWarp>
          </a:bodyPr>
          <a:lstStyle/>
          <a:p>
            <a:pPr lvl="0"/>
            <a:r>
              <a:rPr lang="en-US" smtClean="0">
                <a:sym typeface="Gill Sans Light" pitchFamily="-112" charset="0"/>
              </a:rPr>
              <a:t>Click to edit Master text styles</a:t>
            </a:r>
          </a:p>
          <a:p>
            <a:pPr lvl="1"/>
            <a:r>
              <a:rPr lang="en-US" smtClean="0">
                <a:sym typeface="Gill Sans Light" pitchFamily="-112" charset="0"/>
              </a:rPr>
              <a:t>Second level</a:t>
            </a:r>
          </a:p>
          <a:p>
            <a:pPr lvl="2"/>
            <a:r>
              <a:rPr lang="en-US" smtClean="0">
                <a:sym typeface="Gill Sans Light" pitchFamily="-112" charset="0"/>
              </a:rPr>
              <a:t>Third level</a:t>
            </a:r>
          </a:p>
          <a:p>
            <a:pPr lvl="3"/>
            <a:r>
              <a:rPr lang="en-US" smtClean="0">
                <a:sym typeface="Gill Sans Light" pitchFamily="-112" charset="0"/>
              </a:rPr>
              <a:t>Fourth level</a:t>
            </a:r>
          </a:p>
          <a:p>
            <a:pPr lvl="4"/>
            <a:r>
              <a:rPr lang="en-US" smtClean="0">
                <a:sym typeface="Gill Sans Light" pitchFamily="-112" charset="0"/>
              </a:rPr>
              <a:t>Fifth level</a:t>
            </a:r>
          </a:p>
        </p:txBody>
      </p:sp>
    </p:spTree>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Lst>
  <p:transition/>
  <p:txStyles>
    <p:titleStyle>
      <a:lvl1pPr algn="ctr" rtl="0" eaLnBrk="0" fontAlgn="base" hangingPunct="0">
        <a:spcBef>
          <a:spcPct val="0"/>
        </a:spcBef>
        <a:spcAft>
          <a:spcPct val="0"/>
        </a:spcAft>
        <a:defRPr sz="7200">
          <a:solidFill>
            <a:schemeClr val="tx1"/>
          </a:solidFill>
          <a:latin typeface="+mj-lt"/>
          <a:ea typeface="+mj-ea"/>
          <a:cs typeface="+mj-cs"/>
          <a:sym typeface="Gill Sans Light" pitchFamily="-112" charset="0"/>
        </a:defRPr>
      </a:lvl1pPr>
      <a:lvl2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2pPr>
      <a:lvl3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3pPr>
      <a:lvl4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4pPr>
      <a:lvl5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5pPr>
      <a:lvl6pPr marL="4572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6pPr>
      <a:lvl7pPr marL="9144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7pPr>
      <a:lvl8pPr marL="13716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8pPr>
      <a:lvl9pPr marL="18288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9pPr>
    </p:titleStyle>
    <p:bodyStyle>
      <a:lvl1pPr marL="304800" indent="-304800" algn="l" rtl="0" eaLnBrk="0" fontAlgn="base" hangingPunct="0">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1pPr>
      <a:lvl2pPr marL="635000" indent="-304800" algn="l" rtl="0" eaLnBrk="0" fontAlgn="base" hangingPunct="0">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2pPr>
      <a:lvl3pPr marL="1016000" indent="-304800" algn="l" rtl="0" eaLnBrk="0" fontAlgn="base" hangingPunct="0">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3pPr>
      <a:lvl4pPr marL="1397000" indent="-304800" algn="l" rtl="0" eaLnBrk="0" fontAlgn="base" hangingPunct="0">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4pPr>
      <a:lvl5pPr marL="1778000" indent="-304800" algn="l" rtl="0" eaLnBrk="0" fontAlgn="base" hangingPunct="0">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5pPr>
      <a:lvl6pPr marL="2235200" indent="-304800" algn="l" rtl="0" fontAlgn="base">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6pPr>
      <a:lvl7pPr marL="2692400" indent="-304800" algn="l" rtl="0" fontAlgn="base">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7pPr>
      <a:lvl8pPr marL="3149600" indent="-304800" algn="l" rtl="0" fontAlgn="base">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8pPr>
      <a:lvl9pPr marL="3606800" indent="-304800" algn="l" rtl="0" fontAlgn="base">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rgbClr val="9D9D9D"/>
            </a:gs>
            <a:gs pos="100000">
              <a:srgbClr val="FFFFFF"/>
            </a:gs>
          </a:gsLst>
          <a:lin ang="5400000" scaled="1"/>
          <a:tileRect/>
        </a:gradFill>
        <a:effectLst/>
      </p:bgPr>
    </p:bg>
    <p:spTree>
      <p:nvGrpSpPr>
        <p:cNvPr id="1" name=""/>
        <p:cNvGrpSpPr/>
        <p:nvPr/>
      </p:nvGrpSpPr>
      <p:grpSpPr>
        <a:xfrm>
          <a:off x="0" y="0"/>
          <a:ext cx="0" cy="0"/>
          <a:chOff x="0" y="0"/>
          <a:chExt cx="0" cy="0"/>
        </a:xfrm>
      </p:grpSpPr>
      <p:sp>
        <p:nvSpPr>
          <p:cNvPr id="12290" name="Rectangle 1"/>
          <p:cNvSpPr>
            <a:spLocks noGrp="1" noChangeArrowheads="1"/>
          </p:cNvSpPr>
          <p:nvPr>
            <p:ph type="title"/>
          </p:nvPr>
        </p:nvSpPr>
        <p:spPr bwMode="auto">
          <a:xfrm>
            <a:off x="355600" y="254000"/>
            <a:ext cx="12293600" cy="2438400"/>
          </a:xfrm>
          <a:prstGeom prst="rect">
            <a:avLst/>
          </a:prstGeom>
          <a:noFill/>
          <a:ln w="12700">
            <a:noFill/>
            <a:miter lim="800000"/>
            <a:headEnd/>
            <a:tailEnd/>
          </a:ln>
        </p:spPr>
        <p:txBody>
          <a:bodyPr vert="horz" wrap="square" lIns="50800" tIns="50800" rIns="50800" bIns="50800" numCol="1" anchor="ctr" anchorCtr="0" compatLnSpc="1">
            <a:prstTxWarp prst="textNoShape">
              <a:avLst/>
            </a:prstTxWarp>
          </a:bodyPr>
          <a:lstStyle/>
          <a:p>
            <a:pPr lvl="0"/>
            <a:r>
              <a:rPr lang="en-US" smtClean="0">
                <a:sym typeface="Gill Sans Light" pitchFamily="-112" charset="0"/>
              </a:rPr>
              <a:t>Click to edit Master title style</a:t>
            </a:r>
          </a:p>
        </p:txBody>
      </p:sp>
      <p:sp>
        <p:nvSpPr>
          <p:cNvPr id="12291" name="Rectangle 2"/>
          <p:cNvSpPr>
            <a:spLocks noGrp="1" noChangeArrowheads="1"/>
          </p:cNvSpPr>
          <p:nvPr>
            <p:ph type="body" idx="1"/>
          </p:nvPr>
        </p:nvSpPr>
        <p:spPr bwMode="auto">
          <a:xfrm>
            <a:off x="355600" y="3187700"/>
            <a:ext cx="5892800" cy="5842000"/>
          </a:xfrm>
          <a:prstGeom prst="rect">
            <a:avLst/>
          </a:prstGeom>
          <a:noFill/>
          <a:ln w="12700">
            <a:noFill/>
            <a:miter lim="800000"/>
            <a:headEnd/>
            <a:tailEnd/>
          </a:ln>
        </p:spPr>
        <p:txBody>
          <a:bodyPr vert="horz" wrap="square" lIns="50800" tIns="50800" rIns="50800" bIns="50800" numCol="1" anchor="ctr" anchorCtr="0" compatLnSpc="1">
            <a:prstTxWarp prst="textNoShape">
              <a:avLst/>
            </a:prstTxWarp>
          </a:bodyPr>
          <a:lstStyle/>
          <a:p>
            <a:pPr lvl="0"/>
            <a:r>
              <a:rPr lang="en-US" smtClean="0">
                <a:sym typeface="Gill Sans Light" pitchFamily="-112" charset="0"/>
              </a:rPr>
              <a:t>Click to edit Master text styles</a:t>
            </a:r>
          </a:p>
          <a:p>
            <a:pPr lvl="1"/>
            <a:r>
              <a:rPr lang="en-US" smtClean="0">
                <a:sym typeface="Gill Sans Light" pitchFamily="-112" charset="0"/>
              </a:rPr>
              <a:t>Second level</a:t>
            </a:r>
          </a:p>
          <a:p>
            <a:pPr lvl="2"/>
            <a:r>
              <a:rPr lang="en-US" smtClean="0">
                <a:sym typeface="Gill Sans Light" pitchFamily="-112" charset="0"/>
              </a:rPr>
              <a:t>Third level</a:t>
            </a:r>
          </a:p>
          <a:p>
            <a:pPr lvl="3"/>
            <a:r>
              <a:rPr lang="en-US" smtClean="0">
                <a:sym typeface="Gill Sans Light" pitchFamily="-112" charset="0"/>
              </a:rPr>
              <a:t>Fourth level</a:t>
            </a:r>
          </a:p>
          <a:p>
            <a:pPr lvl="4"/>
            <a:r>
              <a:rPr lang="en-US" smtClean="0">
                <a:sym typeface="Gill Sans Light" pitchFamily="-112" charset="0"/>
              </a:rPr>
              <a:t>Fifth level</a:t>
            </a:r>
          </a:p>
        </p:txBody>
      </p:sp>
    </p:spTree>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Lst>
  <p:transition/>
  <p:txStyles>
    <p:titleStyle>
      <a:lvl1pPr algn="ctr" rtl="0" eaLnBrk="0" fontAlgn="base" hangingPunct="0">
        <a:spcBef>
          <a:spcPct val="0"/>
        </a:spcBef>
        <a:spcAft>
          <a:spcPct val="0"/>
        </a:spcAft>
        <a:defRPr sz="7200">
          <a:solidFill>
            <a:schemeClr val="tx1"/>
          </a:solidFill>
          <a:latin typeface="+mj-lt"/>
          <a:ea typeface="+mj-ea"/>
          <a:cs typeface="+mj-cs"/>
          <a:sym typeface="Gill Sans Light" pitchFamily="-112" charset="0"/>
        </a:defRPr>
      </a:lvl1pPr>
      <a:lvl2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2pPr>
      <a:lvl3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3pPr>
      <a:lvl4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4pPr>
      <a:lvl5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5pPr>
      <a:lvl6pPr marL="4572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6pPr>
      <a:lvl7pPr marL="9144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7pPr>
      <a:lvl8pPr marL="13716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8pPr>
      <a:lvl9pPr marL="18288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9pPr>
    </p:titleStyle>
    <p:bodyStyle>
      <a:lvl1pPr marL="304800" indent="-304800" algn="l" rtl="0" eaLnBrk="0" fontAlgn="base" hangingPunct="0">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1pPr>
      <a:lvl2pPr marL="635000" indent="-304800" algn="l" rtl="0" eaLnBrk="0" fontAlgn="base" hangingPunct="0">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2pPr>
      <a:lvl3pPr marL="1016000" indent="-304800" algn="l" rtl="0" eaLnBrk="0" fontAlgn="base" hangingPunct="0">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3pPr>
      <a:lvl4pPr marL="1397000" indent="-304800" algn="l" rtl="0" eaLnBrk="0" fontAlgn="base" hangingPunct="0">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4pPr>
      <a:lvl5pPr marL="1778000" indent="-304800" algn="l" rtl="0" eaLnBrk="0" fontAlgn="base" hangingPunct="0">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5pPr>
      <a:lvl6pPr marL="2235200" indent="-304800" algn="l" rtl="0" fontAlgn="base">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6pPr>
      <a:lvl7pPr marL="2692400" indent="-304800" algn="l" rtl="0" fontAlgn="base">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7pPr>
      <a:lvl8pPr marL="3149600" indent="-304800" algn="l" rtl="0" fontAlgn="base">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8pPr>
      <a:lvl9pPr marL="3606800" indent="-304800" algn="l" rtl="0" fontAlgn="base">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rgbClr val="9D9D9D"/>
            </a:gs>
            <a:gs pos="100000">
              <a:srgbClr val="FFFFFF"/>
            </a:gs>
          </a:gsLst>
          <a:lin ang="5400000" scaled="1"/>
          <a:tileRect/>
        </a:gradFill>
        <a:effectLst/>
      </p:bgPr>
    </p:bg>
    <p:spTree>
      <p:nvGrpSpPr>
        <p:cNvPr id="1" name=""/>
        <p:cNvGrpSpPr/>
        <p:nvPr/>
      </p:nvGrpSpPr>
      <p:grpSpPr>
        <a:xfrm>
          <a:off x="0" y="0"/>
          <a:ext cx="0" cy="0"/>
          <a:chOff x="0" y="0"/>
          <a:chExt cx="0" cy="0"/>
        </a:xfrm>
      </p:grpSpPr>
      <p:sp>
        <p:nvSpPr>
          <p:cNvPr id="13314" name="Rectangle 1"/>
          <p:cNvSpPr>
            <a:spLocks noGrp="1" noChangeArrowheads="1"/>
          </p:cNvSpPr>
          <p:nvPr>
            <p:ph type="title"/>
          </p:nvPr>
        </p:nvSpPr>
        <p:spPr bwMode="auto">
          <a:xfrm>
            <a:off x="355600" y="254000"/>
            <a:ext cx="12293600" cy="2438400"/>
          </a:xfrm>
          <a:prstGeom prst="rect">
            <a:avLst/>
          </a:prstGeom>
          <a:noFill/>
          <a:ln w="12700">
            <a:noFill/>
            <a:miter lim="800000"/>
            <a:headEnd/>
            <a:tailEnd/>
          </a:ln>
        </p:spPr>
        <p:txBody>
          <a:bodyPr vert="horz" wrap="square" lIns="50800" tIns="50800" rIns="50800" bIns="50800" numCol="1" anchor="ctr" anchorCtr="0" compatLnSpc="1">
            <a:prstTxWarp prst="textNoShape">
              <a:avLst/>
            </a:prstTxWarp>
          </a:bodyPr>
          <a:lstStyle/>
          <a:p>
            <a:pPr lvl="0"/>
            <a:r>
              <a:rPr lang="en-US" smtClean="0">
                <a:sym typeface="Gill Sans Light" pitchFamily="-112" charset="0"/>
              </a:rPr>
              <a:t>Click to edit Master title style</a:t>
            </a:r>
          </a:p>
        </p:txBody>
      </p:sp>
      <p:sp>
        <p:nvSpPr>
          <p:cNvPr id="13315" name="Rectangle 2"/>
          <p:cNvSpPr>
            <a:spLocks noGrp="1" noChangeArrowheads="1"/>
          </p:cNvSpPr>
          <p:nvPr>
            <p:ph type="body" idx="1"/>
          </p:nvPr>
        </p:nvSpPr>
        <p:spPr bwMode="auto">
          <a:xfrm>
            <a:off x="355600" y="3187700"/>
            <a:ext cx="5892800" cy="5842000"/>
          </a:xfrm>
          <a:prstGeom prst="rect">
            <a:avLst/>
          </a:prstGeom>
          <a:noFill/>
          <a:ln w="12700">
            <a:noFill/>
            <a:miter lim="800000"/>
            <a:headEnd/>
            <a:tailEnd/>
          </a:ln>
        </p:spPr>
        <p:txBody>
          <a:bodyPr vert="horz" wrap="square" lIns="50800" tIns="50800" rIns="50800" bIns="50800" numCol="1" anchor="ctr" anchorCtr="0" compatLnSpc="1">
            <a:prstTxWarp prst="textNoShape">
              <a:avLst/>
            </a:prstTxWarp>
          </a:bodyPr>
          <a:lstStyle/>
          <a:p>
            <a:pPr lvl="0"/>
            <a:r>
              <a:rPr lang="en-US" smtClean="0">
                <a:sym typeface="Gill Sans Light" pitchFamily="-112" charset="0"/>
              </a:rPr>
              <a:t>Click to edit Master text styles</a:t>
            </a:r>
          </a:p>
          <a:p>
            <a:pPr lvl="1"/>
            <a:r>
              <a:rPr lang="en-US" smtClean="0">
                <a:sym typeface="Gill Sans Light" pitchFamily="-112" charset="0"/>
              </a:rPr>
              <a:t>Second level</a:t>
            </a:r>
          </a:p>
          <a:p>
            <a:pPr lvl="2"/>
            <a:r>
              <a:rPr lang="en-US" smtClean="0">
                <a:sym typeface="Gill Sans Light" pitchFamily="-112" charset="0"/>
              </a:rPr>
              <a:t>Third level</a:t>
            </a:r>
          </a:p>
          <a:p>
            <a:pPr lvl="3"/>
            <a:r>
              <a:rPr lang="en-US" smtClean="0">
                <a:sym typeface="Gill Sans Light" pitchFamily="-112" charset="0"/>
              </a:rPr>
              <a:t>Fourth level</a:t>
            </a:r>
          </a:p>
          <a:p>
            <a:pPr lvl="4"/>
            <a:r>
              <a:rPr lang="en-US" smtClean="0">
                <a:sym typeface="Gill Sans Light" pitchFamily="-112" charset="0"/>
              </a:rPr>
              <a:t>Fifth level</a:t>
            </a:r>
          </a:p>
        </p:txBody>
      </p:sp>
    </p:spTree>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Lst>
  <p:transition/>
  <p:txStyles>
    <p:titleStyle>
      <a:lvl1pPr algn="ctr" rtl="0" eaLnBrk="0" fontAlgn="base" hangingPunct="0">
        <a:spcBef>
          <a:spcPct val="0"/>
        </a:spcBef>
        <a:spcAft>
          <a:spcPct val="0"/>
        </a:spcAft>
        <a:defRPr sz="7200">
          <a:solidFill>
            <a:schemeClr val="tx1"/>
          </a:solidFill>
          <a:latin typeface="+mj-lt"/>
          <a:ea typeface="+mj-ea"/>
          <a:cs typeface="+mj-cs"/>
          <a:sym typeface="Gill Sans Light" pitchFamily="-112" charset="0"/>
        </a:defRPr>
      </a:lvl1pPr>
      <a:lvl2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2pPr>
      <a:lvl3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3pPr>
      <a:lvl4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4pPr>
      <a:lvl5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5pPr>
      <a:lvl6pPr marL="4572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6pPr>
      <a:lvl7pPr marL="9144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7pPr>
      <a:lvl8pPr marL="13716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8pPr>
      <a:lvl9pPr marL="18288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9pPr>
    </p:titleStyle>
    <p:bodyStyle>
      <a:lvl1pPr marL="304800" indent="-304800" algn="l" rtl="0" eaLnBrk="0" fontAlgn="base" hangingPunct="0">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1pPr>
      <a:lvl2pPr marL="635000" indent="-304800" algn="l" rtl="0" eaLnBrk="0" fontAlgn="base" hangingPunct="0">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2pPr>
      <a:lvl3pPr marL="1016000" indent="-304800" algn="l" rtl="0" eaLnBrk="0" fontAlgn="base" hangingPunct="0">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3pPr>
      <a:lvl4pPr marL="1397000" indent="-304800" algn="l" rtl="0" eaLnBrk="0" fontAlgn="base" hangingPunct="0">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4pPr>
      <a:lvl5pPr marL="1778000" indent="-304800" algn="l" rtl="0" eaLnBrk="0" fontAlgn="base" hangingPunct="0">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5pPr>
      <a:lvl6pPr marL="2235200" indent="-304800" algn="l" rtl="0" fontAlgn="base">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6pPr>
      <a:lvl7pPr marL="2692400" indent="-304800" algn="l" rtl="0" fontAlgn="base">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7pPr>
      <a:lvl8pPr marL="3149600" indent="-304800" algn="l" rtl="0" fontAlgn="base">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8pPr>
      <a:lvl9pPr marL="3606800" indent="-304800" algn="l" rtl="0" fontAlgn="base">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rgbClr val="9D9D9D"/>
            </a:gs>
            <a:gs pos="100000">
              <a:srgbClr val="FFFFFF"/>
            </a:gs>
          </a:gsLst>
          <a:lin ang="5400000" scaled="1"/>
          <a:tileRect/>
        </a:gradFill>
        <a:effectLst/>
      </p:bgPr>
    </p:bg>
    <p:spTree>
      <p:nvGrpSpPr>
        <p:cNvPr id="1" name=""/>
        <p:cNvGrpSpPr/>
        <p:nvPr/>
      </p:nvGrpSpPr>
      <p:grpSpPr>
        <a:xfrm>
          <a:off x="0" y="0"/>
          <a:ext cx="0" cy="0"/>
          <a:chOff x="0" y="0"/>
          <a:chExt cx="0" cy="0"/>
        </a:xfrm>
      </p:grpSpPr>
      <p:sp>
        <p:nvSpPr>
          <p:cNvPr id="14338" name="Rectangle 1"/>
          <p:cNvSpPr>
            <a:spLocks noGrp="1" noChangeArrowheads="1"/>
          </p:cNvSpPr>
          <p:nvPr>
            <p:ph type="body" idx="1"/>
          </p:nvPr>
        </p:nvSpPr>
        <p:spPr bwMode="auto">
          <a:xfrm>
            <a:off x="355600" y="254000"/>
            <a:ext cx="12293600" cy="9232900"/>
          </a:xfrm>
          <a:prstGeom prst="rect">
            <a:avLst/>
          </a:prstGeom>
          <a:noFill/>
          <a:ln w="12700">
            <a:noFill/>
            <a:miter lim="800000"/>
            <a:headEnd/>
            <a:tailEnd/>
          </a:ln>
        </p:spPr>
        <p:txBody>
          <a:bodyPr vert="horz" wrap="square" lIns="50800" tIns="50800" rIns="50800" bIns="50800" numCol="1" anchor="ctr" anchorCtr="0" compatLnSpc="1">
            <a:prstTxWarp prst="textNoShape">
              <a:avLst/>
            </a:prstTxWarp>
          </a:bodyPr>
          <a:lstStyle/>
          <a:p>
            <a:pPr lvl="0"/>
            <a:r>
              <a:rPr lang="en-US" smtClean="0">
                <a:sym typeface="Gill Sans Light" pitchFamily="-112" charset="0"/>
              </a:rPr>
              <a:t>Click to edit Master text styles</a:t>
            </a:r>
          </a:p>
          <a:p>
            <a:pPr lvl="1"/>
            <a:r>
              <a:rPr lang="en-US" smtClean="0">
                <a:sym typeface="Gill Sans Light" pitchFamily="-112" charset="0"/>
              </a:rPr>
              <a:t>Second level</a:t>
            </a:r>
          </a:p>
          <a:p>
            <a:pPr lvl="2"/>
            <a:r>
              <a:rPr lang="en-US" smtClean="0">
                <a:sym typeface="Gill Sans Light" pitchFamily="-112" charset="0"/>
              </a:rPr>
              <a:t>Third level</a:t>
            </a:r>
          </a:p>
          <a:p>
            <a:pPr lvl="3"/>
            <a:r>
              <a:rPr lang="en-US" smtClean="0">
                <a:sym typeface="Gill Sans Light" pitchFamily="-112" charset="0"/>
              </a:rPr>
              <a:t>Fourth level</a:t>
            </a:r>
          </a:p>
          <a:p>
            <a:pPr lvl="4"/>
            <a:r>
              <a:rPr lang="en-US" smtClean="0">
                <a:sym typeface="Gill Sans Light" pitchFamily="-112" charset="0"/>
              </a:rPr>
              <a:t>Fifth level</a:t>
            </a:r>
          </a:p>
        </p:txBody>
      </p:sp>
    </p:spTree>
  </p:cSld>
  <p:clrMap bg1="lt1" tx1="dk1" bg2="lt2" tx2="dk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17" r:id="rId8"/>
    <p:sldLayoutId id="2147483818" r:id="rId9"/>
    <p:sldLayoutId id="2147483819" r:id="rId10"/>
    <p:sldLayoutId id="2147483820" r:id="rId11"/>
  </p:sldLayoutIdLst>
  <p:transition/>
  <p:txStyles>
    <p:titleStyle>
      <a:lvl1pPr algn="ctr" rtl="0" eaLnBrk="0" fontAlgn="base" hangingPunct="0">
        <a:spcBef>
          <a:spcPct val="0"/>
        </a:spcBef>
        <a:spcAft>
          <a:spcPct val="0"/>
        </a:spcAft>
        <a:defRPr sz="7200">
          <a:solidFill>
            <a:srgbClr val="404140"/>
          </a:solidFill>
          <a:latin typeface="+mj-lt"/>
          <a:ea typeface="+mj-ea"/>
          <a:cs typeface="+mj-cs"/>
          <a:sym typeface="Gill Sans Light" pitchFamily="-112" charset="0"/>
        </a:defRPr>
      </a:lvl1pPr>
      <a:lvl2pPr algn="ctr" rtl="0" eaLnBrk="0" fontAlgn="base" hangingPunct="0">
        <a:spcBef>
          <a:spcPct val="0"/>
        </a:spcBef>
        <a:spcAft>
          <a:spcPct val="0"/>
        </a:spcAft>
        <a:defRPr sz="7200">
          <a:solidFill>
            <a:srgbClr val="404140"/>
          </a:solidFill>
          <a:latin typeface="Gill Sans Light" pitchFamily="-112" charset="0"/>
          <a:ea typeface="ヒラギノ角ゴ ProN W3" pitchFamily="-112" charset="-128"/>
          <a:cs typeface="ヒラギノ角ゴ ProN W3" pitchFamily="-112" charset="-128"/>
          <a:sym typeface="Gill Sans Light" pitchFamily="-112" charset="0"/>
        </a:defRPr>
      </a:lvl2pPr>
      <a:lvl3pPr algn="ctr" rtl="0" eaLnBrk="0" fontAlgn="base" hangingPunct="0">
        <a:spcBef>
          <a:spcPct val="0"/>
        </a:spcBef>
        <a:spcAft>
          <a:spcPct val="0"/>
        </a:spcAft>
        <a:defRPr sz="7200">
          <a:solidFill>
            <a:srgbClr val="404140"/>
          </a:solidFill>
          <a:latin typeface="Gill Sans Light" pitchFamily="-112" charset="0"/>
          <a:ea typeface="ヒラギノ角ゴ ProN W3" pitchFamily="-112" charset="-128"/>
          <a:cs typeface="ヒラギノ角ゴ ProN W3" pitchFamily="-112" charset="-128"/>
          <a:sym typeface="Gill Sans Light" pitchFamily="-112" charset="0"/>
        </a:defRPr>
      </a:lvl3pPr>
      <a:lvl4pPr algn="ctr" rtl="0" eaLnBrk="0" fontAlgn="base" hangingPunct="0">
        <a:spcBef>
          <a:spcPct val="0"/>
        </a:spcBef>
        <a:spcAft>
          <a:spcPct val="0"/>
        </a:spcAft>
        <a:defRPr sz="7200">
          <a:solidFill>
            <a:srgbClr val="404140"/>
          </a:solidFill>
          <a:latin typeface="Gill Sans Light" pitchFamily="-112" charset="0"/>
          <a:ea typeface="ヒラギノ角ゴ ProN W3" pitchFamily="-112" charset="-128"/>
          <a:cs typeface="ヒラギノ角ゴ ProN W3" pitchFamily="-112" charset="-128"/>
          <a:sym typeface="Gill Sans Light" pitchFamily="-112" charset="0"/>
        </a:defRPr>
      </a:lvl4pPr>
      <a:lvl5pPr algn="ctr" rtl="0" eaLnBrk="0" fontAlgn="base" hangingPunct="0">
        <a:spcBef>
          <a:spcPct val="0"/>
        </a:spcBef>
        <a:spcAft>
          <a:spcPct val="0"/>
        </a:spcAft>
        <a:defRPr sz="7200">
          <a:solidFill>
            <a:srgbClr val="404140"/>
          </a:solidFill>
          <a:latin typeface="Gill Sans Light" pitchFamily="-112" charset="0"/>
          <a:ea typeface="ヒラギノ角ゴ ProN W3" pitchFamily="-112" charset="-128"/>
          <a:cs typeface="ヒラギノ角ゴ ProN W3" pitchFamily="-112" charset="-128"/>
          <a:sym typeface="Gill Sans Light" pitchFamily="-112" charset="0"/>
        </a:defRPr>
      </a:lvl5pPr>
      <a:lvl6pPr marL="457200" algn="ctr" rtl="0" fontAlgn="base">
        <a:spcBef>
          <a:spcPct val="0"/>
        </a:spcBef>
        <a:spcAft>
          <a:spcPct val="0"/>
        </a:spcAft>
        <a:defRPr sz="7200">
          <a:solidFill>
            <a:srgbClr val="404140"/>
          </a:solidFill>
          <a:latin typeface="Gill Sans Light" pitchFamily="-112" charset="0"/>
          <a:ea typeface="ヒラギノ角ゴ ProN W3" pitchFamily="-112" charset="-128"/>
          <a:cs typeface="ヒラギノ角ゴ ProN W3" pitchFamily="-112" charset="-128"/>
          <a:sym typeface="Gill Sans Light" pitchFamily="-112" charset="0"/>
        </a:defRPr>
      </a:lvl6pPr>
      <a:lvl7pPr marL="914400" algn="ctr" rtl="0" fontAlgn="base">
        <a:spcBef>
          <a:spcPct val="0"/>
        </a:spcBef>
        <a:spcAft>
          <a:spcPct val="0"/>
        </a:spcAft>
        <a:defRPr sz="7200">
          <a:solidFill>
            <a:srgbClr val="404140"/>
          </a:solidFill>
          <a:latin typeface="Gill Sans Light" pitchFamily="-112" charset="0"/>
          <a:ea typeface="ヒラギノ角ゴ ProN W3" pitchFamily="-112" charset="-128"/>
          <a:cs typeface="ヒラギノ角ゴ ProN W3" pitchFamily="-112" charset="-128"/>
          <a:sym typeface="Gill Sans Light" pitchFamily="-112" charset="0"/>
        </a:defRPr>
      </a:lvl7pPr>
      <a:lvl8pPr marL="1371600" algn="ctr" rtl="0" fontAlgn="base">
        <a:spcBef>
          <a:spcPct val="0"/>
        </a:spcBef>
        <a:spcAft>
          <a:spcPct val="0"/>
        </a:spcAft>
        <a:defRPr sz="7200">
          <a:solidFill>
            <a:srgbClr val="404140"/>
          </a:solidFill>
          <a:latin typeface="Gill Sans Light" pitchFamily="-112" charset="0"/>
          <a:ea typeface="ヒラギノ角ゴ ProN W3" pitchFamily="-112" charset="-128"/>
          <a:cs typeface="ヒラギノ角ゴ ProN W3" pitchFamily="-112" charset="-128"/>
          <a:sym typeface="Gill Sans Light" pitchFamily="-112" charset="0"/>
        </a:defRPr>
      </a:lvl8pPr>
      <a:lvl9pPr marL="1828800" algn="ctr" rtl="0" fontAlgn="base">
        <a:spcBef>
          <a:spcPct val="0"/>
        </a:spcBef>
        <a:spcAft>
          <a:spcPct val="0"/>
        </a:spcAft>
        <a:defRPr sz="7200">
          <a:solidFill>
            <a:srgbClr val="404140"/>
          </a:solidFill>
          <a:latin typeface="Gill Sans Light" pitchFamily="-112" charset="0"/>
          <a:ea typeface="ヒラギノ角ゴ ProN W3" pitchFamily="-112" charset="-128"/>
          <a:cs typeface="ヒラギノ角ゴ ProN W3" pitchFamily="-112" charset="-128"/>
          <a:sym typeface="Gill Sans Light" pitchFamily="-112" charset="0"/>
        </a:defRPr>
      </a:lvl9pPr>
    </p:titleStyle>
    <p:bodyStyle>
      <a:lvl1pPr marL="304800" indent="-304800" algn="l" rtl="0" eaLnBrk="0" fontAlgn="base" hangingPunct="0">
        <a:lnSpc>
          <a:spcPct val="120000"/>
        </a:lnSpc>
        <a:spcBef>
          <a:spcPts val="3800"/>
        </a:spcBef>
        <a:spcAft>
          <a:spcPct val="0"/>
        </a:spcAft>
        <a:buClr>
          <a:srgbClr val="414141"/>
        </a:buClr>
        <a:buSzPct val="81000"/>
        <a:buFont typeface="Gill Sans Light" pitchFamily="-112" charset="0"/>
        <a:buChar char="•"/>
        <a:defRPr sz="4600">
          <a:solidFill>
            <a:srgbClr val="404140"/>
          </a:solidFill>
          <a:latin typeface="+mn-lt"/>
          <a:ea typeface="+mn-ea"/>
          <a:cs typeface="+mn-cs"/>
          <a:sym typeface="Gill Sans Light" pitchFamily="-112" charset="0"/>
        </a:defRPr>
      </a:lvl1pPr>
      <a:lvl2pPr marL="635000" indent="-304800" algn="l" rtl="0" eaLnBrk="0" fontAlgn="base" hangingPunct="0">
        <a:lnSpc>
          <a:spcPct val="120000"/>
        </a:lnSpc>
        <a:spcBef>
          <a:spcPts val="3800"/>
        </a:spcBef>
        <a:spcAft>
          <a:spcPct val="0"/>
        </a:spcAft>
        <a:buClr>
          <a:srgbClr val="414141"/>
        </a:buClr>
        <a:buSzPct val="81000"/>
        <a:buFont typeface="Gill Sans Light" pitchFamily="-112" charset="0"/>
        <a:buChar char="•"/>
        <a:defRPr sz="4600">
          <a:solidFill>
            <a:srgbClr val="404140"/>
          </a:solidFill>
          <a:latin typeface="+mn-lt"/>
          <a:ea typeface="+mn-ea"/>
          <a:cs typeface="+mn-cs"/>
          <a:sym typeface="Gill Sans Light" pitchFamily="-112" charset="0"/>
        </a:defRPr>
      </a:lvl2pPr>
      <a:lvl3pPr marL="1016000" indent="-304800" algn="l" rtl="0" eaLnBrk="0" fontAlgn="base" hangingPunct="0">
        <a:lnSpc>
          <a:spcPct val="120000"/>
        </a:lnSpc>
        <a:spcBef>
          <a:spcPts val="3800"/>
        </a:spcBef>
        <a:spcAft>
          <a:spcPct val="0"/>
        </a:spcAft>
        <a:buClr>
          <a:srgbClr val="414141"/>
        </a:buClr>
        <a:buSzPct val="81000"/>
        <a:buFont typeface="Gill Sans Light" pitchFamily="-112" charset="0"/>
        <a:buChar char="•"/>
        <a:defRPr sz="4600">
          <a:solidFill>
            <a:srgbClr val="404140"/>
          </a:solidFill>
          <a:latin typeface="+mn-lt"/>
          <a:ea typeface="+mn-ea"/>
          <a:cs typeface="+mn-cs"/>
          <a:sym typeface="Gill Sans Light" pitchFamily="-112" charset="0"/>
        </a:defRPr>
      </a:lvl3pPr>
      <a:lvl4pPr marL="1397000" indent="-304800" algn="l" rtl="0" eaLnBrk="0" fontAlgn="base" hangingPunct="0">
        <a:lnSpc>
          <a:spcPct val="120000"/>
        </a:lnSpc>
        <a:spcBef>
          <a:spcPts val="3800"/>
        </a:spcBef>
        <a:spcAft>
          <a:spcPct val="0"/>
        </a:spcAft>
        <a:buClr>
          <a:srgbClr val="414141"/>
        </a:buClr>
        <a:buSzPct val="81000"/>
        <a:buFont typeface="Gill Sans Light" pitchFamily="-112" charset="0"/>
        <a:buChar char="•"/>
        <a:defRPr sz="4600">
          <a:solidFill>
            <a:srgbClr val="404140"/>
          </a:solidFill>
          <a:latin typeface="+mn-lt"/>
          <a:ea typeface="+mn-ea"/>
          <a:cs typeface="+mn-cs"/>
          <a:sym typeface="Gill Sans Light" pitchFamily="-112" charset="0"/>
        </a:defRPr>
      </a:lvl4pPr>
      <a:lvl5pPr marL="1778000" indent="-304800" algn="l" rtl="0" eaLnBrk="0" fontAlgn="base" hangingPunct="0">
        <a:lnSpc>
          <a:spcPct val="120000"/>
        </a:lnSpc>
        <a:spcBef>
          <a:spcPts val="3800"/>
        </a:spcBef>
        <a:spcAft>
          <a:spcPct val="0"/>
        </a:spcAft>
        <a:buClr>
          <a:srgbClr val="414141"/>
        </a:buClr>
        <a:buSzPct val="81000"/>
        <a:buFont typeface="Gill Sans Light" pitchFamily="-112" charset="0"/>
        <a:buChar char="•"/>
        <a:defRPr sz="4600">
          <a:solidFill>
            <a:srgbClr val="404140"/>
          </a:solidFill>
          <a:latin typeface="+mn-lt"/>
          <a:ea typeface="+mn-ea"/>
          <a:cs typeface="+mn-cs"/>
          <a:sym typeface="Gill Sans Light" pitchFamily="-112" charset="0"/>
        </a:defRPr>
      </a:lvl5pPr>
      <a:lvl6pPr marL="2235200" indent="-304800" algn="l" rtl="0" fontAlgn="base">
        <a:lnSpc>
          <a:spcPct val="120000"/>
        </a:lnSpc>
        <a:spcBef>
          <a:spcPts val="3800"/>
        </a:spcBef>
        <a:spcAft>
          <a:spcPct val="0"/>
        </a:spcAft>
        <a:buClr>
          <a:srgbClr val="414141"/>
        </a:buClr>
        <a:buSzPct val="81000"/>
        <a:buFont typeface="Gill Sans Light" pitchFamily="-112" charset="0"/>
        <a:buChar char="•"/>
        <a:defRPr sz="4600">
          <a:solidFill>
            <a:srgbClr val="404140"/>
          </a:solidFill>
          <a:latin typeface="+mn-lt"/>
          <a:ea typeface="+mn-ea"/>
          <a:cs typeface="+mn-cs"/>
          <a:sym typeface="Gill Sans Light" pitchFamily="-112" charset="0"/>
        </a:defRPr>
      </a:lvl6pPr>
      <a:lvl7pPr marL="2692400" indent="-304800" algn="l" rtl="0" fontAlgn="base">
        <a:lnSpc>
          <a:spcPct val="120000"/>
        </a:lnSpc>
        <a:spcBef>
          <a:spcPts val="3800"/>
        </a:spcBef>
        <a:spcAft>
          <a:spcPct val="0"/>
        </a:spcAft>
        <a:buClr>
          <a:srgbClr val="414141"/>
        </a:buClr>
        <a:buSzPct val="81000"/>
        <a:buFont typeface="Gill Sans Light" pitchFamily="-112" charset="0"/>
        <a:buChar char="•"/>
        <a:defRPr sz="4600">
          <a:solidFill>
            <a:srgbClr val="404140"/>
          </a:solidFill>
          <a:latin typeface="+mn-lt"/>
          <a:ea typeface="+mn-ea"/>
          <a:cs typeface="+mn-cs"/>
          <a:sym typeface="Gill Sans Light" pitchFamily="-112" charset="0"/>
        </a:defRPr>
      </a:lvl7pPr>
      <a:lvl8pPr marL="3149600" indent="-304800" algn="l" rtl="0" fontAlgn="base">
        <a:lnSpc>
          <a:spcPct val="120000"/>
        </a:lnSpc>
        <a:spcBef>
          <a:spcPts val="3800"/>
        </a:spcBef>
        <a:spcAft>
          <a:spcPct val="0"/>
        </a:spcAft>
        <a:buClr>
          <a:srgbClr val="414141"/>
        </a:buClr>
        <a:buSzPct val="81000"/>
        <a:buFont typeface="Gill Sans Light" pitchFamily="-112" charset="0"/>
        <a:buChar char="•"/>
        <a:defRPr sz="4600">
          <a:solidFill>
            <a:srgbClr val="404140"/>
          </a:solidFill>
          <a:latin typeface="+mn-lt"/>
          <a:ea typeface="+mn-ea"/>
          <a:cs typeface="+mn-cs"/>
          <a:sym typeface="Gill Sans Light" pitchFamily="-112" charset="0"/>
        </a:defRPr>
      </a:lvl8pPr>
      <a:lvl9pPr marL="3606800" indent="-304800" algn="l" rtl="0" fontAlgn="base">
        <a:lnSpc>
          <a:spcPct val="120000"/>
        </a:lnSpc>
        <a:spcBef>
          <a:spcPts val="3800"/>
        </a:spcBef>
        <a:spcAft>
          <a:spcPct val="0"/>
        </a:spcAft>
        <a:buClr>
          <a:srgbClr val="414141"/>
        </a:buClr>
        <a:buSzPct val="81000"/>
        <a:buFont typeface="Gill Sans Light" pitchFamily="-112" charset="0"/>
        <a:buChar char="•"/>
        <a:defRPr sz="4600">
          <a:solidFill>
            <a:srgbClr val="404140"/>
          </a:solidFill>
          <a:latin typeface="+mn-lt"/>
          <a:ea typeface="+mn-ea"/>
          <a:cs typeface="+mn-cs"/>
          <a:sym typeface="Gill Sans Light" pitchFamily="-112"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rgbClr val="9D9D9D"/>
            </a:gs>
            <a:gs pos="100000">
              <a:srgbClr val="FFFFFF"/>
            </a:gs>
          </a:gsLst>
          <a:lin ang="5400000" scaled="1"/>
          <a:tileRect/>
        </a:gra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821" r:id="rId1"/>
    <p:sldLayoutId id="2147483822" r:id="rId2"/>
    <p:sldLayoutId id="2147483823" r:id="rId3"/>
    <p:sldLayoutId id="2147483824" r:id="rId4"/>
    <p:sldLayoutId id="2147483825" r:id="rId5"/>
    <p:sldLayoutId id="2147483826" r:id="rId6"/>
    <p:sldLayoutId id="2147483827" r:id="rId7"/>
    <p:sldLayoutId id="2147483828" r:id="rId8"/>
    <p:sldLayoutId id="2147483829" r:id="rId9"/>
    <p:sldLayoutId id="2147483830" r:id="rId10"/>
    <p:sldLayoutId id="2147483831" r:id="rId11"/>
  </p:sldLayoutIdLst>
  <p:transition/>
  <p:txStyles>
    <p:titleStyle>
      <a:lvl1pPr algn="ctr" rtl="0" eaLnBrk="0" fontAlgn="base" hangingPunct="0">
        <a:spcBef>
          <a:spcPct val="0"/>
        </a:spcBef>
        <a:spcAft>
          <a:spcPct val="0"/>
        </a:spcAft>
        <a:defRPr sz="7200">
          <a:solidFill>
            <a:schemeClr val="tx1"/>
          </a:solidFill>
          <a:latin typeface="+mj-lt"/>
          <a:ea typeface="+mj-ea"/>
          <a:cs typeface="+mj-cs"/>
          <a:sym typeface="Gill Sans Light" pitchFamily="-112" charset="0"/>
        </a:defRPr>
      </a:lvl1pPr>
      <a:lvl2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2pPr>
      <a:lvl3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3pPr>
      <a:lvl4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4pPr>
      <a:lvl5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5pPr>
      <a:lvl6pPr marL="4572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6pPr>
      <a:lvl7pPr marL="9144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7pPr>
      <a:lvl8pPr marL="13716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8pPr>
      <a:lvl9pPr marL="18288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9pPr>
    </p:titleStyle>
    <p:bodyStyle>
      <a:lvl1pPr marL="304800" indent="-304800" algn="l" rtl="0" eaLnBrk="0" fontAlgn="base" hangingPunct="0">
        <a:lnSpc>
          <a:spcPct val="120000"/>
        </a:lnSpc>
        <a:spcBef>
          <a:spcPts val="3800"/>
        </a:spcBef>
        <a:spcAft>
          <a:spcPct val="0"/>
        </a:spcAft>
        <a:buClr>
          <a:srgbClr val="414141"/>
        </a:buClr>
        <a:buSzPct val="81000"/>
        <a:buFont typeface="Gill Sans Light" pitchFamily="-112" charset="0"/>
        <a:buChar char="•"/>
        <a:defRPr sz="4600">
          <a:solidFill>
            <a:schemeClr val="tx1"/>
          </a:solidFill>
          <a:latin typeface="+mn-lt"/>
          <a:ea typeface="+mn-ea"/>
          <a:cs typeface="+mn-cs"/>
          <a:sym typeface="Gill Sans Light" pitchFamily="-112" charset="0"/>
        </a:defRPr>
      </a:lvl1pPr>
      <a:lvl2pPr marL="685800" indent="-304800" algn="l" rtl="0" eaLnBrk="0" fontAlgn="base" hangingPunct="0">
        <a:lnSpc>
          <a:spcPct val="120000"/>
        </a:lnSpc>
        <a:spcBef>
          <a:spcPts val="3800"/>
        </a:spcBef>
        <a:spcAft>
          <a:spcPct val="0"/>
        </a:spcAft>
        <a:buClr>
          <a:srgbClr val="414141"/>
        </a:buClr>
        <a:buSzPct val="81000"/>
        <a:buFont typeface="Gill Sans Light" pitchFamily="-112" charset="0"/>
        <a:buChar char="•"/>
        <a:defRPr sz="4600">
          <a:solidFill>
            <a:schemeClr val="tx1"/>
          </a:solidFill>
          <a:latin typeface="+mn-lt"/>
          <a:ea typeface="+mn-ea"/>
          <a:cs typeface="+mn-cs"/>
          <a:sym typeface="Gill Sans Light" pitchFamily="-112" charset="0"/>
        </a:defRPr>
      </a:lvl2pPr>
      <a:lvl3pPr marL="1066800" indent="-304800" algn="l" rtl="0" eaLnBrk="0" fontAlgn="base" hangingPunct="0">
        <a:lnSpc>
          <a:spcPct val="120000"/>
        </a:lnSpc>
        <a:spcBef>
          <a:spcPts val="3800"/>
        </a:spcBef>
        <a:spcAft>
          <a:spcPct val="0"/>
        </a:spcAft>
        <a:buClr>
          <a:srgbClr val="414141"/>
        </a:buClr>
        <a:buSzPct val="81000"/>
        <a:buFont typeface="Gill Sans Light" pitchFamily="-112" charset="0"/>
        <a:buChar char="•"/>
        <a:defRPr sz="4600">
          <a:solidFill>
            <a:schemeClr val="tx1"/>
          </a:solidFill>
          <a:latin typeface="+mn-lt"/>
          <a:ea typeface="+mn-ea"/>
          <a:cs typeface="+mn-cs"/>
          <a:sym typeface="Gill Sans Light" pitchFamily="-112" charset="0"/>
        </a:defRPr>
      </a:lvl3pPr>
      <a:lvl4pPr marL="1447800" indent="-304800" algn="l" rtl="0" eaLnBrk="0" fontAlgn="base" hangingPunct="0">
        <a:lnSpc>
          <a:spcPct val="120000"/>
        </a:lnSpc>
        <a:spcBef>
          <a:spcPts val="3800"/>
        </a:spcBef>
        <a:spcAft>
          <a:spcPct val="0"/>
        </a:spcAft>
        <a:buClr>
          <a:srgbClr val="414141"/>
        </a:buClr>
        <a:buSzPct val="81000"/>
        <a:buFont typeface="Gill Sans Light" pitchFamily="-112" charset="0"/>
        <a:buChar char="•"/>
        <a:defRPr sz="4600">
          <a:solidFill>
            <a:schemeClr val="tx1"/>
          </a:solidFill>
          <a:latin typeface="+mn-lt"/>
          <a:ea typeface="+mn-ea"/>
          <a:cs typeface="+mn-cs"/>
          <a:sym typeface="Gill Sans Light" pitchFamily="-112" charset="0"/>
        </a:defRPr>
      </a:lvl4pPr>
      <a:lvl5pPr marL="1828800" indent="-304800" algn="l" rtl="0" eaLnBrk="0" fontAlgn="base" hangingPunct="0">
        <a:lnSpc>
          <a:spcPct val="120000"/>
        </a:lnSpc>
        <a:spcBef>
          <a:spcPts val="3800"/>
        </a:spcBef>
        <a:spcAft>
          <a:spcPct val="0"/>
        </a:spcAft>
        <a:buClr>
          <a:srgbClr val="414141"/>
        </a:buClr>
        <a:buSzPct val="81000"/>
        <a:buFont typeface="Gill Sans Light" pitchFamily="-112" charset="0"/>
        <a:buChar char="•"/>
        <a:defRPr sz="4600">
          <a:solidFill>
            <a:schemeClr val="tx1"/>
          </a:solidFill>
          <a:latin typeface="+mn-lt"/>
          <a:ea typeface="+mn-ea"/>
          <a:cs typeface="+mn-cs"/>
          <a:sym typeface="Gill Sans Light" pitchFamily="-112" charset="0"/>
        </a:defRPr>
      </a:lvl5pPr>
      <a:lvl6pPr marL="2286000" indent="-304800" algn="l" rtl="0" fontAlgn="base">
        <a:lnSpc>
          <a:spcPct val="120000"/>
        </a:lnSpc>
        <a:spcBef>
          <a:spcPts val="3800"/>
        </a:spcBef>
        <a:spcAft>
          <a:spcPct val="0"/>
        </a:spcAft>
        <a:buClr>
          <a:srgbClr val="414141"/>
        </a:buClr>
        <a:buSzPct val="81000"/>
        <a:buFont typeface="Gill Sans Light" pitchFamily="-112" charset="0"/>
        <a:buChar char="•"/>
        <a:defRPr sz="4600">
          <a:solidFill>
            <a:schemeClr val="tx1"/>
          </a:solidFill>
          <a:latin typeface="+mn-lt"/>
          <a:ea typeface="+mn-ea"/>
          <a:cs typeface="+mn-cs"/>
          <a:sym typeface="Gill Sans Light" pitchFamily="-112" charset="0"/>
        </a:defRPr>
      </a:lvl6pPr>
      <a:lvl7pPr marL="2743200" indent="-304800" algn="l" rtl="0" fontAlgn="base">
        <a:lnSpc>
          <a:spcPct val="120000"/>
        </a:lnSpc>
        <a:spcBef>
          <a:spcPts val="3800"/>
        </a:spcBef>
        <a:spcAft>
          <a:spcPct val="0"/>
        </a:spcAft>
        <a:buClr>
          <a:srgbClr val="414141"/>
        </a:buClr>
        <a:buSzPct val="81000"/>
        <a:buFont typeface="Gill Sans Light" pitchFamily="-112" charset="0"/>
        <a:buChar char="•"/>
        <a:defRPr sz="4600">
          <a:solidFill>
            <a:schemeClr val="tx1"/>
          </a:solidFill>
          <a:latin typeface="+mn-lt"/>
          <a:ea typeface="+mn-ea"/>
          <a:cs typeface="+mn-cs"/>
          <a:sym typeface="Gill Sans Light" pitchFamily="-112" charset="0"/>
        </a:defRPr>
      </a:lvl7pPr>
      <a:lvl8pPr marL="3200400" indent="-304800" algn="l" rtl="0" fontAlgn="base">
        <a:lnSpc>
          <a:spcPct val="120000"/>
        </a:lnSpc>
        <a:spcBef>
          <a:spcPts val="3800"/>
        </a:spcBef>
        <a:spcAft>
          <a:spcPct val="0"/>
        </a:spcAft>
        <a:buClr>
          <a:srgbClr val="414141"/>
        </a:buClr>
        <a:buSzPct val="81000"/>
        <a:buFont typeface="Gill Sans Light" pitchFamily="-112" charset="0"/>
        <a:buChar char="•"/>
        <a:defRPr sz="4600">
          <a:solidFill>
            <a:schemeClr val="tx1"/>
          </a:solidFill>
          <a:latin typeface="+mn-lt"/>
          <a:ea typeface="+mn-ea"/>
          <a:cs typeface="+mn-cs"/>
          <a:sym typeface="Gill Sans Light" pitchFamily="-112" charset="0"/>
        </a:defRPr>
      </a:lvl8pPr>
      <a:lvl9pPr marL="3657600" indent="-304800" algn="l" rtl="0" fontAlgn="base">
        <a:lnSpc>
          <a:spcPct val="120000"/>
        </a:lnSpc>
        <a:spcBef>
          <a:spcPts val="3800"/>
        </a:spcBef>
        <a:spcAft>
          <a:spcPct val="0"/>
        </a:spcAft>
        <a:buClr>
          <a:srgbClr val="414141"/>
        </a:buClr>
        <a:buSzPct val="81000"/>
        <a:buFont typeface="Gill Sans Light" pitchFamily="-112" charset="0"/>
        <a:buChar char="•"/>
        <a:defRPr sz="4600">
          <a:solidFill>
            <a:schemeClr val="tx1"/>
          </a:solidFill>
          <a:latin typeface="+mn-lt"/>
          <a:ea typeface="+mn-ea"/>
          <a:cs typeface="+mn-cs"/>
          <a:sym typeface="Gill Sans Light" pitchFamily="-112"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rgbClr val="9D9D9D"/>
            </a:gs>
            <a:gs pos="100000">
              <a:srgbClr val="FFFFFF"/>
            </a:gs>
          </a:gsLst>
          <a:lin ang="5400000" scaled="1"/>
          <a:tileRect/>
        </a:gra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Lst>
  <p:transition/>
  <p:txStyles>
    <p:titleStyle>
      <a:lvl1pPr algn="ctr" rtl="0" eaLnBrk="0" fontAlgn="base" hangingPunct="0">
        <a:spcBef>
          <a:spcPct val="0"/>
        </a:spcBef>
        <a:spcAft>
          <a:spcPct val="0"/>
        </a:spcAft>
        <a:defRPr sz="7200">
          <a:solidFill>
            <a:schemeClr val="tx1"/>
          </a:solidFill>
          <a:latin typeface="+mj-lt"/>
          <a:ea typeface="+mj-ea"/>
          <a:cs typeface="+mj-cs"/>
          <a:sym typeface="Gill Sans Light" pitchFamily="-112" charset="0"/>
        </a:defRPr>
      </a:lvl1pPr>
      <a:lvl2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2pPr>
      <a:lvl3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3pPr>
      <a:lvl4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4pPr>
      <a:lvl5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5pPr>
      <a:lvl6pPr marL="4572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6pPr>
      <a:lvl7pPr marL="9144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7pPr>
      <a:lvl8pPr marL="13716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8pPr>
      <a:lvl9pPr marL="18288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9pPr>
    </p:titleStyle>
    <p:bodyStyle>
      <a:lvl1pPr marL="304800" indent="-304800" algn="l" rtl="0" eaLnBrk="0" fontAlgn="base" hangingPunct="0">
        <a:lnSpc>
          <a:spcPct val="120000"/>
        </a:lnSpc>
        <a:spcBef>
          <a:spcPts val="3800"/>
        </a:spcBef>
        <a:spcAft>
          <a:spcPct val="0"/>
        </a:spcAft>
        <a:buClr>
          <a:srgbClr val="414141"/>
        </a:buClr>
        <a:buSzPct val="81000"/>
        <a:buFont typeface="Gill Sans Light" pitchFamily="-112" charset="0"/>
        <a:buChar char="•"/>
        <a:defRPr sz="4600">
          <a:solidFill>
            <a:schemeClr val="tx1"/>
          </a:solidFill>
          <a:latin typeface="+mn-lt"/>
          <a:ea typeface="+mn-ea"/>
          <a:cs typeface="+mn-cs"/>
          <a:sym typeface="Gill Sans Light" pitchFamily="-112" charset="0"/>
        </a:defRPr>
      </a:lvl1pPr>
      <a:lvl2pPr marL="685800" indent="-304800" algn="l" rtl="0" eaLnBrk="0" fontAlgn="base" hangingPunct="0">
        <a:lnSpc>
          <a:spcPct val="120000"/>
        </a:lnSpc>
        <a:spcBef>
          <a:spcPts val="3800"/>
        </a:spcBef>
        <a:spcAft>
          <a:spcPct val="0"/>
        </a:spcAft>
        <a:buClr>
          <a:srgbClr val="414141"/>
        </a:buClr>
        <a:buSzPct val="81000"/>
        <a:buFont typeface="Gill Sans Light" pitchFamily="-112" charset="0"/>
        <a:buChar char="•"/>
        <a:defRPr sz="4600">
          <a:solidFill>
            <a:schemeClr val="tx1"/>
          </a:solidFill>
          <a:latin typeface="+mn-lt"/>
          <a:ea typeface="+mn-ea"/>
          <a:cs typeface="+mn-cs"/>
          <a:sym typeface="Gill Sans Light" pitchFamily="-112" charset="0"/>
        </a:defRPr>
      </a:lvl2pPr>
      <a:lvl3pPr marL="1066800" indent="-304800" algn="l" rtl="0" eaLnBrk="0" fontAlgn="base" hangingPunct="0">
        <a:lnSpc>
          <a:spcPct val="120000"/>
        </a:lnSpc>
        <a:spcBef>
          <a:spcPts val="3800"/>
        </a:spcBef>
        <a:spcAft>
          <a:spcPct val="0"/>
        </a:spcAft>
        <a:buClr>
          <a:srgbClr val="414141"/>
        </a:buClr>
        <a:buSzPct val="81000"/>
        <a:buFont typeface="Gill Sans Light" pitchFamily="-112" charset="0"/>
        <a:buChar char="•"/>
        <a:defRPr sz="4600">
          <a:solidFill>
            <a:schemeClr val="tx1"/>
          </a:solidFill>
          <a:latin typeface="+mn-lt"/>
          <a:ea typeface="+mn-ea"/>
          <a:cs typeface="+mn-cs"/>
          <a:sym typeface="Gill Sans Light" pitchFamily="-112" charset="0"/>
        </a:defRPr>
      </a:lvl3pPr>
      <a:lvl4pPr marL="1447800" indent="-304800" algn="l" rtl="0" eaLnBrk="0" fontAlgn="base" hangingPunct="0">
        <a:lnSpc>
          <a:spcPct val="120000"/>
        </a:lnSpc>
        <a:spcBef>
          <a:spcPts val="3800"/>
        </a:spcBef>
        <a:spcAft>
          <a:spcPct val="0"/>
        </a:spcAft>
        <a:buClr>
          <a:srgbClr val="414141"/>
        </a:buClr>
        <a:buSzPct val="81000"/>
        <a:buFont typeface="Gill Sans Light" pitchFamily="-112" charset="0"/>
        <a:buChar char="•"/>
        <a:defRPr sz="4600">
          <a:solidFill>
            <a:schemeClr val="tx1"/>
          </a:solidFill>
          <a:latin typeface="+mn-lt"/>
          <a:ea typeface="+mn-ea"/>
          <a:cs typeface="+mn-cs"/>
          <a:sym typeface="Gill Sans Light" pitchFamily="-112" charset="0"/>
        </a:defRPr>
      </a:lvl4pPr>
      <a:lvl5pPr marL="1828800" indent="-304800" algn="l" rtl="0" eaLnBrk="0" fontAlgn="base" hangingPunct="0">
        <a:lnSpc>
          <a:spcPct val="120000"/>
        </a:lnSpc>
        <a:spcBef>
          <a:spcPts val="3800"/>
        </a:spcBef>
        <a:spcAft>
          <a:spcPct val="0"/>
        </a:spcAft>
        <a:buClr>
          <a:srgbClr val="414141"/>
        </a:buClr>
        <a:buSzPct val="81000"/>
        <a:buFont typeface="Gill Sans Light" pitchFamily="-112" charset="0"/>
        <a:buChar char="•"/>
        <a:defRPr sz="4600">
          <a:solidFill>
            <a:schemeClr val="tx1"/>
          </a:solidFill>
          <a:latin typeface="+mn-lt"/>
          <a:ea typeface="+mn-ea"/>
          <a:cs typeface="+mn-cs"/>
          <a:sym typeface="Gill Sans Light" pitchFamily="-112" charset="0"/>
        </a:defRPr>
      </a:lvl5pPr>
      <a:lvl6pPr marL="2286000" indent="-304800" algn="l" rtl="0" fontAlgn="base">
        <a:lnSpc>
          <a:spcPct val="120000"/>
        </a:lnSpc>
        <a:spcBef>
          <a:spcPts val="3800"/>
        </a:spcBef>
        <a:spcAft>
          <a:spcPct val="0"/>
        </a:spcAft>
        <a:buClr>
          <a:srgbClr val="414141"/>
        </a:buClr>
        <a:buSzPct val="81000"/>
        <a:buFont typeface="Gill Sans Light" pitchFamily="-112" charset="0"/>
        <a:buChar char="•"/>
        <a:defRPr sz="4600">
          <a:solidFill>
            <a:schemeClr val="tx1"/>
          </a:solidFill>
          <a:latin typeface="+mn-lt"/>
          <a:ea typeface="+mn-ea"/>
          <a:cs typeface="+mn-cs"/>
          <a:sym typeface="Gill Sans Light" pitchFamily="-112" charset="0"/>
        </a:defRPr>
      </a:lvl6pPr>
      <a:lvl7pPr marL="2743200" indent="-304800" algn="l" rtl="0" fontAlgn="base">
        <a:lnSpc>
          <a:spcPct val="120000"/>
        </a:lnSpc>
        <a:spcBef>
          <a:spcPts val="3800"/>
        </a:spcBef>
        <a:spcAft>
          <a:spcPct val="0"/>
        </a:spcAft>
        <a:buClr>
          <a:srgbClr val="414141"/>
        </a:buClr>
        <a:buSzPct val="81000"/>
        <a:buFont typeface="Gill Sans Light" pitchFamily="-112" charset="0"/>
        <a:buChar char="•"/>
        <a:defRPr sz="4600">
          <a:solidFill>
            <a:schemeClr val="tx1"/>
          </a:solidFill>
          <a:latin typeface="+mn-lt"/>
          <a:ea typeface="+mn-ea"/>
          <a:cs typeface="+mn-cs"/>
          <a:sym typeface="Gill Sans Light" pitchFamily="-112" charset="0"/>
        </a:defRPr>
      </a:lvl7pPr>
      <a:lvl8pPr marL="3200400" indent="-304800" algn="l" rtl="0" fontAlgn="base">
        <a:lnSpc>
          <a:spcPct val="120000"/>
        </a:lnSpc>
        <a:spcBef>
          <a:spcPts val="3800"/>
        </a:spcBef>
        <a:spcAft>
          <a:spcPct val="0"/>
        </a:spcAft>
        <a:buClr>
          <a:srgbClr val="414141"/>
        </a:buClr>
        <a:buSzPct val="81000"/>
        <a:buFont typeface="Gill Sans Light" pitchFamily="-112" charset="0"/>
        <a:buChar char="•"/>
        <a:defRPr sz="4600">
          <a:solidFill>
            <a:schemeClr val="tx1"/>
          </a:solidFill>
          <a:latin typeface="+mn-lt"/>
          <a:ea typeface="+mn-ea"/>
          <a:cs typeface="+mn-cs"/>
          <a:sym typeface="Gill Sans Light" pitchFamily="-112" charset="0"/>
        </a:defRPr>
      </a:lvl8pPr>
      <a:lvl9pPr marL="3657600" indent="-304800" algn="l" rtl="0" fontAlgn="base">
        <a:lnSpc>
          <a:spcPct val="120000"/>
        </a:lnSpc>
        <a:spcBef>
          <a:spcPts val="3800"/>
        </a:spcBef>
        <a:spcAft>
          <a:spcPct val="0"/>
        </a:spcAft>
        <a:buClr>
          <a:srgbClr val="414141"/>
        </a:buClr>
        <a:buSzPct val="81000"/>
        <a:buFont typeface="Gill Sans Light" pitchFamily="-112" charset="0"/>
        <a:buChar char="•"/>
        <a:defRPr sz="4600">
          <a:solidFill>
            <a:schemeClr val="tx1"/>
          </a:solidFill>
          <a:latin typeface="+mn-lt"/>
          <a:ea typeface="+mn-ea"/>
          <a:cs typeface="+mn-cs"/>
          <a:sym typeface="Gill Sans Light" pitchFamily="-112"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rgbClr val="9D9D9D"/>
            </a:gs>
            <a:gs pos="100000">
              <a:srgbClr val="FFFFFF"/>
            </a:gs>
          </a:gsLst>
          <a:lin ang="5400000" scaled="1"/>
          <a:tileRect/>
        </a:gradFill>
        <a:effectLst/>
      </p:bgPr>
    </p:bg>
    <p:spTree>
      <p:nvGrpSpPr>
        <p:cNvPr id="1" name=""/>
        <p:cNvGrpSpPr/>
        <p:nvPr/>
      </p:nvGrpSpPr>
      <p:grpSpPr>
        <a:xfrm>
          <a:off x="0" y="0"/>
          <a:ext cx="0" cy="0"/>
          <a:chOff x="0" y="0"/>
          <a:chExt cx="0" cy="0"/>
        </a:xfrm>
      </p:grpSpPr>
      <p:sp>
        <p:nvSpPr>
          <p:cNvPr id="15362" name="Rectangle 1"/>
          <p:cNvSpPr>
            <a:spLocks noGrp="1" noChangeArrowheads="1"/>
          </p:cNvSpPr>
          <p:nvPr>
            <p:ph type="title"/>
          </p:nvPr>
        </p:nvSpPr>
        <p:spPr bwMode="auto">
          <a:xfrm>
            <a:off x="355600" y="254000"/>
            <a:ext cx="12293600" cy="2438400"/>
          </a:xfrm>
          <a:prstGeom prst="rect">
            <a:avLst/>
          </a:prstGeom>
          <a:noFill/>
          <a:ln w="12700">
            <a:noFill/>
            <a:miter lim="800000"/>
            <a:headEnd/>
            <a:tailEnd/>
          </a:ln>
        </p:spPr>
        <p:txBody>
          <a:bodyPr vert="horz" wrap="square" lIns="50800" tIns="50800" rIns="50800" bIns="50800" numCol="1" anchor="ctr" anchorCtr="0" compatLnSpc="1">
            <a:prstTxWarp prst="textNoShape">
              <a:avLst/>
            </a:prstTxWarp>
          </a:bodyPr>
          <a:lstStyle/>
          <a:p>
            <a:pPr lvl="0"/>
            <a:r>
              <a:rPr lang="en-US" smtClean="0">
                <a:sym typeface="Gill Sans Light" pitchFamily="-112" charset="0"/>
              </a:rPr>
              <a:t>Click to edit Master title style</a:t>
            </a:r>
          </a:p>
        </p:txBody>
      </p:sp>
    </p:spTree>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Lst>
  <p:transition/>
  <p:txStyles>
    <p:titleStyle>
      <a:lvl1pPr algn="ctr" rtl="0" eaLnBrk="0" fontAlgn="base" hangingPunct="0">
        <a:spcBef>
          <a:spcPct val="0"/>
        </a:spcBef>
        <a:spcAft>
          <a:spcPct val="0"/>
        </a:spcAft>
        <a:defRPr sz="7200">
          <a:solidFill>
            <a:schemeClr val="tx1"/>
          </a:solidFill>
          <a:latin typeface="+mj-lt"/>
          <a:ea typeface="+mj-ea"/>
          <a:cs typeface="+mj-cs"/>
          <a:sym typeface="Gill Sans Light" pitchFamily="-112" charset="0"/>
        </a:defRPr>
      </a:lvl1pPr>
      <a:lvl2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2pPr>
      <a:lvl3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3pPr>
      <a:lvl4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4pPr>
      <a:lvl5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5pPr>
      <a:lvl6pPr marL="4572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6pPr>
      <a:lvl7pPr marL="9144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7pPr>
      <a:lvl8pPr marL="13716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8pPr>
      <a:lvl9pPr marL="18288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9pPr>
    </p:titleStyle>
    <p:bodyStyle>
      <a:lvl1pPr marL="304800" indent="-304800" algn="l" rtl="0" eaLnBrk="0" fontAlgn="base" hangingPunct="0">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1pPr>
      <a:lvl2pPr marL="685800" indent="-304800" algn="l" rtl="0" eaLnBrk="0" fontAlgn="base" hangingPunct="0">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2pPr>
      <a:lvl3pPr marL="1066800" indent="-304800" algn="l" rtl="0" eaLnBrk="0" fontAlgn="base" hangingPunct="0">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3pPr>
      <a:lvl4pPr marL="1447800" indent="-304800" algn="l" rtl="0" eaLnBrk="0" fontAlgn="base" hangingPunct="0">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4pPr>
      <a:lvl5pPr marL="1828800" indent="-304800" algn="l" rtl="0" eaLnBrk="0" fontAlgn="base" hangingPunct="0">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5pPr>
      <a:lvl6pPr marL="2286000" indent="-304800" algn="l" rtl="0" fontAlgn="base">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6pPr>
      <a:lvl7pPr marL="2743200" indent="-304800" algn="l" rtl="0" fontAlgn="base">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7pPr>
      <a:lvl8pPr marL="3200400" indent="-304800" algn="l" rtl="0" fontAlgn="base">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8pPr>
      <a:lvl9pPr marL="3657600" indent="-304800" algn="l" rtl="0" fontAlgn="base">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rgbClr val="9D9D9D"/>
            </a:gs>
            <a:gs pos="100000">
              <a:srgbClr val="FFFFFF"/>
            </a:gs>
          </a:gsLst>
          <a:lin ang="5400000" scaled="1"/>
          <a:tileRect/>
        </a:gradFill>
        <a:effectLst/>
      </p:bgPr>
    </p:bg>
    <p:spTree>
      <p:nvGrpSpPr>
        <p:cNvPr id="1" name=""/>
        <p:cNvGrpSpPr/>
        <p:nvPr/>
      </p:nvGrpSpPr>
      <p:grpSpPr>
        <a:xfrm>
          <a:off x="0" y="0"/>
          <a:ext cx="0" cy="0"/>
          <a:chOff x="0" y="0"/>
          <a:chExt cx="0" cy="0"/>
        </a:xfrm>
      </p:grpSpPr>
      <p:sp>
        <p:nvSpPr>
          <p:cNvPr id="16386" name="Rectangle 1"/>
          <p:cNvSpPr>
            <a:spLocks noGrp="1" noChangeArrowheads="1"/>
          </p:cNvSpPr>
          <p:nvPr>
            <p:ph type="title"/>
          </p:nvPr>
        </p:nvSpPr>
        <p:spPr bwMode="auto">
          <a:xfrm>
            <a:off x="355600" y="254000"/>
            <a:ext cx="12293600" cy="2438400"/>
          </a:xfrm>
          <a:prstGeom prst="rect">
            <a:avLst/>
          </a:prstGeom>
          <a:noFill/>
          <a:ln w="12700">
            <a:noFill/>
            <a:miter lim="800000"/>
            <a:headEnd/>
            <a:tailEnd/>
          </a:ln>
        </p:spPr>
        <p:txBody>
          <a:bodyPr vert="horz" wrap="square" lIns="50800" tIns="50800" rIns="50800" bIns="50800" numCol="1" anchor="ctr" anchorCtr="0" compatLnSpc="1">
            <a:prstTxWarp prst="textNoShape">
              <a:avLst/>
            </a:prstTxWarp>
          </a:bodyPr>
          <a:lstStyle/>
          <a:p>
            <a:pPr lvl="0"/>
            <a:r>
              <a:rPr lang="en-US" smtClean="0">
                <a:sym typeface="Gill Sans Light" pitchFamily="-112" charset="0"/>
              </a:rPr>
              <a:t>Click to edit Master title style</a:t>
            </a:r>
          </a:p>
        </p:txBody>
      </p:sp>
    </p:spTree>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 id="2147483859" r:id="rId6"/>
    <p:sldLayoutId id="2147483860" r:id="rId7"/>
    <p:sldLayoutId id="2147483861" r:id="rId8"/>
    <p:sldLayoutId id="2147483862" r:id="rId9"/>
    <p:sldLayoutId id="2147483863" r:id="rId10"/>
    <p:sldLayoutId id="2147483864" r:id="rId11"/>
  </p:sldLayoutIdLst>
  <p:transition/>
  <p:txStyles>
    <p:titleStyle>
      <a:lvl1pPr algn="ctr" rtl="0" eaLnBrk="0" fontAlgn="base" hangingPunct="0">
        <a:spcBef>
          <a:spcPct val="0"/>
        </a:spcBef>
        <a:spcAft>
          <a:spcPct val="0"/>
        </a:spcAft>
        <a:defRPr sz="7200">
          <a:solidFill>
            <a:schemeClr val="tx1"/>
          </a:solidFill>
          <a:latin typeface="+mj-lt"/>
          <a:ea typeface="+mj-ea"/>
          <a:cs typeface="+mj-cs"/>
          <a:sym typeface="Gill Sans Light" pitchFamily="-112" charset="0"/>
        </a:defRPr>
      </a:lvl1pPr>
      <a:lvl2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2pPr>
      <a:lvl3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3pPr>
      <a:lvl4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4pPr>
      <a:lvl5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5pPr>
      <a:lvl6pPr marL="4572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6pPr>
      <a:lvl7pPr marL="9144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7pPr>
      <a:lvl8pPr marL="13716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8pPr>
      <a:lvl9pPr marL="18288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9pPr>
    </p:titleStyle>
    <p:bodyStyle>
      <a:lvl1pPr marL="304800" indent="-304800" algn="l" rtl="0" eaLnBrk="0" fontAlgn="base" hangingPunct="0">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1pPr>
      <a:lvl2pPr marL="685800" indent="-304800" algn="l" rtl="0" eaLnBrk="0" fontAlgn="base" hangingPunct="0">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2pPr>
      <a:lvl3pPr marL="1066800" indent="-304800" algn="l" rtl="0" eaLnBrk="0" fontAlgn="base" hangingPunct="0">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3pPr>
      <a:lvl4pPr marL="1447800" indent="-304800" algn="l" rtl="0" eaLnBrk="0" fontAlgn="base" hangingPunct="0">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4pPr>
      <a:lvl5pPr marL="1828800" indent="-304800" algn="l" rtl="0" eaLnBrk="0" fontAlgn="base" hangingPunct="0">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5pPr>
      <a:lvl6pPr marL="2286000" indent="-304800" algn="l" rtl="0" fontAlgn="base">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6pPr>
      <a:lvl7pPr marL="2743200" indent="-304800" algn="l" rtl="0" fontAlgn="base">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7pPr>
      <a:lvl8pPr marL="3200400" indent="-304800" algn="l" rtl="0" fontAlgn="base">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8pPr>
      <a:lvl9pPr marL="3657600" indent="-304800" algn="l" rtl="0" fontAlgn="base">
        <a:spcBef>
          <a:spcPts val="3800"/>
        </a:spcBef>
        <a:spcAft>
          <a:spcPct val="0"/>
        </a:spcAft>
        <a:buClr>
          <a:srgbClr val="414141"/>
        </a:buClr>
        <a:buSzPct val="81000"/>
        <a:buFont typeface="Gill Sans Light" pitchFamily="-112" charset="0"/>
        <a:buChar char="•"/>
        <a:defRPr sz="3800">
          <a:solidFill>
            <a:schemeClr val="tx1"/>
          </a:solidFill>
          <a:latin typeface="+mn-lt"/>
          <a:ea typeface="+mn-ea"/>
          <a:cs typeface="+mn-cs"/>
          <a:sym typeface="Gill Sans Light" pitchFamily="-112"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rgbClr val="9D9D9D"/>
            </a:gs>
            <a:gs pos="100000">
              <a:srgbClr val="FFFFFF"/>
            </a:gs>
          </a:gsLst>
          <a:lin ang="5400000" scaled="1"/>
          <a:tileRect/>
        </a:gradFill>
        <a:effectLst/>
      </p:bgPr>
    </p:bg>
    <p:spTree>
      <p:nvGrpSpPr>
        <p:cNvPr id="1" name=""/>
        <p:cNvGrpSpPr/>
        <p:nvPr/>
      </p:nvGrpSpPr>
      <p:grpSpPr>
        <a:xfrm>
          <a:off x="0" y="0"/>
          <a:ext cx="0" cy="0"/>
          <a:chOff x="0" y="0"/>
          <a:chExt cx="0" cy="0"/>
        </a:xfrm>
      </p:grpSpPr>
      <p:sp>
        <p:nvSpPr>
          <p:cNvPr id="17410" name="Rectangle 1"/>
          <p:cNvSpPr>
            <a:spLocks noGrp="1" noChangeArrowheads="1"/>
          </p:cNvSpPr>
          <p:nvPr>
            <p:ph type="title"/>
          </p:nvPr>
        </p:nvSpPr>
        <p:spPr bwMode="auto">
          <a:xfrm>
            <a:off x="355600" y="2044700"/>
            <a:ext cx="12293600" cy="3238500"/>
          </a:xfrm>
          <a:prstGeom prst="rect">
            <a:avLst/>
          </a:prstGeom>
          <a:noFill/>
          <a:ln w="12700">
            <a:noFill/>
            <a:miter lim="800000"/>
            <a:headEnd/>
            <a:tailEnd/>
          </a:ln>
        </p:spPr>
        <p:txBody>
          <a:bodyPr vert="horz" wrap="square" lIns="50800" tIns="50800" rIns="50800" bIns="50800" numCol="1" anchor="b" anchorCtr="0" compatLnSpc="1">
            <a:prstTxWarp prst="textNoShape">
              <a:avLst/>
            </a:prstTxWarp>
          </a:bodyPr>
          <a:lstStyle/>
          <a:p>
            <a:pPr lvl="0"/>
            <a:r>
              <a:rPr lang="en-US" smtClean="0">
                <a:sym typeface="Gill Sans Light" pitchFamily="-112" charset="0"/>
              </a:rPr>
              <a:t>Click to edit Master title style</a:t>
            </a:r>
          </a:p>
        </p:txBody>
      </p:sp>
      <p:sp>
        <p:nvSpPr>
          <p:cNvPr id="17411" name="Rectangle 2"/>
          <p:cNvSpPr>
            <a:spLocks noGrp="1" noChangeArrowheads="1"/>
          </p:cNvSpPr>
          <p:nvPr>
            <p:ph type="body" idx="1"/>
          </p:nvPr>
        </p:nvSpPr>
        <p:spPr bwMode="auto">
          <a:xfrm>
            <a:off x="355600" y="5270500"/>
            <a:ext cx="12293600" cy="1295400"/>
          </a:xfrm>
          <a:prstGeom prst="rect">
            <a:avLst/>
          </a:prstGeom>
          <a:noFill/>
          <a:ln w="12700">
            <a:noFill/>
            <a:miter lim="800000"/>
            <a:headEnd/>
            <a:tailEnd/>
          </a:ln>
        </p:spPr>
        <p:txBody>
          <a:bodyPr vert="horz" wrap="square" lIns="50800" tIns="50800" rIns="50800" bIns="50800" numCol="1" anchor="t" anchorCtr="0" compatLnSpc="1">
            <a:prstTxWarp prst="textNoShape">
              <a:avLst/>
            </a:prstTxWarp>
          </a:bodyPr>
          <a:lstStyle/>
          <a:p>
            <a:pPr lvl="0"/>
            <a:r>
              <a:rPr lang="en-US" smtClean="0">
                <a:sym typeface="Gill Sans Light" pitchFamily="-112" charset="0"/>
              </a:rPr>
              <a:t>Click to edit Master text styles</a:t>
            </a:r>
          </a:p>
          <a:p>
            <a:pPr lvl="1"/>
            <a:r>
              <a:rPr lang="en-US" smtClean="0">
                <a:sym typeface="Gill Sans Light" pitchFamily="-112" charset="0"/>
              </a:rPr>
              <a:t>Second level</a:t>
            </a:r>
          </a:p>
          <a:p>
            <a:pPr lvl="2"/>
            <a:r>
              <a:rPr lang="en-US" smtClean="0">
                <a:sym typeface="Gill Sans Light" pitchFamily="-112" charset="0"/>
              </a:rPr>
              <a:t>Third level</a:t>
            </a:r>
          </a:p>
          <a:p>
            <a:pPr lvl="3"/>
            <a:r>
              <a:rPr lang="en-US" smtClean="0">
                <a:sym typeface="Gill Sans Light" pitchFamily="-112" charset="0"/>
              </a:rPr>
              <a:t>Fourth level</a:t>
            </a:r>
          </a:p>
          <a:p>
            <a:pPr lvl="4"/>
            <a:r>
              <a:rPr lang="en-US" smtClean="0">
                <a:sym typeface="Gill Sans Light" pitchFamily="-112" charset="0"/>
              </a:rPr>
              <a:t>Fifth level</a:t>
            </a:r>
          </a:p>
        </p:txBody>
      </p:sp>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ransition/>
  <p:txStyles>
    <p:titleStyle>
      <a:lvl1pPr algn="ctr" rtl="0" eaLnBrk="0" fontAlgn="base" hangingPunct="0">
        <a:spcBef>
          <a:spcPct val="0"/>
        </a:spcBef>
        <a:spcAft>
          <a:spcPct val="0"/>
        </a:spcAft>
        <a:defRPr sz="7200">
          <a:solidFill>
            <a:schemeClr val="tx1"/>
          </a:solidFill>
          <a:latin typeface="+mj-lt"/>
          <a:ea typeface="+mj-ea"/>
          <a:cs typeface="+mj-cs"/>
          <a:sym typeface="Gill Sans Light" pitchFamily="-112" charset="0"/>
        </a:defRPr>
      </a:lvl1pPr>
      <a:lvl2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2pPr>
      <a:lvl3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3pPr>
      <a:lvl4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4pPr>
      <a:lvl5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5pPr>
      <a:lvl6pPr marL="4572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6pPr>
      <a:lvl7pPr marL="9144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7pPr>
      <a:lvl8pPr marL="13716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8pPr>
      <a:lvl9pPr marL="18288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9pPr>
    </p:titleStyle>
    <p:bodyStyle>
      <a:lvl1pPr marL="342900" indent="-34290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1pPr>
      <a:lvl2pPr marL="742950" indent="-28575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2pPr>
      <a:lvl3pPr marL="1143000" indent="-22860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3pPr>
      <a:lvl4pPr marL="1600200" indent="-22860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4pPr>
      <a:lvl5pPr marL="2057400" indent="-228600" algn="ctr" rtl="0" eaLnBrk="0" fontAlgn="base" hangingPunct="0">
        <a:spcBef>
          <a:spcPct val="0"/>
        </a:spcBef>
        <a:spcAft>
          <a:spcPct val="0"/>
        </a:spcAft>
        <a:buChar char="»"/>
        <a:defRPr sz="3800">
          <a:solidFill>
            <a:schemeClr val="tx1"/>
          </a:solidFill>
          <a:latin typeface="+mn-lt"/>
          <a:ea typeface="+mn-ea"/>
          <a:cs typeface="+mn-cs"/>
          <a:sym typeface="Gill Sans Light" pitchFamily="-112" charset="0"/>
        </a:defRPr>
      </a:lvl5pPr>
      <a:lvl6pPr marL="457200" algn="ctr" rtl="0" fontAlgn="base">
        <a:spcBef>
          <a:spcPct val="0"/>
        </a:spcBef>
        <a:spcAft>
          <a:spcPct val="0"/>
        </a:spcAft>
        <a:defRPr sz="3800">
          <a:solidFill>
            <a:schemeClr val="tx1"/>
          </a:solidFill>
          <a:latin typeface="+mn-lt"/>
          <a:ea typeface="+mn-ea"/>
          <a:cs typeface="+mn-cs"/>
          <a:sym typeface="Gill Sans Light" pitchFamily="-112" charset="0"/>
        </a:defRPr>
      </a:lvl6pPr>
      <a:lvl7pPr marL="914400" algn="ctr" rtl="0" fontAlgn="base">
        <a:spcBef>
          <a:spcPct val="0"/>
        </a:spcBef>
        <a:spcAft>
          <a:spcPct val="0"/>
        </a:spcAft>
        <a:defRPr sz="3800">
          <a:solidFill>
            <a:schemeClr val="tx1"/>
          </a:solidFill>
          <a:latin typeface="+mn-lt"/>
          <a:ea typeface="+mn-ea"/>
          <a:cs typeface="+mn-cs"/>
          <a:sym typeface="Gill Sans Light" pitchFamily="-112" charset="0"/>
        </a:defRPr>
      </a:lvl7pPr>
      <a:lvl8pPr marL="1371600" algn="ctr" rtl="0" fontAlgn="base">
        <a:spcBef>
          <a:spcPct val="0"/>
        </a:spcBef>
        <a:spcAft>
          <a:spcPct val="0"/>
        </a:spcAft>
        <a:defRPr sz="3800">
          <a:solidFill>
            <a:schemeClr val="tx1"/>
          </a:solidFill>
          <a:latin typeface="+mn-lt"/>
          <a:ea typeface="+mn-ea"/>
          <a:cs typeface="+mn-cs"/>
          <a:sym typeface="Gill Sans Light" pitchFamily="-112" charset="0"/>
        </a:defRPr>
      </a:lvl8pPr>
      <a:lvl9pPr marL="1828800" algn="ctr" rtl="0" fontAlgn="base">
        <a:spcBef>
          <a:spcPct val="0"/>
        </a:spcBef>
        <a:spcAft>
          <a:spcPct val="0"/>
        </a:spcAft>
        <a:defRPr sz="3800">
          <a:solidFill>
            <a:schemeClr val="tx1"/>
          </a:solidFill>
          <a:latin typeface="+mn-lt"/>
          <a:ea typeface="+mn-ea"/>
          <a:cs typeface="+mn-cs"/>
          <a:sym typeface="Gill Sans Light" pitchFamily="-112" charset="0"/>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1.wmf"/><Relationship Id="rId4" Type="http://schemas.openxmlformats.org/officeDocument/2006/relationships/image" Target="../media/image20.wmf"/></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oleObject" Target="../embeddings/oleObject2.bin"/><Relationship Id="rId4" Type="http://schemas.openxmlformats.org/officeDocument/2006/relationships/image" Target="../media/image28.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alla.cs.gsu.edu/software/VISPA/vispa.html"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noGrp="1" noChangeArrowheads="1"/>
          </p:cNvSpPr>
          <p:nvPr>
            <p:ph type="title"/>
          </p:nvPr>
        </p:nvSpPr>
        <p:spPr>
          <a:xfrm>
            <a:off x="2019300" y="406400"/>
            <a:ext cx="10337800" cy="6896100"/>
          </a:xfrm>
        </p:spPr>
        <p:txBody>
          <a:bodyPr/>
          <a:lstStyle/>
          <a:p>
            <a:pPr algn="r" eaLnBrk="1" hangingPunct="1"/>
            <a:r>
              <a:rPr lang="en-US" dirty="0" smtClean="0">
                <a:solidFill>
                  <a:srgbClr val="1A1A1A"/>
                </a:solidFill>
              </a:rPr>
              <a:t>Reconstruction of infectious bronchitis virus </a:t>
            </a:r>
            <a:r>
              <a:rPr lang="en-US" dirty="0" err="1" smtClean="0">
                <a:solidFill>
                  <a:srgbClr val="1A1A1A"/>
                </a:solidFill>
              </a:rPr>
              <a:t>quasispecies</a:t>
            </a:r>
            <a:r>
              <a:rPr lang="en-US" dirty="0" smtClean="0">
                <a:solidFill>
                  <a:srgbClr val="1A1A1A"/>
                </a:solidFill>
              </a:rPr>
              <a:t> from 454 </a:t>
            </a:r>
            <a:r>
              <a:rPr lang="en-US" dirty="0" err="1" smtClean="0">
                <a:solidFill>
                  <a:srgbClr val="1A1A1A"/>
                </a:solidFill>
              </a:rPr>
              <a:t>pyrosequencing</a:t>
            </a:r>
            <a:r>
              <a:rPr lang="en-US" dirty="0" smtClean="0">
                <a:solidFill>
                  <a:srgbClr val="1A1A1A"/>
                </a:solidFill>
              </a:rPr>
              <a:t> reads</a:t>
            </a:r>
            <a:br>
              <a:rPr lang="en-US" dirty="0" smtClean="0">
                <a:solidFill>
                  <a:srgbClr val="1A1A1A"/>
                </a:solidFill>
              </a:rPr>
            </a:br>
            <a:r>
              <a:rPr lang="en-US" dirty="0" smtClean="0">
                <a:solidFill>
                  <a:srgbClr val="1A1A1A"/>
                </a:solidFill>
              </a:rPr>
              <a:t> </a:t>
            </a:r>
            <a:br>
              <a:rPr lang="en-US" dirty="0" smtClean="0">
                <a:solidFill>
                  <a:srgbClr val="1A1A1A"/>
                </a:solidFill>
              </a:rPr>
            </a:br>
            <a:endParaRPr lang="en-US" dirty="0" smtClean="0">
              <a:solidFill>
                <a:srgbClr val="1A1A1A"/>
              </a:solidFill>
            </a:endParaRPr>
          </a:p>
        </p:txBody>
      </p:sp>
      <p:sp>
        <p:nvSpPr>
          <p:cNvPr id="18435" name="Rectangle 2"/>
          <p:cNvSpPr>
            <a:spLocks noGrp="1" noChangeArrowheads="1"/>
          </p:cNvSpPr>
          <p:nvPr>
            <p:ph type="body" idx="1"/>
          </p:nvPr>
        </p:nvSpPr>
        <p:spPr>
          <a:xfrm>
            <a:off x="6108700" y="6273800"/>
            <a:ext cx="6489700" cy="3124200"/>
          </a:xfrm>
        </p:spPr>
        <p:txBody>
          <a:bodyPr/>
          <a:lstStyle/>
          <a:p>
            <a:pPr marL="39688" indent="0" algn="r" eaLnBrk="1" hangingPunct="1">
              <a:spcBef>
                <a:spcPct val="0"/>
              </a:spcBef>
              <a:buFont typeface="Gill Sans Light" pitchFamily="-112" charset="0"/>
              <a:buNone/>
            </a:pPr>
            <a:r>
              <a:rPr lang="en-US" sz="6400" dirty="0" smtClean="0">
                <a:solidFill>
                  <a:srgbClr val="1A1A1A"/>
                </a:solidFill>
              </a:rPr>
              <a:t>CAME 2011</a:t>
            </a:r>
          </a:p>
          <a:p>
            <a:pPr marL="39688" indent="0" algn="r" eaLnBrk="1" hangingPunct="1">
              <a:spcBef>
                <a:spcPct val="0"/>
              </a:spcBef>
              <a:buFont typeface="Gill Sans Light" pitchFamily="-112" charset="0"/>
              <a:buNone/>
            </a:pPr>
            <a:r>
              <a:rPr lang="en-US" sz="2400" dirty="0" smtClean="0">
                <a:solidFill>
                  <a:srgbClr val="1A1A1A"/>
                </a:solidFill>
              </a:rPr>
              <a:t>Ion </a:t>
            </a:r>
            <a:r>
              <a:rPr lang="en-US" sz="2400" dirty="0" err="1" smtClean="0">
                <a:solidFill>
                  <a:srgbClr val="1A1A1A"/>
                </a:solidFill>
              </a:rPr>
              <a:t>Mandoiu</a:t>
            </a:r>
            <a:endParaRPr lang="en-US" sz="2400" dirty="0" smtClean="0">
              <a:solidFill>
                <a:srgbClr val="1A1A1A"/>
              </a:solidFill>
            </a:endParaRPr>
          </a:p>
          <a:p>
            <a:pPr marL="39688" indent="0" algn="r" eaLnBrk="1" hangingPunct="1">
              <a:spcBef>
                <a:spcPct val="0"/>
              </a:spcBef>
              <a:buFont typeface="Gill Sans Light" pitchFamily="-112" charset="0"/>
              <a:buNone/>
            </a:pPr>
            <a:r>
              <a:rPr lang="en-US" sz="2400" dirty="0" smtClean="0">
                <a:solidFill>
                  <a:srgbClr val="1A1A1A"/>
                </a:solidFill>
              </a:rPr>
              <a:t>Computer Science &amp; Engineering Dept.</a:t>
            </a:r>
          </a:p>
          <a:p>
            <a:pPr marL="39688" indent="0" algn="r" eaLnBrk="1" hangingPunct="1">
              <a:spcBef>
                <a:spcPct val="0"/>
              </a:spcBef>
              <a:buFont typeface="Gill Sans Light" pitchFamily="-112" charset="0"/>
              <a:buNone/>
            </a:pPr>
            <a:r>
              <a:rPr lang="en-US" sz="2400" dirty="0" smtClean="0">
                <a:solidFill>
                  <a:srgbClr val="1A1A1A"/>
                </a:solidFill>
              </a:rPr>
              <a:t>University of Connecticut</a:t>
            </a:r>
          </a:p>
        </p:txBody>
      </p:sp>
      <p:pic>
        <p:nvPicPr>
          <p:cNvPr id="18436" name="Picture 3"/>
          <p:cNvPicPr>
            <a:picLocks noChangeAspect="1" noChangeArrowheads="1"/>
          </p:cNvPicPr>
          <p:nvPr/>
        </p:nvPicPr>
        <p:blipFill>
          <a:blip r:embed="rId2"/>
          <a:srcRect/>
          <a:stretch>
            <a:fillRect/>
          </a:stretch>
        </p:blipFill>
        <p:spPr bwMode="auto">
          <a:xfrm>
            <a:off x="825500" y="5588000"/>
            <a:ext cx="4445000" cy="3340100"/>
          </a:xfrm>
          <a:prstGeom prst="rect">
            <a:avLst/>
          </a:prstGeom>
          <a:noFill/>
          <a:ln w="12700">
            <a:noFill/>
            <a:miter lim="800000"/>
            <a:headEnd/>
            <a:tailEnd/>
          </a:ln>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a:spLocks noGrp="1" noChangeArrowheads="1"/>
          </p:cNvSpPr>
          <p:nvPr>
            <p:ph type="title"/>
          </p:nvPr>
        </p:nvSpPr>
        <p:spPr>
          <a:xfrm>
            <a:off x="330200" y="-304800"/>
            <a:ext cx="12293600" cy="2628900"/>
          </a:xfrm>
        </p:spPr>
        <p:txBody>
          <a:bodyPr/>
          <a:lstStyle/>
          <a:p>
            <a:pPr eaLnBrk="1" hangingPunct="1"/>
            <a:r>
              <a:rPr lang="en-US" sz="6600" dirty="0" smtClean="0">
                <a:solidFill>
                  <a:srgbClr val="1A1A1A"/>
                </a:solidFill>
              </a:rPr>
              <a:t>Infectious Bronchitis Virus (IBV)</a:t>
            </a:r>
          </a:p>
        </p:txBody>
      </p:sp>
      <p:sp>
        <p:nvSpPr>
          <p:cNvPr id="21507" name="Rectangle 2"/>
          <p:cNvSpPr>
            <a:spLocks noGrp="1" noChangeArrowheads="1"/>
          </p:cNvSpPr>
          <p:nvPr>
            <p:ph type="body" idx="1"/>
          </p:nvPr>
        </p:nvSpPr>
        <p:spPr>
          <a:xfrm>
            <a:off x="177800" y="2667000"/>
            <a:ext cx="12420600" cy="6350000"/>
          </a:xfrm>
        </p:spPr>
        <p:txBody>
          <a:bodyPr/>
          <a:lstStyle/>
          <a:p>
            <a:pPr marL="382588" indent="-342900" eaLnBrk="1" hangingPunct="1">
              <a:spcBef>
                <a:spcPts val="600"/>
              </a:spcBef>
              <a:buClr>
                <a:srgbClr val="9A0000"/>
              </a:buClr>
              <a:buSzPct val="75000"/>
              <a:buFont typeface="Wingdings" pitchFamily="-112" charset="2"/>
              <a:buChar char="n"/>
            </a:pPr>
            <a:r>
              <a:rPr lang="en-US" sz="4400" dirty="0" smtClean="0">
                <a:latin typeface="Gill Sans" pitchFamily="-112" charset="0"/>
                <a:sym typeface="Gill Sans" pitchFamily="-112" charset="0"/>
              </a:rPr>
              <a:t>Group 3 </a:t>
            </a:r>
            <a:r>
              <a:rPr lang="en-US" sz="4400" dirty="0" err="1" smtClean="0">
                <a:latin typeface="Gill Sans" pitchFamily="-112" charset="0"/>
                <a:sym typeface="Gill Sans" pitchFamily="-112" charset="0"/>
              </a:rPr>
              <a:t>coronavirus</a:t>
            </a:r>
            <a:endParaRPr lang="en-US" sz="4400" dirty="0" smtClean="0">
              <a:latin typeface="Gill Sans" pitchFamily="-112" charset="0"/>
              <a:ea typeface="ヒラギノ角ゴ ProN W6" pitchFamily="-112" charset="-128"/>
              <a:sym typeface="Gill Sans" pitchFamily="-112" charset="0"/>
            </a:endParaRPr>
          </a:p>
          <a:p>
            <a:pPr marL="382588" indent="-342900" eaLnBrk="1" hangingPunct="1">
              <a:spcBef>
                <a:spcPts val="600"/>
              </a:spcBef>
              <a:buClr>
                <a:srgbClr val="9A0000"/>
              </a:buClr>
              <a:buSzPct val="75000"/>
              <a:buFont typeface="Wingdings" pitchFamily="-112" charset="2"/>
              <a:buChar char="n"/>
            </a:pPr>
            <a:r>
              <a:rPr lang="en-US" sz="4400" dirty="0" smtClean="0">
                <a:latin typeface="Gill Sans" pitchFamily="-112" charset="0"/>
                <a:sym typeface="Gill Sans" pitchFamily="-112" charset="0"/>
              </a:rPr>
              <a:t>Biggest single cause of economic loss in US poultry farms</a:t>
            </a:r>
          </a:p>
          <a:p>
            <a:pPr marL="712788" lvl="1" indent="-342900" eaLnBrk="1" hangingPunct="1">
              <a:spcBef>
                <a:spcPts val="600"/>
              </a:spcBef>
              <a:buClr>
                <a:srgbClr val="9A0000"/>
              </a:buClr>
              <a:buSzPct val="75000"/>
            </a:pPr>
            <a:r>
              <a:rPr lang="en-US" sz="3600" dirty="0" smtClean="0">
                <a:latin typeface="Gill Sans" pitchFamily="-112" charset="0"/>
                <a:sym typeface="Gill Sans" pitchFamily="-112" charset="0"/>
              </a:rPr>
              <a:t>Young chickens: coughing, tracheal </a:t>
            </a:r>
            <a:r>
              <a:rPr lang="en-US" sz="3600" dirty="0" err="1" smtClean="0">
                <a:latin typeface="Gill Sans" pitchFamily="-112" charset="0"/>
                <a:sym typeface="Gill Sans" pitchFamily="-112" charset="0"/>
              </a:rPr>
              <a:t>rales</a:t>
            </a:r>
            <a:r>
              <a:rPr lang="en-US" sz="3600" dirty="0" smtClean="0">
                <a:latin typeface="Gill Sans" pitchFamily="-112" charset="0"/>
                <a:sym typeface="Gill Sans" pitchFamily="-112" charset="0"/>
              </a:rPr>
              <a:t>, </a:t>
            </a:r>
            <a:r>
              <a:rPr lang="en-US" sz="3600" dirty="0" err="1" smtClean="0">
                <a:latin typeface="Gill Sans" pitchFamily="-112" charset="0"/>
                <a:sym typeface="Gill Sans" pitchFamily="-112" charset="0"/>
              </a:rPr>
              <a:t>dyspnea</a:t>
            </a:r>
            <a:endParaRPr lang="en-US" sz="3600" dirty="0" smtClean="0">
              <a:latin typeface="Gill Sans" pitchFamily="-112" charset="0"/>
              <a:ea typeface="ヒラギノ角ゴ ProN W6" pitchFamily="-112" charset="-128"/>
              <a:sym typeface="Gill Sans" pitchFamily="-112" charset="0"/>
            </a:endParaRPr>
          </a:p>
          <a:p>
            <a:pPr marL="712788" lvl="1" indent="-342900" eaLnBrk="1" hangingPunct="1">
              <a:spcBef>
                <a:spcPts val="600"/>
              </a:spcBef>
              <a:buClr>
                <a:srgbClr val="9A0000"/>
              </a:buClr>
              <a:buSzPct val="75000"/>
            </a:pPr>
            <a:r>
              <a:rPr lang="en-US" sz="3600" dirty="0" smtClean="0">
                <a:latin typeface="Gill Sans" pitchFamily="-112" charset="0"/>
                <a:sym typeface="Gill Sans" pitchFamily="-112" charset="0"/>
              </a:rPr>
              <a:t>Broiler chickens: reduced growth rate</a:t>
            </a:r>
            <a:endParaRPr lang="en-US" sz="3600" dirty="0" smtClean="0">
              <a:latin typeface="Gill Sans" pitchFamily="-112" charset="0"/>
              <a:ea typeface="ヒラギノ角ゴ ProN W6" pitchFamily="-112" charset="-128"/>
              <a:sym typeface="Gill Sans" pitchFamily="-112" charset="0"/>
            </a:endParaRPr>
          </a:p>
          <a:p>
            <a:pPr marL="712788" lvl="1" indent="-342900" eaLnBrk="1" hangingPunct="1">
              <a:spcBef>
                <a:spcPts val="600"/>
              </a:spcBef>
              <a:buClr>
                <a:srgbClr val="9A0000"/>
              </a:buClr>
              <a:buSzPct val="75000"/>
            </a:pPr>
            <a:r>
              <a:rPr lang="en-US" sz="3600" dirty="0" smtClean="0">
                <a:latin typeface="Gill Sans" pitchFamily="-112" charset="0"/>
                <a:sym typeface="Gill Sans" pitchFamily="-112" charset="0"/>
              </a:rPr>
              <a:t>Layers: egg production drops 5-50%, thin-shelled, watery albumin</a:t>
            </a:r>
          </a:p>
          <a:p>
            <a:pPr marL="382588" indent="-342900" eaLnBrk="1" hangingPunct="1">
              <a:spcBef>
                <a:spcPts val="600"/>
              </a:spcBef>
              <a:buClr>
                <a:srgbClr val="9A0000"/>
              </a:buClr>
              <a:buSzPct val="75000"/>
              <a:buFont typeface="Wingdings" pitchFamily="-112" charset="2"/>
              <a:buChar char="n"/>
            </a:pPr>
            <a:r>
              <a:rPr lang="en-US" sz="4400" dirty="0" smtClean="0">
                <a:latin typeface="Gill Sans" pitchFamily="-112" charset="0"/>
                <a:sym typeface="Gill Sans" pitchFamily="-112" charset="0"/>
              </a:rPr>
              <a:t>Worldwide distribution, with dozens of serotypes in circulation</a:t>
            </a:r>
          </a:p>
          <a:p>
            <a:pPr marL="763588" lvl="2" indent="-342900" eaLnBrk="1" hangingPunct="1">
              <a:spcBef>
                <a:spcPts val="600"/>
              </a:spcBef>
              <a:buClr>
                <a:srgbClr val="9A0000"/>
              </a:buClr>
              <a:buSzPct val="75000"/>
            </a:pPr>
            <a:r>
              <a:rPr lang="en-US" sz="3600" kern="0" dirty="0" smtClean="0">
                <a:solidFill>
                  <a:schemeClr val="tx1"/>
                </a:solidFill>
                <a:latin typeface="Gill Sans" pitchFamily="-112" charset="0"/>
                <a:sym typeface="Gill Sans" pitchFamily="-112" charset="0"/>
              </a:rPr>
              <a:t>Co-infection with multiple serotypes is not uncommon, creating conditions for recombination</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Grp="1" noChangeArrowheads="1"/>
          </p:cNvSpPr>
          <p:nvPr>
            <p:ph type="title"/>
          </p:nvPr>
        </p:nvSpPr>
        <p:spPr>
          <a:xfrm>
            <a:off x="355600" y="-381000"/>
            <a:ext cx="12293600" cy="2628900"/>
          </a:xfrm>
        </p:spPr>
        <p:txBody>
          <a:bodyPr/>
          <a:lstStyle/>
          <a:p>
            <a:pPr eaLnBrk="1" hangingPunct="1"/>
            <a:r>
              <a:rPr lang="en-US" smtClean="0">
                <a:solidFill>
                  <a:srgbClr val="1A1A1A"/>
                </a:solidFill>
              </a:rPr>
              <a:t>IBV</a:t>
            </a:r>
          </a:p>
        </p:txBody>
      </p:sp>
      <p:pic>
        <p:nvPicPr>
          <p:cNvPr id="22532" name="Picture 3"/>
          <p:cNvPicPr>
            <a:picLocks noChangeAspect="1" noChangeArrowheads="1"/>
          </p:cNvPicPr>
          <p:nvPr/>
        </p:nvPicPr>
        <p:blipFill>
          <a:blip r:embed="rId3"/>
          <a:srcRect/>
          <a:stretch>
            <a:fillRect/>
          </a:stretch>
        </p:blipFill>
        <p:spPr bwMode="auto">
          <a:xfrm>
            <a:off x="812800" y="1612900"/>
            <a:ext cx="3683000" cy="2770188"/>
          </a:xfrm>
          <a:prstGeom prst="rect">
            <a:avLst/>
          </a:prstGeom>
          <a:noFill/>
          <a:ln w="12700">
            <a:noFill/>
            <a:miter lim="800000"/>
            <a:headEnd/>
            <a:tailEnd/>
          </a:ln>
        </p:spPr>
      </p:pic>
      <p:pic>
        <p:nvPicPr>
          <p:cNvPr id="22533" name="Picture 4"/>
          <p:cNvPicPr>
            <a:picLocks noChangeAspect="1" noChangeArrowheads="1"/>
          </p:cNvPicPr>
          <p:nvPr/>
        </p:nvPicPr>
        <p:blipFill>
          <a:blip r:embed="rId4"/>
          <a:srcRect l="499" t="2048" r="1250" b="8606"/>
          <a:stretch>
            <a:fillRect/>
          </a:stretch>
        </p:blipFill>
        <p:spPr bwMode="auto">
          <a:xfrm>
            <a:off x="711200" y="4902200"/>
            <a:ext cx="4991100" cy="2768600"/>
          </a:xfrm>
          <a:prstGeom prst="rect">
            <a:avLst/>
          </a:prstGeom>
          <a:noFill/>
          <a:ln w="12700">
            <a:noFill/>
            <a:miter lim="800000"/>
            <a:headEnd/>
            <a:tailEnd/>
          </a:ln>
        </p:spPr>
      </p:pic>
      <p:pic>
        <p:nvPicPr>
          <p:cNvPr id="22534" name="Picture 5"/>
          <p:cNvPicPr>
            <a:picLocks noChangeAspect="1" noChangeArrowheads="1"/>
          </p:cNvPicPr>
          <p:nvPr/>
        </p:nvPicPr>
        <p:blipFill>
          <a:blip r:embed="rId5"/>
          <a:srcRect l="2499" t="2303" r="2499" b="10855"/>
          <a:stretch>
            <a:fillRect/>
          </a:stretch>
        </p:blipFill>
        <p:spPr bwMode="auto">
          <a:xfrm>
            <a:off x="7035800" y="4889500"/>
            <a:ext cx="4826000" cy="3352800"/>
          </a:xfrm>
          <a:prstGeom prst="rect">
            <a:avLst/>
          </a:prstGeom>
          <a:noFill/>
          <a:ln w="12700">
            <a:noFill/>
            <a:miter lim="800000"/>
            <a:headEnd/>
            <a:tailEnd/>
          </a:ln>
        </p:spPr>
      </p:pic>
      <p:sp>
        <p:nvSpPr>
          <p:cNvPr id="22535" name="Rectangle 6"/>
          <p:cNvSpPr>
            <a:spLocks/>
          </p:cNvSpPr>
          <p:nvPr/>
        </p:nvSpPr>
        <p:spPr bwMode="auto">
          <a:xfrm>
            <a:off x="3482975" y="1924050"/>
            <a:ext cx="3935413" cy="723900"/>
          </a:xfrm>
          <a:prstGeom prst="rect">
            <a:avLst/>
          </a:prstGeom>
          <a:noFill/>
          <a:ln w="12700">
            <a:noFill/>
            <a:miter lim="800000"/>
            <a:headEnd/>
            <a:tailEnd/>
          </a:ln>
        </p:spPr>
        <p:txBody>
          <a:bodyPr wrap="none" lIns="0" tIns="0" rIns="0" bIns="0" anchor="ctr">
            <a:spAutoFit/>
          </a:bodyPr>
          <a:lstStyle/>
          <a:p>
            <a:r>
              <a:rPr lang="en-US" b="1">
                <a:solidFill>
                  <a:schemeClr val="tx1"/>
                </a:solidFill>
                <a:latin typeface="Gill Sans" pitchFamily="-112" charset="0"/>
                <a:sym typeface="Gill Sans" pitchFamily="-112" charset="0"/>
              </a:rPr>
              <a:t>healthy chicks</a:t>
            </a:r>
          </a:p>
        </p:txBody>
      </p:sp>
      <p:sp>
        <p:nvSpPr>
          <p:cNvPr id="22536" name="Rectangle 7"/>
          <p:cNvSpPr>
            <a:spLocks/>
          </p:cNvSpPr>
          <p:nvPr/>
        </p:nvSpPr>
        <p:spPr bwMode="auto">
          <a:xfrm>
            <a:off x="6124575" y="8159750"/>
            <a:ext cx="3546475" cy="1346200"/>
          </a:xfrm>
          <a:prstGeom prst="rect">
            <a:avLst/>
          </a:prstGeom>
          <a:noFill/>
          <a:ln w="12700">
            <a:noFill/>
            <a:miter lim="800000"/>
            <a:headEnd/>
            <a:tailEnd/>
          </a:ln>
        </p:spPr>
        <p:txBody>
          <a:bodyPr wrap="none" lIns="0" tIns="0" rIns="0" bIns="0" anchor="ctr">
            <a:spAutoFit/>
          </a:bodyPr>
          <a:lstStyle/>
          <a:p>
            <a:r>
              <a:rPr lang="en-US" b="1">
                <a:solidFill>
                  <a:schemeClr val="tx1"/>
                </a:solidFill>
                <a:latin typeface="Gill Sans" pitchFamily="-112" charset="0"/>
                <a:sym typeface="Gill Sans" pitchFamily="-112" charset="0"/>
              </a:rPr>
              <a:t>IBV-infected</a:t>
            </a:r>
          </a:p>
          <a:p>
            <a:r>
              <a:rPr lang="en-US" b="1">
                <a:solidFill>
                  <a:schemeClr val="tx1"/>
                </a:solidFill>
                <a:latin typeface="Gill Sans" pitchFamily="-112" charset="0"/>
                <a:sym typeface="Gill Sans" pitchFamily="-112" charset="0"/>
              </a:rPr>
              <a:t>embryo</a:t>
            </a:r>
          </a:p>
        </p:txBody>
      </p:sp>
      <p:sp>
        <p:nvSpPr>
          <p:cNvPr id="22537" name="Rectangle 8"/>
          <p:cNvSpPr>
            <a:spLocks/>
          </p:cNvSpPr>
          <p:nvPr/>
        </p:nvSpPr>
        <p:spPr bwMode="auto">
          <a:xfrm>
            <a:off x="9961563" y="8166100"/>
            <a:ext cx="2214562" cy="1346200"/>
          </a:xfrm>
          <a:prstGeom prst="rect">
            <a:avLst/>
          </a:prstGeom>
          <a:noFill/>
          <a:ln w="12700">
            <a:noFill/>
            <a:miter lim="800000"/>
            <a:headEnd/>
            <a:tailEnd/>
          </a:ln>
        </p:spPr>
        <p:txBody>
          <a:bodyPr wrap="none" lIns="0" tIns="0" rIns="0" bIns="0" anchor="ctr">
            <a:spAutoFit/>
          </a:bodyPr>
          <a:lstStyle/>
          <a:p>
            <a:r>
              <a:rPr lang="en-US" b="1">
                <a:solidFill>
                  <a:schemeClr val="tx1"/>
                </a:solidFill>
                <a:latin typeface="Gill Sans" pitchFamily="-112" charset="0"/>
                <a:sym typeface="Gill Sans" pitchFamily="-112" charset="0"/>
              </a:rPr>
              <a:t>normal</a:t>
            </a:r>
          </a:p>
          <a:p>
            <a:r>
              <a:rPr lang="en-US" b="1">
                <a:solidFill>
                  <a:schemeClr val="tx1"/>
                </a:solidFill>
                <a:latin typeface="Gill Sans" pitchFamily="-112" charset="0"/>
                <a:sym typeface="Gill Sans" pitchFamily="-112" charset="0"/>
              </a:rPr>
              <a:t>embryo</a:t>
            </a:r>
          </a:p>
        </p:txBody>
      </p:sp>
      <p:sp>
        <p:nvSpPr>
          <p:cNvPr id="22538" name="Rectangle 9"/>
          <p:cNvSpPr>
            <a:spLocks/>
          </p:cNvSpPr>
          <p:nvPr/>
        </p:nvSpPr>
        <p:spPr bwMode="auto">
          <a:xfrm>
            <a:off x="1435100" y="7835900"/>
            <a:ext cx="3546475" cy="1346200"/>
          </a:xfrm>
          <a:prstGeom prst="rect">
            <a:avLst/>
          </a:prstGeom>
          <a:noFill/>
          <a:ln w="12700">
            <a:noFill/>
            <a:miter lim="800000"/>
            <a:headEnd/>
            <a:tailEnd/>
          </a:ln>
        </p:spPr>
        <p:txBody>
          <a:bodyPr wrap="none" lIns="0" tIns="0" rIns="0" bIns="0" anchor="ctr">
            <a:spAutoFit/>
          </a:bodyPr>
          <a:lstStyle/>
          <a:p>
            <a:r>
              <a:rPr lang="en-US" b="1">
                <a:solidFill>
                  <a:schemeClr val="tx1"/>
                </a:solidFill>
                <a:latin typeface="Gill Sans" pitchFamily="-112" charset="0"/>
                <a:sym typeface="Gill Sans" pitchFamily="-112" charset="0"/>
              </a:rPr>
              <a:t>IBV-infected</a:t>
            </a:r>
          </a:p>
          <a:p>
            <a:r>
              <a:rPr lang="en-US" b="1">
                <a:solidFill>
                  <a:schemeClr val="tx1"/>
                </a:solidFill>
                <a:latin typeface="Gill Sans" pitchFamily="-112" charset="0"/>
                <a:sym typeface="Gill Sans" pitchFamily="-112" charset="0"/>
              </a:rPr>
              <a:t>egg defect</a:t>
            </a:r>
          </a:p>
        </p:txBody>
      </p:sp>
      <p:pic>
        <p:nvPicPr>
          <p:cNvPr id="11" name="Picture 3"/>
          <p:cNvPicPr>
            <a:picLocks noChangeAspect="1" noChangeArrowheads="1"/>
          </p:cNvPicPr>
          <p:nvPr/>
        </p:nvPicPr>
        <p:blipFill>
          <a:blip r:embed="rId6"/>
          <a:srcRect/>
          <a:stretch>
            <a:fillRect/>
          </a:stretch>
        </p:blipFill>
        <p:spPr bwMode="auto">
          <a:xfrm>
            <a:off x="9474200" y="1752600"/>
            <a:ext cx="2273300" cy="2273300"/>
          </a:xfrm>
          <a:prstGeom prst="rect">
            <a:avLst/>
          </a:prstGeom>
          <a:noFill/>
          <a:ln w="12700">
            <a:noFill/>
            <a:miter lim="800000"/>
            <a:headEnd/>
            <a:tailEnd/>
          </a:ln>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355600" y="0"/>
            <a:ext cx="12293600" cy="2628900"/>
          </a:xfrm>
        </p:spPr>
        <p:txBody>
          <a:bodyPr rIns="0"/>
          <a:lstStyle/>
          <a:p>
            <a:pPr indent="0" eaLnBrk="1" hangingPunct="1"/>
            <a:r>
              <a:rPr lang="en-US" sz="7200" dirty="0" smtClean="0">
                <a:solidFill>
                  <a:srgbClr val="1A1A1A"/>
                </a:solidFill>
                <a:latin typeface="Gill Sans" pitchFamily="-112" charset="0"/>
              </a:rPr>
              <a:t>IBV Vaccination</a:t>
            </a:r>
            <a:endParaRPr lang="en-US" i="1" dirty="0" smtClean="0">
              <a:solidFill>
                <a:srgbClr val="A40800"/>
              </a:solidFill>
            </a:endParaRPr>
          </a:p>
        </p:txBody>
      </p:sp>
      <p:sp>
        <p:nvSpPr>
          <p:cNvPr id="4" name="Rectangle 2"/>
          <p:cNvSpPr txBox="1">
            <a:spLocks noChangeArrowheads="1"/>
          </p:cNvSpPr>
          <p:nvPr/>
        </p:nvSpPr>
        <p:spPr bwMode="auto">
          <a:xfrm>
            <a:off x="711200" y="2286000"/>
            <a:ext cx="11734800" cy="6959600"/>
          </a:xfrm>
          <a:prstGeom prst="rect">
            <a:avLst/>
          </a:prstGeom>
          <a:noFill/>
          <a:ln w="12700">
            <a:noFill/>
            <a:miter lim="800000"/>
            <a:headEnd/>
            <a:tailEnd/>
          </a:ln>
        </p:spPr>
        <p:txBody>
          <a:bodyPr vert="horz" wrap="square" lIns="50800" tIns="50800" rIns="108599" bIns="50800" numCol="1" anchor="t" anchorCtr="0" compatLnSpc="1">
            <a:prstTxWarp prst="textNoShape">
              <a:avLst/>
            </a:prstTxWarp>
          </a:bodyPr>
          <a:lstStyle/>
          <a:p>
            <a:pPr marL="382588" marR="0" lvl="0" indent="-342900" algn="l" defTabSz="914400" rtl="0" eaLnBrk="1" fontAlgn="base" latinLnBrk="0" hangingPunct="1">
              <a:lnSpc>
                <a:spcPct val="100000"/>
              </a:lnSpc>
              <a:spcBef>
                <a:spcPts val="600"/>
              </a:spcBef>
              <a:spcAft>
                <a:spcPct val="0"/>
              </a:spcAft>
              <a:buClr>
                <a:srgbClr val="9A0000"/>
              </a:buClr>
              <a:buSzPct val="75000"/>
              <a:buFont typeface="Wingdings" pitchFamily="-112" charset="2"/>
              <a:buChar char="n"/>
              <a:tabLst/>
              <a:defRPr/>
            </a:pPr>
            <a:r>
              <a:rPr lang="en-US" sz="4400" kern="0" dirty="0">
                <a:solidFill>
                  <a:schemeClr val="tx1"/>
                </a:solidFill>
                <a:latin typeface="Gill Sans" pitchFamily="-112" charset="0"/>
                <a:ea typeface="+mn-ea"/>
                <a:sym typeface="Gill Sans" pitchFamily="-112" charset="0"/>
              </a:rPr>
              <a:t>B</a:t>
            </a:r>
            <a:r>
              <a:rPr kumimoji="0" lang="en-US" sz="4400" b="0" i="0" u="none" strike="noStrike" kern="0" cap="none" spc="0" normalizeH="0" baseline="0" noProof="0" dirty="0" err="1" smtClean="0">
                <a:ln>
                  <a:noFill/>
                </a:ln>
                <a:solidFill>
                  <a:schemeClr val="tx1"/>
                </a:solidFill>
                <a:effectLst/>
                <a:uLnTx/>
                <a:uFillTx/>
                <a:latin typeface="Gill Sans" pitchFamily="-112" charset="0"/>
                <a:ea typeface="+mn-ea"/>
                <a:cs typeface="+mn-cs"/>
                <a:sym typeface="Gill Sans" pitchFamily="-112" charset="0"/>
              </a:rPr>
              <a:t>roadly</a:t>
            </a:r>
            <a:r>
              <a:rPr kumimoji="0" lang="en-US" sz="4400" b="0" i="0" u="none" strike="noStrike" kern="0" cap="none" spc="0" normalizeH="0" baseline="0" noProof="0" dirty="0" smtClean="0">
                <a:ln>
                  <a:noFill/>
                </a:ln>
                <a:solidFill>
                  <a:schemeClr val="tx1"/>
                </a:solidFill>
                <a:effectLst/>
                <a:uLnTx/>
                <a:uFillTx/>
                <a:latin typeface="Gill Sans" pitchFamily="-112" charset="0"/>
                <a:ea typeface="+mn-ea"/>
                <a:cs typeface="+mn-cs"/>
                <a:sym typeface="Gill Sans" pitchFamily="-112" charset="0"/>
              </a:rPr>
              <a:t> used,</a:t>
            </a:r>
            <a:r>
              <a:rPr kumimoji="0" lang="en-US" sz="4400" b="0" i="0" u="none" strike="noStrike" kern="0" cap="none" spc="0" normalizeH="0" noProof="0" dirty="0" smtClean="0">
                <a:ln>
                  <a:noFill/>
                </a:ln>
                <a:solidFill>
                  <a:schemeClr val="tx1"/>
                </a:solidFill>
                <a:effectLst/>
                <a:uLnTx/>
                <a:uFillTx/>
                <a:latin typeface="Gill Sans" pitchFamily="-112" charset="0"/>
                <a:ea typeface="+mn-ea"/>
                <a:cs typeface="+mn-cs"/>
                <a:sym typeface="Gill Sans" pitchFamily="-112" charset="0"/>
              </a:rPr>
              <a:t> </a:t>
            </a:r>
            <a:r>
              <a:rPr lang="en-US" sz="4400" kern="0" dirty="0" smtClean="0">
                <a:solidFill>
                  <a:schemeClr val="tx1"/>
                </a:solidFill>
                <a:latin typeface="Gill Sans" pitchFamily="-112" charset="0"/>
                <a:ea typeface="+mn-ea"/>
                <a:sym typeface="Gill Sans" pitchFamily="-112" charset="0"/>
              </a:rPr>
              <a:t>most commonly </a:t>
            </a:r>
            <a:r>
              <a:rPr kumimoji="0" lang="en-US" sz="4400" b="0" i="0" u="none" strike="noStrike" kern="0" cap="none" spc="0" normalizeH="0" baseline="0" noProof="0" dirty="0" smtClean="0">
                <a:ln>
                  <a:noFill/>
                </a:ln>
                <a:solidFill>
                  <a:schemeClr val="tx1"/>
                </a:solidFill>
                <a:effectLst/>
                <a:uLnTx/>
                <a:uFillTx/>
                <a:latin typeface="Gill Sans" pitchFamily="-112" charset="0"/>
                <a:ea typeface="+mn-ea"/>
                <a:cs typeface="+mn-cs"/>
                <a:sym typeface="Gill Sans" pitchFamily="-112" charset="0"/>
              </a:rPr>
              <a:t>with attenuated</a:t>
            </a:r>
            <a:r>
              <a:rPr kumimoji="0" lang="en-US" sz="4400" b="0" i="0" u="none" strike="noStrike" kern="0" cap="none" spc="0" normalizeH="0" noProof="0" dirty="0" smtClean="0">
                <a:ln>
                  <a:noFill/>
                </a:ln>
                <a:solidFill>
                  <a:schemeClr val="tx1"/>
                </a:solidFill>
                <a:effectLst/>
                <a:uLnTx/>
                <a:uFillTx/>
                <a:latin typeface="Gill Sans" pitchFamily="-112" charset="0"/>
                <a:ea typeface="+mn-ea"/>
                <a:cs typeface="+mn-cs"/>
                <a:sym typeface="Gill Sans" pitchFamily="-112" charset="0"/>
              </a:rPr>
              <a:t> live vaccine</a:t>
            </a:r>
          </a:p>
          <a:p>
            <a:pPr marL="839788" lvl="1" indent="-342900" algn="l">
              <a:spcBef>
                <a:spcPts val="600"/>
              </a:spcBef>
              <a:buClr>
                <a:srgbClr val="9A0000"/>
              </a:buClr>
              <a:buSzPct val="75000"/>
              <a:buFont typeface="Arial" pitchFamily="34" charset="0"/>
              <a:buChar char="•"/>
            </a:pPr>
            <a:r>
              <a:rPr lang="en-US" sz="3600" kern="0" dirty="0">
                <a:solidFill>
                  <a:schemeClr val="tx1"/>
                </a:solidFill>
                <a:latin typeface="Gill Sans" pitchFamily="-112" charset="0"/>
                <a:ea typeface="+mn-ea"/>
                <a:sym typeface="Gill Sans" pitchFamily="-112" charset="0"/>
              </a:rPr>
              <a:t>S</a:t>
            </a:r>
            <a:r>
              <a:rPr lang="en-US" sz="3600" kern="0" baseline="0" dirty="0" smtClean="0">
                <a:solidFill>
                  <a:schemeClr val="tx1"/>
                </a:solidFill>
                <a:latin typeface="Gill Sans" pitchFamily="-112" charset="0"/>
                <a:ea typeface="+mn-ea"/>
                <a:sym typeface="Gill Sans" pitchFamily="-112" charset="0"/>
              </a:rPr>
              <a:t>hort lived protection</a:t>
            </a:r>
          </a:p>
          <a:p>
            <a:pPr marL="839788" lvl="1" indent="-342900" algn="l">
              <a:spcBef>
                <a:spcPts val="600"/>
              </a:spcBef>
              <a:buClr>
                <a:srgbClr val="9A0000"/>
              </a:buClr>
              <a:buSzPct val="75000"/>
              <a:buFont typeface="Arial" pitchFamily="34" charset="0"/>
              <a:buChar char="•"/>
            </a:pPr>
            <a:r>
              <a:rPr lang="en-US" sz="3600" kern="0" dirty="0" smtClean="0">
                <a:solidFill>
                  <a:schemeClr val="tx1"/>
                </a:solidFill>
                <a:latin typeface="Gill Sans" pitchFamily="-112" charset="0"/>
                <a:ea typeface="+mn-ea"/>
                <a:sym typeface="Gill Sans" pitchFamily="-112" charset="0"/>
              </a:rPr>
              <a:t>Layers need to be re-vaccinated multiple times during their lifespan</a:t>
            </a:r>
          </a:p>
          <a:p>
            <a:pPr marL="839788" lvl="1" indent="-342900" algn="l">
              <a:spcBef>
                <a:spcPts val="600"/>
              </a:spcBef>
              <a:buClr>
                <a:srgbClr val="9A0000"/>
              </a:buClr>
              <a:buSzPct val="75000"/>
              <a:buFont typeface="Arial" pitchFamily="34" charset="0"/>
              <a:buChar char="•"/>
            </a:pPr>
            <a:r>
              <a:rPr lang="en-US" sz="3600" kern="0" dirty="0" smtClean="0">
                <a:solidFill>
                  <a:schemeClr val="tx1"/>
                </a:solidFill>
                <a:latin typeface="Gill Sans" pitchFamily="-112" charset="0"/>
                <a:ea typeface="+mn-ea"/>
                <a:sym typeface="Gill Sans" pitchFamily="-112" charset="0"/>
              </a:rPr>
              <a:t>Vaccines might undergo selection </a:t>
            </a:r>
            <a:r>
              <a:rPr lang="en-US" sz="3600" i="1" kern="0" dirty="0" smtClean="0">
                <a:solidFill>
                  <a:schemeClr val="tx1"/>
                </a:solidFill>
                <a:latin typeface="Gill Sans" pitchFamily="-112" charset="0"/>
                <a:ea typeface="+mn-ea"/>
                <a:sym typeface="Gill Sans" pitchFamily="-112" charset="0"/>
              </a:rPr>
              <a:t>in vivo</a:t>
            </a:r>
            <a:r>
              <a:rPr lang="en-US" sz="3600" kern="0" dirty="0" smtClean="0">
                <a:solidFill>
                  <a:schemeClr val="tx1"/>
                </a:solidFill>
                <a:latin typeface="Gill Sans" pitchFamily="-112" charset="0"/>
                <a:ea typeface="+mn-ea"/>
                <a:sym typeface="Gill Sans" pitchFamily="-112" charset="0"/>
              </a:rPr>
              <a:t> and regain virulence [Hilt, </a:t>
            </a:r>
            <a:r>
              <a:rPr lang="en-US" sz="3600" kern="0" dirty="0" err="1" smtClean="0">
                <a:solidFill>
                  <a:schemeClr val="tx1"/>
                </a:solidFill>
                <a:latin typeface="Gill Sans" pitchFamily="-112" charset="0"/>
                <a:ea typeface="+mn-ea"/>
                <a:sym typeface="Gill Sans" pitchFamily="-112" charset="0"/>
              </a:rPr>
              <a:t>Jackwood</a:t>
            </a:r>
            <a:r>
              <a:rPr lang="en-US" sz="3600" kern="0" dirty="0" smtClean="0">
                <a:solidFill>
                  <a:schemeClr val="tx1"/>
                </a:solidFill>
                <a:latin typeface="Gill Sans" pitchFamily="-112" charset="0"/>
                <a:ea typeface="+mn-ea"/>
                <a:sym typeface="Gill Sans" pitchFamily="-112" charset="0"/>
              </a:rPr>
              <a:t>, and McKinley 2008]</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602" name="Group 6"/>
          <p:cNvGrpSpPr>
            <a:grpSpLocks/>
          </p:cNvGrpSpPr>
          <p:nvPr/>
        </p:nvGrpSpPr>
        <p:grpSpPr bwMode="auto">
          <a:xfrm>
            <a:off x="4064000" y="1828800"/>
            <a:ext cx="4267200" cy="5486400"/>
            <a:chOff x="2616200" y="304800"/>
            <a:chExt cx="7289800" cy="9131300"/>
          </a:xfrm>
        </p:grpSpPr>
        <p:pic>
          <p:nvPicPr>
            <p:cNvPr id="25603" name="Picture 1"/>
            <p:cNvPicPr>
              <a:picLocks noChangeAspect="1" noChangeArrowheads="1"/>
            </p:cNvPicPr>
            <p:nvPr/>
          </p:nvPicPr>
          <p:blipFill>
            <a:blip r:embed="rId2"/>
            <a:srcRect/>
            <a:stretch>
              <a:fillRect/>
            </a:stretch>
          </p:blipFill>
          <p:spPr bwMode="auto">
            <a:xfrm>
              <a:off x="2616200" y="304800"/>
              <a:ext cx="7289800" cy="9107488"/>
            </a:xfrm>
            <a:prstGeom prst="rect">
              <a:avLst/>
            </a:prstGeom>
            <a:noFill/>
            <a:ln w="9525">
              <a:noFill/>
              <a:round/>
              <a:headEnd/>
              <a:tailEnd/>
            </a:ln>
          </p:spPr>
        </p:pic>
        <p:pic>
          <p:nvPicPr>
            <p:cNvPr id="25604" name="Picture 4"/>
            <p:cNvPicPr>
              <a:picLocks noChangeAspect="1"/>
            </p:cNvPicPr>
            <p:nvPr/>
          </p:nvPicPr>
          <p:blipFill>
            <a:blip r:embed="rId3"/>
            <a:srcRect/>
            <a:stretch>
              <a:fillRect/>
            </a:stretch>
          </p:blipFill>
          <p:spPr bwMode="auto">
            <a:xfrm>
              <a:off x="5956300" y="8293100"/>
              <a:ext cx="1040423" cy="1143000"/>
            </a:xfrm>
            <a:prstGeom prst="rect">
              <a:avLst/>
            </a:prstGeom>
            <a:noFill/>
            <a:ln w="9525">
              <a:noFill/>
              <a:miter lim="800000"/>
              <a:headEnd/>
              <a:tailEnd/>
            </a:ln>
          </p:spPr>
        </p:pic>
        <p:pic>
          <p:nvPicPr>
            <p:cNvPr id="25605" name="Picture 5"/>
            <p:cNvPicPr>
              <a:picLocks noChangeAspect="1"/>
            </p:cNvPicPr>
            <p:nvPr/>
          </p:nvPicPr>
          <p:blipFill>
            <a:blip r:embed="rId4"/>
            <a:srcRect/>
            <a:stretch>
              <a:fillRect/>
            </a:stretch>
          </p:blipFill>
          <p:spPr bwMode="auto">
            <a:xfrm>
              <a:off x="5956299" y="5626100"/>
              <a:ext cx="1040423" cy="1143000"/>
            </a:xfrm>
            <a:prstGeom prst="rect">
              <a:avLst/>
            </a:prstGeom>
            <a:noFill/>
            <a:ln w="9525">
              <a:noFill/>
              <a:miter lim="800000"/>
              <a:headEnd/>
              <a:tailEnd/>
            </a:ln>
          </p:spPr>
        </p:pic>
      </p:grpSp>
      <p:sp>
        <p:nvSpPr>
          <p:cNvPr id="6" name="Rectangle 2"/>
          <p:cNvSpPr txBox="1">
            <a:spLocks noChangeArrowheads="1"/>
          </p:cNvSpPr>
          <p:nvPr/>
        </p:nvSpPr>
        <p:spPr bwMode="auto">
          <a:xfrm>
            <a:off x="406400" y="7467600"/>
            <a:ext cx="11734800" cy="1828800"/>
          </a:xfrm>
          <a:prstGeom prst="rect">
            <a:avLst/>
          </a:prstGeom>
          <a:noFill/>
          <a:ln w="12700">
            <a:noFill/>
            <a:miter lim="800000"/>
            <a:headEnd/>
            <a:tailEnd/>
          </a:ln>
        </p:spPr>
        <p:txBody>
          <a:bodyPr vert="horz" wrap="square" lIns="50800" tIns="50800" rIns="108599" bIns="50800" numCol="1" anchor="t" anchorCtr="0" compatLnSpc="1">
            <a:prstTxWarp prst="textNoShape">
              <a:avLst/>
            </a:prstTxWarp>
          </a:bodyPr>
          <a:lstStyle/>
          <a:p>
            <a:pPr marL="382588" lvl="0" indent="-342900" algn="l">
              <a:spcBef>
                <a:spcPts val="600"/>
              </a:spcBef>
              <a:buClr>
                <a:srgbClr val="9A0000"/>
              </a:buClr>
              <a:buSzPct val="75000"/>
            </a:pPr>
            <a:r>
              <a:rPr lang="en-US" sz="4400" kern="0" dirty="0" smtClean="0">
                <a:solidFill>
                  <a:schemeClr val="tx1"/>
                </a:solidFill>
                <a:latin typeface="Gill Sans" pitchFamily="-112" charset="0"/>
                <a:ea typeface="+mn-ea"/>
                <a:sym typeface="Gill Sans" pitchFamily="-112" charset="0"/>
              </a:rPr>
              <a:t>  </a:t>
            </a:r>
            <a:r>
              <a:rPr lang="en-US" sz="3200" kern="0" dirty="0" err="1" smtClean="0">
                <a:solidFill>
                  <a:schemeClr val="tx1"/>
                </a:solidFill>
                <a:latin typeface="Gill Sans" pitchFamily="-112" charset="0"/>
                <a:ea typeface="+mn-ea"/>
                <a:sym typeface="Gill Sans" pitchFamily="-112" charset="0"/>
              </a:rPr>
              <a:t>Quasispecies</a:t>
            </a:r>
            <a:r>
              <a:rPr lang="en-US" sz="3200" kern="0" dirty="0" smtClean="0">
                <a:solidFill>
                  <a:schemeClr val="tx1"/>
                </a:solidFill>
                <a:latin typeface="Gill Sans" pitchFamily="-112" charset="0"/>
                <a:ea typeface="+mn-ea"/>
                <a:sym typeface="Gill Sans" pitchFamily="-112" charset="0"/>
              </a:rPr>
              <a:t> identified by cloning and Sanger sequencing in both IBV infected poultry and </a:t>
            </a:r>
            <a:r>
              <a:rPr lang="en-US" sz="3200" kern="0" dirty="0" err="1" smtClean="0">
                <a:solidFill>
                  <a:schemeClr val="tx1"/>
                </a:solidFill>
                <a:latin typeface="Gill Sans" pitchFamily="-112" charset="0"/>
                <a:ea typeface="+mn-ea"/>
                <a:sym typeface="Gill Sans" pitchFamily="-112" charset="0"/>
              </a:rPr>
              <a:t>commecial</a:t>
            </a:r>
            <a:r>
              <a:rPr lang="en-US" sz="3200" kern="0" dirty="0" smtClean="0">
                <a:solidFill>
                  <a:schemeClr val="tx1"/>
                </a:solidFill>
                <a:latin typeface="Gill Sans" pitchFamily="-112" charset="0"/>
                <a:ea typeface="+mn-ea"/>
                <a:sym typeface="Gill Sans" pitchFamily="-112" charset="0"/>
              </a:rPr>
              <a:t> vaccines [</a:t>
            </a:r>
            <a:r>
              <a:rPr lang="en-US" sz="3200" kern="0" dirty="0" err="1" smtClean="0">
                <a:solidFill>
                  <a:schemeClr val="tx1"/>
                </a:solidFill>
                <a:latin typeface="Gill Sans" pitchFamily="-112" charset="0"/>
                <a:ea typeface="+mn-ea"/>
                <a:sym typeface="Gill Sans" pitchFamily="-112" charset="0"/>
              </a:rPr>
              <a:t>Jackwood</a:t>
            </a:r>
            <a:r>
              <a:rPr lang="en-US" sz="3200" kern="0" dirty="0" smtClean="0">
                <a:solidFill>
                  <a:schemeClr val="tx1"/>
                </a:solidFill>
                <a:latin typeface="Gill Sans" pitchFamily="-112" charset="0"/>
                <a:ea typeface="+mn-ea"/>
                <a:sym typeface="Gill Sans" pitchFamily="-112" charset="0"/>
              </a:rPr>
              <a:t>, Hilt, and </a:t>
            </a:r>
            <a:r>
              <a:rPr lang="en-US" sz="3200" kern="0" dirty="0" err="1" smtClean="0">
                <a:solidFill>
                  <a:schemeClr val="tx1"/>
                </a:solidFill>
                <a:latin typeface="Gill Sans" pitchFamily="-112" charset="0"/>
                <a:ea typeface="+mn-ea"/>
                <a:sym typeface="Gill Sans" pitchFamily="-112" charset="0"/>
              </a:rPr>
              <a:t>Callison</a:t>
            </a:r>
            <a:r>
              <a:rPr lang="en-US" sz="3200" kern="0" dirty="0" smtClean="0">
                <a:solidFill>
                  <a:schemeClr val="tx1"/>
                </a:solidFill>
                <a:latin typeface="Gill Sans" pitchFamily="-112" charset="0"/>
                <a:ea typeface="+mn-ea"/>
                <a:sym typeface="Gill Sans" pitchFamily="-112" charset="0"/>
              </a:rPr>
              <a:t> 2003; Hilt, </a:t>
            </a:r>
            <a:r>
              <a:rPr lang="en-US" sz="3200" kern="0" dirty="0" err="1" smtClean="0">
                <a:solidFill>
                  <a:schemeClr val="tx1"/>
                </a:solidFill>
                <a:latin typeface="Gill Sans" pitchFamily="-112" charset="0"/>
                <a:ea typeface="+mn-ea"/>
                <a:sym typeface="Gill Sans" pitchFamily="-112" charset="0"/>
              </a:rPr>
              <a:t>Jackwood</a:t>
            </a:r>
            <a:r>
              <a:rPr lang="en-US" sz="3200" kern="0" dirty="0" smtClean="0">
                <a:solidFill>
                  <a:schemeClr val="tx1"/>
                </a:solidFill>
                <a:latin typeface="Gill Sans" pitchFamily="-112" charset="0"/>
                <a:ea typeface="+mn-ea"/>
                <a:sym typeface="Gill Sans" pitchFamily="-112" charset="0"/>
              </a:rPr>
              <a:t>, and McKinley 2008]</a:t>
            </a:r>
          </a:p>
        </p:txBody>
      </p:sp>
      <p:sp>
        <p:nvSpPr>
          <p:cNvPr id="7" name="Rectangle 1"/>
          <p:cNvSpPr>
            <a:spLocks noGrp="1" noChangeArrowheads="1"/>
          </p:cNvSpPr>
          <p:nvPr>
            <p:ph type="title"/>
          </p:nvPr>
        </p:nvSpPr>
        <p:spPr>
          <a:xfrm>
            <a:off x="355600" y="0"/>
            <a:ext cx="12293600" cy="1752600"/>
          </a:xfrm>
        </p:spPr>
        <p:txBody>
          <a:bodyPr rIns="0"/>
          <a:lstStyle/>
          <a:p>
            <a:pPr indent="0" eaLnBrk="1" hangingPunct="1"/>
            <a:r>
              <a:rPr lang="en-US" sz="7200" dirty="0" smtClean="0">
                <a:solidFill>
                  <a:srgbClr val="1A1A1A"/>
                </a:solidFill>
                <a:latin typeface="Gill Sans" pitchFamily="-112" charset="0"/>
              </a:rPr>
              <a:t>Evolution of IBV</a:t>
            </a:r>
            <a:endParaRPr lang="en-US" i="1" dirty="0" smtClean="0">
              <a:solidFill>
                <a:srgbClr val="A40800"/>
              </a:solidFill>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
          <p:cNvSpPr>
            <a:spLocks noGrp="1" noChangeArrowheads="1"/>
          </p:cNvSpPr>
          <p:nvPr>
            <p:ph type="title"/>
          </p:nvPr>
        </p:nvSpPr>
        <p:spPr>
          <a:xfrm>
            <a:off x="355600" y="0"/>
            <a:ext cx="12293600" cy="1752600"/>
          </a:xfrm>
        </p:spPr>
        <p:txBody>
          <a:bodyPr rIns="0"/>
          <a:lstStyle/>
          <a:p>
            <a:pPr indent="0" eaLnBrk="1" hangingPunct="1"/>
            <a:r>
              <a:rPr lang="en-US" sz="7200" dirty="0" smtClean="0">
                <a:solidFill>
                  <a:srgbClr val="1A1A1A"/>
                </a:solidFill>
                <a:latin typeface="Gill Sans" pitchFamily="-112" charset="0"/>
              </a:rPr>
              <a:t>Evolution of IBV</a:t>
            </a:r>
            <a:endParaRPr lang="en-US" i="1" dirty="0" smtClean="0">
              <a:solidFill>
                <a:srgbClr val="A40800"/>
              </a:solidFill>
            </a:endParaRPr>
          </a:p>
        </p:txBody>
      </p:sp>
      <p:pic>
        <p:nvPicPr>
          <p:cNvPr id="24579" name="Picture 2"/>
          <p:cNvPicPr>
            <a:picLocks noChangeAspect="1" noChangeArrowheads="1"/>
          </p:cNvPicPr>
          <p:nvPr/>
        </p:nvPicPr>
        <p:blipFill>
          <a:blip r:embed="rId2"/>
          <a:srcRect/>
          <a:stretch>
            <a:fillRect/>
          </a:stretch>
        </p:blipFill>
        <p:spPr bwMode="auto">
          <a:xfrm>
            <a:off x="832180" y="1676400"/>
            <a:ext cx="11232820" cy="7213600"/>
          </a:xfrm>
          <a:prstGeom prst="rect">
            <a:avLst/>
          </a:prstGeom>
          <a:noFill/>
          <a:ln w="9525">
            <a:noFill/>
            <a:round/>
            <a:headEnd/>
            <a:tailEnd/>
          </a:ln>
        </p:spPr>
      </p:pic>
      <p:sp>
        <p:nvSpPr>
          <p:cNvPr id="24580" name="Rectangle 3"/>
          <p:cNvSpPr>
            <a:spLocks/>
          </p:cNvSpPr>
          <p:nvPr/>
        </p:nvSpPr>
        <p:spPr bwMode="auto">
          <a:xfrm>
            <a:off x="5740400" y="9042400"/>
            <a:ext cx="6972300" cy="698500"/>
          </a:xfrm>
          <a:prstGeom prst="rect">
            <a:avLst/>
          </a:prstGeom>
          <a:noFill/>
          <a:ln w="12700">
            <a:noFill/>
            <a:miter lim="800000"/>
            <a:headEnd/>
            <a:tailEnd/>
          </a:ln>
        </p:spPr>
        <p:txBody>
          <a:bodyPr lIns="0" tIns="0" rIns="57799" bIns="0"/>
          <a:lstStyle/>
          <a:p>
            <a:pPr marL="57150" algn="l"/>
            <a:r>
              <a:rPr lang="en-US" sz="1800">
                <a:solidFill>
                  <a:schemeClr val="tx1"/>
                </a:solidFill>
                <a:latin typeface="Times" pitchFamily="-112" charset="0"/>
                <a:cs typeface="Times" pitchFamily="-112" charset="0"/>
                <a:sym typeface="Times" pitchFamily="-112" charset="0"/>
              </a:rPr>
              <a:t>Taken from Rev. Bras. Cienc. Avic. vol.12 no.2 Campinas Apr./June 2010</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355600" y="254000"/>
            <a:ext cx="12293600" cy="1727200"/>
          </a:xfrm>
        </p:spPr>
        <p:txBody>
          <a:bodyPr/>
          <a:lstStyle/>
          <a:p>
            <a:r>
              <a:rPr lang="en-US" smtClean="0"/>
              <a:t>S1 Gene RT-PCR</a:t>
            </a:r>
          </a:p>
        </p:txBody>
      </p:sp>
      <p:pic>
        <p:nvPicPr>
          <p:cNvPr id="27651" name="Picture 2" descr="fig1"/>
          <p:cNvPicPr>
            <a:picLocks noChangeAspect="1" noChangeArrowheads="1"/>
          </p:cNvPicPr>
          <p:nvPr/>
        </p:nvPicPr>
        <p:blipFill>
          <a:blip r:embed="rId3"/>
          <a:srcRect l="6906" r="28490" b="30141"/>
          <a:stretch>
            <a:fillRect/>
          </a:stretch>
        </p:blipFill>
        <p:spPr bwMode="auto">
          <a:xfrm>
            <a:off x="635000" y="2895600"/>
            <a:ext cx="5156200" cy="2874963"/>
          </a:xfrm>
          <a:prstGeom prst="rect">
            <a:avLst/>
          </a:prstGeom>
          <a:noFill/>
          <a:ln w="9525">
            <a:noFill/>
            <a:miter lim="800000"/>
            <a:headEnd/>
            <a:tailEnd/>
          </a:ln>
        </p:spPr>
      </p:pic>
      <p:pic>
        <p:nvPicPr>
          <p:cNvPr id="27652" name="Picture 3" descr="fig2"/>
          <p:cNvPicPr>
            <a:picLocks noChangeAspect="1" noChangeArrowheads="1"/>
          </p:cNvPicPr>
          <p:nvPr/>
        </p:nvPicPr>
        <p:blipFill>
          <a:blip r:embed="rId4"/>
          <a:srcRect l="8633" r="25037" b="27055"/>
          <a:stretch>
            <a:fillRect/>
          </a:stretch>
        </p:blipFill>
        <p:spPr bwMode="auto">
          <a:xfrm>
            <a:off x="6502400" y="5181600"/>
            <a:ext cx="5067300" cy="3200400"/>
          </a:xfrm>
          <a:prstGeom prst="rect">
            <a:avLst/>
          </a:prstGeom>
          <a:noFill/>
          <a:ln w="9525">
            <a:noFill/>
            <a:miter lim="800000"/>
            <a:headEnd/>
            <a:tailEnd/>
          </a:ln>
        </p:spPr>
      </p:pic>
      <p:sp>
        <p:nvSpPr>
          <p:cNvPr id="27653" name="TextBox 5"/>
          <p:cNvSpPr txBox="1">
            <a:spLocks noChangeArrowheads="1"/>
          </p:cNvSpPr>
          <p:nvPr/>
        </p:nvSpPr>
        <p:spPr bwMode="auto">
          <a:xfrm>
            <a:off x="6883400" y="4460875"/>
            <a:ext cx="4953000" cy="831850"/>
          </a:xfrm>
          <a:prstGeom prst="rect">
            <a:avLst/>
          </a:prstGeom>
          <a:noFill/>
          <a:ln w="9525">
            <a:noFill/>
            <a:miter lim="800000"/>
            <a:headEnd/>
            <a:tailEnd/>
          </a:ln>
        </p:spPr>
        <p:txBody>
          <a:bodyPr>
            <a:spAutoFit/>
          </a:bodyPr>
          <a:lstStyle/>
          <a:p>
            <a:r>
              <a:rPr lang="en-US" sz="2400"/>
              <a:t>Primers redesigned using PrimerHunter</a:t>
            </a:r>
          </a:p>
        </p:txBody>
      </p:sp>
      <p:sp>
        <p:nvSpPr>
          <p:cNvPr id="27654" name="TextBox 6"/>
          <p:cNvSpPr txBox="1">
            <a:spLocks noChangeArrowheads="1"/>
          </p:cNvSpPr>
          <p:nvPr/>
        </p:nvSpPr>
        <p:spPr bwMode="auto">
          <a:xfrm>
            <a:off x="787400" y="2286000"/>
            <a:ext cx="4953000" cy="461963"/>
          </a:xfrm>
          <a:prstGeom prst="rect">
            <a:avLst/>
          </a:prstGeom>
          <a:noFill/>
          <a:ln w="9525">
            <a:noFill/>
            <a:miter lim="800000"/>
            <a:headEnd/>
            <a:tailEnd/>
          </a:ln>
        </p:spPr>
        <p:txBody>
          <a:bodyPr>
            <a:spAutoFit/>
          </a:bodyPr>
          <a:lstStyle/>
          <a:p>
            <a:r>
              <a:rPr lang="en-US" sz="2400"/>
              <a:t>Published Primers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1"/>
          <p:cNvPicPr>
            <a:picLocks noChangeArrowheads="1"/>
          </p:cNvPicPr>
          <p:nvPr/>
        </p:nvPicPr>
        <p:blipFill>
          <a:blip r:embed="rId2"/>
          <a:srcRect/>
          <a:stretch>
            <a:fillRect/>
          </a:stretch>
        </p:blipFill>
        <p:spPr bwMode="auto">
          <a:xfrm>
            <a:off x="1225550" y="315913"/>
            <a:ext cx="5727700" cy="9118600"/>
          </a:xfrm>
          <a:prstGeom prst="rect">
            <a:avLst/>
          </a:prstGeom>
          <a:noFill/>
          <a:ln w="9525">
            <a:noFill/>
            <a:miter lim="800000"/>
            <a:headEnd/>
            <a:tailEnd/>
          </a:ln>
        </p:spPr>
      </p:pic>
      <p:pic>
        <p:nvPicPr>
          <p:cNvPr id="20483" name="Picture 2"/>
          <p:cNvPicPr>
            <a:picLocks noChangeAspect="1" noChangeArrowheads="1"/>
          </p:cNvPicPr>
          <p:nvPr/>
        </p:nvPicPr>
        <p:blipFill>
          <a:blip r:embed="rId3"/>
          <a:srcRect/>
          <a:stretch>
            <a:fillRect/>
          </a:stretch>
        </p:blipFill>
        <p:spPr bwMode="auto">
          <a:xfrm>
            <a:off x="7708900" y="2030413"/>
            <a:ext cx="4762500" cy="5480050"/>
          </a:xfrm>
          <a:prstGeom prst="rect">
            <a:avLst/>
          </a:prstGeom>
          <a:noFill/>
          <a:ln w="9525">
            <a:noFill/>
            <a:round/>
            <a:headEnd/>
            <a:tailEnd/>
          </a:ln>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355600" y="254000"/>
            <a:ext cx="12293600" cy="1727200"/>
          </a:xfrm>
        </p:spPr>
        <p:txBody>
          <a:bodyPr/>
          <a:lstStyle/>
          <a:p>
            <a:pPr lvl="2"/>
            <a:r>
              <a:rPr lang="en-US" dirty="0" err="1" smtClean="0">
                <a:solidFill>
                  <a:schemeClr val="tx2"/>
                </a:solidFill>
              </a:rPr>
              <a:t>ViSpA</a:t>
            </a:r>
            <a:r>
              <a:rPr lang="en-US" dirty="0" smtClean="0">
                <a:solidFill>
                  <a:schemeClr val="tx2"/>
                </a:solidFill>
              </a:rPr>
              <a:t>: Viral Spectrum Assembler</a:t>
            </a:r>
            <a:r>
              <a:rPr lang="en-US" sz="5400" dirty="0" smtClean="0">
                <a:solidFill>
                  <a:schemeClr val="tx2"/>
                </a:solidFill>
              </a:rPr>
              <a:t> [</a:t>
            </a:r>
            <a:r>
              <a:rPr lang="en-US" sz="5400" dirty="0" err="1" smtClean="0">
                <a:solidFill>
                  <a:schemeClr val="tx2"/>
                </a:solidFill>
              </a:rPr>
              <a:t>Astrovskaya</a:t>
            </a:r>
            <a:r>
              <a:rPr lang="en-US" sz="5400" dirty="0" smtClean="0">
                <a:solidFill>
                  <a:schemeClr val="tx2"/>
                </a:solidFill>
              </a:rPr>
              <a:t> et al. 2011]</a:t>
            </a:r>
            <a:endParaRPr lang="en-US" dirty="0" smtClean="0"/>
          </a:p>
        </p:txBody>
      </p:sp>
      <p:sp>
        <p:nvSpPr>
          <p:cNvPr id="51204" name="Rectangle 4"/>
          <p:cNvSpPr>
            <a:spLocks noChangeArrowheads="1"/>
          </p:cNvSpPr>
          <p:nvPr/>
        </p:nvSpPr>
        <p:spPr bwMode="auto">
          <a:xfrm>
            <a:off x="4011613" y="3251200"/>
            <a:ext cx="2286000" cy="1625600"/>
          </a:xfrm>
          <a:prstGeom prst="rect">
            <a:avLst/>
          </a:prstGeom>
          <a:solidFill>
            <a:schemeClr val="accent6">
              <a:lumMod val="20000"/>
              <a:lumOff val="80000"/>
            </a:schemeClr>
          </a:solidFill>
          <a:ln w="9525">
            <a:solidFill>
              <a:srgbClr val="808080"/>
            </a:solidFill>
            <a:miter lim="800000"/>
            <a:headEnd/>
            <a:tailEnd/>
          </a:ln>
          <a:effectLst/>
        </p:spPr>
        <p:txBody>
          <a:bodyPr wrap="none" lIns="130046" tIns="65023" rIns="130046" bIns="65023" anchor="ctr"/>
          <a:lstStyle/>
          <a:p>
            <a:pPr>
              <a:defRPr/>
            </a:pPr>
            <a:r>
              <a:rPr lang="en-US" sz="2000" b="1" dirty="0" smtClean="0"/>
              <a:t>Error </a:t>
            </a:r>
            <a:r>
              <a:rPr lang="en-US" sz="2000" b="1" dirty="0"/>
              <a:t>Correction</a:t>
            </a:r>
          </a:p>
        </p:txBody>
      </p:sp>
      <p:sp>
        <p:nvSpPr>
          <p:cNvPr id="51205" name="Rectangle 5"/>
          <p:cNvSpPr>
            <a:spLocks noChangeArrowheads="1"/>
          </p:cNvSpPr>
          <p:nvPr/>
        </p:nvSpPr>
        <p:spPr bwMode="auto">
          <a:xfrm>
            <a:off x="6946900" y="3251200"/>
            <a:ext cx="1733550" cy="1625600"/>
          </a:xfrm>
          <a:prstGeom prst="rect">
            <a:avLst/>
          </a:prstGeom>
          <a:solidFill>
            <a:schemeClr val="accent6">
              <a:lumMod val="20000"/>
              <a:lumOff val="80000"/>
            </a:schemeClr>
          </a:solidFill>
          <a:ln w="9525">
            <a:solidFill>
              <a:srgbClr val="808080"/>
            </a:solidFill>
            <a:miter lim="800000"/>
            <a:headEnd/>
            <a:tailEnd/>
          </a:ln>
          <a:effectLst/>
        </p:spPr>
        <p:txBody>
          <a:bodyPr lIns="130046" tIns="65023" rIns="130046" bIns="65023" anchor="ctr"/>
          <a:lstStyle/>
          <a:p>
            <a:pPr>
              <a:defRPr/>
            </a:pPr>
            <a:r>
              <a:rPr lang="en-US" sz="2000" b="1" dirty="0"/>
              <a:t>Read Alignment</a:t>
            </a:r>
          </a:p>
        </p:txBody>
      </p:sp>
      <p:sp>
        <p:nvSpPr>
          <p:cNvPr id="51206" name="Rectangle 6"/>
          <p:cNvSpPr>
            <a:spLocks noChangeArrowheads="1"/>
          </p:cNvSpPr>
          <p:nvPr/>
        </p:nvSpPr>
        <p:spPr bwMode="auto">
          <a:xfrm>
            <a:off x="9331325" y="3251200"/>
            <a:ext cx="2276475" cy="1625600"/>
          </a:xfrm>
          <a:prstGeom prst="rect">
            <a:avLst/>
          </a:prstGeom>
          <a:solidFill>
            <a:schemeClr val="accent6">
              <a:lumMod val="20000"/>
              <a:lumOff val="80000"/>
            </a:schemeClr>
          </a:solidFill>
          <a:ln w="9525">
            <a:solidFill>
              <a:srgbClr val="808080"/>
            </a:solidFill>
            <a:miter lim="800000"/>
            <a:headEnd/>
            <a:tailEnd/>
          </a:ln>
          <a:effectLst/>
        </p:spPr>
        <p:txBody>
          <a:bodyPr lIns="130046" tIns="65023" rIns="130046" bIns="65023" anchor="ctr"/>
          <a:lstStyle/>
          <a:p>
            <a:pPr>
              <a:defRPr/>
            </a:pPr>
            <a:r>
              <a:rPr lang="en-US" sz="2000" b="1" dirty="0"/>
              <a:t>Preprocessing of Aligned Reads</a:t>
            </a:r>
          </a:p>
        </p:txBody>
      </p:sp>
      <p:sp>
        <p:nvSpPr>
          <p:cNvPr id="51207" name="Rectangle 7"/>
          <p:cNvSpPr>
            <a:spLocks noChangeArrowheads="1"/>
          </p:cNvSpPr>
          <p:nvPr/>
        </p:nvSpPr>
        <p:spPr bwMode="auto">
          <a:xfrm>
            <a:off x="9548813" y="5743575"/>
            <a:ext cx="2058987" cy="1625600"/>
          </a:xfrm>
          <a:prstGeom prst="rect">
            <a:avLst/>
          </a:prstGeom>
          <a:solidFill>
            <a:schemeClr val="accent6">
              <a:lumMod val="20000"/>
              <a:lumOff val="80000"/>
            </a:schemeClr>
          </a:solidFill>
          <a:ln w="9525">
            <a:solidFill>
              <a:srgbClr val="808080"/>
            </a:solidFill>
            <a:miter lim="800000"/>
            <a:headEnd/>
            <a:tailEnd/>
          </a:ln>
          <a:effectLst/>
        </p:spPr>
        <p:txBody>
          <a:bodyPr lIns="130046" tIns="65023" rIns="130046" bIns="65023" anchor="ctr"/>
          <a:lstStyle/>
          <a:p>
            <a:pPr>
              <a:defRPr/>
            </a:pPr>
            <a:r>
              <a:rPr lang="en-US" sz="2000" b="1" dirty="0"/>
              <a:t>Read Graph Construction</a:t>
            </a:r>
          </a:p>
        </p:txBody>
      </p:sp>
      <p:sp>
        <p:nvSpPr>
          <p:cNvPr id="51208" name="Rectangle 8"/>
          <p:cNvSpPr>
            <a:spLocks noChangeArrowheads="1"/>
          </p:cNvSpPr>
          <p:nvPr/>
        </p:nvSpPr>
        <p:spPr bwMode="auto">
          <a:xfrm>
            <a:off x="6762750" y="5765800"/>
            <a:ext cx="2166938" cy="1625600"/>
          </a:xfrm>
          <a:prstGeom prst="rect">
            <a:avLst/>
          </a:prstGeom>
          <a:solidFill>
            <a:schemeClr val="accent6">
              <a:lumMod val="20000"/>
              <a:lumOff val="80000"/>
            </a:schemeClr>
          </a:solidFill>
          <a:ln w="9525">
            <a:solidFill>
              <a:srgbClr val="808080"/>
            </a:solidFill>
            <a:miter lim="800000"/>
            <a:headEnd/>
            <a:tailEnd/>
          </a:ln>
          <a:effectLst/>
        </p:spPr>
        <p:txBody>
          <a:bodyPr wrap="none" lIns="130046" tIns="65023" rIns="130046" bIns="65023" anchor="ctr"/>
          <a:lstStyle/>
          <a:p>
            <a:pPr>
              <a:defRPr/>
            </a:pPr>
            <a:r>
              <a:rPr lang="en-US" sz="2000" b="1" dirty="0" err="1"/>
              <a:t>Contig</a:t>
            </a:r>
            <a:r>
              <a:rPr lang="en-US" sz="2000" b="1" dirty="0"/>
              <a:t> Assembly</a:t>
            </a:r>
          </a:p>
        </p:txBody>
      </p:sp>
      <p:sp>
        <p:nvSpPr>
          <p:cNvPr id="51209" name="Rectangle 9"/>
          <p:cNvSpPr>
            <a:spLocks noChangeArrowheads="1"/>
          </p:cNvSpPr>
          <p:nvPr/>
        </p:nvSpPr>
        <p:spPr bwMode="auto">
          <a:xfrm>
            <a:off x="4021138" y="5743575"/>
            <a:ext cx="2058987" cy="1625600"/>
          </a:xfrm>
          <a:prstGeom prst="rect">
            <a:avLst/>
          </a:prstGeom>
          <a:solidFill>
            <a:schemeClr val="accent6">
              <a:lumMod val="20000"/>
              <a:lumOff val="80000"/>
            </a:schemeClr>
          </a:solidFill>
          <a:ln w="9525">
            <a:solidFill>
              <a:srgbClr val="808080"/>
            </a:solidFill>
            <a:miter lim="800000"/>
            <a:headEnd/>
            <a:tailEnd/>
          </a:ln>
          <a:effectLst/>
        </p:spPr>
        <p:txBody>
          <a:bodyPr lIns="130046" tIns="65023" rIns="130046" bIns="65023" anchor="ctr"/>
          <a:lstStyle/>
          <a:p>
            <a:pPr>
              <a:defRPr/>
            </a:pPr>
            <a:r>
              <a:rPr lang="en-US" sz="2000" b="1" dirty="0"/>
              <a:t>Frequency Estimation</a:t>
            </a:r>
          </a:p>
        </p:txBody>
      </p:sp>
      <p:sp>
        <p:nvSpPr>
          <p:cNvPr id="51211" name="Text Box 11"/>
          <p:cNvSpPr txBox="1">
            <a:spLocks noChangeArrowheads="1"/>
          </p:cNvSpPr>
          <p:nvPr/>
        </p:nvSpPr>
        <p:spPr bwMode="auto">
          <a:xfrm>
            <a:off x="707690" y="3897312"/>
            <a:ext cx="2558133" cy="439093"/>
          </a:xfrm>
          <a:prstGeom prst="rect">
            <a:avLst/>
          </a:prstGeom>
          <a:solidFill>
            <a:schemeClr val="accent3">
              <a:lumMod val="40000"/>
              <a:lumOff val="60000"/>
            </a:schemeClr>
          </a:solidFill>
          <a:ln w="9525">
            <a:solidFill>
              <a:srgbClr val="808080"/>
            </a:solidFill>
            <a:prstDash val="sysDot"/>
            <a:miter lim="800000"/>
            <a:headEnd/>
            <a:tailEnd/>
          </a:ln>
          <a:effectLst/>
        </p:spPr>
        <p:txBody>
          <a:bodyPr wrap="none" lIns="130046" tIns="65023" rIns="130046" bIns="65023">
            <a:spAutoFit/>
          </a:bodyPr>
          <a:lstStyle/>
          <a:p>
            <a:pPr>
              <a:defRPr/>
            </a:pPr>
            <a:r>
              <a:rPr lang="en-US" sz="2000" b="1" dirty="0"/>
              <a:t>Shotgun 454 reads</a:t>
            </a:r>
          </a:p>
        </p:txBody>
      </p:sp>
      <p:sp>
        <p:nvSpPr>
          <p:cNvPr id="28682" name="AutoShape 12"/>
          <p:cNvSpPr>
            <a:spLocks noChangeArrowheads="1"/>
          </p:cNvSpPr>
          <p:nvPr/>
        </p:nvSpPr>
        <p:spPr bwMode="auto">
          <a:xfrm>
            <a:off x="6405563" y="3902075"/>
            <a:ext cx="433387" cy="541337"/>
          </a:xfrm>
          <a:prstGeom prst="rightArrow">
            <a:avLst>
              <a:gd name="adj1" fmla="val 50000"/>
              <a:gd name="adj2" fmla="val 25000"/>
            </a:avLst>
          </a:prstGeom>
          <a:solidFill>
            <a:schemeClr val="accent6">
              <a:lumMod val="40000"/>
              <a:lumOff val="60000"/>
            </a:schemeClr>
          </a:solidFill>
          <a:ln w="9525">
            <a:solidFill>
              <a:schemeClr val="tx1"/>
            </a:solidFill>
            <a:miter lim="800000"/>
            <a:headEnd/>
            <a:tailEnd/>
          </a:ln>
        </p:spPr>
        <p:txBody>
          <a:bodyPr wrap="none" lIns="130046" tIns="65023" rIns="130046" bIns="65023" anchor="ctr"/>
          <a:lstStyle/>
          <a:p>
            <a:endParaRPr lang="en-US" sz="4000" b="1"/>
          </a:p>
        </p:txBody>
      </p:sp>
      <p:sp>
        <p:nvSpPr>
          <p:cNvPr id="28683" name="AutoShape 13"/>
          <p:cNvSpPr>
            <a:spLocks noChangeArrowheads="1"/>
          </p:cNvSpPr>
          <p:nvPr/>
        </p:nvSpPr>
        <p:spPr bwMode="auto">
          <a:xfrm>
            <a:off x="8789988" y="3902075"/>
            <a:ext cx="433387" cy="541337"/>
          </a:xfrm>
          <a:prstGeom prst="rightArrow">
            <a:avLst>
              <a:gd name="adj1" fmla="val 50000"/>
              <a:gd name="adj2" fmla="val 25000"/>
            </a:avLst>
          </a:prstGeom>
          <a:solidFill>
            <a:schemeClr val="accent6">
              <a:lumMod val="40000"/>
              <a:lumOff val="60000"/>
            </a:schemeClr>
          </a:solidFill>
          <a:ln w="9525">
            <a:solidFill>
              <a:schemeClr val="tx1"/>
            </a:solidFill>
            <a:miter lim="800000"/>
            <a:headEnd/>
            <a:tailEnd/>
          </a:ln>
        </p:spPr>
        <p:txBody>
          <a:bodyPr wrap="none" lIns="130046" tIns="65023" rIns="130046" bIns="65023" anchor="ctr"/>
          <a:lstStyle/>
          <a:p>
            <a:endParaRPr lang="en-US" sz="4000" b="1"/>
          </a:p>
        </p:txBody>
      </p:sp>
      <p:sp>
        <p:nvSpPr>
          <p:cNvPr id="28684" name="AutoShape 14"/>
          <p:cNvSpPr>
            <a:spLocks noChangeArrowheads="1"/>
          </p:cNvSpPr>
          <p:nvPr/>
        </p:nvSpPr>
        <p:spPr bwMode="auto">
          <a:xfrm rot="5400000">
            <a:off x="10252869" y="5039518"/>
            <a:ext cx="433388" cy="542925"/>
          </a:xfrm>
          <a:prstGeom prst="rightArrow">
            <a:avLst>
              <a:gd name="adj1" fmla="val 50000"/>
              <a:gd name="adj2" fmla="val 25000"/>
            </a:avLst>
          </a:prstGeom>
          <a:solidFill>
            <a:schemeClr val="accent6">
              <a:lumMod val="40000"/>
              <a:lumOff val="60000"/>
            </a:schemeClr>
          </a:solidFill>
          <a:ln w="9525">
            <a:solidFill>
              <a:schemeClr val="tx1"/>
            </a:solidFill>
            <a:miter lim="800000"/>
            <a:headEnd/>
            <a:tailEnd/>
          </a:ln>
        </p:spPr>
        <p:txBody>
          <a:bodyPr wrap="none" lIns="130046" tIns="65023" rIns="130046" bIns="65023" anchor="ctr"/>
          <a:lstStyle/>
          <a:p>
            <a:endParaRPr lang="en-US" sz="4000" b="1"/>
          </a:p>
        </p:txBody>
      </p:sp>
      <p:sp>
        <p:nvSpPr>
          <p:cNvPr id="28685" name="AutoShape 15"/>
          <p:cNvSpPr>
            <a:spLocks noChangeArrowheads="1"/>
          </p:cNvSpPr>
          <p:nvPr/>
        </p:nvSpPr>
        <p:spPr bwMode="auto">
          <a:xfrm flipH="1">
            <a:off x="9005888" y="6286500"/>
            <a:ext cx="433387" cy="541337"/>
          </a:xfrm>
          <a:prstGeom prst="rightArrow">
            <a:avLst>
              <a:gd name="adj1" fmla="val 50000"/>
              <a:gd name="adj2" fmla="val 25000"/>
            </a:avLst>
          </a:prstGeom>
          <a:solidFill>
            <a:schemeClr val="accent6">
              <a:lumMod val="40000"/>
              <a:lumOff val="60000"/>
            </a:schemeClr>
          </a:solidFill>
          <a:ln w="9525">
            <a:solidFill>
              <a:schemeClr val="tx1"/>
            </a:solidFill>
            <a:miter lim="800000"/>
            <a:headEnd/>
            <a:tailEnd/>
          </a:ln>
        </p:spPr>
        <p:txBody>
          <a:bodyPr wrap="none" lIns="130046" tIns="65023" rIns="130046" bIns="65023" anchor="ctr"/>
          <a:lstStyle/>
          <a:p>
            <a:endParaRPr lang="en-US" sz="4000" b="1"/>
          </a:p>
        </p:txBody>
      </p:sp>
      <p:sp>
        <p:nvSpPr>
          <p:cNvPr id="28686" name="AutoShape 16"/>
          <p:cNvSpPr>
            <a:spLocks noChangeArrowheads="1"/>
          </p:cNvSpPr>
          <p:nvPr/>
        </p:nvSpPr>
        <p:spPr bwMode="auto">
          <a:xfrm flipH="1">
            <a:off x="6188075" y="6286500"/>
            <a:ext cx="433388" cy="541337"/>
          </a:xfrm>
          <a:prstGeom prst="rightArrow">
            <a:avLst>
              <a:gd name="adj1" fmla="val 50000"/>
              <a:gd name="adj2" fmla="val 25000"/>
            </a:avLst>
          </a:prstGeom>
          <a:solidFill>
            <a:schemeClr val="accent6">
              <a:lumMod val="40000"/>
              <a:lumOff val="60000"/>
            </a:schemeClr>
          </a:solidFill>
          <a:ln w="9525">
            <a:solidFill>
              <a:schemeClr val="tx1"/>
            </a:solidFill>
            <a:miter lim="800000"/>
            <a:headEnd/>
            <a:tailEnd/>
          </a:ln>
        </p:spPr>
        <p:txBody>
          <a:bodyPr wrap="none" lIns="130046" tIns="65023" rIns="130046" bIns="65023" anchor="ctr"/>
          <a:lstStyle/>
          <a:p>
            <a:endParaRPr lang="en-US" sz="4000" b="1"/>
          </a:p>
        </p:txBody>
      </p:sp>
      <p:sp>
        <p:nvSpPr>
          <p:cNvPr id="28687" name="AutoShape 18"/>
          <p:cNvSpPr>
            <a:spLocks noChangeArrowheads="1"/>
          </p:cNvSpPr>
          <p:nvPr/>
        </p:nvSpPr>
        <p:spPr bwMode="auto">
          <a:xfrm>
            <a:off x="3370263" y="3884612"/>
            <a:ext cx="433387" cy="541338"/>
          </a:xfrm>
          <a:prstGeom prst="rightArrow">
            <a:avLst>
              <a:gd name="adj1" fmla="val 50000"/>
              <a:gd name="adj2" fmla="val 25000"/>
            </a:avLst>
          </a:prstGeom>
          <a:solidFill>
            <a:schemeClr val="accent6">
              <a:lumMod val="40000"/>
              <a:lumOff val="60000"/>
            </a:schemeClr>
          </a:solidFill>
          <a:ln w="9525">
            <a:solidFill>
              <a:schemeClr val="tx1"/>
            </a:solidFill>
            <a:miter lim="800000"/>
            <a:headEnd/>
            <a:tailEnd/>
          </a:ln>
        </p:spPr>
        <p:txBody>
          <a:bodyPr wrap="none" lIns="130046" tIns="65023" rIns="130046" bIns="65023" anchor="ctr"/>
          <a:lstStyle/>
          <a:p>
            <a:endParaRPr lang="en-US" sz="4000" b="1"/>
          </a:p>
        </p:txBody>
      </p:sp>
      <p:sp>
        <p:nvSpPr>
          <p:cNvPr id="28688" name="AutoShape 19"/>
          <p:cNvSpPr>
            <a:spLocks noChangeArrowheads="1"/>
          </p:cNvSpPr>
          <p:nvPr/>
        </p:nvSpPr>
        <p:spPr bwMode="auto">
          <a:xfrm flipH="1">
            <a:off x="3370263" y="6286500"/>
            <a:ext cx="433387" cy="541337"/>
          </a:xfrm>
          <a:prstGeom prst="rightArrow">
            <a:avLst>
              <a:gd name="adj1" fmla="val 50000"/>
              <a:gd name="adj2" fmla="val 25000"/>
            </a:avLst>
          </a:prstGeom>
          <a:solidFill>
            <a:schemeClr val="accent6">
              <a:lumMod val="40000"/>
              <a:lumOff val="60000"/>
            </a:schemeClr>
          </a:solidFill>
          <a:ln w="9525">
            <a:solidFill>
              <a:schemeClr val="tx1"/>
            </a:solidFill>
            <a:miter lim="800000"/>
            <a:headEnd/>
            <a:tailEnd/>
          </a:ln>
        </p:spPr>
        <p:txBody>
          <a:bodyPr wrap="none" lIns="130046" tIns="65023" rIns="130046" bIns="65023" anchor="ctr"/>
          <a:lstStyle/>
          <a:p>
            <a:endParaRPr lang="en-US" sz="4000" b="1"/>
          </a:p>
        </p:txBody>
      </p:sp>
      <p:sp>
        <p:nvSpPr>
          <p:cNvPr id="51220" name="Text Box 20"/>
          <p:cNvSpPr txBox="1">
            <a:spLocks noChangeArrowheads="1"/>
          </p:cNvSpPr>
          <p:nvPr/>
        </p:nvSpPr>
        <p:spPr bwMode="auto">
          <a:xfrm>
            <a:off x="909638" y="6026150"/>
            <a:ext cx="2341562" cy="1054646"/>
          </a:xfrm>
          <a:prstGeom prst="rect">
            <a:avLst/>
          </a:prstGeom>
          <a:solidFill>
            <a:schemeClr val="accent3">
              <a:lumMod val="40000"/>
              <a:lumOff val="60000"/>
            </a:schemeClr>
          </a:solidFill>
          <a:ln w="9525">
            <a:solidFill>
              <a:srgbClr val="808080"/>
            </a:solidFill>
            <a:prstDash val="sysDot"/>
            <a:miter lim="800000"/>
            <a:headEnd/>
            <a:tailEnd/>
          </a:ln>
          <a:effectLst/>
        </p:spPr>
        <p:txBody>
          <a:bodyPr lIns="130046" tIns="65023" rIns="130046" bIns="65023">
            <a:spAutoFit/>
          </a:bodyPr>
          <a:lstStyle/>
          <a:p>
            <a:pPr>
              <a:defRPr/>
            </a:pPr>
            <a:r>
              <a:rPr lang="en-US" sz="2000" b="1" dirty="0" err="1"/>
              <a:t>Quasispecies</a:t>
            </a:r>
            <a:r>
              <a:rPr lang="en-US" sz="2000" b="1" dirty="0"/>
              <a:t> sequences w/ frequencies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325438" y="195263"/>
            <a:ext cx="12679362" cy="1039812"/>
          </a:xfrm>
        </p:spPr>
        <p:txBody>
          <a:bodyPr/>
          <a:lstStyle/>
          <a:p>
            <a:r>
              <a:rPr lang="en-US" dirty="0" smtClean="0">
                <a:solidFill>
                  <a:schemeClr val="tx2"/>
                </a:solidFill>
              </a:rPr>
              <a:t>k-</a:t>
            </a:r>
            <a:r>
              <a:rPr lang="en-US" dirty="0" err="1" smtClean="0">
                <a:solidFill>
                  <a:schemeClr val="tx2"/>
                </a:solidFill>
              </a:rPr>
              <a:t>mer</a:t>
            </a:r>
            <a:r>
              <a:rPr lang="en-US" dirty="0" smtClean="0">
                <a:solidFill>
                  <a:schemeClr val="tx2"/>
                </a:solidFill>
              </a:rPr>
              <a:t> Error Correction </a:t>
            </a:r>
            <a:r>
              <a:rPr lang="en-US" sz="4000" dirty="0" smtClean="0">
                <a:solidFill>
                  <a:schemeClr val="tx2"/>
                </a:solidFill>
              </a:rPr>
              <a:t>[</a:t>
            </a:r>
            <a:r>
              <a:rPr lang="en-US" sz="4000" dirty="0" err="1" smtClean="0">
                <a:solidFill>
                  <a:schemeClr val="tx2"/>
                </a:solidFill>
              </a:rPr>
              <a:t>Skums</a:t>
            </a:r>
            <a:r>
              <a:rPr lang="en-US" sz="4000" dirty="0" smtClean="0">
                <a:solidFill>
                  <a:schemeClr val="tx2"/>
                </a:solidFill>
              </a:rPr>
              <a:t> et al.]</a:t>
            </a:r>
          </a:p>
        </p:txBody>
      </p:sp>
      <p:sp>
        <p:nvSpPr>
          <p:cNvPr id="11267" name="Content Placeholder 2"/>
          <p:cNvSpPr>
            <a:spLocks noGrp="1"/>
          </p:cNvSpPr>
          <p:nvPr>
            <p:ph idx="1"/>
          </p:nvPr>
        </p:nvSpPr>
        <p:spPr>
          <a:xfrm>
            <a:off x="193675" y="1690688"/>
            <a:ext cx="6959600" cy="7477125"/>
          </a:xfrm>
        </p:spPr>
        <p:txBody>
          <a:bodyPr/>
          <a:lstStyle/>
          <a:p>
            <a:pPr marL="650230" indent="-650230">
              <a:buFont typeface="+mj-lt"/>
              <a:buAutoNum type="arabicPeriod"/>
              <a:defRPr/>
            </a:pPr>
            <a:r>
              <a:rPr lang="en-US" sz="2800" dirty="0" smtClean="0"/>
              <a:t>Calculate k-</a:t>
            </a:r>
            <a:r>
              <a:rPr lang="en-US" sz="2800" dirty="0" err="1" smtClean="0"/>
              <a:t>mers</a:t>
            </a:r>
            <a:r>
              <a:rPr lang="en-US" sz="2800" dirty="0" smtClean="0"/>
              <a:t>  and their frequencies </a:t>
            </a:r>
            <a:r>
              <a:rPr lang="en-US" sz="2800" dirty="0" err="1" smtClean="0"/>
              <a:t>kc</a:t>
            </a:r>
            <a:r>
              <a:rPr lang="en-US" sz="2800" dirty="0" smtClean="0"/>
              <a:t>(s) (k-counts).  Assume that </a:t>
            </a:r>
            <a:r>
              <a:rPr lang="en-US" sz="2800" dirty="0" err="1" smtClean="0"/>
              <a:t>kmers</a:t>
            </a:r>
            <a:r>
              <a:rPr lang="en-US" sz="2800" dirty="0" smtClean="0"/>
              <a:t>  with high k-counts (“solid” k-</a:t>
            </a:r>
            <a:r>
              <a:rPr lang="en-US" sz="2800" dirty="0" err="1" smtClean="0"/>
              <a:t>mers</a:t>
            </a:r>
            <a:r>
              <a:rPr lang="en-US" sz="2800" dirty="0" smtClean="0"/>
              <a:t>) are correct, while k-</a:t>
            </a:r>
            <a:r>
              <a:rPr lang="en-US" sz="2800" dirty="0" err="1" smtClean="0"/>
              <a:t>mers</a:t>
            </a:r>
            <a:r>
              <a:rPr lang="en-US" sz="2800" dirty="0" smtClean="0"/>
              <a:t> with low k-counts (“weak” k-</a:t>
            </a:r>
            <a:r>
              <a:rPr lang="en-US" sz="2800" dirty="0" err="1" smtClean="0"/>
              <a:t>mers</a:t>
            </a:r>
            <a:r>
              <a:rPr lang="en-US" sz="2800" dirty="0" smtClean="0"/>
              <a:t>) contain errors.</a:t>
            </a:r>
          </a:p>
          <a:p>
            <a:pPr marL="650230" indent="-650230">
              <a:buFont typeface="+mj-lt"/>
              <a:buAutoNum type="arabicPeriod"/>
              <a:defRPr/>
            </a:pPr>
            <a:r>
              <a:rPr lang="en-US" sz="2800" dirty="0" smtClean="0"/>
              <a:t>Determine the threshold k-count (error threshold), which distinguishes solid </a:t>
            </a:r>
            <a:r>
              <a:rPr lang="en-US" sz="2800" dirty="0" err="1" smtClean="0"/>
              <a:t>kmers</a:t>
            </a:r>
            <a:r>
              <a:rPr lang="en-US" sz="2800" dirty="0" smtClean="0"/>
              <a:t> from weak k-</a:t>
            </a:r>
            <a:r>
              <a:rPr lang="en-US" sz="2800" dirty="0" err="1" smtClean="0"/>
              <a:t>mers</a:t>
            </a:r>
            <a:r>
              <a:rPr lang="en-US" sz="2800" dirty="0" smtClean="0"/>
              <a:t>.</a:t>
            </a:r>
          </a:p>
          <a:p>
            <a:pPr marL="650230" indent="-650230">
              <a:buFont typeface="+mj-lt"/>
              <a:buAutoNum type="arabicPeriod"/>
              <a:defRPr/>
            </a:pPr>
            <a:r>
              <a:rPr lang="en-US" sz="2800" dirty="0" smtClean="0"/>
              <a:t>Find error regions.</a:t>
            </a:r>
          </a:p>
          <a:p>
            <a:pPr marL="650230" indent="-650230">
              <a:buFont typeface="+mj-lt"/>
              <a:buAutoNum type="arabicPeriod"/>
              <a:defRPr/>
            </a:pPr>
            <a:r>
              <a:rPr lang="en-US" sz="2800" dirty="0" smtClean="0"/>
              <a:t>Correct the errors in error regions</a:t>
            </a:r>
          </a:p>
          <a:p>
            <a:pPr>
              <a:buFont typeface="Gill Sans Light" pitchFamily="-112" charset="0"/>
              <a:buNone/>
              <a:defRPr/>
            </a:pPr>
            <a:endParaRPr lang="en-US" sz="2600" dirty="0" smtClean="0"/>
          </a:p>
        </p:txBody>
      </p:sp>
      <p:pic>
        <p:nvPicPr>
          <p:cNvPr id="29700" name="Picture 3"/>
          <p:cNvPicPr>
            <a:picLocks noChangeAspect="1" noChangeArrowheads="1"/>
          </p:cNvPicPr>
          <p:nvPr/>
        </p:nvPicPr>
        <p:blipFill>
          <a:blip r:embed="rId3"/>
          <a:srcRect/>
          <a:stretch>
            <a:fillRect/>
          </a:stretch>
        </p:blipFill>
        <p:spPr bwMode="auto">
          <a:xfrm>
            <a:off x="7477125" y="2244725"/>
            <a:ext cx="5141913" cy="3476625"/>
          </a:xfrm>
          <a:prstGeom prst="rect">
            <a:avLst/>
          </a:prstGeom>
          <a:noFill/>
          <a:ln w="9525">
            <a:noFill/>
            <a:miter lim="800000"/>
            <a:headEnd/>
            <a:tailEnd/>
          </a:ln>
        </p:spPr>
      </p:pic>
      <p:pic>
        <p:nvPicPr>
          <p:cNvPr id="29701" name="Picture 4"/>
          <p:cNvPicPr>
            <a:picLocks noChangeAspect="1" noChangeArrowheads="1"/>
          </p:cNvPicPr>
          <p:nvPr/>
        </p:nvPicPr>
        <p:blipFill>
          <a:blip r:embed="rId4"/>
          <a:srcRect/>
          <a:stretch>
            <a:fillRect/>
          </a:stretch>
        </p:blipFill>
        <p:spPr bwMode="auto">
          <a:xfrm>
            <a:off x="7459663" y="6242050"/>
            <a:ext cx="5219700" cy="3313113"/>
          </a:xfrm>
          <a:prstGeom prst="rect">
            <a:avLst/>
          </a:prstGeom>
          <a:noFill/>
          <a:ln w="9525">
            <a:noFill/>
            <a:miter lim="800000"/>
            <a:headEnd/>
            <a:tailEnd/>
          </a:ln>
        </p:spPr>
      </p:pic>
      <p:pic>
        <p:nvPicPr>
          <p:cNvPr id="29702" name="Picture 5"/>
          <p:cNvPicPr>
            <a:picLocks noChangeAspect="1" noChangeArrowheads="1"/>
          </p:cNvPicPr>
          <p:nvPr/>
        </p:nvPicPr>
        <p:blipFill>
          <a:blip r:embed="rId5"/>
          <a:srcRect/>
          <a:stretch>
            <a:fillRect/>
          </a:stretch>
        </p:blipFill>
        <p:spPr bwMode="auto">
          <a:xfrm>
            <a:off x="8080375" y="5934075"/>
            <a:ext cx="4924425" cy="615950"/>
          </a:xfrm>
          <a:prstGeom prst="rect">
            <a:avLst/>
          </a:prstGeom>
          <a:noFill/>
          <a:ln w="9525">
            <a:noFill/>
            <a:miter lim="800000"/>
            <a:headEnd/>
            <a:tailEnd/>
          </a:ln>
        </p:spPr>
      </p:pic>
      <p:sp>
        <p:nvSpPr>
          <p:cNvPr id="2" name="TextBox 1"/>
          <p:cNvSpPr txBox="1"/>
          <p:nvPr/>
        </p:nvSpPr>
        <p:spPr>
          <a:xfrm>
            <a:off x="8909050" y="1755775"/>
            <a:ext cx="2600325" cy="350838"/>
          </a:xfrm>
          <a:prstGeom prst="rect">
            <a:avLst/>
          </a:prstGeom>
          <a:noFill/>
        </p:spPr>
        <p:txBody>
          <a:bodyPr lIns="130046" tIns="65023" rIns="130046" bIns="65023">
            <a:spAutoFit/>
          </a:bodyPr>
          <a:lstStyle/>
          <a:p>
            <a:pPr>
              <a:defRPr/>
            </a:pPr>
            <a:r>
              <a:rPr lang="en-US" sz="1400" dirty="0">
                <a:solidFill>
                  <a:schemeClr val="accent1">
                    <a:lumMod val="75000"/>
                  </a:schemeClr>
                </a:solidFill>
              </a:rPr>
              <a:t>Zhao X et al 2010</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330200" y="381000"/>
            <a:ext cx="12344400" cy="1066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50800" tIns="50800" rIns="50800" bIns="50800" anchor="ctr">
            <a:noAutofit/>
          </a:bodyPr>
          <a:lstStyle>
            <a:lvl1pPr algn="ctr" rtl="0" eaLnBrk="0" fontAlgn="base" hangingPunct="0">
              <a:spcBef>
                <a:spcPct val="0"/>
              </a:spcBef>
              <a:spcAft>
                <a:spcPct val="0"/>
              </a:spcAft>
              <a:defRPr sz="7200">
                <a:solidFill>
                  <a:schemeClr val="tx1"/>
                </a:solidFill>
                <a:latin typeface="+mj-lt"/>
                <a:ea typeface="+mj-ea"/>
                <a:cs typeface="+mj-cs"/>
                <a:sym typeface="Gill Sans Light" pitchFamily="-112" charset="0"/>
              </a:defRPr>
            </a:lvl1pPr>
            <a:lvl2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2pPr>
            <a:lvl3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3pPr>
            <a:lvl4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4pPr>
            <a:lvl5pPr algn="ctr" rtl="0" eaLnBrk="0" fontAlgn="base" hangingPunct="0">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5pPr>
            <a:lvl6pPr marL="4572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6pPr>
            <a:lvl7pPr marL="9144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7pPr>
            <a:lvl8pPr marL="13716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8pPr>
            <a:lvl9pPr marL="1828800" algn="ctr" rtl="0" fontAlgn="base">
              <a:spcBef>
                <a:spcPct val="0"/>
              </a:spcBef>
              <a:spcAft>
                <a:spcPct val="0"/>
              </a:spcAft>
              <a:defRPr sz="7200">
                <a:solidFill>
                  <a:schemeClr val="tx1"/>
                </a:solidFill>
                <a:latin typeface="Gill Sans Light" pitchFamily="-112" charset="0"/>
                <a:ea typeface="ヒラギノ角ゴ ProN W3" pitchFamily="-112" charset="-128"/>
                <a:cs typeface="ヒラギノ角ゴ ProN W3" pitchFamily="-112" charset="-128"/>
                <a:sym typeface="Gill Sans Light" pitchFamily="-112" charset="0"/>
              </a:defRPr>
            </a:lvl9pPr>
          </a:lstStyle>
          <a:p>
            <a:pPr>
              <a:defRPr/>
            </a:pPr>
            <a:r>
              <a:rPr lang="en-US" dirty="0" smtClean="0">
                <a:solidFill>
                  <a:schemeClr val="tx2"/>
                </a:solidFill>
              </a:rPr>
              <a:t>Iterated Read Alignment</a:t>
            </a:r>
            <a:endParaRPr lang="en-US" dirty="0">
              <a:solidFill>
                <a:schemeClr val="tx2"/>
              </a:solidFill>
            </a:endParaRPr>
          </a:p>
        </p:txBody>
      </p:sp>
      <p:sp>
        <p:nvSpPr>
          <p:cNvPr id="30726" name="TextBox 3"/>
          <p:cNvSpPr txBox="1">
            <a:spLocks noChangeArrowheads="1"/>
          </p:cNvSpPr>
          <p:nvPr/>
        </p:nvSpPr>
        <p:spPr bwMode="auto">
          <a:xfrm>
            <a:off x="482600" y="990600"/>
            <a:ext cx="184150" cy="738188"/>
          </a:xfrm>
          <a:prstGeom prst="rect">
            <a:avLst/>
          </a:prstGeom>
          <a:noFill/>
          <a:ln w="9525">
            <a:noFill/>
            <a:miter lim="800000"/>
            <a:headEnd/>
            <a:tailEnd/>
          </a:ln>
        </p:spPr>
        <p:txBody>
          <a:bodyPr wrap="none">
            <a:spAutoFit/>
          </a:bodyPr>
          <a:lstStyle/>
          <a:p>
            <a:endParaRPr lang="en-US"/>
          </a:p>
        </p:txBody>
      </p:sp>
      <p:sp>
        <p:nvSpPr>
          <p:cNvPr id="30727" name="TextBox 5"/>
          <p:cNvSpPr txBox="1">
            <a:spLocks noChangeArrowheads="1"/>
          </p:cNvSpPr>
          <p:nvPr/>
        </p:nvSpPr>
        <p:spPr bwMode="auto">
          <a:xfrm>
            <a:off x="482600" y="723900"/>
            <a:ext cx="184150" cy="738188"/>
          </a:xfrm>
          <a:prstGeom prst="rect">
            <a:avLst/>
          </a:prstGeom>
          <a:noFill/>
          <a:ln w="9525">
            <a:noFill/>
            <a:miter lim="800000"/>
            <a:headEnd/>
            <a:tailEnd/>
          </a:ln>
        </p:spPr>
        <p:txBody>
          <a:bodyPr wrap="none">
            <a:spAutoFit/>
          </a:bodyPr>
          <a:lstStyle/>
          <a:p>
            <a:endParaRPr lang="en-US"/>
          </a:p>
        </p:txBody>
      </p:sp>
      <p:sp>
        <p:nvSpPr>
          <p:cNvPr id="11" name="Down Arrow Callout 10"/>
          <p:cNvSpPr/>
          <p:nvPr/>
        </p:nvSpPr>
        <p:spPr bwMode="auto">
          <a:xfrm>
            <a:off x="4826000" y="1828800"/>
            <a:ext cx="3733800" cy="1676400"/>
          </a:xfrm>
          <a:prstGeom prst="downArrowCallout">
            <a:avLst/>
          </a:prstGeom>
          <a:solidFill>
            <a:schemeClr val="accent6">
              <a:lumMod val="40000"/>
              <a:lumOff val="60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3600" dirty="0">
                <a:cs typeface="ヒラギノ角ゴ ProN W3" pitchFamily="-112" charset="-128"/>
              </a:rPr>
              <a:t>Read </a:t>
            </a:r>
            <a:r>
              <a:rPr lang="en-US" sz="3600" dirty="0" smtClean="0">
                <a:cs typeface="ヒラギノ角ゴ ProN W3" pitchFamily="-112" charset="-128"/>
              </a:rPr>
              <a:t>Alignment </a:t>
            </a:r>
            <a:r>
              <a:rPr lang="en-US" sz="3600" dirty="0" err="1">
                <a:cs typeface="ヒラギノ角ゴ ProN W3" pitchFamily="-112" charset="-128"/>
              </a:rPr>
              <a:t>vs</a:t>
            </a:r>
            <a:r>
              <a:rPr lang="en-US" sz="3600" dirty="0">
                <a:cs typeface="ヒラギノ角ゴ ProN W3" pitchFamily="-112" charset="-128"/>
              </a:rPr>
              <a:t> Reference</a:t>
            </a:r>
            <a:endParaRPr lang="en-US" sz="4000" dirty="0">
              <a:cs typeface="ヒラギノ角ゴ ProN W3" pitchFamily="-112" charset="-128"/>
            </a:endParaRPr>
          </a:p>
        </p:txBody>
      </p:sp>
      <p:sp>
        <p:nvSpPr>
          <p:cNvPr id="12" name="Down Arrow Callout 11"/>
          <p:cNvSpPr/>
          <p:nvPr/>
        </p:nvSpPr>
        <p:spPr bwMode="auto">
          <a:xfrm>
            <a:off x="4826000" y="3505200"/>
            <a:ext cx="3733800" cy="1219200"/>
          </a:xfrm>
          <a:prstGeom prst="downArrowCallout">
            <a:avLst>
              <a:gd name="adj1" fmla="val 33333"/>
              <a:gd name="adj2" fmla="val 34375"/>
              <a:gd name="adj3" fmla="val 25000"/>
              <a:gd name="adj4" fmla="val 64977"/>
            </a:avLst>
          </a:prstGeom>
          <a:solidFill>
            <a:schemeClr val="accent6">
              <a:lumMod val="40000"/>
              <a:lumOff val="60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3600" dirty="0" smtClean="0">
                <a:cs typeface="ヒラギノ角ゴ ProN W3" pitchFamily="-112" charset="-128"/>
              </a:rPr>
              <a:t>Build Consensus</a:t>
            </a:r>
            <a:endParaRPr lang="en-US" sz="4000" dirty="0">
              <a:cs typeface="ヒラギノ角ゴ ProN W3" pitchFamily="-112" charset="-128"/>
            </a:endParaRPr>
          </a:p>
        </p:txBody>
      </p:sp>
      <p:sp>
        <p:nvSpPr>
          <p:cNvPr id="13" name="Down Arrow Callout 12"/>
          <p:cNvSpPr/>
          <p:nvPr/>
        </p:nvSpPr>
        <p:spPr bwMode="auto">
          <a:xfrm>
            <a:off x="4851400" y="4724400"/>
            <a:ext cx="3733800" cy="2209800"/>
          </a:xfrm>
          <a:prstGeom prst="downArrowCallout">
            <a:avLst>
              <a:gd name="adj1" fmla="val 22262"/>
              <a:gd name="adj2" fmla="val 17157"/>
              <a:gd name="adj3" fmla="val 15909"/>
              <a:gd name="adj4" fmla="val 75078"/>
            </a:avLst>
          </a:prstGeom>
          <a:solidFill>
            <a:schemeClr val="accent6">
              <a:lumMod val="40000"/>
              <a:lumOff val="60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3600" dirty="0" smtClean="0">
                <a:cs typeface="ヒラギノ角ゴ ProN W3" pitchFamily="-112" charset="-128"/>
              </a:rPr>
              <a:t>Read Re-Alignment vs. Consensus</a:t>
            </a:r>
            <a:endParaRPr lang="en-US" sz="4000" dirty="0">
              <a:cs typeface="ヒラギノ角ゴ ProN W3" pitchFamily="-112" charset="-128"/>
            </a:endParaRPr>
          </a:p>
        </p:txBody>
      </p:sp>
      <p:sp>
        <p:nvSpPr>
          <p:cNvPr id="14" name="Flowchart: Decision 13"/>
          <p:cNvSpPr/>
          <p:nvPr/>
        </p:nvSpPr>
        <p:spPr bwMode="auto">
          <a:xfrm>
            <a:off x="4940300" y="6934200"/>
            <a:ext cx="3581400" cy="2057400"/>
          </a:xfrm>
          <a:prstGeom prst="flowChartDecision">
            <a:avLst/>
          </a:prstGeom>
          <a:solidFill>
            <a:schemeClr val="accent6">
              <a:lumMod val="40000"/>
              <a:lumOff val="60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800" dirty="0" smtClean="0">
                <a:solidFill>
                  <a:schemeClr val="tx1"/>
                </a:solidFill>
                <a:cs typeface="ヒラギノ角ゴ ProN W3" pitchFamily="-112" charset="-128"/>
              </a:rPr>
              <a:t>More Reads Aligned?</a:t>
            </a:r>
            <a:endParaRPr kumimoji="0" lang="en-US" sz="2800" b="0" i="0" u="none" strike="noStrike" cap="none" normalizeH="0" baseline="0" dirty="0">
              <a:ln>
                <a:noFill/>
              </a:ln>
              <a:solidFill>
                <a:schemeClr val="tx1"/>
              </a:solidFill>
              <a:effectLst/>
              <a:latin typeface="Gill Sans Light" pitchFamily="-112" charset="0"/>
              <a:ea typeface="ヒラギノ角ゴ ProN W3" pitchFamily="-112" charset="-128"/>
              <a:cs typeface="ヒラギノ角ゴ ProN W3" pitchFamily="-112" charset="-128"/>
              <a:sym typeface="Gill Sans Light" pitchFamily="-112" charset="0"/>
            </a:endParaRPr>
          </a:p>
        </p:txBody>
      </p:sp>
      <p:sp>
        <p:nvSpPr>
          <p:cNvPr id="15" name="U-Turn Arrow 14"/>
          <p:cNvSpPr/>
          <p:nvPr/>
        </p:nvSpPr>
        <p:spPr bwMode="auto">
          <a:xfrm rot="16200000">
            <a:off x="1701800" y="5105401"/>
            <a:ext cx="4648200" cy="1447800"/>
          </a:xfrm>
          <a:prstGeom prst="uturnArrow">
            <a:avLst>
              <a:gd name="adj1" fmla="val 25000"/>
              <a:gd name="adj2" fmla="val 25000"/>
              <a:gd name="adj3" fmla="val 25000"/>
              <a:gd name="adj4" fmla="val 43750"/>
              <a:gd name="adj5" fmla="val 95588"/>
            </a:avLst>
          </a:prstGeom>
          <a:solidFill>
            <a:schemeClr val="accent6">
              <a:lumMod val="40000"/>
              <a:lumOff val="60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endParaRPr>
          </a:p>
        </p:txBody>
      </p:sp>
      <p:sp>
        <p:nvSpPr>
          <p:cNvPr id="16" name="TextBox 15"/>
          <p:cNvSpPr txBox="1"/>
          <p:nvPr/>
        </p:nvSpPr>
        <p:spPr>
          <a:xfrm>
            <a:off x="8712200" y="7010400"/>
            <a:ext cx="873957" cy="738664"/>
          </a:xfrm>
          <a:prstGeom prst="rect">
            <a:avLst/>
          </a:prstGeom>
          <a:noFill/>
        </p:spPr>
        <p:txBody>
          <a:bodyPr wrap="none" rtlCol="0">
            <a:spAutoFit/>
          </a:bodyPr>
          <a:lstStyle/>
          <a:p>
            <a:r>
              <a:rPr lang="en-US" dirty="0" smtClean="0"/>
              <a:t>No</a:t>
            </a:r>
            <a:endParaRPr lang="en-US" dirty="0"/>
          </a:p>
        </p:txBody>
      </p:sp>
      <p:sp>
        <p:nvSpPr>
          <p:cNvPr id="17" name="TextBox 16"/>
          <p:cNvSpPr txBox="1"/>
          <p:nvPr/>
        </p:nvSpPr>
        <p:spPr>
          <a:xfrm>
            <a:off x="3759200" y="7010400"/>
            <a:ext cx="1063368" cy="738664"/>
          </a:xfrm>
          <a:prstGeom prst="rect">
            <a:avLst/>
          </a:prstGeom>
          <a:noFill/>
        </p:spPr>
        <p:txBody>
          <a:bodyPr wrap="none" rtlCol="0">
            <a:spAutoFit/>
          </a:bodyPr>
          <a:lstStyle/>
          <a:p>
            <a:r>
              <a:rPr lang="en-US" dirty="0" smtClean="0"/>
              <a:t>Yes</a:t>
            </a:r>
            <a:endParaRPr lang="en-US" dirty="0"/>
          </a:p>
        </p:txBody>
      </p:sp>
      <p:sp>
        <p:nvSpPr>
          <p:cNvPr id="18" name="Right Arrow 17"/>
          <p:cNvSpPr/>
          <p:nvPr/>
        </p:nvSpPr>
        <p:spPr bwMode="auto">
          <a:xfrm>
            <a:off x="8636000" y="7620000"/>
            <a:ext cx="1143000" cy="685800"/>
          </a:xfrm>
          <a:prstGeom prst="rightArrow">
            <a:avLst/>
          </a:prstGeom>
          <a:solidFill>
            <a:schemeClr val="accent6">
              <a:lumMod val="40000"/>
              <a:lumOff val="60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endParaRPr>
          </a:p>
        </p:txBody>
      </p:sp>
      <p:sp>
        <p:nvSpPr>
          <p:cNvPr id="19" name="TextBox 18"/>
          <p:cNvSpPr txBox="1"/>
          <p:nvPr/>
        </p:nvSpPr>
        <p:spPr>
          <a:xfrm>
            <a:off x="10110256" y="7315200"/>
            <a:ext cx="2666115" cy="1323439"/>
          </a:xfrm>
          <a:prstGeom prst="rect">
            <a:avLst/>
          </a:prstGeom>
          <a:noFill/>
        </p:spPr>
        <p:txBody>
          <a:bodyPr wrap="none" rtlCol="0">
            <a:spAutoFit/>
          </a:bodyPr>
          <a:lstStyle/>
          <a:p>
            <a:r>
              <a:rPr lang="en-US" sz="4000" dirty="0" smtClean="0"/>
              <a:t>Post-</a:t>
            </a:r>
          </a:p>
          <a:p>
            <a:r>
              <a:rPr lang="en-US" sz="4000" dirty="0" smtClean="0"/>
              <a:t>processing</a:t>
            </a:r>
            <a:endParaRPr lang="en-US" sz="4000" dirty="0"/>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355600" y="254000"/>
            <a:ext cx="12293600" cy="1727200"/>
          </a:xfrm>
        </p:spPr>
        <p:txBody>
          <a:bodyPr/>
          <a:lstStyle/>
          <a:p>
            <a:r>
              <a:rPr lang="en-US" dirty="0" smtClean="0"/>
              <a:t>Read Coverage</a:t>
            </a:r>
          </a:p>
        </p:txBody>
      </p:sp>
      <p:graphicFrame>
        <p:nvGraphicFramePr>
          <p:cNvPr id="5" name="Chart 4"/>
          <p:cNvGraphicFramePr/>
          <p:nvPr/>
        </p:nvGraphicFramePr>
        <p:xfrm>
          <a:off x="558800" y="2667000"/>
          <a:ext cx="11963400" cy="563880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angle 2"/>
          <p:cNvSpPr txBox="1">
            <a:spLocks noChangeArrowheads="1"/>
          </p:cNvSpPr>
          <p:nvPr/>
        </p:nvSpPr>
        <p:spPr bwMode="auto">
          <a:xfrm>
            <a:off x="406400" y="8001000"/>
            <a:ext cx="11887200" cy="1524000"/>
          </a:xfrm>
          <a:prstGeom prst="rect">
            <a:avLst/>
          </a:prstGeom>
          <a:noFill/>
          <a:ln w="12700">
            <a:noFill/>
            <a:miter lim="800000"/>
            <a:headEnd/>
            <a:tailEnd/>
          </a:ln>
        </p:spPr>
        <p:txBody>
          <a:bodyPr vert="horz" wrap="square" lIns="50800" tIns="50800" rIns="108599" bIns="50800" numCol="1" anchor="t" anchorCtr="0" compatLnSpc="1">
            <a:prstTxWarp prst="textNoShape">
              <a:avLst/>
            </a:prstTxWarp>
          </a:bodyPr>
          <a:lstStyle/>
          <a:p>
            <a:pPr marL="382588" indent="-342900" algn="l">
              <a:spcBef>
                <a:spcPts val="600"/>
              </a:spcBef>
              <a:buClr>
                <a:srgbClr val="9A0000"/>
              </a:buClr>
              <a:buSzPct val="75000"/>
            </a:pPr>
            <a:r>
              <a:rPr lang="en-US" sz="3200" kern="0" dirty="0" smtClean="0">
                <a:solidFill>
                  <a:schemeClr val="tx1"/>
                </a:solidFill>
                <a:latin typeface="Gill Sans" pitchFamily="-112" charset="0"/>
                <a:ea typeface="+mn-ea"/>
                <a:sym typeface="Gill Sans" pitchFamily="-112" charset="0"/>
              </a:rPr>
              <a:t>145K 454 reads of avg. length 400bp </a:t>
            </a:r>
            <a:r>
              <a:rPr lang="en-US" sz="3200" kern="0" dirty="0">
                <a:solidFill>
                  <a:schemeClr val="tx1"/>
                </a:solidFill>
                <a:latin typeface="Gill Sans" pitchFamily="-112" charset="0"/>
                <a:sym typeface="Gill Sans" pitchFamily="-112" charset="0"/>
              </a:rPr>
              <a:t>(~60Mb</a:t>
            </a:r>
            <a:r>
              <a:rPr lang="en-US" sz="3200" kern="0" dirty="0" smtClean="0">
                <a:solidFill>
                  <a:schemeClr val="tx1"/>
                </a:solidFill>
                <a:latin typeface="Gill Sans" pitchFamily="-112" charset="0"/>
                <a:sym typeface="Gill Sans" pitchFamily="-112" charset="0"/>
              </a:rPr>
              <a:t>) sequenced from 2 samples (M41 vaccine and M42 isolate)</a:t>
            </a:r>
            <a:endParaRPr lang="en-US" sz="3200" kern="0" dirty="0" smtClean="0">
              <a:solidFill>
                <a:schemeClr val="tx1"/>
              </a:solidFill>
              <a:latin typeface="Gill Sans" pitchFamily="-112" charset="0"/>
              <a:ea typeface="+mn-ea"/>
              <a:sym typeface="Gill Sans" pitchFamily="-112"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0" y="228600"/>
            <a:ext cx="13004800" cy="974725"/>
          </a:xfrm>
        </p:spPr>
        <p:txBody>
          <a:bodyPr/>
          <a:lstStyle/>
          <a:p>
            <a:pPr marL="487363" indent="-487363"/>
            <a:r>
              <a:rPr lang="en-US" sz="6600" dirty="0" smtClean="0"/>
              <a:t>Post-processing of Aligned Reads</a:t>
            </a:r>
          </a:p>
        </p:txBody>
      </p:sp>
      <p:sp>
        <p:nvSpPr>
          <p:cNvPr id="10" name="Rectangle 1181"/>
          <p:cNvSpPr>
            <a:spLocks noChangeArrowheads="1"/>
          </p:cNvSpPr>
          <p:nvPr/>
        </p:nvSpPr>
        <p:spPr bwMode="auto">
          <a:xfrm>
            <a:off x="325438" y="1843088"/>
            <a:ext cx="7624762" cy="2492375"/>
          </a:xfrm>
          <a:prstGeom prst="rect">
            <a:avLst/>
          </a:prstGeom>
          <a:noFill/>
          <a:ln w="9525">
            <a:noFill/>
            <a:miter lim="800000"/>
            <a:headEnd/>
            <a:tailEnd/>
          </a:ln>
          <a:effectLst/>
        </p:spPr>
        <p:txBody>
          <a:bodyPr lIns="130046" tIns="65023" rIns="130046" bIns="65023"/>
          <a:lstStyle/>
          <a:p>
            <a:pPr marL="650230" indent="-650230" algn="l">
              <a:spcBef>
                <a:spcPct val="20000"/>
              </a:spcBef>
              <a:buFont typeface="+mj-lt"/>
              <a:buAutoNum type="arabicPeriod"/>
              <a:defRPr/>
            </a:pPr>
            <a:r>
              <a:rPr lang="en-US" sz="4000" dirty="0"/>
              <a:t>Deletions in reads: </a:t>
            </a:r>
            <a:r>
              <a:rPr lang="en-US" sz="4000" b="1" dirty="0">
                <a:solidFill>
                  <a:srgbClr val="FF0066"/>
                </a:solidFill>
                <a:effectLst>
                  <a:outerShdw blurRad="38100" dist="38100" dir="2700000" algn="tl">
                    <a:srgbClr val="000000">
                      <a:alpha val="43137"/>
                    </a:srgbClr>
                  </a:outerShdw>
                </a:effectLst>
              </a:rPr>
              <a:t>D</a:t>
            </a:r>
          </a:p>
          <a:p>
            <a:pPr marL="650230" indent="-650230" algn="l">
              <a:spcBef>
                <a:spcPct val="20000"/>
              </a:spcBef>
              <a:buFontTx/>
              <a:buAutoNum type="arabicPeriod" startAt="2"/>
              <a:defRPr/>
            </a:pPr>
            <a:r>
              <a:rPr lang="en-US" sz="4000" dirty="0"/>
              <a:t>Insertions into reference: </a:t>
            </a:r>
            <a:r>
              <a:rPr lang="en-US" sz="4000" b="1" dirty="0">
                <a:solidFill>
                  <a:srgbClr val="FF0066"/>
                </a:solidFill>
                <a:effectLst>
                  <a:outerShdw blurRad="38100" dist="38100" dir="2700000" algn="tl">
                    <a:srgbClr val="000000">
                      <a:alpha val="43137"/>
                    </a:srgbClr>
                  </a:outerShdw>
                </a:effectLst>
              </a:rPr>
              <a:t>I</a:t>
            </a:r>
          </a:p>
          <a:p>
            <a:pPr marL="650230" indent="-650230" algn="l">
              <a:spcBef>
                <a:spcPct val="20000"/>
              </a:spcBef>
              <a:buFontTx/>
              <a:buAutoNum type="arabicPeriod" startAt="3"/>
              <a:defRPr/>
            </a:pPr>
            <a:r>
              <a:rPr lang="en-US" sz="4000" b="1" i="1" dirty="0" smtClean="0"/>
              <a:t>Additional error correction</a:t>
            </a:r>
            <a:r>
              <a:rPr lang="en-US" sz="4000" b="1" dirty="0" smtClean="0"/>
              <a:t>:</a:t>
            </a:r>
            <a:endParaRPr lang="en-US" sz="4000" b="1" dirty="0">
              <a:solidFill>
                <a:srgbClr val="FF0066"/>
              </a:solidFill>
              <a:effectLst>
                <a:outerShdw blurRad="38100" dist="38100" dir="2700000" algn="tl">
                  <a:srgbClr val="000000">
                    <a:alpha val="43137"/>
                  </a:srgbClr>
                </a:outerShdw>
              </a:effectLst>
            </a:endParaRPr>
          </a:p>
          <a:p>
            <a:pPr marL="1107430" lvl="1" indent="-650230" algn="l">
              <a:spcBef>
                <a:spcPct val="20000"/>
              </a:spcBef>
              <a:buFont typeface="Arial" pitchFamily="34" charset="0"/>
              <a:buChar char="•"/>
              <a:defRPr/>
            </a:pPr>
            <a:r>
              <a:rPr lang="en-US" sz="3600" dirty="0">
                <a:solidFill>
                  <a:schemeClr val="tx1">
                    <a:lumMod val="75000"/>
                  </a:schemeClr>
                </a:solidFill>
              </a:rPr>
              <a:t>Replace </a:t>
            </a:r>
            <a:r>
              <a:rPr lang="en-US" sz="3600" dirty="0" smtClean="0">
                <a:solidFill>
                  <a:schemeClr val="tx1">
                    <a:lumMod val="75000"/>
                  </a:schemeClr>
                </a:solidFill>
              </a:rPr>
              <a:t>deletions supported </a:t>
            </a:r>
            <a:r>
              <a:rPr lang="en-US" sz="3600" dirty="0">
                <a:solidFill>
                  <a:schemeClr val="tx1">
                    <a:lumMod val="75000"/>
                  </a:schemeClr>
                </a:solidFill>
              </a:rPr>
              <a:t>by a single </a:t>
            </a:r>
            <a:r>
              <a:rPr lang="en-US" sz="3600" dirty="0" smtClean="0">
                <a:solidFill>
                  <a:schemeClr val="tx1">
                    <a:lumMod val="75000"/>
                  </a:schemeClr>
                </a:solidFill>
              </a:rPr>
              <a:t>read </a:t>
            </a:r>
            <a:r>
              <a:rPr lang="en-US" sz="3600" dirty="0">
                <a:solidFill>
                  <a:schemeClr val="tx1">
                    <a:lumMod val="75000"/>
                  </a:schemeClr>
                </a:solidFill>
              </a:rPr>
              <a:t>with either </a:t>
            </a:r>
            <a:r>
              <a:rPr lang="en-US" sz="3600" dirty="0" smtClean="0">
                <a:solidFill>
                  <a:schemeClr val="tx1">
                    <a:lumMod val="75000"/>
                  </a:schemeClr>
                </a:solidFill>
              </a:rPr>
              <a:t>the allele </a:t>
            </a:r>
            <a:r>
              <a:rPr lang="en-US" sz="3600" dirty="0">
                <a:solidFill>
                  <a:schemeClr val="tx1">
                    <a:lumMod val="75000"/>
                  </a:schemeClr>
                </a:solidFill>
              </a:rPr>
              <a:t>present in </a:t>
            </a:r>
            <a:r>
              <a:rPr lang="en-US" sz="3600" dirty="0">
                <a:solidFill>
                  <a:schemeClr val="tx1">
                    <a:lumMod val="75000"/>
                  </a:schemeClr>
                </a:solidFill>
                <a:effectLst>
                  <a:outerShdw blurRad="38100" dist="38100" dir="2700000" algn="tl">
                    <a:srgbClr val="000000">
                      <a:alpha val="43137"/>
                    </a:srgbClr>
                  </a:outerShdw>
                </a:effectLst>
              </a:rPr>
              <a:t>all</a:t>
            </a:r>
            <a:r>
              <a:rPr lang="en-US" sz="3600" dirty="0">
                <a:solidFill>
                  <a:schemeClr val="tx1">
                    <a:lumMod val="75000"/>
                  </a:schemeClr>
                </a:solidFill>
              </a:rPr>
              <a:t> other reads or </a:t>
            </a:r>
            <a:r>
              <a:rPr lang="en-US" sz="3600" dirty="0">
                <a:solidFill>
                  <a:schemeClr val="tx1">
                    <a:lumMod val="75000"/>
                  </a:schemeClr>
                </a:solidFill>
                <a:effectLst>
                  <a:outerShdw blurRad="38100" dist="38100" dir="2700000" algn="tl">
                    <a:srgbClr val="000000">
                      <a:alpha val="43137"/>
                    </a:srgbClr>
                  </a:outerShdw>
                </a:effectLst>
              </a:rPr>
              <a:t>N</a:t>
            </a:r>
            <a:endParaRPr lang="en-US" sz="3600" dirty="0">
              <a:solidFill>
                <a:schemeClr val="tx1">
                  <a:lumMod val="75000"/>
                </a:schemeClr>
              </a:solidFill>
            </a:endParaRPr>
          </a:p>
          <a:p>
            <a:pPr marL="1107430" lvl="1" indent="-650230" algn="l">
              <a:spcBef>
                <a:spcPct val="20000"/>
              </a:spcBef>
              <a:buFont typeface="Arial" pitchFamily="34" charset="0"/>
              <a:buChar char="•"/>
              <a:defRPr/>
            </a:pPr>
            <a:r>
              <a:rPr lang="en-US" sz="3600" dirty="0">
                <a:solidFill>
                  <a:schemeClr val="tx1">
                    <a:lumMod val="75000"/>
                  </a:schemeClr>
                </a:solidFill>
              </a:rPr>
              <a:t>Remove </a:t>
            </a:r>
            <a:r>
              <a:rPr lang="en-US" sz="3600" dirty="0" smtClean="0">
                <a:solidFill>
                  <a:schemeClr val="tx1">
                    <a:lumMod val="75000"/>
                  </a:schemeClr>
                </a:solidFill>
              </a:rPr>
              <a:t>insertions supported </a:t>
            </a:r>
            <a:r>
              <a:rPr lang="en-US" sz="3600" dirty="0">
                <a:solidFill>
                  <a:schemeClr val="tx1">
                    <a:lumMod val="75000"/>
                  </a:schemeClr>
                </a:solidFill>
              </a:rPr>
              <a:t>by a single </a:t>
            </a:r>
            <a:r>
              <a:rPr lang="en-US" sz="3600" dirty="0" smtClean="0">
                <a:solidFill>
                  <a:schemeClr val="tx1">
                    <a:lumMod val="75000"/>
                  </a:schemeClr>
                </a:solidFill>
              </a:rPr>
              <a:t>read</a:t>
            </a:r>
            <a:endParaRPr lang="en-US" sz="3600" dirty="0">
              <a:solidFill>
                <a:schemeClr val="tx1">
                  <a:lumMod val="75000"/>
                </a:schemeClr>
              </a:solidFill>
            </a:endParaRPr>
          </a:p>
        </p:txBody>
      </p:sp>
      <p:pic>
        <p:nvPicPr>
          <p:cNvPr id="32772" name="Picture 5"/>
          <p:cNvPicPr>
            <a:picLocks noChangeAspect="1" noChangeArrowheads="1"/>
          </p:cNvPicPr>
          <p:nvPr/>
        </p:nvPicPr>
        <p:blipFill>
          <a:blip r:embed="rId3"/>
          <a:srcRect/>
          <a:stretch>
            <a:fillRect/>
          </a:stretch>
        </p:blipFill>
        <p:spPr bwMode="auto">
          <a:xfrm>
            <a:off x="7901273" y="1625601"/>
            <a:ext cx="4965874" cy="6070599"/>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1625600" y="541338"/>
            <a:ext cx="10620375" cy="933450"/>
          </a:xfrm>
        </p:spPr>
        <p:txBody>
          <a:bodyPr/>
          <a:lstStyle/>
          <a:p>
            <a:pPr marL="487363" indent="-487363"/>
            <a:r>
              <a:rPr lang="en-US" smtClean="0"/>
              <a:t>Read Graph: Vertices</a:t>
            </a:r>
          </a:p>
        </p:txBody>
      </p:sp>
      <p:sp>
        <p:nvSpPr>
          <p:cNvPr id="3" name="Content Placeholder 2"/>
          <p:cNvSpPr>
            <a:spLocks noGrp="1"/>
          </p:cNvSpPr>
          <p:nvPr>
            <p:ph sz="quarter" idx="1"/>
          </p:nvPr>
        </p:nvSpPr>
        <p:spPr>
          <a:xfrm>
            <a:off x="6197600" y="2743200"/>
            <a:ext cx="6772275" cy="4551363"/>
          </a:xfrm>
        </p:spPr>
        <p:txBody>
          <a:bodyPr>
            <a:noAutofit/>
          </a:bodyPr>
          <a:lstStyle/>
          <a:p>
            <a:pPr>
              <a:buClr>
                <a:srgbClr val="FE8637"/>
              </a:buClr>
              <a:buFont typeface="Gill Sans Light" pitchFamily="-112" charset="0"/>
              <a:buNone/>
              <a:defRPr/>
            </a:pPr>
            <a:r>
              <a:rPr lang="en-US" sz="3700" b="1" dirty="0" smtClean="0">
                <a:solidFill>
                  <a:srgbClr val="009999"/>
                </a:solidFill>
                <a:effectLst>
                  <a:outerShdw blurRad="38100" dist="38100" dir="2700000" algn="tl">
                    <a:srgbClr val="000000">
                      <a:alpha val="43137"/>
                    </a:srgbClr>
                  </a:outerShdw>
                </a:effectLst>
              </a:rPr>
              <a:t/>
            </a:r>
            <a:br>
              <a:rPr lang="en-US" sz="3700" b="1" dirty="0" smtClean="0">
                <a:solidFill>
                  <a:srgbClr val="009999"/>
                </a:solidFill>
                <a:effectLst>
                  <a:outerShdw blurRad="38100" dist="38100" dir="2700000" algn="tl">
                    <a:srgbClr val="000000">
                      <a:alpha val="43137"/>
                    </a:srgbClr>
                  </a:outerShdw>
                </a:effectLst>
              </a:rPr>
            </a:br>
            <a:r>
              <a:rPr lang="en-US" sz="3700" dirty="0" err="1" smtClean="0">
                <a:solidFill>
                  <a:srgbClr val="009999"/>
                </a:solidFill>
                <a:effectLst>
                  <a:outerShdw blurRad="38100" dist="38100" dir="2700000" algn="tl">
                    <a:srgbClr val="000000">
                      <a:alpha val="43137"/>
                    </a:srgbClr>
                  </a:outerShdw>
                </a:effectLst>
              </a:rPr>
              <a:t>Subread</a:t>
            </a:r>
            <a:r>
              <a:rPr lang="en-US" sz="3700" dirty="0" smtClean="0"/>
              <a:t>  = completely contained in some read </a:t>
            </a:r>
            <a:r>
              <a:rPr lang="en-US" sz="3700" i="1" dirty="0" smtClean="0">
                <a:effectLst>
                  <a:outerShdw blurRad="38100" dist="38100" dir="2700000" algn="tl">
                    <a:srgbClr val="000000">
                      <a:alpha val="43137"/>
                    </a:srgbClr>
                  </a:outerShdw>
                </a:effectLst>
              </a:rPr>
              <a:t>with    </a:t>
            </a:r>
            <a:r>
              <a:rPr lang="en-US" sz="3700" dirty="0" smtClean="0">
                <a:solidFill>
                  <a:prstClr val="black"/>
                </a:solidFill>
              </a:rPr>
              <a:t>≤ </a:t>
            </a:r>
            <a:r>
              <a:rPr lang="en-US" sz="3700" i="1" dirty="0" smtClean="0">
                <a:effectLst>
                  <a:outerShdw blurRad="38100" dist="38100" dir="2700000" algn="tl">
                    <a:srgbClr val="000000">
                      <a:alpha val="43137"/>
                    </a:srgbClr>
                  </a:outerShdw>
                </a:effectLst>
              </a:rPr>
              <a:t>n mismatches</a:t>
            </a:r>
            <a:r>
              <a:rPr lang="en-US" sz="3700" dirty="0" smtClean="0"/>
              <a:t>. </a:t>
            </a:r>
            <a:br>
              <a:rPr lang="en-US" sz="3700" dirty="0" smtClean="0"/>
            </a:br>
            <a:r>
              <a:rPr lang="en-US" sz="3700" dirty="0" err="1" smtClean="0">
                <a:solidFill>
                  <a:srgbClr val="009999"/>
                </a:solidFill>
                <a:effectLst>
                  <a:outerShdw blurRad="38100" dist="38100" dir="2700000" algn="tl">
                    <a:srgbClr val="000000">
                      <a:alpha val="43137"/>
                    </a:srgbClr>
                  </a:outerShdw>
                </a:effectLst>
              </a:rPr>
              <a:t>Superread</a:t>
            </a:r>
            <a:r>
              <a:rPr lang="en-US" sz="3700" dirty="0" smtClean="0"/>
              <a:t>  = not a </a:t>
            </a:r>
            <a:r>
              <a:rPr lang="en-US" sz="3700" dirty="0" err="1" smtClean="0"/>
              <a:t>subread</a:t>
            </a:r>
            <a:r>
              <a:rPr lang="en-US" sz="3700" dirty="0" smtClean="0"/>
              <a:t> =&gt; the vertex in the read graph.</a:t>
            </a:r>
          </a:p>
        </p:txBody>
      </p:sp>
      <p:pic>
        <p:nvPicPr>
          <p:cNvPr id="33796" name="Picture 5"/>
          <p:cNvPicPr>
            <a:picLocks noChangeAspect="1" noChangeArrowheads="1"/>
          </p:cNvPicPr>
          <p:nvPr/>
        </p:nvPicPr>
        <p:blipFill>
          <a:blip r:embed="rId2"/>
          <a:srcRect/>
          <a:stretch>
            <a:fillRect/>
          </a:stretch>
        </p:blipFill>
        <p:spPr bwMode="auto">
          <a:xfrm>
            <a:off x="325438" y="6394450"/>
            <a:ext cx="5526087" cy="1516063"/>
          </a:xfrm>
          <a:prstGeom prst="rect">
            <a:avLst/>
          </a:prstGeom>
          <a:noFill/>
          <a:ln w="9525">
            <a:noFill/>
            <a:miter lim="800000"/>
            <a:headEnd/>
            <a:tailEnd/>
          </a:ln>
        </p:spPr>
      </p:pic>
      <p:grpSp>
        <p:nvGrpSpPr>
          <p:cNvPr id="33797" name="Group 18"/>
          <p:cNvGrpSpPr>
            <a:grpSpLocks/>
          </p:cNvGrpSpPr>
          <p:nvPr/>
        </p:nvGrpSpPr>
        <p:grpSpPr bwMode="auto">
          <a:xfrm>
            <a:off x="217488" y="2817813"/>
            <a:ext cx="5851525" cy="3251200"/>
            <a:chOff x="5029200" y="2057400"/>
            <a:chExt cx="4114800" cy="2286000"/>
          </a:xfrm>
        </p:grpSpPr>
        <p:sp>
          <p:nvSpPr>
            <p:cNvPr id="5" name="Content Placeholder 2"/>
            <p:cNvSpPr txBox="1">
              <a:spLocks/>
            </p:cNvSpPr>
            <p:nvPr/>
          </p:nvSpPr>
          <p:spPr bwMode="auto">
            <a:xfrm>
              <a:off x="5029200" y="2057400"/>
              <a:ext cx="4114800" cy="2286000"/>
            </a:xfrm>
            <a:prstGeom prst="rect">
              <a:avLst/>
            </a:prstGeom>
            <a:noFill/>
            <a:ln w="9525">
              <a:noFill/>
              <a:miter lim="800000"/>
              <a:headEnd/>
              <a:tailEnd/>
            </a:ln>
          </p:spPr>
          <p:txBody>
            <a:bodyPr/>
            <a:lstStyle/>
            <a:p>
              <a:pPr marL="487672" indent="-487672">
                <a:spcBef>
                  <a:spcPct val="20000"/>
                </a:spcBef>
                <a:buClr>
                  <a:srgbClr val="FE8637"/>
                </a:buClr>
                <a:buSzPct val="60000"/>
                <a:defRPr/>
              </a:pPr>
              <a:r>
                <a:rPr lang="en-US" sz="3400" kern="0" dirty="0">
                  <a:latin typeface="Lucida Console" pitchFamily="49" charset="0"/>
                </a:rPr>
                <a:t> ACTGGTCCCTCCTGAGTGT</a:t>
              </a:r>
            </a:p>
            <a:p>
              <a:pPr marL="487672" indent="-487672">
                <a:spcBef>
                  <a:spcPct val="20000"/>
                </a:spcBef>
                <a:buClr>
                  <a:srgbClr val="FE8637"/>
                </a:buClr>
                <a:buSzPct val="60000"/>
                <a:defRPr/>
              </a:pPr>
              <a:endParaRPr lang="en-US" sz="900" kern="0" dirty="0" smtClean="0">
                <a:latin typeface="Lucida Console" pitchFamily="49" charset="0"/>
              </a:endParaRPr>
            </a:p>
            <a:p>
              <a:pPr marL="487672" indent="-487672" algn="l">
                <a:spcBef>
                  <a:spcPct val="20000"/>
                </a:spcBef>
                <a:buClr>
                  <a:srgbClr val="FE8637"/>
                </a:buClr>
                <a:buSzPct val="60000"/>
                <a:defRPr/>
              </a:pPr>
              <a:r>
                <a:rPr lang="en-US" sz="3400" kern="0" dirty="0" smtClean="0">
                  <a:latin typeface="Lucida Console" pitchFamily="49" charset="0"/>
                </a:rPr>
                <a:t>     GGTCCCTCCT</a:t>
              </a:r>
              <a:endParaRPr lang="en-US" sz="3400" kern="0" dirty="0">
                <a:latin typeface="Lucida Console" pitchFamily="49" charset="0"/>
              </a:endParaRPr>
            </a:p>
            <a:p>
              <a:pPr marL="487672" indent="-487672">
                <a:spcBef>
                  <a:spcPct val="20000"/>
                </a:spcBef>
                <a:buClr>
                  <a:srgbClr val="FE8637"/>
                </a:buClr>
                <a:buSzPct val="60000"/>
                <a:defRPr/>
              </a:pPr>
              <a:endParaRPr lang="en-US" sz="900" kern="0" dirty="0">
                <a:latin typeface="Lucida Console" pitchFamily="49" charset="0"/>
              </a:endParaRPr>
            </a:p>
            <a:p>
              <a:pPr marL="487672" indent="-487672">
                <a:spcBef>
                  <a:spcPct val="20000"/>
                </a:spcBef>
                <a:buClr>
                  <a:srgbClr val="FE8637"/>
                </a:buClr>
                <a:buSzPct val="60000"/>
                <a:defRPr/>
              </a:pPr>
              <a:r>
                <a:rPr lang="en-US" sz="3400" kern="0" dirty="0" smtClean="0">
                  <a:latin typeface="Lucida Console" pitchFamily="49" charset="0"/>
                </a:rPr>
                <a:t>TGGTC</a:t>
              </a:r>
              <a:r>
                <a:rPr lang="en-US" sz="3400" kern="0" dirty="0" smtClean="0">
                  <a:solidFill>
                    <a:srgbClr val="FF0066"/>
                  </a:solidFill>
                  <a:latin typeface="Lucida Console" pitchFamily="49" charset="0"/>
                </a:rPr>
                <a:t>A</a:t>
              </a:r>
              <a:r>
                <a:rPr lang="en-US" sz="3400" kern="0" dirty="0" smtClean="0">
                  <a:latin typeface="Lucida Console" pitchFamily="49" charset="0"/>
                </a:rPr>
                <a:t>CTC</a:t>
              </a:r>
              <a:r>
                <a:rPr lang="en-US" sz="3400" kern="0" dirty="0" smtClean="0">
                  <a:solidFill>
                    <a:srgbClr val="FF0066"/>
                  </a:solidFill>
                  <a:latin typeface="Lucida Console" pitchFamily="49" charset="0"/>
                </a:rPr>
                <a:t>G</a:t>
              </a:r>
              <a:r>
                <a:rPr lang="en-US" sz="3400" kern="0" dirty="0" smtClean="0">
                  <a:latin typeface="Lucida Console" pitchFamily="49" charset="0"/>
                </a:rPr>
                <a:t>TGAG</a:t>
              </a:r>
              <a:endParaRPr lang="en-US" sz="3400" kern="0" dirty="0">
                <a:latin typeface="Lucida Console" pitchFamily="49" charset="0"/>
              </a:endParaRPr>
            </a:p>
            <a:p>
              <a:pPr marL="487672" indent="-487672">
                <a:spcBef>
                  <a:spcPct val="20000"/>
                </a:spcBef>
                <a:buClr>
                  <a:srgbClr val="FE8637"/>
                </a:buClr>
                <a:buSzPct val="60000"/>
                <a:defRPr/>
              </a:pPr>
              <a:endParaRPr lang="en-US" sz="1700" kern="0" dirty="0">
                <a:latin typeface="Lucida Console" pitchFamily="49" charset="0"/>
              </a:endParaRPr>
            </a:p>
            <a:p>
              <a:pPr marL="487672" indent="-487672">
                <a:spcBef>
                  <a:spcPct val="20000"/>
                </a:spcBef>
                <a:buClr>
                  <a:srgbClr val="FE8637"/>
                </a:buClr>
                <a:buSzPct val="60000"/>
                <a:defRPr/>
              </a:pPr>
              <a:r>
                <a:rPr lang="en-US" sz="3400" kern="0" dirty="0">
                  <a:latin typeface="Lucida Console" pitchFamily="49" charset="0"/>
                </a:rPr>
                <a:t>A</a:t>
              </a:r>
              <a:r>
                <a:rPr lang="en-US" sz="3400" kern="0" dirty="0">
                  <a:solidFill>
                    <a:srgbClr val="FF0066"/>
                  </a:solidFill>
                  <a:latin typeface="Lucida Console" pitchFamily="49" charset="0"/>
                </a:rPr>
                <a:t>C</a:t>
              </a:r>
              <a:r>
                <a:rPr lang="en-US" sz="3400" kern="0" dirty="0">
                  <a:latin typeface="Lucida Console" pitchFamily="49" charset="0"/>
                </a:rPr>
                <a:t>CT</a:t>
              </a:r>
              <a:r>
                <a:rPr lang="en-US" sz="3400" kern="0" dirty="0">
                  <a:solidFill>
                    <a:srgbClr val="FF0066"/>
                  </a:solidFill>
                  <a:latin typeface="Lucida Console" pitchFamily="49" charset="0"/>
                </a:rPr>
                <a:t>CA</a:t>
              </a:r>
              <a:r>
                <a:rPr lang="en-US" sz="3400" kern="0" dirty="0">
                  <a:latin typeface="Lucida Console" pitchFamily="49" charset="0"/>
                </a:rPr>
                <a:t>TC</a:t>
              </a:r>
              <a:r>
                <a:rPr lang="en-US" sz="3400" kern="0" dirty="0">
                  <a:solidFill>
                    <a:srgbClr val="FF0066"/>
                  </a:solidFill>
                  <a:latin typeface="Lucida Console" pitchFamily="49" charset="0"/>
                </a:rPr>
                <a:t>GAAG</a:t>
              </a:r>
              <a:r>
                <a:rPr lang="en-US" sz="3400" kern="0" dirty="0">
                  <a:latin typeface="Lucida Console" pitchFamily="49" charset="0"/>
                </a:rPr>
                <a:t>C</a:t>
              </a:r>
              <a:r>
                <a:rPr lang="en-US" sz="3400" kern="0" dirty="0">
                  <a:solidFill>
                    <a:srgbClr val="FF0066"/>
                  </a:solidFill>
                  <a:latin typeface="Lucida Console" pitchFamily="49" charset="0"/>
                </a:rPr>
                <a:t>G</a:t>
              </a:r>
              <a:r>
                <a:rPr lang="en-US" sz="3400" kern="0" dirty="0">
                  <a:latin typeface="Lucida Console" pitchFamily="49" charset="0"/>
                </a:rPr>
                <a:t>G</a:t>
              </a:r>
              <a:r>
                <a:rPr lang="en-US" sz="3400" kern="0" dirty="0">
                  <a:solidFill>
                    <a:srgbClr val="FF0066"/>
                  </a:solidFill>
                  <a:latin typeface="Lucida Console" pitchFamily="49" charset="0"/>
                </a:rPr>
                <a:t>C</a:t>
              </a:r>
              <a:r>
                <a:rPr lang="en-US" sz="3400" kern="0" dirty="0">
                  <a:latin typeface="Lucida Console" pitchFamily="49" charset="0"/>
                </a:rPr>
                <a:t>GT</a:t>
              </a:r>
              <a:r>
                <a:rPr lang="en-US" sz="3400" kern="0" dirty="0">
                  <a:solidFill>
                    <a:srgbClr val="FF0066"/>
                  </a:solidFill>
                  <a:latin typeface="Lucida Console" pitchFamily="49" charset="0"/>
                </a:rPr>
                <a:t>CC</a:t>
              </a:r>
              <a:r>
                <a:rPr lang="en-US" sz="3400" kern="0" dirty="0">
                  <a:latin typeface="Lucida Console" pitchFamily="49" charset="0"/>
                </a:rPr>
                <a:t>T</a:t>
              </a:r>
            </a:p>
            <a:p>
              <a:pPr marL="487672" indent="-487672">
                <a:spcBef>
                  <a:spcPct val="20000"/>
                </a:spcBef>
                <a:buClr>
                  <a:srgbClr val="FE8637"/>
                </a:buClr>
                <a:buSzPct val="60000"/>
                <a:defRPr/>
              </a:pPr>
              <a:endParaRPr lang="en-US" sz="3400" kern="0" dirty="0">
                <a:latin typeface="Lucida Console" pitchFamily="49" charset="0"/>
              </a:endParaRPr>
            </a:p>
            <a:p>
              <a:pPr marL="487672" indent="-487672">
                <a:spcBef>
                  <a:spcPct val="20000"/>
                </a:spcBef>
                <a:buClr>
                  <a:srgbClr val="FE8637"/>
                </a:buClr>
                <a:buSzPct val="60000"/>
                <a:defRPr/>
              </a:pPr>
              <a:endParaRPr lang="en-US" sz="3400" kern="0" dirty="0">
                <a:latin typeface="Lucida Console" pitchFamily="49" charset="0"/>
              </a:endParaRPr>
            </a:p>
            <a:p>
              <a:pPr marL="487672" indent="-487672">
                <a:spcBef>
                  <a:spcPct val="20000"/>
                </a:spcBef>
                <a:buClr>
                  <a:srgbClr val="FE8637"/>
                </a:buClr>
                <a:buSzPct val="60000"/>
                <a:defRPr/>
              </a:pPr>
              <a:endParaRPr lang="en-US" sz="3400" kern="0" dirty="0">
                <a:latin typeface="Lucida Console" pitchFamily="49" charset="0"/>
              </a:endParaRPr>
            </a:p>
          </p:txBody>
        </p:sp>
        <p:cxnSp>
          <p:nvCxnSpPr>
            <p:cNvPr id="33799" name="Straight Connector 8"/>
            <p:cNvCxnSpPr>
              <a:cxnSpLocks noChangeShapeType="1"/>
            </p:cNvCxnSpPr>
            <p:nvPr/>
          </p:nvCxnSpPr>
          <p:spPr bwMode="auto">
            <a:xfrm>
              <a:off x="5407719" y="2438400"/>
              <a:ext cx="3505200" cy="0"/>
            </a:xfrm>
            <a:prstGeom prst="line">
              <a:avLst/>
            </a:prstGeom>
            <a:noFill/>
            <a:ln w="25400" algn="ctr">
              <a:solidFill>
                <a:srgbClr val="FF0066"/>
              </a:solidFill>
              <a:round/>
              <a:headEnd/>
              <a:tailEnd/>
            </a:ln>
          </p:spPr>
        </p:cxnSp>
        <p:cxnSp>
          <p:nvCxnSpPr>
            <p:cNvPr id="33800" name="Straight Connector 9"/>
            <p:cNvCxnSpPr>
              <a:cxnSpLocks noChangeShapeType="1"/>
            </p:cNvCxnSpPr>
            <p:nvPr/>
          </p:nvCxnSpPr>
          <p:spPr bwMode="auto">
            <a:xfrm>
              <a:off x="5105400" y="4191000"/>
              <a:ext cx="3886200" cy="0"/>
            </a:xfrm>
            <a:prstGeom prst="line">
              <a:avLst/>
            </a:prstGeom>
            <a:noFill/>
            <a:ln w="25400" algn="ctr">
              <a:solidFill>
                <a:srgbClr val="FF0066"/>
              </a:solidFill>
              <a:round/>
              <a:headEnd/>
              <a:tailEnd/>
            </a:ln>
          </p:spPr>
        </p:cxnSp>
        <p:cxnSp>
          <p:nvCxnSpPr>
            <p:cNvPr id="33801" name="Straight Connector 14"/>
            <p:cNvCxnSpPr>
              <a:cxnSpLocks noChangeShapeType="1"/>
            </p:cNvCxnSpPr>
            <p:nvPr/>
          </p:nvCxnSpPr>
          <p:spPr bwMode="auto">
            <a:xfrm>
              <a:off x="5786279" y="3558703"/>
              <a:ext cx="2590800" cy="0"/>
            </a:xfrm>
            <a:prstGeom prst="line">
              <a:avLst/>
            </a:prstGeom>
            <a:noFill/>
            <a:ln w="25400" algn="ctr">
              <a:solidFill>
                <a:schemeClr val="tx1"/>
              </a:solidFill>
              <a:round/>
              <a:headEnd/>
              <a:tailEnd/>
            </a:ln>
          </p:spPr>
        </p:cxnSp>
        <p:cxnSp>
          <p:nvCxnSpPr>
            <p:cNvPr id="33802" name="Straight Connector 16"/>
            <p:cNvCxnSpPr>
              <a:cxnSpLocks noChangeShapeType="1"/>
            </p:cNvCxnSpPr>
            <p:nvPr/>
          </p:nvCxnSpPr>
          <p:spPr bwMode="auto">
            <a:xfrm>
              <a:off x="6019386" y="3022922"/>
              <a:ext cx="1828800" cy="0"/>
            </a:xfrm>
            <a:prstGeom prst="line">
              <a:avLst/>
            </a:prstGeom>
            <a:noFill/>
            <a:ln w="25400" algn="ctr">
              <a:solidFill>
                <a:schemeClr val="tx1"/>
              </a:solidFill>
              <a:round/>
              <a:headEnd/>
              <a:tailEnd/>
            </a:ln>
          </p:spPr>
        </p:cxnSp>
      </p:gr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1408113" y="433388"/>
            <a:ext cx="10621962" cy="974725"/>
          </a:xfrm>
        </p:spPr>
        <p:txBody>
          <a:bodyPr/>
          <a:lstStyle/>
          <a:p>
            <a:pPr marL="487363" indent="-487363"/>
            <a:r>
              <a:rPr lang="en-US" smtClean="0"/>
              <a:t>Read Graph: Edges</a:t>
            </a:r>
          </a:p>
        </p:txBody>
      </p:sp>
      <p:sp>
        <p:nvSpPr>
          <p:cNvPr id="34819" name="Content Placeholder 2"/>
          <p:cNvSpPr>
            <a:spLocks noGrp="1"/>
          </p:cNvSpPr>
          <p:nvPr>
            <p:ph sz="quarter" idx="1"/>
          </p:nvPr>
        </p:nvSpPr>
        <p:spPr>
          <a:xfrm>
            <a:off x="325438" y="8453438"/>
            <a:ext cx="12028487" cy="974725"/>
          </a:xfrm>
        </p:spPr>
        <p:txBody>
          <a:bodyPr/>
          <a:lstStyle/>
          <a:p>
            <a:pPr>
              <a:buSzPct val="120000"/>
            </a:pPr>
            <a:r>
              <a:rPr lang="en-US" sz="3700" smtClean="0"/>
              <a:t>Several paths may represent the same sequence. </a:t>
            </a:r>
          </a:p>
        </p:txBody>
      </p:sp>
      <p:sp>
        <p:nvSpPr>
          <p:cNvPr id="15" name="Content Placeholder 2"/>
          <p:cNvSpPr txBox="1">
            <a:spLocks/>
          </p:cNvSpPr>
          <p:nvPr/>
        </p:nvSpPr>
        <p:spPr bwMode="auto">
          <a:xfrm>
            <a:off x="217488" y="2166938"/>
            <a:ext cx="12787312" cy="2817812"/>
          </a:xfrm>
          <a:prstGeom prst="rect">
            <a:avLst/>
          </a:prstGeom>
          <a:noFill/>
          <a:ln w="9525">
            <a:noFill/>
            <a:miter lim="800000"/>
            <a:headEnd/>
            <a:tailEnd/>
          </a:ln>
        </p:spPr>
        <p:txBody>
          <a:bodyPr lIns="130046" tIns="65023" rIns="130046" bIns="65023"/>
          <a:lstStyle/>
          <a:p>
            <a:pPr marL="487672" indent="-487672" algn="l">
              <a:spcBef>
                <a:spcPct val="20000"/>
              </a:spcBef>
              <a:buSzPct val="120000"/>
              <a:buFont typeface="Arial" pitchFamily="34" charset="0"/>
              <a:buChar char="•"/>
              <a:defRPr/>
            </a:pPr>
            <a:r>
              <a:rPr lang="en-US" sz="3700" kern="0" dirty="0"/>
              <a:t>Edge b/w two vertices if there is an overlap between </a:t>
            </a:r>
            <a:r>
              <a:rPr lang="en-US" sz="3700" kern="0" dirty="0" err="1"/>
              <a:t>superreads</a:t>
            </a:r>
            <a:r>
              <a:rPr lang="en-US" sz="3700" kern="0" dirty="0"/>
              <a:t> and they agree on their overlap </a:t>
            </a:r>
            <a:r>
              <a:rPr lang="en-US" sz="3700" b="1" i="1" kern="0" dirty="0"/>
              <a:t>with </a:t>
            </a:r>
            <a:r>
              <a:rPr lang="en-US" sz="3700" b="1" kern="0" dirty="0">
                <a:solidFill>
                  <a:prstClr val="black"/>
                </a:solidFill>
              </a:rPr>
              <a:t>≤ </a:t>
            </a:r>
            <a:r>
              <a:rPr lang="en-US" sz="3700" b="1" i="1" kern="0" dirty="0"/>
              <a:t>m mismatches</a:t>
            </a:r>
            <a:endParaRPr lang="en-US" sz="3700" i="1" kern="0" dirty="0">
              <a:effectLst>
                <a:outerShdw blurRad="38100" dist="38100" dir="2700000" algn="tl">
                  <a:srgbClr val="000000">
                    <a:alpha val="43137"/>
                  </a:srgbClr>
                </a:outerShdw>
              </a:effectLst>
            </a:endParaRPr>
          </a:p>
          <a:p>
            <a:pPr marL="487672" indent="-487672" algn="l">
              <a:spcBef>
                <a:spcPct val="20000"/>
              </a:spcBef>
              <a:buSzPct val="120000"/>
              <a:buFont typeface="Arial" pitchFamily="34" charset="0"/>
              <a:buChar char="•"/>
              <a:defRPr/>
            </a:pPr>
            <a:r>
              <a:rPr lang="en-US" sz="3700" kern="0" dirty="0"/>
              <a:t>Transitive reduction</a:t>
            </a:r>
          </a:p>
        </p:txBody>
      </p:sp>
      <p:grpSp>
        <p:nvGrpSpPr>
          <p:cNvPr id="34821" name="Group 73"/>
          <p:cNvGrpSpPr>
            <a:grpSpLocks/>
          </p:cNvGrpSpPr>
          <p:nvPr/>
        </p:nvGrpSpPr>
        <p:grpSpPr bwMode="auto">
          <a:xfrm>
            <a:off x="1300163" y="4551363"/>
            <a:ext cx="10837862" cy="4010025"/>
            <a:chOff x="11553825" y="11276013"/>
            <a:chExt cx="9910763" cy="2278062"/>
          </a:xfrm>
        </p:grpSpPr>
        <p:pic>
          <p:nvPicPr>
            <p:cNvPr id="34822" name="Picture 1194"/>
            <p:cNvPicPr>
              <a:picLocks noChangeAspect="1" noChangeArrowheads="1"/>
            </p:cNvPicPr>
            <p:nvPr/>
          </p:nvPicPr>
          <p:blipFill>
            <a:blip r:embed="rId3"/>
            <a:srcRect/>
            <a:stretch>
              <a:fillRect/>
            </a:stretch>
          </p:blipFill>
          <p:spPr bwMode="gray">
            <a:xfrm>
              <a:off x="14959013" y="11276013"/>
              <a:ext cx="2600325" cy="1425575"/>
            </a:xfrm>
            <a:prstGeom prst="rect">
              <a:avLst/>
            </a:prstGeom>
            <a:noFill/>
            <a:ln w="9525" algn="ctr">
              <a:noFill/>
              <a:miter lim="800000"/>
              <a:headEnd/>
              <a:tailEnd/>
            </a:ln>
          </p:spPr>
        </p:pic>
        <p:pic>
          <p:nvPicPr>
            <p:cNvPr id="34823" name="Picture 1196"/>
            <p:cNvPicPr>
              <a:picLocks noChangeAspect="1" noChangeArrowheads="1"/>
            </p:cNvPicPr>
            <p:nvPr/>
          </p:nvPicPr>
          <p:blipFill>
            <a:blip r:embed="rId4"/>
            <a:srcRect/>
            <a:stretch>
              <a:fillRect/>
            </a:stretch>
          </p:blipFill>
          <p:spPr bwMode="gray">
            <a:xfrm>
              <a:off x="11553825" y="11564938"/>
              <a:ext cx="3332163" cy="1989137"/>
            </a:xfrm>
            <a:prstGeom prst="rect">
              <a:avLst/>
            </a:prstGeom>
            <a:noFill/>
            <a:ln w="9525" algn="ctr">
              <a:noFill/>
              <a:miter lim="800000"/>
              <a:headEnd/>
              <a:tailEnd/>
            </a:ln>
          </p:spPr>
        </p:pic>
        <p:pic>
          <p:nvPicPr>
            <p:cNvPr id="34824" name="Picture 1197"/>
            <p:cNvPicPr>
              <a:picLocks noChangeAspect="1" noChangeArrowheads="1"/>
            </p:cNvPicPr>
            <p:nvPr/>
          </p:nvPicPr>
          <p:blipFill>
            <a:blip r:embed="rId5"/>
            <a:srcRect/>
            <a:stretch>
              <a:fillRect/>
            </a:stretch>
          </p:blipFill>
          <p:spPr bwMode="gray">
            <a:xfrm>
              <a:off x="17656175" y="11628438"/>
              <a:ext cx="3808413" cy="1851025"/>
            </a:xfrm>
            <a:prstGeom prst="rect">
              <a:avLst/>
            </a:prstGeom>
            <a:noFill/>
            <a:ln w="9525" algn="ctr">
              <a:noFill/>
              <a:miter lim="800000"/>
              <a:headEnd/>
              <a:tailEnd/>
            </a:ln>
          </p:spPr>
        </p:pic>
        <p:sp>
          <p:nvSpPr>
            <p:cNvPr id="34825" name="AutoShape 1198"/>
            <p:cNvSpPr>
              <a:spLocks noChangeArrowheads="1"/>
            </p:cNvSpPr>
            <p:nvPr/>
          </p:nvSpPr>
          <p:spPr bwMode="gray">
            <a:xfrm>
              <a:off x="15173325" y="12630150"/>
              <a:ext cx="2286000" cy="171450"/>
            </a:xfrm>
            <a:prstGeom prst="rightArrow">
              <a:avLst>
                <a:gd name="adj1" fmla="val 50000"/>
                <a:gd name="adj2" fmla="val 333333"/>
              </a:avLst>
            </a:prstGeom>
            <a:gradFill rotWithShape="0">
              <a:gsLst>
                <a:gs pos="0">
                  <a:srgbClr val="3366FF"/>
                </a:gs>
                <a:gs pos="100000">
                  <a:srgbClr val="9999FF"/>
                </a:gs>
              </a:gsLst>
              <a:lin ang="5400000" scaled="1"/>
            </a:gradFill>
            <a:ln w="9525" algn="ctr">
              <a:noFill/>
              <a:miter lim="800000"/>
              <a:headEnd/>
              <a:tailEnd/>
            </a:ln>
          </p:spPr>
          <p:txBody>
            <a:bodyPr wrap="none" lIns="79400" tIns="39700" rIns="79400" bIns="39700" anchor="ctr"/>
            <a:lstStyle/>
            <a:p>
              <a:endParaRPr lang="en-US"/>
            </a:p>
          </p:txBody>
        </p:sp>
      </p:gr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300163" y="433388"/>
            <a:ext cx="10620375" cy="693737"/>
          </a:xfrm>
        </p:spPr>
        <p:txBody>
          <a:bodyPr/>
          <a:lstStyle/>
          <a:p>
            <a:pPr marL="487363" indent="-487363"/>
            <a:r>
              <a:rPr lang="en-US" smtClean="0"/>
              <a:t>Edge Cost</a:t>
            </a:r>
          </a:p>
        </p:txBody>
      </p:sp>
      <p:sp>
        <p:nvSpPr>
          <p:cNvPr id="3" name="Content Placeholder 2"/>
          <p:cNvSpPr>
            <a:spLocks noGrp="1"/>
          </p:cNvSpPr>
          <p:nvPr>
            <p:ph sz="quarter" idx="1"/>
          </p:nvPr>
        </p:nvSpPr>
        <p:spPr>
          <a:xfrm>
            <a:off x="433388" y="1625600"/>
            <a:ext cx="12245975" cy="4117975"/>
          </a:xfrm>
        </p:spPr>
        <p:txBody>
          <a:bodyPr>
            <a:normAutofit/>
          </a:bodyPr>
          <a:lstStyle/>
          <a:p>
            <a:pPr>
              <a:defRPr/>
            </a:pPr>
            <a:r>
              <a:rPr lang="en-US" sz="4000" dirty="0" smtClean="0"/>
              <a:t>Cost measures the uncertainty that two superreads belong to the same quasispecies.</a:t>
            </a:r>
          </a:p>
          <a:p>
            <a:pPr>
              <a:defRPr/>
            </a:pPr>
            <a:r>
              <a:rPr lang="en-US" sz="4000" b="1" dirty="0" smtClean="0">
                <a:effectLst>
                  <a:outerShdw blurRad="38100" dist="38100" dir="2700000" algn="tl">
                    <a:srgbClr val="000000">
                      <a:alpha val="43137"/>
                    </a:srgbClr>
                  </a:outerShdw>
                </a:effectLst>
              </a:rPr>
              <a:t>Overhang</a:t>
            </a:r>
            <a:r>
              <a:rPr lang="en-US" sz="4000" dirty="0" smtClean="0"/>
              <a:t>  </a:t>
            </a:r>
            <a:r>
              <a:rPr lang="el-GR" sz="4000" b="1" dirty="0" smtClean="0">
                <a:effectLst>
                  <a:outerShdw blurRad="38100" dist="38100" dir="2700000" algn="tl">
                    <a:srgbClr val="000000">
                      <a:alpha val="43137"/>
                    </a:srgbClr>
                  </a:outerShdw>
                </a:effectLst>
              </a:rPr>
              <a:t>Δ</a:t>
            </a:r>
            <a:r>
              <a:rPr lang="en-US" sz="4000" b="1" dirty="0" smtClean="0">
                <a:effectLst>
                  <a:outerShdw blurRad="38100" dist="38100" dir="2700000" algn="tl">
                    <a:srgbClr val="000000">
                      <a:alpha val="43137"/>
                    </a:srgbClr>
                  </a:outerShdw>
                </a:effectLst>
              </a:rPr>
              <a:t> </a:t>
            </a:r>
            <a:r>
              <a:rPr lang="en-US" sz="4000" dirty="0" smtClean="0"/>
              <a:t>is the shift in start positions of two overlapping superreads. </a:t>
            </a:r>
          </a:p>
        </p:txBody>
      </p:sp>
      <p:sp>
        <p:nvSpPr>
          <p:cNvPr id="24" name="Right Arrow 23"/>
          <p:cNvSpPr/>
          <p:nvPr/>
        </p:nvSpPr>
        <p:spPr>
          <a:xfrm>
            <a:off x="5527675" y="6394450"/>
            <a:ext cx="541338" cy="649288"/>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30046" tIns="65023" rIns="130046" bIns="65023" anchor="ctr"/>
          <a:lstStyle/>
          <a:p>
            <a:pPr>
              <a:defRPr/>
            </a:pPr>
            <a:endParaRPr lang="en-US"/>
          </a:p>
        </p:txBody>
      </p:sp>
      <p:sp>
        <p:nvSpPr>
          <p:cNvPr id="11" name="TextBox 10"/>
          <p:cNvSpPr txBox="1"/>
          <p:nvPr/>
        </p:nvSpPr>
        <p:spPr>
          <a:xfrm>
            <a:off x="660400" y="7586663"/>
            <a:ext cx="812800" cy="838200"/>
          </a:xfrm>
          <a:prstGeom prst="rect">
            <a:avLst/>
          </a:prstGeom>
          <a:noFill/>
        </p:spPr>
        <p:txBody>
          <a:bodyPr lIns="130046" tIns="65023" rIns="130046" bIns="65023">
            <a:spAutoFit/>
          </a:bodyPr>
          <a:lstStyle/>
          <a:p>
            <a:pPr>
              <a:defRPr/>
            </a:pPr>
            <a:r>
              <a:rPr lang="el-GR" sz="4600" b="1" dirty="0">
                <a:solidFill>
                  <a:srgbClr val="009999"/>
                </a:solidFill>
                <a:effectLst>
                  <a:outerShdw blurRad="38100" dist="38100" dir="2700000" algn="tl">
                    <a:srgbClr val="000000">
                      <a:alpha val="43137"/>
                    </a:srgbClr>
                  </a:outerShdw>
                </a:effectLst>
                <a:latin typeface="Franklin Gothic Medium" pitchFamily="34" charset="0"/>
              </a:rPr>
              <a:t>Δ</a:t>
            </a:r>
            <a:endParaRPr lang="en-US" sz="4600" b="1" dirty="0">
              <a:solidFill>
                <a:srgbClr val="009999"/>
              </a:solidFill>
              <a:effectLst>
                <a:outerShdw blurRad="38100" dist="38100" dir="2700000" algn="tl">
                  <a:srgbClr val="000000">
                    <a:alpha val="43137"/>
                  </a:srgbClr>
                </a:outerShdw>
              </a:effectLst>
              <a:latin typeface="Franklin Gothic Medium" pitchFamily="34" charset="0"/>
            </a:endParaRPr>
          </a:p>
        </p:txBody>
      </p:sp>
      <p:pic>
        <p:nvPicPr>
          <p:cNvPr id="35846" name="Picture 4"/>
          <p:cNvPicPr>
            <a:picLocks noChangeAspect="1" noChangeArrowheads="1"/>
          </p:cNvPicPr>
          <p:nvPr/>
        </p:nvPicPr>
        <p:blipFill>
          <a:blip r:embed="rId3"/>
          <a:srcRect/>
          <a:stretch>
            <a:fillRect/>
          </a:stretch>
        </p:blipFill>
        <p:spPr bwMode="auto">
          <a:xfrm>
            <a:off x="0" y="6069013"/>
            <a:ext cx="5527675" cy="1647825"/>
          </a:xfrm>
          <a:prstGeom prst="rect">
            <a:avLst/>
          </a:prstGeom>
          <a:noFill/>
          <a:ln w="9525">
            <a:noFill/>
            <a:miter lim="800000"/>
            <a:headEnd/>
            <a:tailEnd/>
          </a:ln>
        </p:spPr>
      </p:pic>
      <p:graphicFrame>
        <p:nvGraphicFramePr>
          <p:cNvPr id="35847" name="Object 2"/>
          <p:cNvGraphicFramePr>
            <a:graphicFrameLocks noChangeAspect="1"/>
          </p:cNvGraphicFramePr>
          <p:nvPr/>
        </p:nvGraphicFramePr>
        <p:xfrm>
          <a:off x="6610350" y="5527675"/>
          <a:ext cx="4668838" cy="2701925"/>
        </p:xfrm>
        <a:graphic>
          <a:graphicData uri="http://schemas.openxmlformats.org/presentationml/2006/ole">
            <p:oleObj spid="_x0000_s35847" name="Equation" r:id="rId4" imgW="1701800" imgH="965200" progId="Equation.3">
              <p:embed/>
            </p:oleObj>
          </a:graphicData>
        </a:graphic>
      </p:graphicFrame>
      <p:sp>
        <p:nvSpPr>
          <p:cNvPr id="9" name="Rectangle 8"/>
          <p:cNvSpPr/>
          <p:nvPr/>
        </p:nvSpPr>
        <p:spPr>
          <a:xfrm>
            <a:off x="5202238" y="7477125"/>
            <a:ext cx="7802562" cy="1954213"/>
          </a:xfrm>
          <a:prstGeom prst="rect">
            <a:avLst/>
          </a:prstGeom>
        </p:spPr>
        <p:txBody>
          <a:bodyPr lIns="130046" tIns="65023" rIns="130046" bIns="65023">
            <a:spAutoFit/>
          </a:bodyPr>
          <a:lstStyle/>
          <a:p>
            <a:pPr marL="406375" indent="-406375">
              <a:spcBef>
                <a:spcPct val="20000"/>
              </a:spcBef>
              <a:defRPr/>
            </a:pPr>
            <a:r>
              <a:rPr lang="en-US" sz="3700" dirty="0">
                <a:solidFill>
                  <a:prstClr val="black"/>
                </a:solidFill>
              </a:rPr>
              <a:t>where </a:t>
            </a:r>
            <a:r>
              <a:rPr lang="en-US" sz="3700" i="1" dirty="0">
                <a:solidFill>
                  <a:prstClr val="black"/>
                </a:solidFill>
                <a:effectLst>
                  <a:outerShdw blurRad="38100" dist="38100" dir="2700000" algn="tl">
                    <a:srgbClr val="000000">
                      <a:alpha val="43137"/>
                    </a:srgbClr>
                  </a:outerShdw>
                </a:effectLst>
              </a:rPr>
              <a:t>j</a:t>
            </a:r>
            <a:r>
              <a:rPr lang="en-US" sz="3700" dirty="0">
                <a:solidFill>
                  <a:prstClr val="black"/>
                </a:solidFill>
              </a:rPr>
              <a:t> is the number of mismatches </a:t>
            </a:r>
          </a:p>
          <a:p>
            <a:pPr marL="406375" indent="-406375">
              <a:spcBef>
                <a:spcPct val="20000"/>
              </a:spcBef>
              <a:defRPr/>
            </a:pPr>
            <a:r>
              <a:rPr lang="en-US" sz="3700" dirty="0">
                <a:solidFill>
                  <a:prstClr val="black"/>
                </a:solidFill>
              </a:rPr>
              <a:t>in overlap </a:t>
            </a:r>
            <a:r>
              <a:rPr lang="en-US" sz="3700" i="1" dirty="0">
                <a:solidFill>
                  <a:prstClr val="black"/>
                </a:solidFill>
                <a:effectLst>
                  <a:outerShdw blurRad="38100" dist="38100" dir="2700000" algn="tl">
                    <a:srgbClr val="000000">
                      <a:alpha val="43137"/>
                    </a:srgbClr>
                  </a:outerShdw>
                </a:effectLst>
              </a:rPr>
              <a:t>o</a:t>
            </a:r>
            <a:r>
              <a:rPr lang="en-US" sz="3700" dirty="0">
                <a:solidFill>
                  <a:prstClr val="black"/>
                </a:solidFill>
              </a:rPr>
              <a:t>, </a:t>
            </a:r>
            <a:r>
              <a:rPr lang="el-GR" sz="3700" i="1" dirty="0">
                <a:solidFill>
                  <a:prstClr val="black"/>
                </a:solidFill>
                <a:effectLst>
                  <a:outerShdw blurRad="38100" dist="38100" dir="2700000" algn="tl">
                    <a:srgbClr val="000000">
                      <a:alpha val="43137"/>
                    </a:srgbClr>
                  </a:outerShdw>
                </a:effectLst>
              </a:rPr>
              <a:t>ε</a:t>
            </a:r>
            <a:r>
              <a:rPr lang="en-US" sz="3700" dirty="0">
                <a:solidFill>
                  <a:prstClr val="black"/>
                </a:solidFill>
              </a:rPr>
              <a:t> is 454 error rate.</a:t>
            </a:r>
            <a:endParaRPr lang="en-US" sz="3700" dirty="0"/>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585788" y="758825"/>
            <a:ext cx="12223750" cy="974725"/>
          </a:xfrm>
        </p:spPr>
        <p:txBody>
          <a:bodyPr/>
          <a:lstStyle/>
          <a:p>
            <a:r>
              <a:rPr lang="en-US" smtClean="0"/>
              <a:t>Contig Assembly - Path to Sequence</a:t>
            </a:r>
          </a:p>
        </p:txBody>
      </p:sp>
      <p:sp>
        <p:nvSpPr>
          <p:cNvPr id="2052" name="Content Placeholder 2"/>
          <p:cNvSpPr>
            <a:spLocks noGrp="1"/>
          </p:cNvSpPr>
          <p:nvPr>
            <p:ph sz="quarter" idx="1"/>
          </p:nvPr>
        </p:nvSpPr>
        <p:spPr>
          <a:xfrm>
            <a:off x="433388" y="2819400"/>
            <a:ext cx="12571412" cy="5635625"/>
          </a:xfrm>
        </p:spPr>
        <p:txBody>
          <a:bodyPr>
            <a:normAutofit fontScale="92500" lnSpcReduction="10000"/>
          </a:bodyPr>
          <a:lstStyle/>
          <a:p>
            <a:pPr>
              <a:spcBef>
                <a:spcPct val="0"/>
              </a:spcBef>
              <a:spcAft>
                <a:spcPts val="284"/>
              </a:spcAft>
              <a:buFont typeface="Gill Sans Light" pitchFamily="-112" charset="0"/>
              <a:buNone/>
              <a:defRPr/>
            </a:pPr>
            <a:r>
              <a:rPr lang="en-US" sz="3700" dirty="0" smtClean="0"/>
              <a:t>The s-t-Max Bandwidth Path per vertex (maximizing </a:t>
            </a:r>
            <a:r>
              <a:rPr lang="en-US" sz="3700" i="1" dirty="0" smtClean="0"/>
              <a:t>minimum</a:t>
            </a:r>
            <a:r>
              <a:rPr lang="en-US" sz="3700" dirty="0" smtClean="0"/>
              <a:t> edge cost)</a:t>
            </a:r>
            <a:endParaRPr lang="en-US" sz="3700" dirty="0" smtClean="0">
              <a:solidFill>
                <a:srgbClr val="000000"/>
              </a:solidFill>
            </a:endParaRPr>
          </a:p>
          <a:p>
            <a:pPr marL="731509" indent="-731509">
              <a:spcBef>
                <a:spcPts val="1707"/>
              </a:spcBef>
              <a:spcAft>
                <a:spcPts val="284"/>
              </a:spcAft>
              <a:buSzPct val="100000"/>
              <a:buFont typeface="+mj-lt"/>
              <a:buAutoNum type="arabicPeriod"/>
              <a:defRPr/>
            </a:pPr>
            <a:r>
              <a:rPr lang="en-US" sz="3700" dirty="0" smtClean="0">
                <a:solidFill>
                  <a:srgbClr val="000000"/>
                </a:solidFill>
              </a:rPr>
              <a:t>Build coarse sequence out of path’s superreads:</a:t>
            </a:r>
          </a:p>
          <a:p>
            <a:pPr lvl="2" indent="-487672">
              <a:spcBef>
                <a:spcPts val="1707"/>
              </a:spcBef>
              <a:spcAft>
                <a:spcPts val="284"/>
              </a:spcAft>
              <a:defRPr/>
            </a:pPr>
            <a:r>
              <a:rPr lang="en-US" sz="3700" dirty="0" smtClean="0">
                <a:solidFill>
                  <a:srgbClr val="000000"/>
                </a:solidFill>
              </a:rPr>
              <a:t>For each position: &gt;70%-majority if it exists, otherwise </a:t>
            </a:r>
            <a:r>
              <a:rPr lang="en-US" sz="3700" i="1" dirty="0" smtClean="0">
                <a:solidFill>
                  <a:srgbClr val="000000"/>
                </a:solidFill>
                <a:effectLst>
                  <a:outerShdw blurRad="38100" dist="38100" dir="2700000" algn="tl">
                    <a:srgbClr val="000000">
                      <a:alpha val="43137"/>
                    </a:srgbClr>
                  </a:outerShdw>
                </a:effectLst>
              </a:rPr>
              <a:t>N</a:t>
            </a:r>
          </a:p>
          <a:p>
            <a:pPr marL="731509" indent="-731509">
              <a:spcBef>
                <a:spcPts val="1707"/>
              </a:spcBef>
              <a:spcAft>
                <a:spcPts val="0"/>
              </a:spcAft>
              <a:buSzPct val="100000"/>
              <a:buFont typeface="+mj-lt"/>
              <a:buAutoNum type="arabicPeriod"/>
              <a:defRPr/>
            </a:pPr>
            <a:r>
              <a:rPr lang="en-US" sz="3700" dirty="0" smtClean="0">
                <a:solidFill>
                  <a:srgbClr val="000000"/>
                </a:solidFill>
              </a:rPr>
              <a:t>Replace </a:t>
            </a:r>
            <a:r>
              <a:rPr lang="en-US" sz="3700" i="1" dirty="0" smtClean="0">
                <a:solidFill>
                  <a:srgbClr val="000000"/>
                </a:solidFill>
                <a:effectLst>
                  <a:outerShdw blurRad="38100" dist="38100" dir="2700000" algn="tl">
                    <a:srgbClr val="000000">
                      <a:alpha val="43137"/>
                    </a:srgbClr>
                  </a:outerShdw>
                </a:effectLst>
              </a:rPr>
              <a:t>N</a:t>
            </a:r>
            <a:r>
              <a:rPr lang="en-US" sz="3700" dirty="0" smtClean="0">
                <a:solidFill>
                  <a:srgbClr val="000000"/>
                </a:solidFill>
              </a:rPr>
              <a:t>’s in coarse sequence with weighted consensus obtained on all reads</a:t>
            </a:r>
          </a:p>
          <a:p>
            <a:pPr marL="731509" indent="-731509">
              <a:spcBef>
                <a:spcPts val="1707"/>
              </a:spcBef>
              <a:spcAft>
                <a:spcPts val="0"/>
              </a:spcAft>
              <a:buSzPct val="100000"/>
              <a:buFont typeface="+mj-lt"/>
              <a:buAutoNum type="arabicPeriod"/>
              <a:defRPr/>
            </a:pPr>
            <a:r>
              <a:rPr lang="en-US" sz="3700" dirty="0" smtClean="0">
                <a:solidFill>
                  <a:srgbClr val="000000"/>
                </a:solidFill>
              </a:rPr>
              <a:t>Select unique sequences out of constructed sequences.</a:t>
            </a:r>
          </a:p>
          <a:p>
            <a:pPr marL="731509" indent="-731509">
              <a:spcBef>
                <a:spcPts val="1707"/>
              </a:spcBef>
              <a:spcAft>
                <a:spcPts val="1707"/>
              </a:spcAft>
              <a:buClr>
                <a:schemeClr val="tx2"/>
              </a:buClr>
              <a:buSzPct val="100000"/>
              <a:buFont typeface="Gill Sans Light" pitchFamily="-112" charset="0"/>
              <a:buNone/>
              <a:defRPr/>
            </a:pPr>
            <a:r>
              <a:rPr lang="en-US" sz="3700" dirty="0" smtClean="0">
                <a:solidFill>
                  <a:srgbClr val="000000"/>
                </a:solidFill>
              </a:rPr>
              <a:t>	Repetitive sequences = evidence of real </a:t>
            </a:r>
            <a:r>
              <a:rPr lang="en-US" sz="3700" dirty="0" err="1" smtClean="0">
                <a:solidFill>
                  <a:srgbClr val="000000"/>
                </a:solidFill>
              </a:rPr>
              <a:t>qsps</a:t>
            </a:r>
            <a:r>
              <a:rPr lang="en-US" sz="3700" dirty="0" smtClean="0">
                <a:solidFill>
                  <a:srgbClr val="000000"/>
                </a:solidFill>
              </a:rPr>
              <a:t> sequence</a:t>
            </a:r>
          </a:p>
          <a:p>
            <a:pPr>
              <a:spcBef>
                <a:spcPct val="0"/>
              </a:spcBef>
              <a:spcAft>
                <a:spcPts val="1707"/>
              </a:spcAft>
              <a:buClr>
                <a:srgbClr val="FE8637"/>
              </a:buClr>
              <a:buFont typeface="Gill Sans Light" pitchFamily="-112" charset="0"/>
              <a:buBlip>
                <a:blip r:embed="rId2"/>
              </a:buBlip>
              <a:defRPr/>
            </a:pPr>
            <a:endParaRPr lang="en-US" sz="3700" dirty="0" smtClean="0">
              <a:solidFill>
                <a:srgbClr val="000000"/>
              </a:solidFill>
            </a:endParaRP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325438" y="195263"/>
            <a:ext cx="12288837" cy="1300162"/>
          </a:xfrm>
        </p:spPr>
        <p:txBody>
          <a:bodyPr/>
          <a:lstStyle/>
          <a:p>
            <a:r>
              <a:rPr lang="en-US" sz="5400" dirty="0" smtClean="0"/>
              <a:t>Frequency Estimation – EM Algorithm</a:t>
            </a:r>
          </a:p>
        </p:txBody>
      </p:sp>
      <p:sp>
        <p:nvSpPr>
          <p:cNvPr id="3" name="Content Placeholder 2"/>
          <p:cNvSpPr>
            <a:spLocks noGrp="1"/>
          </p:cNvSpPr>
          <p:nvPr>
            <p:ph sz="quarter" idx="1"/>
          </p:nvPr>
        </p:nvSpPr>
        <p:spPr>
          <a:xfrm>
            <a:off x="2511425" y="2133600"/>
            <a:ext cx="10620375" cy="3657600"/>
          </a:xfrm>
        </p:spPr>
        <p:txBody>
          <a:bodyPr>
            <a:normAutofit fontScale="92500" lnSpcReduction="20000"/>
          </a:bodyPr>
          <a:lstStyle/>
          <a:p>
            <a:pPr marL="274320">
              <a:defRPr/>
            </a:pPr>
            <a:r>
              <a:rPr lang="en-US" sz="3700" dirty="0" smtClean="0"/>
              <a:t>Bipartite graph:</a:t>
            </a:r>
          </a:p>
          <a:p>
            <a:pPr marL="274320" lvl="1">
              <a:defRPr/>
            </a:pPr>
            <a:r>
              <a:rPr lang="en-US" sz="3100" i="1" dirty="0" err="1" smtClean="0"/>
              <a:t>Q</a:t>
            </a:r>
            <a:r>
              <a:rPr lang="en-US" sz="3100" i="1" baseline="-25000" dirty="0" err="1" smtClean="0"/>
              <a:t>q</a:t>
            </a:r>
            <a:r>
              <a:rPr lang="en-US" sz="3100" dirty="0" smtClean="0"/>
              <a:t> is a candidate  with frequency </a:t>
            </a:r>
            <a:r>
              <a:rPr lang="en-US" sz="3100" i="1" dirty="0" err="1" smtClean="0"/>
              <a:t>f</a:t>
            </a:r>
            <a:r>
              <a:rPr lang="en-US" sz="3100" i="1" baseline="-25000" dirty="0" err="1" smtClean="0"/>
              <a:t>q</a:t>
            </a:r>
            <a:endParaRPr lang="en-US" sz="3100" dirty="0" smtClean="0"/>
          </a:p>
          <a:p>
            <a:pPr marL="274320" lvl="1">
              <a:defRPr/>
            </a:pPr>
            <a:r>
              <a:rPr lang="en-US" sz="3700" i="1" dirty="0" err="1" smtClean="0"/>
              <a:t>R</a:t>
            </a:r>
            <a:r>
              <a:rPr lang="en-US" sz="3700" i="1" baseline="-25000" dirty="0" err="1" smtClean="0"/>
              <a:t>r</a:t>
            </a:r>
            <a:r>
              <a:rPr lang="en-US" sz="3700" dirty="0" smtClean="0"/>
              <a:t> is a read with observed frequency </a:t>
            </a:r>
            <a:r>
              <a:rPr lang="en-US" sz="3700" i="1" dirty="0" smtClean="0"/>
              <a:t>o</a:t>
            </a:r>
            <a:r>
              <a:rPr lang="en-US" sz="3700" i="1" baseline="-25000" dirty="0" smtClean="0"/>
              <a:t>r</a:t>
            </a:r>
            <a:endParaRPr lang="en-US" sz="3700" dirty="0" smtClean="0"/>
          </a:p>
          <a:p>
            <a:pPr marL="274320" lvl="1">
              <a:defRPr/>
            </a:pPr>
            <a:r>
              <a:rPr lang="en-US" sz="3700" dirty="0" smtClean="0"/>
              <a:t>Weight </a:t>
            </a:r>
            <a:r>
              <a:rPr lang="en-US" sz="3700" i="1" dirty="0" err="1" smtClean="0"/>
              <a:t>h</a:t>
            </a:r>
            <a:r>
              <a:rPr lang="en-US" sz="3700" i="1" baseline="-25000" dirty="0" err="1" smtClean="0"/>
              <a:t>q,r</a:t>
            </a:r>
            <a:r>
              <a:rPr lang="en-US" sz="3700" i="1" baseline="-25000" dirty="0" smtClean="0"/>
              <a:t> </a:t>
            </a:r>
            <a:r>
              <a:rPr lang="en-US" sz="3700" dirty="0" smtClean="0"/>
              <a:t>= probability that read </a:t>
            </a:r>
            <a:r>
              <a:rPr lang="en-US" sz="3700" i="1" dirty="0" smtClean="0"/>
              <a:t>r</a:t>
            </a:r>
            <a:r>
              <a:rPr lang="en-US" sz="3700" dirty="0" smtClean="0"/>
              <a:t> is produced by quasispecies </a:t>
            </a:r>
            <a:r>
              <a:rPr lang="en-US" sz="3700" i="1" dirty="0" smtClean="0"/>
              <a:t>q </a:t>
            </a:r>
            <a:r>
              <a:rPr lang="en-US" sz="3700" dirty="0" smtClean="0"/>
              <a:t>with </a:t>
            </a:r>
            <a:r>
              <a:rPr lang="en-US" sz="3700" i="1" dirty="0" smtClean="0"/>
              <a:t>j</a:t>
            </a:r>
            <a:r>
              <a:rPr lang="en-US" sz="3700" dirty="0" smtClean="0"/>
              <a:t> mismatches</a:t>
            </a:r>
          </a:p>
          <a:p>
            <a:pPr marL="1137902" lvl="1" indent="-487672">
              <a:defRPr/>
            </a:pPr>
            <a:endParaRPr lang="en-US" sz="3700" dirty="0"/>
          </a:p>
        </p:txBody>
      </p:sp>
      <p:sp>
        <p:nvSpPr>
          <p:cNvPr id="37892" name="Rectangle 1228"/>
          <p:cNvSpPr>
            <a:spLocks noChangeArrowheads="1"/>
          </p:cNvSpPr>
          <p:nvPr/>
        </p:nvSpPr>
        <p:spPr bwMode="auto">
          <a:xfrm>
            <a:off x="1481138" y="9764713"/>
            <a:ext cx="12539662" cy="2233612"/>
          </a:xfrm>
          <a:prstGeom prst="rect">
            <a:avLst/>
          </a:prstGeom>
          <a:noFill/>
          <a:ln w="9525">
            <a:noFill/>
            <a:miter lim="800000"/>
            <a:headEnd/>
            <a:tailEnd/>
          </a:ln>
        </p:spPr>
        <p:txBody>
          <a:bodyPr lIns="130046" tIns="65023" rIns="130046" bIns="65023"/>
          <a:lstStyle/>
          <a:p>
            <a:pPr marL="487363" indent="-487363">
              <a:spcBef>
                <a:spcPct val="20000"/>
              </a:spcBef>
              <a:buFontTx/>
              <a:buBlip>
                <a:blip r:embed="rId3"/>
              </a:buBlip>
            </a:pPr>
            <a:endParaRPr lang="en-US" sz="3300">
              <a:latin typeface="Franklin Gothic Medium" pitchFamily="34" charset="0"/>
            </a:endParaRPr>
          </a:p>
        </p:txBody>
      </p:sp>
      <p:pic>
        <p:nvPicPr>
          <p:cNvPr id="37893" name="Picture 75"/>
          <p:cNvPicPr>
            <a:picLocks noChangeAspect="1" noChangeArrowheads="1"/>
          </p:cNvPicPr>
          <p:nvPr/>
        </p:nvPicPr>
        <p:blipFill>
          <a:blip r:embed="rId4"/>
          <a:srcRect/>
          <a:stretch>
            <a:fillRect/>
          </a:stretch>
        </p:blipFill>
        <p:spPr bwMode="gray">
          <a:xfrm>
            <a:off x="217488" y="1733550"/>
            <a:ext cx="2058987" cy="6692900"/>
          </a:xfrm>
          <a:prstGeom prst="rect">
            <a:avLst/>
          </a:prstGeom>
          <a:noFill/>
          <a:ln w="9525" algn="ctr">
            <a:noFill/>
            <a:miter lim="800000"/>
            <a:headEnd/>
            <a:tailEnd/>
          </a:ln>
        </p:spPr>
      </p:pic>
      <p:sp>
        <p:nvSpPr>
          <p:cNvPr id="12" name="Content Placeholder 2"/>
          <p:cNvSpPr txBox="1">
            <a:spLocks/>
          </p:cNvSpPr>
          <p:nvPr/>
        </p:nvSpPr>
        <p:spPr>
          <a:xfrm>
            <a:off x="1854200" y="6858000"/>
            <a:ext cx="2514600" cy="649288"/>
          </a:xfrm>
          <a:prstGeom prst="rect">
            <a:avLst/>
          </a:prstGeom>
        </p:spPr>
        <p:txBody>
          <a:bodyPr lIns="130046" tIns="65023" rIns="130046" bIns="65023">
            <a:normAutofit fontScale="92500" lnSpcReduction="10000"/>
          </a:bodyPr>
          <a:lstStyle/>
          <a:p>
            <a:pPr marL="487672" indent="-487672" fontAlgn="auto">
              <a:spcBef>
                <a:spcPct val="20000"/>
              </a:spcBef>
              <a:spcAft>
                <a:spcPts val="0"/>
              </a:spcAft>
              <a:buClr>
                <a:srgbClr val="FE8637"/>
              </a:buClr>
              <a:buSzPct val="70000"/>
              <a:defRPr/>
            </a:pPr>
            <a:r>
              <a:rPr lang="en-US" sz="4000" dirty="0">
                <a:solidFill>
                  <a:srgbClr val="FF0000"/>
                </a:solidFill>
              </a:rPr>
              <a:t>E step:</a:t>
            </a:r>
          </a:p>
          <a:p>
            <a:pPr marL="487672" indent="-487672" fontAlgn="auto">
              <a:spcBef>
                <a:spcPct val="20000"/>
              </a:spcBef>
              <a:spcAft>
                <a:spcPts val="0"/>
              </a:spcAft>
              <a:buClr>
                <a:srgbClr val="FE8637"/>
              </a:buClr>
              <a:buSzPct val="70000"/>
              <a:buFont typeface="Arial" pitchFamily="34" charset="0"/>
              <a:buChar char="•"/>
              <a:defRPr/>
            </a:pPr>
            <a:endParaRPr lang="en-US" sz="4000" dirty="0">
              <a:solidFill>
                <a:prstClr val="black"/>
              </a:solidFill>
            </a:endParaRPr>
          </a:p>
          <a:p>
            <a:pPr marL="1137902" lvl="1" indent="-487672" fontAlgn="auto">
              <a:spcBef>
                <a:spcPct val="20000"/>
              </a:spcBef>
              <a:spcAft>
                <a:spcPts val="0"/>
              </a:spcAft>
              <a:buClr>
                <a:schemeClr val="accent1"/>
              </a:buClr>
              <a:buSzPct val="80000"/>
              <a:buFont typeface="Arial" pitchFamily="34" charset="0"/>
              <a:buChar char="•"/>
              <a:defRPr/>
            </a:pPr>
            <a:endParaRPr lang="en-US" sz="4000" dirty="0"/>
          </a:p>
        </p:txBody>
      </p:sp>
      <p:graphicFrame>
        <p:nvGraphicFramePr>
          <p:cNvPr id="37895" name="Object 2"/>
          <p:cNvGraphicFramePr>
            <a:graphicFrameLocks noChangeAspect="1"/>
          </p:cNvGraphicFramePr>
          <p:nvPr/>
        </p:nvGraphicFramePr>
        <p:xfrm>
          <a:off x="2895600" y="5562600"/>
          <a:ext cx="4983163" cy="1143000"/>
        </p:xfrm>
        <a:graphic>
          <a:graphicData uri="http://schemas.openxmlformats.org/presentationml/2006/ole">
            <p:oleObj spid="_x0000_s37895" name="Equation" r:id="rId5" imgW="1270000" imgH="457200" progId="Equation.3">
              <p:embed/>
            </p:oleObj>
          </a:graphicData>
        </a:graphic>
      </p:graphicFrame>
      <p:graphicFrame>
        <p:nvGraphicFramePr>
          <p:cNvPr id="37896" name="Object 3"/>
          <p:cNvGraphicFramePr>
            <a:graphicFrameLocks noChangeAspect="1"/>
          </p:cNvGraphicFramePr>
          <p:nvPr/>
        </p:nvGraphicFramePr>
        <p:xfrm>
          <a:off x="4022725" y="7269163"/>
          <a:ext cx="3024188" cy="1951037"/>
        </p:xfrm>
        <a:graphic>
          <a:graphicData uri="http://schemas.openxmlformats.org/presentationml/2006/ole">
            <p:oleObj spid="_x0000_s37896" name="Equation" r:id="rId6" imgW="1193800" imgH="584200" progId="Equation.3">
              <p:embed/>
            </p:oleObj>
          </a:graphicData>
        </a:graphic>
      </p:graphicFrame>
      <p:graphicFrame>
        <p:nvGraphicFramePr>
          <p:cNvPr id="37897" name="Object 4"/>
          <p:cNvGraphicFramePr>
            <a:graphicFrameLocks noChangeAspect="1"/>
          </p:cNvGraphicFramePr>
          <p:nvPr/>
        </p:nvGraphicFramePr>
        <p:xfrm>
          <a:off x="9051925" y="7269163"/>
          <a:ext cx="3241675" cy="1951037"/>
        </p:xfrm>
        <a:graphic>
          <a:graphicData uri="http://schemas.openxmlformats.org/presentationml/2006/ole">
            <p:oleObj spid="_x0000_s37897" name="Equation" r:id="rId7" imgW="939392" imgH="672808" progId="Equation.3">
              <p:embed/>
            </p:oleObj>
          </a:graphicData>
        </a:graphic>
      </p:graphicFrame>
      <p:sp>
        <p:nvSpPr>
          <p:cNvPr id="16" name="Content Placeholder 2"/>
          <p:cNvSpPr txBox="1">
            <a:spLocks/>
          </p:cNvSpPr>
          <p:nvPr/>
        </p:nvSpPr>
        <p:spPr>
          <a:xfrm>
            <a:off x="6929438" y="6934200"/>
            <a:ext cx="2557462" cy="650875"/>
          </a:xfrm>
          <a:prstGeom prst="rect">
            <a:avLst/>
          </a:prstGeom>
        </p:spPr>
        <p:txBody>
          <a:bodyPr lIns="130046" tIns="65023" rIns="130046" bIns="65023">
            <a:normAutofit fontScale="92500" lnSpcReduction="10000"/>
          </a:bodyPr>
          <a:lstStyle/>
          <a:p>
            <a:pPr marL="487672" indent="-487672" fontAlgn="auto">
              <a:spcBef>
                <a:spcPct val="20000"/>
              </a:spcBef>
              <a:spcAft>
                <a:spcPts val="0"/>
              </a:spcAft>
              <a:buClr>
                <a:srgbClr val="FE8637"/>
              </a:buClr>
              <a:buSzPct val="70000"/>
              <a:defRPr/>
            </a:pPr>
            <a:r>
              <a:rPr lang="en-US" sz="4000" dirty="0">
                <a:solidFill>
                  <a:srgbClr val="FF0000"/>
                </a:solidFill>
              </a:rPr>
              <a:t>M step:</a:t>
            </a:r>
          </a:p>
          <a:p>
            <a:pPr marL="487672" indent="-487672" fontAlgn="auto">
              <a:spcBef>
                <a:spcPct val="20000"/>
              </a:spcBef>
              <a:spcAft>
                <a:spcPts val="0"/>
              </a:spcAft>
              <a:buClr>
                <a:srgbClr val="FE8637"/>
              </a:buClr>
              <a:buSzPct val="70000"/>
              <a:buFont typeface="Arial" pitchFamily="34" charset="0"/>
              <a:buChar char="•"/>
              <a:defRPr/>
            </a:pPr>
            <a:endParaRPr lang="en-US" sz="4000" dirty="0">
              <a:solidFill>
                <a:prstClr val="black"/>
              </a:solidFill>
            </a:endParaRPr>
          </a:p>
          <a:p>
            <a:pPr marL="1137902" lvl="1" indent="-487672" fontAlgn="auto">
              <a:spcBef>
                <a:spcPct val="20000"/>
              </a:spcBef>
              <a:spcAft>
                <a:spcPts val="0"/>
              </a:spcAft>
              <a:buClr>
                <a:schemeClr val="accent1"/>
              </a:buClr>
              <a:buSzPct val="80000"/>
              <a:buFont typeface="Arial" pitchFamily="34" charset="0"/>
              <a:buChar char="•"/>
              <a:defRPr/>
            </a:pPr>
            <a:endParaRPr lang="en-US" sz="4000" dirty="0"/>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355600" y="254000"/>
            <a:ext cx="12293600" cy="1574800"/>
          </a:xfrm>
        </p:spPr>
        <p:txBody>
          <a:bodyPr/>
          <a:lstStyle/>
          <a:p>
            <a:r>
              <a:rPr lang="en-US" dirty="0" smtClean="0"/>
              <a:t>User-Specified Parameters </a:t>
            </a:r>
            <a:r>
              <a:rPr lang="en-US" sz="4600" b="1" dirty="0" smtClean="0"/>
              <a:t>  </a:t>
            </a:r>
            <a:endParaRPr lang="en-US" sz="4600" dirty="0" smtClean="0"/>
          </a:p>
        </p:txBody>
      </p:sp>
      <p:sp>
        <p:nvSpPr>
          <p:cNvPr id="3" name="Content Placeholder 2"/>
          <p:cNvSpPr>
            <a:spLocks noGrp="1"/>
          </p:cNvSpPr>
          <p:nvPr>
            <p:ph idx="1"/>
          </p:nvPr>
        </p:nvSpPr>
        <p:spPr>
          <a:xfrm>
            <a:off x="355600" y="2057400"/>
            <a:ext cx="12293600" cy="6972300"/>
          </a:xfrm>
        </p:spPr>
        <p:txBody>
          <a:bodyPr/>
          <a:lstStyle/>
          <a:p>
            <a:pPr marL="514350" indent="-514350">
              <a:buFont typeface="+mj-lt"/>
              <a:buAutoNum type="arabicPeriod"/>
              <a:defRPr/>
            </a:pPr>
            <a:r>
              <a:rPr lang="en-US" sz="3200" dirty="0" smtClean="0"/>
              <a:t>Number </a:t>
            </a:r>
            <a:r>
              <a:rPr lang="en-US" sz="3200" dirty="0"/>
              <a:t>of mismatches allowed to cluster reads around </a:t>
            </a:r>
            <a:r>
              <a:rPr lang="en-US" sz="3200" dirty="0" smtClean="0"/>
              <a:t>super reads</a:t>
            </a:r>
          </a:p>
          <a:p>
            <a:pPr marL="743368" lvl="1" indent="0">
              <a:buFont typeface="Gill Sans Light" pitchFamily="-112" charset="0"/>
              <a:buNone/>
              <a:defRPr/>
            </a:pPr>
            <a:r>
              <a:rPr lang="en-US" sz="2600" dirty="0" smtClean="0"/>
              <a:t>Usually </a:t>
            </a:r>
            <a:r>
              <a:rPr lang="en-US" sz="2600" dirty="0"/>
              <a:t>small integer in range [0,6]. The smaller genomic diversity is expected, the smaller </a:t>
            </a:r>
            <a:r>
              <a:rPr lang="en-US" sz="2600" dirty="0" smtClean="0"/>
              <a:t>value </a:t>
            </a:r>
            <a:r>
              <a:rPr lang="en-US" sz="2600" dirty="0"/>
              <a:t>should be used. If reads are corrected by </a:t>
            </a:r>
            <a:r>
              <a:rPr lang="en-US" sz="2600" dirty="0" smtClean="0"/>
              <a:t>read correction software, then it should be </a:t>
            </a:r>
            <a:r>
              <a:rPr lang="en-US" sz="2600" dirty="0"/>
              <a:t>in the range [0,2</a:t>
            </a:r>
            <a:r>
              <a:rPr lang="en-US" sz="2600" dirty="0" smtClean="0"/>
              <a:t>].</a:t>
            </a:r>
            <a:endParaRPr lang="en-US" sz="2600" b="1" dirty="0"/>
          </a:p>
          <a:p>
            <a:pPr marL="597887" indent="-514350">
              <a:buFont typeface="+mj-lt"/>
              <a:buAutoNum type="arabicPeriod" startAt="2"/>
              <a:defRPr/>
            </a:pPr>
            <a:r>
              <a:rPr lang="en-US" sz="3200" dirty="0" smtClean="0"/>
              <a:t>Mutation-Based Range</a:t>
            </a:r>
          </a:p>
          <a:p>
            <a:pPr marL="743368" lvl="1" indent="0">
              <a:buFont typeface="Gill Sans Light" pitchFamily="-112" charset="0"/>
              <a:buNone/>
              <a:defRPr/>
            </a:pPr>
            <a:r>
              <a:rPr lang="en-US" sz="2600" dirty="0" smtClean="0"/>
              <a:t>Its value depends </a:t>
            </a:r>
            <a:r>
              <a:rPr lang="en-US" sz="2600" dirty="0"/>
              <a:t>on expected underlying genomic diversity. In general, </a:t>
            </a:r>
            <a:r>
              <a:rPr lang="en-US" sz="2600" dirty="0" smtClean="0"/>
              <a:t>the value </a:t>
            </a:r>
            <a:r>
              <a:rPr lang="en-US" sz="2600" dirty="0"/>
              <a:t>varies over [80, 450]. If reads are corrected by read correction software</a:t>
            </a:r>
            <a:r>
              <a:rPr lang="en-US" sz="2600" dirty="0" smtClean="0"/>
              <a:t>, the value </a:t>
            </a:r>
            <a:r>
              <a:rPr lang="en-US" sz="2600" dirty="0"/>
              <a:t>varies over range [0,20</a:t>
            </a:r>
            <a:r>
              <a:rPr lang="en-US" sz="2600" dirty="0" smtClean="0"/>
              <a:t>].</a:t>
            </a:r>
          </a:p>
          <a:p>
            <a:pPr marL="413168" indent="0">
              <a:buNone/>
              <a:defRPr/>
            </a:pPr>
            <a:r>
              <a:rPr lang="en-US" sz="2800" b="1" dirty="0" smtClean="0">
                <a:solidFill>
                  <a:schemeClr val="tx2"/>
                </a:solidFill>
              </a:rPr>
              <a:t>Number of reconstructed </a:t>
            </a:r>
            <a:r>
              <a:rPr lang="en-US" sz="2800" b="1" dirty="0" err="1" smtClean="0">
                <a:solidFill>
                  <a:schemeClr val="tx2"/>
                </a:solidFill>
              </a:rPr>
              <a:t>quasispecies</a:t>
            </a:r>
            <a:r>
              <a:rPr lang="en-US" sz="2800" b="1" dirty="0" smtClean="0">
                <a:solidFill>
                  <a:schemeClr val="tx2"/>
                </a:solidFill>
              </a:rPr>
              <a:t> varies between 2-172 for M41 Vaccine, and between 101-3627 for M42 isolate</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455613"/>
            <a:ext cx="10928350" cy="974725"/>
          </a:xfrm>
          <a:noFill/>
          <a:ln>
            <a:noFill/>
          </a:ln>
        </p:spPr>
        <p:style>
          <a:lnRef idx="1">
            <a:schemeClr val="accent1"/>
          </a:lnRef>
          <a:fillRef idx="2">
            <a:schemeClr val="accent1"/>
          </a:fillRef>
          <a:effectRef idx="1">
            <a:schemeClr val="accent1"/>
          </a:effectRef>
          <a:fontRef idx="minor">
            <a:schemeClr val="dk1"/>
          </a:fontRef>
        </p:style>
        <p:txBody>
          <a:bodyPr/>
          <a:lstStyle/>
          <a:p>
            <a:pPr>
              <a:defRPr/>
            </a:pPr>
            <a:r>
              <a:rPr lang="en-US" dirty="0" smtClean="0">
                <a:solidFill>
                  <a:schemeClr val="tx2"/>
                </a:solidFill>
                <a:latin typeface="+mj-lt"/>
              </a:rPr>
              <a:t>Reconstructed </a:t>
            </a:r>
            <a:r>
              <a:rPr lang="en-US" dirty="0" err="1" smtClean="0">
                <a:solidFill>
                  <a:schemeClr val="tx2"/>
                </a:solidFill>
                <a:latin typeface="+mj-lt"/>
              </a:rPr>
              <a:t>Quasispecies</a:t>
            </a:r>
            <a:r>
              <a:rPr lang="en-US" dirty="0" smtClean="0">
                <a:solidFill>
                  <a:schemeClr val="tx2"/>
                </a:solidFill>
                <a:latin typeface="+mj-lt"/>
              </a:rPr>
              <a:t> Variability</a:t>
            </a:r>
            <a:endParaRPr lang="en-US" dirty="0">
              <a:solidFill>
                <a:schemeClr val="tx2"/>
              </a:solidFill>
              <a:latin typeface="+mj-lt"/>
            </a:endParaRPr>
          </a:p>
        </p:txBody>
      </p:sp>
      <p:grpSp>
        <p:nvGrpSpPr>
          <p:cNvPr id="43011" name="Group 2"/>
          <p:cNvGrpSpPr>
            <a:grpSpLocks/>
          </p:cNvGrpSpPr>
          <p:nvPr/>
        </p:nvGrpSpPr>
        <p:grpSpPr bwMode="auto">
          <a:xfrm>
            <a:off x="650875" y="2600325"/>
            <a:ext cx="11637963" cy="5295900"/>
            <a:chOff x="457200" y="1828800"/>
            <a:chExt cx="8183435" cy="3722911"/>
          </a:xfrm>
        </p:grpSpPr>
        <p:pic>
          <p:nvPicPr>
            <p:cNvPr id="2050" name="Picture 2"/>
            <p:cNvPicPr>
              <a:picLocks noChangeAspect="1" noChangeArrowheads="1"/>
            </p:cNvPicPr>
            <p:nvPr/>
          </p:nvPicPr>
          <p:blipFill>
            <a:blip r:embed="rId2">
              <a:duotone>
                <a:prstClr val="black"/>
                <a:schemeClr val="accent5">
                  <a:tint val="45000"/>
                  <a:satMod val="400000"/>
                </a:schemeClr>
              </a:duotone>
            </a:blip>
            <a:srcRect/>
            <a:stretch>
              <a:fillRect/>
            </a:stretch>
          </p:blipFill>
          <p:spPr bwMode="auto">
            <a:xfrm>
              <a:off x="457200" y="1828800"/>
              <a:ext cx="8183435" cy="3722911"/>
            </a:xfrm>
            <a:prstGeom prst="rect">
              <a:avLst/>
            </a:prstGeom>
            <a:ln>
              <a:noFill/>
            </a:ln>
            <a:effectLst>
              <a:outerShdw blurRad="292100" dist="139700" dir="2700000" algn="tl" rotWithShape="0">
                <a:srgbClr val="333333">
                  <a:alpha val="65000"/>
                </a:srgbClr>
              </a:outerShdw>
            </a:effectLst>
            <a:extLst/>
          </p:spPr>
        </p:pic>
        <p:sp>
          <p:nvSpPr>
            <p:cNvPr id="43016" name="TextBox 9"/>
            <p:cNvSpPr txBox="1">
              <a:spLocks noChangeArrowheads="1"/>
            </p:cNvSpPr>
            <p:nvPr/>
          </p:nvSpPr>
          <p:spPr bwMode="auto">
            <a:xfrm>
              <a:off x="2972175" y="2377862"/>
              <a:ext cx="3200369" cy="172977"/>
            </a:xfrm>
            <a:prstGeom prst="rect">
              <a:avLst/>
            </a:prstGeom>
            <a:solidFill>
              <a:schemeClr val="accent1">
                <a:lumMod val="20000"/>
                <a:lumOff val="80000"/>
              </a:schemeClr>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4200">
                  <a:solidFill>
                    <a:srgbClr val="414141"/>
                  </a:solidFill>
                  <a:latin typeface="Gill Sans Light" pitchFamily="-112" charset="0"/>
                  <a:ea typeface="ヒラギノ角ゴ ProN W3" pitchFamily="-112" charset="-128"/>
                  <a:sym typeface="Gill Sans Light" pitchFamily="-112" charset="0"/>
                </a:defRPr>
              </a:lvl1pPr>
              <a:lvl2pPr marL="742950" indent="-285750" eaLnBrk="0" hangingPunct="0">
                <a:defRPr sz="4200">
                  <a:solidFill>
                    <a:srgbClr val="414141"/>
                  </a:solidFill>
                  <a:latin typeface="Gill Sans Light" pitchFamily="-112" charset="0"/>
                  <a:ea typeface="ヒラギノ角ゴ ProN W3" pitchFamily="-112" charset="-128"/>
                  <a:sym typeface="Gill Sans Light" pitchFamily="-112" charset="0"/>
                </a:defRPr>
              </a:lvl2pPr>
              <a:lvl3pPr marL="1143000" indent="-228600" eaLnBrk="0" hangingPunct="0">
                <a:defRPr sz="4200">
                  <a:solidFill>
                    <a:srgbClr val="414141"/>
                  </a:solidFill>
                  <a:latin typeface="Gill Sans Light" pitchFamily="-112" charset="0"/>
                  <a:ea typeface="ヒラギノ角ゴ ProN W3" pitchFamily="-112" charset="-128"/>
                  <a:sym typeface="Gill Sans Light" pitchFamily="-112" charset="0"/>
                </a:defRPr>
              </a:lvl3pPr>
              <a:lvl4pPr marL="1600200" indent="-228600" eaLnBrk="0" hangingPunct="0">
                <a:defRPr sz="4200">
                  <a:solidFill>
                    <a:srgbClr val="414141"/>
                  </a:solidFill>
                  <a:latin typeface="Gill Sans Light" pitchFamily="-112" charset="0"/>
                  <a:ea typeface="ヒラギノ角ゴ ProN W3" pitchFamily="-112" charset="-128"/>
                  <a:sym typeface="Gill Sans Light" pitchFamily="-112" charset="0"/>
                </a:defRPr>
              </a:lvl4pPr>
              <a:lvl5pPr marL="2057400" indent="-228600" eaLnBrk="0" hangingPunct="0">
                <a:defRPr sz="4200">
                  <a:solidFill>
                    <a:srgbClr val="414141"/>
                  </a:solidFill>
                  <a:latin typeface="Gill Sans Light" pitchFamily="-112" charset="0"/>
                  <a:ea typeface="ヒラギノ角ゴ ProN W3" pitchFamily="-112" charset="-128"/>
                  <a:sym typeface="Gill Sans Light" pitchFamily="-112" charset="0"/>
                </a:defRPr>
              </a:lvl5pPr>
              <a:lvl6pPr marL="2514600" indent="-228600" algn="ctr" eaLnBrk="0" fontAlgn="base" hangingPunct="0">
                <a:spcBef>
                  <a:spcPct val="0"/>
                </a:spcBef>
                <a:spcAft>
                  <a:spcPct val="0"/>
                </a:spcAft>
                <a:defRPr sz="4200">
                  <a:solidFill>
                    <a:srgbClr val="414141"/>
                  </a:solidFill>
                  <a:latin typeface="Gill Sans Light" pitchFamily="-112" charset="0"/>
                  <a:ea typeface="ヒラギノ角ゴ ProN W3" pitchFamily="-112" charset="-128"/>
                  <a:sym typeface="Gill Sans Light" pitchFamily="-112" charset="0"/>
                </a:defRPr>
              </a:lvl6pPr>
              <a:lvl7pPr marL="2971800" indent="-228600" algn="ctr" eaLnBrk="0" fontAlgn="base" hangingPunct="0">
                <a:spcBef>
                  <a:spcPct val="0"/>
                </a:spcBef>
                <a:spcAft>
                  <a:spcPct val="0"/>
                </a:spcAft>
                <a:defRPr sz="4200">
                  <a:solidFill>
                    <a:srgbClr val="414141"/>
                  </a:solidFill>
                  <a:latin typeface="Gill Sans Light" pitchFamily="-112" charset="0"/>
                  <a:ea typeface="ヒラギノ角ゴ ProN W3" pitchFamily="-112" charset="-128"/>
                  <a:sym typeface="Gill Sans Light" pitchFamily="-112" charset="0"/>
                </a:defRPr>
              </a:lvl7pPr>
              <a:lvl8pPr marL="3429000" indent="-228600" algn="ctr" eaLnBrk="0" fontAlgn="base" hangingPunct="0">
                <a:spcBef>
                  <a:spcPct val="0"/>
                </a:spcBef>
                <a:spcAft>
                  <a:spcPct val="0"/>
                </a:spcAft>
                <a:defRPr sz="4200">
                  <a:solidFill>
                    <a:srgbClr val="414141"/>
                  </a:solidFill>
                  <a:latin typeface="Gill Sans Light" pitchFamily="-112" charset="0"/>
                  <a:ea typeface="ヒラギノ角ゴ ProN W3" pitchFamily="-112" charset="-128"/>
                  <a:sym typeface="Gill Sans Light" pitchFamily="-112" charset="0"/>
                </a:defRPr>
              </a:lvl8pPr>
              <a:lvl9pPr marL="3886200" indent="-228600" algn="ctr" eaLnBrk="0" fontAlgn="base" hangingPunct="0">
                <a:spcBef>
                  <a:spcPct val="0"/>
                </a:spcBef>
                <a:spcAft>
                  <a:spcPct val="0"/>
                </a:spcAft>
                <a:defRPr sz="4200">
                  <a:solidFill>
                    <a:srgbClr val="414141"/>
                  </a:solidFill>
                  <a:latin typeface="Gill Sans Light" pitchFamily="-112" charset="0"/>
                  <a:ea typeface="ヒラギノ角ゴ ProN W3" pitchFamily="-112" charset="-128"/>
                  <a:sym typeface="Gill Sans Light" pitchFamily="-112" charset="0"/>
                </a:defRPr>
              </a:lvl9pPr>
            </a:lstStyle>
            <a:p>
              <a:pPr eaLnBrk="1" hangingPunct="1">
                <a:defRPr/>
              </a:pPr>
              <a:r>
                <a:rPr lang="en-US" sz="1000" b="1" dirty="0" smtClean="0"/>
                <a:t>*IonSample42RL1.fas_KEC_corrected_I_2_20_CNTGS_DIST0_EM20.txt</a:t>
              </a:r>
            </a:p>
          </p:txBody>
        </p:sp>
      </p:grpSp>
      <p:cxnSp>
        <p:nvCxnSpPr>
          <p:cNvPr id="6" name="Straight Connector 5"/>
          <p:cNvCxnSpPr/>
          <p:nvPr/>
        </p:nvCxnSpPr>
        <p:spPr>
          <a:xfrm>
            <a:off x="9239250" y="6629400"/>
            <a:ext cx="1588" cy="1582738"/>
          </a:xfrm>
          <a:prstGeom prst="line">
            <a:avLst/>
          </a:prstGeom>
          <a:ln w="57150">
            <a:prstDash val="solid"/>
          </a:ln>
        </p:spPr>
        <p:style>
          <a:lnRef idx="1">
            <a:schemeClr val="accent1"/>
          </a:lnRef>
          <a:fillRef idx="0">
            <a:schemeClr val="accent1"/>
          </a:fillRef>
          <a:effectRef idx="0">
            <a:schemeClr val="accent1"/>
          </a:effectRef>
          <a:fontRef idx="minor">
            <a:schemeClr val="tx1"/>
          </a:fontRef>
        </p:style>
      </p:cxnSp>
      <p:sp>
        <p:nvSpPr>
          <p:cNvPr id="43013" name="TextBox 3"/>
          <p:cNvSpPr txBox="1">
            <a:spLocks noChangeArrowheads="1"/>
          </p:cNvSpPr>
          <p:nvPr/>
        </p:nvSpPr>
        <p:spPr bwMode="auto">
          <a:xfrm>
            <a:off x="4521200" y="8124825"/>
            <a:ext cx="5202238" cy="346760"/>
          </a:xfrm>
          <a:prstGeom prst="rect">
            <a:avLst/>
          </a:prstGeom>
          <a:noFill/>
          <a:ln w="9525">
            <a:noFill/>
            <a:miter lim="800000"/>
            <a:headEnd/>
            <a:tailEnd/>
          </a:ln>
        </p:spPr>
        <p:txBody>
          <a:bodyPr lIns="130046" tIns="65023" rIns="130046" bIns="65023">
            <a:spAutoFit/>
          </a:bodyPr>
          <a:lstStyle/>
          <a:p>
            <a:r>
              <a:rPr lang="en-US" sz="1400" b="1" dirty="0" smtClean="0">
                <a:solidFill>
                  <a:srgbClr val="002060"/>
                </a:solidFill>
              </a:rPr>
              <a:t>Sequencing primer</a:t>
            </a:r>
            <a:r>
              <a:rPr lang="en-US" sz="1400" b="1" dirty="0" smtClean="0"/>
              <a:t> </a:t>
            </a:r>
            <a:r>
              <a:rPr lang="en-US" sz="1400" dirty="0" smtClean="0"/>
              <a:t>   </a:t>
            </a:r>
            <a:r>
              <a:rPr lang="en-US" sz="1400" b="1" dirty="0">
                <a:solidFill>
                  <a:srgbClr val="002060"/>
                </a:solidFill>
              </a:rPr>
              <a:t>ATGGTTTGTGGTTTAATTCACTTTC</a:t>
            </a:r>
          </a:p>
        </p:txBody>
      </p:sp>
      <p:sp>
        <p:nvSpPr>
          <p:cNvPr id="15" name="TextBox 14"/>
          <p:cNvSpPr txBox="1"/>
          <p:nvPr/>
        </p:nvSpPr>
        <p:spPr>
          <a:xfrm>
            <a:off x="863600" y="8686800"/>
            <a:ext cx="11582400" cy="584775"/>
          </a:xfrm>
          <a:prstGeom prst="rect">
            <a:avLst/>
          </a:prstGeom>
          <a:noFill/>
        </p:spPr>
        <p:txBody>
          <a:bodyPr wrap="square" rtlCol="0">
            <a:spAutoFit/>
          </a:bodyPr>
          <a:lstStyle/>
          <a:p>
            <a:pPr algn="l"/>
            <a:r>
              <a:rPr lang="en-US" sz="3200" b="1" dirty="0" smtClean="0">
                <a:solidFill>
                  <a:schemeClr val="tx2"/>
                </a:solidFill>
              </a:rPr>
              <a:t>122 clones of avg. length 500bp sequenced using Sanger</a:t>
            </a:r>
            <a:endParaRPr lang="en-US" sz="3200" b="1" dirty="0">
              <a:solidFill>
                <a:schemeClr val="tx2"/>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0" y="228600"/>
            <a:ext cx="13004800" cy="974725"/>
          </a:xfrm>
        </p:spPr>
        <p:txBody>
          <a:bodyPr/>
          <a:lstStyle/>
          <a:p>
            <a:pPr marL="487363" indent="-487363"/>
            <a:r>
              <a:rPr lang="en-US" sz="6600" dirty="0" smtClean="0"/>
              <a:t>M42 Sanger Clones NJ Tree </a:t>
            </a:r>
          </a:p>
        </p:txBody>
      </p:sp>
      <p:pic>
        <p:nvPicPr>
          <p:cNvPr id="67588" name="Picture 4"/>
          <p:cNvPicPr>
            <a:picLocks noChangeAspect="1"/>
          </p:cNvPicPr>
          <p:nvPr/>
        </p:nvPicPr>
        <p:blipFill>
          <a:blip r:embed="rId3"/>
          <a:srcRect/>
          <a:stretch>
            <a:fillRect/>
          </a:stretch>
        </p:blipFill>
        <p:spPr bwMode="auto">
          <a:xfrm>
            <a:off x="4064000" y="1295400"/>
            <a:ext cx="4504787" cy="8382000"/>
          </a:xfrm>
          <a:prstGeom prst="rect">
            <a:avLst/>
          </a:prstGeom>
          <a:noFill/>
          <a:ln w="12700">
            <a:noFill/>
            <a:miter lim="800000"/>
            <a:headEnd/>
            <a:tailEnd/>
          </a:ln>
        </p:spPr>
      </p:pic>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0" y="228600"/>
            <a:ext cx="13004800" cy="974725"/>
          </a:xfrm>
        </p:spPr>
        <p:txBody>
          <a:bodyPr/>
          <a:lstStyle/>
          <a:p>
            <a:pPr marL="487363" indent="-487363"/>
            <a:r>
              <a:rPr lang="en-US" sz="6600" dirty="0" smtClean="0"/>
              <a:t>M42 </a:t>
            </a:r>
            <a:r>
              <a:rPr lang="en-US" sz="6600" dirty="0" err="1" smtClean="0"/>
              <a:t>Vispa</a:t>
            </a:r>
            <a:r>
              <a:rPr lang="en-US" sz="6600" dirty="0" smtClean="0"/>
              <a:t> </a:t>
            </a:r>
            <a:r>
              <a:rPr lang="en-US" sz="6600" dirty="0" err="1" smtClean="0"/>
              <a:t>Qsps</a:t>
            </a:r>
            <a:r>
              <a:rPr lang="en-US" sz="6600" dirty="0" smtClean="0"/>
              <a:t> NJ Tree</a:t>
            </a:r>
          </a:p>
        </p:txBody>
      </p:sp>
      <p:pic>
        <p:nvPicPr>
          <p:cNvPr id="68611" name="Picture 3"/>
          <p:cNvPicPr>
            <a:picLocks noChangeAspect="1"/>
          </p:cNvPicPr>
          <p:nvPr/>
        </p:nvPicPr>
        <p:blipFill>
          <a:blip r:embed="rId3"/>
          <a:srcRect/>
          <a:stretch>
            <a:fillRect/>
          </a:stretch>
        </p:blipFill>
        <p:spPr bwMode="auto">
          <a:xfrm>
            <a:off x="4139968" y="1219200"/>
            <a:ext cx="4629247" cy="8382000"/>
          </a:xfrm>
          <a:prstGeom prst="rect">
            <a:avLst/>
          </a:prstGeom>
          <a:noFill/>
          <a:ln w="12700">
            <a:noFill/>
            <a:miter lim="800000"/>
            <a:headEnd/>
            <a:tailEnd/>
          </a:ln>
        </p:spPr>
      </p:pic>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0" y="228600"/>
            <a:ext cx="13004800" cy="974725"/>
          </a:xfrm>
        </p:spPr>
        <p:txBody>
          <a:bodyPr/>
          <a:lstStyle/>
          <a:p>
            <a:pPr marL="487363" indent="-487363"/>
            <a:r>
              <a:rPr lang="en-US" sz="6600" dirty="0" smtClean="0"/>
              <a:t>M42 Sanger + </a:t>
            </a:r>
            <a:r>
              <a:rPr lang="en-US" sz="6600" dirty="0" err="1" smtClean="0"/>
              <a:t>Vispa</a:t>
            </a:r>
            <a:r>
              <a:rPr lang="en-US" sz="6600" dirty="0" smtClean="0"/>
              <a:t> NJ Tree</a:t>
            </a:r>
          </a:p>
        </p:txBody>
      </p:sp>
      <p:pic>
        <p:nvPicPr>
          <p:cNvPr id="68610" name="Picture 2"/>
          <p:cNvPicPr>
            <a:picLocks noChangeAspect="1"/>
          </p:cNvPicPr>
          <p:nvPr/>
        </p:nvPicPr>
        <p:blipFill>
          <a:blip r:embed="rId3"/>
          <a:srcRect/>
          <a:stretch>
            <a:fillRect/>
          </a:stretch>
        </p:blipFill>
        <p:spPr bwMode="auto">
          <a:xfrm>
            <a:off x="4549344" y="1143000"/>
            <a:ext cx="4467656" cy="8548688"/>
          </a:xfrm>
          <a:prstGeom prst="rect">
            <a:avLst/>
          </a:prstGeom>
          <a:noFill/>
          <a:ln w="12700">
            <a:noFill/>
            <a:miter lim="800000"/>
            <a:headEnd/>
            <a:tailEnd/>
          </a:ln>
        </p:spPr>
      </p:pic>
      <p:cxnSp>
        <p:nvCxnSpPr>
          <p:cNvPr id="6" name="Straight Connector 5"/>
          <p:cNvCxnSpPr/>
          <p:nvPr/>
        </p:nvCxnSpPr>
        <p:spPr bwMode="auto">
          <a:xfrm flipH="1">
            <a:off x="7797800" y="1295400"/>
            <a:ext cx="1600200" cy="1600200"/>
          </a:xfrm>
          <a:prstGeom prst="line">
            <a:avLst/>
          </a:prstGeom>
          <a:solidFill>
            <a:srgbClr val="6C7472"/>
          </a:solidFill>
          <a:ln w="12700" cap="flat" cmpd="sng" algn="ctr">
            <a:noFill/>
            <a:prstDash val="solid"/>
            <a:round/>
            <a:headEnd type="none" w="med" len="med"/>
            <a:tailEnd type="none" w="med" len="med"/>
          </a:ln>
          <a:effectLst/>
        </p:spPr>
      </p:cxnSp>
      <p:grpSp>
        <p:nvGrpSpPr>
          <p:cNvPr id="26" name="Group 25"/>
          <p:cNvGrpSpPr/>
          <p:nvPr/>
        </p:nvGrpSpPr>
        <p:grpSpPr>
          <a:xfrm>
            <a:off x="4549344" y="1295400"/>
            <a:ext cx="7744256" cy="6934200"/>
            <a:chOff x="4549344" y="1295400"/>
            <a:chExt cx="7744256" cy="6934200"/>
          </a:xfrm>
        </p:grpSpPr>
        <p:pic>
          <p:nvPicPr>
            <p:cNvPr id="296962" name="Picture 2"/>
            <p:cNvPicPr>
              <a:picLocks noChangeAspect="1" noChangeArrowheads="1"/>
            </p:cNvPicPr>
            <p:nvPr/>
          </p:nvPicPr>
          <p:blipFill>
            <a:blip r:embed="rId4"/>
            <a:srcRect b="48525"/>
            <a:stretch>
              <a:fillRect/>
            </a:stretch>
          </p:blipFill>
          <p:spPr bwMode="auto">
            <a:xfrm>
              <a:off x="9293656" y="1295400"/>
              <a:ext cx="2999944" cy="6926015"/>
            </a:xfrm>
            <a:prstGeom prst="rect">
              <a:avLst/>
            </a:prstGeom>
            <a:noFill/>
            <a:ln w="38100">
              <a:solidFill>
                <a:schemeClr val="accent2">
                  <a:lumMod val="75000"/>
                </a:schemeClr>
              </a:solidFill>
              <a:miter lim="800000"/>
              <a:headEnd/>
              <a:tailEnd/>
            </a:ln>
          </p:spPr>
        </p:pic>
        <p:cxnSp>
          <p:nvCxnSpPr>
            <p:cNvPr id="10" name="Straight Connector 9"/>
            <p:cNvCxnSpPr/>
            <p:nvPr/>
          </p:nvCxnSpPr>
          <p:spPr bwMode="auto">
            <a:xfrm flipV="1">
              <a:off x="4645456" y="1295400"/>
              <a:ext cx="4600144" cy="2454276"/>
            </a:xfrm>
            <a:prstGeom prst="line">
              <a:avLst/>
            </a:prstGeom>
            <a:solidFill>
              <a:srgbClr val="6C7472"/>
            </a:solidFill>
            <a:ln w="38100" cap="flat" cmpd="sng" algn="ctr">
              <a:solidFill>
                <a:schemeClr val="accent2">
                  <a:lumMod val="75000"/>
                </a:schemeClr>
              </a:solidFill>
              <a:prstDash val="solid"/>
              <a:round/>
              <a:headEnd type="none" w="med" len="med"/>
              <a:tailEnd type="none" w="med" len="med"/>
            </a:ln>
            <a:effectLst/>
          </p:spPr>
        </p:cxnSp>
        <p:cxnSp>
          <p:nvCxnSpPr>
            <p:cNvPr id="12" name="Straight Connector 11"/>
            <p:cNvCxnSpPr>
              <a:stCxn id="68610" idx="1"/>
            </p:cNvCxnSpPr>
            <p:nvPr/>
          </p:nvCxnSpPr>
          <p:spPr bwMode="auto">
            <a:xfrm>
              <a:off x="4549344" y="5417344"/>
              <a:ext cx="4696256" cy="2812256"/>
            </a:xfrm>
            <a:prstGeom prst="line">
              <a:avLst/>
            </a:prstGeom>
            <a:solidFill>
              <a:srgbClr val="6C7472"/>
            </a:solidFill>
            <a:ln w="38100" cap="flat" cmpd="sng" algn="ctr">
              <a:solidFill>
                <a:schemeClr val="accent2">
                  <a:lumMod val="75000"/>
                </a:schemeClr>
              </a:solidFill>
              <a:prstDash val="solid"/>
              <a:round/>
              <a:headEnd type="none" w="med" len="med"/>
              <a:tailEnd type="none" w="med" len="med"/>
            </a:ln>
            <a:effectLst/>
          </p:spPr>
        </p:cxnSp>
      </p:grpSp>
      <p:sp>
        <p:nvSpPr>
          <p:cNvPr id="27" name="Oval 26"/>
          <p:cNvSpPr/>
          <p:nvPr/>
        </p:nvSpPr>
        <p:spPr bwMode="auto">
          <a:xfrm>
            <a:off x="3987800" y="1219200"/>
            <a:ext cx="2057400" cy="2590800"/>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8" presetClass="exit" presetSubtype="16" fill="hold" nodeType="clickEffect">
                                  <p:stCondLst>
                                    <p:cond delay="0"/>
                                  </p:stCondLst>
                                  <p:childTnLst>
                                    <p:animEffect transition="out" filter="diamond(in)">
                                      <p:cBhvr>
                                        <p:cTn id="11" dur="500"/>
                                        <p:tgtEl>
                                          <p:spTgt spid="26"/>
                                        </p:tgtEl>
                                      </p:cBhvr>
                                    </p:animEffect>
                                    <p:set>
                                      <p:cBhvr>
                                        <p:cTn id="12" dur="1" fill="hold">
                                          <p:stCondLst>
                                            <p:cond delay="499"/>
                                          </p:stCondLst>
                                        </p:cTn>
                                        <p:tgtEl>
                                          <p:spTgt spid="2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dissolve">
                                      <p:cBhvr>
                                        <p:cTn id="1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0" y="228600"/>
            <a:ext cx="13004800" cy="974725"/>
          </a:xfrm>
        </p:spPr>
        <p:txBody>
          <a:bodyPr/>
          <a:lstStyle/>
          <a:p>
            <a:pPr marL="487363" indent="-487363"/>
            <a:r>
              <a:rPr lang="en-US" sz="6600" dirty="0" smtClean="0"/>
              <a:t>MA41 Vaccine Sanger Clones</a:t>
            </a:r>
          </a:p>
        </p:txBody>
      </p:sp>
      <p:sp>
        <p:nvSpPr>
          <p:cNvPr id="73730" name="AutoShape 2" descr="http://www.trex.uqam.ca/makeGraph.php?width=1186&amp;height=728"/>
          <p:cNvSpPr>
            <a:spLocks noChangeAspect="1" noChangeArrowheads="1"/>
          </p:cNvSpPr>
          <p:nvPr/>
        </p:nvSpPr>
        <p:spPr bwMode="auto">
          <a:xfrm>
            <a:off x="6472238" y="-319088"/>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3732" name="AutoShape 4" descr="http://www.trex.uqam.ca/makeGraph.php?width=1186&amp;height=728"/>
          <p:cNvSpPr>
            <a:spLocks noChangeAspect="1" noChangeArrowheads="1"/>
          </p:cNvSpPr>
          <p:nvPr/>
        </p:nvSpPr>
        <p:spPr bwMode="auto">
          <a:xfrm>
            <a:off x="6472238" y="-319088"/>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7" name="Picture 6" descr="M41VaccineSangerClones+Vispa.bmp"/>
          <p:cNvPicPr>
            <a:picLocks noChangeAspect="1"/>
          </p:cNvPicPr>
          <p:nvPr/>
        </p:nvPicPr>
        <p:blipFill>
          <a:blip r:embed="rId3"/>
          <a:stretch>
            <a:fillRect/>
          </a:stretch>
        </p:blipFill>
        <p:spPr>
          <a:xfrm>
            <a:off x="336898" y="1676400"/>
            <a:ext cx="12413902" cy="7620000"/>
          </a:xfrm>
          <a:prstGeom prst="rect">
            <a:avLst/>
          </a:prstGeom>
        </p:spPr>
      </p:pic>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6400" y="0"/>
            <a:ext cx="12293600" cy="1803400"/>
          </a:xfrm>
        </p:spPr>
        <p:txBody>
          <a:bodyPr/>
          <a:lstStyle/>
          <a:p>
            <a:pPr>
              <a:defRPr/>
            </a:pPr>
            <a:r>
              <a:rPr lang="en-US" dirty="0" smtClean="0"/>
              <a:t>Summary </a:t>
            </a:r>
            <a:endParaRPr lang="en-US" dirty="0"/>
          </a:p>
        </p:txBody>
      </p:sp>
      <p:sp>
        <p:nvSpPr>
          <p:cNvPr id="30723" name="Content Placeholder 2"/>
          <p:cNvSpPr>
            <a:spLocks noGrp="1"/>
          </p:cNvSpPr>
          <p:nvPr>
            <p:ph idx="1"/>
          </p:nvPr>
        </p:nvSpPr>
        <p:spPr>
          <a:xfrm>
            <a:off x="325120" y="2059094"/>
            <a:ext cx="12411005" cy="6610773"/>
          </a:xfrm>
        </p:spPr>
        <p:txBody>
          <a:bodyPr>
            <a:normAutofit lnSpcReduction="10000"/>
          </a:bodyPr>
          <a:lstStyle/>
          <a:p>
            <a:pPr>
              <a:lnSpc>
                <a:spcPct val="134000"/>
              </a:lnSpc>
              <a:spcBef>
                <a:spcPct val="0"/>
              </a:spcBef>
              <a:buFont typeface="Wingdings" pitchFamily="2" charset="2"/>
              <a:buChar char="q"/>
            </a:pPr>
            <a:r>
              <a:rPr lang="en-US" dirty="0" smtClean="0">
                <a:solidFill>
                  <a:schemeClr val="tx2"/>
                </a:solidFill>
              </a:rPr>
              <a:t> Viral Spectrum Assembler (</a:t>
            </a:r>
            <a:r>
              <a:rPr lang="en-US" dirty="0" err="1" smtClean="0">
                <a:solidFill>
                  <a:schemeClr val="tx2"/>
                </a:solidFill>
              </a:rPr>
              <a:t>ViSpA</a:t>
            </a:r>
            <a:r>
              <a:rPr lang="en-US" dirty="0" smtClean="0">
                <a:solidFill>
                  <a:schemeClr val="tx2"/>
                </a:solidFill>
              </a:rPr>
              <a:t>) tool</a:t>
            </a:r>
          </a:p>
          <a:p>
            <a:pPr lvl="2">
              <a:lnSpc>
                <a:spcPct val="134000"/>
              </a:lnSpc>
              <a:spcBef>
                <a:spcPct val="0"/>
              </a:spcBef>
            </a:pPr>
            <a:r>
              <a:rPr lang="en-US" dirty="0" smtClean="0">
                <a:solidFill>
                  <a:schemeClr val="tx2"/>
                </a:solidFill>
              </a:rPr>
              <a:t>Error correction both pre-alignment (based on k-</a:t>
            </a:r>
            <a:r>
              <a:rPr lang="en-US" dirty="0" err="1" smtClean="0">
                <a:solidFill>
                  <a:schemeClr val="tx2"/>
                </a:solidFill>
              </a:rPr>
              <a:t>mers</a:t>
            </a:r>
            <a:r>
              <a:rPr lang="en-US" dirty="0" smtClean="0">
                <a:solidFill>
                  <a:schemeClr val="tx2"/>
                </a:solidFill>
              </a:rPr>
              <a:t>) and post-alignment (unique </a:t>
            </a:r>
            <a:r>
              <a:rPr lang="en-US" dirty="0" err="1" smtClean="0">
                <a:solidFill>
                  <a:schemeClr val="tx2"/>
                </a:solidFill>
              </a:rPr>
              <a:t>indels</a:t>
            </a:r>
            <a:r>
              <a:rPr lang="en-US" dirty="0" smtClean="0">
                <a:solidFill>
                  <a:schemeClr val="tx2"/>
                </a:solidFill>
              </a:rPr>
              <a:t>) </a:t>
            </a:r>
          </a:p>
          <a:p>
            <a:pPr lvl="2">
              <a:lnSpc>
                <a:spcPct val="134000"/>
              </a:lnSpc>
              <a:spcBef>
                <a:spcPct val="0"/>
              </a:spcBef>
            </a:pPr>
            <a:r>
              <a:rPr lang="en-US" dirty="0" err="1" smtClean="0">
                <a:solidFill>
                  <a:schemeClr val="tx2"/>
                </a:solidFill>
              </a:rPr>
              <a:t>Quasispecies</a:t>
            </a:r>
            <a:r>
              <a:rPr lang="en-US" dirty="0" smtClean="0">
                <a:solidFill>
                  <a:schemeClr val="tx2"/>
                </a:solidFill>
              </a:rPr>
              <a:t> assembly based on maximum-bandwidth paths in weighted read graphs </a:t>
            </a:r>
          </a:p>
          <a:p>
            <a:pPr lvl="2">
              <a:lnSpc>
                <a:spcPct val="134000"/>
              </a:lnSpc>
              <a:spcBef>
                <a:spcPct val="0"/>
              </a:spcBef>
            </a:pPr>
            <a:r>
              <a:rPr lang="en-US" dirty="0" smtClean="0">
                <a:solidFill>
                  <a:schemeClr val="tx2"/>
                </a:solidFill>
              </a:rPr>
              <a:t>Frequency estimation via EM on all reads</a:t>
            </a:r>
          </a:p>
          <a:p>
            <a:pPr lvl="2">
              <a:lnSpc>
                <a:spcPct val="134000"/>
              </a:lnSpc>
              <a:spcBef>
                <a:spcPct val="0"/>
              </a:spcBef>
            </a:pPr>
            <a:r>
              <a:rPr lang="en-US" dirty="0" smtClean="0">
                <a:solidFill>
                  <a:schemeClr val="tx2"/>
                </a:solidFill>
              </a:rPr>
              <a:t>Freely available at </a:t>
            </a:r>
            <a:r>
              <a:rPr lang="en-US" dirty="0" smtClean="0">
                <a:solidFill>
                  <a:schemeClr val="tx2"/>
                </a:solidFill>
                <a:hlinkClick r:id="rId2"/>
              </a:rPr>
              <a:t>http://alla.cs.gsu.edu/software/VISPA/vispa.html</a:t>
            </a:r>
            <a:endParaRPr lang="en-US" dirty="0" smtClean="0">
              <a:solidFill>
                <a:schemeClr val="tx2"/>
              </a:solidFill>
            </a:endParaRPr>
          </a:p>
          <a:p>
            <a:pPr marL="742950" indent="-742950">
              <a:lnSpc>
                <a:spcPct val="134000"/>
              </a:lnSpc>
              <a:spcBef>
                <a:spcPct val="0"/>
              </a:spcBef>
              <a:buFont typeface="Wingdings" pitchFamily="2" charset="2"/>
              <a:buChar char="q"/>
            </a:pPr>
            <a:r>
              <a:rPr lang="en-US" dirty="0" smtClean="0">
                <a:solidFill>
                  <a:schemeClr val="tx2"/>
                </a:solidFill>
              </a:rPr>
              <a:t>Currently under validation on IBV samples </a:t>
            </a:r>
            <a:endParaRPr lang="en-US" sz="4000" dirty="0" smtClean="0">
              <a:solidFill>
                <a:srgbClr val="000000"/>
              </a:solidFill>
            </a:endParaRPr>
          </a:p>
          <a:p>
            <a:pPr>
              <a:spcBef>
                <a:spcPct val="0"/>
              </a:spcBef>
              <a:buClr>
                <a:srgbClr val="FE8637"/>
              </a:buClr>
            </a:pPr>
            <a:endParaRPr lang="en-US" sz="4000" dirty="0" smtClean="0"/>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6400" y="0"/>
            <a:ext cx="12293600" cy="1803400"/>
          </a:xfrm>
        </p:spPr>
        <p:txBody>
          <a:bodyPr/>
          <a:lstStyle/>
          <a:p>
            <a:pPr>
              <a:defRPr/>
            </a:pPr>
            <a:r>
              <a:rPr lang="en-US" dirty="0" smtClean="0"/>
              <a:t>Ongoing Work </a:t>
            </a:r>
            <a:endParaRPr lang="en-US" dirty="0"/>
          </a:p>
        </p:txBody>
      </p:sp>
      <p:sp>
        <p:nvSpPr>
          <p:cNvPr id="30723" name="Content Placeholder 2"/>
          <p:cNvSpPr>
            <a:spLocks noGrp="1"/>
          </p:cNvSpPr>
          <p:nvPr>
            <p:ph idx="1"/>
          </p:nvPr>
        </p:nvSpPr>
        <p:spPr>
          <a:xfrm>
            <a:off x="325120" y="2059094"/>
            <a:ext cx="12411005" cy="6610773"/>
          </a:xfrm>
        </p:spPr>
        <p:txBody>
          <a:bodyPr>
            <a:normAutofit/>
          </a:bodyPr>
          <a:lstStyle/>
          <a:p>
            <a:pPr>
              <a:lnSpc>
                <a:spcPct val="124000"/>
              </a:lnSpc>
              <a:spcBef>
                <a:spcPct val="0"/>
              </a:spcBef>
            </a:pPr>
            <a:r>
              <a:rPr lang="en-US" dirty="0" smtClean="0">
                <a:solidFill>
                  <a:schemeClr val="tx2"/>
                </a:solidFill>
              </a:rPr>
              <a:t>Correction for coverage bias</a:t>
            </a:r>
          </a:p>
          <a:p>
            <a:pPr>
              <a:lnSpc>
                <a:spcPct val="124000"/>
              </a:lnSpc>
              <a:spcBef>
                <a:spcPct val="0"/>
              </a:spcBef>
            </a:pPr>
            <a:r>
              <a:rPr lang="en-US" dirty="0" smtClean="0">
                <a:solidFill>
                  <a:schemeClr val="tx2"/>
                </a:solidFill>
              </a:rPr>
              <a:t>Comparison of shotgun and </a:t>
            </a:r>
            <a:r>
              <a:rPr lang="en-US" dirty="0" err="1" smtClean="0">
                <a:solidFill>
                  <a:schemeClr val="tx2"/>
                </a:solidFill>
              </a:rPr>
              <a:t>amplicon</a:t>
            </a:r>
            <a:r>
              <a:rPr lang="en-US" dirty="0" smtClean="0">
                <a:solidFill>
                  <a:schemeClr val="tx2"/>
                </a:solidFill>
              </a:rPr>
              <a:t> based reconstruction methods</a:t>
            </a:r>
          </a:p>
          <a:p>
            <a:pPr>
              <a:lnSpc>
                <a:spcPct val="124000"/>
              </a:lnSpc>
              <a:spcBef>
                <a:spcPct val="0"/>
              </a:spcBef>
            </a:pPr>
            <a:r>
              <a:rPr lang="en-US" dirty="0" err="1" smtClean="0">
                <a:solidFill>
                  <a:schemeClr val="tx2"/>
                </a:solidFill>
              </a:rPr>
              <a:t>Quasispecies</a:t>
            </a:r>
            <a:r>
              <a:rPr lang="en-US" dirty="0" smtClean="0">
                <a:solidFill>
                  <a:schemeClr val="tx2"/>
                </a:solidFill>
              </a:rPr>
              <a:t> reconstruction from Ion Torrent reads</a:t>
            </a:r>
          </a:p>
          <a:p>
            <a:pPr>
              <a:lnSpc>
                <a:spcPct val="124000"/>
              </a:lnSpc>
              <a:spcBef>
                <a:spcPct val="0"/>
              </a:spcBef>
            </a:pPr>
            <a:r>
              <a:rPr lang="en-US" dirty="0" smtClean="0">
                <a:solidFill>
                  <a:schemeClr val="tx2"/>
                </a:solidFill>
              </a:rPr>
              <a:t>Combining long and short read technologies</a:t>
            </a:r>
          </a:p>
          <a:p>
            <a:pPr>
              <a:lnSpc>
                <a:spcPct val="124000"/>
              </a:lnSpc>
              <a:spcBef>
                <a:spcPct val="0"/>
              </a:spcBef>
            </a:pPr>
            <a:r>
              <a:rPr lang="en-US" dirty="0" smtClean="0">
                <a:solidFill>
                  <a:schemeClr val="tx2"/>
                </a:solidFill>
              </a:rPr>
              <a:t>Study of </a:t>
            </a:r>
            <a:r>
              <a:rPr lang="en-US" dirty="0" err="1" smtClean="0">
                <a:solidFill>
                  <a:schemeClr val="tx2"/>
                </a:solidFill>
              </a:rPr>
              <a:t>quasispecies</a:t>
            </a:r>
            <a:r>
              <a:rPr lang="en-US" dirty="0" smtClean="0">
                <a:solidFill>
                  <a:schemeClr val="tx2"/>
                </a:solidFill>
              </a:rPr>
              <a:t> persistence and evolution in layer flocks following administration of modified live IBV vaccine</a:t>
            </a:r>
          </a:p>
          <a:p>
            <a:pPr>
              <a:lnSpc>
                <a:spcPct val="124000"/>
              </a:lnSpc>
              <a:spcBef>
                <a:spcPct val="0"/>
              </a:spcBef>
            </a:pPr>
            <a:r>
              <a:rPr lang="en-US" dirty="0" smtClean="0">
                <a:solidFill>
                  <a:srgbClr val="000000"/>
                </a:solidFill>
              </a:rPr>
              <a:t>Optimization of vaccination strategies</a:t>
            </a:r>
            <a:endParaRPr lang="en-US" dirty="0" smtClean="0">
              <a:solidFill>
                <a:schemeClr val="tx2"/>
              </a:solidFill>
            </a:endParaRP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1"/>
          <p:cNvPicPr>
            <a:picLocks noChangeAspect="1" noChangeArrowheads="1"/>
          </p:cNvPicPr>
          <p:nvPr/>
        </p:nvPicPr>
        <p:blipFill>
          <a:blip r:embed="rId2"/>
          <a:srcRect r="22879"/>
          <a:stretch>
            <a:fillRect/>
          </a:stretch>
        </p:blipFill>
        <p:spPr bwMode="auto">
          <a:xfrm>
            <a:off x="1454150" y="2908300"/>
            <a:ext cx="7791450" cy="5778500"/>
          </a:xfrm>
          <a:prstGeom prst="rect">
            <a:avLst/>
          </a:prstGeom>
          <a:noFill/>
          <a:ln w="9525">
            <a:noFill/>
            <a:round/>
            <a:headEnd/>
            <a:tailEnd/>
          </a:ln>
        </p:spPr>
      </p:pic>
      <p:sp>
        <p:nvSpPr>
          <p:cNvPr id="26627" name="Rectangle 2"/>
          <p:cNvSpPr>
            <a:spLocks noGrp="1" noChangeArrowheads="1"/>
          </p:cNvSpPr>
          <p:nvPr>
            <p:ph type="title"/>
          </p:nvPr>
        </p:nvSpPr>
        <p:spPr>
          <a:xfrm>
            <a:off x="355600" y="0"/>
            <a:ext cx="12293600" cy="2628900"/>
          </a:xfrm>
        </p:spPr>
        <p:txBody>
          <a:bodyPr rIns="0"/>
          <a:lstStyle/>
          <a:p>
            <a:pPr indent="0" eaLnBrk="1" hangingPunct="1"/>
            <a:r>
              <a:rPr lang="en-US" sz="6600" dirty="0" smtClean="0">
                <a:latin typeface="Gill Sans" pitchFamily="-112" charset="0"/>
              </a:rPr>
              <a:t>Longitudinal Sampling</a:t>
            </a:r>
          </a:p>
        </p:txBody>
      </p:sp>
      <p:sp>
        <p:nvSpPr>
          <p:cNvPr id="4" name="Rounded Rectangle 3"/>
          <p:cNvSpPr/>
          <p:nvPr/>
        </p:nvSpPr>
        <p:spPr bwMode="auto">
          <a:xfrm>
            <a:off x="9321800" y="6172200"/>
            <a:ext cx="2514600" cy="1828800"/>
          </a:xfrm>
          <a:prstGeom prst="roundRect">
            <a:avLst/>
          </a:prstGeom>
          <a:solidFill>
            <a:schemeClr val="accent6">
              <a:lumMod val="40000"/>
              <a:lumOff val="60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3200" dirty="0" err="1" smtClean="0">
                <a:solidFill>
                  <a:schemeClr val="tx2"/>
                </a:solidFill>
                <a:cs typeface="ヒラギノ角ゴ ProN W3" pitchFamily="-112" charset="-128"/>
              </a:rPr>
              <a:t>Amplicon</a:t>
            </a:r>
            <a:r>
              <a:rPr lang="en-US" sz="3200" dirty="0" smtClean="0">
                <a:solidFill>
                  <a:schemeClr val="tx2"/>
                </a:solidFill>
                <a:cs typeface="ヒラギノ角ゴ ProN W3" pitchFamily="-112" charset="-128"/>
              </a:rPr>
              <a:t> / shotgun sequencing</a:t>
            </a:r>
            <a:endParaRPr kumimoji="0" lang="en-US" sz="4200" b="0" i="0" u="none" strike="noStrike" cap="none" normalizeH="0" baseline="0" dirty="0">
              <a:ln>
                <a:noFill/>
              </a:ln>
              <a:solidFill>
                <a:schemeClr val="tx2"/>
              </a:solidFill>
              <a:effectLst/>
              <a:latin typeface="Gill Sans Light" pitchFamily="-112" charset="0"/>
              <a:ea typeface="ヒラギノ角ゴ ProN W3" pitchFamily="-112" charset="-128"/>
              <a:cs typeface="ヒラギノ角ゴ ProN W3" pitchFamily="-112" charset="-128"/>
              <a:sym typeface="Gill Sans Light" pitchFamily="-112" charset="0"/>
            </a:endParaRP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
          <p:cNvSpPr>
            <a:spLocks/>
          </p:cNvSpPr>
          <p:nvPr/>
        </p:nvSpPr>
        <p:spPr bwMode="auto">
          <a:xfrm>
            <a:off x="2784475" y="215900"/>
            <a:ext cx="7167563" cy="1143000"/>
          </a:xfrm>
          <a:prstGeom prst="rect">
            <a:avLst/>
          </a:prstGeom>
          <a:noFill/>
          <a:ln w="12700">
            <a:noFill/>
            <a:miter lim="800000"/>
            <a:headEnd/>
            <a:tailEnd/>
          </a:ln>
        </p:spPr>
        <p:txBody>
          <a:bodyPr wrap="none" lIns="0" tIns="0" rIns="0" bIns="0" anchor="ctr">
            <a:spAutoFit/>
          </a:bodyPr>
          <a:lstStyle/>
          <a:p>
            <a:r>
              <a:rPr lang="en-US" sz="7200">
                <a:solidFill>
                  <a:srgbClr val="1A1A1A"/>
                </a:solidFill>
              </a:rPr>
              <a:t>Acknowledgements</a:t>
            </a:r>
          </a:p>
        </p:txBody>
      </p:sp>
      <p:sp>
        <p:nvSpPr>
          <p:cNvPr id="44035" name="Rectangle 2"/>
          <p:cNvSpPr>
            <a:spLocks/>
          </p:cNvSpPr>
          <p:nvPr/>
        </p:nvSpPr>
        <p:spPr bwMode="auto">
          <a:xfrm>
            <a:off x="508000" y="3098800"/>
            <a:ext cx="5689600" cy="2235200"/>
          </a:xfrm>
          <a:prstGeom prst="rect">
            <a:avLst/>
          </a:prstGeom>
          <a:noFill/>
          <a:ln w="12700">
            <a:noFill/>
            <a:miter lim="800000"/>
            <a:headEnd/>
            <a:tailEnd/>
          </a:ln>
        </p:spPr>
        <p:txBody>
          <a:bodyPr lIns="0" tIns="0" rIns="0" bIns="0" anchor="ctr"/>
          <a:lstStyle/>
          <a:p>
            <a:r>
              <a:rPr lang="en-US" sz="2400" b="1" dirty="0">
                <a:solidFill>
                  <a:srgbClr val="003366"/>
                </a:solidFill>
                <a:latin typeface="Gill Sans" pitchFamily="-112" charset="0"/>
                <a:sym typeface="Gill Sans" pitchFamily="-112" charset="0"/>
              </a:rPr>
              <a:t>University of Connecticut:</a:t>
            </a:r>
          </a:p>
          <a:p>
            <a:r>
              <a:rPr lang="en-US" sz="2400" b="1" dirty="0">
                <a:solidFill>
                  <a:schemeClr val="tx1"/>
                </a:solidFill>
                <a:latin typeface="Gill Sans" pitchFamily="-112" charset="0"/>
                <a:sym typeface="Gill Sans" pitchFamily="-112" charset="0"/>
              </a:rPr>
              <a:t>  </a:t>
            </a:r>
            <a:r>
              <a:rPr lang="en-US" sz="2400" b="1" dirty="0" smtClean="0">
                <a:solidFill>
                  <a:schemeClr val="tx1"/>
                </a:solidFill>
                <a:latin typeface="Gill Sans" pitchFamily="-112" charset="0"/>
                <a:sym typeface="Gill Sans" pitchFamily="-112" charset="0"/>
              </a:rPr>
              <a:t>Rachel O’Neill, </a:t>
            </a:r>
            <a:r>
              <a:rPr lang="en-US" sz="2400" b="1" dirty="0">
                <a:solidFill>
                  <a:schemeClr val="tx1"/>
                </a:solidFill>
                <a:latin typeface="Gill Sans" pitchFamily="-112" charset="0"/>
                <a:sym typeface="Gill Sans" pitchFamily="-112" charset="0"/>
              </a:rPr>
              <a:t>PhD.</a:t>
            </a:r>
          </a:p>
          <a:p>
            <a:r>
              <a:rPr lang="en-US" sz="2400" b="1" dirty="0" err="1">
                <a:solidFill>
                  <a:schemeClr val="tx1"/>
                </a:solidFill>
                <a:latin typeface="Gill Sans" pitchFamily="-112" charset="0"/>
                <a:sym typeface="Gill Sans" pitchFamily="-112" charset="0"/>
              </a:rPr>
              <a:t>Mazhar</a:t>
            </a:r>
            <a:r>
              <a:rPr lang="en-US" sz="2400" b="1" dirty="0">
                <a:solidFill>
                  <a:schemeClr val="tx1"/>
                </a:solidFill>
                <a:latin typeface="Gill Sans" pitchFamily="-112" charset="0"/>
                <a:sym typeface="Gill Sans" pitchFamily="-112" charset="0"/>
              </a:rPr>
              <a:t> Kahn, Ph.D</a:t>
            </a:r>
            <a:r>
              <a:rPr lang="en-US" sz="2400" b="1" dirty="0" smtClean="0">
                <a:solidFill>
                  <a:schemeClr val="tx1"/>
                </a:solidFill>
                <a:latin typeface="Gill Sans" pitchFamily="-112" charset="0"/>
                <a:sym typeface="Gill Sans" pitchFamily="-112" charset="0"/>
              </a:rPr>
              <a:t>.</a:t>
            </a:r>
          </a:p>
          <a:p>
            <a:r>
              <a:rPr lang="en-US" sz="2400" b="1" dirty="0" err="1" smtClean="0">
                <a:solidFill>
                  <a:schemeClr val="tx1"/>
                </a:solidFill>
                <a:latin typeface="Gill Sans" pitchFamily="-112" charset="0"/>
                <a:sym typeface="Gill Sans" pitchFamily="-112" charset="0"/>
              </a:rPr>
              <a:t>Hongjun</a:t>
            </a:r>
            <a:r>
              <a:rPr lang="en-US" sz="2400" b="1" dirty="0" smtClean="0">
                <a:solidFill>
                  <a:schemeClr val="tx1"/>
                </a:solidFill>
                <a:latin typeface="Gill Sans" pitchFamily="-112" charset="0"/>
                <a:sym typeface="Gill Sans" pitchFamily="-112" charset="0"/>
              </a:rPr>
              <a:t> Wang, Ph.D.</a:t>
            </a:r>
            <a:endParaRPr lang="en-US" sz="2400" b="1" dirty="0">
              <a:solidFill>
                <a:schemeClr val="tx1"/>
              </a:solidFill>
              <a:latin typeface="Gill Sans" pitchFamily="-112" charset="0"/>
              <a:sym typeface="Gill Sans" pitchFamily="-112" charset="0"/>
            </a:endParaRPr>
          </a:p>
          <a:p>
            <a:r>
              <a:rPr lang="en-US" sz="2400" b="1" dirty="0">
                <a:solidFill>
                  <a:schemeClr val="tx1"/>
                </a:solidFill>
                <a:latin typeface="Gill Sans" pitchFamily="-112" charset="0"/>
                <a:sym typeface="Gill Sans" pitchFamily="-112" charset="0"/>
              </a:rPr>
              <a:t> Craig </a:t>
            </a:r>
            <a:r>
              <a:rPr lang="en-US" sz="2400" b="1" dirty="0" err="1" smtClean="0">
                <a:solidFill>
                  <a:schemeClr val="tx1"/>
                </a:solidFill>
                <a:latin typeface="Gill Sans" pitchFamily="-112" charset="0"/>
                <a:sym typeface="Gill Sans" pitchFamily="-112" charset="0"/>
              </a:rPr>
              <a:t>Obergfell</a:t>
            </a:r>
            <a:endParaRPr lang="en-US" sz="2400" b="1" dirty="0" smtClean="0">
              <a:solidFill>
                <a:schemeClr val="tx1"/>
              </a:solidFill>
              <a:latin typeface="Gill Sans" pitchFamily="-112" charset="0"/>
              <a:sym typeface="Gill Sans" pitchFamily="-112" charset="0"/>
            </a:endParaRPr>
          </a:p>
          <a:p>
            <a:r>
              <a:rPr lang="en-US" sz="2400" b="1" dirty="0" smtClean="0">
                <a:solidFill>
                  <a:schemeClr val="tx1"/>
                </a:solidFill>
                <a:latin typeface="Gill Sans" pitchFamily="-112" charset="0"/>
                <a:sym typeface="Gill Sans" pitchFamily="-112" charset="0"/>
              </a:rPr>
              <a:t>Andrew Bligh </a:t>
            </a:r>
            <a:endParaRPr lang="en-US" sz="2400" b="1" dirty="0">
              <a:solidFill>
                <a:schemeClr val="tx1"/>
              </a:solidFill>
              <a:latin typeface="Gill Sans" pitchFamily="-112" charset="0"/>
              <a:sym typeface="Gill Sans" pitchFamily="-112" charset="0"/>
            </a:endParaRPr>
          </a:p>
          <a:p>
            <a:r>
              <a:rPr lang="en-US" sz="2400" b="1" dirty="0">
                <a:solidFill>
                  <a:schemeClr val="tx1"/>
                </a:solidFill>
                <a:latin typeface="Gill Sans" pitchFamily="-112" charset="0"/>
                <a:sym typeface="Gill Sans" pitchFamily="-112" charset="0"/>
              </a:rPr>
              <a:t>  </a:t>
            </a:r>
          </a:p>
        </p:txBody>
      </p:sp>
      <p:sp>
        <p:nvSpPr>
          <p:cNvPr id="44036" name="Rectangle 3"/>
          <p:cNvSpPr>
            <a:spLocks/>
          </p:cNvSpPr>
          <p:nvPr/>
        </p:nvSpPr>
        <p:spPr bwMode="auto">
          <a:xfrm>
            <a:off x="8407400" y="2819400"/>
            <a:ext cx="3574697" cy="1477328"/>
          </a:xfrm>
          <a:prstGeom prst="rect">
            <a:avLst/>
          </a:prstGeom>
          <a:noFill/>
          <a:ln w="12700">
            <a:noFill/>
            <a:miter lim="800000"/>
            <a:headEnd/>
            <a:tailEnd/>
          </a:ln>
        </p:spPr>
        <p:txBody>
          <a:bodyPr wrap="none" lIns="0" tIns="0" rIns="0" bIns="0" anchor="ctr">
            <a:spAutoFit/>
          </a:bodyPr>
          <a:lstStyle/>
          <a:p>
            <a:r>
              <a:rPr lang="en-US" sz="2400" b="1" dirty="0">
                <a:solidFill>
                  <a:srgbClr val="003366"/>
                </a:solidFill>
                <a:latin typeface="Gill Sans" pitchFamily="-112" charset="0"/>
                <a:sym typeface="Gill Sans" pitchFamily="-112" charset="0"/>
              </a:rPr>
              <a:t>Georgia State University</a:t>
            </a:r>
          </a:p>
          <a:p>
            <a:r>
              <a:rPr lang="en-US" sz="2400" b="1" dirty="0">
                <a:solidFill>
                  <a:schemeClr val="tx1"/>
                </a:solidFill>
                <a:latin typeface="Gill Sans" pitchFamily="-112" charset="0"/>
                <a:sym typeface="Gill Sans" pitchFamily="-112" charset="0"/>
              </a:rPr>
              <a:t>Alex </a:t>
            </a:r>
            <a:r>
              <a:rPr lang="en-US" sz="2400" b="1" dirty="0" err="1">
                <a:solidFill>
                  <a:schemeClr val="tx1"/>
                </a:solidFill>
                <a:latin typeface="Gill Sans" pitchFamily="-112" charset="0"/>
                <a:sym typeface="Gill Sans" pitchFamily="-112" charset="0"/>
              </a:rPr>
              <a:t>Zelikovsky</a:t>
            </a:r>
            <a:r>
              <a:rPr lang="en-US" sz="2400" b="1" dirty="0">
                <a:solidFill>
                  <a:schemeClr val="tx1"/>
                </a:solidFill>
                <a:latin typeface="Gill Sans" pitchFamily="-112" charset="0"/>
                <a:sym typeface="Gill Sans" pitchFamily="-112" charset="0"/>
              </a:rPr>
              <a:t>, Ph.D</a:t>
            </a:r>
            <a:r>
              <a:rPr lang="en-US" sz="2400" b="1" dirty="0" smtClean="0">
                <a:solidFill>
                  <a:schemeClr val="tx1"/>
                </a:solidFill>
                <a:latin typeface="Gill Sans" pitchFamily="-112" charset="0"/>
                <a:sym typeface="Gill Sans" pitchFamily="-112" charset="0"/>
              </a:rPr>
              <a:t>.</a:t>
            </a:r>
          </a:p>
          <a:p>
            <a:r>
              <a:rPr lang="en-US" sz="2400" b="1" dirty="0" err="1" smtClean="0">
                <a:solidFill>
                  <a:schemeClr val="tx1"/>
                </a:solidFill>
                <a:latin typeface="Gill Sans" pitchFamily="-112" charset="0"/>
                <a:sym typeface="Gill Sans" pitchFamily="-112" charset="0"/>
              </a:rPr>
              <a:t>Bassam</a:t>
            </a:r>
            <a:r>
              <a:rPr lang="en-US" sz="2400" b="1" dirty="0" smtClean="0">
                <a:solidFill>
                  <a:schemeClr val="tx1"/>
                </a:solidFill>
                <a:latin typeface="Gill Sans" pitchFamily="-112" charset="0"/>
                <a:sym typeface="Gill Sans" pitchFamily="-112" charset="0"/>
              </a:rPr>
              <a:t> </a:t>
            </a:r>
            <a:r>
              <a:rPr lang="en-US" sz="2400" b="1" dirty="0" err="1" smtClean="0">
                <a:solidFill>
                  <a:schemeClr val="tx1"/>
                </a:solidFill>
                <a:latin typeface="Gill Sans" pitchFamily="-112" charset="0"/>
                <a:sym typeface="Gill Sans" pitchFamily="-112" charset="0"/>
              </a:rPr>
              <a:t>Tork</a:t>
            </a:r>
            <a:endParaRPr lang="en-US" sz="2400" b="1" dirty="0" smtClean="0">
              <a:solidFill>
                <a:schemeClr val="tx1"/>
              </a:solidFill>
              <a:latin typeface="Gill Sans" pitchFamily="-112" charset="0"/>
              <a:sym typeface="Gill Sans" pitchFamily="-112" charset="0"/>
            </a:endParaRPr>
          </a:p>
          <a:p>
            <a:r>
              <a:rPr lang="en-US" sz="2400" b="1" dirty="0" err="1" smtClean="0">
                <a:solidFill>
                  <a:schemeClr val="tx1"/>
                </a:solidFill>
                <a:latin typeface="Gill Sans" pitchFamily="-112" charset="0"/>
                <a:sym typeface="Gill Sans" pitchFamily="-112" charset="0"/>
              </a:rPr>
              <a:t>Serghei</a:t>
            </a:r>
            <a:r>
              <a:rPr lang="en-US" sz="2400" b="1" dirty="0" smtClean="0">
                <a:solidFill>
                  <a:schemeClr val="tx1"/>
                </a:solidFill>
                <a:latin typeface="Gill Sans" pitchFamily="-112" charset="0"/>
                <a:sym typeface="Gill Sans" pitchFamily="-112" charset="0"/>
              </a:rPr>
              <a:t> </a:t>
            </a:r>
            <a:r>
              <a:rPr lang="en-US" sz="2400" b="1" dirty="0" err="1" smtClean="0">
                <a:solidFill>
                  <a:schemeClr val="tx1"/>
                </a:solidFill>
                <a:latin typeface="Gill Sans" pitchFamily="-112" charset="0"/>
                <a:sym typeface="Gill Sans" pitchFamily="-112" charset="0"/>
              </a:rPr>
              <a:t>Mangul</a:t>
            </a:r>
            <a:endParaRPr lang="en-US" sz="2400" b="1" dirty="0" smtClean="0">
              <a:solidFill>
                <a:schemeClr val="tx1"/>
              </a:solidFill>
              <a:latin typeface="Gill Sans" pitchFamily="-112" charset="0"/>
              <a:sym typeface="Gill Sans" pitchFamily="-112" charset="0"/>
            </a:endParaRPr>
          </a:p>
        </p:txBody>
      </p:sp>
      <p:pic>
        <p:nvPicPr>
          <p:cNvPr id="44037" name="Picture 4"/>
          <p:cNvPicPr>
            <a:picLocks noChangeAspect="1" noChangeArrowheads="1"/>
          </p:cNvPicPr>
          <p:nvPr/>
        </p:nvPicPr>
        <p:blipFill>
          <a:blip r:embed="rId2"/>
          <a:srcRect/>
          <a:stretch>
            <a:fillRect/>
          </a:stretch>
        </p:blipFill>
        <p:spPr bwMode="auto">
          <a:xfrm>
            <a:off x="3149600" y="1600200"/>
            <a:ext cx="1270000" cy="1143000"/>
          </a:xfrm>
          <a:prstGeom prst="rect">
            <a:avLst/>
          </a:prstGeom>
          <a:noFill/>
          <a:ln w="12700">
            <a:noFill/>
            <a:miter lim="800000"/>
            <a:headEnd/>
            <a:tailEnd/>
          </a:ln>
        </p:spPr>
      </p:pic>
      <p:pic>
        <p:nvPicPr>
          <p:cNvPr id="44038" name="Picture 5"/>
          <p:cNvPicPr>
            <a:picLocks noChangeAspect="1" noChangeArrowheads="1"/>
          </p:cNvPicPr>
          <p:nvPr/>
        </p:nvPicPr>
        <p:blipFill>
          <a:blip r:embed="rId3"/>
          <a:srcRect/>
          <a:stretch>
            <a:fillRect/>
          </a:stretch>
        </p:blipFill>
        <p:spPr bwMode="auto">
          <a:xfrm>
            <a:off x="1549400" y="1600200"/>
            <a:ext cx="1135063" cy="1143000"/>
          </a:xfrm>
          <a:prstGeom prst="rect">
            <a:avLst/>
          </a:prstGeom>
          <a:noFill/>
          <a:ln w="12700">
            <a:noFill/>
            <a:miter lim="800000"/>
            <a:headEnd/>
            <a:tailEnd/>
          </a:ln>
        </p:spPr>
      </p:pic>
      <p:sp>
        <p:nvSpPr>
          <p:cNvPr id="7" name="Rectangle 3"/>
          <p:cNvSpPr>
            <a:spLocks/>
          </p:cNvSpPr>
          <p:nvPr/>
        </p:nvSpPr>
        <p:spPr bwMode="auto">
          <a:xfrm>
            <a:off x="8483600" y="5826204"/>
            <a:ext cx="3511987" cy="1107996"/>
          </a:xfrm>
          <a:prstGeom prst="rect">
            <a:avLst/>
          </a:prstGeom>
          <a:noFill/>
          <a:ln w="12700">
            <a:noFill/>
            <a:miter lim="800000"/>
            <a:headEnd/>
            <a:tailEnd/>
          </a:ln>
        </p:spPr>
        <p:txBody>
          <a:bodyPr wrap="none" lIns="0" tIns="0" rIns="0" bIns="0" anchor="ctr">
            <a:spAutoFit/>
          </a:bodyPr>
          <a:lstStyle/>
          <a:p>
            <a:r>
              <a:rPr lang="en-US" sz="2400" b="1" dirty="0" smtClean="0">
                <a:solidFill>
                  <a:srgbClr val="003366"/>
                </a:solidFill>
                <a:latin typeface="Gill Sans" pitchFamily="-112" charset="0"/>
                <a:sym typeface="Gill Sans" pitchFamily="-112" charset="0"/>
              </a:rPr>
              <a:t>University of Maryland</a:t>
            </a:r>
            <a:endParaRPr lang="en-US" sz="2400" b="1" dirty="0">
              <a:solidFill>
                <a:srgbClr val="003366"/>
              </a:solidFill>
              <a:latin typeface="Gill Sans" pitchFamily="-112" charset="0"/>
              <a:sym typeface="Gill Sans" pitchFamily="-112" charset="0"/>
            </a:endParaRPr>
          </a:p>
          <a:p>
            <a:r>
              <a:rPr lang="en-US" sz="2400" b="1" dirty="0" smtClean="0">
                <a:solidFill>
                  <a:schemeClr val="tx1"/>
                </a:solidFill>
                <a:latin typeface="Gill Sans" pitchFamily="-112" charset="0"/>
                <a:sym typeface="Gill Sans" pitchFamily="-112" charset="0"/>
              </a:rPr>
              <a:t>Irina </a:t>
            </a:r>
            <a:r>
              <a:rPr lang="en-US" sz="2400" b="1" dirty="0" err="1" smtClean="0">
                <a:solidFill>
                  <a:schemeClr val="tx1"/>
                </a:solidFill>
                <a:latin typeface="Gill Sans" pitchFamily="-112" charset="0"/>
                <a:sym typeface="Gill Sans" pitchFamily="-112" charset="0"/>
              </a:rPr>
              <a:t>Astrovskaya</a:t>
            </a:r>
            <a:r>
              <a:rPr lang="en-US" sz="2400" b="1" dirty="0" smtClean="0">
                <a:solidFill>
                  <a:schemeClr val="tx1"/>
                </a:solidFill>
                <a:latin typeface="Gill Sans" pitchFamily="-112" charset="0"/>
                <a:sym typeface="Gill Sans" pitchFamily="-112" charset="0"/>
              </a:rPr>
              <a:t>, </a:t>
            </a:r>
            <a:r>
              <a:rPr lang="en-US" sz="2400" b="1" dirty="0">
                <a:solidFill>
                  <a:schemeClr val="tx1"/>
                </a:solidFill>
                <a:latin typeface="Gill Sans" pitchFamily="-112" charset="0"/>
                <a:sym typeface="Gill Sans" pitchFamily="-112" charset="0"/>
              </a:rPr>
              <a:t>Ph.D</a:t>
            </a:r>
            <a:r>
              <a:rPr lang="en-US" sz="2400" b="1" dirty="0" smtClean="0">
                <a:solidFill>
                  <a:schemeClr val="tx1"/>
                </a:solidFill>
                <a:latin typeface="Gill Sans" pitchFamily="-112" charset="0"/>
                <a:sym typeface="Gill Sans" pitchFamily="-112" charset="0"/>
              </a:rPr>
              <a:t>.</a:t>
            </a:r>
          </a:p>
          <a:p>
            <a:endParaRPr lang="en-US" sz="2400" b="1" dirty="0">
              <a:solidFill>
                <a:schemeClr val="tx1"/>
              </a:solidFill>
              <a:latin typeface="Gill Sans" pitchFamily="-112" charset="0"/>
              <a:sym typeface="Gill Sans" pitchFamily="-112" charset="0"/>
            </a:endParaRPr>
          </a:p>
        </p:txBody>
      </p:sp>
      <p:pic>
        <p:nvPicPr>
          <p:cNvPr id="9" name="Picture 55" descr="gsu1"/>
          <p:cNvPicPr>
            <a:picLocks noChangeAspect="1" noChangeArrowheads="1"/>
          </p:cNvPicPr>
          <p:nvPr/>
        </p:nvPicPr>
        <p:blipFill>
          <a:blip r:embed="rId4"/>
          <a:srcRect/>
          <a:stretch>
            <a:fillRect/>
          </a:stretch>
        </p:blipFill>
        <p:spPr bwMode="auto">
          <a:xfrm>
            <a:off x="8864600" y="1752600"/>
            <a:ext cx="2730807" cy="914400"/>
          </a:xfrm>
          <a:prstGeom prst="rect">
            <a:avLst/>
          </a:prstGeom>
          <a:noFill/>
        </p:spPr>
      </p:pic>
      <p:pic>
        <p:nvPicPr>
          <p:cNvPr id="44040" name="Picture 8"/>
          <p:cNvPicPr>
            <a:picLocks noChangeAspect="1"/>
          </p:cNvPicPr>
          <p:nvPr/>
        </p:nvPicPr>
        <p:blipFill>
          <a:blip r:embed="rId5"/>
          <a:srcRect/>
          <a:stretch>
            <a:fillRect/>
          </a:stretch>
        </p:blipFill>
        <p:spPr bwMode="auto">
          <a:xfrm>
            <a:off x="9702800" y="4759404"/>
            <a:ext cx="990600" cy="990600"/>
          </a:xfrm>
          <a:prstGeom prst="rect">
            <a:avLst/>
          </a:prstGeom>
          <a:noFill/>
          <a:ln w="12700">
            <a:noFill/>
            <a:miter lim="800000"/>
            <a:headEnd/>
            <a:tailEnd/>
          </a:ln>
        </p:spPr>
      </p:pic>
      <p:pic>
        <p:nvPicPr>
          <p:cNvPr id="44041" name="Picture 9"/>
          <p:cNvPicPr>
            <a:picLocks noChangeAspect="1"/>
          </p:cNvPicPr>
          <p:nvPr/>
        </p:nvPicPr>
        <p:blipFill>
          <a:blip r:embed="rId6"/>
          <a:srcRect r="50131"/>
          <a:stretch>
            <a:fillRect/>
          </a:stretch>
        </p:blipFill>
        <p:spPr bwMode="auto">
          <a:xfrm>
            <a:off x="2178050" y="8077200"/>
            <a:ext cx="5985896" cy="971550"/>
          </a:xfrm>
          <a:prstGeom prst="rect">
            <a:avLst/>
          </a:prstGeom>
          <a:noFill/>
          <a:ln w="12700">
            <a:noFill/>
            <a:miter lim="800000"/>
            <a:headEnd/>
            <a:tailEnd/>
          </a:ln>
        </p:spPr>
      </p:pic>
      <p:pic>
        <p:nvPicPr>
          <p:cNvPr id="44042" name="Picture 10"/>
          <p:cNvPicPr>
            <a:picLocks noChangeAspect="1"/>
          </p:cNvPicPr>
          <p:nvPr/>
        </p:nvPicPr>
        <p:blipFill>
          <a:blip r:embed="rId7"/>
          <a:srcRect/>
          <a:stretch>
            <a:fillRect/>
          </a:stretch>
        </p:blipFill>
        <p:spPr bwMode="auto">
          <a:xfrm>
            <a:off x="8578850" y="7772400"/>
            <a:ext cx="1581150" cy="1590675"/>
          </a:xfrm>
          <a:prstGeom prst="rect">
            <a:avLst/>
          </a:prstGeom>
          <a:noFill/>
          <a:ln w="12700">
            <a:noFill/>
            <a:miter lim="800000"/>
            <a:headEnd/>
            <a:tailEnd/>
          </a:ln>
        </p:spPr>
      </p:pic>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Title &amp; Bullets">
  <a:themeElements>
    <a:clrScheme name="Title &amp; Bulle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Title &amp; Bullets">
      <a:majorFont>
        <a:latin typeface="Gill Sans Light"/>
        <a:ea typeface="ヒラギノ角ゴ ProN W3"/>
        <a:cs typeface="ヒラギノ角ゴ ProN W3"/>
      </a:majorFont>
      <a:minorFont>
        <a:latin typeface="Gill Sans Light"/>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spDef>
    <a:ln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lnDef>
  </a:objectDefaults>
  <a:extraClrSchemeLst>
    <a:extraClrScheme>
      <a:clrScheme name="Title &amp; Bulle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Title &amp; Bullets">
  <a:themeElements>
    <a:clrScheme name="">
      <a:dk1>
        <a:srgbClr val="000000"/>
      </a:dk1>
      <a:lt1>
        <a:srgbClr val="FFFFFF"/>
      </a:lt1>
      <a:dk2>
        <a:srgbClr val="000000"/>
      </a:dk2>
      <a:lt2>
        <a:srgbClr val="808080"/>
      </a:lt2>
      <a:accent1>
        <a:srgbClr val="00CC99"/>
      </a:accent1>
      <a:accent2>
        <a:srgbClr val="333399"/>
      </a:accent2>
      <a:accent3>
        <a:srgbClr val="FFFFFF"/>
      </a:accent3>
      <a:accent4>
        <a:srgbClr val="000000"/>
      </a:accent4>
      <a:accent5>
        <a:srgbClr val="AAE2CA"/>
      </a:accent5>
      <a:accent6>
        <a:srgbClr val="2D2D8A"/>
      </a:accent6>
      <a:hlink>
        <a:srgbClr val="009999"/>
      </a:hlink>
      <a:folHlink>
        <a:srgbClr val="99CC00"/>
      </a:folHlink>
    </a:clrScheme>
    <a:fontScheme name="Title &amp; Bullets">
      <a:majorFont>
        <a:latin typeface="Times"/>
        <a:ea typeface="ヒラギノ明朝 ProN W3"/>
        <a:cs typeface="ヒラギノ明朝 ProN W3"/>
      </a:majorFont>
      <a:minorFont>
        <a:latin typeface="Times"/>
        <a:ea typeface="ヒラギノ明朝 ProN W3"/>
        <a:cs typeface="ヒラギノ明朝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spDef>
    <a:ln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lnDef>
  </a:objectDefaults>
  <a:extraClrSchemeLst>
    <a:extraClrScheme>
      <a:clrScheme name="Title &amp; Bulle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Photo - Vertical">
  <a:themeElements>
    <a:clrScheme name="">
      <a:dk1>
        <a:srgbClr val="414141"/>
      </a:dk1>
      <a:lt1>
        <a:srgbClr val="FFFFFF"/>
      </a:lt1>
      <a:dk2>
        <a:srgbClr val="000000"/>
      </a:dk2>
      <a:lt2>
        <a:srgbClr val="808080"/>
      </a:lt2>
      <a:accent1>
        <a:srgbClr val="6C7472"/>
      </a:accent1>
      <a:accent2>
        <a:srgbClr val="333399"/>
      </a:accent2>
      <a:accent3>
        <a:srgbClr val="FFFFFF"/>
      </a:accent3>
      <a:accent4>
        <a:srgbClr val="363636"/>
      </a:accent4>
      <a:accent5>
        <a:srgbClr val="BABCBC"/>
      </a:accent5>
      <a:accent6>
        <a:srgbClr val="2D2D8A"/>
      </a:accent6>
      <a:hlink>
        <a:srgbClr val="009999"/>
      </a:hlink>
      <a:folHlink>
        <a:srgbClr val="99CC00"/>
      </a:folHlink>
    </a:clrScheme>
    <a:fontScheme name="Photo - Vertical">
      <a:majorFont>
        <a:latin typeface="Gill Sans Light"/>
        <a:ea typeface="ヒラギノ角ゴ ProN W3"/>
        <a:cs typeface="ヒラギノ角ゴ ProN W3"/>
      </a:majorFont>
      <a:minorFont>
        <a:latin typeface="Gill Sans Light"/>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spDef>
    <a:ln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lnDef>
  </a:objectDefaults>
  <a:extraClrSchemeLst>
    <a:extraClrScheme>
      <a:clrScheme name="Photo - Vertica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Photo - Vertical - Dark">
  <a:themeElements>
    <a:clrScheme name="">
      <a:dk1>
        <a:srgbClr val="414141"/>
      </a:dk1>
      <a:lt1>
        <a:srgbClr val="FFFFFF"/>
      </a:lt1>
      <a:dk2>
        <a:srgbClr val="000000"/>
      </a:dk2>
      <a:lt2>
        <a:srgbClr val="808080"/>
      </a:lt2>
      <a:accent1>
        <a:srgbClr val="6C7472"/>
      </a:accent1>
      <a:accent2>
        <a:srgbClr val="333399"/>
      </a:accent2>
      <a:accent3>
        <a:srgbClr val="FFFFFF"/>
      </a:accent3>
      <a:accent4>
        <a:srgbClr val="363636"/>
      </a:accent4>
      <a:accent5>
        <a:srgbClr val="BABCBC"/>
      </a:accent5>
      <a:accent6>
        <a:srgbClr val="2D2D8A"/>
      </a:accent6>
      <a:hlink>
        <a:srgbClr val="009999"/>
      </a:hlink>
      <a:folHlink>
        <a:srgbClr val="99CC00"/>
      </a:folHlink>
    </a:clrScheme>
    <a:fontScheme name="Photo - Vertical - Dark">
      <a:majorFont>
        <a:latin typeface="Gill Sans Light"/>
        <a:ea typeface="ヒラギノ角ゴ ProN W3"/>
        <a:cs typeface="ヒラギノ角ゴ ProN W3"/>
      </a:majorFont>
      <a:minorFont>
        <a:latin typeface="Gill Sans Light"/>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spDef>
    <a:ln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lnDef>
  </a:objectDefaults>
  <a:extraClrSchemeLst>
    <a:extraClrScheme>
      <a:clrScheme name="Photo - Vertical - Dar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Title - Center">
  <a:themeElements>
    <a:clrScheme name="">
      <a:dk1>
        <a:srgbClr val="414141"/>
      </a:dk1>
      <a:lt1>
        <a:srgbClr val="FFFFFF"/>
      </a:lt1>
      <a:dk2>
        <a:srgbClr val="000000"/>
      </a:dk2>
      <a:lt2>
        <a:srgbClr val="808080"/>
      </a:lt2>
      <a:accent1>
        <a:srgbClr val="6C7472"/>
      </a:accent1>
      <a:accent2>
        <a:srgbClr val="333399"/>
      </a:accent2>
      <a:accent3>
        <a:srgbClr val="FFFFFF"/>
      </a:accent3>
      <a:accent4>
        <a:srgbClr val="363636"/>
      </a:accent4>
      <a:accent5>
        <a:srgbClr val="BABCBC"/>
      </a:accent5>
      <a:accent6>
        <a:srgbClr val="2D2D8A"/>
      </a:accent6>
      <a:hlink>
        <a:srgbClr val="009999"/>
      </a:hlink>
      <a:folHlink>
        <a:srgbClr val="99CC00"/>
      </a:folHlink>
    </a:clrScheme>
    <a:fontScheme name="Title - Center">
      <a:majorFont>
        <a:latin typeface="Gill Sans Light"/>
        <a:ea typeface="ヒラギノ角ゴ ProN W3"/>
        <a:cs typeface="ヒラギノ角ゴ ProN W3"/>
      </a:majorFont>
      <a:minorFont>
        <a:latin typeface="Gill Sans Light"/>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spDef>
    <a:ln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lnDef>
  </a:objectDefaults>
  <a:extraClrSchemeLst>
    <a:extraClrScheme>
      <a:clrScheme name="Title - Center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Photo - Horizontal">
  <a:themeElements>
    <a:clrScheme name="">
      <a:dk1>
        <a:srgbClr val="414141"/>
      </a:dk1>
      <a:lt1>
        <a:srgbClr val="FFFFFF"/>
      </a:lt1>
      <a:dk2>
        <a:srgbClr val="000000"/>
      </a:dk2>
      <a:lt2>
        <a:srgbClr val="808080"/>
      </a:lt2>
      <a:accent1>
        <a:srgbClr val="6C7472"/>
      </a:accent1>
      <a:accent2>
        <a:srgbClr val="333399"/>
      </a:accent2>
      <a:accent3>
        <a:srgbClr val="FFFFFF"/>
      </a:accent3>
      <a:accent4>
        <a:srgbClr val="363636"/>
      </a:accent4>
      <a:accent5>
        <a:srgbClr val="BABCBC"/>
      </a:accent5>
      <a:accent6>
        <a:srgbClr val="2D2D8A"/>
      </a:accent6>
      <a:hlink>
        <a:srgbClr val="009999"/>
      </a:hlink>
      <a:folHlink>
        <a:srgbClr val="99CC00"/>
      </a:folHlink>
    </a:clrScheme>
    <a:fontScheme name="Photo - Horizontal">
      <a:majorFont>
        <a:latin typeface="Gill Sans Light"/>
        <a:ea typeface="ヒラギノ角ゴ ProN W3"/>
        <a:cs typeface="ヒラギノ角ゴ ProN W3"/>
      </a:majorFont>
      <a:minorFont>
        <a:latin typeface="Gill Sans Light"/>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spDef>
    <a:ln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lnDef>
  </a:objectDefaults>
  <a:extraClrSchemeLst>
    <a:extraClrScheme>
      <a:clrScheme name="Photo - Horizonta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Photo - Horizontal - Dark">
  <a:themeElements>
    <a:clrScheme name="">
      <a:dk1>
        <a:srgbClr val="414141"/>
      </a:dk1>
      <a:lt1>
        <a:srgbClr val="FFFFFF"/>
      </a:lt1>
      <a:dk2>
        <a:srgbClr val="000000"/>
      </a:dk2>
      <a:lt2>
        <a:srgbClr val="808080"/>
      </a:lt2>
      <a:accent1>
        <a:srgbClr val="6C7472"/>
      </a:accent1>
      <a:accent2>
        <a:srgbClr val="333399"/>
      </a:accent2>
      <a:accent3>
        <a:srgbClr val="FFFFFF"/>
      </a:accent3>
      <a:accent4>
        <a:srgbClr val="363636"/>
      </a:accent4>
      <a:accent5>
        <a:srgbClr val="BABCBC"/>
      </a:accent5>
      <a:accent6>
        <a:srgbClr val="2D2D8A"/>
      </a:accent6>
      <a:hlink>
        <a:srgbClr val="009999"/>
      </a:hlink>
      <a:folHlink>
        <a:srgbClr val="99CC00"/>
      </a:folHlink>
    </a:clrScheme>
    <a:fontScheme name="Photo - Horizontal - Dark">
      <a:majorFont>
        <a:latin typeface="Gill Sans Light"/>
        <a:ea typeface="ヒラギノ角ゴ ProN W3"/>
        <a:cs typeface="ヒラギノ角ゴ ProN W3"/>
      </a:majorFont>
      <a:minorFont>
        <a:latin typeface="Gill Sans Light"/>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spDef>
    <a:ln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lnDef>
  </a:objectDefaults>
  <a:extraClrSchemeLst>
    <a:extraClrScheme>
      <a:clrScheme name="Photo - Horizontal - Dar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Title &amp; Subtitle - Photo">
  <a:themeElements>
    <a:clrScheme name="">
      <a:dk1>
        <a:srgbClr val="414141"/>
      </a:dk1>
      <a:lt1>
        <a:srgbClr val="FFFFFF"/>
      </a:lt1>
      <a:dk2>
        <a:srgbClr val="000000"/>
      </a:dk2>
      <a:lt2>
        <a:srgbClr val="808080"/>
      </a:lt2>
      <a:accent1>
        <a:srgbClr val="6C7472"/>
      </a:accent1>
      <a:accent2>
        <a:srgbClr val="333399"/>
      </a:accent2>
      <a:accent3>
        <a:srgbClr val="FFFFFF"/>
      </a:accent3>
      <a:accent4>
        <a:srgbClr val="363636"/>
      </a:accent4>
      <a:accent5>
        <a:srgbClr val="BABCBC"/>
      </a:accent5>
      <a:accent6>
        <a:srgbClr val="2D2D8A"/>
      </a:accent6>
      <a:hlink>
        <a:srgbClr val="009999"/>
      </a:hlink>
      <a:folHlink>
        <a:srgbClr val="99CC00"/>
      </a:folHlink>
    </a:clrScheme>
    <a:fontScheme name="Title &amp; Subtitle - Photo">
      <a:majorFont>
        <a:latin typeface="Gill Sans Light"/>
        <a:ea typeface="ヒラギノ角ゴ ProN W3"/>
        <a:cs typeface="ヒラギノ角ゴ ProN W3"/>
      </a:majorFont>
      <a:minorFont>
        <a:latin typeface="Gill Sans Light"/>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spDef>
    <a:ln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lnDef>
  </a:objectDefaults>
  <a:extraClrSchemeLst>
    <a:extraClrScheme>
      <a:clrScheme name="Title &amp; Subtitle - Phot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Title &amp; Subtitle - Photo - Dark">
  <a:themeElements>
    <a:clrScheme name="">
      <a:dk1>
        <a:srgbClr val="414141"/>
      </a:dk1>
      <a:lt1>
        <a:srgbClr val="FFFFFF"/>
      </a:lt1>
      <a:dk2>
        <a:srgbClr val="000000"/>
      </a:dk2>
      <a:lt2>
        <a:srgbClr val="808080"/>
      </a:lt2>
      <a:accent1>
        <a:srgbClr val="6C7472"/>
      </a:accent1>
      <a:accent2>
        <a:srgbClr val="333399"/>
      </a:accent2>
      <a:accent3>
        <a:srgbClr val="FFFFFF"/>
      </a:accent3>
      <a:accent4>
        <a:srgbClr val="363636"/>
      </a:accent4>
      <a:accent5>
        <a:srgbClr val="BABCBC"/>
      </a:accent5>
      <a:accent6>
        <a:srgbClr val="2D2D8A"/>
      </a:accent6>
      <a:hlink>
        <a:srgbClr val="009999"/>
      </a:hlink>
      <a:folHlink>
        <a:srgbClr val="99CC00"/>
      </a:folHlink>
    </a:clrScheme>
    <a:fontScheme name="Title &amp; Subtitle - Photo - Dark">
      <a:majorFont>
        <a:latin typeface="Gill Sans Light"/>
        <a:ea typeface="ヒラギノ角ゴ ProN W3"/>
        <a:cs typeface="ヒラギノ角ゴ ProN W3"/>
      </a:majorFont>
      <a:minorFont>
        <a:latin typeface="Gill Sans Light"/>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spDef>
    <a:ln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lnDef>
  </a:objectDefaults>
  <a:extraClrSchemeLst>
    <a:extraClrScheme>
      <a:clrScheme name="Title &amp; Subtitle - Photo - Dar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Title &amp; Bullets - Right">
  <a:themeElements>
    <a:clrScheme name="">
      <a:dk1>
        <a:srgbClr val="414141"/>
      </a:dk1>
      <a:lt1>
        <a:srgbClr val="FFFFFF"/>
      </a:lt1>
      <a:dk2>
        <a:srgbClr val="000000"/>
      </a:dk2>
      <a:lt2>
        <a:srgbClr val="808080"/>
      </a:lt2>
      <a:accent1>
        <a:srgbClr val="6C7472"/>
      </a:accent1>
      <a:accent2>
        <a:srgbClr val="333399"/>
      </a:accent2>
      <a:accent3>
        <a:srgbClr val="FFFFFF"/>
      </a:accent3>
      <a:accent4>
        <a:srgbClr val="363636"/>
      </a:accent4>
      <a:accent5>
        <a:srgbClr val="BABCBC"/>
      </a:accent5>
      <a:accent6>
        <a:srgbClr val="2D2D8A"/>
      </a:accent6>
      <a:hlink>
        <a:srgbClr val="009999"/>
      </a:hlink>
      <a:folHlink>
        <a:srgbClr val="99CC00"/>
      </a:folHlink>
    </a:clrScheme>
    <a:fontScheme name="Title &amp; Bullets - Right">
      <a:majorFont>
        <a:latin typeface="Gill Sans Light"/>
        <a:ea typeface="ヒラギノ角ゴ ProN W3"/>
        <a:cs typeface="ヒラギノ角ゴ ProN W3"/>
      </a:majorFont>
      <a:minorFont>
        <a:latin typeface="Gill Sans Light"/>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spDef>
    <a:ln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lnDef>
  </a:objectDefaults>
  <a:extraClrSchemeLst>
    <a:extraClrScheme>
      <a:clrScheme name="Title &amp; Bullets - Righ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Title &amp; Bullets - 2 Column">
  <a:themeElements>
    <a:clrScheme name="">
      <a:dk1>
        <a:srgbClr val="414141"/>
      </a:dk1>
      <a:lt1>
        <a:srgbClr val="FFFFFF"/>
      </a:lt1>
      <a:dk2>
        <a:srgbClr val="000000"/>
      </a:dk2>
      <a:lt2>
        <a:srgbClr val="808080"/>
      </a:lt2>
      <a:accent1>
        <a:srgbClr val="6C7472"/>
      </a:accent1>
      <a:accent2>
        <a:srgbClr val="333399"/>
      </a:accent2>
      <a:accent3>
        <a:srgbClr val="FFFFFF"/>
      </a:accent3>
      <a:accent4>
        <a:srgbClr val="363636"/>
      </a:accent4>
      <a:accent5>
        <a:srgbClr val="BABCBC"/>
      </a:accent5>
      <a:accent6>
        <a:srgbClr val="2D2D8A"/>
      </a:accent6>
      <a:hlink>
        <a:srgbClr val="009999"/>
      </a:hlink>
      <a:folHlink>
        <a:srgbClr val="99CC00"/>
      </a:folHlink>
    </a:clrScheme>
    <a:fontScheme name="Title &amp; Bullets - 2 Column">
      <a:majorFont>
        <a:latin typeface="Gill Sans Light"/>
        <a:ea typeface="ヒラギノ角ゴ ProN W3"/>
        <a:cs typeface="ヒラギノ角ゴ ProN W3"/>
      </a:majorFont>
      <a:minorFont>
        <a:latin typeface="Gill Sans Light"/>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spDef>
    <a:ln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lnDef>
  </a:objectDefaults>
  <a:extraClrSchemeLst>
    <a:extraClrScheme>
      <a:clrScheme name="Title &amp; Bullets - 2 Colum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Title &amp; Bullets - Left">
  <a:themeElements>
    <a:clrScheme name="">
      <a:dk1>
        <a:srgbClr val="414141"/>
      </a:dk1>
      <a:lt1>
        <a:srgbClr val="FFFFFF"/>
      </a:lt1>
      <a:dk2>
        <a:srgbClr val="000000"/>
      </a:dk2>
      <a:lt2>
        <a:srgbClr val="808080"/>
      </a:lt2>
      <a:accent1>
        <a:srgbClr val="6C7472"/>
      </a:accent1>
      <a:accent2>
        <a:srgbClr val="333399"/>
      </a:accent2>
      <a:accent3>
        <a:srgbClr val="FFFFFF"/>
      </a:accent3>
      <a:accent4>
        <a:srgbClr val="363636"/>
      </a:accent4>
      <a:accent5>
        <a:srgbClr val="BABCBC"/>
      </a:accent5>
      <a:accent6>
        <a:srgbClr val="2D2D8A"/>
      </a:accent6>
      <a:hlink>
        <a:srgbClr val="009999"/>
      </a:hlink>
      <a:folHlink>
        <a:srgbClr val="99CC00"/>
      </a:folHlink>
    </a:clrScheme>
    <a:fontScheme name="Title &amp; Bullets - Left">
      <a:majorFont>
        <a:latin typeface="Gill Sans Light"/>
        <a:ea typeface="ヒラギノ角ゴ ProN W3"/>
        <a:cs typeface="ヒラギノ角ゴ ProN W3"/>
      </a:majorFont>
      <a:minorFont>
        <a:latin typeface="Gill Sans Light"/>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spDef>
    <a:ln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lnDef>
  </a:objectDefaults>
  <a:extraClrSchemeLst>
    <a:extraClrScheme>
      <a:clrScheme name="Title &amp; Bullets - Lef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Title, Bullets &amp; Photo">
  <a:themeElements>
    <a:clrScheme name="">
      <a:dk1>
        <a:srgbClr val="414141"/>
      </a:dk1>
      <a:lt1>
        <a:srgbClr val="FFFFFF"/>
      </a:lt1>
      <a:dk2>
        <a:srgbClr val="000000"/>
      </a:dk2>
      <a:lt2>
        <a:srgbClr val="808080"/>
      </a:lt2>
      <a:accent1>
        <a:srgbClr val="6C7472"/>
      </a:accent1>
      <a:accent2>
        <a:srgbClr val="333399"/>
      </a:accent2>
      <a:accent3>
        <a:srgbClr val="FFFFFF"/>
      </a:accent3>
      <a:accent4>
        <a:srgbClr val="363636"/>
      </a:accent4>
      <a:accent5>
        <a:srgbClr val="BABCBC"/>
      </a:accent5>
      <a:accent6>
        <a:srgbClr val="2D2D8A"/>
      </a:accent6>
      <a:hlink>
        <a:srgbClr val="009999"/>
      </a:hlink>
      <a:folHlink>
        <a:srgbClr val="99CC00"/>
      </a:folHlink>
    </a:clrScheme>
    <a:fontScheme name="Title, Bullets &amp; Photo">
      <a:majorFont>
        <a:latin typeface="Gill Sans Light"/>
        <a:ea typeface="ヒラギノ角ゴ ProN W3"/>
        <a:cs typeface="ヒラギノ角ゴ ProN W3"/>
      </a:majorFont>
      <a:minorFont>
        <a:latin typeface="Gill Sans Light"/>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spDef>
    <a:ln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lnDef>
  </a:objectDefaults>
  <a:extraClrSchemeLst>
    <a:extraClrScheme>
      <a:clrScheme name="Title, Bullets &amp; Phot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Bullets">
  <a:themeElements>
    <a:clrScheme name="">
      <a:dk1>
        <a:srgbClr val="414141"/>
      </a:dk1>
      <a:lt1>
        <a:srgbClr val="FFFFFF"/>
      </a:lt1>
      <a:dk2>
        <a:srgbClr val="000000"/>
      </a:dk2>
      <a:lt2>
        <a:srgbClr val="808080"/>
      </a:lt2>
      <a:accent1>
        <a:srgbClr val="6C7472"/>
      </a:accent1>
      <a:accent2>
        <a:srgbClr val="333399"/>
      </a:accent2>
      <a:accent3>
        <a:srgbClr val="FFFFFF"/>
      </a:accent3>
      <a:accent4>
        <a:srgbClr val="363636"/>
      </a:accent4>
      <a:accent5>
        <a:srgbClr val="BABCBC"/>
      </a:accent5>
      <a:accent6>
        <a:srgbClr val="2D2D8A"/>
      </a:accent6>
      <a:hlink>
        <a:srgbClr val="009999"/>
      </a:hlink>
      <a:folHlink>
        <a:srgbClr val="99CC00"/>
      </a:folHlink>
    </a:clrScheme>
    <a:fontScheme name="Bullets">
      <a:majorFont>
        <a:latin typeface="Gill Sans Light"/>
        <a:ea typeface="ヒラギノ角ゴ ProN W3"/>
        <a:cs typeface="ヒラギノ角ゴ ProN W3"/>
      </a:majorFont>
      <a:minorFont>
        <a:latin typeface="Gill Sans Light"/>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spDef>
    <a:ln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lnDef>
  </a:objectDefaults>
  <a:extraClrSchemeLst>
    <a:extraClrScheme>
      <a:clrScheme name="Bulle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Blank">
  <a:themeElements>
    <a:clrScheme name="">
      <a:dk1>
        <a:srgbClr val="414141"/>
      </a:dk1>
      <a:lt1>
        <a:srgbClr val="FFFFFF"/>
      </a:lt1>
      <a:dk2>
        <a:srgbClr val="000000"/>
      </a:dk2>
      <a:lt2>
        <a:srgbClr val="808080"/>
      </a:lt2>
      <a:accent1>
        <a:srgbClr val="6C7472"/>
      </a:accent1>
      <a:accent2>
        <a:srgbClr val="333399"/>
      </a:accent2>
      <a:accent3>
        <a:srgbClr val="FFFFFF"/>
      </a:accent3>
      <a:accent4>
        <a:srgbClr val="363636"/>
      </a:accent4>
      <a:accent5>
        <a:srgbClr val="BABCBC"/>
      </a:accent5>
      <a:accent6>
        <a:srgbClr val="2D2D8A"/>
      </a:accent6>
      <a:hlink>
        <a:srgbClr val="009999"/>
      </a:hlink>
      <a:folHlink>
        <a:srgbClr val="99CC00"/>
      </a:folHlink>
    </a:clrScheme>
    <a:fontScheme name="Blank">
      <a:majorFont>
        <a:latin typeface="Gill Sans Light"/>
        <a:ea typeface="ヒラギノ角ゴ ProN W3"/>
        <a:cs typeface="ヒラギノ角ゴ ProN W3"/>
      </a:majorFont>
      <a:minorFont>
        <a:latin typeface="Gill Sans Light"/>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spDef>
    <a:ln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Blank - Dark">
  <a:themeElements>
    <a:clrScheme name="">
      <a:dk1>
        <a:srgbClr val="414141"/>
      </a:dk1>
      <a:lt1>
        <a:srgbClr val="FFFFFF"/>
      </a:lt1>
      <a:dk2>
        <a:srgbClr val="000000"/>
      </a:dk2>
      <a:lt2>
        <a:srgbClr val="808080"/>
      </a:lt2>
      <a:accent1>
        <a:srgbClr val="6C7472"/>
      </a:accent1>
      <a:accent2>
        <a:srgbClr val="333399"/>
      </a:accent2>
      <a:accent3>
        <a:srgbClr val="FFFFFF"/>
      </a:accent3>
      <a:accent4>
        <a:srgbClr val="363636"/>
      </a:accent4>
      <a:accent5>
        <a:srgbClr val="BABCBC"/>
      </a:accent5>
      <a:accent6>
        <a:srgbClr val="2D2D8A"/>
      </a:accent6>
      <a:hlink>
        <a:srgbClr val="009999"/>
      </a:hlink>
      <a:folHlink>
        <a:srgbClr val="99CC00"/>
      </a:folHlink>
    </a:clrScheme>
    <a:fontScheme name="Blank - Dark">
      <a:majorFont>
        <a:latin typeface="Gill Sans Light"/>
        <a:ea typeface="ヒラギノ角ゴ ProN W3"/>
        <a:cs typeface="ヒラギノ角ゴ ProN W3"/>
      </a:majorFont>
      <a:minorFont>
        <a:latin typeface="Gill Sans Light"/>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spDef>
    <a:ln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lnDef>
  </a:objectDefaults>
  <a:extraClrSchemeLst>
    <a:extraClrScheme>
      <a:clrScheme name="Blank - Dar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Title - Top">
  <a:themeElements>
    <a:clrScheme name="">
      <a:dk1>
        <a:srgbClr val="414141"/>
      </a:dk1>
      <a:lt1>
        <a:srgbClr val="FFFFFF"/>
      </a:lt1>
      <a:dk2>
        <a:srgbClr val="000000"/>
      </a:dk2>
      <a:lt2>
        <a:srgbClr val="808080"/>
      </a:lt2>
      <a:accent1>
        <a:srgbClr val="6C7472"/>
      </a:accent1>
      <a:accent2>
        <a:srgbClr val="333399"/>
      </a:accent2>
      <a:accent3>
        <a:srgbClr val="FFFFFF"/>
      </a:accent3>
      <a:accent4>
        <a:srgbClr val="363636"/>
      </a:accent4>
      <a:accent5>
        <a:srgbClr val="BABCBC"/>
      </a:accent5>
      <a:accent6>
        <a:srgbClr val="2D2D8A"/>
      </a:accent6>
      <a:hlink>
        <a:srgbClr val="009999"/>
      </a:hlink>
      <a:folHlink>
        <a:srgbClr val="99CC00"/>
      </a:folHlink>
    </a:clrScheme>
    <a:fontScheme name="Title - Top">
      <a:majorFont>
        <a:latin typeface="Gill Sans Light"/>
        <a:ea typeface="ヒラギノ角ゴ ProN W3"/>
        <a:cs typeface="ヒラギノ角ゴ ProN W3"/>
      </a:majorFont>
      <a:minorFont>
        <a:latin typeface="Gill Sans Light"/>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spDef>
    <a:ln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lnDef>
  </a:objectDefaults>
  <a:extraClrSchemeLst>
    <a:extraClrScheme>
      <a:clrScheme name="Title - Top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Title - Top - Dark">
  <a:themeElements>
    <a:clrScheme name="">
      <a:dk1>
        <a:srgbClr val="414141"/>
      </a:dk1>
      <a:lt1>
        <a:srgbClr val="FFFFFF"/>
      </a:lt1>
      <a:dk2>
        <a:srgbClr val="000000"/>
      </a:dk2>
      <a:lt2>
        <a:srgbClr val="808080"/>
      </a:lt2>
      <a:accent1>
        <a:srgbClr val="6C7472"/>
      </a:accent1>
      <a:accent2>
        <a:srgbClr val="333399"/>
      </a:accent2>
      <a:accent3>
        <a:srgbClr val="FFFFFF"/>
      </a:accent3>
      <a:accent4>
        <a:srgbClr val="363636"/>
      </a:accent4>
      <a:accent5>
        <a:srgbClr val="BABCBC"/>
      </a:accent5>
      <a:accent6>
        <a:srgbClr val="2D2D8A"/>
      </a:accent6>
      <a:hlink>
        <a:srgbClr val="009999"/>
      </a:hlink>
      <a:folHlink>
        <a:srgbClr val="99CC00"/>
      </a:folHlink>
    </a:clrScheme>
    <a:fontScheme name="Title - Top - Dark">
      <a:majorFont>
        <a:latin typeface="Gill Sans Light"/>
        <a:ea typeface="ヒラギノ角ゴ ProN W3"/>
        <a:cs typeface="ヒラギノ角ゴ ProN W3"/>
      </a:majorFont>
      <a:minorFont>
        <a:latin typeface="Gill Sans Light"/>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spDef>
    <a:ln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lnDef>
  </a:objectDefaults>
  <a:extraClrSchemeLst>
    <a:extraClrScheme>
      <a:clrScheme name="Title - Top - Dar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Title &amp; Subtitle">
  <a:themeElements>
    <a:clrScheme name="">
      <a:dk1>
        <a:srgbClr val="414141"/>
      </a:dk1>
      <a:lt1>
        <a:srgbClr val="FFFFFF"/>
      </a:lt1>
      <a:dk2>
        <a:srgbClr val="000000"/>
      </a:dk2>
      <a:lt2>
        <a:srgbClr val="808080"/>
      </a:lt2>
      <a:accent1>
        <a:srgbClr val="6C7472"/>
      </a:accent1>
      <a:accent2>
        <a:srgbClr val="333399"/>
      </a:accent2>
      <a:accent3>
        <a:srgbClr val="FFFFFF"/>
      </a:accent3>
      <a:accent4>
        <a:srgbClr val="363636"/>
      </a:accent4>
      <a:accent5>
        <a:srgbClr val="BABCBC"/>
      </a:accent5>
      <a:accent6>
        <a:srgbClr val="2D2D8A"/>
      </a:accent6>
      <a:hlink>
        <a:srgbClr val="009999"/>
      </a:hlink>
      <a:folHlink>
        <a:srgbClr val="99CC00"/>
      </a:folHlink>
    </a:clrScheme>
    <a:fontScheme name="Title &amp; Subtitle">
      <a:majorFont>
        <a:latin typeface="Gill Sans Light"/>
        <a:ea typeface="ヒラギノ角ゴ ProN W3"/>
        <a:cs typeface="ヒラギノ角ゴ ProN W3"/>
      </a:majorFont>
      <a:minorFont>
        <a:latin typeface="Gill Sans Light"/>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spDef>
    <a:lnDef>
      <a:spPr bwMode="auto">
        <a:xfrm>
          <a:off x="0" y="0"/>
          <a:ext cx="1" cy="1"/>
        </a:xfrm>
        <a:custGeom>
          <a:avLst/>
          <a:gdLst/>
          <a:ahLst/>
          <a:cxnLst/>
          <a:rect l="0" t="0" r="0" b="0"/>
          <a:pathLst/>
        </a:custGeom>
        <a:solidFill>
          <a:srgbClr val="6C7472"/>
        </a:soli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414141"/>
            </a:solidFill>
            <a:effectLst/>
            <a:latin typeface="Gill Sans Light" pitchFamily="-112" charset="0"/>
            <a:ea typeface="ヒラギノ角ゴ ProN W3" pitchFamily="-112" charset="-128"/>
            <a:cs typeface="ヒラギノ角ゴ ProN W3" pitchFamily="-112" charset="-128"/>
            <a:sym typeface="Gill Sans Light" pitchFamily="-112" charset="0"/>
          </a:defRPr>
        </a:defPPr>
      </a:lstStyle>
    </a:lnDef>
  </a:objectDefaults>
  <a:extraClrSchemeLst>
    <a:extraClrScheme>
      <a:clrScheme name="Title &amp; Subtitl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
    <a:dk1>
      <a:srgbClr val="414141"/>
    </a:dk1>
    <a:lt1>
      <a:srgbClr val="FFFFFF"/>
    </a:lt1>
    <a:dk2>
      <a:srgbClr val="000000"/>
    </a:dk2>
    <a:lt2>
      <a:srgbClr val="808080"/>
    </a:lt2>
    <a:accent1>
      <a:srgbClr val="6C7472"/>
    </a:accent1>
    <a:accent2>
      <a:srgbClr val="333399"/>
    </a:accent2>
    <a:accent3>
      <a:srgbClr val="FFFFFF"/>
    </a:accent3>
    <a:accent4>
      <a:srgbClr val="363636"/>
    </a:accent4>
    <a:accent5>
      <a:srgbClr val="BABCBC"/>
    </a:accent5>
    <a:accent6>
      <a:srgbClr val="2D2D8A"/>
    </a:accent6>
    <a:hlink>
      <a:srgbClr val="009999"/>
    </a:hlink>
    <a:folHlink>
      <a:srgbClr val="99CC00"/>
    </a:folHlink>
  </a:clrScheme>
  <a:fontScheme name="Title &amp; Bullets">
    <a:majorFont>
      <a:latin typeface="Gill Sans Light"/>
      <a:ea typeface="ヒラギノ角ゴ ProN W3"/>
      <a:cs typeface="ヒラギノ角ゴ ProN W3"/>
    </a:majorFont>
    <a:minorFont>
      <a:latin typeface="Gill Sans Light"/>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2549</TotalTime>
  <Pages>0</Pages>
  <Words>1290</Words>
  <Characters>0</Characters>
  <Application>Microsoft Office PowerPoint</Application>
  <PresentationFormat>Custom</PresentationFormat>
  <Lines>0</Lines>
  <Paragraphs>159</Paragraphs>
  <Slides>28</Slides>
  <Notes>12</Notes>
  <HiddenSlides>0</HiddenSlides>
  <MMClips>0</MMClips>
  <ScaleCrop>false</ScaleCrop>
  <HeadingPairs>
    <vt:vector size="6" baseType="variant">
      <vt:variant>
        <vt:lpstr>Theme</vt:lpstr>
      </vt:variant>
      <vt:variant>
        <vt:i4>19</vt:i4>
      </vt:variant>
      <vt:variant>
        <vt:lpstr>Embedded OLE Servers</vt:lpstr>
      </vt:variant>
      <vt:variant>
        <vt:i4>1</vt:i4>
      </vt:variant>
      <vt:variant>
        <vt:lpstr>Slide Titles</vt:lpstr>
      </vt:variant>
      <vt:variant>
        <vt:i4>28</vt:i4>
      </vt:variant>
    </vt:vector>
  </HeadingPairs>
  <TitlesOfParts>
    <vt:vector size="48" baseType="lpstr">
      <vt:lpstr>Title &amp; Bullets</vt:lpstr>
      <vt:lpstr>1_Title &amp; Bullets</vt:lpstr>
      <vt:lpstr>Photo - Vertical</vt:lpstr>
      <vt:lpstr>Photo - Vertical - Dark</vt:lpstr>
      <vt:lpstr>Title - Center</vt:lpstr>
      <vt:lpstr>Photo - Horizontal</vt:lpstr>
      <vt:lpstr>Photo - Horizontal - Dark</vt:lpstr>
      <vt:lpstr>Title &amp; Subtitle - Photo</vt:lpstr>
      <vt:lpstr>Title &amp; Subtitle - Photo - Dark</vt:lpstr>
      <vt:lpstr>Title &amp; Bullets - Right</vt:lpstr>
      <vt:lpstr>Title &amp; Bullets - 2 Column</vt:lpstr>
      <vt:lpstr>Title &amp; Bullets - Left</vt:lpstr>
      <vt:lpstr>Title, Bullets &amp; Photo</vt:lpstr>
      <vt:lpstr>Bullets</vt:lpstr>
      <vt:lpstr>Blank</vt:lpstr>
      <vt:lpstr>Blank - Dark</vt:lpstr>
      <vt:lpstr>Title - Top</vt:lpstr>
      <vt:lpstr>Title - Top - Dark</vt:lpstr>
      <vt:lpstr>Title &amp; Subtitle</vt:lpstr>
      <vt:lpstr>Equation</vt:lpstr>
      <vt:lpstr>Reconstruction of infectious bronchitis virus quasispecies from 454 pyrosequencing reads   </vt:lpstr>
      <vt:lpstr>Infectious Bronchitis Virus (IBV)</vt:lpstr>
      <vt:lpstr>IBV</vt:lpstr>
      <vt:lpstr>IBV Vaccination</vt:lpstr>
      <vt:lpstr>Evolution of IBV</vt:lpstr>
      <vt:lpstr>Evolution of IBV</vt:lpstr>
      <vt:lpstr>S1 Gene RT-PCR</vt:lpstr>
      <vt:lpstr>Slide 8</vt:lpstr>
      <vt:lpstr>ViSpA: Viral Spectrum Assembler [Astrovskaya et al. 2011]</vt:lpstr>
      <vt:lpstr>k-mer Error Correction [Skums et al.]</vt:lpstr>
      <vt:lpstr>Slide 11</vt:lpstr>
      <vt:lpstr>Read Coverage</vt:lpstr>
      <vt:lpstr>Post-processing of Aligned Reads</vt:lpstr>
      <vt:lpstr>Read Graph: Vertices</vt:lpstr>
      <vt:lpstr>Read Graph: Edges</vt:lpstr>
      <vt:lpstr>Edge Cost</vt:lpstr>
      <vt:lpstr>Contig Assembly - Path to Sequence</vt:lpstr>
      <vt:lpstr>Frequency Estimation – EM Algorithm</vt:lpstr>
      <vt:lpstr>User-Specified Parameters   </vt:lpstr>
      <vt:lpstr>Reconstructed Quasispecies Variability</vt:lpstr>
      <vt:lpstr>M42 Sanger Clones NJ Tree </vt:lpstr>
      <vt:lpstr>M42 Vispa Qsps NJ Tree</vt:lpstr>
      <vt:lpstr>M42 Sanger + Vispa NJ Tree</vt:lpstr>
      <vt:lpstr>MA41 Vaccine Sanger Clones</vt:lpstr>
      <vt:lpstr>Summary </vt:lpstr>
      <vt:lpstr>Ongoing Work </vt:lpstr>
      <vt:lpstr>Longitudinal Sampling</vt:lpstr>
      <vt:lpstr>Slide 28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Ultraconserved Retrovirus Defies the Centromere Paradox</dc:title>
  <dc:creator>Rachel O'Neill</dc:creator>
  <cp:lastModifiedBy>HuskyPC</cp:lastModifiedBy>
  <cp:revision>101</cp:revision>
  <dcterms:created xsi:type="dcterms:W3CDTF">2011-11-10T18:36:57Z</dcterms:created>
  <dcterms:modified xsi:type="dcterms:W3CDTF">2011-11-12T21:41:44Z</dcterms:modified>
</cp:coreProperties>
</file>
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ppt/slideLayouts/slideLayout13.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0.xml" ContentType="application/vnd.openxmlformats-officedocument.presentationml.slideLayout+xml"/>
  <Default Extension="vml" ContentType="application/vnd.openxmlformats-officedocument.vmlDrawing"/>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Default Extension="png" ContentType="image/png"/>
  <Default Extension="bin" ContentType="application/vnd.openxmlformats-officedocument.oleObject"/>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3" r:id="rId1"/>
  </p:sldMasterIdLst>
  <p:notesMasterIdLst>
    <p:notesMasterId r:id="rId30"/>
  </p:notesMasterIdLst>
  <p:sldIdLst>
    <p:sldId id="256" r:id="rId2"/>
    <p:sldId id="263" r:id="rId3"/>
    <p:sldId id="289" r:id="rId4"/>
    <p:sldId id="290" r:id="rId5"/>
    <p:sldId id="291" r:id="rId6"/>
    <p:sldId id="292" r:id="rId7"/>
    <p:sldId id="294" r:id="rId8"/>
    <p:sldId id="293" r:id="rId9"/>
    <p:sldId id="288" r:id="rId10"/>
    <p:sldId id="264" r:id="rId11"/>
    <p:sldId id="266" r:id="rId12"/>
    <p:sldId id="285" r:id="rId13"/>
    <p:sldId id="267" r:id="rId14"/>
    <p:sldId id="280" r:id="rId15"/>
    <p:sldId id="281" r:id="rId16"/>
    <p:sldId id="282" r:id="rId17"/>
    <p:sldId id="283" r:id="rId18"/>
    <p:sldId id="284" r:id="rId19"/>
    <p:sldId id="278" r:id="rId20"/>
    <p:sldId id="269" r:id="rId21"/>
    <p:sldId id="270" r:id="rId22"/>
    <p:sldId id="271" r:id="rId23"/>
    <p:sldId id="274" r:id="rId24"/>
    <p:sldId id="286" r:id="rId25"/>
    <p:sldId id="287" r:id="rId26"/>
    <p:sldId id="275" r:id="rId27"/>
    <p:sldId id="276" r:id="rId28"/>
    <p:sldId id="277" r:id="rId29"/>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Arial" charset="0"/>
        <a:ea typeface="+mn-ea"/>
        <a:cs typeface="+mn-cs"/>
      </a:defRPr>
    </a:lvl1pPr>
    <a:lvl2pPr marL="457200" algn="l" rtl="0" eaLnBrk="0" fontAlgn="base" hangingPunct="0">
      <a:spcBef>
        <a:spcPct val="0"/>
      </a:spcBef>
      <a:spcAft>
        <a:spcPct val="0"/>
      </a:spcAft>
      <a:defRPr kern="1200">
        <a:solidFill>
          <a:schemeClr val="tx1"/>
        </a:solidFill>
        <a:latin typeface="Arial" charset="0"/>
        <a:ea typeface="+mn-ea"/>
        <a:cs typeface="+mn-cs"/>
      </a:defRPr>
    </a:lvl2pPr>
    <a:lvl3pPr marL="914400" algn="l" rtl="0" eaLnBrk="0" fontAlgn="base" hangingPunct="0">
      <a:spcBef>
        <a:spcPct val="0"/>
      </a:spcBef>
      <a:spcAft>
        <a:spcPct val="0"/>
      </a:spcAft>
      <a:defRPr kern="1200">
        <a:solidFill>
          <a:schemeClr val="tx1"/>
        </a:solidFill>
        <a:latin typeface="Arial" charset="0"/>
        <a:ea typeface="+mn-ea"/>
        <a:cs typeface="+mn-cs"/>
      </a:defRPr>
    </a:lvl3pPr>
    <a:lvl4pPr marL="1371600" algn="l" rtl="0" eaLnBrk="0" fontAlgn="base" hangingPunct="0">
      <a:spcBef>
        <a:spcPct val="0"/>
      </a:spcBef>
      <a:spcAft>
        <a:spcPct val="0"/>
      </a:spcAft>
      <a:defRPr kern="1200">
        <a:solidFill>
          <a:schemeClr val="tx1"/>
        </a:solidFill>
        <a:latin typeface="Arial" charset="0"/>
        <a:ea typeface="+mn-ea"/>
        <a:cs typeface="+mn-cs"/>
      </a:defRPr>
    </a:lvl4pPr>
    <a:lvl5pPr marL="1828800" algn="l" rtl="0" eaLnBrk="0" fontAlgn="base" hangingPunct="0">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C0000"/>
    <a:srgbClr val="F1031F"/>
    <a:srgbClr val="FFC145"/>
    <a:srgbClr val="FF9900"/>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40" autoAdjust="0"/>
    <p:restoredTop sz="94643" autoAdjust="0"/>
  </p:normalViewPr>
  <p:slideViewPr>
    <p:cSldViewPr>
      <p:cViewPr varScale="1">
        <p:scale>
          <a:sx n="104" d="100"/>
          <a:sy n="104" d="100"/>
        </p:scale>
        <p:origin x="-174" y="-8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png"/></Relationships>
</file>

<file path=ppt/drawings/_rels/vmlDrawing3.vml.rels><?xml version="1.0" encoding="UTF-8" standalone="yes"?>
<Relationships xmlns="http://schemas.openxmlformats.org/package/2006/relationships"><Relationship Id="rId1" Type="http://schemas.openxmlformats.org/officeDocument/2006/relationships/image" Target="../media/image9.png"/></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9.png"/></Relationships>
</file>

<file path=ppt/drawings/_rels/vmlDrawing5.vml.rels><?xml version="1.0" encoding="UTF-8" standalone="yes"?>
<Relationships xmlns="http://schemas.openxmlformats.org/package/2006/relationships"><Relationship Id="rId1" Type="http://schemas.openxmlformats.org/officeDocument/2006/relationships/image" Target="../media/image20.png"/></Relationships>
</file>

<file path=ppt/drawings/_rels/vmlDrawing6.vml.rels><?xml version="1.0" encoding="UTF-8" standalone="yes"?>
<Relationships xmlns="http://schemas.openxmlformats.org/package/2006/relationships"><Relationship Id="rId1" Type="http://schemas.openxmlformats.org/officeDocument/2006/relationships/image" Target="../media/image22.png"/></Relationships>
</file>

<file path=ppt/drawings/_rels/vmlDrawing7.vml.rels><?xml version="1.0" encoding="UTF-8" standalone="yes"?>
<Relationships xmlns="http://schemas.openxmlformats.org/package/2006/relationships"><Relationship Id="rId1" Type="http://schemas.openxmlformats.org/officeDocument/2006/relationships/image" Target="../media/image30.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7762"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vl1pPr>
          </a:lstStyle>
          <a:p>
            <a:endParaRPr lang="en-US"/>
          </a:p>
        </p:txBody>
      </p:sp>
      <p:sp>
        <p:nvSpPr>
          <p:cNvPr id="117763"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vl1pPr>
          </a:lstStyle>
          <a:p>
            <a:endParaRPr lang="en-US"/>
          </a:p>
        </p:txBody>
      </p:sp>
      <p:sp>
        <p:nvSpPr>
          <p:cNvPr id="117764" name="Rectangle 4"/>
          <p:cNvSpPr>
            <a:spLocks noRo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p:spPr>
      </p:sp>
      <p:sp>
        <p:nvSpPr>
          <p:cNvPr id="117765"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17766"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vl1pPr>
          </a:lstStyle>
          <a:p>
            <a:endParaRPr lang="en-US"/>
          </a:p>
        </p:txBody>
      </p:sp>
      <p:sp>
        <p:nvSpPr>
          <p:cNvPr id="117767"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vl1pPr>
          </a:lstStyle>
          <a:p>
            <a:fld id="{A5F03EFF-E287-4BAF-BEF5-F343C61D4963}" type="slidenum">
              <a:rPr lang="en-US"/>
              <a:pPr/>
              <a:t>‹#›</a:t>
            </a:fld>
            <a:endParaRPr lang="en-US"/>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charset="0"/>
        <a:ea typeface="+mn-ea"/>
        <a:cs typeface="+mn-cs"/>
      </a:defRPr>
    </a:lvl1pPr>
    <a:lvl2pPr marL="457200" algn="l" rtl="0" fontAlgn="base">
      <a:spcBef>
        <a:spcPct val="30000"/>
      </a:spcBef>
      <a:spcAft>
        <a:spcPct val="0"/>
      </a:spcAft>
      <a:defRPr sz="1200" kern="1200">
        <a:solidFill>
          <a:schemeClr val="tx1"/>
        </a:solidFill>
        <a:latin typeface="Arial" charset="0"/>
        <a:ea typeface="+mn-ea"/>
        <a:cs typeface="+mn-cs"/>
      </a:defRPr>
    </a:lvl2pPr>
    <a:lvl3pPr marL="914400" algn="l" rtl="0" fontAlgn="base">
      <a:spcBef>
        <a:spcPct val="30000"/>
      </a:spcBef>
      <a:spcAft>
        <a:spcPct val="0"/>
      </a:spcAft>
      <a:defRPr sz="1200" kern="1200">
        <a:solidFill>
          <a:schemeClr val="tx1"/>
        </a:solidFill>
        <a:latin typeface="Arial" charset="0"/>
        <a:ea typeface="+mn-ea"/>
        <a:cs typeface="+mn-cs"/>
      </a:defRPr>
    </a:lvl3pPr>
    <a:lvl4pPr marL="1371600" algn="l" rtl="0" fontAlgn="base">
      <a:spcBef>
        <a:spcPct val="30000"/>
      </a:spcBef>
      <a:spcAft>
        <a:spcPct val="0"/>
      </a:spcAft>
      <a:defRPr sz="1200" kern="1200">
        <a:solidFill>
          <a:schemeClr val="tx1"/>
        </a:solidFill>
        <a:latin typeface="Arial" charset="0"/>
        <a:ea typeface="+mn-ea"/>
        <a:cs typeface="+mn-cs"/>
      </a:defRPr>
    </a:lvl4pPr>
    <a:lvl5pPr marL="1828800" algn="l" rtl="0" fontAlgn="base">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B87AA1B-CF2C-46D1-83CF-B429E86B602A}" type="slidenum">
              <a:rPr lang="en-US"/>
              <a:pPr/>
              <a:t>1</a:t>
            </a:fld>
            <a:endParaRPr lang="en-US"/>
          </a:p>
        </p:txBody>
      </p:sp>
      <p:sp>
        <p:nvSpPr>
          <p:cNvPr id="118786" name="Rectangle 2"/>
          <p:cNvSpPr>
            <a:spLocks noRot="1" noChangeArrowheads="1" noTextEdit="1"/>
          </p:cNvSpPr>
          <p:nvPr>
            <p:ph type="sldImg"/>
          </p:nvPr>
        </p:nvSpPr>
        <p:spPr>
          <a:ln/>
        </p:spPr>
      </p:sp>
      <p:sp>
        <p:nvSpPr>
          <p:cNvPr id="118787" name="Rectangle 3"/>
          <p:cNvSpPr>
            <a:spLocks noGrp="1" noChangeArrowheads="1"/>
          </p:cNvSpPr>
          <p:nvPr>
            <p:ph type="body" idx="1"/>
          </p:nvPr>
        </p:nvSpPr>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0242" name="Group 2"/>
          <p:cNvGrpSpPr>
            <a:grpSpLocks/>
          </p:cNvGrpSpPr>
          <p:nvPr/>
        </p:nvGrpSpPr>
        <p:grpSpPr bwMode="auto">
          <a:xfrm>
            <a:off x="381000" y="457200"/>
            <a:ext cx="8397875" cy="5562600"/>
            <a:chOff x="240" y="288"/>
            <a:chExt cx="5290" cy="3504"/>
          </a:xfrm>
        </p:grpSpPr>
        <p:sp>
          <p:nvSpPr>
            <p:cNvPr id="10243" name="Rectangle 3"/>
            <p:cNvSpPr>
              <a:spLocks noChangeArrowheads="1"/>
            </p:cNvSpPr>
            <p:nvPr/>
          </p:nvSpPr>
          <p:spPr bwMode="blackWhite">
            <a:xfrm>
              <a:off x="240" y="288"/>
              <a:ext cx="5290" cy="3504"/>
            </a:xfrm>
            <a:prstGeom prst="rect">
              <a:avLst/>
            </a:prstGeom>
            <a:solidFill>
              <a:schemeClr val="bg1"/>
            </a:solidFill>
            <a:ln w="50800">
              <a:solidFill>
                <a:schemeClr val="folHlink"/>
              </a:solidFill>
              <a:miter lim="800000"/>
              <a:headEnd/>
              <a:tailEnd/>
            </a:ln>
            <a:effectLst/>
          </p:spPr>
          <p:txBody>
            <a:bodyPr wrap="none" anchor="ctr"/>
            <a:lstStyle/>
            <a:p>
              <a:pPr algn="ctr" eaLnBrk="1" hangingPunct="1"/>
              <a:endParaRPr lang="en-US" sz="2400">
                <a:latin typeface="Times New Roman" pitchFamily="18" charset="0"/>
              </a:endParaRPr>
            </a:p>
          </p:txBody>
        </p:sp>
        <p:sp>
          <p:nvSpPr>
            <p:cNvPr id="10244" name="Rectangle 4"/>
            <p:cNvSpPr>
              <a:spLocks noChangeArrowheads="1"/>
            </p:cNvSpPr>
            <p:nvPr/>
          </p:nvSpPr>
          <p:spPr bwMode="auto">
            <a:xfrm>
              <a:off x="285" y="336"/>
              <a:ext cx="5184" cy="3408"/>
            </a:xfrm>
            <a:prstGeom prst="rect">
              <a:avLst/>
            </a:prstGeom>
            <a:noFill/>
            <a:ln w="9525">
              <a:solidFill>
                <a:schemeClr val="folHlink"/>
              </a:solidFill>
              <a:miter lim="800000"/>
              <a:headEnd/>
              <a:tailEnd/>
            </a:ln>
            <a:effectLst/>
          </p:spPr>
          <p:txBody>
            <a:bodyPr wrap="none" anchor="ctr"/>
            <a:lstStyle/>
            <a:p>
              <a:pPr algn="ctr" eaLnBrk="1" hangingPunct="1"/>
              <a:endParaRPr lang="en-US" sz="2400">
                <a:latin typeface="Times New Roman" pitchFamily="18" charset="0"/>
              </a:endParaRPr>
            </a:p>
          </p:txBody>
        </p:sp>
        <p:sp>
          <p:nvSpPr>
            <p:cNvPr id="10245" name="Line 5"/>
            <p:cNvSpPr>
              <a:spLocks noChangeShapeType="1"/>
            </p:cNvSpPr>
            <p:nvPr/>
          </p:nvSpPr>
          <p:spPr bwMode="auto">
            <a:xfrm>
              <a:off x="576" y="2256"/>
              <a:ext cx="4608" cy="0"/>
            </a:xfrm>
            <a:prstGeom prst="line">
              <a:avLst/>
            </a:prstGeom>
            <a:noFill/>
            <a:ln w="19050">
              <a:solidFill>
                <a:schemeClr val="accent2"/>
              </a:solidFill>
              <a:round/>
              <a:headEnd/>
              <a:tailEnd/>
            </a:ln>
            <a:effectLst/>
          </p:spPr>
          <p:txBody>
            <a:bodyPr wrap="none" anchor="ctr"/>
            <a:lstStyle/>
            <a:p>
              <a:endParaRPr lang="en-US"/>
            </a:p>
          </p:txBody>
        </p:sp>
      </p:grpSp>
      <p:sp>
        <p:nvSpPr>
          <p:cNvPr id="10246" name="Rectangle 6"/>
          <p:cNvSpPr>
            <a:spLocks noGrp="1" noChangeArrowheads="1"/>
          </p:cNvSpPr>
          <p:nvPr>
            <p:ph type="ctrTitle"/>
          </p:nvPr>
        </p:nvSpPr>
        <p:spPr>
          <a:xfrm>
            <a:off x="1219200" y="838200"/>
            <a:ext cx="6781800" cy="2559050"/>
          </a:xfrm>
        </p:spPr>
        <p:txBody>
          <a:bodyPr anchorCtr="1"/>
          <a:lstStyle>
            <a:lvl1pPr algn="ctr">
              <a:defRPr sz="6200"/>
            </a:lvl1pPr>
          </a:lstStyle>
          <a:p>
            <a:r>
              <a:rPr lang="en-US" smtClean="0"/>
              <a:t>Click to edit Master title style</a:t>
            </a:r>
            <a:endParaRPr lang="en-US"/>
          </a:p>
        </p:txBody>
      </p:sp>
      <p:sp>
        <p:nvSpPr>
          <p:cNvPr id="10247" name="Rectangle 7"/>
          <p:cNvSpPr>
            <a:spLocks noGrp="1" noChangeArrowheads="1"/>
          </p:cNvSpPr>
          <p:nvPr>
            <p:ph type="subTitle" idx="1"/>
          </p:nvPr>
        </p:nvSpPr>
        <p:spPr>
          <a:xfrm>
            <a:off x="1371600" y="3733800"/>
            <a:ext cx="6400800" cy="1873250"/>
          </a:xfrm>
        </p:spPr>
        <p:txBody>
          <a:bodyPr/>
          <a:lstStyle>
            <a:lvl1pPr marL="0" indent="0" algn="ctr">
              <a:buFont typeface="Wingdings" pitchFamily="2" charset="2"/>
              <a:buNone/>
              <a:defRPr sz="3000"/>
            </a:lvl1pPr>
          </a:lstStyle>
          <a:p>
            <a:r>
              <a:rPr lang="en-US" smtClean="0"/>
              <a:t>Click to edit Master subtitle style</a:t>
            </a:r>
            <a:endParaRPr lang="en-US"/>
          </a:p>
        </p:txBody>
      </p:sp>
      <p:sp>
        <p:nvSpPr>
          <p:cNvPr id="10248" name="Rectangle 8"/>
          <p:cNvSpPr>
            <a:spLocks noGrp="1" noChangeArrowheads="1"/>
          </p:cNvSpPr>
          <p:nvPr>
            <p:ph type="dt" sz="half" idx="2"/>
          </p:nvPr>
        </p:nvSpPr>
        <p:spPr>
          <a:xfrm>
            <a:off x="536575" y="6248400"/>
            <a:ext cx="2054225" cy="457200"/>
          </a:xfrm>
        </p:spPr>
        <p:txBody>
          <a:bodyPr/>
          <a:lstStyle>
            <a:lvl1pPr>
              <a:defRPr/>
            </a:lvl1pPr>
          </a:lstStyle>
          <a:p>
            <a:endParaRPr lang="en-US"/>
          </a:p>
        </p:txBody>
      </p:sp>
      <p:sp>
        <p:nvSpPr>
          <p:cNvPr id="10249" name="Rectangle 9"/>
          <p:cNvSpPr>
            <a:spLocks noGrp="1" noChangeArrowheads="1"/>
          </p:cNvSpPr>
          <p:nvPr>
            <p:ph type="ftr" sz="quarter" idx="3"/>
          </p:nvPr>
        </p:nvSpPr>
        <p:spPr>
          <a:xfrm>
            <a:off x="3251200" y="6248400"/>
            <a:ext cx="2887663" cy="457200"/>
          </a:xfrm>
        </p:spPr>
        <p:txBody>
          <a:bodyPr/>
          <a:lstStyle>
            <a:lvl1pPr>
              <a:defRPr/>
            </a:lvl1pPr>
          </a:lstStyle>
          <a:p>
            <a:endParaRPr lang="en-US"/>
          </a:p>
        </p:txBody>
      </p:sp>
      <p:sp>
        <p:nvSpPr>
          <p:cNvPr id="10250" name="Rectangle 10"/>
          <p:cNvSpPr>
            <a:spLocks noGrp="1" noChangeArrowheads="1"/>
          </p:cNvSpPr>
          <p:nvPr>
            <p:ph type="sldNum" sz="quarter" idx="4"/>
          </p:nvPr>
        </p:nvSpPr>
        <p:spPr>
          <a:xfrm>
            <a:off x="6788150" y="6257925"/>
            <a:ext cx="1905000" cy="457200"/>
          </a:xfrm>
        </p:spPr>
        <p:txBody>
          <a:bodyPr/>
          <a:lstStyle>
            <a:lvl1pPr>
              <a:defRPr/>
            </a:lvl1pPr>
          </a:lstStyle>
          <a:p>
            <a:fld id="{45559624-63E7-431E-8167-814DD9D19E9E}" type="slidenum">
              <a:rPr lang="en-US"/>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8350F295-F387-45E9-A8F6-A597B7C6EE3E}" type="slidenum">
              <a:rPr lang="en-US"/>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6BCAC0CF-12C7-4878-BCE8-07F068C39B31}" type="slidenum">
              <a:rPr lang="en-US"/>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533400" y="1828800"/>
            <a:ext cx="4000500" cy="4038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86300" y="1828800"/>
            <a:ext cx="4000500" cy="4038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lvl1pPr>
              <a:defRPr/>
            </a:lvl1pPr>
          </a:lstStyle>
          <a:p>
            <a:endParaRPr lang="en-US"/>
          </a:p>
        </p:txBody>
      </p:sp>
      <p:sp>
        <p:nvSpPr>
          <p:cNvPr id="6" name="Footer Placeholder 5"/>
          <p:cNvSpPr>
            <a:spLocks noGrp="1"/>
          </p:cNvSpPr>
          <p:nvPr>
            <p:ph type="ftr" sz="quarter" idx="11"/>
          </p:nvPr>
        </p:nvSpPr>
        <p:spPr/>
        <p:txBody>
          <a:bodyPr/>
          <a:lstStyle>
            <a:lvl1pPr>
              <a:defRPr/>
            </a:lvl1pPr>
          </a:lstStyle>
          <a:p>
            <a:endParaRPr lang="en-US"/>
          </a:p>
        </p:txBody>
      </p:sp>
      <p:sp>
        <p:nvSpPr>
          <p:cNvPr id="7" name="Slide Number Placeholder 6"/>
          <p:cNvSpPr>
            <a:spLocks noGrp="1"/>
          </p:cNvSpPr>
          <p:nvPr>
            <p:ph type="sldNum" sz="quarter" idx="12"/>
          </p:nvPr>
        </p:nvSpPr>
        <p:spPr/>
        <p:txBody>
          <a:bodyPr/>
          <a:lstStyle>
            <a:lvl1pPr>
              <a:defRPr/>
            </a:lvl1pPr>
          </a:lstStyle>
          <a:p>
            <a:fld id="{AD296C8D-E017-49B2-8977-6DE535689BC5}" type="slidenum">
              <a:rPr lang="en-US"/>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lvl1pPr>
              <a:defRPr/>
            </a:lvl1pPr>
          </a:lstStyle>
          <a:p>
            <a:endParaRPr lang="en-US"/>
          </a:p>
        </p:txBody>
      </p:sp>
      <p:sp>
        <p:nvSpPr>
          <p:cNvPr id="8" name="Footer Placeholder 7"/>
          <p:cNvSpPr>
            <a:spLocks noGrp="1"/>
          </p:cNvSpPr>
          <p:nvPr>
            <p:ph type="ftr" sz="quarter" idx="11"/>
          </p:nvPr>
        </p:nvSpPr>
        <p:spPr/>
        <p:txBody>
          <a:bodyPr/>
          <a:lstStyle>
            <a:lvl1pPr>
              <a:defRPr/>
            </a:lvl1pPr>
          </a:lstStyle>
          <a:p>
            <a:endParaRPr lang="en-US"/>
          </a:p>
        </p:txBody>
      </p:sp>
      <p:sp>
        <p:nvSpPr>
          <p:cNvPr id="9" name="Slide Number Placeholder 8"/>
          <p:cNvSpPr>
            <a:spLocks noGrp="1"/>
          </p:cNvSpPr>
          <p:nvPr>
            <p:ph type="sldNum" sz="quarter" idx="12"/>
          </p:nvPr>
        </p:nvSpPr>
        <p:spPr/>
        <p:txBody>
          <a:bodyPr/>
          <a:lstStyle>
            <a:lvl1pPr>
              <a:defRPr/>
            </a:lvl1pPr>
          </a:lstStyle>
          <a:p>
            <a:fld id="{47095BE2-D293-40C2-9E19-45E07705BA30}" type="slidenum">
              <a:rPr lang="en-US"/>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lvl1pPr>
              <a:defRPr/>
            </a:lvl1pPr>
          </a:lstStyle>
          <a:p>
            <a:endParaRPr lang="en-US"/>
          </a:p>
        </p:txBody>
      </p:sp>
      <p:sp>
        <p:nvSpPr>
          <p:cNvPr id="4" name="Footer Placeholder 3"/>
          <p:cNvSpPr>
            <a:spLocks noGrp="1"/>
          </p:cNvSpPr>
          <p:nvPr>
            <p:ph type="ftr" sz="quarter" idx="11"/>
          </p:nvPr>
        </p:nvSpPr>
        <p:spPr/>
        <p:txBody>
          <a:bodyPr/>
          <a:lstStyle>
            <a:lvl1pPr>
              <a:defRPr/>
            </a:lvl1pPr>
          </a:lstStyle>
          <a:p>
            <a:endParaRPr lang="en-US"/>
          </a:p>
        </p:txBody>
      </p:sp>
      <p:sp>
        <p:nvSpPr>
          <p:cNvPr id="5" name="Slide Number Placeholder 4"/>
          <p:cNvSpPr>
            <a:spLocks noGrp="1"/>
          </p:cNvSpPr>
          <p:nvPr>
            <p:ph type="sldNum" sz="quarter" idx="12"/>
          </p:nvPr>
        </p:nvSpPr>
        <p:spPr/>
        <p:txBody>
          <a:bodyPr/>
          <a:lstStyle>
            <a:lvl1pPr>
              <a:defRPr/>
            </a:lvl1pPr>
          </a:lstStyle>
          <a:p>
            <a:fld id="{D79A6D49-ABDE-4F7C-9584-3377CBFC02AC}" type="slidenum">
              <a:rPr lang="en-US"/>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endParaRPr lang="en-US"/>
          </a:p>
        </p:txBody>
      </p:sp>
      <p:sp>
        <p:nvSpPr>
          <p:cNvPr id="3" name="Footer Placeholder 2"/>
          <p:cNvSpPr>
            <a:spLocks noGrp="1"/>
          </p:cNvSpPr>
          <p:nvPr>
            <p:ph type="ftr" sz="quarter" idx="11"/>
          </p:nvPr>
        </p:nvSpPr>
        <p:spPr/>
        <p:txBody>
          <a:bodyPr/>
          <a:lstStyle>
            <a:lvl1pPr>
              <a:defRPr/>
            </a:lvl1pPr>
          </a:lstStyle>
          <a:p>
            <a:endParaRPr lang="en-US"/>
          </a:p>
        </p:txBody>
      </p:sp>
      <p:sp>
        <p:nvSpPr>
          <p:cNvPr id="4" name="Slide Number Placeholder 3"/>
          <p:cNvSpPr>
            <a:spLocks noGrp="1"/>
          </p:cNvSpPr>
          <p:nvPr>
            <p:ph type="sldNum" sz="quarter" idx="12"/>
          </p:nvPr>
        </p:nvSpPr>
        <p:spPr/>
        <p:txBody>
          <a:bodyPr/>
          <a:lstStyle>
            <a:lvl1pPr>
              <a:defRPr/>
            </a:lvl1pPr>
          </a:lstStyle>
          <a:p>
            <a:fld id="{E0E86553-9215-4ED9-A614-FA0BD4A53D50}" type="slidenum">
              <a:rPr lang="en-US"/>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a:defRPr/>
            </a:lvl1pPr>
          </a:lstStyle>
          <a:p>
            <a:endParaRPr lang="en-US"/>
          </a:p>
        </p:txBody>
      </p:sp>
      <p:sp>
        <p:nvSpPr>
          <p:cNvPr id="6" name="Footer Placeholder 5"/>
          <p:cNvSpPr>
            <a:spLocks noGrp="1"/>
          </p:cNvSpPr>
          <p:nvPr>
            <p:ph type="ftr" sz="quarter" idx="11"/>
          </p:nvPr>
        </p:nvSpPr>
        <p:spPr/>
        <p:txBody>
          <a:bodyPr/>
          <a:lstStyle>
            <a:lvl1pPr>
              <a:defRPr/>
            </a:lvl1pPr>
          </a:lstStyle>
          <a:p>
            <a:endParaRPr lang="en-US"/>
          </a:p>
        </p:txBody>
      </p:sp>
      <p:sp>
        <p:nvSpPr>
          <p:cNvPr id="7" name="Slide Number Placeholder 6"/>
          <p:cNvSpPr>
            <a:spLocks noGrp="1"/>
          </p:cNvSpPr>
          <p:nvPr>
            <p:ph type="sldNum" sz="quarter" idx="12"/>
          </p:nvPr>
        </p:nvSpPr>
        <p:spPr/>
        <p:txBody>
          <a:bodyPr/>
          <a:lstStyle>
            <a:lvl1pPr>
              <a:defRPr/>
            </a:lvl1pPr>
          </a:lstStyle>
          <a:p>
            <a:fld id="{5D721E85-F660-4947-A2FA-14378E2C827F}" type="slidenum">
              <a:rPr lang="en-US"/>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a:defRPr/>
            </a:lvl1pPr>
          </a:lstStyle>
          <a:p>
            <a:endParaRPr lang="en-US"/>
          </a:p>
        </p:txBody>
      </p:sp>
      <p:sp>
        <p:nvSpPr>
          <p:cNvPr id="6" name="Footer Placeholder 5"/>
          <p:cNvSpPr>
            <a:spLocks noGrp="1"/>
          </p:cNvSpPr>
          <p:nvPr>
            <p:ph type="ftr" sz="quarter" idx="11"/>
          </p:nvPr>
        </p:nvSpPr>
        <p:spPr/>
        <p:txBody>
          <a:bodyPr/>
          <a:lstStyle>
            <a:lvl1pPr>
              <a:defRPr/>
            </a:lvl1pPr>
          </a:lstStyle>
          <a:p>
            <a:endParaRPr lang="en-US"/>
          </a:p>
        </p:txBody>
      </p:sp>
      <p:sp>
        <p:nvSpPr>
          <p:cNvPr id="7" name="Slide Number Placeholder 6"/>
          <p:cNvSpPr>
            <a:spLocks noGrp="1"/>
          </p:cNvSpPr>
          <p:nvPr>
            <p:ph type="sldNum" sz="quarter" idx="12"/>
          </p:nvPr>
        </p:nvSpPr>
        <p:spPr/>
        <p:txBody>
          <a:bodyPr/>
          <a:lstStyle>
            <a:lvl1pPr>
              <a:defRPr/>
            </a:lvl1pPr>
          </a:lstStyle>
          <a:p>
            <a:fld id="{F8263604-0A12-49A5-9059-0E0B56780DB8}" type="slidenum">
              <a:rPr lang="en-US"/>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5E64B82B-D6C9-40A7-B1C0-72643E4552B7}" type="slidenum">
              <a:rPr lang="en-US"/>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48450" y="473075"/>
            <a:ext cx="2038350" cy="53943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533400" y="473075"/>
            <a:ext cx="5962650" cy="53943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7E095FA9-E77A-4F54-A050-FA4DA5EFF99B}" type="slidenum">
              <a:rPr lang="en-US"/>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33400" y="473075"/>
            <a:ext cx="8153400" cy="11430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533400" y="1828800"/>
            <a:ext cx="4000500" cy="40386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86300" y="1828800"/>
            <a:ext cx="4000500" cy="40386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a:xfrm>
            <a:off x="533400" y="6248400"/>
            <a:ext cx="2057400" cy="457200"/>
          </a:xfrm>
        </p:spPr>
        <p:txBody>
          <a:bodyPr/>
          <a:lstStyle>
            <a:lvl1pPr>
              <a:defRPr/>
            </a:lvl1pPr>
          </a:lstStyle>
          <a:p>
            <a:endParaRPr lang="en-US"/>
          </a:p>
        </p:txBody>
      </p:sp>
      <p:sp>
        <p:nvSpPr>
          <p:cNvPr id="6" name="Footer Placeholder 5"/>
          <p:cNvSpPr>
            <a:spLocks noGrp="1"/>
          </p:cNvSpPr>
          <p:nvPr>
            <p:ph type="ftr" sz="quarter" idx="11"/>
          </p:nvPr>
        </p:nvSpPr>
        <p:spPr>
          <a:xfrm>
            <a:off x="3238500" y="6248400"/>
            <a:ext cx="2895600" cy="457200"/>
          </a:xfrm>
        </p:spPr>
        <p:txBody>
          <a:bodyPr/>
          <a:lstStyle>
            <a:lvl1pPr>
              <a:defRPr/>
            </a:lvl1pPr>
          </a:lstStyle>
          <a:p>
            <a:endParaRPr lang="en-US"/>
          </a:p>
        </p:txBody>
      </p:sp>
      <p:sp>
        <p:nvSpPr>
          <p:cNvPr id="7" name="Slide Number Placeholder 6"/>
          <p:cNvSpPr>
            <a:spLocks noGrp="1"/>
          </p:cNvSpPr>
          <p:nvPr>
            <p:ph type="sldNum" sz="quarter" idx="12"/>
          </p:nvPr>
        </p:nvSpPr>
        <p:spPr>
          <a:xfrm>
            <a:off x="6781800" y="6248400"/>
            <a:ext cx="1905000" cy="457200"/>
          </a:xfrm>
        </p:spPr>
        <p:txBody>
          <a:bodyPr/>
          <a:lstStyle>
            <a:lvl1pPr>
              <a:defRPr/>
            </a:lvl1pPr>
          </a:lstStyle>
          <a:p>
            <a:fld id="{B8E40F07-EBBF-476C-824C-F1485CE227CE}" type="slidenum">
              <a:rPr lang="en-US"/>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TwoObj" preserve="1">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533400" y="473075"/>
            <a:ext cx="8153400" cy="11430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533400" y="1828800"/>
            <a:ext cx="4000500" cy="40386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quarter" idx="2"/>
          </p:nvPr>
        </p:nvSpPr>
        <p:spPr>
          <a:xfrm>
            <a:off x="4686300" y="1828800"/>
            <a:ext cx="4000500" cy="19431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Content Placeholder 4"/>
          <p:cNvSpPr>
            <a:spLocks noGrp="1"/>
          </p:cNvSpPr>
          <p:nvPr>
            <p:ph sz="quarter" idx="3"/>
          </p:nvPr>
        </p:nvSpPr>
        <p:spPr>
          <a:xfrm>
            <a:off x="4686300" y="3924300"/>
            <a:ext cx="4000500" cy="19431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Date Placeholder 5"/>
          <p:cNvSpPr>
            <a:spLocks noGrp="1"/>
          </p:cNvSpPr>
          <p:nvPr>
            <p:ph type="dt" sz="half" idx="10"/>
          </p:nvPr>
        </p:nvSpPr>
        <p:spPr>
          <a:xfrm>
            <a:off x="533400" y="6248400"/>
            <a:ext cx="2057400" cy="457200"/>
          </a:xfrm>
        </p:spPr>
        <p:txBody>
          <a:bodyPr/>
          <a:lstStyle>
            <a:lvl1pPr>
              <a:defRPr/>
            </a:lvl1pPr>
          </a:lstStyle>
          <a:p>
            <a:endParaRPr lang="en-US"/>
          </a:p>
        </p:txBody>
      </p:sp>
      <p:sp>
        <p:nvSpPr>
          <p:cNvPr id="7" name="Footer Placeholder 6"/>
          <p:cNvSpPr>
            <a:spLocks noGrp="1"/>
          </p:cNvSpPr>
          <p:nvPr>
            <p:ph type="ftr" sz="quarter" idx="11"/>
          </p:nvPr>
        </p:nvSpPr>
        <p:spPr>
          <a:xfrm>
            <a:off x="3238500" y="6248400"/>
            <a:ext cx="2895600" cy="457200"/>
          </a:xfrm>
        </p:spPr>
        <p:txBody>
          <a:bodyPr/>
          <a:lstStyle>
            <a:lvl1pPr>
              <a:defRPr/>
            </a:lvl1pPr>
          </a:lstStyle>
          <a:p>
            <a:endParaRPr lang="en-US"/>
          </a:p>
        </p:txBody>
      </p:sp>
      <p:sp>
        <p:nvSpPr>
          <p:cNvPr id="8" name="Slide Number Placeholder 7"/>
          <p:cNvSpPr>
            <a:spLocks noGrp="1"/>
          </p:cNvSpPr>
          <p:nvPr>
            <p:ph type="sldNum" sz="quarter" idx="12"/>
          </p:nvPr>
        </p:nvSpPr>
        <p:spPr>
          <a:xfrm>
            <a:off x="6781800" y="6248400"/>
            <a:ext cx="1905000" cy="457200"/>
          </a:xfrm>
        </p:spPr>
        <p:txBody>
          <a:bodyPr/>
          <a:lstStyle>
            <a:lvl1pPr>
              <a:defRPr/>
            </a:lvl1pPr>
          </a:lstStyle>
          <a:p>
            <a:fld id="{EE7CC3B9-CFA1-4F49-A8AD-90EF5F71134D}" type="slidenum">
              <a:rPr lang="en-US"/>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9218" name="Group 2"/>
          <p:cNvGrpSpPr>
            <a:grpSpLocks/>
          </p:cNvGrpSpPr>
          <p:nvPr/>
        </p:nvGrpSpPr>
        <p:grpSpPr bwMode="auto">
          <a:xfrm>
            <a:off x="228600" y="228600"/>
            <a:ext cx="8686800" cy="5943600"/>
            <a:chOff x="144" y="144"/>
            <a:chExt cx="5472" cy="3744"/>
          </a:xfrm>
        </p:grpSpPr>
        <p:sp>
          <p:nvSpPr>
            <p:cNvPr id="9219" name="Rectangle 3"/>
            <p:cNvSpPr>
              <a:spLocks noChangeArrowheads="1"/>
            </p:cNvSpPr>
            <p:nvPr/>
          </p:nvSpPr>
          <p:spPr bwMode="auto">
            <a:xfrm>
              <a:off x="144" y="144"/>
              <a:ext cx="5472" cy="3744"/>
            </a:xfrm>
            <a:prstGeom prst="rect">
              <a:avLst/>
            </a:prstGeom>
            <a:solidFill>
              <a:schemeClr val="bg1"/>
            </a:solidFill>
            <a:ln w="44450">
              <a:solidFill>
                <a:schemeClr val="folHlink"/>
              </a:solidFill>
              <a:miter lim="800000"/>
              <a:headEnd/>
              <a:tailEnd/>
            </a:ln>
            <a:effectLst/>
          </p:spPr>
          <p:txBody>
            <a:bodyPr wrap="none" anchor="ctr"/>
            <a:lstStyle/>
            <a:p>
              <a:pPr algn="ctr" eaLnBrk="1" hangingPunct="1"/>
              <a:endParaRPr lang="en-US" sz="2400">
                <a:latin typeface="Times New Roman" pitchFamily="18" charset="0"/>
              </a:endParaRPr>
            </a:p>
          </p:txBody>
        </p:sp>
        <p:sp>
          <p:nvSpPr>
            <p:cNvPr id="9220" name="Rectangle 4"/>
            <p:cNvSpPr>
              <a:spLocks noChangeArrowheads="1"/>
            </p:cNvSpPr>
            <p:nvPr/>
          </p:nvSpPr>
          <p:spPr bwMode="blackWhite">
            <a:xfrm>
              <a:off x="193" y="193"/>
              <a:ext cx="5373" cy="3635"/>
            </a:xfrm>
            <a:prstGeom prst="rect">
              <a:avLst/>
            </a:prstGeom>
            <a:solidFill>
              <a:schemeClr val="bg1"/>
            </a:solidFill>
            <a:ln w="9525">
              <a:solidFill>
                <a:schemeClr val="folHlink"/>
              </a:solidFill>
              <a:miter lim="800000"/>
              <a:headEnd/>
              <a:tailEnd/>
            </a:ln>
            <a:effectLst/>
          </p:spPr>
          <p:txBody>
            <a:bodyPr wrap="none" anchor="ctr"/>
            <a:lstStyle/>
            <a:p>
              <a:pPr algn="ctr" eaLnBrk="1" hangingPunct="1"/>
              <a:endParaRPr lang="en-US" sz="2400">
                <a:latin typeface="Times New Roman" pitchFamily="18" charset="0"/>
              </a:endParaRPr>
            </a:p>
          </p:txBody>
        </p:sp>
        <p:sp>
          <p:nvSpPr>
            <p:cNvPr id="9221" name="Line 5"/>
            <p:cNvSpPr>
              <a:spLocks noChangeShapeType="1"/>
            </p:cNvSpPr>
            <p:nvPr/>
          </p:nvSpPr>
          <p:spPr bwMode="auto">
            <a:xfrm>
              <a:off x="336" y="1092"/>
              <a:ext cx="5136" cy="0"/>
            </a:xfrm>
            <a:prstGeom prst="line">
              <a:avLst/>
            </a:prstGeom>
            <a:noFill/>
            <a:ln w="12700">
              <a:solidFill>
                <a:schemeClr val="accent2"/>
              </a:solidFill>
              <a:round/>
              <a:headEnd/>
              <a:tailEnd/>
            </a:ln>
            <a:effectLst/>
          </p:spPr>
          <p:txBody>
            <a:bodyPr/>
            <a:lstStyle/>
            <a:p>
              <a:endParaRPr lang="en-US"/>
            </a:p>
          </p:txBody>
        </p:sp>
      </p:grpSp>
      <p:sp>
        <p:nvSpPr>
          <p:cNvPr id="9222" name="Rectangle 6"/>
          <p:cNvSpPr>
            <a:spLocks noGrp="1" noChangeArrowheads="1"/>
          </p:cNvSpPr>
          <p:nvPr>
            <p:ph type="title"/>
          </p:nvPr>
        </p:nvSpPr>
        <p:spPr bwMode="auto">
          <a:xfrm>
            <a:off x="533400" y="473075"/>
            <a:ext cx="8153400" cy="11430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p>
            <a:pPr lvl="0"/>
            <a:r>
              <a:rPr lang="en-US" smtClean="0"/>
              <a:t>Click to edit Master title style</a:t>
            </a:r>
            <a:endParaRPr lang="en-US" smtClean="0"/>
          </a:p>
        </p:txBody>
      </p:sp>
      <p:sp>
        <p:nvSpPr>
          <p:cNvPr id="9223" name="Rectangle 7"/>
          <p:cNvSpPr>
            <a:spLocks noGrp="1" noChangeArrowheads="1"/>
          </p:cNvSpPr>
          <p:nvPr>
            <p:ph type="body" idx="1"/>
          </p:nvPr>
        </p:nvSpPr>
        <p:spPr bwMode="auto">
          <a:xfrm>
            <a:off x="533400" y="1828800"/>
            <a:ext cx="8153400" cy="40386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smtClean="0"/>
          </a:p>
        </p:txBody>
      </p:sp>
      <p:sp>
        <p:nvSpPr>
          <p:cNvPr id="9224" name="Rectangle 8"/>
          <p:cNvSpPr>
            <a:spLocks noGrp="1" noChangeArrowheads="1"/>
          </p:cNvSpPr>
          <p:nvPr>
            <p:ph type="dt" sz="half" idx="2"/>
          </p:nvPr>
        </p:nvSpPr>
        <p:spPr bwMode="auto">
          <a:xfrm>
            <a:off x="533400" y="6248400"/>
            <a:ext cx="20574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000"/>
            </a:lvl1pPr>
          </a:lstStyle>
          <a:p>
            <a:endParaRPr lang="en-US"/>
          </a:p>
        </p:txBody>
      </p:sp>
      <p:sp>
        <p:nvSpPr>
          <p:cNvPr id="9225" name="Rectangle 9"/>
          <p:cNvSpPr>
            <a:spLocks noGrp="1" noChangeArrowheads="1"/>
          </p:cNvSpPr>
          <p:nvPr>
            <p:ph type="ftr" sz="quarter" idx="3"/>
          </p:nvPr>
        </p:nvSpPr>
        <p:spPr bwMode="auto">
          <a:xfrm>
            <a:off x="3238500" y="6248400"/>
            <a:ext cx="2895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eaLnBrk="1" hangingPunct="1">
              <a:defRPr sz="1000"/>
            </a:lvl1pPr>
          </a:lstStyle>
          <a:p>
            <a:endParaRPr lang="en-US"/>
          </a:p>
        </p:txBody>
      </p:sp>
      <p:sp>
        <p:nvSpPr>
          <p:cNvPr id="9226" name="Rectangle 10"/>
          <p:cNvSpPr>
            <a:spLocks noGrp="1" noChangeArrowheads="1"/>
          </p:cNvSpPr>
          <p:nvPr>
            <p:ph type="sldNum" sz="quarter" idx="4"/>
          </p:nvPr>
        </p:nvSpPr>
        <p:spPr bwMode="auto">
          <a:xfrm>
            <a:off x="6781800" y="6248400"/>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000"/>
            </a:lvl1pPr>
          </a:lstStyle>
          <a:p>
            <a:fld id="{C0588FB8-0225-4F70-8D00-B3FE050E0D31}" type="slidenum">
              <a:rPr lang="en-US"/>
              <a:pPr/>
              <a:t>‹#›</a:t>
            </a:fld>
            <a:endParaRPr lang="en-US"/>
          </a:p>
        </p:txBody>
      </p:sp>
    </p:spTree>
  </p:cSld>
  <p:clrMap bg1="dk2" tx1="lt1" bg2="dk1" tx2="lt2" accent1="accent1" accent2="accent2" accent3="accent3" accent4="accent4" accent5="accent5" accent6="accent6" hlink="hlink" folHlink="folHlink"/>
  <p:sldLayoutIdLst>
    <p:sldLayoutId id="2147483654" r:id="rId1"/>
    <p:sldLayoutId id="2147483655" r:id="rId2"/>
    <p:sldLayoutId id="2147483656" r:id="rId3"/>
    <p:sldLayoutId id="2147483657" r:id="rId4"/>
    <p:sldLayoutId id="2147483658" r:id="rId5"/>
    <p:sldLayoutId id="2147483659" r:id="rId6"/>
    <p:sldLayoutId id="2147483660" r:id="rId7"/>
    <p:sldLayoutId id="2147483661" r:id="rId8"/>
    <p:sldLayoutId id="2147483662" r:id="rId9"/>
    <p:sldLayoutId id="2147483663" r:id="rId10"/>
    <p:sldLayoutId id="2147483664" r:id="rId11"/>
    <p:sldLayoutId id="2147483665" r:id="rId12"/>
    <p:sldLayoutId id="2147483666" r:id="rId13"/>
  </p:sldLayoutIdLst>
  <p:txStyles>
    <p:titleStyle>
      <a:lvl1pPr algn="l" rtl="0" eaLnBrk="1" fontAlgn="base" hangingPunct="1">
        <a:lnSpc>
          <a:spcPct val="80000"/>
        </a:lnSpc>
        <a:spcBef>
          <a:spcPct val="0"/>
        </a:spcBef>
        <a:spcAft>
          <a:spcPct val="0"/>
        </a:spcAft>
        <a:defRPr sz="4400">
          <a:solidFill>
            <a:schemeClr val="tx2"/>
          </a:solidFill>
          <a:latin typeface="+mj-lt"/>
          <a:ea typeface="+mj-ea"/>
          <a:cs typeface="+mj-cs"/>
        </a:defRPr>
      </a:lvl1pPr>
      <a:lvl2pPr algn="l" rtl="0" eaLnBrk="1" fontAlgn="base" hangingPunct="1">
        <a:lnSpc>
          <a:spcPct val="80000"/>
        </a:lnSpc>
        <a:spcBef>
          <a:spcPct val="0"/>
        </a:spcBef>
        <a:spcAft>
          <a:spcPct val="0"/>
        </a:spcAft>
        <a:defRPr sz="4400">
          <a:solidFill>
            <a:schemeClr val="tx2"/>
          </a:solidFill>
          <a:latin typeface="Times New Roman" pitchFamily="18" charset="0"/>
        </a:defRPr>
      </a:lvl2pPr>
      <a:lvl3pPr algn="l" rtl="0" eaLnBrk="1" fontAlgn="base" hangingPunct="1">
        <a:lnSpc>
          <a:spcPct val="80000"/>
        </a:lnSpc>
        <a:spcBef>
          <a:spcPct val="0"/>
        </a:spcBef>
        <a:spcAft>
          <a:spcPct val="0"/>
        </a:spcAft>
        <a:defRPr sz="4400">
          <a:solidFill>
            <a:schemeClr val="tx2"/>
          </a:solidFill>
          <a:latin typeface="Times New Roman" pitchFamily="18" charset="0"/>
        </a:defRPr>
      </a:lvl3pPr>
      <a:lvl4pPr algn="l" rtl="0" eaLnBrk="1" fontAlgn="base" hangingPunct="1">
        <a:lnSpc>
          <a:spcPct val="80000"/>
        </a:lnSpc>
        <a:spcBef>
          <a:spcPct val="0"/>
        </a:spcBef>
        <a:spcAft>
          <a:spcPct val="0"/>
        </a:spcAft>
        <a:defRPr sz="4400">
          <a:solidFill>
            <a:schemeClr val="tx2"/>
          </a:solidFill>
          <a:latin typeface="Times New Roman" pitchFamily="18" charset="0"/>
        </a:defRPr>
      </a:lvl4pPr>
      <a:lvl5pPr algn="l" rtl="0" eaLnBrk="1" fontAlgn="base" hangingPunct="1">
        <a:lnSpc>
          <a:spcPct val="80000"/>
        </a:lnSpc>
        <a:spcBef>
          <a:spcPct val="0"/>
        </a:spcBef>
        <a:spcAft>
          <a:spcPct val="0"/>
        </a:spcAft>
        <a:defRPr sz="4400">
          <a:solidFill>
            <a:schemeClr val="tx2"/>
          </a:solidFill>
          <a:latin typeface="Times New Roman" pitchFamily="18" charset="0"/>
        </a:defRPr>
      </a:lvl5pPr>
      <a:lvl6pPr marL="457200" algn="l" rtl="0" eaLnBrk="1" fontAlgn="base" hangingPunct="1">
        <a:lnSpc>
          <a:spcPct val="80000"/>
        </a:lnSpc>
        <a:spcBef>
          <a:spcPct val="0"/>
        </a:spcBef>
        <a:spcAft>
          <a:spcPct val="0"/>
        </a:spcAft>
        <a:defRPr sz="4400">
          <a:solidFill>
            <a:schemeClr val="tx2"/>
          </a:solidFill>
          <a:latin typeface="Times New Roman" pitchFamily="18" charset="0"/>
        </a:defRPr>
      </a:lvl6pPr>
      <a:lvl7pPr marL="914400" algn="l" rtl="0" eaLnBrk="1" fontAlgn="base" hangingPunct="1">
        <a:lnSpc>
          <a:spcPct val="80000"/>
        </a:lnSpc>
        <a:spcBef>
          <a:spcPct val="0"/>
        </a:spcBef>
        <a:spcAft>
          <a:spcPct val="0"/>
        </a:spcAft>
        <a:defRPr sz="4400">
          <a:solidFill>
            <a:schemeClr val="tx2"/>
          </a:solidFill>
          <a:latin typeface="Times New Roman" pitchFamily="18" charset="0"/>
        </a:defRPr>
      </a:lvl7pPr>
      <a:lvl8pPr marL="1371600" algn="l" rtl="0" eaLnBrk="1" fontAlgn="base" hangingPunct="1">
        <a:lnSpc>
          <a:spcPct val="80000"/>
        </a:lnSpc>
        <a:spcBef>
          <a:spcPct val="0"/>
        </a:spcBef>
        <a:spcAft>
          <a:spcPct val="0"/>
        </a:spcAft>
        <a:defRPr sz="4400">
          <a:solidFill>
            <a:schemeClr val="tx2"/>
          </a:solidFill>
          <a:latin typeface="Times New Roman" pitchFamily="18" charset="0"/>
        </a:defRPr>
      </a:lvl8pPr>
      <a:lvl9pPr marL="1828800" algn="l" rtl="0" eaLnBrk="1" fontAlgn="base" hangingPunct="1">
        <a:lnSpc>
          <a:spcPct val="80000"/>
        </a:lnSpc>
        <a:spcBef>
          <a:spcPct val="0"/>
        </a:spcBef>
        <a:spcAft>
          <a:spcPct val="0"/>
        </a:spcAft>
        <a:defRPr sz="4400">
          <a:solidFill>
            <a:schemeClr val="tx2"/>
          </a:solidFill>
          <a:latin typeface="Times New Roman" pitchFamily="18" charset="0"/>
        </a:defRPr>
      </a:lvl9pPr>
    </p:titleStyle>
    <p:bodyStyle>
      <a:lvl1pPr marL="342900" indent="-342900" algn="l" rtl="0" eaLnBrk="1" fontAlgn="base" hangingPunct="1">
        <a:spcBef>
          <a:spcPct val="20000"/>
        </a:spcBef>
        <a:spcAft>
          <a:spcPct val="0"/>
        </a:spcAft>
        <a:buClr>
          <a:schemeClr val="accent2"/>
        </a:buClr>
        <a:buSzPct val="75000"/>
        <a:buFont typeface="Wingdings" pitchFamily="2" charset="2"/>
        <a:buChar char="n"/>
        <a:defRPr sz="3100">
          <a:solidFill>
            <a:schemeClr val="tx1"/>
          </a:solidFill>
          <a:latin typeface="+mn-lt"/>
          <a:ea typeface="+mn-ea"/>
          <a:cs typeface="+mn-cs"/>
        </a:defRPr>
      </a:lvl1pPr>
      <a:lvl2pPr marL="742950" indent="-285750" algn="l" rtl="0" eaLnBrk="1" fontAlgn="base" hangingPunct="1">
        <a:spcBef>
          <a:spcPct val="20000"/>
        </a:spcBef>
        <a:spcAft>
          <a:spcPct val="0"/>
        </a:spcAft>
        <a:buClr>
          <a:schemeClr val="accent1"/>
        </a:buClr>
        <a:buSzPct val="65000"/>
        <a:buFont typeface="Wingdings" pitchFamily="2" charset="2"/>
        <a:buChar char="n"/>
        <a:defRPr sz="2600">
          <a:solidFill>
            <a:schemeClr val="tx1"/>
          </a:solidFill>
          <a:latin typeface="+mn-lt"/>
        </a:defRPr>
      </a:lvl2pPr>
      <a:lvl3pPr marL="1143000" indent="-228600" algn="l" rtl="0" eaLnBrk="1" fontAlgn="base" hangingPunct="1">
        <a:spcBef>
          <a:spcPct val="20000"/>
        </a:spcBef>
        <a:spcAft>
          <a:spcPct val="0"/>
        </a:spcAft>
        <a:buClr>
          <a:schemeClr val="hlink"/>
        </a:buClr>
        <a:buSzPct val="55000"/>
        <a:buFont typeface="Wingdings" pitchFamily="2" charset="2"/>
        <a:buChar char="n"/>
        <a:defRPr sz="2400">
          <a:solidFill>
            <a:schemeClr val="tx1"/>
          </a:solidFill>
          <a:latin typeface="+mn-lt"/>
        </a:defRPr>
      </a:lvl3pPr>
      <a:lvl4pPr marL="1600200" indent="-228600" algn="l" rtl="0" eaLnBrk="1" fontAlgn="base" hangingPunct="1">
        <a:spcBef>
          <a:spcPct val="20000"/>
        </a:spcBef>
        <a:spcAft>
          <a:spcPct val="0"/>
        </a:spcAft>
        <a:buClr>
          <a:schemeClr val="accent2"/>
        </a:buClr>
        <a:buFont typeface="Wingdings" pitchFamily="2" charset="2"/>
        <a:buChar char="§"/>
        <a:defRPr sz="2000">
          <a:solidFill>
            <a:schemeClr val="tx1"/>
          </a:solidFill>
          <a:latin typeface="+mn-lt"/>
        </a:defRPr>
      </a:lvl4pPr>
      <a:lvl5pPr marL="2057400" indent="-228600" algn="l" rtl="0" eaLnBrk="1" fontAlgn="base" hangingPunct="1">
        <a:spcBef>
          <a:spcPct val="20000"/>
        </a:spcBef>
        <a:spcAft>
          <a:spcPct val="0"/>
        </a:spcAft>
        <a:buClr>
          <a:schemeClr val="tx1"/>
        </a:buClr>
        <a:buSzPct val="85000"/>
        <a:buFont typeface="Wingdings" pitchFamily="2" charset="2"/>
        <a:buChar char="§"/>
        <a:defRPr sz="2000">
          <a:solidFill>
            <a:schemeClr val="tx1"/>
          </a:solidFill>
          <a:latin typeface="+mn-lt"/>
        </a:defRPr>
      </a:lvl5pPr>
      <a:lvl6pPr marL="2514600" indent="-228600" algn="l" rtl="0" eaLnBrk="1" fontAlgn="base" hangingPunct="1">
        <a:spcBef>
          <a:spcPct val="20000"/>
        </a:spcBef>
        <a:spcAft>
          <a:spcPct val="0"/>
        </a:spcAft>
        <a:buClr>
          <a:schemeClr val="tx1"/>
        </a:buClr>
        <a:buSzPct val="85000"/>
        <a:buFont typeface="Wingdings" pitchFamily="2" charset="2"/>
        <a:buChar char="§"/>
        <a:defRPr sz="2000">
          <a:solidFill>
            <a:schemeClr val="tx1"/>
          </a:solidFill>
          <a:latin typeface="+mn-lt"/>
        </a:defRPr>
      </a:lvl6pPr>
      <a:lvl7pPr marL="2971800" indent="-228600" algn="l" rtl="0" eaLnBrk="1" fontAlgn="base" hangingPunct="1">
        <a:spcBef>
          <a:spcPct val="20000"/>
        </a:spcBef>
        <a:spcAft>
          <a:spcPct val="0"/>
        </a:spcAft>
        <a:buClr>
          <a:schemeClr val="tx1"/>
        </a:buClr>
        <a:buSzPct val="85000"/>
        <a:buFont typeface="Wingdings" pitchFamily="2" charset="2"/>
        <a:buChar char="§"/>
        <a:defRPr sz="2000">
          <a:solidFill>
            <a:schemeClr val="tx1"/>
          </a:solidFill>
          <a:latin typeface="+mn-lt"/>
        </a:defRPr>
      </a:lvl7pPr>
      <a:lvl8pPr marL="3429000" indent="-228600" algn="l" rtl="0" eaLnBrk="1" fontAlgn="base" hangingPunct="1">
        <a:spcBef>
          <a:spcPct val="20000"/>
        </a:spcBef>
        <a:spcAft>
          <a:spcPct val="0"/>
        </a:spcAft>
        <a:buClr>
          <a:schemeClr val="tx1"/>
        </a:buClr>
        <a:buSzPct val="85000"/>
        <a:buFont typeface="Wingdings" pitchFamily="2" charset="2"/>
        <a:buChar char="§"/>
        <a:defRPr sz="2000">
          <a:solidFill>
            <a:schemeClr val="tx1"/>
          </a:solidFill>
          <a:latin typeface="+mn-lt"/>
        </a:defRPr>
      </a:lvl8pPr>
      <a:lvl9pPr marL="3886200" indent="-228600" algn="l" rtl="0" eaLnBrk="1" fontAlgn="base" hangingPunct="1">
        <a:spcBef>
          <a:spcPct val="20000"/>
        </a:spcBef>
        <a:spcAft>
          <a:spcPct val="0"/>
        </a:spcAft>
        <a:buClr>
          <a:schemeClr val="tx1"/>
        </a:buClr>
        <a:buSzPct val="85000"/>
        <a:buFont typeface="Wingdings" pitchFamily="2" charset="2"/>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12.xml"/><Relationship Id="rId1" Type="http://schemas.openxmlformats.org/officeDocument/2006/relationships/vmlDrawing" Target="../drawings/vmlDrawing1.v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13.xml"/><Relationship Id="rId1" Type="http://schemas.openxmlformats.org/officeDocument/2006/relationships/vmlDrawing" Target="../drawings/vmlDrawing2.vml"/><Relationship Id="rId4" Type="http://schemas.openxmlformats.org/officeDocument/2006/relationships/oleObject" Target="../embeddings/oleObject2.bin"/></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slideLayout" Target="../slideLayouts/slideLayout13.xml"/><Relationship Id="rId1" Type="http://schemas.openxmlformats.org/officeDocument/2006/relationships/vmlDrawing" Target="../drawings/vmlDrawing3.vml"/><Relationship Id="rId4" Type="http://schemas.openxmlformats.org/officeDocument/2006/relationships/oleObject" Target="../embeddings/oleObject3.bin"/></Relationships>
</file>

<file path=ppt/slides/_rels/slide11.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jpeg"/><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12.xml"/><Relationship Id="rId1" Type="http://schemas.openxmlformats.org/officeDocument/2006/relationships/vmlDrawing" Target="../drawings/vmlDrawing4.v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12.xml"/><Relationship Id="rId1" Type="http://schemas.openxmlformats.org/officeDocument/2006/relationships/vmlDrawing" Target="../drawings/vmlDrawing5.vml"/></Relationships>
</file>

<file path=ppt/slides/_rels/slide21.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slideLayout" Target="../slideLayouts/slideLayout13.xml"/><Relationship Id="rId1" Type="http://schemas.openxmlformats.org/officeDocument/2006/relationships/vmlDrawing" Target="../drawings/vmlDrawing6.vml"/><Relationship Id="rId4" Type="http://schemas.openxmlformats.org/officeDocument/2006/relationships/oleObject" Target="../embeddings/oleObject6.bin"/></Relationships>
</file>

<file path=ppt/slides/_rels/slide23.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image" Target="../media/image26.png"/><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9.jpeg"/><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2.xml"/><Relationship Id="rId1" Type="http://schemas.openxmlformats.org/officeDocument/2006/relationships/vmlDrawing" Target="../drawings/vmlDrawing7.v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a:xfrm>
            <a:off x="1219200" y="838200"/>
            <a:ext cx="6781800" cy="2209800"/>
          </a:xfrm>
        </p:spPr>
        <p:txBody>
          <a:bodyPr/>
          <a:lstStyle/>
          <a:p>
            <a:r>
              <a:rPr lang="en-US" sz="4400">
                <a:solidFill>
                  <a:srgbClr val="FFC145"/>
                </a:solidFill>
              </a:rPr>
              <a:t>Further Social Implications:</a:t>
            </a:r>
            <a:r>
              <a:rPr lang="en-US" sz="4800">
                <a:solidFill>
                  <a:srgbClr val="FFC145"/>
                </a:solidFill>
              </a:rPr>
              <a:t>  </a:t>
            </a:r>
            <a:br>
              <a:rPr lang="en-US" sz="4800">
                <a:solidFill>
                  <a:srgbClr val="FFC145"/>
                </a:solidFill>
              </a:rPr>
            </a:br>
            <a:r>
              <a:rPr lang="en-US" sz="4400">
                <a:solidFill>
                  <a:srgbClr val="FFC145"/>
                </a:solidFill>
              </a:rPr>
              <a:t>Conclusion</a:t>
            </a:r>
            <a:br>
              <a:rPr lang="en-US" sz="4400">
                <a:solidFill>
                  <a:srgbClr val="FFC145"/>
                </a:solidFill>
              </a:rPr>
            </a:br>
            <a:r>
              <a:rPr lang="en-US" sz="2000">
                <a:solidFill>
                  <a:srgbClr val="FFC145"/>
                </a:solidFill>
              </a:rPr>
              <a:t/>
            </a:r>
            <a:br>
              <a:rPr lang="en-US" sz="2000">
                <a:solidFill>
                  <a:srgbClr val="FFC145"/>
                </a:solidFill>
              </a:rPr>
            </a:br>
            <a:r>
              <a:rPr lang="en-US" sz="2000">
                <a:solidFill>
                  <a:srgbClr val="FFC145"/>
                </a:solidFill>
              </a:rPr>
              <a:t>Nanoethics Lecture VIII</a:t>
            </a:r>
          </a:p>
        </p:txBody>
      </p:sp>
      <p:sp>
        <p:nvSpPr>
          <p:cNvPr id="2051" name="Rectangle 3"/>
          <p:cNvSpPr>
            <a:spLocks noGrp="1" noChangeArrowheads="1"/>
          </p:cNvSpPr>
          <p:nvPr>
            <p:ph type="subTitle" idx="1"/>
          </p:nvPr>
        </p:nvSpPr>
        <p:spPr/>
        <p:txBody>
          <a:bodyPr/>
          <a:lstStyle/>
          <a:p>
            <a:r>
              <a:rPr lang="en-US" sz="3600">
                <a:solidFill>
                  <a:srgbClr val="FFC145"/>
                </a:solidFill>
              </a:rPr>
              <a:t>Roderick T. Long</a:t>
            </a:r>
          </a:p>
          <a:p>
            <a:r>
              <a:rPr lang="en-US" sz="3600">
                <a:solidFill>
                  <a:srgbClr val="FFC145"/>
                </a:solidFill>
              </a:rPr>
              <a:t>Auburn Dept. of Philosophy</a:t>
            </a:r>
            <a:endParaRPr lang="en-US" sz="360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3986" name="Rectangle 2"/>
          <p:cNvSpPr>
            <a:spLocks noGrp="1" noChangeArrowheads="1"/>
          </p:cNvSpPr>
          <p:nvPr>
            <p:ph type="title"/>
          </p:nvPr>
        </p:nvSpPr>
        <p:spPr/>
        <p:txBody>
          <a:bodyPr/>
          <a:lstStyle/>
          <a:p>
            <a:pPr algn="ctr"/>
            <a:r>
              <a:rPr lang="en-US" sz="5400">
                <a:solidFill>
                  <a:srgbClr val="FFBF1F"/>
                </a:solidFill>
              </a:rPr>
              <a:t>Who Benefits?</a:t>
            </a:r>
          </a:p>
        </p:txBody>
      </p:sp>
      <p:sp>
        <p:nvSpPr>
          <p:cNvPr id="553987" name="Rectangle 3"/>
          <p:cNvSpPr>
            <a:spLocks noGrp="1" noChangeArrowheads="1"/>
          </p:cNvSpPr>
          <p:nvPr>
            <p:ph type="body" sz="half" idx="1"/>
          </p:nvPr>
        </p:nvSpPr>
        <p:spPr>
          <a:xfrm>
            <a:off x="533400" y="1828800"/>
            <a:ext cx="3810000" cy="4038600"/>
          </a:xfrm>
        </p:spPr>
        <p:txBody>
          <a:bodyPr/>
          <a:lstStyle/>
          <a:p>
            <a:pPr>
              <a:lnSpc>
                <a:spcPct val="80000"/>
              </a:lnSpc>
              <a:buFont typeface="Wingdings" pitchFamily="2" charset="2"/>
              <a:buNone/>
            </a:pPr>
            <a:r>
              <a:rPr lang="en-US" sz="2600">
                <a:solidFill>
                  <a:srgbClr val="FFBF1F"/>
                </a:solidFill>
              </a:rPr>
              <a:t>Advances in nanotechnology will bring wealth and power – but to whom?</a:t>
            </a:r>
          </a:p>
          <a:p>
            <a:pPr>
              <a:lnSpc>
                <a:spcPct val="80000"/>
              </a:lnSpc>
              <a:buFont typeface="Wingdings" pitchFamily="2" charset="2"/>
              <a:buNone/>
            </a:pPr>
            <a:r>
              <a:rPr lang="en-US" sz="2600">
                <a:solidFill>
                  <a:srgbClr val="FFBF1F"/>
                </a:solidFill>
              </a:rPr>
              <a:t>Military/governmental applications:</a:t>
            </a:r>
          </a:p>
          <a:p>
            <a:pPr>
              <a:lnSpc>
                <a:spcPct val="80000"/>
              </a:lnSpc>
            </a:pPr>
            <a:r>
              <a:rPr lang="en-US" sz="2600">
                <a:solidFill>
                  <a:srgbClr val="FFBF1F"/>
                </a:solidFill>
              </a:rPr>
              <a:t>surveillance</a:t>
            </a:r>
          </a:p>
          <a:p>
            <a:pPr>
              <a:lnSpc>
                <a:spcPct val="80000"/>
              </a:lnSpc>
            </a:pPr>
            <a:r>
              <a:rPr lang="en-US" sz="2600">
                <a:solidFill>
                  <a:srgbClr val="FFBF1F"/>
                </a:solidFill>
              </a:rPr>
              <a:t>weapons</a:t>
            </a:r>
          </a:p>
          <a:p>
            <a:pPr>
              <a:lnSpc>
                <a:spcPct val="80000"/>
              </a:lnSpc>
            </a:pPr>
            <a:r>
              <a:rPr lang="en-US" sz="2600">
                <a:solidFill>
                  <a:srgbClr val="FFBF1F"/>
                </a:solidFill>
              </a:rPr>
              <a:t>bullet-proof clothing</a:t>
            </a:r>
          </a:p>
          <a:p>
            <a:pPr>
              <a:lnSpc>
                <a:spcPct val="80000"/>
              </a:lnSpc>
              <a:buFont typeface="Wingdings" pitchFamily="2" charset="2"/>
              <a:buNone/>
            </a:pPr>
            <a:r>
              <a:rPr lang="en-US" sz="2600">
                <a:solidFill>
                  <a:srgbClr val="FFBF1F"/>
                </a:solidFill>
              </a:rPr>
              <a:t>Ethical obligations of scientists?</a:t>
            </a:r>
          </a:p>
        </p:txBody>
      </p:sp>
      <p:graphicFrame>
        <p:nvGraphicFramePr>
          <p:cNvPr id="553988" name="Object 4"/>
          <p:cNvGraphicFramePr>
            <a:graphicFrameLocks noChangeAspect="1"/>
          </p:cNvGraphicFramePr>
          <p:nvPr>
            <p:ph sz="half" idx="2"/>
          </p:nvPr>
        </p:nvGraphicFramePr>
        <p:xfrm>
          <a:off x="4343400" y="2209800"/>
          <a:ext cx="4419600" cy="3168650"/>
        </p:xfrm>
        <a:graphic>
          <a:graphicData uri="http://schemas.openxmlformats.org/presentationml/2006/ole">
            <p:oleObj spid="_x0000_s553988" name="Bitmap Image" r:id="rId3" imgW="5525271" imgH="3962953" progId="Paint.Picture">
              <p:embed/>
            </p:oleObj>
          </a:graphicData>
        </a:graphic>
      </p:graphicFrame>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8802" name="Rectangle 2"/>
          <p:cNvSpPr>
            <a:spLocks noGrp="1" noChangeArrowheads="1"/>
          </p:cNvSpPr>
          <p:nvPr>
            <p:ph type="title"/>
          </p:nvPr>
        </p:nvSpPr>
        <p:spPr/>
        <p:txBody>
          <a:bodyPr/>
          <a:lstStyle/>
          <a:p>
            <a:pPr algn="ctr"/>
            <a:r>
              <a:rPr lang="en-US" sz="5400">
                <a:solidFill>
                  <a:srgbClr val="FFBF1F"/>
                </a:solidFill>
              </a:rPr>
              <a:t>Who Benefits?</a:t>
            </a:r>
          </a:p>
        </p:txBody>
      </p:sp>
      <p:sp>
        <p:nvSpPr>
          <p:cNvPr id="588803" name="Rectangle 3"/>
          <p:cNvSpPr>
            <a:spLocks noGrp="1" noChangeArrowheads="1"/>
          </p:cNvSpPr>
          <p:nvPr>
            <p:ph type="body" sz="half" idx="1"/>
          </p:nvPr>
        </p:nvSpPr>
        <p:spPr>
          <a:xfrm>
            <a:off x="533400" y="1828800"/>
            <a:ext cx="4800600" cy="2133600"/>
          </a:xfrm>
        </p:spPr>
        <p:txBody>
          <a:bodyPr/>
          <a:lstStyle/>
          <a:p>
            <a:pPr>
              <a:lnSpc>
                <a:spcPct val="80000"/>
              </a:lnSpc>
              <a:buFont typeface="Wingdings" pitchFamily="2" charset="2"/>
              <a:buNone/>
            </a:pPr>
            <a:r>
              <a:rPr lang="en-US" sz="2400">
                <a:solidFill>
                  <a:srgbClr val="FFBF1F"/>
                </a:solidFill>
              </a:rPr>
              <a:t>Columbia University, 1968:</a:t>
            </a:r>
          </a:p>
          <a:p>
            <a:pPr>
              <a:lnSpc>
                <a:spcPct val="80000"/>
              </a:lnSpc>
              <a:buFont typeface="Wingdings" pitchFamily="2" charset="2"/>
              <a:buNone/>
            </a:pPr>
            <a:r>
              <a:rPr lang="en-US" sz="2400">
                <a:solidFill>
                  <a:srgbClr val="FFBF1F"/>
                </a:solidFill>
              </a:rPr>
              <a:t>Students protesting the university’s involvement in military research</a:t>
            </a:r>
          </a:p>
        </p:txBody>
      </p:sp>
      <p:pic>
        <p:nvPicPr>
          <p:cNvPr id="588807" name="Picture 7" descr="Strike"/>
          <p:cNvPicPr>
            <a:picLocks noChangeAspect="1" noChangeArrowheads="1"/>
          </p:cNvPicPr>
          <p:nvPr>
            <p:ph sz="quarter" idx="2"/>
          </p:nvPr>
        </p:nvPicPr>
        <p:blipFill>
          <a:blip r:embed="rId3"/>
          <a:srcRect/>
          <a:stretch>
            <a:fillRect/>
          </a:stretch>
        </p:blipFill>
        <p:spPr>
          <a:xfrm>
            <a:off x="5486400" y="1905000"/>
            <a:ext cx="3065463" cy="4038600"/>
          </a:xfrm>
          <a:noFill/>
          <a:ln/>
        </p:spPr>
      </p:pic>
      <p:graphicFrame>
        <p:nvGraphicFramePr>
          <p:cNvPr id="588809" name="Object 9"/>
          <p:cNvGraphicFramePr>
            <a:graphicFrameLocks noChangeAspect="1"/>
          </p:cNvGraphicFramePr>
          <p:nvPr>
            <p:ph sz="quarter" idx="3"/>
          </p:nvPr>
        </p:nvGraphicFramePr>
        <p:xfrm>
          <a:off x="685800" y="3200400"/>
          <a:ext cx="4191000" cy="2767013"/>
        </p:xfrm>
        <a:graphic>
          <a:graphicData uri="http://schemas.openxmlformats.org/presentationml/2006/ole">
            <p:oleObj spid="_x0000_s588809" name="Bitmap Image" r:id="rId4" imgW="2914286" imgH="1924319" progId="Paint.Picture">
              <p:embed/>
            </p:oleObj>
          </a:graphicData>
        </a:graphic>
      </p:graphicFrame>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0850" name="Rectangle 2"/>
          <p:cNvSpPr>
            <a:spLocks noGrp="1" noChangeArrowheads="1"/>
          </p:cNvSpPr>
          <p:nvPr>
            <p:ph type="title"/>
          </p:nvPr>
        </p:nvSpPr>
        <p:spPr/>
        <p:txBody>
          <a:bodyPr/>
          <a:lstStyle/>
          <a:p>
            <a:pPr algn="ctr"/>
            <a:r>
              <a:rPr lang="en-US" sz="5400">
                <a:solidFill>
                  <a:srgbClr val="FFBF1F"/>
                </a:solidFill>
              </a:rPr>
              <a:t>Who Benefits?</a:t>
            </a:r>
          </a:p>
        </p:txBody>
      </p:sp>
      <p:sp>
        <p:nvSpPr>
          <p:cNvPr id="590851" name="Rectangle 3"/>
          <p:cNvSpPr>
            <a:spLocks noGrp="1" noChangeArrowheads="1"/>
          </p:cNvSpPr>
          <p:nvPr>
            <p:ph type="body" sz="half" idx="1"/>
          </p:nvPr>
        </p:nvSpPr>
        <p:spPr>
          <a:xfrm>
            <a:off x="533400" y="1828800"/>
            <a:ext cx="4953000" cy="4038600"/>
          </a:xfrm>
        </p:spPr>
        <p:txBody>
          <a:bodyPr/>
          <a:lstStyle/>
          <a:p>
            <a:pPr>
              <a:lnSpc>
                <a:spcPct val="80000"/>
              </a:lnSpc>
              <a:buFont typeface="Wingdings" pitchFamily="2" charset="2"/>
              <a:buNone/>
            </a:pPr>
            <a:r>
              <a:rPr lang="en-US" sz="3200">
                <a:solidFill>
                  <a:srgbClr val="FFBF1F"/>
                </a:solidFill>
              </a:rPr>
              <a:t>Wealth from advances in nanotechnology – </a:t>
            </a:r>
          </a:p>
          <a:p>
            <a:pPr>
              <a:lnSpc>
                <a:spcPct val="80000"/>
              </a:lnSpc>
            </a:pPr>
            <a:r>
              <a:rPr lang="en-US" sz="3200">
                <a:solidFill>
                  <a:srgbClr val="FFBF1F"/>
                </a:solidFill>
              </a:rPr>
              <a:t>Who receives it?</a:t>
            </a:r>
          </a:p>
          <a:p>
            <a:pPr>
              <a:lnSpc>
                <a:spcPct val="80000"/>
              </a:lnSpc>
            </a:pPr>
            <a:r>
              <a:rPr lang="en-US" sz="3200">
                <a:solidFill>
                  <a:srgbClr val="FFBF1F"/>
                </a:solidFill>
              </a:rPr>
              <a:t>Who controls it?</a:t>
            </a:r>
          </a:p>
          <a:p>
            <a:pPr>
              <a:lnSpc>
                <a:spcPct val="80000"/>
              </a:lnSpc>
              <a:buFont typeface="Wingdings" pitchFamily="2" charset="2"/>
              <a:buNone/>
            </a:pPr>
            <a:endParaRPr lang="en-US" sz="3200">
              <a:solidFill>
                <a:srgbClr val="FFBF1F"/>
              </a:solidFill>
            </a:endParaRPr>
          </a:p>
          <a:p>
            <a:pPr>
              <a:lnSpc>
                <a:spcPct val="80000"/>
              </a:lnSpc>
              <a:buFont typeface="Wingdings" pitchFamily="2" charset="2"/>
              <a:buNone/>
            </a:pPr>
            <a:r>
              <a:rPr lang="en-US" sz="3200">
                <a:solidFill>
                  <a:srgbClr val="FFBF1F"/>
                </a:solidFill>
              </a:rPr>
              <a:t>Corporations?</a:t>
            </a:r>
          </a:p>
          <a:p>
            <a:pPr>
              <a:lnSpc>
                <a:spcPct val="80000"/>
              </a:lnSpc>
              <a:buFont typeface="Wingdings" pitchFamily="2" charset="2"/>
              <a:buNone/>
            </a:pPr>
            <a:r>
              <a:rPr lang="en-US" sz="3200">
                <a:solidFill>
                  <a:srgbClr val="FFBF1F"/>
                </a:solidFill>
              </a:rPr>
              <a:t>Governments?</a:t>
            </a:r>
          </a:p>
          <a:p>
            <a:pPr>
              <a:lnSpc>
                <a:spcPct val="80000"/>
              </a:lnSpc>
              <a:buFont typeface="Wingdings" pitchFamily="2" charset="2"/>
              <a:buNone/>
            </a:pPr>
            <a:r>
              <a:rPr lang="en-US" sz="3200">
                <a:solidFill>
                  <a:srgbClr val="FFBF1F"/>
                </a:solidFill>
              </a:rPr>
              <a:t>Ordinary people?</a:t>
            </a:r>
          </a:p>
        </p:txBody>
      </p:sp>
      <p:pic>
        <p:nvPicPr>
          <p:cNvPr id="590857" name="Picture 9" descr="money-cops-on-top-of-world3"/>
          <p:cNvPicPr>
            <a:picLocks noChangeAspect="1" noChangeArrowheads="1"/>
          </p:cNvPicPr>
          <p:nvPr>
            <p:ph sz="half" idx="2"/>
          </p:nvPr>
        </p:nvPicPr>
        <p:blipFill>
          <a:blip r:embed="rId2"/>
          <a:srcRect/>
          <a:stretch>
            <a:fillRect/>
          </a:stretch>
        </p:blipFill>
        <p:spPr>
          <a:xfrm>
            <a:off x="5638800" y="1905000"/>
            <a:ext cx="3074988" cy="4038600"/>
          </a:xfrm>
          <a:noFill/>
          <a:ln/>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2898" name="Rectangle 2"/>
          <p:cNvSpPr>
            <a:spLocks noGrp="1" noChangeArrowheads="1"/>
          </p:cNvSpPr>
          <p:nvPr>
            <p:ph type="title"/>
          </p:nvPr>
        </p:nvSpPr>
        <p:spPr/>
        <p:txBody>
          <a:bodyPr/>
          <a:lstStyle/>
          <a:p>
            <a:pPr algn="ctr"/>
            <a:r>
              <a:rPr lang="en-US" sz="5400">
                <a:solidFill>
                  <a:srgbClr val="FFBF1F"/>
                </a:solidFill>
              </a:rPr>
              <a:t>Corporations and the Market</a:t>
            </a:r>
          </a:p>
        </p:txBody>
      </p:sp>
      <p:sp>
        <p:nvSpPr>
          <p:cNvPr id="592899" name="Rectangle 3"/>
          <p:cNvSpPr>
            <a:spLocks noGrp="1" noChangeArrowheads="1"/>
          </p:cNvSpPr>
          <p:nvPr>
            <p:ph type="body" sz="half" idx="1"/>
          </p:nvPr>
        </p:nvSpPr>
        <p:spPr>
          <a:xfrm>
            <a:off x="533400" y="1828800"/>
            <a:ext cx="4572000" cy="4038600"/>
          </a:xfrm>
        </p:spPr>
        <p:txBody>
          <a:bodyPr/>
          <a:lstStyle/>
          <a:p>
            <a:pPr>
              <a:lnSpc>
                <a:spcPct val="80000"/>
              </a:lnSpc>
              <a:buFont typeface="Wingdings" pitchFamily="2" charset="2"/>
              <a:buNone/>
            </a:pPr>
            <a:r>
              <a:rPr lang="en-US" sz="3200">
                <a:solidFill>
                  <a:srgbClr val="FFBF1F"/>
                </a:solidFill>
              </a:rPr>
              <a:t>Corporations gain their wealth by providing customers with the best goods and services at the lowest price</a:t>
            </a:r>
          </a:p>
          <a:p>
            <a:pPr>
              <a:lnSpc>
                <a:spcPct val="80000"/>
              </a:lnSpc>
              <a:buFont typeface="Wingdings" pitchFamily="2" charset="2"/>
              <a:buNone/>
            </a:pPr>
            <a:r>
              <a:rPr lang="en-US" sz="3200" b="1" i="1" u="sng">
                <a:solidFill>
                  <a:srgbClr val="FFBF1F"/>
                </a:solidFill>
              </a:rPr>
              <a:t>Don’t interfere</a:t>
            </a:r>
            <a:r>
              <a:rPr lang="en-US" sz="3200">
                <a:solidFill>
                  <a:srgbClr val="FFBF1F"/>
                </a:solidFill>
              </a:rPr>
              <a:t> with corporations or the free market</a:t>
            </a:r>
            <a:endParaRPr lang="en-US" sz="3200" i="1">
              <a:solidFill>
                <a:srgbClr val="FFBF1F"/>
              </a:solidFill>
            </a:endParaRPr>
          </a:p>
        </p:txBody>
      </p:sp>
      <p:pic>
        <p:nvPicPr>
          <p:cNvPr id="592903" name="Picture 7" descr="Milton Friedman"/>
          <p:cNvPicPr>
            <a:picLocks noChangeAspect="1" noChangeArrowheads="1"/>
          </p:cNvPicPr>
          <p:nvPr>
            <p:ph sz="half" idx="2"/>
          </p:nvPr>
        </p:nvPicPr>
        <p:blipFill>
          <a:blip r:embed="rId2"/>
          <a:srcRect/>
          <a:stretch>
            <a:fillRect/>
          </a:stretch>
        </p:blipFill>
        <p:spPr>
          <a:xfrm>
            <a:off x="6172200" y="1905000"/>
            <a:ext cx="2273300" cy="3581400"/>
          </a:xfrm>
          <a:noFill/>
          <a:ln/>
        </p:spPr>
      </p:pic>
      <p:sp>
        <p:nvSpPr>
          <p:cNvPr id="592905" name="Text Box 9"/>
          <p:cNvSpPr txBox="1">
            <a:spLocks noChangeArrowheads="1"/>
          </p:cNvSpPr>
          <p:nvPr/>
        </p:nvSpPr>
        <p:spPr bwMode="auto">
          <a:xfrm>
            <a:off x="5943600" y="5715000"/>
            <a:ext cx="2895600" cy="336550"/>
          </a:xfrm>
          <a:prstGeom prst="rect">
            <a:avLst/>
          </a:prstGeom>
          <a:noFill/>
          <a:ln w="9525">
            <a:noFill/>
            <a:miter lim="800000"/>
            <a:headEnd/>
            <a:tailEnd/>
          </a:ln>
          <a:effectLst/>
        </p:spPr>
        <p:txBody>
          <a:bodyPr>
            <a:spAutoFit/>
          </a:bodyPr>
          <a:lstStyle/>
          <a:p>
            <a:pPr>
              <a:spcBef>
                <a:spcPct val="50000"/>
              </a:spcBef>
            </a:pPr>
            <a:r>
              <a:rPr lang="en-US" sz="1600">
                <a:solidFill>
                  <a:srgbClr val="FFBF1F"/>
                </a:solidFill>
              </a:rPr>
              <a:t> Milton Friedman (1912-2006)</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22" name="Rectangle 2"/>
          <p:cNvSpPr>
            <a:spLocks noGrp="1" noChangeArrowheads="1"/>
          </p:cNvSpPr>
          <p:nvPr>
            <p:ph type="title"/>
          </p:nvPr>
        </p:nvSpPr>
        <p:spPr/>
        <p:txBody>
          <a:bodyPr/>
          <a:lstStyle/>
          <a:p>
            <a:pPr algn="ctr"/>
            <a:r>
              <a:rPr lang="en-US" sz="5400">
                <a:solidFill>
                  <a:srgbClr val="FFBF1F"/>
                </a:solidFill>
              </a:rPr>
              <a:t>Corporations and the Market</a:t>
            </a:r>
          </a:p>
        </p:txBody>
      </p:sp>
      <p:sp>
        <p:nvSpPr>
          <p:cNvPr id="593923" name="Rectangle 3"/>
          <p:cNvSpPr>
            <a:spLocks noGrp="1" noChangeArrowheads="1"/>
          </p:cNvSpPr>
          <p:nvPr>
            <p:ph type="body" sz="half" idx="1"/>
          </p:nvPr>
        </p:nvSpPr>
        <p:spPr>
          <a:xfrm>
            <a:off x="533400" y="1828800"/>
            <a:ext cx="5410200" cy="4038600"/>
          </a:xfrm>
        </p:spPr>
        <p:txBody>
          <a:bodyPr/>
          <a:lstStyle/>
          <a:p>
            <a:pPr>
              <a:lnSpc>
                <a:spcPct val="80000"/>
              </a:lnSpc>
              <a:buFont typeface="Wingdings" pitchFamily="2" charset="2"/>
              <a:buNone/>
            </a:pPr>
            <a:r>
              <a:rPr lang="en-US" sz="3200">
                <a:solidFill>
                  <a:srgbClr val="FFBF1F"/>
                </a:solidFill>
              </a:rPr>
              <a:t>Corporations gain their wealth by exploiting workers and by monopolising for themselves what really belongs to everybody</a:t>
            </a:r>
          </a:p>
          <a:p>
            <a:pPr>
              <a:lnSpc>
                <a:spcPct val="80000"/>
              </a:lnSpc>
              <a:buFont typeface="Wingdings" pitchFamily="2" charset="2"/>
              <a:buNone/>
            </a:pPr>
            <a:r>
              <a:rPr lang="en-US" sz="3200" b="1" i="1" u="sng">
                <a:solidFill>
                  <a:srgbClr val="FFBF1F"/>
                </a:solidFill>
              </a:rPr>
              <a:t>Abolish</a:t>
            </a:r>
            <a:r>
              <a:rPr lang="en-US" sz="3200">
                <a:solidFill>
                  <a:srgbClr val="FFBF1F"/>
                </a:solidFill>
              </a:rPr>
              <a:t> both corporations and the free market</a:t>
            </a:r>
            <a:endParaRPr lang="en-US" sz="3200" i="1">
              <a:solidFill>
                <a:srgbClr val="FFBF1F"/>
              </a:solidFill>
            </a:endParaRPr>
          </a:p>
        </p:txBody>
      </p:sp>
      <p:sp>
        <p:nvSpPr>
          <p:cNvPr id="593925" name="Text Box 5"/>
          <p:cNvSpPr txBox="1">
            <a:spLocks noChangeArrowheads="1"/>
          </p:cNvSpPr>
          <p:nvPr/>
        </p:nvSpPr>
        <p:spPr bwMode="auto">
          <a:xfrm>
            <a:off x="5943600" y="5715000"/>
            <a:ext cx="2895600" cy="336550"/>
          </a:xfrm>
          <a:prstGeom prst="rect">
            <a:avLst/>
          </a:prstGeom>
          <a:noFill/>
          <a:ln w="9525">
            <a:noFill/>
            <a:miter lim="800000"/>
            <a:headEnd/>
            <a:tailEnd/>
          </a:ln>
          <a:effectLst/>
        </p:spPr>
        <p:txBody>
          <a:bodyPr>
            <a:spAutoFit/>
          </a:bodyPr>
          <a:lstStyle/>
          <a:p>
            <a:pPr>
              <a:spcBef>
                <a:spcPct val="50000"/>
              </a:spcBef>
            </a:pPr>
            <a:r>
              <a:rPr lang="en-US" sz="1600">
                <a:solidFill>
                  <a:srgbClr val="FFBF1F"/>
                </a:solidFill>
              </a:rPr>
              <a:t>     Karl Marx (1818-1883)</a:t>
            </a:r>
          </a:p>
        </p:txBody>
      </p:sp>
      <p:pic>
        <p:nvPicPr>
          <p:cNvPr id="593927" name="Picture 7"/>
          <p:cNvPicPr>
            <a:picLocks noChangeAspect="1" noChangeArrowheads="1"/>
          </p:cNvPicPr>
          <p:nvPr>
            <p:ph sz="half" idx="2"/>
          </p:nvPr>
        </p:nvPicPr>
        <p:blipFill>
          <a:blip r:embed="rId2"/>
          <a:srcRect/>
          <a:stretch>
            <a:fillRect/>
          </a:stretch>
        </p:blipFill>
        <p:spPr>
          <a:xfrm>
            <a:off x="6172200" y="1905000"/>
            <a:ext cx="2509838" cy="3810000"/>
          </a:xfrm>
          <a:noFill/>
          <a:ln/>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6994" name="Rectangle 2"/>
          <p:cNvSpPr>
            <a:spLocks noGrp="1" noChangeArrowheads="1"/>
          </p:cNvSpPr>
          <p:nvPr>
            <p:ph type="title"/>
          </p:nvPr>
        </p:nvSpPr>
        <p:spPr/>
        <p:txBody>
          <a:bodyPr/>
          <a:lstStyle/>
          <a:p>
            <a:pPr algn="ctr"/>
            <a:r>
              <a:rPr lang="en-US" sz="5400">
                <a:solidFill>
                  <a:srgbClr val="FFBF1F"/>
                </a:solidFill>
              </a:rPr>
              <a:t>Corporations and the Market</a:t>
            </a:r>
          </a:p>
        </p:txBody>
      </p:sp>
      <p:sp>
        <p:nvSpPr>
          <p:cNvPr id="596995" name="Rectangle 3"/>
          <p:cNvSpPr>
            <a:spLocks noGrp="1" noChangeArrowheads="1"/>
          </p:cNvSpPr>
          <p:nvPr>
            <p:ph type="body" sz="half" idx="1"/>
          </p:nvPr>
        </p:nvSpPr>
        <p:spPr>
          <a:xfrm>
            <a:off x="381000" y="1828800"/>
            <a:ext cx="5562600" cy="4038600"/>
          </a:xfrm>
        </p:spPr>
        <p:txBody>
          <a:bodyPr/>
          <a:lstStyle/>
          <a:p>
            <a:pPr>
              <a:lnSpc>
                <a:spcPct val="80000"/>
              </a:lnSpc>
              <a:buFont typeface="Wingdings" pitchFamily="2" charset="2"/>
              <a:buNone/>
            </a:pPr>
            <a:r>
              <a:rPr lang="en-US" sz="3200">
                <a:solidFill>
                  <a:srgbClr val="FFBF1F"/>
                </a:solidFill>
              </a:rPr>
              <a:t>Corporations gain their wealth thanks to systematic government intervention that skews the marketplace overwhelmingly in their favour and against ordinary people</a:t>
            </a:r>
          </a:p>
          <a:p>
            <a:pPr>
              <a:lnSpc>
                <a:spcPct val="80000"/>
              </a:lnSpc>
              <a:buFont typeface="Wingdings" pitchFamily="2" charset="2"/>
              <a:buNone/>
            </a:pPr>
            <a:r>
              <a:rPr lang="en-US" sz="3200" b="1" i="1" u="sng">
                <a:solidFill>
                  <a:srgbClr val="FFBF1F"/>
                </a:solidFill>
              </a:rPr>
              <a:t>Disempower</a:t>
            </a:r>
            <a:r>
              <a:rPr lang="en-US" sz="3200">
                <a:solidFill>
                  <a:srgbClr val="FFBF1F"/>
                </a:solidFill>
              </a:rPr>
              <a:t> corporations by </a:t>
            </a:r>
            <a:r>
              <a:rPr lang="en-US" sz="3200" b="1" i="1" u="sng">
                <a:solidFill>
                  <a:srgbClr val="FFBF1F"/>
                </a:solidFill>
              </a:rPr>
              <a:t>establishing</a:t>
            </a:r>
            <a:r>
              <a:rPr lang="en-US" sz="3200">
                <a:solidFill>
                  <a:srgbClr val="FFBF1F"/>
                </a:solidFill>
              </a:rPr>
              <a:t> a free market</a:t>
            </a:r>
            <a:endParaRPr lang="en-US" sz="3200" b="1" i="1" u="sng">
              <a:solidFill>
                <a:srgbClr val="FFBF1F"/>
              </a:solidFill>
            </a:endParaRPr>
          </a:p>
        </p:txBody>
      </p:sp>
      <p:sp>
        <p:nvSpPr>
          <p:cNvPr id="596996" name="Text Box 4"/>
          <p:cNvSpPr txBox="1">
            <a:spLocks noChangeArrowheads="1"/>
          </p:cNvSpPr>
          <p:nvPr/>
        </p:nvSpPr>
        <p:spPr bwMode="auto">
          <a:xfrm>
            <a:off x="5791200" y="5715000"/>
            <a:ext cx="3048000" cy="336550"/>
          </a:xfrm>
          <a:prstGeom prst="rect">
            <a:avLst/>
          </a:prstGeom>
          <a:noFill/>
          <a:ln w="9525">
            <a:noFill/>
            <a:miter lim="800000"/>
            <a:headEnd/>
            <a:tailEnd/>
          </a:ln>
          <a:effectLst/>
        </p:spPr>
        <p:txBody>
          <a:bodyPr>
            <a:spAutoFit/>
          </a:bodyPr>
          <a:lstStyle/>
          <a:p>
            <a:pPr>
              <a:spcBef>
                <a:spcPct val="50000"/>
              </a:spcBef>
            </a:pPr>
            <a:r>
              <a:rPr lang="en-US" sz="1600">
                <a:solidFill>
                  <a:srgbClr val="FFBF1F"/>
                </a:solidFill>
              </a:rPr>
              <a:t>  Benjamin Tucker (1854-1939)</a:t>
            </a:r>
          </a:p>
        </p:txBody>
      </p:sp>
      <p:pic>
        <p:nvPicPr>
          <p:cNvPr id="596999" name="Picture 7"/>
          <p:cNvPicPr>
            <a:picLocks noChangeAspect="1" noChangeArrowheads="1"/>
          </p:cNvPicPr>
          <p:nvPr>
            <p:ph sz="half" idx="2"/>
          </p:nvPr>
        </p:nvPicPr>
        <p:blipFill>
          <a:blip r:embed="rId2"/>
          <a:srcRect/>
          <a:stretch>
            <a:fillRect/>
          </a:stretch>
        </p:blipFill>
        <p:spPr>
          <a:xfrm>
            <a:off x="5867400" y="1828800"/>
            <a:ext cx="2898775" cy="3810000"/>
          </a:xfrm>
          <a:noFill/>
          <a:ln/>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5970" name="Rectangle 2"/>
          <p:cNvSpPr>
            <a:spLocks noGrp="1" noChangeArrowheads="1"/>
          </p:cNvSpPr>
          <p:nvPr>
            <p:ph type="title"/>
          </p:nvPr>
        </p:nvSpPr>
        <p:spPr/>
        <p:txBody>
          <a:bodyPr/>
          <a:lstStyle/>
          <a:p>
            <a:pPr algn="ctr"/>
            <a:r>
              <a:rPr lang="en-US" sz="5400">
                <a:solidFill>
                  <a:srgbClr val="FFBF1F"/>
                </a:solidFill>
              </a:rPr>
              <a:t>Corporations and the Market</a:t>
            </a:r>
          </a:p>
        </p:txBody>
      </p:sp>
      <p:sp>
        <p:nvSpPr>
          <p:cNvPr id="595971" name="Rectangle 3"/>
          <p:cNvSpPr>
            <a:spLocks noGrp="1" noChangeArrowheads="1"/>
          </p:cNvSpPr>
          <p:nvPr>
            <p:ph type="body" sz="half" idx="1"/>
          </p:nvPr>
        </p:nvSpPr>
        <p:spPr>
          <a:xfrm>
            <a:off x="533400" y="1828800"/>
            <a:ext cx="5486400" cy="4038600"/>
          </a:xfrm>
        </p:spPr>
        <p:txBody>
          <a:bodyPr/>
          <a:lstStyle/>
          <a:p>
            <a:pPr>
              <a:lnSpc>
                <a:spcPct val="80000"/>
              </a:lnSpc>
              <a:buFont typeface="Wingdings" pitchFamily="2" charset="2"/>
              <a:buNone/>
            </a:pPr>
            <a:r>
              <a:rPr lang="en-US" sz="3200">
                <a:solidFill>
                  <a:srgbClr val="FFBF1F"/>
                </a:solidFill>
              </a:rPr>
              <a:t>Corporate wealth is fine so long as the resulting economic inequality works out to the benefit of the least advantaged</a:t>
            </a:r>
          </a:p>
          <a:p>
            <a:pPr>
              <a:lnSpc>
                <a:spcPct val="80000"/>
              </a:lnSpc>
              <a:buFont typeface="Wingdings" pitchFamily="2" charset="2"/>
              <a:buNone/>
            </a:pPr>
            <a:r>
              <a:rPr lang="en-US" sz="3200">
                <a:solidFill>
                  <a:srgbClr val="FFBF1F"/>
                </a:solidFill>
              </a:rPr>
              <a:t>When that’s not the case, redistribution is called for</a:t>
            </a:r>
          </a:p>
          <a:p>
            <a:pPr>
              <a:lnSpc>
                <a:spcPct val="80000"/>
              </a:lnSpc>
              <a:buFont typeface="Wingdings" pitchFamily="2" charset="2"/>
              <a:buNone/>
            </a:pPr>
            <a:r>
              <a:rPr lang="en-US" sz="3200" b="1" i="1" u="sng">
                <a:solidFill>
                  <a:srgbClr val="FFBF1F"/>
                </a:solidFill>
              </a:rPr>
              <a:t>Regulate</a:t>
            </a:r>
            <a:r>
              <a:rPr lang="en-US" sz="3200">
                <a:solidFill>
                  <a:srgbClr val="FFBF1F"/>
                </a:solidFill>
              </a:rPr>
              <a:t> corporations and the market</a:t>
            </a:r>
          </a:p>
        </p:txBody>
      </p:sp>
      <p:sp>
        <p:nvSpPr>
          <p:cNvPr id="595973" name="Text Box 5"/>
          <p:cNvSpPr txBox="1">
            <a:spLocks noChangeArrowheads="1"/>
          </p:cNvSpPr>
          <p:nvPr/>
        </p:nvSpPr>
        <p:spPr bwMode="auto">
          <a:xfrm>
            <a:off x="5943600" y="5715000"/>
            <a:ext cx="2895600" cy="336550"/>
          </a:xfrm>
          <a:prstGeom prst="rect">
            <a:avLst/>
          </a:prstGeom>
          <a:noFill/>
          <a:ln w="9525">
            <a:noFill/>
            <a:miter lim="800000"/>
            <a:headEnd/>
            <a:tailEnd/>
          </a:ln>
          <a:effectLst/>
        </p:spPr>
        <p:txBody>
          <a:bodyPr>
            <a:spAutoFit/>
          </a:bodyPr>
          <a:lstStyle/>
          <a:p>
            <a:pPr>
              <a:spcBef>
                <a:spcPct val="50000"/>
              </a:spcBef>
            </a:pPr>
            <a:r>
              <a:rPr lang="en-US" sz="1600">
                <a:solidFill>
                  <a:srgbClr val="FFBF1F"/>
                </a:solidFill>
              </a:rPr>
              <a:t>  John Rawls (1921-2002)</a:t>
            </a:r>
          </a:p>
        </p:txBody>
      </p:sp>
      <p:pic>
        <p:nvPicPr>
          <p:cNvPr id="595975" name="Picture 7" descr="johnrawls"/>
          <p:cNvPicPr>
            <a:picLocks noChangeAspect="1" noChangeArrowheads="1"/>
          </p:cNvPicPr>
          <p:nvPr>
            <p:ph sz="half" idx="2"/>
          </p:nvPr>
        </p:nvPicPr>
        <p:blipFill>
          <a:blip r:embed="rId2"/>
          <a:srcRect/>
          <a:stretch>
            <a:fillRect/>
          </a:stretch>
        </p:blipFill>
        <p:spPr>
          <a:xfrm>
            <a:off x="5943600" y="1905000"/>
            <a:ext cx="2619375" cy="3657600"/>
          </a:xfrm>
          <a:noFill/>
          <a:ln/>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6754" name="Rectangle 2"/>
          <p:cNvSpPr>
            <a:spLocks noGrp="1" noChangeArrowheads="1"/>
          </p:cNvSpPr>
          <p:nvPr>
            <p:ph type="title"/>
          </p:nvPr>
        </p:nvSpPr>
        <p:spPr/>
        <p:txBody>
          <a:bodyPr/>
          <a:lstStyle/>
          <a:p>
            <a:pPr algn="ctr"/>
            <a:r>
              <a:rPr lang="en-US" sz="5400">
                <a:solidFill>
                  <a:srgbClr val="FFBF1F"/>
                </a:solidFill>
              </a:rPr>
              <a:t>The Ethics of Patents</a:t>
            </a:r>
          </a:p>
        </p:txBody>
      </p:sp>
      <p:sp>
        <p:nvSpPr>
          <p:cNvPr id="586755" name="Rectangle 3"/>
          <p:cNvSpPr>
            <a:spLocks noGrp="1" noChangeArrowheads="1"/>
          </p:cNvSpPr>
          <p:nvPr>
            <p:ph type="body" idx="1"/>
          </p:nvPr>
        </p:nvSpPr>
        <p:spPr/>
        <p:txBody>
          <a:bodyPr/>
          <a:lstStyle/>
          <a:p>
            <a:pPr>
              <a:lnSpc>
                <a:spcPct val="90000"/>
              </a:lnSpc>
              <a:buFont typeface="Wingdings" pitchFamily="2" charset="2"/>
              <a:buNone/>
            </a:pPr>
            <a:r>
              <a:rPr lang="en-US" sz="3700">
                <a:solidFill>
                  <a:srgbClr val="FFBF1F"/>
                </a:solidFill>
              </a:rPr>
              <a:t>Nanotechnology patents represent a potentially lucrative source of income:</a:t>
            </a:r>
          </a:p>
          <a:p>
            <a:pPr>
              <a:lnSpc>
                <a:spcPct val="90000"/>
              </a:lnSpc>
            </a:pPr>
            <a:r>
              <a:rPr lang="en-US" sz="3700">
                <a:solidFill>
                  <a:srgbClr val="FFBF1F"/>
                </a:solidFill>
              </a:rPr>
              <a:t>Who should rightfully own them?</a:t>
            </a:r>
          </a:p>
          <a:p>
            <a:pPr>
              <a:lnSpc>
                <a:spcPct val="90000"/>
              </a:lnSpc>
            </a:pPr>
            <a:r>
              <a:rPr lang="en-US" sz="3700">
                <a:solidFill>
                  <a:srgbClr val="FFBF1F"/>
                </a:solidFill>
              </a:rPr>
              <a:t>How do rights to “intellectual property” (IP) differ from other kinds of property rights?</a:t>
            </a:r>
          </a:p>
          <a:p>
            <a:pPr>
              <a:lnSpc>
                <a:spcPct val="90000"/>
              </a:lnSpc>
              <a:buFont typeface="Wingdings" pitchFamily="2" charset="2"/>
              <a:buNone/>
            </a:pPr>
            <a:endParaRPr lang="en-US" sz="3700">
              <a:solidFill>
                <a:srgbClr val="FFBF1F"/>
              </a:solidFill>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5010" name="Rectangle 2"/>
          <p:cNvSpPr>
            <a:spLocks noGrp="1" noChangeArrowheads="1"/>
          </p:cNvSpPr>
          <p:nvPr>
            <p:ph type="title"/>
          </p:nvPr>
        </p:nvSpPr>
        <p:spPr/>
        <p:txBody>
          <a:bodyPr/>
          <a:lstStyle/>
          <a:p>
            <a:pPr algn="ctr"/>
            <a:r>
              <a:rPr lang="en-US" sz="5400">
                <a:solidFill>
                  <a:srgbClr val="FFBF1F"/>
                </a:solidFill>
              </a:rPr>
              <a:t>Intellectual Property</a:t>
            </a:r>
          </a:p>
        </p:txBody>
      </p:sp>
      <p:sp>
        <p:nvSpPr>
          <p:cNvPr id="555011" name="Rectangle 3"/>
          <p:cNvSpPr>
            <a:spLocks noGrp="1" noChangeArrowheads="1"/>
          </p:cNvSpPr>
          <p:nvPr>
            <p:ph type="body" sz="half" idx="1"/>
          </p:nvPr>
        </p:nvSpPr>
        <p:spPr>
          <a:xfrm>
            <a:off x="533400" y="4876800"/>
            <a:ext cx="7924800" cy="990600"/>
          </a:xfrm>
        </p:spPr>
        <p:txBody>
          <a:bodyPr/>
          <a:lstStyle/>
          <a:p>
            <a:pPr>
              <a:buFont typeface="Wingdings" pitchFamily="2" charset="2"/>
              <a:buNone/>
            </a:pPr>
            <a:r>
              <a:rPr lang="en-US" sz="2700">
                <a:solidFill>
                  <a:srgbClr val="FFBF1F"/>
                </a:solidFill>
              </a:rPr>
              <a:t>Rise of electronic media and the internet has raised controversy over IP to an all-time high</a:t>
            </a:r>
            <a:endParaRPr lang="en-US" sz="3300">
              <a:solidFill>
                <a:srgbClr val="FFBF1F"/>
              </a:solidFill>
            </a:endParaRPr>
          </a:p>
          <a:p>
            <a:pPr>
              <a:buFont typeface="Wingdings" pitchFamily="2" charset="2"/>
              <a:buNone/>
            </a:pPr>
            <a:endParaRPr lang="en-US" sz="3300">
              <a:solidFill>
                <a:srgbClr val="FFBF1F"/>
              </a:solidFill>
            </a:endParaRPr>
          </a:p>
        </p:txBody>
      </p:sp>
      <p:pic>
        <p:nvPicPr>
          <p:cNvPr id="555012" name="Picture 4" descr="piracy-pic%5B1%5D"/>
          <p:cNvPicPr>
            <a:picLocks noChangeAspect="1" noChangeArrowheads="1"/>
          </p:cNvPicPr>
          <p:nvPr>
            <p:ph sz="quarter" idx="2"/>
          </p:nvPr>
        </p:nvPicPr>
        <p:blipFill>
          <a:blip r:embed="rId3"/>
          <a:srcRect/>
          <a:stretch>
            <a:fillRect/>
          </a:stretch>
        </p:blipFill>
        <p:spPr>
          <a:xfrm>
            <a:off x="609600" y="1828800"/>
            <a:ext cx="2247900" cy="2971800"/>
          </a:xfrm>
          <a:noFill/>
          <a:ln/>
        </p:spPr>
      </p:pic>
      <p:graphicFrame>
        <p:nvGraphicFramePr>
          <p:cNvPr id="555013" name="Object 5"/>
          <p:cNvGraphicFramePr>
            <a:graphicFrameLocks noChangeAspect="1"/>
          </p:cNvGraphicFramePr>
          <p:nvPr>
            <p:ph sz="quarter" idx="3"/>
          </p:nvPr>
        </p:nvGraphicFramePr>
        <p:xfrm>
          <a:off x="5334000" y="1905000"/>
          <a:ext cx="2692400" cy="2895600"/>
        </p:xfrm>
        <a:graphic>
          <a:graphicData uri="http://schemas.openxmlformats.org/presentationml/2006/ole">
            <p:oleObj spid="_x0000_s555013" name="Bitmap Image" r:id="rId4" imgW="4285714" imgH="4610744" progId="Paint.Picture">
              <p:embed/>
            </p:oleObj>
          </a:graphicData>
        </a:graphic>
      </p:graphicFrame>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7058" name="Rectangle 2"/>
          <p:cNvSpPr>
            <a:spLocks noGrp="1" noChangeArrowheads="1"/>
          </p:cNvSpPr>
          <p:nvPr>
            <p:ph type="title"/>
          </p:nvPr>
        </p:nvSpPr>
        <p:spPr/>
        <p:txBody>
          <a:bodyPr/>
          <a:lstStyle/>
          <a:p>
            <a:pPr algn="ctr"/>
            <a:r>
              <a:rPr lang="en-US" sz="4800">
                <a:solidFill>
                  <a:srgbClr val="FFBF1F"/>
                </a:solidFill>
              </a:rPr>
              <a:t>Property Rights: </a:t>
            </a:r>
            <a:br>
              <a:rPr lang="en-US" sz="4800">
                <a:solidFill>
                  <a:srgbClr val="FFBF1F"/>
                </a:solidFill>
              </a:rPr>
            </a:br>
            <a:r>
              <a:rPr lang="en-US" sz="4800">
                <a:solidFill>
                  <a:srgbClr val="FFBF1F"/>
                </a:solidFill>
              </a:rPr>
              <a:t>Consequentialist Approaches</a:t>
            </a:r>
          </a:p>
        </p:txBody>
      </p:sp>
      <p:sp>
        <p:nvSpPr>
          <p:cNvPr id="557059" name="Rectangle 3"/>
          <p:cNvSpPr>
            <a:spLocks noGrp="1" noChangeArrowheads="1"/>
          </p:cNvSpPr>
          <p:nvPr>
            <p:ph type="body" sz="half" idx="1"/>
          </p:nvPr>
        </p:nvSpPr>
        <p:spPr>
          <a:xfrm>
            <a:off x="2438400" y="1828800"/>
            <a:ext cx="4419600" cy="4038600"/>
          </a:xfrm>
        </p:spPr>
        <p:txBody>
          <a:bodyPr/>
          <a:lstStyle/>
          <a:p>
            <a:pPr>
              <a:lnSpc>
                <a:spcPct val="80000"/>
              </a:lnSpc>
              <a:buFont typeface="Wingdings" pitchFamily="2" charset="2"/>
              <a:buNone/>
            </a:pPr>
            <a:r>
              <a:rPr lang="en-US" sz="2400" b="1" u="sng">
                <a:solidFill>
                  <a:srgbClr val="FFBF1F"/>
                </a:solidFill>
              </a:rPr>
              <a:t>Utilitarian</a:t>
            </a:r>
            <a:r>
              <a:rPr lang="en-US" sz="2400">
                <a:solidFill>
                  <a:srgbClr val="FFBF1F"/>
                </a:solidFill>
              </a:rPr>
              <a:t> view:  the right system of property rights is whichever one maximizes the general happiness</a:t>
            </a:r>
          </a:p>
          <a:p>
            <a:pPr>
              <a:lnSpc>
                <a:spcPct val="80000"/>
              </a:lnSpc>
              <a:buFont typeface="Wingdings" pitchFamily="2" charset="2"/>
              <a:buNone/>
            </a:pPr>
            <a:r>
              <a:rPr lang="en-US" sz="2400" b="1" u="sng">
                <a:solidFill>
                  <a:srgbClr val="FFBF1F"/>
                </a:solidFill>
              </a:rPr>
              <a:t>Rawlsian</a:t>
            </a:r>
            <a:r>
              <a:rPr lang="en-US" sz="2400">
                <a:solidFill>
                  <a:srgbClr val="FFBF1F"/>
                </a:solidFill>
              </a:rPr>
              <a:t> view:  the right system of property rights is whichever one most benefits the worst-off</a:t>
            </a:r>
          </a:p>
          <a:p>
            <a:pPr>
              <a:lnSpc>
                <a:spcPct val="80000"/>
              </a:lnSpc>
              <a:buFont typeface="Wingdings" pitchFamily="2" charset="2"/>
              <a:buNone/>
            </a:pPr>
            <a:r>
              <a:rPr lang="en-US" sz="1800">
                <a:solidFill>
                  <a:srgbClr val="FFBF1F"/>
                </a:solidFill>
              </a:rPr>
              <a:t>(Rawls isn’t a consequentialist in general, but his Second Principle makes him a consequentialist about property rights)</a:t>
            </a:r>
          </a:p>
          <a:p>
            <a:pPr>
              <a:lnSpc>
                <a:spcPct val="80000"/>
              </a:lnSpc>
              <a:buFont typeface="Wingdings" pitchFamily="2" charset="2"/>
              <a:buNone/>
            </a:pPr>
            <a:r>
              <a:rPr lang="en-US" sz="2400">
                <a:solidFill>
                  <a:srgbClr val="FFBF1F"/>
                </a:solidFill>
              </a:rPr>
              <a:t>In either case, it’s the job of economics to tell us which one that is</a:t>
            </a:r>
          </a:p>
        </p:txBody>
      </p:sp>
      <p:pic>
        <p:nvPicPr>
          <p:cNvPr id="557060" name="Picture 4" descr="rawlsjpeg"/>
          <p:cNvPicPr>
            <a:picLocks noChangeAspect="1" noChangeArrowheads="1"/>
          </p:cNvPicPr>
          <p:nvPr>
            <p:ph sz="quarter" idx="2"/>
          </p:nvPr>
        </p:nvPicPr>
        <p:blipFill>
          <a:blip r:embed="rId2"/>
          <a:srcRect/>
          <a:stretch>
            <a:fillRect/>
          </a:stretch>
        </p:blipFill>
        <p:spPr>
          <a:xfrm>
            <a:off x="6781800" y="2362200"/>
            <a:ext cx="1931988" cy="2743200"/>
          </a:xfrm>
          <a:noFill/>
          <a:ln/>
        </p:spPr>
      </p:pic>
      <p:pic>
        <p:nvPicPr>
          <p:cNvPr id="557061" name="Picture 5" descr="john-stuart-mill"/>
          <p:cNvPicPr>
            <a:picLocks noChangeAspect="1" noChangeArrowheads="1"/>
          </p:cNvPicPr>
          <p:nvPr>
            <p:ph sz="quarter" idx="3"/>
          </p:nvPr>
        </p:nvPicPr>
        <p:blipFill>
          <a:blip r:embed="rId3"/>
          <a:srcRect/>
          <a:stretch>
            <a:fillRect/>
          </a:stretch>
        </p:blipFill>
        <p:spPr>
          <a:xfrm>
            <a:off x="381000" y="2362200"/>
            <a:ext cx="1970088" cy="2743200"/>
          </a:xfrm>
          <a:noFill/>
          <a:ln/>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9586" name="Rectangle 2"/>
          <p:cNvSpPr>
            <a:spLocks noGrp="1" noChangeArrowheads="1"/>
          </p:cNvSpPr>
          <p:nvPr>
            <p:ph type="title"/>
          </p:nvPr>
        </p:nvSpPr>
        <p:spPr/>
        <p:txBody>
          <a:bodyPr/>
          <a:lstStyle/>
          <a:p>
            <a:pPr algn="ctr"/>
            <a:r>
              <a:rPr lang="en-US" sz="4800">
                <a:solidFill>
                  <a:srgbClr val="FFBF1F"/>
                </a:solidFill>
              </a:rPr>
              <a:t>Implications for</a:t>
            </a:r>
            <a:br>
              <a:rPr lang="en-US" sz="4800">
                <a:solidFill>
                  <a:srgbClr val="FFBF1F"/>
                </a:solidFill>
              </a:rPr>
            </a:br>
            <a:r>
              <a:rPr lang="en-US" sz="4800">
                <a:solidFill>
                  <a:srgbClr val="FFBF1F"/>
                </a:solidFill>
              </a:rPr>
              <a:t>Intellectual Property</a:t>
            </a:r>
          </a:p>
        </p:txBody>
      </p:sp>
      <p:sp>
        <p:nvSpPr>
          <p:cNvPr id="579587" name="Rectangle 3"/>
          <p:cNvSpPr>
            <a:spLocks noGrp="1" noChangeArrowheads="1"/>
          </p:cNvSpPr>
          <p:nvPr>
            <p:ph type="body" sz="half" idx="1"/>
          </p:nvPr>
        </p:nvSpPr>
        <p:spPr>
          <a:xfrm>
            <a:off x="533400" y="1828800"/>
            <a:ext cx="8229600" cy="4038600"/>
          </a:xfrm>
        </p:spPr>
        <p:txBody>
          <a:bodyPr/>
          <a:lstStyle/>
          <a:p>
            <a:pPr>
              <a:buFont typeface="Wingdings" pitchFamily="2" charset="2"/>
              <a:buNone/>
            </a:pPr>
            <a:r>
              <a:rPr lang="en-US" sz="3400">
                <a:solidFill>
                  <a:srgbClr val="FFBF1F"/>
                </a:solidFill>
              </a:rPr>
              <a:t>So what </a:t>
            </a:r>
            <a:r>
              <a:rPr lang="en-US" sz="3400" i="1">
                <a:solidFill>
                  <a:srgbClr val="FFBF1F"/>
                </a:solidFill>
              </a:rPr>
              <a:t>does</a:t>
            </a:r>
            <a:r>
              <a:rPr lang="en-US" sz="3400">
                <a:solidFill>
                  <a:srgbClr val="FFBF1F"/>
                </a:solidFill>
              </a:rPr>
              <a:t> economics tell us about the social effects of IP?</a:t>
            </a:r>
          </a:p>
          <a:p>
            <a:pPr>
              <a:buFont typeface="Wingdings" pitchFamily="2" charset="2"/>
              <a:buNone/>
            </a:pPr>
            <a:r>
              <a:rPr lang="en-US" sz="3400">
                <a:solidFill>
                  <a:srgbClr val="FFBF1F"/>
                </a:solidFill>
              </a:rPr>
              <a:t>One consequentialist case for private property:  to deal with </a:t>
            </a:r>
            <a:r>
              <a:rPr lang="en-US" sz="3400" i="1">
                <a:solidFill>
                  <a:srgbClr val="FFBF1F"/>
                </a:solidFill>
              </a:rPr>
              <a:t>scarcity</a:t>
            </a:r>
            <a:r>
              <a:rPr lang="en-US" sz="3400">
                <a:solidFill>
                  <a:srgbClr val="FFBF1F"/>
                </a:solidFill>
              </a:rPr>
              <a:t> and prevent </a:t>
            </a:r>
            <a:r>
              <a:rPr lang="en-US" sz="3400" i="1">
                <a:solidFill>
                  <a:srgbClr val="FFBF1F"/>
                </a:solidFill>
              </a:rPr>
              <a:t>tragedy of the commons</a:t>
            </a:r>
            <a:endParaRPr lang="en-US" sz="3400">
              <a:solidFill>
                <a:srgbClr val="FFBF1F"/>
              </a:solidFill>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9106" name="Rectangle 2"/>
          <p:cNvSpPr>
            <a:spLocks noGrp="1" noChangeArrowheads="1"/>
          </p:cNvSpPr>
          <p:nvPr>
            <p:ph type="title"/>
          </p:nvPr>
        </p:nvSpPr>
        <p:spPr/>
        <p:txBody>
          <a:bodyPr/>
          <a:lstStyle/>
          <a:p>
            <a:pPr algn="ctr"/>
            <a:r>
              <a:rPr lang="en-US" sz="4800">
                <a:solidFill>
                  <a:srgbClr val="FFBF1F"/>
                </a:solidFill>
              </a:rPr>
              <a:t>Tragedy of the Commons</a:t>
            </a:r>
          </a:p>
        </p:txBody>
      </p:sp>
      <p:sp>
        <p:nvSpPr>
          <p:cNvPr id="559107" name="Rectangle 3"/>
          <p:cNvSpPr>
            <a:spLocks noGrp="1" noChangeArrowheads="1"/>
          </p:cNvSpPr>
          <p:nvPr>
            <p:ph type="body" sz="half" idx="1"/>
          </p:nvPr>
        </p:nvSpPr>
        <p:spPr>
          <a:xfrm>
            <a:off x="228600" y="1828800"/>
            <a:ext cx="2590800" cy="4038600"/>
          </a:xfrm>
        </p:spPr>
        <p:txBody>
          <a:bodyPr/>
          <a:lstStyle/>
          <a:p>
            <a:pPr>
              <a:buFont typeface="Wingdings" pitchFamily="2" charset="2"/>
              <a:buNone/>
            </a:pPr>
            <a:r>
              <a:rPr lang="en-US" sz="3400">
                <a:solidFill>
                  <a:srgbClr val="FFBF1F"/>
                </a:solidFill>
              </a:rPr>
              <a:t>  Coral reefs are a popular place to fish, since they </a:t>
            </a:r>
            <a:r>
              <a:rPr lang="en-US" sz="3400" i="1">
                <a:solidFill>
                  <a:srgbClr val="FFBF1F"/>
                </a:solidFill>
              </a:rPr>
              <a:t>attract</a:t>
            </a:r>
            <a:r>
              <a:rPr lang="en-US" sz="3400">
                <a:solidFill>
                  <a:srgbClr val="FFBF1F"/>
                </a:solidFill>
              </a:rPr>
              <a:t> fish</a:t>
            </a:r>
          </a:p>
        </p:txBody>
      </p:sp>
      <p:pic>
        <p:nvPicPr>
          <p:cNvPr id="559109" name="Picture 5" descr="Coral%20Reef"/>
          <p:cNvPicPr>
            <a:picLocks noChangeAspect="1" noChangeArrowheads="1"/>
          </p:cNvPicPr>
          <p:nvPr>
            <p:ph sz="half" idx="2"/>
          </p:nvPr>
        </p:nvPicPr>
        <p:blipFill>
          <a:blip r:embed="rId2"/>
          <a:srcRect/>
          <a:stretch>
            <a:fillRect/>
          </a:stretch>
        </p:blipFill>
        <p:spPr>
          <a:xfrm>
            <a:off x="2819400" y="1981200"/>
            <a:ext cx="5867400" cy="3925888"/>
          </a:xfrm>
          <a:noFill/>
          <a:ln/>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2418" name="Rectangle 2"/>
          <p:cNvSpPr>
            <a:spLocks noGrp="1" noChangeArrowheads="1"/>
          </p:cNvSpPr>
          <p:nvPr>
            <p:ph type="title"/>
          </p:nvPr>
        </p:nvSpPr>
        <p:spPr/>
        <p:txBody>
          <a:bodyPr/>
          <a:lstStyle/>
          <a:p>
            <a:pPr algn="ctr"/>
            <a:r>
              <a:rPr lang="en-US" sz="4800">
                <a:solidFill>
                  <a:srgbClr val="FFBF1F"/>
                </a:solidFill>
              </a:rPr>
              <a:t>Tragedy of the Commons</a:t>
            </a:r>
          </a:p>
        </p:txBody>
      </p:sp>
      <p:sp>
        <p:nvSpPr>
          <p:cNvPr id="572419" name="Rectangle 3"/>
          <p:cNvSpPr>
            <a:spLocks noGrp="1" noChangeArrowheads="1"/>
          </p:cNvSpPr>
          <p:nvPr>
            <p:ph type="body" sz="half" idx="1"/>
          </p:nvPr>
        </p:nvSpPr>
        <p:spPr>
          <a:xfrm>
            <a:off x="0" y="1828800"/>
            <a:ext cx="3200400" cy="4419600"/>
          </a:xfrm>
        </p:spPr>
        <p:txBody>
          <a:bodyPr/>
          <a:lstStyle/>
          <a:p>
            <a:pPr>
              <a:lnSpc>
                <a:spcPct val="80000"/>
              </a:lnSpc>
              <a:buFont typeface="Wingdings" pitchFamily="2" charset="2"/>
              <a:buNone/>
            </a:pPr>
            <a:r>
              <a:rPr lang="en-US" sz="2800">
                <a:solidFill>
                  <a:srgbClr val="FFBF1F"/>
                </a:solidFill>
              </a:rPr>
              <a:t>   One popular form of fishing near coral reefs is </a:t>
            </a:r>
            <a:r>
              <a:rPr lang="en-US" sz="2800" b="1" i="1" u="sng">
                <a:solidFill>
                  <a:srgbClr val="FFBF1F"/>
                </a:solidFill>
              </a:rPr>
              <a:t>blast fishing</a:t>
            </a:r>
            <a:r>
              <a:rPr lang="en-US" sz="2800">
                <a:solidFill>
                  <a:srgbClr val="FFBF1F"/>
                </a:solidFill>
              </a:rPr>
              <a:t>, setting off explosions that stun the fish and make them float to the surface: high quantity yield for low effort</a:t>
            </a:r>
          </a:p>
        </p:txBody>
      </p:sp>
      <p:pic>
        <p:nvPicPr>
          <p:cNvPr id="572423" name="Picture 7" descr="dynamite_reef_1"/>
          <p:cNvPicPr>
            <a:picLocks noChangeAspect="1" noChangeArrowheads="1"/>
          </p:cNvPicPr>
          <p:nvPr>
            <p:ph sz="half" idx="2"/>
          </p:nvPr>
        </p:nvPicPr>
        <p:blipFill>
          <a:blip r:embed="rId2"/>
          <a:srcRect/>
          <a:stretch>
            <a:fillRect/>
          </a:stretch>
        </p:blipFill>
        <p:spPr>
          <a:xfrm>
            <a:off x="3124200" y="1828800"/>
            <a:ext cx="5638800" cy="3868738"/>
          </a:xfrm>
          <a:noFill/>
          <a:ln/>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42" name="Rectangle 2"/>
          <p:cNvSpPr>
            <a:spLocks noGrp="1" noChangeArrowheads="1"/>
          </p:cNvSpPr>
          <p:nvPr>
            <p:ph type="title"/>
          </p:nvPr>
        </p:nvSpPr>
        <p:spPr/>
        <p:txBody>
          <a:bodyPr/>
          <a:lstStyle/>
          <a:p>
            <a:pPr algn="ctr"/>
            <a:r>
              <a:rPr lang="en-US" sz="4800">
                <a:solidFill>
                  <a:srgbClr val="FFBF1F"/>
                </a:solidFill>
              </a:rPr>
              <a:t>Tragedy of the Commons</a:t>
            </a:r>
          </a:p>
        </p:txBody>
      </p:sp>
      <p:sp>
        <p:nvSpPr>
          <p:cNvPr id="573443" name="Rectangle 3"/>
          <p:cNvSpPr>
            <a:spLocks noGrp="1" noChangeArrowheads="1"/>
          </p:cNvSpPr>
          <p:nvPr>
            <p:ph type="body" sz="half" idx="1"/>
          </p:nvPr>
        </p:nvSpPr>
        <p:spPr>
          <a:xfrm>
            <a:off x="533400" y="1828800"/>
            <a:ext cx="5029200" cy="4038600"/>
          </a:xfrm>
        </p:spPr>
        <p:txBody>
          <a:bodyPr/>
          <a:lstStyle/>
          <a:p>
            <a:pPr>
              <a:lnSpc>
                <a:spcPct val="80000"/>
              </a:lnSpc>
              <a:buFont typeface="Wingdings" pitchFamily="2" charset="2"/>
              <a:buNone/>
            </a:pPr>
            <a:r>
              <a:rPr lang="en-US" sz="3600">
                <a:solidFill>
                  <a:srgbClr val="FFBF1F"/>
                </a:solidFill>
              </a:rPr>
              <a:t>But blast fishing destroys the coral reefs, thus yielding high returns in the short run but lower returns in the long run</a:t>
            </a:r>
          </a:p>
          <a:p>
            <a:pPr>
              <a:lnSpc>
                <a:spcPct val="80000"/>
              </a:lnSpc>
              <a:buFont typeface="Wingdings" pitchFamily="2" charset="2"/>
              <a:buNone/>
            </a:pPr>
            <a:r>
              <a:rPr lang="en-US" sz="3600">
                <a:solidFill>
                  <a:srgbClr val="FFBF1F"/>
                </a:solidFill>
              </a:rPr>
              <a:t>Does this mean blast fishers are short-sighted?</a:t>
            </a:r>
          </a:p>
        </p:txBody>
      </p:sp>
      <p:pic>
        <p:nvPicPr>
          <p:cNvPr id="573447" name="Picture 7" descr="reef_fish_186"/>
          <p:cNvPicPr>
            <a:picLocks noChangeAspect="1" noChangeArrowheads="1"/>
          </p:cNvPicPr>
          <p:nvPr>
            <p:ph sz="quarter" idx="2"/>
          </p:nvPr>
        </p:nvPicPr>
        <p:blipFill>
          <a:blip r:embed="rId2"/>
          <a:srcRect/>
          <a:stretch>
            <a:fillRect/>
          </a:stretch>
        </p:blipFill>
        <p:spPr>
          <a:xfrm>
            <a:off x="5715000" y="1828800"/>
            <a:ext cx="2743200" cy="1960563"/>
          </a:xfrm>
          <a:noFill/>
          <a:ln/>
        </p:spPr>
      </p:pic>
      <p:pic>
        <p:nvPicPr>
          <p:cNvPr id="573450" name="Picture 10" descr="generate_image"/>
          <p:cNvPicPr>
            <a:picLocks noChangeAspect="1" noChangeArrowheads="1"/>
          </p:cNvPicPr>
          <p:nvPr>
            <p:ph sz="quarter" idx="3"/>
          </p:nvPr>
        </p:nvPicPr>
        <p:blipFill>
          <a:blip r:embed="rId3"/>
          <a:srcRect/>
          <a:stretch>
            <a:fillRect/>
          </a:stretch>
        </p:blipFill>
        <p:spPr>
          <a:xfrm>
            <a:off x="5638800" y="3886200"/>
            <a:ext cx="2819400" cy="2114550"/>
          </a:xfrm>
          <a:noFill/>
          <a:ln/>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5490" name="Rectangle 2"/>
          <p:cNvSpPr>
            <a:spLocks noGrp="1" noChangeArrowheads="1"/>
          </p:cNvSpPr>
          <p:nvPr>
            <p:ph type="title"/>
          </p:nvPr>
        </p:nvSpPr>
        <p:spPr/>
        <p:txBody>
          <a:bodyPr/>
          <a:lstStyle/>
          <a:p>
            <a:pPr algn="ctr"/>
            <a:r>
              <a:rPr lang="en-US" sz="4800">
                <a:solidFill>
                  <a:srgbClr val="FFBF1F"/>
                </a:solidFill>
              </a:rPr>
              <a:t>Tragedy of the Commons</a:t>
            </a:r>
          </a:p>
        </p:txBody>
      </p:sp>
      <p:sp>
        <p:nvSpPr>
          <p:cNvPr id="575491" name="Rectangle 3"/>
          <p:cNvSpPr>
            <a:spLocks noGrp="1" noChangeArrowheads="1"/>
          </p:cNvSpPr>
          <p:nvPr>
            <p:ph type="body" sz="half" idx="1"/>
          </p:nvPr>
        </p:nvSpPr>
        <p:spPr>
          <a:xfrm>
            <a:off x="381000" y="1828800"/>
            <a:ext cx="4343400" cy="4038600"/>
          </a:xfrm>
        </p:spPr>
        <p:txBody>
          <a:bodyPr/>
          <a:lstStyle/>
          <a:p>
            <a:pPr>
              <a:lnSpc>
                <a:spcPct val="80000"/>
              </a:lnSpc>
              <a:buFont typeface="Wingdings" pitchFamily="2" charset="2"/>
              <a:buNone/>
            </a:pPr>
            <a:r>
              <a:rPr lang="en-US" sz="2800">
                <a:solidFill>
                  <a:srgbClr val="FFBF1F"/>
                </a:solidFill>
              </a:rPr>
              <a:t>Not necessarily:</a:t>
            </a:r>
          </a:p>
          <a:p>
            <a:pPr>
              <a:lnSpc>
                <a:spcPct val="80000"/>
              </a:lnSpc>
              <a:buFont typeface="Wingdings" pitchFamily="2" charset="2"/>
              <a:buNone/>
            </a:pPr>
            <a:r>
              <a:rPr lang="en-US" sz="2800">
                <a:solidFill>
                  <a:srgbClr val="FFBF1F"/>
                </a:solidFill>
              </a:rPr>
              <a:t>My incentive to conserve resources for the future depends on my being the person who will benefit</a:t>
            </a:r>
          </a:p>
          <a:p>
            <a:pPr>
              <a:lnSpc>
                <a:spcPct val="80000"/>
              </a:lnSpc>
              <a:buFont typeface="Wingdings" pitchFamily="2" charset="2"/>
              <a:buNone/>
            </a:pPr>
            <a:r>
              <a:rPr lang="en-US" sz="2800">
                <a:solidFill>
                  <a:srgbClr val="FFBF1F"/>
                </a:solidFill>
              </a:rPr>
              <a:t>For example, I take the effort to plant only because I believe I’m going to get to be the one who gets to reap</a:t>
            </a:r>
          </a:p>
        </p:txBody>
      </p:sp>
      <p:pic>
        <p:nvPicPr>
          <p:cNvPr id="575497" name="Picture 9" descr="ploughing"/>
          <p:cNvPicPr>
            <a:picLocks noChangeAspect="1" noChangeArrowheads="1"/>
          </p:cNvPicPr>
          <p:nvPr>
            <p:ph sz="half" idx="2"/>
          </p:nvPr>
        </p:nvPicPr>
        <p:blipFill>
          <a:blip r:embed="rId2"/>
          <a:srcRect/>
          <a:stretch>
            <a:fillRect/>
          </a:stretch>
        </p:blipFill>
        <p:spPr>
          <a:xfrm>
            <a:off x="4724400" y="1905000"/>
            <a:ext cx="4000500" cy="3938588"/>
          </a:xfrm>
          <a:noFill/>
          <a:ln/>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7538" name="Rectangle 2"/>
          <p:cNvSpPr>
            <a:spLocks noGrp="1" noChangeArrowheads="1"/>
          </p:cNvSpPr>
          <p:nvPr>
            <p:ph type="title"/>
          </p:nvPr>
        </p:nvSpPr>
        <p:spPr/>
        <p:txBody>
          <a:bodyPr/>
          <a:lstStyle/>
          <a:p>
            <a:pPr algn="ctr"/>
            <a:r>
              <a:rPr lang="en-US" sz="4800">
                <a:solidFill>
                  <a:srgbClr val="FFBF1F"/>
                </a:solidFill>
              </a:rPr>
              <a:t>Tragedy of the Commons</a:t>
            </a:r>
          </a:p>
        </p:txBody>
      </p:sp>
      <p:sp>
        <p:nvSpPr>
          <p:cNvPr id="577539" name="Rectangle 3"/>
          <p:cNvSpPr>
            <a:spLocks noGrp="1" noChangeArrowheads="1"/>
          </p:cNvSpPr>
          <p:nvPr>
            <p:ph type="body" sz="half" idx="1"/>
          </p:nvPr>
        </p:nvSpPr>
        <p:spPr>
          <a:xfrm>
            <a:off x="381000" y="1828800"/>
            <a:ext cx="8382000" cy="4038600"/>
          </a:xfrm>
        </p:spPr>
        <p:txBody>
          <a:bodyPr/>
          <a:lstStyle/>
          <a:p>
            <a:pPr>
              <a:lnSpc>
                <a:spcPct val="80000"/>
              </a:lnSpc>
              <a:buFont typeface="Wingdings" pitchFamily="2" charset="2"/>
              <a:buNone/>
            </a:pPr>
            <a:r>
              <a:rPr lang="en-US" sz="2400">
                <a:solidFill>
                  <a:srgbClr val="FFBF1F"/>
                </a:solidFill>
              </a:rPr>
              <a:t>But fishing sites aren’t private </a:t>
            </a:r>
          </a:p>
          <a:p>
            <a:pPr>
              <a:lnSpc>
                <a:spcPct val="80000"/>
              </a:lnSpc>
              <a:buFont typeface="Wingdings" pitchFamily="2" charset="2"/>
              <a:buNone/>
            </a:pPr>
            <a:r>
              <a:rPr lang="en-US" sz="2400">
                <a:solidFill>
                  <a:srgbClr val="FFBF1F"/>
                </a:solidFill>
              </a:rPr>
              <a:t>	property – I can’t exclude other </a:t>
            </a:r>
          </a:p>
          <a:p>
            <a:pPr>
              <a:lnSpc>
                <a:spcPct val="80000"/>
              </a:lnSpc>
              <a:buFont typeface="Wingdings" pitchFamily="2" charset="2"/>
              <a:buNone/>
            </a:pPr>
            <a:r>
              <a:rPr lang="en-US" sz="2400">
                <a:solidFill>
                  <a:srgbClr val="FFBF1F"/>
                </a:solidFill>
              </a:rPr>
              <a:t>	fishers from any given site</a:t>
            </a:r>
          </a:p>
          <a:p>
            <a:pPr>
              <a:lnSpc>
                <a:spcPct val="80000"/>
              </a:lnSpc>
              <a:buFont typeface="Wingdings" pitchFamily="2" charset="2"/>
              <a:buNone/>
            </a:pPr>
            <a:r>
              <a:rPr lang="en-US" sz="2400">
                <a:solidFill>
                  <a:srgbClr val="FFBF1F"/>
                </a:solidFill>
              </a:rPr>
              <a:t>So if I refrain from blast fishing </a:t>
            </a:r>
          </a:p>
          <a:p>
            <a:pPr>
              <a:lnSpc>
                <a:spcPct val="80000"/>
              </a:lnSpc>
              <a:buFont typeface="Wingdings" pitchFamily="2" charset="2"/>
              <a:buNone/>
            </a:pPr>
            <a:r>
              <a:rPr lang="en-US" sz="2400">
                <a:solidFill>
                  <a:srgbClr val="FFBF1F"/>
                </a:solidFill>
              </a:rPr>
              <a:t>	today, I </a:t>
            </a:r>
            <a:r>
              <a:rPr lang="en-US" sz="2400" i="1">
                <a:solidFill>
                  <a:srgbClr val="FFBF1F"/>
                </a:solidFill>
              </a:rPr>
              <a:t>don’t</a:t>
            </a:r>
            <a:r>
              <a:rPr lang="en-US" sz="2400">
                <a:solidFill>
                  <a:srgbClr val="FFBF1F"/>
                </a:solidFill>
              </a:rPr>
              <a:t> thereby ensure </a:t>
            </a:r>
          </a:p>
          <a:p>
            <a:pPr>
              <a:lnSpc>
                <a:spcPct val="80000"/>
              </a:lnSpc>
              <a:buFont typeface="Wingdings" pitchFamily="2" charset="2"/>
              <a:buNone/>
            </a:pPr>
            <a:r>
              <a:rPr lang="en-US" sz="2400">
                <a:solidFill>
                  <a:srgbClr val="FFBF1F"/>
                </a:solidFill>
              </a:rPr>
              <a:t>	more fish for me in the future</a:t>
            </a:r>
          </a:p>
          <a:p>
            <a:pPr>
              <a:lnSpc>
                <a:spcPct val="80000"/>
              </a:lnSpc>
              <a:buFont typeface="Wingdings" pitchFamily="2" charset="2"/>
              <a:buNone/>
            </a:pPr>
            <a:r>
              <a:rPr lang="en-US" sz="2400">
                <a:solidFill>
                  <a:srgbClr val="FFBF1F"/>
                </a:solidFill>
              </a:rPr>
              <a:t>I just let </a:t>
            </a:r>
            <a:r>
              <a:rPr lang="en-US" sz="2400" i="1">
                <a:solidFill>
                  <a:srgbClr val="FFBF1F"/>
                </a:solidFill>
              </a:rPr>
              <a:t>another</a:t>
            </a:r>
            <a:r>
              <a:rPr lang="en-US" sz="2400">
                <a:solidFill>
                  <a:srgbClr val="FFBF1F"/>
                </a:solidFill>
              </a:rPr>
              <a:t> blast fisher be the </a:t>
            </a:r>
          </a:p>
          <a:p>
            <a:pPr>
              <a:lnSpc>
                <a:spcPct val="80000"/>
              </a:lnSpc>
              <a:buFont typeface="Wingdings" pitchFamily="2" charset="2"/>
              <a:buNone/>
            </a:pPr>
            <a:r>
              <a:rPr lang="en-US" sz="2400">
                <a:solidFill>
                  <a:srgbClr val="FFBF1F"/>
                </a:solidFill>
              </a:rPr>
              <a:t>	one who reaps today’s yield</a:t>
            </a:r>
          </a:p>
          <a:p>
            <a:pPr>
              <a:lnSpc>
                <a:spcPct val="80000"/>
              </a:lnSpc>
              <a:buFont typeface="Wingdings" pitchFamily="2" charset="2"/>
              <a:buNone/>
            </a:pPr>
            <a:r>
              <a:rPr lang="en-US" sz="2400">
                <a:solidFill>
                  <a:srgbClr val="FFBF1F"/>
                </a:solidFill>
              </a:rPr>
              <a:t>And if the future benefit is going to be sacrificed to a short-run gain no matter what I do, I figure I might as well be the one who makes that gain</a:t>
            </a:r>
          </a:p>
          <a:p>
            <a:pPr>
              <a:lnSpc>
                <a:spcPct val="80000"/>
              </a:lnSpc>
              <a:buFont typeface="Wingdings" pitchFamily="2" charset="2"/>
              <a:buNone/>
            </a:pPr>
            <a:r>
              <a:rPr lang="en-US" sz="2400">
                <a:solidFill>
                  <a:srgbClr val="FFBF1F"/>
                </a:solidFill>
              </a:rPr>
              <a:t>So it’s in my self-interest to keep blast-fishing</a:t>
            </a:r>
          </a:p>
        </p:txBody>
      </p:sp>
      <p:pic>
        <p:nvPicPr>
          <p:cNvPr id="577543" name="Picture 7" descr="fishing"/>
          <p:cNvPicPr>
            <a:picLocks noChangeAspect="1" noChangeArrowheads="1"/>
          </p:cNvPicPr>
          <p:nvPr>
            <p:ph sz="half" idx="2"/>
          </p:nvPr>
        </p:nvPicPr>
        <p:blipFill>
          <a:blip r:embed="rId2"/>
          <a:srcRect/>
          <a:stretch>
            <a:fillRect/>
          </a:stretch>
        </p:blipFill>
        <p:spPr>
          <a:xfrm>
            <a:off x="5257800" y="1828800"/>
            <a:ext cx="3429000" cy="2743200"/>
          </a:xfrm>
          <a:noFill/>
          <a:ln/>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8562" name="Rectangle 2"/>
          <p:cNvSpPr>
            <a:spLocks noGrp="1" noChangeArrowheads="1"/>
          </p:cNvSpPr>
          <p:nvPr>
            <p:ph type="title"/>
          </p:nvPr>
        </p:nvSpPr>
        <p:spPr/>
        <p:txBody>
          <a:bodyPr/>
          <a:lstStyle/>
          <a:p>
            <a:pPr algn="ctr"/>
            <a:r>
              <a:rPr lang="en-US" sz="4800">
                <a:solidFill>
                  <a:srgbClr val="FFBF1F"/>
                </a:solidFill>
              </a:rPr>
              <a:t>Tragedy of the Commons</a:t>
            </a:r>
          </a:p>
        </p:txBody>
      </p:sp>
      <p:sp>
        <p:nvSpPr>
          <p:cNvPr id="578563" name="Rectangle 3"/>
          <p:cNvSpPr>
            <a:spLocks noGrp="1" noChangeArrowheads="1"/>
          </p:cNvSpPr>
          <p:nvPr>
            <p:ph type="body" sz="half" idx="1"/>
          </p:nvPr>
        </p:nvSpPr>
        <p:spPr>
          <a:xfrm>
            <a:off x="152400" y="1828800"/>
            <a:ext cx="5334000" cy="4038600"/>
          </a:xfrm>
        </p:spPr>
        <p:txBody>
          <a:bodyPr/>
          <a:lstStyle/>
          <a:p>
            <a:pPr>
              <a:lnSpc>
                <a:spcPct val="80000"/>
              </a:lnSpc>
              <a:buFont typeface="Wingdings" pitchFamily="2" charset="2"/>
              <a:buNone/>
            </a:pPr>
            <a:r>
              <a:rPr lang="en-US" sz="2400">
                <a:solidFill>
                  <a:srgbClr val="FFBF1F"/>
                </a:solidFill>
              </a:rPr>
              <a:t>   Hence a </a:t>
            </a:r>
            <a:r>
              <a:rPr lang="en-US" sz="2400" i="1">
                <a:solidFill>
                  <a:srgbClr val="FFBF1F"/>
                </a:solidFill>
              </a:rPr>
              <a:t>commons</a:t>
            </a:r>
            <a:r>
              <a:rPr lang="en-US" sz="2400">
                <a:solidFill>
                  <a:srgbClr val="FFBF1F"/>
                </a:solidFill>
              </a:rPr>
              <a:t> – a resource to which everyone has free access – becomes a </a:t>
            </a:r>
            <a:r>
              <a:rPr lang="en-US" sz="2400" i="1">
                <a:solidFill>
                  <a:srgbClr val="FFBF1F"/>
                </a:solidFill>
              </a:rPr>
              <a:t>tragedy</a:t>
            </a:r>
            <a:r>
              <a:rPr lang="en-US" sz="2400">
                <a:solidFill>
                  <a:srgbClr val="FFBF1F"/>
                </a:solidFill>
              </a:rPr>
              <a:t> – none of the users has an incentive to conserve it, even though they’d all be better off if it were conserved</a:t>
            </a:r>
          </a:p>
          <a:p>
            <a:pPr>
              <a:lnSpc>
                <a:spcPct val="80000"/>
              </a:lnSpc>
              <a:buFont typeface="Wingdings" pitchFamily="2" charset="2"/>
              <a:buNone/>
            </a:pPr>
            <a:r>
              <a:rPr lang="en-US" sz="2400">
                <a:solidFill>
                  <a:srgbClr val="FFBF1F"/>
                </a:solidFill>
              </a:rPr>
              <a:t>   </a:t>
            </a:r>
            <a:r>
              <a:rPr lang="en-US" sz="2400" b="1" u="sng">
                <a:solidFill>
                  <a:srgbClr val="FFBF1F"/>
                </a:solidFill>
              </a:rPr>
              <a:t>Private property</a:t>
            </a:r>
            <a:r>
              <a:rPr lang="en-US" sz="2400">
                <a:solidFill>
                  <a:srgbClr val="FFBF1F"/>
                </a:solidFill>
              </a:rPr>
              <a:t> may not be the </a:t>
            </a:r>
            <a:r>
              <a:rPr lang="en-US" sz="2400" i="1">
                <a:solidFill>
                  <a:srgbClr val="FFBF1F"/>
                </a:solidFill>
              </a:rPr>
              <a:t>only</a:t>
            </a:r>
            <a:r>
              <a:rPr lang="en-US" sz="2400">
                <a:solidFill>
                  <a:srgbClr val="FFBF1F"/>
                </a:solidFill>
              </a:rPr>
              <a:t> solution to the tragedy of the commons (others include legislation and peer pressure) – but it’s </a:t>
            </a:r>
            <a:r>
              <a:rPr lang="en-US" sz="2400" i="1">
                <a:solidFill>
                  <a:srgbClr val="FFBF1F"/>
                </a:solidFill>
              </a:rPr>
              <a:t>one</a:t>
            </a:r>
            <a:r>
              <a:rPr lang="en-US" sz="2400">
                <a:solidFill>
                  <a:srgbClr val="FFBF1F"/>
                </a:solidFill>
              </a:rPr>
              <a:t> frequently recommended solution</a:t>
            </a:r>
          </a:p>
        </p:txBody>
      </p:sp>
      <p:graphicFrame>
        <p:nvGraphicFramePr>
          <p:cNvPr id="578569" name="Object 9"/>
          <p:cNvGraphicFramePr>
            <a:graphicFrameLocks noChangeAspect="1"/>
          </p:cNvGraphicFramePr>
          <p:nvPr>
            <p:ph sz="half" idx="2"/>
          </p:nvPr>
        </p:nvGraphicFramePr>
        <p:xfrm>
          <a:off x="5486400" y="1828800"/>
          <a:ext cx="3203575" cy="4038600"/>
        </p:xfrm>
        <a:graphic>
          <a:graphicData uri="http://schemas.openxmlformats.org/presentationml/2006/ole">
            <p:oleObj spid="_x0000_s578569" name="Bitmap Image" r:id="rId3" imgW="3801006" imgH="4791744" progId="Paint.Picture">
              <p:embed/>
            </p:oleObj>
          </a:graphicData>
        </a:graphic>
      </p:graphicFrame>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0370" name="Rectangle 2"/>
          <p:cNvSpPr>
            <a:spLocks noGrp="1" noChangeArrowheads="1"/>
          </p:cNvSpPr>
          <p:nvPr>
            <p:ph type="title"/>
          </p:nvPr>
        </p:nvSpPr>
        <p:spPr/>
        <p:txBody>
          <a:bodyPr/>
          <a:lstStyle/>
          <a:p>
            <a:pPr algn="ctr"/>
            <a:r>
              <a:rPr lang="en-US" sz="4800">
                <a:solidFill>
                  <a:srgbClr val="FFBF1F"/>
                </a:solidFill>
              </a:rPr>
              <a:t>Implications for</a:t>
            </a:r>
            <a:br>
              <a:rPr lang="en-US" sz="4800">
                <a:solidFill>
                  <a:srgbClr val="FFBF1F"/>
                </a:solidFill>
              </a:rPr>
            </a:br>
            <a:r>
              <a:rPr lang="en-US" sz="4800">
                <a:solidFill>
                  <a:srgbClr val="FFBF1F"/>
                </a:solidFill>
              </a:rPr>
              <a:t>Intellectual Property</a:t>
            </a:r>
          </a:p>
        </p:txBody>
      </p:sp>
      <p:sp>
        <p:nvSpPr>
          <p:cNvPr id="570371" name="Rectangle 3"/>
          <p:cNvSpPr>
            <a:spLocks noGrp="1" noChangeArrowheads="1"/>
          </p:cNvSpPr>
          <p:nvPr>
            <p:ph type="body" sz="half" idx="1"/>
          </p:nvPr>
        </p:nvSpPr>
        <p:spPr>
          <a:xfrm>
            <a:off x="533400" y="1828800"/>
            <a:ext cx="8229600" cy="4038600"/>
          </a:xfrm>
        </p:spPr>
        <p:txBody>
          <a:bodyPr/>
          <a:lstStyle/>
          <a:p>
            <a:pPr>
              <a:lnSpc>
                <a:spcPct val="90000"/>
              </a:lnSpc>
              <a:buFont typeface="Wingdings" pitchFamily="2" charset="2"/>
              <a:buNone/>
            </a:pPr>
            <a:r>
              <a:rPr lang="en-US" sz="2800">
                <a:solidFill>
                  <a:srgbClr val="FFBF1F"/>
                </a:solidFill>
              </a:rPr>
              <a:t>Does the </a:t>
            </a:r>
            <a:r>
              <a:rPr lang="en-US" sz="2800" i="1">
                <a:solidFill>
                  <a:srgbClr val="FFBF1F"/>
                </a:solidFill>
              </a:rPr>
              <a:t>tragedy of the commons</a:t>
            </a:r>
            <a:r>
              <a:rPr lang="en-US" sz="2800">
                <a:solidFill>
                  <a:srgbClr val="FFBF1F"/>
                </a:solidFill>
              </a:rPr>
              <a:t> apply to IP?</a:t>
            </a:r>
          </a:p>
          <a:p>
            <a:pPr>
              <a:lnSpc>
                <a:spcPct val="90000"/>
              </a:lnSpc>
              <a:buFont typeface="Wingdings" pitchFamily="2" charset="2"/>
              <a:buNone/>
            </a:pPr>
            <a:r>
              <a:rPr lang="en-US" sz="2800">
                <a:solidFill>
                  <a:srgbClr val="FFBF1F"/>
                </a:solidFill>
              </a:rPr>
              <a:t>Maybe not: abstract ideas aren’t “scarce” in the sense that their supply can’t be depleted through overuse</a:t>
            </a:r>
          </a:p>
          <a:p>
            <a:pPr>
              <a:lnSpc>
                <a:spcPct val="90000"/>
              </a:lnSpc>
              <a:buFont typeface="Wingdings" pitchFamily="2" charset="2"/>
              <a:buNone/>
            </a:pPr>
            <a:r>
              <a:rPr lang="en-US" sz="2800">
                <a:solidFill>
                  <a:srgbClr val="FFBF1F"/>
                </a:solidFill>
              </a:rPr>
              <a:t>No matter how much I use an idea, there’s still just as much of that idea around for others</a:t>
            </a:r>
          </a:p>
          <a:p>
            <a:pPr>
              <a:lnSpc>
                <a:spcPct val="90000"/>
              </a:lnSpc>
              <a:buFont typeface="Wingdings" pitchFamily="2" charset="2"/>
              <a:buNone/>
            </a:pPr>
            <a:r>
              <a:rPr lang="en-US" sz="2800">
                <a:solidFill>
                  <a:srgbClr val="FFBF1F"/>
                </a:solidFill>
              </a:rPr>
              <a:t>But there’s a broader consequentialist concern with giving producers </a:t>
            </a:r>
            <a:r>
              <a:rPr lang="en-US" sz="2800" i="1">
                <a:solidFill>
                  <a:srgbClr val="FFBF1F"/>
                </a:solidFill>
              </a:rPr>
              <a:t>incentive</a:t>
            </a:r>
            <a:r>
              <a:rPr lang="en-US" sz="2800">
                <a:solidFill>
                  <a:srgbClr val="FFBF1F"/>
                </a:solidFill>
              </a:rPr>
              <a:t> to produce</a:t>
            </a:r>
          </a:p>
          <a:p>
            <a:pPr>
              <a:lnSpc>
                <a:spcPct val="90000"/>
              </a:lnSpc>
              <a:buFont typeface="Wingdings" pitchFamily="2" charset="2"/>
              <a:buNone/>
            </a:pPr>
            <a:r>
              <a:rPr lang="en-US" sz="2800">
                <a:solidFill>
                  <a:srgbClr val="FFBF1F"/>
                </a:solidFill>
              </a:rPr>
              <a:t>How apply to IP?</a:t>
            </a: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1154" name="Rectangle 2"/>
          <p:cNvSpPr>
            <a:spLocks noGrp="1" noChangeArrowheads="1"/>
          </p:cNvSpPr>
          <p:nvPr>
            <p:ph type="title"/>
          </p:nvPr>
        </p:nvSpPr>
        <p:spPr/>
        <p:txBody>
          <a:bodyPr/>
          <a:lstStyle/>
          <a:p>
            <a:pPr algn="ctr"/>
            <a:r>
              <a:rPr lang="en-US" sz="4800">
                <a:solidFill>
                  <a:srgbClr val="FFBF1F"/>
                </a:solidFill>
              </a:rPr>
              <a:t>Implications for</a:t>
            </a:r>
            <a:br>
              <a:rPr lang="en-US" sz="4800">
                <a:solidFill>
                  <a:srgbClr val="FFBF1F"/>
                </a:solidFill>
              </a:rPr>
            </a:br>
            <a:r>
              <a:rPr lang="en-US" sz="4800">
                <a:solidFill>
                  <a:srgbClr val="FFBF1F"/>
                </a:solidFill>
              </a:rPr>
              <a:t>Intellectual Property</a:t>
            </a:r>
          </a:p>
        </p:txBody>
      </p:sp>
      <p:sp>
        <p:nvSpPr>
          <p:cNvPr id="561155" name="Rectangle 3"/>
          <p:cNvSpPr>
            <a:spLocks noGrp="1" noChangeArrowheads="1"/>
          </p:cNvSpPr>
          <p:nvPr>
            <p:ph type="body" sz="half" idx="1"/>
          </p:nvPr>
        </p:nvSpPr>
        <p:spPr>
          <a:xfrm>
            <a:off x="0" y="1828800"/>
            <a:ext cx="3581400" cy="4038600"/>
          </a:xfrm>
        </p:spPr>
        <p:txBody>
          <a:bodyPr/>
          <a:lstStyle/>
          <a:p>
            <a:pPr>
              <a:buFont typeface="Wingdings" pitchFamily="2" charset="2"/>
              <a:buNone/>
            </a:pPr>
            <a:r>
              <a:rPr lang="en-US" sz="3000" b="1">
                <a:solidFill>
                  <a:srgbClr val="FFBF1F"/>
                </a:solidFill>
              </a:rPr>
              <a:t>   </a:t>
            </a:r>
            <a:r>
              <a:rPr lang="en-US" sz="3000" b="1" u="sng">
                <a:solidFill>
                  <a:srgbClr val="FFBF1F"/>
                </a:solidFill>
              </a:rPr>
              <a:t>Supports</a:t>
            </a:r>
            <a:r>
              <a:rPr lang="en-US" sz="3000">
                <a:solidFill>
                  <a:srgbClr val="FFBF1F"/>
                </a:solidFill>
              </a:rPr>
              <a:t> IP?</a:t>
            </a:r>
          </a:p>
          <a:p>
            <a:pPr>
              <a:buFont typeface="Wingdings" pitchFamily="2" charset="2"/>
              <a:buNone/>
            </a:pPr>
            <a:r>
              <a:rPr lang="en-US" sz="3000">
                <a:solidFill>
                  <a:srgbClr val="FFBF1F"/>
                </a:solidFill>
              </a:rPr>
              <a:t>	Without exclusive rights to the ideas they produce, creators/inventors won’t have the incentive to produce them</a:t>
            </a:r>
          </a:p>
        </p:txBody>
      </p:sp>
      <p:graphicFrame>
        <p:nvGraphicFramePr>
          <p:cNvPr id="561156" name="Object 4"/>
          <p:cNvGraphicFramePr>
            <a:graphicFrameLocks noChangeAspect="1"/>
          </p:cNvGraphicFramePr>
          <p:nvPr>
            <p:ph sz="half" idx="2"/>
          </p:nvPr>
        </p:nvGraphicFramePr>
        <p:xfrm>
          <a:off x="3733800" y="1828800"/>
          <a:ext cx="4953000" cy="3705225"/>
        </p:xfrm>
        <a:graphic>
          <a:graphicData uri="http://schemas.openxmlformats.org/presentationml/2006/ole">
            <p:oleObj spid="_x0000_s561156" name="Bitmap Image" r:id="rId3" imgW="3858164" imgH="2886478" progId="Paint.Picture">
              <p:embed/>
            </p:oleObj>
          </a:graphicData>
        </a:graphic>
      </p:graphicFrame>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2178" name="Rectangle 2"/>
          <p:cNvSpPr>
            <a:spLocks noGrp="1" noChangeArrowheads="1"/>
          </p:cNvSpPr>
          <p:nvPr>
            <p:ph type="title"/>
          </p:nvPr>
        </p:nvSpPr>
        <p:spPr/>
        <p:txBody>
          <a:bodyPr/>
          <a:lstStyle/>
          <a:p>
            <a:pPr algn="ctr"/>
            <a:r>
              <a:rPr lang="en-US" sz="4800">
                <a:solidFill>
                  <a:srgbClr val="FFBF1F"/>
                </a:solidFill>
              </a:rPr>
              <a:t>Implications for</a:t>
            </a:r>
            <a:br>
              <a:rPr lang="en-US" sz="4800">
                <a:solidFill>
                  <a:srgbClr val="FFBF1F"/>
                </a:solidFill>
              </a:rPr>
            </a:br>
            <a:r>
              <a:rPr lang="en-US" sz="4800">
                <a:solidFill>
                  <a:srgbClr val="FFBF1F"/>
                </a:solidFill>
              </a:rPr>
              <a:t>Intellectual Property</a:t>
            </a:r>
          </a:p>
        </p:txBody>
      </p:sp>
      <p:sp>
        <p:nvSpPr>
          <p:cNvPr id="562179" name="Rectangle 3"/>
          <p:cNvSpPr>
            <a:spLocks noGrp="1" noChangeArrowheads="1"/>
          </p:cNvSpPr>
          <p:nvPr>
            <p:ph type="body" sz="half" idx="1"/>
          </p:nvPr>
        </p:nvSpPr>
        <p:spPr>
          <a:xfrm>
            <a:off x="228600" y="1828800"/>
            <a:ext cx="5029200" cy="4038600"/>
          </a:xfrm>
        </p:spPr>
        <p:txBody>
          <a:bodyPr/>
          <a:lstStyle/>
          <a:p>
            <a:pPr>
              <a:lnSpc>
                <a:spcPct val="90000"/>
              </a:lnSpc>
              <a:buFont typeface="Wingdings" pitchFamily="2" charset="2"/>
              <a:buNone/>
            </a:pPr>
            <a:r>
              <a:rPr lang="en-US" sz="2600" b="1">
                <a:solidFill>
                  <a:srgbClr val="FFBF1F"/>
                </a:solidFill>
              </a:rPr>
              <a:t>   </a:t>
            </a:r>
            <a:r>
              <a:rPr lang="en-US" sz="2600" b="1" u="sng">
                <a:solidFill>
                  <a:srgbClr val="FFBF1F"/>
                </a:solidFill>
              </a:rPr>
              <a:t>Opposes</a:t>
            </a:r>
            <a:r>
              <a:rPr lang="en-US" sz="2600">
                <a:solidFill>
                  <a:srgbClr val="FFBF1F"/>
                </a:solidFill>
              </a:rPr>
              <a:t> IP?</a:t>
            </a:r>
          </a:p>
          <a:p>
            <a:pPr lvl="1">
              <a:lnSpc>
                <a:spcPct val="90000"/>
              </a:lnSpc>
            </a:pPr>
            <a:r>
              <a:rPr lang="en-US" sz="2300">
                <a:solidFill>
                  <a:srgbClr val="FFBF1F"/>
                </a:solidFill>
              </a:rPr>
              <a:t>Owners of IP are usually big corporations, not the actual producers</a:t>
            </a:r>
          </a:p>
          <a:p>
            <a:pPr lvl="1">
              <a:lnSpc>
                <a:spcPct val="90000"/>
              </a:lnSpc>
            </a:pPr>
            <a:r>
              <a:rPr lang="en-US" sz="2300">
                <a:solidFill>
                  <a:srgbClr val="FFBF1F"/>
                </a:solidFill>
              </a:rPr>
              <a:t>Historical studies suggest lack of IP doesn’t impede production</a:t>
            </a:r>
          </a:p>
          <a:p>
            <a:pPr lvl="1">
              <a:lnSpc>
                <a:spcPct val="90000"/>
              </a:lnSpc>
            </a:pPr>
            <a:r>
              <a:rPr lang="en-US" sz="2300">
                <a:solidFill>
                  <a:srgbClr val="FFBF1F"/>
                </a:solidFill>
              </a:rPr>
              <a:t>IP may stifle production and innovation by restricting the free flow of information</a:t>
            </a:r>
          </a:p>
          <a:p>
            <a:pPr>
              <a:lnSpc>
                <a:spcPct val="90000"/>
              </a:lnSpc>
              <a:buFont typeface="Wingdings" pitchFamily="2" charset="2"/>
              <a:buNone/>
            </a:pPr>
            <a:r>
              <a:rPr lang="en-US" sz="2600">
                <a:solidFill>
                  <a:srgbClr val="FFBF1F"/>
                </a:solidFill>
              </a:rPr>
              <a:t>		</a:t>
            </a:r>
            <a:r>
              <a:rPr lang="en-US" sz="2000">
                <a:solidFill>
                  <a:srgbClr val="FFBF1F"/>
                </a:solidFill>
              </a:rPr>
              <a:t>(Michele Boldrin &amp; David Levine,</a:t>
            </a:r>
          </a:p>
          <a:p>
            <a:pPr>
              <a:lnSpc>
                <a:spcPct val="90000"/>
              </a:lnSpc>
              <a:buFont typeface="Wingdings" pitchFamily="2" charset="2"/>
              <a:buNone/>
            </a:pPr>
            <a:r>
              <a:rPr lang="en-US" sz="2000">
                <a:solidFill>
                  <a:srgbClr val="FFBF1F"/>
                </a:solidFill>
              </a:rPr>
              <a:t>		</a:t>
            </a:r>
            <a:r>
              <a:rPr lang="en-US" sz="2000" i="1">
                <a:solidFill>
                  <a:srgbClr val="FFBF1F"/>
                </a:solidFill>
              </a:rPr>
              <a:t>Against Intellectual Monopoly</a:t>
            </a:r>
            <a:r>
              <a:rPr lang="en-US" sz="2000">
                <a:solidFill>
                  <a:srgbClr val="FFBF1F"/>
                </a:solidFill>
              </a:rPr>
              <a:t>)</a:t>
            </a:r>
          </a:p>
          <a:p>
            <a:pPr>
              <a:lnSpc>
                <a:spcPct val="90000"/>
              </a:lnSpc>
              <a:buFont typeface="Wingdings" pitchFamily="2" charset="2"/>
              <a:buNone/>
            </a:pPr>
            <a:endParaRPr lang="en-US" sz="2600">
              <a:solidFill>
                <a:srgbClr val="FFBF1F"/>
              </a:solidFill>
            </a:endParaRPr>
          </a:p>
        </p:txBody>
      </p:sp>
      <p:pic>
        <p:nvPicPr>
          <p:cNvPr id="562181" name="Picture 5" descr="chains"/>
          <p:cNvPicPr>
            <a:picLocks noChangeAspect="1" noChangeArrowheads="1"/>
          </p:cNvPicPr>
          <p:nvPr>
            <p:ph sz="half" idx="2"/>
          </p:nvPr>
        </p:nvPicPr>
        <p:blipFill>
          <a:blip r:embed="rId2"/>
          <a:srcRect/>
          <a:stretch>
            <a:fillRect/>
          </a:stretch>
        </p:blipFill>
        <p:spPr>
          <a:xfrm>
            <a:off x="5257800" y="1828800"/>
            <a:ext cx="3498850" cy="4038600"/>
          </a:xfrm>
          <a:noFill/>
          <a:ln/>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02" name="Rectangle 2"/>
          <p:cNvSpPr>
            <a:spLocks noGrp="1" noChangeArrowheads="1"/>
          </p:cNvSpPr>
          <p:nvPr>
            <p:ph type="title"/>
          </p:nvPr>
        </p:nvSpPr>
        <p:spPr/>
        <p:txBody>
          <a:bodyPr/>
          <a:lstStyle/>
          <a:p>
            <a:pPr algn="ctr"/>
            <a:r>
              <a:rPr lang="en-US">
                <a:solidFill>
                  <a:srgbClr val="FFBF1F"/>
                </a:solidFill>
              </a:rPr>
              <a:t>Property Rights: </a:t>
            </a:r>
            <a:br>
              <a:rPr lang="en-US">
                <a:solidFill>
                  <a:srgbClr val="FFBF1F"/>
                </a:solidFill>
              </a:rPr>
            </a:br>
            <a:r>
              <a:rPr lang="en-US">
                <a:solidFill>
                  <a:srgbClr val="FFBF1F"/>
                </a:solidFill>
              </a:rPr>
              <a:t>Non-Consequentialist Approaches</a:t>
            </a:r>
          </a:p>
        </p:txBody>
      </p:sp>
      <p:sp>
        <p:nvSpPr>
          <p:cNvPr id="563203" name="Rectangle 3"/>
          <p:cNvSpPr>
            <a:spLocks noGrp="1" noChangeArrowheads="1"/>
          </p:cNvSpPr>
          <p:nvPr>
            <p:ph type="body" sz="half" idx="1"/>
          </p:nvPr>
        </p:nvSpPr>
        <p:spPr>
          <a:xfrm>
            <a:off x="2438400" y="1828800"/>
            <a:ext cx="3962400" cy="4191000"/>
          </a:xfrm>
        </p:spPr>
        <p:txBody>
          <a:bodyPr/>
          <a:lstStyle/>
          <a:p>
            <a:pPr>
              <a:buFont typeface="Wingdings" pitchFamily="2" charset="2"/>
              <a:buNone/>
            </a:pPr>
            <a:r>
              <a:rPr lang="en-US" sz="2200" b="1" u="sng">
                <a:solidFill>
                  <a:srgbClr val="FFBF1F"/>
                </a:solidFill>
              </a:rPr>
              <a:t>Locke</a:t>
            </a:r>
            <a:r>
              <a:rPr lang="en-US" sz="2200">
                <a:solidFill>
                  <a:srgbClr val="FFBF1F"/>
                </a:solidFill>
              </a:rPr>
              <a:t>:  An individual creates value through homesteading previously unowned resources, which become </a:t>
            </a:r>
            <a:r>
              <a:rPr lang="en-US" sz="2200" i="1">
                <a:solidFill>
                  <a:srgbClr val="FFBF1F"/>
                </a:solidFill>
              </a:rPr>
              <a:t>rightfully his or hers</a:t>
            </a:r>
          </a:p>
          <a:p>
            <a:pPr>
              <a:buFont typeface="Wingdings" pitchFamily="2" charset="2"/>
              <a:buNone/>
            </a:pPr>
            <a:r>
              <a:rPr lang="en-US" sz="2200" b="1" u="sng">
                <a:solidFill>
                  <a:srgbClr val="FFBF1F"/>
                </a:solidFill>
              </a:rPr>
              <a:t>Kropotkin</a:t>
            </a:r>
            <a:r>
              <a:rPr lang="en-US" sz="2200">
                <a:solidFill>
                  <a:srgbClr val="FFBF1F"/>
                </a:solidFill>
              </a:rPr>
              <a:t>: A resource’s value derives from the entire social context, to which everybody contributes, so it becomes </a:t>
            </a:r>
            <a:r>
              <a:rPr lang="en-US" sz="2200" i="1">
                <a:solidFill>
                  <a:srgbClr val="FFBF1F"/>
                </a:solidFill>
              </a:rPr>
              <a:t>rightfully everybody’s</a:t>
            </a:r>
            <a:endParaRPr lang="en-US" sz="2200" b="1" i="1" u="sng">
              <a:solidFill>
                <a:srgbClr val="FFBF1F"/>
              </a:solidFill>
            </a:endParaRPr>
          </a:p>
        </p:txBody>
      </p:sp>
      <p:pic>
        <p:nvPicPr>
          <p:cNvPr id="563204" name="Picture 4" descr="Locke"/>
          <p:cNvPicPr>
            <a:picLocks noChangeAspect="1" noChangeArrowheads="1"/>
          </p:cNvPicPr>
          <p:nvPr>
            <p:ph sz="quarter" idx="2"/>
          </p:nvPr>
        </p:nvPicPr>
        <p:blipFill>
          <a:blip r:embed="rId3"/>
          <a:srcRect/>
          <a:stretch>
            <a:fillRect/>
          </a:stretch>
        </p:blipFill>
        <p:spPr>
          <a:xfrm>
            <a:off x="381000" y="2438400"/>
            <a:ext cx="2008188" cy="2819400"/>
          </a:xfrm>
          <a:noFill/>
          <a:ln/>
        </p:spPr>
      </p:pic>
      <p:graphicFrame>
        <p:nvGraphicFramePr>
          <p:cNvPr id="563205" name="Object 5"/>
          <p:cNvGraphicFramePr>
            <a:graphicFrameLocks noChangeAspect="1"/>
          </p:cNvGraphicFramePr>
          <p:nvPr>
            <p:ph sz="quarter" idx="3"/>
          </p:nvPr>
        </p:nvGraphicFramePr>
        <p:xfrm>
          <a:off x="6477000" y="2590800"/>
          <a:ext cx="2184400" cy="2667000"/>
        </p:xfrm>
        <a:graphic>
          <a:graphicData uri="http://schemas.openxmlformats.org/presentationml/2006/ole">
            <p:oleObj spid="_x0000_s563205" name="Bitmap Image" r:id="rId4" imgW="1247619" imgH="1523810" progId="Paint.Picture">
              <p:embed/>
            </p:oleObj>
          </a:graphicData>
        </a:graphic>
      </p:graphicFrame>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6274" name="Rectangle 2"/>
          <p:cNvSpPr>
            <a:spLocks noGrp="1" noChangeArrowheads="1"/>
          </p:cNvSpPr>
          <p:nvPr>
            <p:ph type="title"/>
          </p:nvPr>
        </p:nvSpPr>
        <p:spPr/>
        <p:txBody>
          <a:bodyPr/>
          <a:lstStyle/>
          <a:p>
            <a:pPr algn="ctr"/>
            <a:r>
              <a:rPr lang="en-US" sz="4800">
                <a:solidFill>
                  <a:srgbClr val="FFBF1F"/>
                </a:solidFill>
              </a:rPr>
              <a:t>Implications for</a:t>
            </a:r>
            <a:br>
              <a:rPr lang="en-US" sz="4800">
                <a:solidFill>
                  <a:srgbClr val="FFBF1F"/>
                </a:solidFill>
              </a:rPr>
            </a:br>
            <a:r>
              <a:rPr lang="en-US" sz="4800">
                <a:solidFill>
                  <a:srgbClr val="FFBF1F"/>
                </a:solidFill>
              </a:rPr>
              <a:t>Intellectual Property</a:t>
            </a:r>
          </a:p>
        </p:txBody>
      </p:sp>
      <p:sp>
        <p:nvSpPr>
          <p:cNvPr id="566275" name="Rectangle 3"/>
          <p:cNvSpPr>
            <a:spLocks noGrp="1" noChangeArrowheads="1"/>
          </p:cNvSpPr>
          <p:nvPr>
            <p:ph type="body" sz="half" idx="1"/>
          </p:nvPr>
        </p:nvSpPr>
        <p:spPr>
          <a:xfrm>
            <a:off x="457200" y="1828800"/>
            <a:ext cx="8153400" cy="4038600"/>
          </a:xfrm>
        </p:spPr>
        <p:txBody>
          <a:bodyPr/>
          <a:lstStyle/>
          <a:p>
            <a:pPr>
              <a:lnSpc>
                <a:spcPct val="80000"/>
              </a:lnSpc>
              <a:buFont typeface="Wingdings" pitchFamily="2" charset="2"/>
              <a:buNone/>
            </a:pPr>
            <a:r>
              <a:rPr lang="en-US" sz="2800">
                <a:solidFill>
                  <a:srgbClr val="FFBF1F"/>
                </a:solidFill>
              </a:rPr>
              <a:t>On a </a:t>
            </a:r>
            <a:r>
              <a:rPr lang="en-US" sz="2800" i="1">
                <a:solidFill>
                  <a:srgbClr val="FFBF1F"/>
                </a:solidFill>
              </a:rPr>
              <a:t>Kropotkinite</a:t>
            </a:r>
            <a:r>
              <a:rPr lang="en-US" sz="2800">
                <a:solidFill>
                  <a:srgbClr val="FFBF1F"/>
                </a:solidFill>
              </a:rPr>
              <a:t> view, </a:t>
            </a:r>
          </a:p>
          <a:p>
            <a:pPr>
              <a:lnSpc>
                <a:spcPct val="80000"/>
              </a:lnSpc>
              <a:buFont typeface="Wingdings" pitchFamily="2" charset="2"/>
              <a:buNone/>
            </a:pPr>
            <a:r>
              <a:rPr lang="en-US" sz="2800">
                <a:solidFill>
                  <a:srgbClr val="FFBF1F"/>
                </a:solidFill>
              </a:rPr>
              <a:t>	private intellectual </a:t>
            </a:r>
          </a:p>
          <a:p>
            <a:pPr>
              <a:lnSpc>
                <a:spcPct val="80000"/>
              </a:lnSpc>
              <a:buFont typeface="Wingdings" pitchFamily="2" charset="2"/>
              <a:buNone/>
            </a:pPr>
            <a:r>
              <a:rPr lang="en-US" sz="2800">
                <a:solidFill>
                  <a:srgbClr val="FFBF1F"/>
                </a:solidFill>
              </a:rPr>
              <a:t>	property (copyrights </a:t>
            </a:r>
          </a:p>
          <a:p>
            <a:pPr>
              <a:lnSpc>
                <a:spcPct val="80000"/>
              </a:lnSpc>
              <a:buFont typeface="Wingdings" pitchFamily="2" charset="2"/>
              <a:buNone/>
            </a:pPr>
            <a:r>
              <a:rPr lang="en-US" sz="2800">
                <a:solidFill>
                  <a:srgbClr val="FFBF1F"/>
                </a:solidFill>
              </a:rPr>
              <a:t>	and patents) will </a:t>
            </a:r>
          </a:p>
          <a:p>
            <a:pPr>
              <a:lnSpc>
                <a:spcPct val="80000"/>
              </a:lnSpc>
              <a:buFont typeface="Wingdings" pitchFamily="2" charset="2"/>
              <a:buNone/>
            </a:pPr>
            <a:r>
              <a:rPr lang="en-US" sz="2800">
                <a:solidFill>
                  <a:srgbClr val="FFBF1F"/>
                </a:solidFill>
              </a:rPr>
              <a:t>	obviously be illegitimate,</a:t>
            </a:r>
          </a:p>
          <a:p>
            <a:pPr>
              <a:lnSpc>
                <a:spcPct val="80000"/>
              </a:lnSpc>
              <a:buFont typeface="Wingdings" pitchFamily="2" charset="2"/>
              <a:buNone/>
            </a:pPr>
            <a:r>
              <a:rPr lang="en-US" sz="2800">
                <a:solidFill>
                  <a:srgbClr val="FFBF1F"/>
                </a:solidFill>
              </a:rPr>
              <a:t>	like all other property</a:t>
            </a:r>
          </a:p>
          <a:p>
            <a:pPr>
              <a:lnSpc>
                <a:spcPct val="80000"/>
              </a:lnSpc>
              <a:buFont typeface="Wingdings" pitchFamily="2" charset="2"/>
              <a:buNone/>
            </a:pPr>
            <a:endParaRPr lang="en-US" sz="2800">
              <a:solidFill>
                <a:srgbClr val="FFBF1F"/>
              </a:solidFill>
            </a:endParaRPr>
          </a:p>
          <a:p>
            <a:pPr>
              <a:lnSpc>
                <a:spcPct val="80000"/>
              </a:lnSpc>
              <a:buFont typeface="Wingdings" pitchFamily="2" charset="2"/>
              <a:buNone/>
            </a:pPr>
            <a:r>
              <a:rPr lang="en-US" sz="2800">
                <a:solidFill>
                  <a:srgbClr val="FFBF1F"/>
                </a:solidFill>
              </a:rPr>
              <a:t>What about on a </a:t>
            </a:r>
            <a:r>
              <a:rPr lang="en-US" sz="2800" i="1">
                <a:solidFill>
                  <a:srgbClr val="FFBF1F"/>
                </a:solidFill>
              </a:rPr>
              <a:t>Lockean</a:t>
            </a:r>
            <a:r>
              <a:rPr lang="en-US" sz="2800">
                <a:solidFill>
                  <a:srgbClr val="FFBF1F"/>
                </a:solidFill>
              </a:rPr>
              <a:t> view?                            </a:t>
            </a:r>
          </a:p>
          <a:p>
            <a:pPr>
              <a:lnSpc>
                <a:spcPct val="80000"/>
              </a:lnSpc>
              <a:buFont typeface="Wingdings" pitchFamily="2" charset="2"/>
              <a:buNone/>
            </a:pPr>
            <a:r>
              <a:rPr lang="en-US" sz="2800">
                <a:solidFill>
                  <a:srgbClr val="FFBF1F"/>
                </a:solidFill>
              </a:rPr>
              <a:t>                                   Here Lockeans disagree ….</a:t>
            </a:r>
            <a:r>
              <a:rPr lang="en-US" sz="3200">
                <a:solidFill>
                  <a:srgbClr val="FFBF1F"/>
                </a:solidFill>
              </a:rPr>
              <a:t> </a:t>
            </a:r>
          </a:p>
        </p:txBody>
      </p:sp>
      <p:pic>
        <p:nvPicPr>
          <p:cNvPr id="566277" name="Picture 5" descr="copyright"/>
          <p:cNvPicPr>
            <a:picLocks noChangeAspect="1" noChangeArrowheads="1"/>
          </p:cNvPicPr>
          <p:nvPr>
            <p:ph sz="half" idx="2"/>
          </p:nvPr>
        </p:nvPicPr>
        <p:blipFill>
          <a:blip r:embed="rId2"/>
          <a:srcRect/>
          <a:stretch>
            <a:fillRect/>
          </a:stretch>
        </p:blipFill>
        <p:spPr>
          <a:xfrm>
            <a:off x="4876800" y="1905000"/>
            <a:ext cx="3810000" cy="2743200"/>
          </a:xfrm>
          <a:noFill/>
          <a:ln/>
        </p:spPr>
      </p:pic>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1634" name="Rectangle 2"/>
          <p:cNvSpPr>
            <a:spLocks noGrp="1" noChangeArrowheads="1"/>
          </p:cNvSpPr>
          <p:nvPr>
            <p:ph type="title"/>
          </p:nvPr>
        </p:nvSpPr>
        <p:spPr/>
        <p:txBody>
          <a:bodyPr/>
          <a:lstStyle/>
          <a:p>
            <a:pPr algn="ctr"/>
            <a:r>
              <a:rPr lang="en-US" sz="4800">
                <a:solidFill>
                  <a:srgbClr val="FFBF1F"/>
                </a:solidFill>
              </a:rPr>
              <a:t>Lockeans </a:t>
            </a:r>
            <a:r>
              <a:rPr lang="en-US" sz="4800" b="1" u="sng">
                <a:solidFill>
                  <a:srgbClr val="FFBF1F"/>
                </a:solidFill>
              </a:rPr>
              <a:t>For</a:t>
            </a:r>
            <a:r>
              <a:rPr lang="en-US" sz="4800">
                <a:solidFill>
                  <a:srgbClr val="FFBF1F"/>
                </a:solidFill>
              </a:rPr>
              <a:t> </a:t>
            </a:r>
            <a:br>
              <a:rPr lang="en-US" sz="4800">
                <a:solidFill>
                  <a:srgbClr val="FFBF1F"/>
                </a:solidFill>
              </a:rPr>
            </a:br>
            <a:r>
              <a:rPr lang="en-US" sz="4800">
                <a:solidFill>
                  <a:srgbClr val="FFBF1F"/>
                </a:solidFill>
              </a:rPr>
              <a:t>Intellectual Property</a:t>
            </a:r>
          </a:p>
        </p:txBody>
      </p:sp>
      <p:sp>
        <p:nvSpPr>
          <p:cNvPr id="581635" name="Rectangle 3"/>
          <p:cNvSpPr>
            <a:spLocks noGrp="1" noChangeArrowheads="1"/>
          </p:cNvSpPr>
          <p:nvPr>
            <p:ph type="body" sz="half" idx="1"/>
          </p:nvPr>
        </p:nvSpPr>
        <p:spPr>
          <a:xfrm>
            <a:off x="381000" y="1828800"/>
            <a:ext cx="5943600" cy="4038600"/>
          </a:xfrm>
        </p:spPr>
        <p:txBody>
          <a:bodyPr/>
          <a:lstStyle/>
          <a:p>
            <a:pPr>
              <a:lnSpc>
                <a:spcPct val="80000"/>
              </a:lnSpc>
              <a:buFont typeface="Wingdings" pitchFamily="2" charset="2"/>
              <a:buNone/>
            </a:pPr>
            <a:r>
              <a:rPr lang="en-US" sz="2100">
                <a:solidFill>
                  <a:srgbClr val="FFBF1F"/>
                </a:solidFill>
              </a:rPr>
              <a:t>“All wealth … whether material or intellectual, which men produce, or create, by their labor, is, in reality, produced or created by the labor of their minds …. A man’s rights, therefore, to the intellectual products of his labor, necessarily stand on the same basis with his rights to the material products of his labor. If he have the right  to the latter, on the ground of production, he has the same right  to the former, for the same reason; since both kinds of wealth are alike the productions of his intellectual or spiritual powers.”</a:t>
            </a:r>
          </a:p>
          <a:p>
            <a:pPr>
              <a:lnSpc>
                <a:spcPct val="80000"/>
              </a:lnSpc>
              <a:buFont typeface="Wingdings" pitchFamily="2" charset="2"/>
              <a:buNone/>
            </a:pPr>
            <a:endParaRPr lang="en-US" sz="2100">
              <a:solidFill>
                <a:srgbClr val="FFBF1F"/>
              </a:solidFill>
            </a:endParaRPr>
          </a:p>
          <a:p>
            <a:pPr>
              <a:lnSpc>
                <a:spcPct val="80000"/>
              </a:lnSpc>
              <a:buFont typeface="Wingdings" pitchFamily="2" charset="2"/>
              <a:buNone/>
            </a:pPr>
            <a:r>
              <a:rPr lang="en-US" sz="2100">
                <a:solidFill>
                  <a:srgbClr val="FFBF1F"/>
                </a:solidFill>
              </a:rPr>
              <a:t>		– Lysander Spooner (1808-1887)</a:t>
            </a:r>
          </a:p>
        </p:txBody>
      </p:sp>
      <p:pic>
        <p:nvPicPr>
          <p:cNvPr id="581636" name="Picture 4" descr="other-spooner"/>
          <p:cNvPicPr>
            <a:picLocks noChangeAspect="1" noChangeArrowheads="1"/>
          </p:cNvPicPr>
          <p:nvPr>
            <p:ph sz="quarter" idx="2"/>
          </p:nvPr>
        </p:nvPicPr>
        <p:blipFill>
          <a:blip r:embed="rId2"/>
          <a:srcRect/>
          <a:stretch>
            <a:fillRect/>
          </a:stretch>
        </p:blipFill>
        <p:spPr>
          <a:xfrm>
            <a:off x="6248400" y="2209800"/>
            <a:ext cx="2341563" cy="3048000"/>
          </a:xfrm>
          <a:noFill/>
          <a:ln/>
        </p:spPr>
      </p:pic>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82" name="Rectangle 2"/>
          <p:cNvSpPr>
            <a:spLocks noGrp="1" noChangeArrowheads="1"/>
          </p:cNvSpPr>
          <p:nvPr>
            <p:ph type="title"/>
          </p:nvPr>
        </p:nvSpPr>
        <p:spPr/>
        <p:txBody>
          <a:bodyPr/>
          <a:lstStyle/>
          <a:p>
            <a:pPr algn="ctr"/>
            <a:r>
              <a:rPr lang="en-US" sz="4800">
                <a:solidFill>
                  <a:srgbClr val="FFBF1F"/>
                </a:solidFill>
              </a:rPr>
              <a:t>Lockeans </a:t>
            </a:r>
            <a:r>
              <a:rPr lang="en-US" sz="4800" b="1" u="sng">
                <a:solidFill>
                  <a:srgbClr val="FFBF1F"/>
                </a:solidFill>
              </a:rPr>
              <a:t>For</a:t>
            </a:r>
            <a:r>
              <a:rPr lang="en-US" sz="4800">
                <a:solidFill>
                  <a:srgbClr val="FFBF1F"/>
                </a:solidFill>
              </a:rPr>
              <a:t> </a:t>
            </a:r>
            <a:br>
              <a:rPr lang="en-US" sz="4800">
                <a:solidFill>
                  <a:srgbClr val="FFBF1F"/>
                </a:solidFill>
              </a:rPr>
            </a:br>
            <a:r>
              <a:rPr lang="en-US" sz="4800">
                <a:solidFill>
                  <a:srgbClr val="FFBF1F"/>
                </a:solidFill>
              </a:rPr>
              <a:t>Intellectual Property</a:t>
            </a:r>
          </a:p>
        </p:txBody>
      </p:sp>
      <p:sp>
        <p:nvSpPr>
          <p:cNvPr id="583683" name="Rectangle 3"/>
          <p:cNvSpPr>
            <a:spLocks noGrp="1" noChangeArrowheads="1"/>
          </p:cNvSpPr>
          <p:nvPr>
            <p:ph type="body" sz="half" idx="1"/>
          </p:nvPr>
        </p:nvSpPr>
        <p:spPr>
          <a:xfrm>
            <a:off x="2514600" y="1828800"/>
            <a:ext cx="3581400" cy="4038600"/>
          </a:xfrm>
        </p:spPr>
        <p:txBody>
          <a:bodyPr/>
          <a:lstStyle/>
          <a:p>
            <a:pPr>
              <a:lnSpc>
                <a:spcPct val="80000"/>
              </a:lnSpc>
              <a:buFont typeface="Wingdings" pitchFamily="2" charset="2"/>
              <a:buNone/>
            </a:pPr>
            <a:r>
              <a:rPr lang="en-US" sz="3200">
                <a:solidFill>
                  <a:srgbClr val="FFBF1F"/>
                </a:solidFill>
              </a:rPr>
              <a:t>   Ideas are the property of those who create them, just like any other product of human labor</a:t>
            </a:r>
          </a:p>
          <a:p>
            <a:pPr>
              <a:lnSpc>
                <a:spcPct val="80000"/>
              </a:lnSpc>
              <a:buFont typeface="Wingdings" pitchFamily="2" charset="2"/>
              <a:buNone/>
            </a:pPr>
            <a:endParaRPr lang="en-US" sz="3200">
              <a:solidFill>
                <a:srgbClr val="FFBF1F"/>
              </a:solidFill>
            </a:endParaRPr>
          </a:p>
          <a:p>
            <a:pPr>
              <a:lnSpc>
                <a:spcPct val="80000"/>
              </a:lnSpc>
              <a:buFont typeface="Wingdings" pitchFamily="2" charset="2"/>
              <a:buNone/>
            </a:pPr>
            <a:r>
              <a:rPr lang="en-US" sz="3200">
                <a:solidFill>
                  <a:srgbClr val="FFBF1F"/>
                </a:solidFill>
              </a:rPr>
              <a:t>   </a:t>
            </a:r>
            <a:r>
              <a:rPr lang="en-US" sz="3200" b="1" u="sng">
                <a:solidFill>
                  <a:srgbClr val="FFBF1F"/>
                </a:solidFill>
              </a:rPr>
              <a:t>Defend</a:t>
            </a:r>
            <a:r>
              <a:rPr lang="en-US" sz="3200">
                <a:solidFill>
                  <a:srgbClr val="FFBF1F"/>
                </a:solidFill>
              </a:rPr>
              <a:t> IP!</a:t>
            </a:r>
            <a:endParaRPr lang="en-US" sz="3200" u="sng">
              <a:solidFill>
                <a:srgbClr val="FFBF1F"/>
              </a:solidFill>
            </a:endParaRPr>
          </a:p>
        </p:txBody>
      </p:sp>
      <p:pic>
        <p:nvPicPr>
          <p:cNvPr id="583684" name="Picture 4" descr="cool-looking-ayn"/>
          <p:cNvPicPr>
            <a:picLocks noChangeAspect="1" noChangeArrowheads="1"/>
          </p:cNvPicPr>
          <p:nvPr>
            <p:ph sz="quarter" idx="2"/>
          </p:nvPr>
        </p:nvPicPr>
        <p:blipFill>
          <a:blip r:embed="rId2"/>
          <a:srcRect/>
          <a:stretch>
            <a:fillRect/>
          </a:stretch>
        </p:blipFill>
        <p:spPr>
          <a:xfrm>
            <a:off x="6172200" y="2286000"/>
            <a:ext cx="2552700" cy="2895600"/>
          </a:xfrm>
          <a:noFill/>
          <a:ln/>
        </p:spPr>
      </p:pic>
      <p:pic>
        <p:nvPicPr>
          <p:cNvPr id="583686" name="Picture 6" descr="gustave_de_molinari"/>
          <p:cNvPicPr>
            <a:picLocks noChangeAspect="1" noChangeArrowheads="1"/>
          </p:cNvPicPr>
          <p:nvPr>
            <p:ph sz="quarter" idx="3"/>
          </p:nvPr>
        </p:nvPicPr>
        <p:blipFill>
          <a:blip r:embed="rId3"/>
          <a:srcRect/>
          <a:stretch>
            <a:fillRect/>
          </a:stretch>
        </p:blipFill>
        <p:spPr>
          <a:xfrm>
            <a:off x="457200" y="2133600"/>
            <a:ext cx="2246313" cy="3200400"/>
          </a:xfrm>
          <a:noFill/>
          <a:ln/>
        </p:spPr>
      </p:pic>
      <p:sp>
        <p:nvSpPr>
          <p:cNvPr id="583688" name="Text Box 8"/>
          <p:cNvSpPr txBox="1">
            <a:spLocks noChangeArrowheads="1"/>
          </p:cNvSpPr>
          <p:nvPr/>
        </p:nvSpPr>
        <p:spPr bwMode="auto">
          <a:xfrm>
            <a:off x="457200" y="5410200"/>
            <a:ext cx="8382000" cy="366713"/>
          </a:xfrm>
          <a:prstGeom prst="rect">
            <a:avLst/>
          </a:prstGeom>
          <a:noFill/>
          <a:ln w="9525">
            <a:noFill/>
            <a:miter lim="800000"/>
            <a:headEnd/>
            <a:tailEnd/>
          </a:ln>
          <a:effectLst/>
        </p:spPr>
        <p:txBody>
          <a:bodyPr>
            <a:spAutoFit/>
          </a:bodyPr>
          <a:lstStyle/>
          <a:p>
            <a:pPr>
              <a:spcBef>
                <a:spcPct val="50000"/>
              </a:spcBef>
            </a:pPr>
            <a:r>
              <a:rPr lang="en-US">
                <a:solidFill>
                  <a:srgbClr val="FFBF1F"/>
                </a:solidFill>
              </a:rPr>
              <a:t> Gustave de Molinari                                                                    Ayn Rand</a:t>
            </a: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7298" name="Rectangle 2"/>
          <p:cNvSpPr>
            <a:spLocks noGrp="1" noChangeArrowheads="1"/>
          </p:cNvSpPr>
          <p:nvPr>
            <p:ph type="title"/>
          </p:nvPr>
        </p:nvSpPr>
        <p:spPr/>
        <p:txBody>
          <a:bodyPr/>
          <a:lstStyle/>
          <a:p>
            <a:pPr algn="ctr"/>
            <a:r>
              <a:rPr lang="en-US" sz="4800">
                <a:solidFill>
                  <a:srgbClr val="FFBF1F"/>
                </a:solidFill>
              </a:rPr>
              <a:t>Lockeans </a:t>
            </a:r>
            <a:r>
              <a:rPr lang="en-US" sz="4800" b="1" u="sng">
                <a:solidFill>
                  <a:srgbClr val="FFBF1F"/>
                </a:solidFill>
              </a:rPr>
              <a:t>Against</a:t>
            </a:r>
            <a:r>
              <a:rPr lang="en-US" sz="4800">
                <a:solidFill>
                  <a:srgbClr val="FFBF1F"/>
                </a:solidFill>
              </a:rPr>
              <a:t/>
            </a:r>
            <a:br>
              <a:rPr lang="en-US" sz="4800">
                <a:solidFill>
                  <a:srgbClr val="FFBF1F"/>
                </a:solidFill>
              </a:rPr>
            </a:br>
            <a:r>
              <a:rPr lang="en-US" sz="4800">
                <a:solidFill>
                  <a:srgbClr val="FFBF1F"/>
                </a:solidFill>
              </a:rPr>
              <a:t>Intellectual Property</a:t>
            </a:r>
          </a:p>
        </p:txBody>
      </p:sp>
      <p:sp>
        <p:nvSpPr>
          <p:cNvPr id="567299" name="Rectangle 3"/>
          <p:cNvSpPr>
            <a:spLocks noGrp="1" noChangeArrowheads="1"/>
          </p:cNvSpPr>
          <p:nvPr>
            <p:ph type="body" sz="half" idx="1"/>
          </p:nvPr>
        </p:nvSpPr>
        <p:spPr>
          <a:xfrm>
            <a:off x="304800" y="1828800"/>
            <a:ext cx="5715000" cy="4038600"/>
          </a:xfrm>
        </p:spPr>
        <p:txBody>
          <a:bodyPr/>
          <a:lstStyle/>
          <a:p>
            <a:pPr>
              <a:lnSpc>
                <a:spcPct val="80000"/>
              </a:lnSpc>
              <a:buFont typeface="Wingdings" pitchFamily="2" charset="2"/>
              <a:buNone/>
            </a:pPr>
            <a:r>
              <a:rPr lang="en-US" sz="2200">
                <a:solidFill>
                  <a:srgbClr val="FFBF1F"/>
                </a:solidFill>
              </a:rPr>
              <a:t>“If nature has made any one thing less susceptible than all others of exclusive property, it is the action of the thinking power called an idea … Its peculiar character, too, is that no one possesses the less, because every other possesses the whole of it. … He who receives an idea from me, receives instruction himself without lessening mine; as he who lights his taper at mine, receives light without darkening me. … Inventions then cannot, in nature, be a subject of property.”</a:t>
            </a:r>
            <a:br>
              <a:rPr lang="en-US" sz="2200">
                <a:solidFill>
                  <a:srgbClr val="FFBF1F"/>
                </a:solidFill>
              </a:rPr>
            </a:br>
            <a:endParaRPr lang="en-US" sz="2200">
              <a:solidFill>
                <a:srgbClr val="FFBF1F"/>
              </a:solidFill>
            </a:endParaRPr>
          </a:p>
          <a:p>
            <a:pPr>
              <a:lnSpc>
                <a:spcPct val="80000"/>
              </a:lnSpc>
              <a:buFont typeface="Wingdings" pitchFamily="2" charset="2"/>
              <a:buNone/>
            </a:pPr>
            <a:r>
              <a:rPr lang="en-US" sz="2200">
                <a:solidFill>
                  <a:srgbClr val="FFBF1F"/>
                </a:solidFill>
              </a:rPr>
              <a:t>		– Thomas Jefferson (1743-1826)</a:t>
            </a:r>
          </a:p>
        </p:txBody>
      </p:sp>
      <p:pic>
        <p:nvPicPr>
          <p:cNvPr id="567300" name="Picture 4" descr="jefferson"/>
          <p:cNvPicPr>
            <a:picLocks noChangeAspect="1" noChangeArrowheads="1"/>
          </p:cNvPicPr>
          <p:nvPr>
            <p:ph sz="half" idx="2"/>
          </p:nvPr>
        </p:nvPicPr>
        <p:blipFill>
          <a:blip r:embed="rId2"/>
          <a:srcRect/>
          <a:stretch>
            <a:fillRect/>
          </a:stretch>
        </p:blipFill>
        <p:spPr>
          <a:xfrm>
            <a:off x="6019800" y="1981200"/>
            <a:ext cx="2568575" cy="3810000"/>
          </a:xfrm>
          <a:noFill/>
          <a:ln/>
        </p:spPr>
      </p:pic>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8322" name="Rectangle 2"/>
          <p:cNvSpPr>
            <a:spLocks noGrp="1" noChangeArrowheads="1"/>
          </p:cNvSpPr>
          <p:nvPr>
            <p:ph type="title"/>
          </p:nvPr>
        </p:nvSpPr>
        <p:spPr/>
        <p:txBody>
          <a:bodyPr/>
          <a:lstStyle/>
          <a:p>
            <a:pPr algn="ctr"/>
            <a:r>
              <a:rPr lang="en-US" sz="4800">
                <a:solidFill>
                  <a:srgbClr val="FFBF1F"/>
                </a:solidFill>
              </a:rPr>
              <a:t>Lockeans </a:t>
            </a:r>
            <a:r>
              <a:rPr lang="en-US" sz="4800" b="1" u="sng">
                <a:solidFill>
                  <a:srgbClr val="FFBF1F"/>
                </a:solidFill>
              </a:rPr>
              <a:t>Against</a:t>
            </a:r>
            <a:r>
              <a:rPr lang="en-US" sz="4800">
                <a:solidFill>
                  <a:srgbClr val="FFBF1F"/>
                </a:solidFill>
              </a:rPr>
              <a:t/>
            </a:r>
            <a:br>
              <a:rPr lang="en-US" sz="4800">
                <a:solidFill>
                  <a:srgbClr val="FFBF1F"/>
                </a:solidFill>
              </a:rPr>
            </a:br>
            <a:r>
              <a:rPr lang="en-US" sz="4800">
                <a:solidFill>
                  <a:srgbClr val="FFBF1F"/>
                </a:solidFill>
              </a:rPr>
              <a:t>Intellectual Property</a:t>
            </a:r>
          </a:p>
        </p:txBody>
      </p:sp>
      <p:sp>
        <p:nvSpPr>
          <p:cNvPr id="568323" name="Rectangle 3"/>
          <p:cNvSpPr>
            <a:spLocks noGrp="1" noChangeArrowheads="1"/>
          </p:cNvSpPr>
          <p:nvPr>
            <p:ph type="body" sz="half" idx="1"/>
          </p:nvPr>
        </p:nvSpPr>
        <p:spPr>
          <a:xfrm>
            <a:off x="2133600" y="1828800"/>
            <a:ext cx="4724400" cy="4038600"/>
          </a:xfrm>
        </p:spPr>
        <p:txBody>
          <a:bodyPr/>
          <a:lstStyle/>
          <a:p>
            <a:pPr>
              <a:lnSpc>
                <a:spcPct val="80000"/>
              </a:lnSpc>
              <a:buFont typeface="Wingdings" pitchFamily="2" charset="2"/>
              <a:buNone/>
            </a:pPr>
            <a:r>
              <a:rPr lang="en-US" sz="2800">
                <a:solidFill>
                  <a:srgbClr val="FFBF1F"/>
                </a:solidFill>
              </a:rPr>
              <a:t>	 You can own an idea in your head, but not  the copy of your idea existing in other people’s heads or embodied in their property</a:t>
            </a:r>
          </a:p>
          <a:p>
            <a:pPr>
              <a:lnSpc>
                <a:spcPct val="80000"/>
              </a:lnSpc>
              <a:buFont typeface="Wingdings" pitchFamily="2" charset="2"/>
              <a:buNone/>
            </a:pPr>
            <a:r>
              <a:rPr lang="en-US" sz="2800">
                <a:solidFill>
                  <a:srgbClr val="FFBF1F"/>
                </a:solidFill>
              </a:rPr>
              <a:t>	 Also you can’t homestead eternal laws/facts of nature</a:t>
            </a:r>
          </a:p>
          <a:p>
            <a:pPr>
              <a:lnSpc>
                <a:spcPct val="80000"/>
              </a:lnSpc>
              <a:buFont typeface="Wingdings" pitchFamily="2" charset="2"/>
              <a:buNone/>
            </a:pPr>
            <a:r>
              <a:rPr lang="en-US" sz="2800">
                <a:solidFill>
                  <a:srgbClr val="FFBF1F"/>
                </a:solidFill>
              </a:rPr>
              <a:t>	 IP = protectionism, monopoly, and censorship:  </a:t>
            </a:r>
            <a:r>
              <a:rPr lang="en-US" sz="2800" b="1" u="sng">
                <a:solidFill>
                  <a:srgbClr val="FFBF1F"/>
                </a:solidFill>
              </a:rPr>
              <a:t>Abolish</a:t>
            </a:r>
            <a:r>
              <a:rPr lang="en-US" sz="2800">
                <a:solidFill>
                  <a:srgbClr val="FFBF1F"/>
                </a:solidFill>
              </a:rPr>
              <a:t> IP! </a:t>
            </a:r>
          </a:p>
        </p:txBody>
      </p:sp>
      <p:pic>
        <p:nvPicPr>
          <p:cNvPr id="568324" name="Picture 4" descr="skinsella-hires"/>
          <p:cNvPicPr>
            <a:picLocks noChangeAspect="1" noChangeArrowheads="1"/>
          </p:cNvPicPr>
          <p:nvPr>
            <p:ph sz="quarter" idx="2"/>
          </p:nvPr>
        </p:nvPicPr>
        <p:blipFill>
          <a:blip r:embed="rId2"/>
          <a:srcRect/>
          <a:stretch>
            <a:fillRect/>
          </a:stretch>
        </p:blipFill>
        <p:spPr>
          <a:xfrm>
            <a:off x="6781800" y="2438400"/>
            <a:ext cx="1958975" cy="2743200"/>
          </a:xfrm>
          <a:noFill/>
          <a:ln/>
        </p:spPr>
      </p:pic>
      <p:pic>
        <p:nvPicPr>
          <p:cNvPr id="568325" name="Picture 5"/>
          <p:cNvPicPr>
            <a:picLocks noChangeAspect="1" noChangeArrowheads="1"/>
          </p:cNvPicPr>
          <p:nvPr>
            <p:ph sz="quarter" idx="3"/>
          </p:nvPr>
        </p:nvPicPr>
        <p:blipFill>
          <a:blip r:embed="rId3"/>
          <a:srcRect/>
          <a:stretch>
            <a:fillRect/>
          </a:stretch>
        </p:blipFill>
        <p:spPr>
          <a:xfrm>
            <a:off x="381000" y="2590800"/>
            <a:ext cx="1973263" cy="2590800"/>
          </a:xfrm>
          <a:noFill/>
          <a:ln/>
        </p:spPr>
      </p:pic>
      <p:sp>
        <p:nvSpPr>
          <p:cNvPr id="568327" name="Text Box 7"/>
          <p:cNvSpPr txBox="1">
            <a:spLocks noChangeArrowheads="1"/>
          </p:cNvSpPr>
          <p:nvPr/>
        </p:nvSpPr>
        <p:spPr bwMode="auto">
          <a:xfrm>
            <a:off x="381000" y="5410200"/>
            <a:ext cx="1981200" cy="336550"/>
          </a:xfrm>
          <a:prstGeom prst="rect">
            <a:avLst/>
          </a:prstGeom>
          <a:noFill/>
          <a:ln w="9525">
            <a:noFill/>
            <a:miter lim="800000"/>
            <a:headEnd/>
            <a:tailEnd/>
          </a:ln>
          <a:effectLst/>
        </p:spPr>
        <p:txBody>
          <a:bodyPr>
            <a:spAutoFit/>
          </a:bodyPr>
          <a:lstStyle/>
          <a:p>
            <a:pPr>
              <a:spcBef>
                <a:spcPct val="50000"/>
              </a:spcBef>
            </a:pPr>
            <a:r>
              <a:rPr lang="en-US" sz="1600">
                <a:solidFill>
                  <a:srgbClr val="FFBF1F"/>
                </a:solidFill>
              </a:rPr>
              <a:t>Benjamin Tucker</a:t>
            </a:r>
          </a:p>
        </p:txBody>
      </p:sp>
      <p:sp>
        <p:nvSpPr>
          <p:cNvPr id="568328" name="Text Box 8"/>
          <p:cNvSpPr txBox="1">
            <a:spLocks noChangeArrowheads="1"/>
          </p:cNvSpPr>
          <p:nvPr/>
        </p:nvSpPr>
        <p:spPr bwMode="auto">
          <a:xfrm>
            <a:off x="6934200" y="5410200"/>
            <a:ext cx="1752600" cy="336550"/>
          </a:xfrm>
          <a:prstGeom prst="rect">
            <a:avLst/>
          </a:prstGeom>
          <a:noFill/>
          <a:ln w="9525">
            <a:noFill/>
            <a:miter lim="800000"/>
            <a:headEnd/>
            <a:tailEnd/>
          </a:ln>
          <a:effectLst/>
        </p:spPr>
        <p:txBody>
          <a:bodyPr>
            <a:spAutoFit/>
          </a:bodyPr>
          <a:lstStyle/>
          <a:p>
            <a:pPr>
              <a:spcBef>
                <a:spcPct val="50000"/>
              </a:spcBef>
            </a:pPr>
            <a:r>
              <a:rPr lang="en-US" sz="1600">
                <a:solidFill>
                  <a:srgbClr val="FFBF1F"/>
                </a:solidFill>
              </a:rPr>
              <a:t>Stephan Kinsella</a:t>
            </a: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9346" name="Rectangle 2"/>
          <p:cNvSpPr>
            <a:spLocks noGrp="1" noChangeArrowheads="1"/>
          </p:cNvSpPr>
          <p:nvPr>
            <p:ph type="title"/>
          </p:nvPr>
        </p:nvSpPr>
        <p:spPr/>
        <p:txBody>
          <a:bodyPr/>
          <a:lstStyle/>
          <a:p>
            <a:pPr algn="ctr"/>
            <a:r>
              <a:rPr lang="en-US" sz="8000">
                <a:solidFill>
                  <a:srgbClr val="FFBF1F"/>
                </a:solidFill>
              </a:rPr>
              <a:t>THE END</a:t>
            </a:r>
          </a:p>
        </p:txBody>
      </p:sp>
      <p:graphicFrame>
        <p:nvGraphicFramePr>
          <p:cNvPr id="569347" name="Object 3"/>
          <p:cNvGraphicFramePr>
            <a:graphicFrameLocks noChangeAspect="1"/>
          </p:cNvGraphicFramePr>
          <p:nvPr>
            <p:ph idx="1"/>
          </p:nvPr>
        </p:nvGraphicFramePr>
        <p:xfrm>
          <a:off x="1887538" y="1828800"/>
          <a:ext cx="5445125" cy="4038600"/>
        </p:xfrm>
        <a:graphic>
          <a:graphicData uri="http://schemas.openxmlformats.org/presentationml/2006/ole">
            <p:oleObj spid="_x0000_s569347" name="Bitmap Image" r:id="rId3" imgW="2029108" imgH="1504762" progId="Paint.Picture">
              <p:embed/>
            </p:oleObj>
          </a:graphicData>
        </a:graphic>
      </p:graphicFrame>
    </p:spTree>
  </p:cSld>
  <p:clrMapOvr>
    <a:masterClrMapping/>
  </p:clrMapOvr>
  <p:timing>
    <p:tnLst>
      <p:par>
        <p:cTn id="1" dur="indefinite" restart="never" nodeType="tmRoot"/>
      </p:par>
    </p:tnLst>
  </p:timing>
</p:sld>
</file>

<file path=ppt/theme/theme1.xml><?xml version="1.0" encoding="utf-8"?>
<a:theme xmlns:a="http://schemas.openxmlformats.org/drawingml/2006/main" name="RL-Nanoethics-8">
  <a:themeElements>
    <a:clrScheme name="Refined 1">
      <a:dk1>
        <a:srgbClr val="666633"/>
      </a:dk1>
      <a:lt1>
        <a:srgbClr val="FFFFFF"/>
      </a:lt1>
      <a:dk2>
        <a:srgbClr val="000000"/>
      </a:dk2>
      <a:lt2>
        <a:srgbClr val="FFFFFF"/>
      </a:lt2>
      <a:accent1>
        <a:srgbClr val="666699"/>
      </a:accent1>
      <a:accent2>
        <a:srgbClr val="990000"/>
      </a:accent2>
      <a:accent3>
        <a:srgbClr val="AAAAAA"/>
      </a:accent3>
      <a:accent4>
        <a:srgbClr val="DADADA"/>
      </a:accent4>
      <a:accent5>
        <a:srgbClr val="B8B8CA"/>
      </a:accent5>
      <a:accent6>
        <a:srgbClr val="8A0000"/>
      </a:accent6>
      <a:hlink>
        <a:srgbClr val="999900"/>
      </a:hlink>
      <a:folHlink>
        <a:srgbClr val="FFFFFF"/>
      </a:folHlink>
    </a:clrScheme>
    <a:fontScheme name="Refined">
      <a:majorFont>
        <a:latin typeface="Times New Roman"/>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Refined 1">
        <a:dk1>
          <a:srgbClr val="666633"/>
        </a:dk1>
        <a:lt1>
          <a:srgbClr val="FFFFFF"/>
        </a:lt1>
        <a:dk2>
          <a:srgbClr val="000000"/>
        </a:dk2>
        <a:lt2>
          <a:srgbClr val="FFFFFF"/>
        </a:lt2>
        <a:accent1>
          <a:srgbClr val="666699"/>
        </a:accent1>
        <a:accent2>
          <a:srgbClr val="990000"/>
        </a:accent2>
        <a:accent3>
          <a:srgbClr val="AAAAAA"/>
        </a:accent3>
        <a:accent4>
          <a:srgbClr val="DADADA"/>
        </a:accent4>
        <a:accent5>
          <a:srgbClr val="B8B8CA"/>
        </a:accent5>
        <a:accent6>
          <a:srgbClr val="8A0000"/>
        </a:accent6>
        <a:hlink>
          <a:srgbClr val="999900"/>
        </a:hlink>
        <a:folHlink>
          <a:srgbClr val="FFFFFF"/>
        </a:folHlink>
      </a:clrScheme>
      <a:clrMap bg1="dk2" tx1="lt1" bg2="dk1" tx2="lt2" accent1="accent1" accent2="accent2" accent3="accent3" accent4="accent4" accent5="accent5" accent6="accent6" hlink="hlink" folHlink="folHlink"/>
    </a:extraClrScheme>
    <a:extraClrScheme>
      <a:clrScheme name="Refined 2">
        <a:dk1>
          <a:srgbClr val="4D4D4D"/>
        </a:dk1>
        <a:lt1>
          <a:srgbClr val="FFFFFF"/>
        </a:lt1>
        <a:dk2>
          <a:srgbClr val="4A1102"/>
        </a:dk2>
        <a:lt2>
          <a:srgbClr val="FFFFFF"/>
        </a:lt2>
        <a:accent1>
          <a:srgbClr val="CC3300"/>
        </a:accent1>
        <a:accent2>
          <a:srgbClr val="666699"/>
        </a:accent2>
        <a:accent3>
          <a:srgbClr val="B1AAAA"/>
        </a:accent3>
        <a:accent4>
          <a:srgbClr val="DADADA"/>
        </a:accent4>
        <a:accent5>
          <a:srgbClr val="E2ADAA"/>
        </a:accent5>
        <a:accent6>
          <a:srgbClr val="5C5C8A"/>
        </a:accent6>
        <a:hlink>
          <a:srgbClr val="FF9900"/>
        </a:hlink>
        <a:folHlink>
          <a:srgbClr val="FFFFFF"/>
        </a:folHlink>
      </a:clrScheme>
      <a:clrMap bg1="dk2" tx1="lt1" bg2="dk1" tx2="lt2" accent1="accent1" accent2="accent2" accent3="accent3" accent4="accent4" accent5="accent5" accent6="accent6" hlink="hlink" folHlink="folHlink"/>
    </a:extraClrScheme>
    <a:extraClrScheme>
      <a:clrScheme name="Refined 3">
        <a:dk1>
          <a:srgbClr val="666699"/>
        </a:dk1>
        <a:lt1>
          <a:srgbClr val="FFFFFF"/>
        </a:lt1>
        <a:dk2>
          <a:srgbClr val="400040"/>
        </a:dk2>
        <a:lt2>
          <a:srgbClr val="FFFFFF"/>
        </a:lt2>
        <a:accent1>
          <a:srgbClr val="FFCC00"/>
        </a:accent1>
        <a:accent2>
          <a:srgbClr val="FF3300"/>
        </a:accent2>
        <a:accent3>
          <a:srgbClr val="AFAAAF"/>
        </a:accent3>
        <a:accent4>
          <a:srgbClr val="DADADA"/>
        </a:accent4>
        <a:accent5>
          <a:srgbClr val="FFE2AA"/>
        </a:accent5>
        <a:accent6>
          <a:srgbClr val="E72D00"/>
        </a:accent6>
        <a:hlink>
          <a:srgbClr val="CC9900"/>
        </a:hlink>
        <a:folHlink>
          <a:srgbClr val="CC3300"/>
        </a:folHlink>
      </a:clrScheme>
      <a:clrMap bg1="dk2" tx1="lt1" bg2="dk1" tx2="lt2" accent1="accent1" accent2="accent2" accent3="accent3" accent4="accent4" accent5="accent5" accent6="accent6" hlink="hlink" folHlink="folHlink"/>
    </a:extraClrScheme>
    <a:extraClrScheme>
      <a:clrScheme name="Refined 4">
        <a:dk1>
          <a:srgbClr val="4D4D4D"/>
        </a:dk1>
        <a:lt1>
          <a:srgbClr val="FFFFFF"/>
        </a:lt1>
        <a:dk2>
          <a:srgbClr val="006699"/>
        </a:dk2>
        <a:lt2>
          <a:srgbClr val="CCECFF"/>
        </a:lt2>
        <a:accent1>
          <a:srgbClr val="339966"/>
        </a:accent1>
        <a:accent2>
          <a:srgbClr val="3366FF"/>
        </a:accent2>
        <a:accent3>
          <a:srgbClr val="AAB8CA"/>
        </a:accent3>
        <a:accent4>
          <a:srgbClr val="DADADA"/>
        </a:accent4>
        <a:accent5>
          <a:srgbClr val="ADCAB8"/>
        </a:accent5>
        <a:accent6>
          <a:srgbClr val="2D5CE7"/>
        </a:accent6>
        <a:hlink>
          <a:srgbClr val="33CCFF"/>
        </a:hlink>
        <a:folHlink>
          <a:srgbClr val="FFFFFF"/>
        </a:folHlink>
      </a:clrScheme>
      <a:clrMap bg1="dk2" tx1="lt1" bg2="dk1" tx2="lt2" accent1="accent1" accent2="accent2" accent3="accent3" accent4="accent4" accent5="accent5" accent6="accent6" hlink="hlink" folHlink="folHlink"/>
    </a:extraClrScheme>
    <a:extraClrScheme>
      <a:clrScheme name="Refined 5">
        <a:dk1>
          <a:srgbClr val="000000"/>
        </a:dk1>
        <a:lt1>
          <a:srgbClr val="FFFFFF"/>
        </a:lt1>
        <a:dk2>
          <a:srgbClr val="CC0000"/>
        </a:dk2>
        <a:lt2>
          <a:srgbClr val="666699"/>
        </a:lt2>
        <a:accent1>
          <a:srgbClr val="FF6600"/>
        </a:accent1>
        <a:accent2>
          <a:srgbClr val="FF9933"/>
        </a:accent2>
        <a:accent3>
          <a:srgbClr val="FFFFFF"/>
        </a:accent3>
        <a:accent4>
          <a:srgbClr val="000000"/>
        </a:accent4>
        <a:accent5>
          <a:srgbClr val="FFB8AA"/>
        </a:accent5>
        <a:accent6>
          <a:srgbClr val="E78A2D"/>
        </a:accent6>
        <a:hlink>
          <a:srgbClr val="FFCC00"/>
        </a:hlink>
        <a:folHlink>
          <a:srgbClr val="333399"/>
        </a:folHlink>
      </a:clrScheme>
      <a:clrMap bg1="lt1" tx1="dk1" bg2="lt2" tx2="dk2" accent1="accent1" accent2="accent2" accent3="accent3" accent4="accent4" accent5="accent5" accent6="accent6" hlink="hlink" folHlink="folHlink"/>
    </a:extraClrScheme>
    <a:extraClrScheme>
      <a:clrScheme name="Refined 6">
        <a:dk1>
          <a:srgbClr val="000000"/>
        </a:dk1>
        <a:lt1>
          <a:srgbClr val="FFFFFF"/>
        </a:lt1>
        <a:dk2>
          <a:srgbClr val="000000"/>
        </a:dk2>
        <a:lt2>
          <a:srgbClr val="C0C0C0"/>
        </a:lt2>
        <a:accent1>
          <a:srgbClr val="CC3300"/>
        </a:accent1>
        <a:accent2>
          <a:srgbClr val="666699"/>
        </a:accent2>
        <a:accent3>
          <a:srgbClr val="FFFFFF"/>
        </a:accent3>
        <a:accent4>
          <a:srgbClr val="000000"/>
        </a:accent4>
        <a:accent5>
          <a:srgbClr val="E2ADAA"/>
        </a:accent5>
        <a:accent6>
          <a:srgbClr val="5C5C8A"/>
        </a:accent6>
        <a:hlink>
          <a:srgbClr val="999900"/>
        </a:hlink>
        <a:folHlink>
          <a:srgbClr val="4D4D4D"/>
        </a:folHlink>
      </a:clrScheme>
      <a:clrMap bg1="lt1" tx1="dk1" bg2="lt2" tx2="dk2" accent1="accent1" accent2="accent2" accent3="accent3" accent4="accent4" accent5="accent5" accent6="accent6" hlink="hlink" folHlink="folHlink"/>
    </a:extraClrScheme>
    <a:extraClrScheme>
      <a:clrScheme name="Refined 7">
        <a:dk1>
          <a:srgbClr val="000000"/>
        </a:dk1>
        <a:lt1>
          <a:srgbClr val="FFFFFF"/>
        </a:lt1>
        <a:dk2>
          <a:srgbClr val="000066"/>
        </a:dk2>
        <a:lt2>
          <a:srgbClr val="333399"/>
        </a:lt2>
        <a:accent1>
          <a:srgbClr val="3399FF"/>
        </a:accent1>
        <a:accent2>
          <a:srgbClr val="9999FF"/>
        </a:accent2>
        <a:accent3>
          <a:srgbClr val="FFFFFF"/>
        </a:accent3>
        <a:accent4>
          <a:srgbClr val="000000"/>
        </a:accent4>
        <a:accent5>
          <a:srgbClr val="ADCAFF"/>
        </a:accent5>
        <a:accent6>
          <a:srgbClr val="8A8AE7"/>
        </a:accent6>
        <a:hlink>
          <a:srgbClr val="00CCFF"/>
        </a:hlink>
        <a:folHlink>
          <a:srgbClr val="5F5F5F"/>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RL-Nanoethics-8</Template>
  <TotalTime>0</TotalTime>
  <Words>993</Words>
  <Application>Microsoft PowerPoint</Application>
  <PresentationFormat>On-screen Show (4:3)</PresentationFormat>
  <Paragraphs>126</Paragraphs>
  <Slides>28</Slides>
  <Notes>1</Notes>
  <HiddenSlides>0</HiddenSlides>
  <MMClips>0</MMClips>
  <ScaleCrop>false</ScaleCrop>
  <HeadingPairs>
    <vt:vector size="8" baseType="variant">
      <vt:variant>
        <vt:lpstr>Fonts Used</vt:lpstr>
      </vt:variant>
      <vt:variant>
        <vt:i4>3</vt:i4>
      </vt:variant>
      <vt:variant>
        <vt:lpstr>Theme</vt:lpstr>
      </vt:variant>
      <vt:variant>
        <vt:i4>1</vt:i4>
      </vt:variant>
      <vt:variant>
        <vt:lpstr>Embedded OLE Servers</vt:lpstr>
      </vt:variant>
      <vt:variant>
        <vt:i4>1</vt:i4>
      </vt:variant>
      <vt:variant>
        <vt:lpstr>Slide Titles</vt:lpstr>
      </vt:variant>
      <vt:variant>
        <vt:i4>28</vt:i4>
      </vt:variant>
    </vt:vector>
  </HeadingPairs>
  <TitlesOfParts>
    <vt:vector size="33" baseType="lpstr">
      <vt:lpstr>Arial</vt:lpstr>
      <vt:lpstr>Times New Roman</vt:lpstr>
      <vt:lpstr>Wingdings</vt:lpstr>
      <vt:lpstr>RL-Nanoethics-8</vt:lpstr>
      <vt:lpstr>Bitmap Image</vt:lpstr>
      <vt:lpstr>Further Social Implications:   Conclusion  Nanoethics Lecture VIII</vt:lpstr>
      <vt:lpstr>Who Benefits?</vt:lpstr>
      <vt:lpstr>Who Benefits?</vt:lpstr>
      <vt:lpstr>Who Benefits?</vt:lpstr>
      <vt:lpstr>Corporations and the Market</vt:lpstr>
      <vt:lpstr>Corporations and the Market</vt:lpstr>
      <vt:lpstr>Corporations and the Market</vt:lpstr>
      <vt:lpstr>Corporations and the Market</vt:lpstr>
      <vt:lpstr>The Ethics of Patents</vt:lpstr>
      <vt:lpstr>Intellectual Property</vt:lpstr>
      <vt:lpstr>Property Rights:  Consequentialist Approaches</vt:lpstr>
      <vt:lpstr>Implications for Intellectual Property</vt:lpstr>
      <vt:lpstr>Tragedy of the Commons</vt:lpstr>
      <vt:lpstr>Tragedy of the Commons</vt:lpstr>
      <vt:lpstr>Tragedy of the Commons</vt:lpstr>
      <vt:lpstr>Tragedy of the Commons</vt:lpstr>
      <vt:lpstr>Tragedy of the Commons</vt:lpstr>
      <vt:lpstr>Tragedy of the Commons</vt:lpstr>
      <vt:lpstr>Implications for Intellectual Property</vt:lpstr>
      <vt:lpstr>Implications for Intellectual Property</vt:lpstr>
      <vt:lpstr>Implications for Intellectual Property</vt:lpstr>
      <vt:lpstr>Property Rights:  Non-Consequentialist Approaches</vt:lpstr>
      <vt:lpstr>Implications for Intellectual Property</vt:lpstr>
      <vt:lpstr>Lockeans For  Intellectual Property</vt:lpstr>
      <vt:lpstr>Lockeans For  Intellectual Property</vt:lpstr>
      <vt:lpstr>Lockeans Against Intellectual Property</vt:lpstr>
      <vt:lpstr>Lockeans Against Intellectual Property</vt:lpstr>
      <vt:lpstr>THE END</vt:lpstr>
    </vt:vector>
  </TitlesOfParts>
  <Company>Auburn University</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Further Social Implications:   Conclusion  Nanoethics Lecture VIII</dc:title>
  <dc:creator>Roderick Tracy Long</dc:creator>
  <cp:lastModifiedBy>Roderick Tracy Long</cp:lastModifiedBy>
  <cp:revision>1</cp:revision>
  <dcterms:created xsi:type="dcterms:W3CDTF">2008-04-18T20:54:21Z</dcterms:created>
  <dcterms:modified xsi:type="dcterms:W3CDTF">2008-04-18T20:54:39Z</dcterms:modified>
</cp:coreProperties>
</file>
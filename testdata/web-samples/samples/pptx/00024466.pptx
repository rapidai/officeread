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63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78598-50B7-4882-B385-5D527FA9D8AB}" type="datetimeFigureOut">
              <a:rPr lang="en-US" smtClean="0"/>
              <a:t>8/4/2009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48045-0397-4CED-97F2-1BC40BBBB9A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Nation is Born:  Early National Literature</a:t>
            </a:r>
            <a:br>
              <a:rPr lang="en-US" dirty="0" smtClean="0"/>
            </a:br>
            <a:r>
              <a:rPr lang="en-US" dirty="0" smtClean="0"/>
              <a:t>(1750-1800)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Literature of the Period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Time of Crisis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Revolutionary period produced public writing</a:t>
            </a:r>
          </a:p>
          <a:p>
            <a:r>
              <a:rPr lang="en-US" dirty="0" smtClean="0"/>
              <a:t>Newspapers, magazines, &amp; almanacs popular</a:t>
            </a:r>
          </a:p>
          <a:p>
            <a:r>
              <a:rPr lang="en-US" dirty="0" smtClean="0"/>
              <a:t>Writing of permanent importance=political writing</a:t>
            </a:r>
          </a:p>
          <a:p>
            <a:pPr lvl="1"/>
            <a:r>
              <a:rPr lang="en-US" dirty="0" smtClean="0"/>
              <a:t>Speeches (Patrick Henry)</a:t>
            </a:r>
          </a:p>
          <a:p>
            <a:pPr lvl="1"/>
            <a:r>
              <a:rPr lang="en-US" dirty="0" smtClean="0"/>
              <a:t>Pamphlets (Thomas Paine)</a:t>
            </a:r>
          </a:p>
          <a:p>
            <a:pPr lvl="1"/>
            <a:r>
              <a:rPr lang="en-US" dirty="0" smtClean="0"/>
              <a:t>Documents (Declaration of Independence &amp; Constitution of the United States)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Cultural and 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Verse appeared in most newspapers</a:t>
            </a:r>
          </a:p>
          <a:p>
            <a:r>
              <a:rPr lang="en-US" dirty="0" smtClean="0"/>
              <a:t>Broadside ballads (“The Dying Redcoat”)</a:t>
            </a:r>
          </a:p>
          <a:p>
            <a:r>
              <a:rPr lang="en-US" dirty="0" smtClean="0"/>
              <a:t>Poets such as Philip Freneau, Joel Barlow, and </a:t>
            </a:r>
            <a:r>
              <a:rPr lang="en-US" dirty="0" err="1" smtClean="0"/>
              <a:t>Phillis</a:t>
            </a:r>
            <a:r>
              <a:rPr lang="en-US" dirty="0" smtClean="0"/>
              <a:t> Wheatley</a:t>
            </a:r>
          </a:p>
          <a:p>
            <a:r>
              <a:rPr lang="en-US" dirty="0" smtClean="0"/>
              <a:t>Michel-</a:t>
            </a:r>
            <a:r>
              <a:rPr lang="en-US" dirty="0" err="1" smtClean="0"/>
              <a:t>Guillame</a:t>
            </a:r>
            <a:r>
              <a:rPr lang="en-US" dirty="0" smtClean="0"/>
              <a:t> Crevecoeur—Frenchman who owned a plantation in New York</a:t>
            </a:r>
          </a:p>
          <a:p>
            <a:r>
              <a:rPr lang="en-US" i="1" dirty="0" smtClean="0"/>
              <a:t>Poor Richard’s Almanac</a:t>
            </a:r>
          </a:p>
          <a:p>
            <a:r>
              <a:rPr lang="en-US" dirty="0" smtClean="0"/>
              <a:t>Slave narratives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Culture and 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theaters were built</a:t>
            </a:r>
          </a:p>
          <a:p>
            <a:r>
              <a:rPr lang="en-US" dirty="0" smtClean="0"/>
              <a:t>New colleges were established</a:t>
            </a:r>
          </a:p>
          <a:p>
            <a:r>
              <a:rPr lang="en-US" dirty="0" smtClean="0"/>
              <a:t>Painters=Copley, Stuart, Trumbull, Peale</a:t>
            </a:r>
          </a:p>
          <a:p>
            <a:r>
              <a:rPr lang="en-US" dirty="0" smtClean="0"/>
              <a:t>Hymns &amp; patriotic songs popular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119</Words>
  <Application>Microsoft Office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A Nation is Born:  Early National Literature (1750-1800)</vt:lpstr>
      <vt:lpstr>A Time of Crisis</vt:lpstr>
      <vt:lpstr>Cultural and Art</vt:lpstr>
      <vt:lpstr>Culture and Art</vt:lpstr>
    </vt:vector>
  </TitlesOfParts>
  <Company>Platte-Geddes School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Nation is Born:  Early National Literature (1750-1800)</dc:title>
  <dc:creator>administrator</dc:creator>
  <cp:lastModifiedBy>administrator</cp:lastModifiedBy>
  <cp:revision>1</cp:revision>
  <dcterms:created xsi:type="dcterms:W3CDTF">2009-08-04T19:51:37Z</dcterms:created>
  <dcterms:modified xsi:type="dcterms:W3CDTF">2009-08-04T20:12:45Z</dcterms:modified>
</cp:coreProperties>
</file>
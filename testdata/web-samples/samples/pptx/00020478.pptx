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0" r:id="rId3"/>
    <p:sldId id="262" r:id="rId4"/>
    <p:sldId id="263" r:id="rId5"/>
    <p:sldId id="265" r:id="rId6"/>
    <p:sldId id="266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117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defRPr>
            </a:lvl1pPr>
          </a:lstStyle>
          <a:p>
            <a:pPr lvl="0"/>
            <a:endParaRPr lang="en-IE"/>
          </a:p>
        </p:txBody>
      </p:sp>
      <p:sp>
        <p:nvSpPr>
          <p:cNvPr id="3" name="Date Placeholder 2"/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defRPr>
            </a:lvl1pPr>
          </a:lstStyle>
          <a:p>
            <a:pPr lvl="0"/>
            <a:fld id="{E2E440E8-0A7A-4A44-BFD5-EF1FC91B82E0}" type="datetime1">
              <a:rPr lang="en-IE"/>
              <a:pPr lvl="0"/>
              <a:t>28/09/2012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/>
          <p:cNvSpPr txBox="1"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defRPr>
            </a:lvl1pPr>
          </a:lstStyle>
          <a:p>
            <a:pPr lvl="0"/>
            <a:endParaRPr lang="en-IE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defRPr>
            </a:lvl1pPr>
          </a:lstStyle>
          <a:p>
            <a:pPr lvl="0"/>
            <a:fld id="{5DBE1347-1CC8-4127-9169-B58260A5FE2D}" type="slidenum">
              <a:rPr/>
              <a:pPr lvl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367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0">
      <a:lnSpc>
        <a:spcPct val="100000"/>
      </a:lnSpc>
      <a:spcBef>
        <a:spcPts val="40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0">
      <a:lnSpc>
        <a:spcPct val="100000"/>
      </a:lnSpc>
      <a:spcBef>
        <a:spcPts val="40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0">
      <a:lnSpc>
        <a:spcPct val="100000"/>
      </a:lnSpc>
      <a:spcBef>
        <a:spcPts val="40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0">
      <a:lnSpc>
        <a:spcPct val="100000"/>
      </a:lnSpc>
      <a:spcBef>
        <a:spcPts val="40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0">
      <a:lnSpc>
        <a:spcPct val="100000"/>
      </a:lnSpc>
      <a:spcBef>
        <a:spcPts val="40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NDP_pref_eng.jpg"/>
          <p:cNvPicPr>
            <a:picLocks noChangeAspect="1"/>
          </p:cNvPicPr>
          <p:nvPr/>
        </p:nvPicPr>
        <p:blipFill>
          <a:blip r:embed="rId2" cstate="print"/>
          <a:srcRect l="17299" t="23534" r="18448" b="26038"/>
          <a:stretch>
            <a:fillRect/>
          </a:stretch>
        </p:blipFill>
        <p:spPr>
          <a:xfrm>
            <a:off x="215898" y="6108704"/>
            <a:ext cx="971550" cy="56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 noGrp="1"/>
          </p:cNvSpPr>
          <p:nvPr>
            <p:ph type="ctrTitle"/>
          </p:nvPr>
        </p:nvSpPr>
        <p:spPr>
          <a:xfrm>
            <a:off x="685800" y="2130423"/>
            <a:ext cx="7772400" cy="1470026"/>
          </a:xfrm>
        </p:spPr>
        <p:txBody>
          <a:bodyPr/>
          <a:lstStyle>
            <a:lvl1pPr>
              <a:defRPr sz="4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3"/>
          </a:xfrm>
        </p:spPr>
        <p:txBody>
          <a:bodyPr anchorCtr="1"/>
          <a:lstStyle>
            <a:lvl1pPr marL="0" indent="0" algn="ctr">
              <a:spcBef>
                <a:spcPts val="700"/>
              </a:spcBef>
              <a:buNone/>
              <a:defRPr sz="2800">
                <a:solidFill>
                  <a:srgbClr val="4F81B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5396E7-EE42-4E35-87A8-122BD368BEA9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8CD8411-A841-449D-A2CA-AE1375BA6884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43ADEF-A943-4B2B-B37B-92FEFE7CDA7F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77279D-B73A-43C2-BEFE-B22DBA3F3D05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defRPr/>
            </a:lvl3pPr>
            <a:lvl4pPr>
              <a:spcBef>
                <a:spcPts val="500"/>
              </a:spcBef>
              <a:defRPr sz="20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4648196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defRPr/>
            </a:lvl3pPr>
            <a:lvl4pPr>
              <a:spcBef>
                <a:spcPts val="500"/>
              </a:spcBef>
              <a:defRPr sz="20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242C80-5D6B-451A-BF00-A5B4CC002152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BB2AC3A-9061-4823-9978-92DC6298EE1A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457200" y="2174872"/>
            <a:ext cx="404018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>
                <a:solidFill>
                  <a:srgbClr val="0070C0"/>
                </a:solidFill>
              </a:defRPr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4645023" y="1535113"/>
            <a:ext cx="4041776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B42ECA6-2926-41FC-9B39-BE7FB5AB29E7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8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9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C3D417-8270-4BE4-AEC3-8CFB75462D72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9C8178-EC8F-409A-867F-0D900EEAD5B8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6664FC-18EF-4E52-87A2-C07DC0B81601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860BA5-DE17-449C-917A-C1FBBEC235B2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3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EB494F-C512-4D55-8EB8-3C1996621DFC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57200" y="825502"/>
            <a:ext cx="3008311" cy="720748"/>
          </a:xfrm>
        </p:spPr>
        <p:txBody>
          <a:bodyPr anchor="b" anchorCtr="0"/>
          <a:lstStyle>
            <a:lvl1pPr algn="l"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3575047" y="825502"/>
            <a:ext cx="5111752" cy="5411803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defRPr/>
            </a:lvl3pPr>
            <a:lvl4pPr>
              <a:spcBef>
                <a:spcPts val="500"/>
              </a:spcBef>
              <a:defRPr sz="2000"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457200" y="1546250"/>
            <a:ext cx="3008311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98CA8A-4527-46BE-A94D-31F501C873EB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28A473-CDB4-4BD4-ADF1-E78CDD45BFA7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792288" y="4937723"/>
            <a:ext cx="5486400" cy="566735"/>
          </a:xfrm>
        </p:spPr>
        <p:txBody>
          <a:bodyPr anchor="b" anchorCtr="0"/>
          <a:lstStyle>
            <a:lvl1pPr algn="l"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1792288" y="851470"/>
            <a:ext cx="5486400" cy="401321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1792288" y="5504459"/>
            <a:ext cx="54864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8DDEFF-179C-43BA-9754-AA83E8626577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D8DCE4-B76C-414F-A9DB-B92E47BDB07D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DB7DC-0DB5-4B2E-814F-7386313A28CC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DD3C1C-F6BE-4A96-B112-44C6AE760736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6629400" y="826078"/>
            <a:ext cx="2057400" cy="5483245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457200" y="826078"/>
            <a:ext cx="6019796" cy="5483245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908D09-430F-4A4C-822C-87E1D7A415FC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CF0288-44A2-45F0-980C-48AF9E0EB613}" type="slidenum">
              <a:rPr/>
              <a:pPr lvl="0"/>
              <a:t>‹#›</a:t>
            </a:fld>
            <a:endParaRPr lang="en-IE"/>
          </a:p>
        </p:txBody>
      </p:sp>
    </p:spTree>
  </p:cSld>
  <p:clrMapOvr>
    <a:masterClrMapping/>
  </p:clrMapOvr>
  <p:transition xmlns:p14="http://schemas.microsoft.com/office/powerpoint/2010/main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theme" Target="../theme/theme1.xml"/><Relationship Id="rId1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ppt_template_01d.jpg"/>
          <p:cNvPicPr>
            <a:picLocks noChangeAspect="1"/>
          </p:cNvPicPr>
          <p:nvPr/>
        </p:nvPicPr>
        <p:blipFill>
          <a:blip r:embed="rId12" cstate="print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Placeholder 1"/>
          <p:cNvSpPr txBox="1">
            <a:spLocks noGrp="1"/>
          </p:cNvSpPr>
          <p:nvPr>
            <p:ph type="title"/>
          </p:nvPr>
        </p:nvSpPr>
        <p:spPr>
          <a:xfrm>
            <a:off x="1908179" y="-171450"/>
            <a:ext cx="723582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/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1500192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81DF5787-F996-470D-863D-F70187A3B0E9}" type="datetime1">
              <a:rPr lang="en-US"/>
              <a:pPr lvl="0"/>
              <a:t>28/09/2012</a:t>
            </a:fld>
            <a:endParaRPr lang="en-IE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643317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/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IE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52274EEC-E3AE-425C-85B6-2C73D929AB5C}" type="slidenum">
              <a:rPr/>
              <a:pPr lvl="0"/>
              <a:t>‹#›</a:t>
            </a:fld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xmlns:p14="http://schemas.microsoft.com/office/powerpoint/2010/main"/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1" i="0" u="none" strike="noStrike" kern="1200" cap="none" spc="0" baseline="0">
          <a:solidFill>
            <a:srgbClr val="FFFFFF"/>
          </a:solidFill>
          <a:effectLst>
            <a:outerShdw dist="38096" dir="2700000">
              <a:srgbClr val="000000"/>
            </a:outerShdw>
          </a:effectLst>
          <a:uFillTx/>
          <a:latin typeface="Calibri"/>
          <a:ea typeface="Verdana" pitchFamily="34"/>
          <a:cs typeface="Verdana" pitchFamily="34"/>
        </a:defRPr>
      </a:lvl1pPr>
    </p:titleStyle>
    <p:bodyStyle>
      <a:lvl1pPr marL="342900" marR="0" lvl="0" indent="-342900" algn="l" defTabSz="914400" rtl="0" fontAlgn="auto" hangingPunct="0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/>
        <a:buChar char="•"/>
        <a:tabLst/>
        <a:defRPr lang="en-US" sz="3200" b="1" i="0" u="none" strike="noStrike" kern="1200" cap="none" spc="0" baseline="0">
          <a:solidFill>
            <a:srgbClr val="000000"/>
          </a:solidFill>
          <a:uFillTx/>
          <a:latin typeface="Calibri"/>
          <a:ea typeface="Verdana" pitchFamily="34"/>
          <a:cs typeface="Verdana" pitchFamily="34"/>
        </a:defRPr>
      </a:lvl1pPr>
      <a:lvl2pPr marL="742950" marR="0" lvl="1" indent="-285750" algn="l" defTabSz="914400" rtl="0" fontAlgn="auto" hangingPunct="0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/>
        <a:buChar char="–"/>
        <a:tabLst/>
        <a:defRPr lang="en-US" sz="2800" b="1" i="0" u="none" strike="noStrike" kern="1200" cap="none" spc="0" baseline="0">
          <a:solidFill>
            <a:srgbClr val="4F81BD"/>
          </a:solidFill>
          <a:uFillTx/>
          <a:latin typeface="Calibri"/>
          <a:ea typeface="Verdana" pitchFamily="34"/>
          <a:cs typeface="Verdana" pitchFamily="34"/>
        </a:defRPr>
      </a:lvl2pPr>
      <a:lvl3pPr marL="1250954" marR="0" lvl="2" indent="-336554" algn="l" defTabSz="914400" rtl="0" fontAlgn="auto" hangingPunct="0">
        <a:lnSpc>
          <a:spcPct val="100000"/>
        </a:lnSpc>
        <a:spcBef>
          <a:spcPts val="600"/>
        </a:spcBef>
        <a:spcAft>
          <a:spcPts val="0"/>
        </a:spcAft>
        <a:buSzPct val="100000"/>
        <a:buFont typeface="Wingdings" pitchFamily="2"/>
        <a:buChar char="ü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  <a:ea typeface="Verdana" pitchFamily="34"/>
          <a:cs typeface="Verdana" pitchFamily="34"/>
        </a:defRPr>
      </a:lvl3pPr>
      <a:lvl4pPr marL="1600200" marR="0" lvl="3" indent="-228600" algn="l" defTabSz="914400" rtl="0" fontAlgn="auto" hangingPunct="0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/>
        <a:buChar char="–"/>
        <a:tabLst/>
        <a:defRPr lang="en-US" sz="2400" b="0" i="1" u="none" strike="noStrike" kern="1200" cap="none" spc="0" baseline="0">
          <a:solidFill>
            <a:srgbClr val="4F81BD"/>
          </a:solidFill>
          <a:uFillTx/>
          <a:latin typeface="Calibri"/>
          <a:ea typeface="Verdana" pitchFamily="34"/>
          <a:cs typeface="Verdana" pitchFamily="34"/>
        </a:defRPr>
      </a:lvl4pPr>
      <a:lvl5pPr marL="2057400" marR="0" lvl="4" indent="-228600" algn="l" defTabSz="914400" rtl="0" fontAlgn="auto" hangingPunct="0">
        <a:lnSpc>
          <a:spcPct val="100000"/>
        </a:lnSpc>
        <a:spcBef>
          <a:spcPts val="500"/>
        </a:spcBef>
        <a:spcAft>
          <a:spcPts val="0"/>
        </a:spcAft>
        <a:buSzPct val="100000"/>
        <a:buFont typeface="Wingdings" pitchFamily="2"/>
        <a:buChar char="§"/>
        <a:tabLst/>
        <a:defRPr lang="en-US" sz="2000" b="0" i="0" u="none" strike="noStrike" kern="1200" cap="none" spc="0" baseline="0">
          <a:solidFill>
            <a:srgbClr val="7F7F7F"/>
          </a:solidFill>
          <a:uFillTx/>
          <a:latin typeface="Calibri"/>
          <a:ea typeface="Verdana" pitchFamily="34"/>
          <a:cs typeface="Verdana" pitchFamily="34"/>
        </a:defRPr>
      </a:lvl5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RIPE 66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Dublin, 13</a:t>
            </a:r>
            <a:r>
              <a:rPr lang="en-US" baseline="30000" dirty="0" smtClean="0"/>
              <a:t>th</a:t>
            </a:r>
            <a:r>
              <a:rPr lang="en-US" dirty="0" smtClean="0"/>
              <a:t> – 17</a:t>
            </a:r>
            <a:r>
              <a:rPr lang="en-US" baseline="30000" dirty="0" smtClean="0"/>
              <a:t>th</a:t>
            </a:r>
            <a:r>
              <a:rPr lang="en-US" dirty="0" smtClean="0"/>
              <a:t> May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40714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0" y="-171450"/>
            <a:ext cx="9144000" cy="1143000"/>
          </a:xfrm>
        </p:spPr>
        <p:txBody>
          <a:bodyPr/>
          <a:lstStyle/>
          <a:p>
            <a:pPr lvl="0" hangingPunct="1"/>
            <a:r>
              <a:rPr lang="en-IE"/>
              <a:t>	Celebrating 15 years: 1997 - 2012</a:t>
            </a:r>
          </a:p>
        </p:txBody>
      </p:sp>
      <p:pic>
        <p:nvPicPr>
          <p:cNvPr id="3" name="Picture 5" descr="Anniversary-Logo 2012 (transparent)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84208" y="2205039"/>
            <a:ext cx="7885108" cy="3186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ublin Squall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0"/>
            <a:ext cx="9144000" cy="684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9360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32476824_f11c7a459a_b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6425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4357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7482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ublin1_2.jpe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0548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Céad</a:t>
            </a:r>
            <a:r>
              <a:rPr lang="en-US" dirty="0" smtClean="0"/>
              <a:t> </a:t>
            </a:r>
            <a:r>
              <a:rPr lang="en-US" dirty="0" err="1" smtClean="0"/>
              <a:t>Míle</a:t>
            </a:r>
            <a:r>
              <a:rPr lang="en-US" dirty="0" smtClean="0"/>
              <a:t> </a:t>
            </a:r>
            <a:r>
              <a:rPr lang="en-US" dirty="0" err="1" smtClean="0"/>
              <a:t>Fáilte</a:t>
            </a:r>
            <a:r>
              <a:rPr lang="en-US" dirty="0" smtClean="0"/>
              <a:t>!</a:t>
            </a:r>
            <a:r>
              <a:rPr lang="en-US" i="1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(You bring the IP Addresses, we’ll bring the beer.)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22588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HEAnet PPP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HEAnet%20PPP%20Template</Template>
  <TotalTime>505</TotalTime>
  <Words>25</Words>
  <Application>Microsoft Macintosh PowerPoint</Application>
  <PresentationFormat>On-screen Show (4:3)</PresentationFormat>
  <Paragraphs>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HEAnet PPP Template</vt:lpstr>
      <vt:lpstr>RIPE 66</vt:lpstr>
      <vt:lpstr> Celebrating 15 years: 1997 - 2012</vt:lpstr>
      <vt:lpstr>PowerPoint Presentation</vt:lpstr>
      <vt:lpstr>PowerPoint Presentation</vt:lpstr>
      <vt:lpstr>PowerPoint Presentation</vt:lpstr>
      <vt:lpstr>PowerPoint Presentation</vt:lpstr>
      <vt:lpstr>Céad Míle Fáilte!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fcoyle</dc:creator>
  <cp:lastModifiedBy>Brian Nisbet</cp:lastModifiedBy>
  <cp:revision>63</cp:revision>
  <dcterms:created xsi:type="dcterms:W3CDTF">2011-01-19T14:46:24Z</dcterms:created>
  <dcterms:modified xsi:type="dcterms:W3CDTF">2012-09-28T08:05:25Z</dcterms:modified>
</cp:coreProperties>
</file>